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vanaf de eerste zin: vereenvoudiging en consolidatie van wat er al was, geen
koerswijziging. De aanleiding is de vraag uit de keten zelf: "wanneer is iets af, en waar
vinden we het?" Dit gezelschap heet de kerngroep techniek.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de boodschap van de hele sessie, in de eerste minuut. Alles wat volgt is uitwerking
van deze ene zin. Niet doorpraten; laten landen en door naar het programma.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volgorde is de agenda zoals Ruud die heeft vastgesteld. Tussendoor een werkdeel: iedereen
gaat zelf de repository en het document in. Er is bewust geen volledige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Kernwoorden: versimpeld, consolidatie, bestendiging; nooit "nieuw" of "anders".
De inhoud die iedereen kent blijft; hij wordt beter vindbaar en expliciet af of niet-af.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Kort houden; de rest mondeling: werkmateriaal en vastgestelde specificaties stonden op
dezelfde plek, daardoor was niet te zien wat telde. Geruststelling erbij vertellen: de
inhoud verandert niet, dezelfde informatiestromen en hetzelfde begrippenkader blijven
de kern.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Leeswijzer bij de plaat: links de private source (interne planning en referentiemateriaal),
midden de public source met bronmateriaal, CI/CD en documentatie, rechts de public release
met de pakketten, en de rollen erboven: OKx Techniek draagt bij, contributors dragen bij
aan de public source, implementers gebruiken de release. De scheiding is er een van
prioriteiten: werken versus opleveren.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Deze vraag komt sowieso: wat gebeurt er in meta versus public. Meta is de source repository
met complexere bestanden en meer context; de koppelvlakspecificaties hebben markdown-bronnen
die daar geïtereerd worden; releases en definitieve documenten leven publiek.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Zwaartepunt van de sessie: de kaart van de repository en de vaste opbouw van een
koppelvlakspecificatie. Alles hier is straks in het werkdeel zelf aan te klikken.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ook in de chat delen. Vijf minuten laten klikken terwijl dit deel doorloopt;
de oogst komt op de volgende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Ophalen en spelen met de zaal: een paar mensen laten vertellen wat ze aanklikten en of
ze vonden wat ze zochten. Wat niet vindbaar is, is de eerste oogst aan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Voor wie GitHub niet kent, in gewone taal: een melding heet daar een issue; die wordt
gerefined en geprioriteerd, ingepland, en uitgewerkt tot een wijzigingsvoorstel dat
collega's reviewen. Akkoord betekent onderdeel van de bron; nog niet akkoord betekent
aanpassen tot het goed is, of archiveren. Uit de bron bouwt de pipeline het nieuwe
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Nieuw in de plaat: het blok sectoreisen, de wensen en eisen van instellingen, leveranciers
en opdrachtgever, gebundeld in de OKx-requirementsboom; de brug naar de vooruitblik-slide.
De authenticatiestandaard mondeling duiden als losse pijler voor alle koppelvlakken.
Plaatcorrecties voor later: het blok Referentiesystemen moet applicatiecomponenten heten,
en de zwarte relatielabels zijn slecht leesbaar.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Niet voorlezen; de keten wijst zichzelf: de wens van de planner wordt technisch gedragen
door een functionele eis en werkt via een interactie. Rechts hoe die interactie tussen de
twee systemen verloopt. Dezelfde eis bestaat ook keten-breed in de afbakening.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landing: het endpoint levert een antwoord dat exact aan het schema voldoet; leeruitkomsten,
specificaties en regelsets zijn de drie hoofdonderdelen. Hiermee is de lijn rond: wens,
functionele eis, interactie, endpoint, gegevens. In het werkdeel loopt iedereen deze lijn
zelf 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Alleen aankondigen, niet uitwerken; geen toezeggingen over wanneer. Mondeling: wensen en
eisen van instellingen en van leveranciers landen als features en stories in deze keten ,
de zaal zit er dus zelf in. Bij vragen: dat is precies de werkvraag van het werkdeel.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deel beantwoordt de kernvraag uit de aanleiding: wanneer is iets af. Kort houden.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 op "wanneer is iets af": als het in een release zit. Verwijzen gebeurt naar een
versienummer, niet naar de laatste stand van een branch. Toon positief: dit is de aftrap
van de samenwerking; werkt iets niet, dan horen we het graag als issue en groeit de
volgende release. Wie wil kan hier al issues gaan zoeken in de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Alpha zegt precies wat het is: compleet genoeg om op te schieten, niet 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boodschap is niet de hoofdstukkenlijst maar dat de structuur staat, inclusief de
hoofdstukken. Het gat expliciet benoemen en doorspelen naar de planning: de
requirementsboom is de eerstvolgende iteratie. Niet openen; dat gebeurt in het werkdeel.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Bewust kort en eenvoudig: geen lijst eisen richting leveranciers. De diepgang van dit
gesprek bepaalt de zaal; Ruud jaagt de discussie aan als het stil blijft.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Expliciet ontmoedigen dat mensen morgen de inhoud gaan fileren: daar wordt nog veel
overheen geïtereerd. De vraag is of de structuur draagt. Link ook in de chat delen.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Overdracht aan Ruud: hij heeft de issues geselecteerd en loopt ze langs.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Overdracht aan Ruud. Plannen zonder directe zeggenschap over inzet en beschikbaarheid:
transparantie doet het werk. Benoemen dat de eerste twee backlog-items (requirementsboom
en keuzeregels met regelset) al in de maak zijn; de volgende slide toont alle zeven.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backlog wordt niet verzonnen maar afgeleid: uit de leerroute-uitwerkingen en scenario's
volgen features en stories, daaruit de functionele eisen, en die hangen aan endpoints en
applicatiecomponenten. Het keuzeregels-item is het issue van Jan Hendrik van Schaik
(nummer 1 op OKx Public) en is al in uitwerking. Hier toetsen hoe iedereen dit ziet.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Kort houden: drie zinnen recap, een opdracht. De QR en link staan eerder in het deck en
in de chat; wie nu al issues heeft aangemaakt: dank, dat is precies de bedoeling.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Afsluiting: herhaal de oproep. Inlezen v0.0.1, structuurfeedback als issue onder OKx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Koppelvlakspecificaties, geconsolideerd en releasebaar</dc:title>
  <dc:subject>Sessie kerngroep techniek, 19 augustus 2026: de eerste structuur voor het eindproduct, de publieke repository, release management en het alpha-document v0.0.1.</dc:subject>
  <dc:creator>OKx - Onderwijskoppelingen (Npuls)</dc:creator>
  <cp:lastModifiedBy>OKx - Onderwijskoppelingen (Npuls)</cp:lastModifiedBy>
  <cp:revision>1</cp:revision>
  <dcterms:created xsi:type="dcterms:W3CDTF">2026-09-02T09:12:11Z</dcterms:created>
  <dcterms:modified xsi:type="dcterms:W3CDTF">2026-09-02T09:12:11Z</dcterms:modified>
</cp:coreProperties>
</file>