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334500" cy="5248275"/>
  <p:notesSz cx="5248275" cy="9334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Kort houden. Doorlopen: stand van zaken, voortgang, branching en release, reviewregels.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staan op alpha. De doelen zijn nog niet bereikt, we werken ernaartoe. Dat is de toon
van het hele deck. PR 82 is de release-PR waar we straks de demo op doen.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Eerlijk beginnen: de opdrachten van 19 augustus zijn grotendeels blijven liggen. Niet als
verwijt, wel als vraag. Wat helpt: minder materiaal tegelijk, een kortere lijst, of meer tijd?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Concreet maken wat er te lezen is, zodat de oproep aan het eind niet in het luchtledige
hangt. De besluiten dragen allemaal de status voorstel: commentaar erop is nog van invloed.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Rechts staat wat tussen wal en schip dreigt te vallen: besproken werk dat nooit een
issue kreeg. Vraag de groep of ze er meer zien. De issues onder Informatiestromen
hoofdplaat zijn inmiddels met een highlight opgelost en staan hier niet meer bij; de
harness-issues horen op meta, niet op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laatste regel is het punt van deze slide. Kees en Jos vroegen op conceptueel niveau
over het informatiemodel te sparren voordat we de payloads in gaan. Dat is nooit een
issue geworden en is daardoor blijven liggen. Vraag: wat missen we nog meer?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boom is de koppeling tussen business en techniek, beschreven in ADR 0025 (voorstel).
Negen van de 28 stories reiken nu tot een functionele eis; de rest volgt. De verdieping
zit in de milestone, met onder meer de keuzesemantiek (#64).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belangrijkste vraag van de sessie. Concreet: welke epics, features, stories en
functionele eisen mis je voor jouw koppeling, en klopt de vorm waarin ze staan. Ruud
plant de individuele sessies; drempel bewust laag.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Toelichting door Garik. De huidige en de vorige majorversie blijven allebei bestaan,
als branch en als pakket.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Twee reviewmomenten: intern op de feature branch, extern op de release branch. De kloon
zorgt dat doorlopend werk op dev de release niet verschuift, en houdt de bronbestanden
bij de release zodat je er later naar kunt verwijzen.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Voor wie GitHub niet dagelijks gebruikt. Dit is de aanloop naar de demo en naar de
vraag daarna: wanneer is een pull request gedragen door de kerngroep techniek.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in GitHub op PR 82, de release van v0.0.2. Doel: de groep weet na afloop waar de
review plaatsvindt en waar te klikken. Bij de controles: dit is geen afvinklijst maar
een groeiend vangnet. Suggesties voor nieuwe controles zijn welkom als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Voorzet, bewust concreet zodat er iets ligt om op te reageren. Open vraag in de zaal:
is een goedkeuring per bouwende leverancier haalbaar, en wie vertegenwoordigt de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Alleen echte openstaande punten. Voorstel voor de route: eerst interne review in het
kernteam OKx, en pas als dat staat een pull request hierheen. Vraag de groep expliciet
of er nog meer werk is dat wel besproken is maar nooit een issue werd.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Alleen PR 82 gaat naar deze groep ter review. De andere pull requests lopen intern.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Onderscheid benoemen: commentaar op een lopende release hoort in de pull request,
een nieuw onderwerp wordt een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Vaste afsluiting van elke sessie. Vandaag mondeling; de peiling via QR-code staat als
issue op meta. Het cijfer maakt de lijn over sessies zichtbaar, de twee open vragen
leveren de inhoud.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Einde. Npuls-afsluiter met logo en licentie.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Created using Slidev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Kerngroep techniek, 1 september 2026</dc:title>
  <dc:subject>Update kerngroep techniek: voortgang sinds 19 augustus, de branchingstrategie en het releaseproces, en de reviewregels die daaruit volgen.</dc:subject>
  <dc:creator>OKx - Onderwijskoppelingen (Npuls)</dc:creator>
  <cp:lastModifiedBy>OKx - Onderwijskoppelingen (Npuls)</cp:lastModifiedBy>
  <cp:revision>1</cp:revision>
  <dcterms:created xsi:type="dcterms:W3CDTF">2026-09-01T13:57:34Z</dcterms:created>
  <dcterms:modified xsi:type="dcterms:W3CDTF">2026-09-01T13:57:34Z</dcterms:modified>
</cp:coreProperties>
</file>