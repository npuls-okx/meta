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18648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52720" y="11714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52720" y="1171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52720" y="21808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527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752720" y="2276280"/>
            <a:ext cx="4124880" cy="1029240"/>
          </a:xfrm>
          <a:custGeom>
            <a:avLst/>
            <a:gdLst/>
            <a:ahLst/>
            <a:rect l="0" t="0" r="r" b="b"/>
            <a:pathLst>
              <a:path w="11458" h="2859">
                <a:moveTo>
                  <a:pt x="0" y="0"/>
                </a:moveTo>
                <a:lnTo>
                  <a:pt x="11458" y="0"/>
                </a:lnTo>
                <a:lnTo>
                  <a:pt x="11458" y="2859"/>
                </a:lnTo>
                <a:lnTo>
                  <a:pt x="0" y="28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752720" y="2276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752720" y="3295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106"/>
                </a:moveTo>
                <a:lnTo>
                  <a:pt x="0" y="2859"/>
                </a:lnTo>
                <a:lnTo>
                  <a:pt x="28" y="28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7527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0"/>
                </a:moveTo>
                <a:lnTo>
                  <a:pt x="0" y="2859"/>
                </a:lnTo>
                <a:lnTo>
                  <a:pt x="28" y="28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752720" y="33908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752720" y="339084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752720" y="44002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5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7527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4912920" y="1331280"/>
            <a:ext cx="239400" cy="240480"/>
          </a:xfrm>
          <a:custGeom>
            <a:avLst/>
            <a:gdLst/>
            <a:ahLst/>
            <a:rect l="0" t="0" r="r" b="b"/>
            <a:pathLst>
              <a:path w="665" h="668">
                <a:moveTo>
                  <a:pt x="459" y="69"/>
                </a:moveTo>
                <a:lnTo>
                  <a:pt x="352" y="5"/>
                </a:lnTo>
                <a:cubicBezTo>
                  <a:pt x="345" y="3"/>
                  <a:pt x="340" y="0"/>
                  <a:pt x="333" y="0"/>
                </a:cubicBezTo>
                <a:cubicBezTo>
                  <a:pt x="326" y="0"/>
                  <a:pt x="321" y="3"/>
                  <a:pt x="316" y="5"/>
                </a:cubicBezTo>
                <a:lnTo>
                  <a:pt x="209" y="69"/>
                </a:lnTo>
                <a:cubicBezTo>
                  <a:pt x="197" y="77"/>
                  <a:pt x="190" y="88"/>
                  <a:pt x="190" y="100"/>
                </a:cubicBezTo>
                <a:lnTo>
                  <a:pt x="190" y="234"/>
                </a:lnTo>
                <a:cubicBezTo>
                  <a:pt x="190" y="246"/>
                  <a:pt x="197" y="258"/>
                  <a:pt x="207" y="265"/>
                </a:cubicBezTo>
                <a:lnTo>
                  <a:pt x="314" y="329"/>
                </a:lnTo>
                <a:cubicBezTo>
                  <a:pt x="319" y="331"/>
                  <a:pt x="326" y="334"/>
                  <a:pt x="331" y="334"/>
                </a:cubicBezTo>
                <a:cubicBezTo>
                  <a:pt x="335" y="334"/>
                  <a:pt x="343" y="331"/>
                  <a:pt x="347" y="329"/>
                </a:cubicBezTo>
                <a:lnTo>
                  <a:pt x="454" y="265"/>
                </a:lnTo>
                <a:cubicBezTo>
                  <a:pt x="464" y="258"/>
                  <a:pt x="471" y="248"/>
                  <a:pt x="471" y="234"/>
                </a:cubicBezTo>
                <a:lnTo>
                  <a:pt x="471" y="100"/>
                </a:lnTo>
                <a:cubicBezTo>
                  <a:pt x="476" y="88"/>
                  <a:pt x="469" y="77"/>
                  <a:pt x="459" y="69"/>
                </a:cubicBezTo>
                <a:moveTo>
                  <a:pt x="428" y="227"/>
                </a:moveTo>
                <a:lnTo>
                  <a:pt x="333" y="284"/>
                </a:lnTo>
                <a:lnTo>
                  <a:pt x="238" y="227"/>
                </a:lnTo>
                <a:lnTo>
                  <a:pt x="238" y="108"/>
                </a:lnTo>
                <a:lnTo>
                  <a:pt x="333" y="50"/>
                </a:lnTo>
                <a:lnTo>
                  <a:pt x="428" y="108"/>
                </a:lnTo>
                <a:lnTo>
                  <a:pt x="428" y="227"/>
                </a:lnTo>
                <a:moveTo>
                  <a:pt x="651" y="403"/>
                </a:moveTo>
                <a:lnTo>
                  <a:pt x="543" y="338"/>
                </a:lnTo>
                <a:cubicBezTo>
                  <a:pt x="535" y="336"/>
                  <a:pt x="531" y="334"/>
                  <a:pt x="524" y="334"/>
                </a:cubicBezTo>
                <a:cubicBezTo>
                  <a:pt x="516" y="334"/>
                  <a:pt x="512" y="336"/>
                  <a:pt x="507" y="338"/>
                </a:cubicBezTo>
                <a:lnTo>
                  <a:pt x="400" y="403"/>
                </a:lnTo>
                <a:cubicBezTo>
                  <a:pt x="390" y="410"/>
                  <a:pt x="383" y="419"/>
                  <a:pt x="383" y="434"/>
                </a:cubicBezTo>
                <a:lnTo>
                  <a:pt x="383" y="567"/>
                </a:lnTo>
                <a:cubicBezTo>
                  <a:pt x="383" y="579"/>
                  <a:pt x="390" y="591"/>
                  <a:pt x="400" y="598"/>
                </a:cubicBezTo>
                <a:lnTo>
                  <a:pt x="507" y="663"/>
                </a:lnTo>
                <a:cubicBezTo>
                  <a:pt x="512" y="666"/>
                  <a:pt x="519" y="668"/>
                  <a:pt x="524" y="668"/>
                </a:cubicBezTo>
                <a:cubicBezTo>
                  <a:pt x="528" y="668"/>
                  <a:pt x="535" y="666"/>
                  <a:pt x="540" y="663"/>
                </a:cubicBezTo>
                <a:lnTo>
                  <a:pt x="648" y="598"/>
                </a:lnTo>
                <a:cubicBezTo>
                  <a:pt x="658" y="591"/>
                  <a:pt x="665" y="581"/>
                  <a:pt x="665" y="567"/>
                </a:cubicBezTo>
                <a:lnTo>
                  <a:pt x="665" y="434"/>
                </a:lnTo>
                <a:cubicBezTo>
                  <a:pt x="667" y="422"/>
                  <a:pt x="660" y="410"/>
                  <a:pt x="651" y="403"/>
                </a:cubicBezTo>
                <a:moveTo>
                  <a:pt x="619" y="560"/>
                </a:moveTo>
                <a:lnTo>
                  <a:pt x="524" y="617"/>
                </a:lnTo>
                <a:lnTo>
                  <a:pt x="428" y="560"/>
                </a:lnTo>
                <a:lnTo>
                  <a:pt x="428" y="441"/>
                </a:lnTo>
                <a:lnTo>
                  <a:pt x="524" y="384"/>
                </a:lnTo>
                <a:lnTo>
                  <a:pt x="619" y="441"/>
                </a:lnTo>
                <a:lnTo>
                  <a:pt x="619" y="560"/>
                </a:lnTo>
                <a:moveTo>
                  <a:pt x="269" y="403"/>
                </a:moveTo>
                <a:lnTo>
                  <a:pt x="162" y="338"/>
                </a:lnTo>
                <a:cubicBezTo>
                  <a:pt x="154" y="336"/>
                  <a:pt x="150" y="334"/>
                  <a:pt x="143" y="334"/>
                </a:cubicBezTo>
                <a:cubicBezTo>
                  <a:pt x="135" y="334"/>
                  <a:pt x="131" y="336"/>
                  <a:pt x="126" y="338"/>
                </a:cubicBezTo>
                <a:lnTo>
                  <a:pt x="19" y="403"/>
                </a:lnTo>
                <a:cubicBezTo>
                  <a:pt x="7" y="410"/>
                  <a:pt x="0" y="422"/>
                  <a:pt x="0" y="434"/>
                </a:cubicBezTo>
                <a:lnTo>
                  <a:pt x="0" y="567"/>
                </a:lnTo>
                <a:cubicBezTo>
                  <a:pt x="0" y="579"/>
                  <a:pt x="7" y="591"/>
                  <a:pt x="16" y="598"/>
                </a:cubicBezTo>
                <a:lnTo>
                  <a:pt x="124" y="663"/>
                </a:lnTo>
                <a:cubicBezTo>
                  <a:pt x="131" y="666"/>
                  <a:pt x="135" y="668"/>
                  <a:pt x="143" y="668"/>
                </a:cubicBezTo>
                <a:cubicBezTo>
                  <a:pt x="150" y="668"/>
                  <a:pt x="154" y="666"/>
                  <a:pt x="159" y="663"/>
                </a:cubicBezTo>
                <a:lnTo>
                  <a:pt x="266" y="598"/>
                </a:lnTo>
                <a:cubicBezTo>
                  <a:pt x="276" y="591"/>
                  <a:pt x="283" y="581"/>
                  <a:pt x="283" y="567"/>
                </a:cubicBezTo>
                <a:lnTo>
                  <a:pt x="283" y="434"/>
                </a:lnTo>
                <a:cubicBezTo>
                  <a:pt x="285" y="422"/>
                  <a:pt x="278" y="410"/>
                  <a:pt x="269" y="403"/>
                </a:cubicBezTo>
                <a:moveTo>
                  <a:pt x="238" y="560"/>
                </a:moveTo>
                <a:lnTo>
                  <a:pt x="143" y="617"/>
                </a:lnTo>
                <a:lnTo>
                  <a:pt x="47" y="560"/>
                </a:lnTo>
                <a:lnTo>
                  <a:pt x="47" y="441"/>
                </a:lnTo>
                <a:lnTo>
                  <a:pt x="143" y="384"/>
                </a:lnTo>
                <a:lnTo>
                  <a:pt x="238" y="441"/>
                </a:lnTo>
                <a:lnTo>
                  <a:pt x="238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897800" y="1618200"/>
            <a:ext cx="160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912920" y="25574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667" y="358"/>
                </a:moveTo>
                <a:lnTo>
                  <a:pt x="477" y="358"/>
                </a:lnTo>
                <a:lnTo>
                  <a:pt x="477" y="166"/>
                </a:lnTo>
                <a:lnTo>
                  <a:pt x="667" y="166"/>
                </a:lnTo>
                <a:lnTo>
                  <a:pt x="667" y="358"/>
                </a:lnTo>
                <a:moveTo>
                  <a:pt x="525" y="310"/>
                </a:moveTo>
                <a:lnTo>
                  <a:pt x="620" y="310"/>
                </a:lnTo>
                <a:lnTo>
                  <a:pt x="620" y="214"/>
                </a:lnTo>
                <a:lnTo>
                  <a:pt x="525" y="214"/>
                </a:lnTo>
                <a:lnTo>
                  <a:pt x="525" y="310"/>
                </a:lnTo>
                <a:moveTo>
                  <a:pt x="429" y="286"/>
                </a:moveTo>
                <a:lnTo>
                  <a:pt x="144" y="286"/>
                </a:lnTo>
                <a:cubicBezTo>
                  <a:pt x="134" y="286"/>
                  <a:pt x="125" y="285"/>
                  <a:pt x="116" y="283"/>
                </a:cubicBezTo>
                <a:cubicBezTo>
                  <a:pt x="106" y="282"/>
                  <a:pt x="98" y="279"/>
                  <a:pt x="89" y="275"/>
                </a:cubicBezTo>
                <a:cubicBezTo>
                  <a:pt x="80" y="272"/>
                  <a:pt x="72" y="267"/>
                  <a:pt x="64" y="262"/>
                </a:cubicBezTo>
                <a:cubicBezTo>
                  <a:pt x="56" y="257"/>
                  <a:pt x="49" y="251"/>
                  <a:pt x="43" y="244"/>
                </a:cubicBezTo>
                <a:cubicBezTo>
                  <a:pt x="36" y="238"/>
                  <a:pt x="30" y="231"/>
                  <a:pt x="25" y="223"/>
                </a:cubicBezTo>
                <a:cubicBezTo>
                  <a:pt x="20" y="214"/>
                  <a:pt x="15" y="206"/>
                  <a:pt x="12" y="197"/>
                </a:cubicBezTo>
                <a:cubicBezTo>
                  <a:pt x="8" y="188"/>
                  <a:pt x="4" y="179"/>
                  <a:pt x="2" y="170"/>
                </a:cubicBezTo>
                <a:cubicBezTo>
                  <a:pt x="1" y="161"/>
                  <a:pt x="0" y="152"/>
                  <a:pt x="0" y="142"/>
                </a:cubicBezTo>
                <a:cubicBezTo>
                  <a:pt x="0" y="133"/>
                  <a:pt x="1" y="124"/>
                  <a:pt x="2" y="115"/>
                </a:cubicBezTo>
                <a:cubicBezTo>
                  <a:pt x="4" y="105"/>
                  <a:pt x="8" y="96"/>
                  <a:pt x="12" y="88"/>
                </a:cubicBezTo>
                <a:cubicBezTo>
                  <a:pt x="15" y="79"/>
                  <a:pt x="20" y="71"/>
                  <a:pt x="25" y="63"/>
                </a:cubicBezTo>
                <a:cubicBezTo>
                  <a:pt x="30" y="55"/>
                  <a:pt x="36" y="48"/>
                  <a:pt x="43" y="41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8"/>
                  <a:pt x="80" y="14"/>
                  <a:pt x="89" y="10"/>
                </a:cubicBezTo>
                <a:cubicBezTo>
                  <a:pt x="98" y="7"/>
                  <a:pt x="106" y="4"/>
                  <a:pt x="116" y="2"/>
                </a:cubicBezTo>
                <a:cubicBezTo>
                  <a:pt x="125" y="0"/>
                  <a:pt x="134" y="0"/>
                  <a:pt x="144" y="0"/>
                </a:cubicBezTo>
                <a:lnTo>
                  <a:pt x="191" y="0"/>
                </a:lnTo>
                <a:lnTo>
                  <a:pt x="191" y="47"/>
                </a:lnTo>
                <a:lnTo>
                  <a:pt x="144" y="47"/>
                </a:lnTo>
                <a:cubicBezTo>
                  <a:pt x="131" y="47"/>
                  <a:pt x="119" y="50"/>
                  <a:pt x="107" y="54"/>
                </a:cubicBezTo>
                <a:cubicBezTo>
                  <a:pt x="95" y="59"/>
                  <a:pt x="85" y="66"/>
                  <a:pt x="76" y="75"/>
                </a:cubicBezTo>
                <a:cubicBezTo>
                  <a:pt x="67" y="84"/>
                  <a:pt x="60" y="94"/>
                  <a:pt x="56" y="106"/>
                </a:cubicBezTo>
                <a:cubicBezTo>
                  <a:pt x="51" y="118"/>
                  <a:pt x="48" y="130"/>
                  <a:pt x="48" y="142"/>
                </a:cubicBezTo>
                <a:cubicBezTo>
                  <a:pt x="48" y="155"/>
                  <a:pt x="51" y="167"/>
                  <a:pt x="56" y="179"/>
                </a:cubicBezTo>
                <a:cubicBezTo>
                  <a:pt x="60" y="190"/>
                  <a:pt x="67" y="201"/>
                  <a:pt x="76" y="210"/>
                </a:cubicBezTo>
                <a:cubicBezTo>
                  <a:pt x="85" y="220"/>
                  <a:pt x="95" y="227"/>
                  <a:pt x="107" y="231"/>
                </a:cubicBezTo>
                <a:cubicBezTo>
                  <a:pt x="119" y="236"/>
                  <a:pt x="131" y="239"/>
                  <a:pt x="144" y="239"/>
                </a:cubicBezTo>
                <a:lnTo>
                  <a:pt x="429" y="239"/>
                </a:lnTo>
                <a:lnTo>
                  <a:pt x="429" y="28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998600" y="253152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12920" y="24458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5" y="358"/>
                </a:moveTo>
                <a:lnTo>
                  <a:pt x="477" y="358"/>
                </a:lnTo>
                <a:lnTo>
                  <a:pt x="477" y="311"/>
                </a:lnTo>
                <a:lnTo>
                  <a:pt x="525" y="311"/>
                </a:lnTo>
                <a:cubicBezTo>
                  <a:pt x="537" y="311"/>
                  <a:pt x="549" y="308"/>
                  <a:pt x="561" y="303"/>
                </a:cubicBezTo>
                <a:cubicBezTo>
                  <a:pt x="573" y="298"/>
                  <a:pt x="583" y="292"/>
                  <a:pt x="592" y="283"/>
                </a:cubicBezTo>
                <a:cubicBezTo>
                  <a:pt x="601" y="274"/>
                  <a:pt x="608" y="263"/>
                  <a:pt x="613" y="252"/>
                </a:cubicBezTo>
                <a:cubicBezTo>
                  <a:pt x="617" y="240"/>
                  <a:pt x="620" y="228"/>
                  <a:pt x="620" y="215"/>
                </a:cubicBezTo>
                <a:cubicBezTo>
                  <a:pt x="620" y="203"/>
                  <a:pt x="617" y="191"/>
                  <a:pt x="613" y="179"/>
                </a:cubicBezTo>
                <a:cubicBezTo>
                  <a:pt x="608" y="166"/>
                  <a:pt x="601" y="156"/>
                  <a:pt x="592" y="147"/>
                </a:cubicBezTo>
                <a:cubicBezTo>
                  <a:pt x="583" y="138"/>
                  <a:pt x="573" y="131"/>
                  <a:pt x="561" y="126"/>
                </a:cubicBezTo>
                <a:cubicBezTo>
                  <a:pt x="549" y="121"/>
                  <a:pt x="537" y="119"/>
                  <a:pt x="525" y="119"/>
                </a:cubicBezTo>
                <a:lnTo>
                  <a:pt x="239" y="119"/>
                </a:lnTo>
                <a:lnTo>
                  <a:pt x="239" y="71"/>
                </a:lnTo>
                <a:lnTo>
                  <a:pt x="525" y="71"/>
                </a:lnTo>
                <a:cubicBezTo>
                  <a:pt x="534" y="71"/>
                  <a:pt x="543" y="72"/>
                  <a:pt x="552" y="74"/>
                </a:cubicBezTo>
                <a:cubicBezTo>
                  <a:pt x="562" y="76"/>
                  <a:pt x="571" y="79"/>
                  <a:pt x="579" y="82"/>
                </a:cubicBezTo>
                <a:cubicBezTo>
                  <a:pt x="588" y="86"/>
                  <a:pt x="596" y="90"/>
                  <a:pt x="604" y="96"/>
                </a:cubicBezTo>
                <a:cubicBezTo>
                  <a:pt x="612" y="101"/>
                  <a:pt x="619" y="107"/>
                  <a:pt x="626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9" y="143"/>
                  <a:pt x="653" y="151"/>
                  <a:pt x="657" y="160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7" y="270"/>
                </a:cubicBezTo>
                <a:cubicBezTo>
                  <a:pt x="653" y="279"/>
                  <a:pt x="649" y="287"/>
                  <a:pt x="643" y="295"/>
                </a:cubicBezTo>
                <a:cubicBezTo>
                  <a:pt x="638" y="302"/>
                  <a:pt x="632" y="310"/>
                  <a:pt x="626" y="316"/>
                </a:cubicBezTo>
                <a:cubicBezTo>
                  <a:pt x="619" y="323"/>
                  <a:pt x="612" y="329"/>
                  <a:pt x="604" y="334"/>
                </a:cubicBezTo>
                <a:cubicBezTo>
                  <a:pt x="596" y="339"/>
                  <a:pt x="588" y="344"/>
                  <a:pt x="579" y="347"/>
                </a:cubicBezTo>
                <a:cubicBezTo>
                  <a:pt x="571" y="351"/>
                  <a:pt x="562" y="354"/>
                  <a:pt x="552" y="355"/>
                </a:cubicBezTo>
                <a:cubicBezTo>
                  <a:pt x="543" y="357"/>
                  <a:pt x="534" y="358"/>
                  <a:pt x="525" y="358"/>
                </a:cubicBezTo>
                <a:moveTo>
                  <a:pt x="191" y="191"/>
                </a:moveTo>
                <a:lnTo>
                  <a:pt x="0" y="191"/>
                </a:lnTo>
                <a:lnTo>
                  <a:pt x="0" y="0"/>
                </a:lnTo>
                <a:lnTo>
                  <a:pt x="191" y="0"/>
                </a:lnTo>
                <a:lnTo>
                  <a:pt x="191" y="191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97800" y="1893960"/>
            <a:ext cx="3824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897800" y="2732760"/>
            <a:ext cx="13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5032800" y="355068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9"/>
                </a:lnTo>
                <a:lnTo>
                  <a:pt x="239" y="49"/>
                </a:lnTo>
                <a:lnTo>
                  <a:pt x="239" y="406"/>
                </a:lnTo>
                <a:lnTo>
                  <a:pt x="287" y="406"/>
                </a:lnTo>
                <a:lnTo>
                  <a:pt x="287" y="49"/>
                </a:lnTo>
                <a:cubicBezTo>
                  <a:pt x="287" y="42"/>
                  <a:pt x="286" y="36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989960" y="359352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8"/>
                </a:lnTo>
                <a:lnTo>
                  <a:pt x="238" y="48"/>
                </a:lnTo>
                <a:lnTo>
                  <a:pt x="238" y="406"/>
                </a:lnTo>
                <a:lnTo>
                  <a:pt x="287" y="406"/>
                </a:lnTo>
                <a:lnTo>
                  <a:pt x="287" y="48"/>
                </a:lnTo>
                <a:cubicBezTo>
                  <a:pt x="287" y="42"/>
                  <a:pt x="286" y="35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1" y="1"/>
                  <a:pt x="244" y="0"/>
                  <a:pt x="23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929840" y="3636360"/>
            <a:ext cx="120600" cy="154800"/>
          </a:xfrm>
          <a:custGeom>
            <a:avLst/>
            <a:gdLst/>
            <a:ahLst/>
            <a:rect l="0" t="0" r="r" b="b"/>
            <a:pathLst>
              <a:path w="335" h="430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299" y="1"/>
                  <a:pt x="305" y="4"/>
                </a:cubicBezTo>
                <a:cubicBezTo>
                  <a:pt x="311" y="6"/>
                  <a:pt x="316" y="10"/>
                  <a:pt x="321" y="14"/>
                </a:cubicBezTo>
                <a:cubicBezTo>
                  <a:pt x="325" y="19"/>
                  <a:pt x="329" y="24"/>
                  <a:pt x="331" y="30"/>
                </a:cubicBezTo>
                <a:cubicBezTo>
                  <a:pt x="333" y="35"/>
                  <a:pt x="335" y="42"/>
                  <a:pt x="335" y="48"/>
                </a:cubicBezTo>
                <a:lnTo>
                  <a:pt x="335" y="381"/>
                </a:lnTo>
                <a:cubicBezTo>
                  <a:pt x="335" y="389"/>
                  <a:pt x="333" y="395"/>
                  <a:pt x="331" y="400"/>
                </a:cubicBezTo>
                <a:cubicBezTo>
                  <a:pt x="329" y="406"/>
                  <a:pt x="325" y="411"/>
                  <a:pt x="321" y="416"/>
                </a:cubicBezTo>
                <a:cubicBezTo>
                  <a:pt x="316" y="420"/>
                  <a:pt x="311" y="424"/>
                  <a:pt x="305" y="426"/>
                </a:cubicBezTo>
                <a:cubicBezTo>
                  <a:pt x="299" y="429"/>
                  <a:pt x="293" y="430"/>
                  <a:pt x="287" y="430"/>
                </a:cubicBezTo>
                <a:lnTo>
                  <a:pt x="48" y="430"/>
                </a:lnTo>
                <a:cubicBezTo>
                  <a:pt x="42" y="430"/>
                  <a:pt x="36" y="429"/>
                  <a:pt x="30" y="426"/>
                </a:cubicBezTo>
                <a:cubicBezTo>
                  <a:pt x="24" y="424"/>
                  <a:pt x="19" y="420"/>
                  <a:pt x="14" y="416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5"/>
                  <a:pt x="0" y="389"/>
                  <a:pt x="0" y="381"/>
                </a:cubicBezTo>
                <a:lnTo>
                  <a:pt x="0" y="48"/>
                </a:lnTo>
                <a:cubicBezTo>
                  <a:pt x="0" y="42"/>
                  <a:pt x="2" y="35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moveTo>
                  <a:pt x="287" y="48"/>
                </a:moveTo>
                <a:lnTo>
                  <a:pt x="48" y="48"/>
                </a:lnTo>
                <a:lnTo>
                  <a:pt x="48" y="381"/>
                </a:lnTo>
                <a:lnTo>
                  <a:pt x="287" y="381"/>
                </a:lnTo>
                <a:lnTo>
                  <a:pt x="287" y="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897800" y="3008160"/>
            <a:ext cx="294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planning · studentadministratie · leeromgeving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897800" y="3846960"/>
            <a:ext cx="1725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Eigen versie per 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897800" y="4122720"/>
            <a:ext cx="18356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openbaar, met de reden erbij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3757680" y="48898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7" name=""/>
          <p:cNvSpPr txBox="1"/>
          <p:nvPr/>
        </p:nvSpPr>
        <p:spPr>
          <a:xfrm>
            <a:off x="439920" y="824760"/>
            <a:ext cx="4341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Leerroute 1 als proces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6183360" y="175824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6183360" y="175824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457200" y="1413360"/>
            <a:ext cx="1969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Fragment uit het procesmodel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6183360" y="243900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6183360" y="243900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7389720" y="1768320"/>
            <a:ext cx="2721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Planner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95360" y="1782000"/>
            <a:ext cx="5449680" cy="1170720"/>
          </a:xfrm>
          <a:custGeom>
            <a:avLst/>
            <a:gdLst/>
            <a:ahLst/>
            <a:rect l="0" t="0" r="r" b="b"/>
            <a:pathLst>
              <a:path w="15138" h="3252">
                <a:moveTo>
                  <a:pt x="0" y="0"/>
                </a:moveTo>
                <a:lnTo>
                  <a:pt x="15138" y="0"/>
                </a:lnTo>
                <a:lnTo>
                  <a:pt x="15138" y="3252"/>
                </a:lnTo>
                <a:lnTo>
                  <a:pt x="0" y="3252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95360" y="1782000"/>
            <a:ext cx="5449680" cy="1170720"/>
          </a:xfrm>
          <a:custGeom>
            <a:avLst/>
            <a:gdLst/>
            <a:ahLst/>
            <a:rect l="0" t="0" r="r" b="b"/>
            <a:pathLst>
              <a:path w="15138" h="3252">
                <a:moveTo>
                  <a:pt x="0" y="0"/>
                </a:moveTo>
                <a:lnTo>
                  <a:pt x="15138" y="0"/>
                </a:lnTo>
                <a:lnTo>
                  <a:pt x="15138" y="3252"/>
                </a:lnTo>
                <a:lnTo>
                  <a:pt x="0" y="3252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143480" y="2449080"/>
            <a:ext cx="814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Onderwijsontwikkelaar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1803960" y="23911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0" y="0"/>
                  <a:pt x="221" y="0"/>
                  <a:pt x="323" y="0"/>
                </a:cubicBezTo>
                <a:cubicBezTo>
                  <a:pt x="424" y="0"/>
                  <a:pt x="517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00448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002680" y="2368800"/>
            <a:ext cx="44640" cy="45360"/>
          </a:xfrm>
          <a:custGeom>
            <a:avLst/>
            <a:gdLst/>
            <a:ahLst/>
            <a:rect l="0" t="0" r="r" b="b"/>
            <a:pathLst>
              <a:path w="124" h="126">
                <a:moveTo>
                  <a:pt x="17" y="10"/>
                </a:moveTo>
                <a:lnTo>
                  <a:pt x="26" y="15"/>
                </a:lnTo>
                <a:lnTo>
                  <a:pt x="22" y="24"/>
                </a:lnTo>
                <a:lnTo>
                  <a:pt x="12" y="19"/>
                </a:lnTo>
                <a:lnTo>
                  <a:pt x="17" y="10"/>
                </a:lnTo>
                <a:moveTo>
                  <a:pt x="26" y="15"/>
                </a:moveTo>
                <a:lnTo>
                  <a:pt x="37" y="19"/>
                </a:lnTo>
                <a:lnTo>
                  <a:pt x="31" y="29"/>
                </a:lnTo>
                <a:lnTo>
                  <a:pt x="22" y="24"/>
                </a:lnTo>
                <a:lnTo>
                  <a:pt x="26" y="15"/>
                </a:lnTo>
                <a:moveTo>
                  <a:pt x="37" y="19"/>
                </a:moveTo>
                <a:lnTo>
                  <a:pt x="46" y="24"/>
                </a:lnTo>
                <a:lnTo>
                  <a:pt x="42" y="34"/>
                </a:lnTo>
                <a:lnTo>
                  <a:pt x="31" y="29"/>
                </a:lnTo>
                <a:lnTo>
                  <a:pt x="37" y="19"/>
                </a:lnTo>
                <a:moveTo>
                  <a:pt x="46" y="24"/>
                </a:moveTo>
                <a:lnTo>
                  <a:pt x="56" y="29"/>
                </a:lnTo>
                <a:lnTo>
                  <a:pt x="51" y="38"/>
                </a:lnTo>
                <a:lnTo>
                  <a:pt x="42" y="34"/>
                </a:lnTo>
                <a:lnTo>
                  <a:pt x="46" y="24"/>
                </a:lnTo>
                <a:moveTo>
                  <a:pt x="56" y="29"/>
                </a:moveTo>
                <a:lnTo>
                  <a:pt x="65" y="34"/>
                </a:lnTo>
                <a:lnTo>
                  <a:pt x="60" y="43"/>
                </a:lnTo>
                <a:lnTo>
                  <a:pt x="51" y="38"/>
                </a:lnTo>
                <a:lnTo>
                  <a:pt x="56" y="29"/>
                </a:lnTo>
                <a:moveTo>
                  <a:pt x="65" y="34"/>
                </a:moveTo>
                <a:lnTo>
                  <a:pt x="75" y="38"/>
                </a:lnTo>
                <a:lnTo>
                  <a:pt x="70" y="48"/>
                </a:lnTo>
                <a:lnTo>
                  <a:pt x="60" y="43"/>
                </a:lnTo>
                <a:lnTo>
                  <a:pt x="65" y="34"/>
                </a:lnTo>
                <a:moveTo>
                  <a:pt x="75" y="38"/>
                </a:moveTo>
                <a:lnTo>
                  <a:pt x="84" y="43"/>
                </a:lnTo>
                <a:lnTo>
                  <a:pt x="79" y="53"/>
                </a:lnTo>
                <a:lnTo>
                  <a:pt x="70" y="48"/>
                </a:lnTo>
                <a:lnTo>
                  <a:pt x="75" y="38"/>
                </a:lnTo>
                <a:moveTo>
                  <a:pt x="84" y="43"/>
                </a:moveTo>
                <a:lnTo>
                  <a:pt x="94" y="48"/>
                </a:lnTo>
                <a:lnTo>
                  <a:pt x="89" y="57"/>
                </a:lnTo>
                <a:lnTo>
                  <a:pt x="79" y="53"/>
                </a:lnTo>
                <a:lnTo>
                  <a:pt x="84" y="43"/>
                </a:lnTo>
                <a:moveTo>
                  <a:pt x="94" y="48"/>
                </a:moveTo>
                <a:lnTo>
                  <a:pt x="103" y="53"/>
                </a:lnTo>
                <a:lnTo>
                  <a:pt x="98" y="62"/>
                </a:lnTo>
                <a:lnTo>
                  <a:pt x="89" y="57"/>
                </a:lnTo>
                <a:lnTo>
                  <a:pt x="94" y="48"/>
                </a:lnTo>
                <a:moveTo>
                  <a:pt x="103" y="53"/>
                </a:moveTo>
                <a:lnTo>
                  <a:pt x="113" y="57"/>
                </a:lnTo>
                <a:lnTo>
                  <a:pt x="108" y="67"/>
                </a:lnTo>
                <a:lnTo>
                  <a:pt x="98" y="62"/>
                </a:lnTo>
                <a:lnTo>
                  <a:pt x="103" y="53"/>
                </a:lnTo>
                <a:moveTo>
                  <a:pt x="113" y="57"/>
                </a:moveTo>
                <a:lnTo>
                  <a:pt x="124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2" y="63"/>
                </a:lnTo>
                <a:lnTo>
                  <a:pt x="110" y="68"/>
                </a:lnTo>
                <a:lnTo>
                  <a:pt x="108" y="67"/>
                </a:lnTo>
                <a:lnTo>
                  <a:pt x="113" y="57"/>
                </a:lnTo>
                <a:moveTo>
                  <a:pt x="107" y="72"/>
                </a:moveTo>
                <a:lnTo>
                  <a:pt x="97" y="76"/>
                </a:lnTo>
                <a:lnTo>
                  <a:pt x="92" y="67"/>
                </a:lnTo>
                <a:lnTo>
                  <a:pt x="102" y="62"/>
                </a:lnTo>
                <a:lnTo>
                  <a:pt x="107" y="72"/>
                </a:lnTo>
                <a:moveTo>
                  <a:pt x="97" y="76"/>
                </a:moveTo>
                <a:lnTo>
                  <a:pt x="88" y="81"/>
                </a:lnTo>
                <a:lnTo>
                  <a:pt x="83" y="72"/>
                </a:lnTo>
                <a:lnTo>
                  <a:pt x="92" y="67"/>
                </a:lnTo>
                <a:lnTo>
                  <a:pt x="97" y="76"/>
                </a:lnTo>
                <a:moveTo>
                  <a:pt x="88" y="81"/>
                </a:moveTo>
                <a:lnTo>
                  <a:pt x="78" y="86"/>
                </a:lnTo>
                <a:lnTo>
                  <a:pt x="73" y="76"/>
                </a:lnTo>
                <a:lnTo>
                  <a:pt x="83" y="72"/>
                </a:lnTo>
                <a:lnTo>
                  <a:pt x="88" y="81"/>
                </a:lnTo>
                <a:moveTo>
                  <a:pt x="78" y="86"/>
                </a:moveTo>
                <a:lnTo>
                  <a:pt x="69" y="91"/>
                </a:lnTo>
                <a:lnTo>
                  <a:pt x="64" y="81"/>
                </a:lnTo>
                <a:lnTo>
                  <a:pt x="73" y="76"/>
                </a:lnTo>
                <a:lnTo>
                  <a:pt x="78" y="86"/>
                </a:lnTo>
                <a:moveTo>
                  <a:pt x="69" y="91"/>
                </a:moveTo>
                <a:lnTo>
                  <a:pt x="59" y="95"/>
                </a:lnTo>
                <a:lnTo>
                  <a:pt x="54" y="86"/>
                </a:lnTo>
                <a:lnTo>
                  <a:pt x="64" y="81"/>
                </a:lnTo>
                <a:lnTo>
                  <a:pt x="69" y="91"/>
                </a:lnTo>
                <a:moveTo>
                  <a:pt x="59" y="95"/>
                </a:moveTo>
                <a:lnTo>
                  <a:pt x="50" y="100"/>
                </a:lnTo>
                <a:lnTo>
                  <a:pt x="45" y="91"/>
                </a:lnTo>
                <a:lnTo>
                  <a:pt x="54" y="86"/>
                </a:lnTo>
                <a:lnTo>
                  <a:pt x="59" y="95"/>
                </a:lnTo>
                <a:moveTo>
                  <a:pt x="50" y="100"/>
                </a:moveTo>
                <a:lnTo>
                  <a:pt x="40" y="105"/>
                </a:lnTo>
                <a:lnTo>
                  <a:pt x="35" y="95"/>
                </a:lnTo>
                <a:lnTo>
                  <a:pt x="45" y="91"/>
                </a:lnTo>
                <a:lnTo>
                  <a:pt x="50" y="100"/>
                </a:lnTo>
                <a:moveTo>
                  <a:pt x="40" y="105"/>
                </a:moveTo>
                <a:lnTo>
                  <a:pt x="30" y="110"/>
                </a:lnTo>
                <a:lnTo>
                  <a:pt x="25" y="100"/>
                </a:lnTo>
                <a:lnTo>
                  <a:pt x="35" y="95"/>
                </a:lnTo>
                <a:lnTo>
                  <a:pt x="40" y="105"/>
                </a:lnTo>
                <a:moveTo>
                  <a:pt x="30" y="110"/>
                </a:moveTo>
                <a:lnTo>
                  <a:pt x="20" y="114"/>
                </a:lnTo>
                <a:lnTo>
                  <a:pt x="15" y="105"/>
                </a:lnTo>
                <a:lnTo>
                  <a:pt x="25" y="100"/>
                </a:lnTo>
                <a:lnTo>
                  <a:pt x="30" y="110"/>
                </a:lnTo>
                <a:moveTo>
                  <a:pt x="20" y="114"/>
                </a:moveTo>
                <a:lnTo>
                  <a:pt x="11" y="119"/>
                </a:lnTo>
                <a:lnTo>
                  <a:pt x="6" y="110"/>
                </a:lnTo>
                <a:lnTo>
                  <a:pt x="15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0" y="99"/>
                </a:lnTo>
                <a:lnTo>
                  <a:pt x="10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0" y="88"/>
                </a:lnTo>
                <a:lnTo>
                  <a:pt x="10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0" y="77"/>
                </a:lnTo>
                <a:lnTo>
                  <a:pt x="10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0" y="67"/>
                </a:lnTo>
                <a:lnTo>
                  <a:pt x="10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0" y="56"/>
                </a:lnTo>
                <a:lnTo>
                  <a:pt x="10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0" y="46"/>
                </a:lnTo>
                <a:lnTo>
                  <a:pt x="10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0" y="35"/>
                </a:lnTo>
                <a:lnTo>
                  <a:pt x="10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0" y="24"/>
                </a:lnTo>
                <a:lnTo>
                  <a:pt x="10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0" y="14"/>
                </a:lnTo>
                <a:lnTo>
                  <a:pt x="10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7" y="10"/>
                </a:lnTo>
                <a:lnTo>
                  <a:pt x="12" y="19"/>
                </a:lnTo>
                <a:lnTo>
                  <a:pt x="3" y="15"/>
                </a:lnTo>
                <a:lnTo>
                  <a:pt x="5" y="10"/>
                </a:lnTo>
                <a:lnTo>
                  <a:pt x="10" y="10"/>
                </a:lnTo>
                <a:lnTo>
                  <a:pt x="10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050280" y="2391120"/>
            <a:ext cx="219960" cy="0"/>
          </a:xfrm>
          <a:custGeom>
            <a:avLst/>
            <a:gdLst/>
            <a:ahLst/>
            <a:rect l="0" t="0" r="r" b="b"/>
            <a:pathLst>
              <a:path fill="none" w="611" h="0">
                <a:moveTo>
                  <a:pt x="0" y="0"/>
                </a:moveTo>
                <a:lnTo>
                  <a:pt x="56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8" y="0"/>
                  <a:pt x="564" y="0"/>
                </a:cubicBezTo>
                <a:lnTo>
                  <a:pt x="611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25116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249000" y="2368800"/>
            <a:ext cx="45000" cy="45360"/>
          </a:xfrm>
          <a:custGeom>
            <a:avLst/>
            <a:gdLst/>
            <a:ahLst/>
            <a:rect l="0" t="0" r="r" b="b"/>
            <a:pathLst>
              <a:path w="125" h="126">
                <a:moveTo>
                  <a:pt x="18" y="10"/>
                </a:moveTo>
                <a:lnTo>
                  <a:pt x="28" y="15"/>
                </a:lnTo>
                <a:lnTo>
                  <a:pt x="23" y="24"/>
                </a:lnTo>
                <a:lnTo>
                  <a:pt x="13" y="19"/>
                </a:lnTo>
                <a:lnTo>
                  <a:pt x="18" y="10"/>
                </a:lnTo>
                <a:moveTo>
                  <a:pt x="28" y="15"/>
                </a:moveTo>
                <a:lnTo>
                  <a:pt x="37" y="19"/>
                </a:lnTo>
                <a:lnTo>
                  <a:pt x="33" y="29"/>
                </a:lnTo>
                <a:lnTo>
                  <a:pt x="23" y="24"/>
                </a:lnTo>
                <a:lnTo>
                  <a:pt x="28" y="15"/>
                </a:lnTo>
                <a:moveTo>
                  <a:pt x="37" y="19"/>
                </a:moveTo>
                <a:lnTo>
                  <a:pt x="47" y="24"/>
                </a:lnTo>
                <a:lnTo>
                  <a:pt x="42" y="34"/>
                </a:lnTo>
                <a:lnTo>
                  <a:pt x="33" y="29"/>
                </a:lnTo>
                <a:lnTo>
                  <a:pt x="37" y="19"/>
                </a:lnTo>
                <a:moveTo>
                  <a:pt x="47" y="24"/>
                </a:moveTo>
                <a:lnTo>
                  <a:pt x="56" y="29"/>
                </a:lnTo>
                <a:lnTo>
                  <a:pt x="52" y="38"/>
                </a:lnTo>
                <a:lnTo>
                  <a:pt x="42" y="34"/>
                </a:lnTo>
                <a:lnTo>
                  <a:pt x="47" y="24"/>
                </a:lnTo>
                <a:moveTo>
                  <a:pt x="56" y="29"/>
                </a:moveTo>
                <a:lnTo>
                  <a:pt x="66" y="34"/>
                </a:lnTo>
                <a:lnTo>
                  <a:pt x="61" y="43"/>
                </a:lnTo>
                <a:lnTo>
                  <a:pt x="52" y="38"/>
                </a:lnTo>
                <a:lnTo>
                  <a:pt x="56" y="29"/>
                </a:lnTo>
                <a:moveTo>
                  <a:pt x="66" y="34"/>
                </a:moveTo>
                <a:lnTo>
                  <a:pt x="75" y="38"/>
                </a:lnTo>
                <a:lnTo>
                  <a:pt x="71" y="48"/>
                </a:lnTo>
                <a:lnTo>
                  <a:pt x="61" y="43"/>
                </a:lnTo>
                <a:lnTo>
                  <a:pt x="66" y="34"/>
                </a:lnTo>
                <a:moveTo>
                  <a:pt x="75" y="38"/>
                </a:moveTo>
                <a:lnTo>
                  <a:pt x="85" y="43"/>
                </a:lnTo>
                <a:lnTo>
                  <a:pt x="80" y="53"/>
                </a:lnTo>
                <a:lnTo>
                  <a:pt x="71" y="48"/>
                </a:lnTo>
                <a:lnTo>
                  <a:pt x="75" y="38"/>
                </a:lnTo>
                <a:moveTo>
                  <a:pt x="85" y="43"/>
                </a:moveTo>
                <a:lnTo>
                  <a:pt x="94" y="48"/>
                </a:lnTo>
                <a:lnTo>
                  <a:pt x="90" y="57"/>
                </a:lnTo>
                <a:lnTo>
                  <a:pt x="80" y="53"/>
                </a:lnTo>
                <a:lnTo>
                  <a:pt x="85" y="43"/>
                </a:lnTo>
                <a:moveTo>
                  <a:pt x="94" y="48"/>
                </a:moveTo>
                <a:lnTo>
                  <a:pt x="104" y="53"/>
                </a:lnTo>
                <a:lnTo>
                  <a:pt x="99" y="62"/>
                </a:lnTo>
                <a:lnTo>
                  <a:pt x="90" y="57"/>
                </a:lnTo>
                <a:lnTo>
                  <a:pt x="94" y="48"/>
                </a:lnTo>
                <a:moveTo>
                  <a:pt x="104" y="53"/>
                </a:moveTo>
                <a:lnTo>
                  <a:pt x="113" y="57"/>
                </a:lnTo>
                <a:lnTo>
                  <a:pt x="109" y="67"/>
                </a:lnTo>
                <a:lnTo>
                  <a:pt x="99" y="62"/>
                </a:lnTo>
                <a:lnTo>
                  <a:pt x="104" y="53"/>
                </a:lnTo>
                <a:moveTo>
                  <a:pt x="113" y="57"/>
                </a:moveTo>
                <a:lnTo>
                  <a:pt x="125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3" y="63"/>
                </a:lnTo>
                <a:lnTo>
                  <a:pt x="110" y="68"/>
                </a:lnTo>
                <a:lnTo>
                  <a:pt x="109" y="67"/>
                </a:lnTo>
                <a:lnTo>
                  <a:pt x="113" y="57"/>
                </a:lnTo>
                <a:moveTo>
                  <a:pt x="107" y="72"/>
                </a:moveTo>
                <a:lnTo>
                  <a:pt x="98" y="76"/>
                </a:lnTo>
                <a:lnTo>
                  <a:pt x="93" y="67"/>
                </a:lnTo>
                <a:lnTo>
                  <a:pt x="102" y="62"/>
                </a:lnTo>
                <a:lnTo>
                  <a:pt x="107" y="72"/>
                </a:lnTo>
                <a:moveTo>
                  <a:pt x="98" y="76"/>
                </a:moveTo>
                <a:lnTo>
                  <a:pt x="88" y="81"/>
                </a:lnTo>
                <a:lnTo>
                  <a:pt x="84" y="72"/>
                </a:lnTo>
                <a:lnTo>
                  <a:pt x="93" y="67"/>
                </a:lnTo>
                <a:lnTo>
                  <a:pt x="98" y="76"/>
                </a:lnTo>
                <a:moveTo>
                  <a:pt x="88" y="81"/>
                </a:moveTo>
                <a:lnTo>
                  <a:pt x="79" y="86"/>
                </a:lnTo>
                <a:lnTo>
                  <a:pt x="74" y="76"/>
                </a:lnTo>
                <a:lnTo>
                  <a:pt x="84" y="72"/>
                </a:lnTo>
                <a:lnTo>
                  <a:pt x="88" y="81"/>
                </a:lnTo>
                <a:moveTo>
                  <a:pt x="79" y="86"/>
                </a:moveTo>
                <a:lnTo>
                  <a:pt x="69" y="91"/>
                </a:lnTo>
                <a:lnTo>
                  <a:pt x="65" y="81"/>
                </a:lnTo>
                <a:lnTo>
                  <a:pt x="74" y="76"/>
                </a:lnTo>
                <a:lnTo>
                  <a:pt x="79" y="86"/>
                </a:lnTo>
                <a:moveTo>
                  <a:pt x="69" y="91"/>
                </a:moveTo>
                <a:lnTo>
                  <a:pt x="60" y="95"/>
                </a:lnTo>
                <a:lnTo>
                  <a:pt x="55" y="86"/>
                </a:lnTo>
                <a:lnTo>
                  <a:pt x="65" y="81"/>
                </a:lnTo>
                <a:lnTo>
                  <a:pt x="69" y="91"/>
                </a:lnTo>
                <a:moveTo>
                  <a:pt x="60" y="95"/>
                </a:moveTo>
                <a:lnTo>
                  <a:pt x="50" y="100"/>
                </a:lnTo>
                <a:lnTo>
                  <a:pt x="46" y="91"/>
                </a:lnTo>
                <a:lnTo>
                  <a:pt x="55" y="86"/>
                </a:lnTo>
                <a:lnTo>
                  <a:pt x="60" y="95"/>
                </a:lnTo>
                <a:moveTo>
                  <a:pt x="50" y="100"/>
                </a:moveTo>
                <a:lnTo>
                  <a:pt x="41" y="105"/>
                </a:lnTo>
                <a:lnTo>
                  <a:pt x="36" y="95"/>
                </a:lnTo>
                <a:lnTo>
                  <a:pt x="46" y="91"/>
                </a:lnTo>
                <a:lnTo>
                  <a:pt x="50" y="100"/>
                </a:lnTo>
                <a:moveTo>
                  <a:pt x="41" y="105"/>
                </a:moveTo>
                <a:lnTo>
                  <a:pt x="31" y="110"/>
                </a:lnTo>
                <a:lnTo>
                  <a:pt x="27" y="100"/>
                </a:lnTo>
                <a:lnTo>
                  <a:pt x="36" y="95"/>
                </a:lnTo>
                <a:lnTo>
                  <a:pt x="41" y="105"/>
                </a:lnTo>
                <a:moveTo>
                  <a:pt x="31" y="110"/>
                </a:moveTo>
                <a:lnTo>
                  <a:pt x="22" y="114"/>
                </a:lnTo>
                <a:lnTo>
                  <a:pt x="17" y="105"/>
                </a:lnTo>
                <a:lnTo>
                  <a:pt x="27" y="100"/>
                </a:lnTo>
                <a:lnTo>
                  <a:pt x="31" y="110"/>
                </a:lnTo>
                <a:moveTo>
                  <a:pt x="22" y="114"/>
                </a:moveTo>
                <a:lnTo>
                  <a:pt x="11" y="119"/>
                </a:lnTo>
                <a:lnTo>
                  <a:pt x="7" y="110"/>
                </a:lnTo>
                <a:lnTo>
                  <a:pt x="17" y="105"/>
                </a:lnTo>
                <a:lnTo>
                  <a:pt x="22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1" y="109"/>
                </a:lnTo>
                <a:lnTo>
                  <a:pt x="11" y="116"/>
                </a:lnTo>
                <a:lnTo>
                  <a:pt x="6" y="116"/>
                </a:lnTo>
                <a:lnTo>
                  <a:pt x="3" y="111"/>
                </a:lnTo>
                <a:lnTo>
                  <a:pt x="7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1" y="99"/>
                </a:lnTo>
                <a:lnTo>
                  <a:pt x="11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1" y="88"/>
                </a:lnTo>
                <a:lnTo>
                  <a:pt x="11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1" y="77"/>
                </a:lnTo>
                <a:lnTo>
                  <a:pt x="11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1" y="67"/>
                </a:lnTo>
                <a:lnTo>
                  <a:pt x="11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1" y="56"/>
                </a:lnTo>
                <a:lnTo>
                  <a:pt x="11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1" y="46"/>
                </a:lnTo>
                <a:lnTo>
                  <a:pt x="11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1" y="35"/>
                </a:lnTo>
                <a:lnTo>
                  <a:pt x="11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1" y="14"/>
                </a:lnTo>
                <a:lnTo>
                  <a:pt x="11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8" y="10"/>
                </a:lnTo>
                <a:lnTo>
                  <a:pt x="13" y="19"/>
                </a:lnTo>
                <a:lnTo>
                  <a:pt x="3" y="15"/>
                </a:lnTo>
                <a:lnTo>
                  <a:pt x="6" y="10"/>
                </a:lnTo>
                <a:lnTo>
                  <a:pt x="11" y="10"/>
                </a:lnTo>
                <a:lnTo>
                  <a:pt x="11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4530960" y="23911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7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73148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729680" y="2368800"/>
            <a:ext cx="44640" cy="45360"/>
          </a:xfrm>
          <a:custGeom>
            <a:avLst/>
            <a:gdLst/>
            <a:ahLst/>
            <a:rect l="0" t="0" r="r" b="b"/>
            <a:pathLst>
              <a:path w="124" h="126">
                <a:moveTo>
                  <a:pt x="17" y="10"/>
                </a:moveTo>
                <a:lnTo>
                  <a:pt x="27" y="15"/>
                </a:lnTo>
                <a:lnTo>
                  <a:pt x="22" y="24"/>
                </a:lnTo>
                <a:lnTo>
                  <a:pt x="12" y="19"/>
                </a:lnTo>
                <a:lnTo>
                  <a:pt x="17" y="10"/>
                </a:lnTo>
                <a:moveTo>
                  <a:pt x="27" y="15"/>
                </a:moveTo>
                <a:lnTo>
                  <a:pt x="36" y="19"/>
                </a:lnTo>
                <a:lnTo>
                  <a:pt x="31" y="29"/>
                </a:lnTo>
                <a:lnTo>
                  <a:pt x="22" y="24"/>
                </a:lnTo>
                <a:lnTo>
                  <a:pt x="27" y="15"/>
                </a:lnTo>
                <a:moveTo>
                  <a:pt x="36" y="19"/>
                </a:moveTo>
                <a:lnTo>
                  <a:pt x="46" y="24"/>
                </a:lnTo>
                <a:lnTo>
                  <a:pt x="41" y="34"/>
                </a:lnTo>
                <a:lnTo>
                  <a:pt x="31" y="29"/>
                </a:lnTo>
                <a:lnTo>
                  <a:pt x="36" y="19"/>
                </a:lnTo>
                <a:moveTo>
                  <a:pt x="46" y="24"/>
                </a:moveTo>
                <a:lnTo>
                  <a:pt x="55" y="29"/>
                </a:lnTo>
                <a:lnTo>
                  <a:pt x="50" y="38"/>
                </a:lnTo>
                <a:lnTo>
                  <a:pt x="41" y="34"/>
                </a:lnTo>
                <a:lnTo>
                  <a:pt x="46" y="24"/>
                </a:lnTo>
                <a:moveTo>
                  <a:pt x="55" y="29"/>
                </a:moveTo>
                <a:lnTo>
                  <a:pt x="65" y="34"/>
                </a:lnTo>
                <a:lnTo>
                  <a:pt x="60" y="43"/>
                </a:lnTo>
                <a:lnTo>
                  <a:pt x="50" y="38"/>
                </a:lnTo>
                <a:lnTo>
                  <a:pt x="55" y="29"/>
                </a:lnTo>
                <a:moveTo>
                  <a:pt x="65" y="34"/>
                </a:moveTo>
                <a:lnTo>
                  <a:pt x="74" y="38"/>
                </a:lnTo>
                <a:lnTo>
                  <a:pt x="69" y="48"/>
                </a:lnTo>
                <a:lnTo>
                  <a:pt x="60" y="43"/>
                </a:lnTo>
                <a:lnTo>
                  <a:pt x="65" y="34"/>
                </a:lnTo>
                <a:moveTo>
                  <a:pt x="74" y="38"/>
                </a:moveTo>
                <a:lnTo>
                  <a:pt x="83" y="43"/>
                </a:lnTo>
                <a:lnTo>
                  <a:pt x="79" y="53"/>
                </a:lnTo>
                <a:lnTo>
                  <a:pt x="69" y="48"/>
                </a:lnTo>
                <a:lnTo>
                  <a:pt x="74" y="38"/>
                </a:lnTo>
                <a:moveTo>
                  <a:pt x="83" y="43"/>
                </a:moveTo>
                <a:lnTo>
                  <a:pt x="94" y="48"/>
                </a:lnTo>
                <a:lnTo>
                  <a:pt x="89" y="57"/>
                </a:lnTo>
                <a:lnTo>
                  <a:pt x="79" y="53"/>
                </a:lnTo>
                <a:lnTo>
                  <a:pt x="83" y="43"/>
                </a:lnTo>
                <a:moveTo>
                  <a:pt x="94" y="48"/>
                </a:moveTo>
                <a:lnTo>
                  <a:pt x="103" y="53"/>
                </a:lnTo>
                <a:lnTo>
                  <a:pt x="99" y="62"/>
                </a:lnTo>
                <a:lnTo>
                  <a:pt x="89" y="57"/>
                </a:lnTo>
                <a:lnTo>
                  <a:pt x="94" y="48"/>
                </a:lnTo>
                <a:moveTo>
                  <a:pt x="103" y="53"/>
                </a:moveTo>
                <a:lnTo>
                  <a:pt x="113" y="57"/>
                </a:lnTo>
                <a:lnTo>
                  <a:pt x="108" y="67"/>
                </a:lnTo>
                <a:lnTo>
                  <a:pt x="99" y="62"/>
                </a:lnTo>
                <a:lnTo>
                  <a:pt x="103" y="53"/>
                </a:lnTo>
                <a:moveTo>
                  <a:pt x="113" y="57"/>
                </a:moveTo>
                <a:lnTo>
                  <a:pt x="124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2" y="63"/>
                </a:lnTo>
                <a:lnTo>
                  <a:pt x="110" y="68"/>
                </a:lnTo>
                <a:lnTo>
                  <a:pt x="108" y="67"/>
                </a:lnTo>
                <a:lnTo>
                  <a:pt x="113" y="57"/>
                </a:lnTo>
                <a:moveTo>
                  <a:pt x="107" y="72"/>
                </a:moveTo>
                <a:lnTo>
                  <a:pt x="97" y="76"/>
                </a:lnTo>
                <a:lnTo>
                  <a:pt x="93" y="67"/>
                </a:lnTo>
                <a:lnTo>
                  <a:pt x="102" y="62"/>
                </a:lnTo>
                <a:lnTo>
                  <a:pt x="107" y="72"/>
                </a:lnTo>
                <a:moveTo>
                  <a:pt x="97" y="76"/>
                </a:moveTo>
                <a:lnTo>
                  <a:pt x="88" y="81"/>
                </a:lnTo>
                <a:lnTo>
                  <a:pt x="82" y="72"/>
                </a:lnTo>
                <a:lnTo>
                  <a:pt x="93" y="67"/>
                </a:lnTo>
                <a:lnTo>
                  <a:pt x="97" y="76"/>
                </a:lnTo>
                <a:moveTo>
                  <a:pt x="88" y="81"/>
                </a:moveTo>
                <a:lnTo>
                  <a:pt x="77" y="86"/>
                </a:lnTo>
                <a:lnTo>
                  <a:pt x="73" y="76"/>
                </a:lnTo>
                <a:lnTo>
                  <a:pt x="82" y="72"/>
                </a:lnTo>
                <a:lnTo>
                  <a:pt x="88" y="81"/>
                </a:lnTo>
                <a:moveTo>
                  <a:pt x="77" y="86"/>
                </a:moveTo>
                <a:lnTo>
                  <a:pt x="68" y="91"/>
                </a:lnTo>
                <a:lnTo>
                  <a:pt x="63" y="81"/>
                </a:lnTo>
                <a:lnTo>
                  <a:pt x="73" y="76"/>
                </a:lnTo>
                <a:lnTo>
                  <a:pt x="77" y="86"/>
                </a:lnTo>
                <a:moveTo>
                  <a:pt x="68" y="91"/>
                </a:moveTo>
                <a:lnTo>
                  <a:pt x="58" y="95"/>
                </a:lnTo>
                <a:lnTo>
                  <a:pt x="54" y="86"/>
                </a:lnTo>
                <a:lnTo>
                  <a:pt x="63" y="81"/>
                </a:lnTo>
                <a:lnTo>
                  <a:pt x="68" y="91"/>
                </a:lnTo>
                <a:moveTo>
                  <a:pt x="58" y="95"/>
                </a:moveTo>
                <a:lnTo>
                  <a:pt x="49" y="100"/>
                </a:lnTo>
                <a:lnTo>
                  <a:pt x="44" y="91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1"/>
                </a:lnTo>
                <a:lnTo>
                  <a:pt x="49" y="100"/>
                </a:lnTo>
                <a:moveTo>
                  <a:pt x="39" y="105"/>
                </a:moveTo>
                <a:lnTo>
                  <a:pt x="30" y="110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10"/>
                </a:moveTo>
                <a:lnTo>
                  <a:pt x="20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10"/>
                </a:lnTo>
                <a:moveTo>
                  <a:pt x="20" y="114"/>
                </a:moveTo>
                <a:lnTo>
                  <a:pt x="11" y="119"/>
                </a:lnTo>
                <a:lnTo>
                  <a:pt x="6" y="110"/>
                </a:lnTo>
                <a:lnTo>
                  <a:pt x="16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0" y="99"/>
                </a:lnTo>
                <a:lnTo>
                  <a:pt x="10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0" y="88"/>
                </a:lnTo>
                <a:lnTo>
                  <a:pt x="10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0" y="77"/>
                </a:lnTo>
                <a:lnTo>
                  <a:pt x="10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0" y="67"/>
                </a:lnTo>
                <a:lnTo>
                  <a:pt x="10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0" y="56"/>
                </a:lnTo>
                <a:lnTo>
                  <a:pt x="10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0" y="46"/>
                </a:lnTo>
                <a:lnTo>
                  <a:pt x="10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0" y="35"/>
                </a:lnTo>
                <a:lnTo>
                  <a:pt x="10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0" y="24"/>
                </a:lnTo>
                <a:lnTo>
                  <a:pt x="10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0" y="14"/>
                </a:lnTo>
                <a:lnTo>
                  <a:pt x="10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7" y="10"/>
                </a:lnTo>
                <a:lnTo>
                  <a:pt x="12" y="19"/>
                </a:lnTo>
                <a:lnTo>
                  <a:pt x="3" y="15"/>
                </a:lnTo>
                <a:lnTo>
                  <a:pt x="5" y="10"/>
                </a:lnTo>
                <a:lnTo>
                  <a:pt x="10" y="10"/>
                </a:lnTo>
                <a:lnTo>
                  <a:pt x="10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7453800" y="27313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8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7654320" y="2712240"/>
            <a:ext cx="38880" cy="38520"/>
          </a:xfrm>
          <a:custGeom>
            <a:avLst/>
            <a:gdLst/>
            <a:ahLst/>
            <a:rect l="0" t="0" r="r" b="b"/>
            <a:pathLst>
              <a:path w="108" h="107">
                <a:moveTo>
                  <a:pt x="0" y="0"/>
                </a:moveTo>
                <a:lnTo>
                  <a:pt x="108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7652520" y="27093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8"/>
                </a:moveTo>
                <a:lnTo>
                  <a:pt x="27" y="13"/>
                </a:lnTo>
                <a:lnTo>
                  <a:pt x="22" y="22"/>
                </a:lnTo>
                <a:lnTo>
                  <a:pt x="13" y="18"/>
                </a:lnTo>
                <a:lnTo>
                  <a:pt x="17" y="8"/>
                </a:lnTo>
                <a:moveTo>
                  <a:pt x="27" y="13"/>
                </a:moveTo>
                <a:lnTo>
                  <a:pt x="36" y="18"/>
                </a:lnTo>
                <a:lnTo>
                  <a:pt x="31" y="27"/>
                </a:lnTo>
                <a:lnTo>
                  <a:pt x="22" y="22"/>
                </a:lnTo>
                <a:lnTo>
                  <a:pt x="27" y="13"/>
                </a:lnTo>
                <a:moveTo>
                  <a:pt x="36" y="18"/>
                </a:moveTo>
                <a:lnTo>
                  <a:pt x="46" y="22"/>
                </a:lnTo>
                <a:lnTo>
                  <a:pt x="41" y="32"/>
                </a:lnTo>
                <a:lnTo>
                  <a:pt x="31" y="27"/>
                </a:lnTo>
                <a:lnTo>
                  <a:pt x="36" y="18"/>
                </a:lnTo>
                <a:moveTo>
                  <a:pt x="46" y="22"/>
                </a:moveTo>
                <a:lnTo>
                  <a:pt x="55" y="27"/>
                </a:lnTo>
                <a:lnTo>
                  <a:pt x="50" y="37"/>
                </a:lnTo>
                <a:lnTo>
                  <a:pt x="41" y="32"/>
                </a:lnTo>
                <a:lnTo>
                  <a:pt x="46" y="22"/>
                </a:lnTo>
                <a:moveTo>
                  <a:pt x="55" y="27"/>
                </a:moveTo>
                <a:lnTo>
                  <a:pt x="65" y="32"/>
                </a:lnTo>
                <a:lnTo>
                  <a:pt x="60" y="42"/>
                </a:lnTo>
                <a:lnTo>
                  <a:pt x="50" y="37"/>
                </a:lnTo>
                <a:lnTo>
                  <a:pt x="55" y="27"/>
                </a:lnTo>
                <a:moveTo>
                  <a:pt x="65" y="32"/>
                </a:moveTo>
                <a:lnTo>
                  <a:pt x="74" y="37"/>
                </a:lnTo>
                <a:lnTo>
                  <a:pt x="69" y="47"/>
                </a:lnTo>
                <a:lnTo>
                  <a:pt x="60" y="42"/>
                </a:lnTo>
                <a:lnTo>
                  <a:pt x="65" y="32"/>
                </a:lnTo>
                <a:moveTo>
                  <a:pt x="74" y="37"/>
                </a:moveTo>
                <a:lnTo>
                  <a:pt x="85" y="42"/>
                </a:lnTo>
                <a:lnTo>
                  <a:pt x="79" y="52"/>
                </a:lnTo>
                <a:lnTo>
                  <a:pt x="69" y="47"/>
                </a:lnTo>
                <a:lnTo>
                  <a:pt x="74" y="37"/>
                </a:lnTo>
                <a:moveTo>
                  <a:pt x="85" y="42"/>
                </a:moveTo>
                <a:lnTo>
                  <a:pt x="94" y="47"/>
                </a:lnTo>
                <a:lnTo>
                  <a:pt x="89" y="57"/>
                </a:lnTo>
                <a:lnTo>
                  <a:pt x="79" y="52"/>
                </a:lnTo>
                <a:lnTo>
                  <a:pt x="85" y="42"/>
                </a:lnTo>
                <a:moveTo>
                  <a:pt x="94" y="47"/>
                </a:moveTo>
                <a:lnTo>
                  <a:pt x="104" y="52"/>
                </a:lnTo>
                <a:lnTo>
                  <a:pt x="99" y="61"/>
                </a:lnTo>
                <a:lnTo>
                  <a:pt x="89" y="57"/>
                </a:lnTo>
                <a:lnTo>
                  <a:pt x="94" y="47"/>
                </a:lnTo>
                <a:moveTo>
                  <a:pt x="104" y="52"/>
                </a:moveTo>
                <a:lnTo>
                  <a:pt x="113" y="57"/>
                </a:lnTo>
                <a:lnTo>
                  <a:pt x="108" y="66"/>
                </a:lnTo>
                <a:lnTo>
                  <a:pt x="99" y="61"/>
                </a:lnTo>
                <a:lnTo>
                  <a:pt x="104" y="52"/>
                </a:lnTo>
                <a:moveTo>
                  <a:pt x="113" y="57"/>
                </a:moveTo>
                <a:lnTo>
                  <a:pt x="124" y="62"/>
                </a:lnTo>
                <a:lnTo>
                  <a:pt x="107" y="71"/>
                </a:lnTo>
                <a:lnTo>
                  <a:pt x="102" y="61"/>
                </a:lnTo>
                <a:lnTo>
                  <a:pt x="110" y="57"/>
                </a:lnTo>
                <a:lnTo>
                  <a:pt x="113" y="62"/>
                </a:lnTo>
                <a:lnTo>
                  <a:pt x="110" y="67"/>
                </a:lnTo>
                <a:lnTo>
                  <a:pt x="108" y="66"/>
                </a:lnTo>
                <a:lnTo>
                  <a:pt x="113" y="57"/>
                </a:lnTo>
                <a:moveTo>
                  <a:pt x="107" y="71"/>
                </a:moveTo>
                <a:lnTo>
                  <a:pt x="98" y="76"/>
                </a:lnTo>
                <a:lnTo>
                  <a:pt x="93" y="66"/>
                </a:lnTo>
                <a:lnTo>
                  <a:pt x="102" y="61"/>
                </a:lnTo>
                <a:lnTo>
                  <a:pt x="107" y="71"/>
                </a:lnTo>
                <a:moveTo>
                  <a:pt x="98" y="76"/>
                </a:moveTo>
                <a:lnTo>
                  <a:pt x="88" y="80"/>
                </a:lnTo>
                <a:lnTo>
                  <a:pt x="82" y="71"/>
                </a:lnTo>
                <a:lnTo>
                  <a:pt x="93" y="66"/>
                </a:lnTo>
                <a:lnTo>
                  <a:pt x="98" y="76"/>
                </a:lnTo>
                <a:moveTo>
                  <a:pt x="88" y="80"/>
                </a:moveTo>
                <a:lnTo>
                  <a:pt x="78" y="85"/>
                </a:lnTo>
                <a:lnTo>
                  <a:pt x="73" y="76"/>
                </a:lnTo>
                <a:lnTo>
                  <a:pt x="82" y="71"/>
                </a:lnTo>
                <a:lnTo>
                  <a:pt x="88" y="80"/>
                </a:lnTo>
                <a:moveTo>
                  <a:pt x="78" y="85"/>
                </a:moveTo>
                <a:lnTo>
                  <a:pt x="68" y="90"/>
                </a:lnTo>
                <a:lnTo>
                  <a:pt x="63" y="80"/>
                </a:lnTo>
                <a:lnTo>
                  <a:pt x="73" y="76"/>
                </a:lnTo>
                <a:lnTo>
                  <a:pt x="78" y="85"/>
                </a:lnTo>
                <a:moveTo>
                  <a:pt x="68" y="90"/>
                </a:moveTo>
                <a:lnTo>
                  <a:pt x="59" y="95"/>
                </a:lnTo>
                <a:lnTo>
                  <a:pt x="54" y="85"/>
                </a:lnTo>
                <a:lnTo>
                  <a:pt x="63" y="80"/>
                </a:lnTo>
                <a:lnTo>
                  <a:pt x="68" y="90"/>
                </a:lnTo>
                <a:moveTo>
                  <a:pt x="59" y="95"/>
                </a:moveTo>
                <a:lnTo>
                  <a:pt x="49" y="99"/>
                </a:lnTo>
                <a:lnTo>
                  <a:pt x="44" y="90"/>
                </a:lnTo>
                <a:lnTo>
                  <a:pt x="54" y="85"/>
                </a:lnTo>
                <a:lnTo>
                  <a:pt x="59" y="95"/>
                </a:lnTo>
                <a:moveTo>
                  <a:pt x="49" y="99"/>
                </a:moveTo>
                <a:lnTo>
                  <a:pt x="40" y="104"/>
                </a:lnTo>
                <a:lnTo>
                  <a:pt x="35" y="95"/>
                </a:lnTo>
                <a:lnTo>
                  <a:pt x="44" y="90"/>
                </a:lnTo>
                <a:lnTo>
                  <a:pt x="49" y="99"/>
                </a:lnTo>
                <a:moveTo>
                  <a:pt x="40" y="104"/>
                </a:moveTo>
                <a:lnTo>
                  <a:pt x="30" y="109"/>
                </a:lnTo>
                <a:lnTo>
                  <a:pt x="25" y="99"/>
                </a:lnTo>
                <a:lnTo>
                  <a:pt x="35" y="95"/>
                </a:lnTo>
                <a:lnTo>
                  <a:pt x="40" y="104"/>
                </a:lnTo>
                <a:moveTo>
                  <a:pt x="30" y="109"/>
                </a:moveTo>
                <a:lnTo>
                  <a:pt x="21" y="114"/>
                </a:lnTo>
                <a:lnTo>
                  <a:pt x="16" y="104"/>
                </a:lnTo>
                <a:lnTo>
                  <a:pt x="25" y="99"/>
                </a:lnTo>
                <a:lnTo>
                  <a:pt x="30" y="109"/>
                </a:lnTo>
                <a:moveTo>
                  <a:pt x="21" y="114"/>
                </a:moveTo>
                <a:lnTo>
                  <a:pt x="11" y="118"/>
                </a:lnTo>
                <a:lnTo>
                  <a:pt x="6" y="109"/>
                </a:lnTo>
                <a:lnTo>
                  <a:pt x="16" y="104"/>
                </a:lnTo>
                <a:lnTo>
                  <a:pt x="21" y="114"/>
                </a:lnTo>
                <a:moveTo>
                  <a:pt x="11" y="118"/>
                </a:moveTo>
                <a:lnTo>
                  <a:pt x="0" y="124"/>
                </a:lnTo>
                <a:lnTo>
                  <a:pt x="0" y="109"/>
                </a:lnTo>
                <a:lnTo>
                  <a:pt x="11" y="109"/>
                </a:lnTo>
                <a:lnTo>
                  <a:pt x="11" y="115"/>
                </a:lnTo>
                <a:lnTo>
                  <a:pt x="5" y="115"/>
                </a:lnTo>
                <a:lnTo>
                  <a:pt x="3" y="111"/>
                </a:lnTo>
                <a:lnTo>
                  <a:pt x="6" y="109"/>
                </a:lnTo>
                <a:lnTo>
                  <a:pt x="11" y="118"/>
                </a:lnTo>
                <a:moveTo>
                  <a:pt x="0" y="109"/>
                </a:moveTo>
                <a:lnTo>
                  <a:pt x="0" y="98"/>
                </a:lnTo>
                <a:lnTo>
                  <a:pt x="11" y="98"/>
                </a:lnTo>
                <a:lnTo>
                  <a:pt x="11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7"/>
                </a:lnTo>
                <a:lnTo>
                  <a:pt x="11" y="87"/>
                </a:lnTo>
                <a:lnTo>
                  <a:pt x="11" y="98"/>
                </a:lnTo>
                <a:lnTo>
                  <a:pt x="0" y="98"/>
                </a:lnTo>
                <a:moveTo>
                  <a:pt x="0" y="87"/>
                </a:moveTo>
                <a:lnTo>
                  <a:pt x="0" y="77"/>
                </a:lnTo>
                <a:lnTo>
                  <a:pt x="11" y="77"/>
                </a:lnTo>
                <a:lnTo>
                  <a:pt x="11" y="87"/>
                </a:lnTo>
                <a:lnTo>
                  <a:pt x="0" y="87"/>
                </a:lnTo>
                <a:moveTo>
                  <a:pt x="0" y="77"/>
                </a:moveTo>
                <a:lnTo>
                  <a:pt x="0" y="66"/>
                </a:lnTo>
                <a:lnTo>
                  <a:pt x="11" y="66"/>
                </a:lnTo>
                <a:lnTo>
                  <a:pt x="11" y="77"/>
                </a:lnTo>
                <a:lnTo>
                  <a:pt x="0" y="77"/>
                </a:lnTo>
                <a:moveTo>
                  <a:pt x="0" y="66"/>
                </a:moveTo>
                <a:lnTo>
                  <a:pt x="0" y="55"/>
                </a:lnTo>
                <a:lnTo>
                  <a:pt x="11" y="55"/>
                </a:lnTo>
                <a:lnTo>
                  <a:pt x="11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5"/>
                </a:lnTo>
                <a:lnTo>
                  <a:pt x="11" y="45"/>
                </a:lnTo>
                <a:lnTo>
                  <a:pt x="11" y="55"/>
                </a:lnTo>
                <a:lnTo>
                  <a:pt x="0" y="55"/>
                </a:lnTo>
                <a:moveTo>
                  <a:pt x="0" y="45"/>
                </a:moveTo>
                <a:lnTo>
                  <a:pt x="0" y="33"/>
                </a:lnTo>
                <a:lnTo>
                  <a:pt x="11" y="33"/>
                </a:lnTo>
                <a:lnTo>
                  <a:pt x="11" y="45"/>
                </a:lnTo>
                <a:lnTo>
                  <a:pt x="0" y="45"/>
                </a:lnTo>
                <a:moveTo>
                  <a:pt x="0" y="33"/>
                </a:moveTo>
                <a:lnTo>
                  <a:pt x="0" y="23"/>
                </a:lnTo>
                <a:lnTo>
                  <a:pt x="11" y="23"/>
                </a:lnTo>
                <a:lnTo>
                  <a:pt x="11" y="33"/>
                </a:lnTo>
                <a:lnTo>
                  <a:pt x="0" y="33"/>
                </a:lnTo>
                <a:moveTo>
                  <a:pt x="0" y="23"/>
                </a:moveTo>
                <a:lnTo>
                  <a:pt x="0" y="12"/>
                </a:lnTo>
                <a:lnTo>
                  <a:pt x="11" y="12"/>
                </a:lnTo>
                <a:lnTo>
                  <a:pt x="11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8"/>
                </a:lnTo>
                <a:lnTo>
                  <a:pt x="13" y="18"/>
                </a:lnTo>
                <a:lnTo>
                  <a:pt x="3" y="13"/>
                </a:lnTo>
                <a:lnTo>
                  <a:pt x="5" y="8"/>
                </a:lnTo>
                <a:lnTo>
                  <a:pt x="11" y="8"/>
                </a:lnTo>
                <a:lnTo>
                  <a:pt x="11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7437240" y="2050920"/>
            <a:ext cx="284040" cy="0"/>
          </a:xfrm>
          <a:custGeom>
            <a:avLst/>
            <a:gdLst/>
            <a:ahLst/>
            <a:rect l="0" t="0" r="r" b="b"/>
            <a:pathLst>
              <a:path fill="none" w="789" h="0">
                <a:moveTo>
                  <a:pt x="0" y="0"/>
                </a:moveTo>
                <a:lnTo>
                  <a:pt x="63" y="0"/>
                </a:lnTo>
                <a:cubicBezTo>
                  <a:pt x="126" y="0"/>
                  <a:pt x="252" y="0"/>
                  <a:pt x="383" y="0"/>
                </a:cubicBezTo>
                <a:cubicBezTo>
                  <a:pt x="515" y="0"/>
                  <a:pt x="652" y="0"/>
                  <a:pt x="721" y="0"/>
                </a:cubicBezTo>
                <a:lnTo>
                  <a:pt x="789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7702200" y="20318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7700400" y="202860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9"/>
                </a:moveTo>
                <a:lnTo>
                  <a:pt x="26" y="13"/>
                </a:lnTo>
                <a:lnTo>
                  <a:pt x="22" y="23"/>
                </a:lnTo>
                <a:lnTo>
                  <a:pt x="12" y="18"/>
                </a:lnTo>
                <a:lnTo>
                  <a:pt x="17" y="9"/>
                </a:lnTo>
                <a:moveTo>
                  <a:pt x="26" y="13"/>
                </a:moveTo>
                <a:lnTo>
                  <a:pt x="36" y="18"/>
                </a:lnTo>
                <a:lnTo>
                  <a:pt x="31" y="28"/>
                </a:lnTo>
                <a:lnTo>
                  <a:pt x="22" y="23"/>
                </a:lnTo>
                <a:lnTo>
                  <a:pt x="26" y="13"/>
                </a:lnTo>
                <a:moveTo>
                  <a:pt x="36" y="18"/>
                </a:moveTo>
                <a:lnTo>
                  <a:pt x="45" y="23"/>
                </a:lnTo>
                <a:lnTo>
                  <a:pt x="41" y="32"/>
                </a:lnTo>
                <a:lnTo>
                  <a:pt x="31" y="28"/>
                </a:lnTo>
                <a:lnTo>
                  <a:pt x="36" y="18"/>
                </a:lnTo>
                <a:moveTo>
                  <a:pt x="45" y="23"/>
                </a:moveTo>
                <a:lnTo>
                  <a:pt x="55" y="28"/>
                </a:lnTo>
                <a:lnTo>
                  <a:pt x="50" y="37"/>
                </a:lnTo>
                <a:lnTo>
                  <a:pt x="41" y="32"/>
                </a:lnTo>
                <a:lnTo>
                  <a:pt x="45" y="23"/>
                </a:lnTo>
                <a:moveTo>
                  <a:pt x="55" y="28"/>
                </a:moveTo>
                <a:lnTo>
                  <a:pt x="64" y="32"/>
                </a:lnTo>
                <a:lnTo>
                  <a:pt x="60" y="42"/>
                </a:lnTo>
                <a:lnTo>
                  <a:pt x="50" y="37"/>
                </a:lnTo>
                <a:lnTo>
                  <a:pt x="55" y="28"/>
                </a:lnTo>
                <a:moveTo>
                  <a:pt x="64" y="32"/>
                </a:moveTo>
                <a:lnTo>
                  <a:pt x="75" y="37"/>
                </a:lnTo>
                <a:lnTo>
                  <a:pt x="69" y="47"/>
                </a:lnTo>
                <a:lnTo>
                  <a:pt x="60" y="42"/>
                </a:lnTo>
                <a:lnTo>
                  <a:pt x="64" y="32"/>
                </a:lnTo>
                <a:moveTo>
                  <a:pt x="75" y="37"/>
                </a:moveTo>
                <a:lnTo>
                  <a:pt x="84" y="42"/>
                </a:lnTo>
                <a:lnTo>
                  <a:pt x="80" y="51"/>
                </a:lnTo>
                <a:lnTo>
                  <a:pt x="69" y="47"/>
                </a:lnTo>
                <a:lnTo>
                  <a:pt x="75" y="37"/>
                </a:lnTo>
                <a:moveTo>
                  <a:pt x="84" y="42"/>
                </a:moveTo>
                <a:lnTo>
                  <a:pt x="94" y="47"/>
                </a:lnTo>
                <a:lnTo>
                  <a:pt x="89" y="56"/>
                </a:lnTo>
                <a:lnTo>
                  <a:pt x="80" y="51"/>
                </a:lnTo>
                <a:lnTo>
                  <a:pt x="84" y="42"/>
                </a:lnTo>
                <a:moveTo>
                  <a:pt x="94" y="47"/>
                </a:moveTo>
                <a:lnTo>
                  <a:pt x="103" y="51"/>
                </a:lnTo>
                <a:lnTo>
                  <a:pt x="99" y="61"/>
                </a:lnTo>
                <a:lnTo>
                  <a:pt x="89" y="56"/>
                </a:lnTo>
                <a:lnTo>
                  <a:pt x="94" y="47"/>
                </a:lnTo>
                <a:moveTo>
                  <a:pt x="103" y="51"/>
                </a:moveTo>
                <a:lnTo>
                  <a:pt x="113" y="56"/>
                </a:lnTo>
                <a:lnTo>
                  <a:pt x="108" y="66"/>
                </a:lnTo>
                <a:lnTo>
                  <a:pt x="99" y="61"/>
                </a:lnTo>
                <a:lnTo>
                  <a:pt x="103" y="51"/>
                </a:lnTo>
                <a:moveTo>
                  <a:pt x="113" y="56"/>
                </a:moveTo>
                <a:lnTo>
                  <a:pt x="124" y="62"/>
                </a:lnTo>
                <a:lnTo>
                  <a:pt x="107" y="70"/>
                </a:lnTo>
                <a:lnTo>
                  <a:pt x="102" y="61"/>
                </a:lnTo>
                <a:lnTo>
                  <a:pt x="110" y="57"/>
                </a:lnTo>
                <a:lnTo>
                  <a:pt x="112" y="62"/>
                </a:lnTo>
                <a:lnTo>
                  <a:pt x="110" y="66"/>
                </a:lnTo>
                <a:lnTo>
                  <a:pt x="108" y="66"/>
                </a:lnTo>
                <a:lnTo>
                  <a:pt x="113" y="56"/>
                </a:lnTo>
                <a:moveTo>
                  <a:pt x="107" y="70"/>
                </a:moveTo>
                <a:lnTo>
                  <a:pt x="97" y="75"/>
                </a:lnTo>
                <a:lnTo>
                  <a:pt x="93" y="66"/>
                </a:lnTo>
                <a:lnTo>
                  <a:pt x="102" y="61"/>
                </a:lnTo>
                <a:lnTo>
                  <a:pt x="107" y="70"/>
                </a:lnTo>
                <a:moveTo>
                  <a:pt x="97" y="75"/>
                </a:moveTo>
                <a:lnTo>
                  <a:pt x="88" y="80"/>
                </a:lnTo>
                <a:lnTo>
                  <a:pt x="83" y="70"/>
                </a:lnTo>
                <a:lnTo>
                  <a:pt x="93" y="66"/>
                </a:lnTo>
                <a:lnTo>
                  <a:pt x="97" y="75"/>
                </a:lnTo>
                <a:moveTo>
                  <a:pt x="88" y="80"/>
                </a:moveTo>
                <a:lnTo>
                  <a:pt x="78" y="86"/>
                </a:lnTo>
                <a:lnTo>
                  <a:pt x="73" y="75"/>
                </a:lnTo>
                <a:lnTo>
                  <a:pt x="83" y="70"/>
                </a:lnTo>
                <a:lnTo>
                  <a:pt x="88" y="80"/>
                </a:lnTo>
                <a:moveTo>
                  <a:pt x="78" y="86"/>
                </a:moveTo>
                <a:lnTo>
                  <a:pt x="68" y="90"/>
                </a:lnTo>
                <a:lnTo>
                  <a:pt x="63" y="80"/>
                </a:lnTo>
                <a:lnTo>
                  <a:pt x="73" y="75"/>
                </a:lnTo>
                <a:lnTo>
                  <a:pt x="78" y="86"/>
                </a:lnTo>
                <a:moveTo>
                  <a:pt x="68" y="90"/>
                </a:moveTo>
                <a:lnTo>
                  <a:pt x="58" y="95"/>
                </a:lnTo>
                <a:lnTo>
                  <a:pt x="54" y="86"/>
                </a:lnTo>
                <a:lnTo>
                  <a:pt x="63" y="80"/>
                </a:lnTo>
                <a:lnTo>
                  <a:pt x="68" y="90"/>
                </a:lnTo>
                <a:moveTo>
                  <a:pt x="58" y="95"/>
                </a:moveTo>
                <a:lnTo>
                  <a:pt x="49" y="100"/>
                </a:lnTo>
                <a:lnTo>
                  <a:pt x="44" y="90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0"/>
                </a:lnTo>
                <a:lnTo>
                  <a:pt x="49" y="100"/>
                </a:lnTo>
                <a:moveTo>
                  <a:pt x="39" y="105"/>
                </a:moveTo>
                <a:lnTo>
                  <a:pt x="30" y="109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09"/>
                </a:moveTo>
                <a:lnTo>
                  <a:pt x="20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09"/>
                </a:lnTo>
                <a:moveTo>
                  <a:pt x="20" y="114"/>
                </a:moveTo>
                <a:lnTo>
                  <a:pt x="11" y="119"/>
                </a:lnTo>
                <a:lnTo>
                  <a:pt x="6" y="109"/>
                </a:lnTo>
                <a:lnTo>
                  <a:pt x="16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4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09"/>
                </a:lnTo>
                <a:lnTo>
                  <a:pt x="11" y="119"/>
                </a:lnTo>
                <a:moveTo>
                  <a:pt x="0" y="109"/>
                </a:moveTo>
                <a:lnTo>
                  <a:pt x="0" y="98"/>
                </a:lnTo>
                <a:lnTo>
                  <a:pt x="10" y="98"/>
                </a:lnTo>
                <a:lnTo>
                  <a:pt x="10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8"/>
                </a:lnTo>
                <a:lnTo>
                  <a:pt x="10" y="88"/>
                </a:lnTo>
                <a:lnTo>
                  <a:pt x="10" y="98"/>
                </a:lnTo>
                <a:lnTo>
                  <a:pt x="0" y="98"/>
                </a:lnTo>
                <a:moveTo>
                  <a:pt x="0" y="88"/>
                </a:moveTo>
                <a:lnTo>
                  <a:pt x="0" y="76"/>
                </a:lnTo>
                <a:lnTo>
                  <a:pt x="10" y="76"/>
                </a:lnTo>
                <a:lnTo>
                  <a:pt x="10" y="88"/>
                </a:lnTo>
                <a:lnTo>
                  <a:pt x="0" y="88"/>
                </a:lnTo>
                <a:moveTo>
                  <a:pt x="0" y="76"/>
                </a:moveTo>
                <a:lnTo>
                  <a:pt x="0" y="66"/>
                </a:lnTo>
                <a:lnTo>
                  <a:pt x="10" y="66"/>
                </a:lnTo>
                <a:lnTo>
                  <a:pt x="10" y="76"/>
                </a:lnTo>
                <a:lnTo>
                  <a:pt x="0" y="76"/>
                </a:lnTo>
                <a:moveTo>
                  <a:pt x="0" y="66"/>
                </a:moveTo>
                <a:lnTo>
                  <a:pt x="0" y="55"/>
                </a:lnTo>
                <a:lnTo>
                  <a:pt x="10" y="55"/>
                </a:lnTo>
                <a:lnTo>
                  <a:pt x="10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4"/>
                </a:lnTo>
                <a:lnTo>
                  <a:pt x="10" y="44"/>
                </a:lnTo>
                <a:lnTo>
                  <a:pt x="10" y="55"/>
                </a:lnTo>
                <a:lnTo>
                  <a:pt x="0" y="55"/>
                </a:lnTo>
                <a:moveTo>
                  <a:pt x="0" y="44"/>
                </a:moveTo>
                <a:lnTo>
                  <a:pt x="0" y="34"/>
                </a:lnTo>
                <a:lnTo>
                  <a:pt x="10" y="34"/>
                </a:lnTo>
                <a:lnTo>
                  <a:pt x="10" y="44"/>
                </a:lnTo>
                <a:lnTo>
                  <a:pt x="0" y="44"/>
                </a:lnTo>
                <a:moveTo>
                  <a:pt x="0" y="34"/>
                </a:moveTo>
                <a:lnTo>
                  <a:pt x="0" y="23"/>
                </a:lnTo>
                <a:lnTo>
                  <a:pt x="10" y="23"/>
                </a:lnTo>
                <a:lnTo>
                  <a:pt x="10" y="34"/>
                </a:lnTo>
                <a:lnTo>
                  <a:pt x="0" y="34"/>
                </a:lnTo>
                <a:moveTo>
                  <a:pt x="0" y="23"/>
                </a:moveTo>
                <a:lnTo>
                  <a:pt x="0" y="12"/>
                </a:lnTo>
                <a:lnTo>
                  <a:pt x="10" y="12"/>
                </a:lnTo>
                <a:lnTo>
                  <a:pt x="10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9"/>
                </a:lnTo>
                <a:lnTo>
                  <a:pt x="12" y="18"/>
                </a:lnTo>
                <a:lnTo>
                  <a:pt x="3" y="13"/>
                </a:lnTo>
                <a:lnTo>
                  <a:pt x="5" y="9"/>
                </a:lnTo>
                <a:lnTo>
                  <a:pt x="10" y="9"/>
                </a:lnTo>
                <a:lnTo>
                  <a:pt x="10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5536080" y="2516400"/>
            <a:ext cx="748080" cy="215280"/>
          </a:xfrm>
          <a:custGeom>
            <a:avLst/>
            <a:gdLst/>
            <a:ahLst/>
            <a:rect l="0" t="0" r="r" b="b"/>
            <a:pathLst>
              <a:path fill="none" w="2078" h="598">
                <a:moveTo>
                  <a:pt x="0" y="0"/>
                </a:moveTo>
                <a:lnTo>
                  <a:pt x="189" y="100"/>
                </a:lnTo>
                <a:cubicBezTo>
                  <a:pt x="379" y="199"/>
                  <a:pt x="757" y="398"/>
                  <a:pt x="1002" y="499"/>
                </a:cubicBezTo>
                <a:cubicBezTo>
                  <a:pt x="1246" y="598"/>
                  <a:pt x="1357" y="598"/>
                  <a:pt x="1468" y="598"/>
                </a:cubicBezTo>
                <a:cubicBezTo>
                  <a:pt x="1578" y="598"/>
                  <a:pt x="1689" y="598"/>
                  <a:pt x="1790" y="598"/>
                </a:cubicBezTo>
                <a:cubicBezTo>
                  <a:pt x="1892" y="598"/>
                  <a:pt x="1985" y="598"/>
                  <a:pt x="2031" y="598"/>
                </a:cubicBezTo>
                <a:lnTo>
                  <a:pt x="2078" y="598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6264720" y="27122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6262560" y="2709360"/>
            <a:ext cx="45000" cy="44640"/>
          </a:xfrm>
          <a:custGeom>
            <a:avLst/>
            <a:gdLst/>
            <a:ahLst/>
            <a:rect l="0" t="0" r="r" b="b"/>
            <a:pathLst>
              <a:path w="125" h="124">
                <a:moveTo>
                  <a:pt x="19" y="8"/>
                </a:moveTo>
                <a:lnTo>
                  <a:pt x="28" y="13"/>
                </a:lnTo>
                <a:lnTo>
                  <a:pt x="23" y="22"/>
                </a:lnTo>
                <a:lnTo>
                  <a:pt x="14" y="18"/>
                </a:lnTo>
                <a:lnTo>
                  <a:pt x="19" y="8"/>
                </a:lnTo>
                <a:moveTo>
                  <a:pt x="28" y="13"/>
                </a:moveTo>
                <a:lnTo>
                  <a:pt x="38" y="18"/>
                </a:lnTo>
                <a:lnTo>
                  <a:pt x="33" y="27"/>
                </a:lnTo>
                <a:lnTo>
                  <a:pt x="23" y="22"/>
                </a:lnTo>
                <a:lnTo>
                  <a:pt x="28" y="13"/>
                </a:lnTo>
                <a:moveTo>
                  <a:pt x="38" y="18"/>
                </a:moveTo>
                <a:lnTo>
                  <a:pt x="47" y="22"/>
                </a:lnTo>
                <a:lnTo>
                  <a:pt x="42" y="32"/>
                </a:lnTo>
                <a:lnTo>
                  <a:pt x="33" y="27"/>
                </a:lnTo>
                <a:lnTo>
                  <a:pt x="38" y="18"/>
                </a:lnTo>
                <a:moveTo>
                  <a:pt x="47" y="22"/>
                </a:moveTo>
                <a:lnTo>
                  <a:pt x="57" y="27"/>
                </a:lnTo>
                <a:lnTo>
                  <a:pt x="52" y="37"/>
                </a:lnTo>
                <a:lnTo>
                  <a:pt x="42" y="32"/>
                </a:lnTo>
                <a:lnTo>
                  <a:pt x="47" y="22"/>
                </a:lnTo>
                <a:moveTo>
                  <a:pt x="57" y="27"/>
                </a:moveTo>
                <a:lnTo>
                  <a:pt x="66" y="32"/>
                </a:lnTo>
                <a:lnTo>
                  <a:pt x="61" y="42"/>
                </a:lnTo>
                <a:lnTo>
                  <a:pt x="52" y="37"/>
                </a:lnTo>
                <a:lnTo>
                  <a:pt x="57" y="27"/>
                </a:lnTo>
                <a:moveTo>
                  <a:pt x="66" y="32"/>
                </a:moveTo>
                <a:lnTo>
                  <a:pt x="76" y="37"/>
                </a:lnTo>
                <a:lnTo>
                  <a:pt x="71" y="47"/>
                </a:lnTo>
                <a:lnTo>
                  <a:pt x="61" y="42"/>
                </a:lnTo>
                <a:lnTo>
                  <a:pt x="66" y="32"/>
                </a:lnTo>
                <a:moveTo>
                  <a:pt x="76" y="37"/>
                </a:moveTo>
                <a:lnTo>
                  <a:pt x="85" y="42"/>
                </a:lnTo>
                <a:lnTo>
                  <a:pt x="80" y="52"/>
                </a:lnTo>
                <a:lnTo>
                  <a:pt x="71" y="47"/>
                </a:lnTo>
                <a:lnTo>
                  <a:pt x="76" y="37"/>
                </a:lnTo>
                <a:moveTo>
                  <a:pt x="85" y="42"/>
                </a:moveTo>
                <a:lnTo>
                  <a:pt x="95" y="47"/>
                </a:lnTo>
                <a:lnTo>
                  <a:pt x="90" y="57"/>
                </a:lnTo>
                <a:lnTo>
                  <a:pt x="80" y="52"/>
                </a:lnTo>
                <a:lnTo>
                  <a:pt x="85" y="42"/>
                </a:lnTo>
                <a:moveTo>
                  <a:pt x="95" y="47"/>
                </a:moveTo>
                <a:lnTo>
                  <a:pt x="104" y="52"/>
                </a:lnTo>
                <a:lnTo>
                  <a:pt x="99" y="61"/>
                </a:lnTo>
                <a:lnTo>
                  <a:pt x="90" y="57"/>
                </a:lnTo>
                <a:lnTo>
                  <a:pt x="95" y="47"/>
                </a:lnTo>
                <a:moveTo>
                  <a:pt x="104" y="52"/>
                </a:moveTo>
                <a:lnTo>
                  <a:pt x="114" y="57"/>
                </a:lnTo>
                <a:lnTo>
                  <a:pt x="109" y="66"/>
                </a:lnTo>
                <a:lnTo>
                  <a:pt x="99" y="61"/>
                </a:lnTo>
                <a:lnTo>
                  <a:pt x="104" y="52"/>
                </a:lnTo>
                <a:moveTo>
                  <a:pt x="114" y="57"/>
                </a:moveTo>
                <a:lnTo>
                  <a:pt x="125" y="62"/>
                </a:lnTo>
                <a:lnTo>
                  <a:pt x="108" y="71"/>
                </a:lnTo>
                <a:lnTo>
                  <a:pt x="103" y="61"/>
                </a:lnTo>
                <a:lnTo>
                  <a:pt x="111" y="57"/>
                </a:lnTo>
                <a:lnTo>
                  <a:pt x="113" y="62"/>
                </a:lnTo>
                <a:lnTo>
                  <a:pt x="111" y="67"/>
                </a:lnTo>
                <a:lnTo>
                  <a:pt x="109" y="66"/>
                </a:lnTo>
                <a:lnTo>
                  <a:pt x="114" y="57"/>
                </a:lnTo>
                <a:moveTo>
                  <a:pt x="108" y="71"/>
                </a:moveTo>
                <a:lnTo>
                  <a:pt x="98" y="76"/>
                </a:lnTo>
                <a:lnTo>
                  <a:pt x="93" y="66"/>
                </a:lnTo>
                <a:lnTo>
                  <a:pt x="103" y="61"/>
                </a:lnTo>
                <a:lnTo>
                  <a:pt x="108" y="71"/>
                </a:lnTo>
                <a:moveTo>
                  <a:pt x="98" y="76"/>
                </a:moveTo>
                <a:lnTo>
                  <a:pt x="89" y="80"/>
                </a:lnTo>
                <a:lnTo>
                  <a:pt x="84" y="71"/>
                </a:lnTo>
                <a:lnTo>
                  <a:pt x="93" y="66"/>
                </a:lnTo>
                <a:lnTo>
                  <a:pt x="98" y="76"/>
                </a:lnTo>
                <a:moveTo>
                  <a:pt x="89" y="80"/>
                </a:moveTo>
                <a:lnTo>
                  <a:pt x="79" y="85"/>
                </a:lnTo>
                <a:lnTo>
                  <a:pt x="74" y="76"/>
                </a:lnTo>
                <a:lnTo>
                  <a:pt x="84" y="71"/>
                </a:lnTo>
                <a:lnTo>
                  <a:pt x="89" y="80"/>
                </a:lnTo>
                <a:moveTo>
                  <a:pt x="79" y="85"/>
                </a:moveTo>
                <a:lnTo>
                  <a:pt x="70" y="90"/>
                </a:lnTo>
                <a:lnTo>
                  <a:pt x="65" y="80"/>
                </a:lnTo>
                <a:lnTo>
                  <a:pt x="74" y="76"/>
                </a:lnTo>
                <a:lnTo>
                  <a:pt x="79" y="85"/>
                </a:lnTo>
                <a:moveTo>
                  <a:pt x="70" y="90"/>
                </a:moveTo>
                <a:lnTo>
                  <a:pt x="60" y="95"/>
                </a:lnTo>
                <a:lnTo>
                  <a:pt x="55" y="85"/>
                </a:lnTo>
                <a:lnTo>
                  <a:pt x="65" y="80"/>
                </a:lnTo>
                <a:lnTo>
                  <a:pt x="70" y="90"/>
                </a:lnTo>
                <a:moveTo>
                  <a:pt x="60" y="95"/>
                </a:moveTo>
                <a:lnTo>
                  <a:pt x="51" y="99"/>
                </a:lnTo>
                <a:lnTo>
                  <a:pt x="46" y="90"/>
                </a:lnTo>
                <a:lnTo>
                  <a:pt x="55" y="85"/>
                </a:lnTo>
                <a:lnTo>
                  <a:pt x="60" y="95"/>
                </a:lnTo>
                <a:moveTo>
                  <a:pt x="51" y="99"/>
                </a:moveTo>
                <a:lnTo>
                  <a:pt x="41" y="104"/>
                </a:lnTo>
                <a:lnTo>
                  <a:pt x="36" y="95"/>
                </a:lnTo>
                <a:lnTo>
                  <a:pt x="46" y="90"/>
                </a:lnTo>
                <a:lnTo>
                  <a:pt x="51" y="99"/>
                </a:lnTo>
                <a:moveTo>
                  <a:pt x="41" y="104"/>
                </a:moveTo>
                <a:lnTo>
                  <a:pt x="32" y="109"/>
                </a:lnTo>
                <a:lnTo>
                  <a:pt x="27" y="99"/>
                </a:lnTo>
                <a:lnTo>
                  <a:pt x="36" y="95"/>
                </a:lnTo>
                <a:lnTo>
                  <a:pt x="41" y="104"/>
                </a:lnTo>
                <a:moveTo>
                  <a:pt x="32" y="109"/>
                </a:moveTo>
                <a:lnTo>
                  <a:pt x="22" y="114"/>
                </a:lnTo>
                <a:lnTo>
                  <a:pt x="17" y="104"/>
                </a:lnTo>
                <a:lnTo>
                  <a:pt x="27" y="99"/>
                </a:lnTo>
                <a:lnTo>
                  <a:pt x="32" y="109"/>
                </a:lnTo>
                <a:moveTo>
                  <a:pt x="22" y="114"/>
                </a:moveTo>
                <a:lnTo>
                  <a:pt x="13" y="118"/>
                </a:lnTo>
                <a:lnTo>
                  <a:pt x="7" y="109"/>
                </a:lnTo>
                <a:lnTo>
                  <a:pt x="17" y="104"/>
                </a:lnTo>
                <a:lnTo>
                  <a:pt x="22" y="114"/>
                </a:lnTo>
                <a:moveTo>
                  <a:pt x="13" y="118"/>
                </a:moveTo>
                <a:lnTo>
                  <a:pt x="0" y="124"/>
                </a:lnTo>
                <a:lnTo>
                  <a:pt x="0" y="109"/>
                </a:lnTo>
                <a:lnTo>
                  <a:pt x="12" y="109"/>
                </a:lnTo>
                <a:lnTo>
                  <a:pt x="12" y="115"/>
                </a:lnTo>
                <a:lnTo>
                  <a:pt x="6" y="115"/>
                </a:lnTo>
                <a:lnTo>
                  <a:pt x="3" y="111"/>
                </a:lnTo>
                <a:lnTo>
                  <a:pt x="7" y="109"/>
                </a:lnTo>
                <a:lnTo>
                  <a:pt x="13" y="118"/>
                </a:lnTo>
                <a:moveTo>
                  <a:pt x="0" y="109"/>
                </a:moveTo>
                <a:lnTo>
                  <a:pt x="0" y="98"/>
                </a:lnTo>
                <a:lnTo>
                  <a:pt x="12" y="98"/>
                </a:lnTo>
                <a:lnTo>
                  <a:pt x="12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7"/>
                </a:lnTo>
                <a:lnTo>
                  <a:pt x="12" y="87"/>
                </a:lnTo>
                <a:lnTo>
                  <a:pt x="12" y="98"/>
                </a:lnTo>
                <a:lnTo>
                  <a:pt x="0" y="98"/>
                </a:lnTo>
                <a:moveTo>
                  <a:pt x="0" y="87"/>
                </a:moveTo>
                <a:lnTo>
                  <a:pt x="0" y="77"/>
                </a:lnTo>
                <a:lnTo>
                  <a:pt x="12" y="77"/>
                </a:lnTo>
                <a:lnTo>
                  <a:pt x="12" y="87"/>
                </a:lnTo>
                <a:lnTo>
                  <a:pt x="0" y="87"/>
                </a:lnTo>
                <a:moveTo>
                  <a:pt x="0" y="77"/>
                </a:moveTo>
                <a:lnTo>
                  <a:pt x="0" y="66"/>
                </a:lnTo>
                <a:lnTo>
                  <a:pt x="12" y="66"/>
                </a:lnTo>
                <a:lnTo>
                  <a:pt x="12" y="77"/>
                </a:lnTo>
                <a:lnTo>
                  <a:pt x="0" y="77"/>
                </a:lnTo>
                <a:moveTo>
                  <a:pt x="0" y="66"/>
                </a:moveTo>
                <a:lnTo>
                  <a:pt x="0" y="55"/>
                </a:lnTo>
                <a:lnTo>
                  <a:pt x="12" y="55"/>
                </a:lnTo>
                <a:lnTo>
                  <a:pt x="12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5"/>
                </a:lnTo>
                <a:lnTo>
                  <a:pt x="12" y="45"/>
                </a:lnTo>
                <a:lnTo>
                  <a:pt x="12" y="55"/>
                </a:lnTo>
                <a:lnTo>
                  <a:pt x="0" y="55"/>
                </a:lnTo>
                <a:moveTo>
                  <a:pt x="0" y="45"/>
                </a:moveTo>
                <a:lnTo>
                  <a:pt x="0" y="33"/>
                </a:lnTo>
                <a:lnTo>
                  <a:pt x="12" y="33"/>
                </a:lnTo>
                <a:lnTo>
                  <a:pt x="12" y="45"/>
                </a:lnTo>
                <a:lnTo>
                  <a:pt x="0" y="45"/>
                </a:lnTo>
                <a:moveTo>
                  <a:pt x="0" y="33"/>
                </a:moveTo>
                <a:lnTo>
                  <a:pt x="0" y="23"/>
                </a:lnTo>
                <a:lnTo>
                  <a:pt x="12" y="23"/>
                </a:lnTo>
                <a:lnTo>
                  <a:pt x="12" y="33"/>
                </a:lnTo>
                <a:lnTo>
                  <a:pt x="0" y="33"/>
                </a:lnTo>
                <a:moveTo>
                  <a:pt x="0" y="23"/>
                </a:moveTo>
                <a:lnTo>
                  <a:pt x="0" y="12"/>
                </a:lnTo>
                <a:lnTo>
                  <a:pt x="12" y="12"/>
                </a:lnTo>
                <a:lnTo>
                  <a:pt x="12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9" y="8"/>
                </a:lnTo>
                <a:lnTo>
                  <a:pt x="14" y="18"/>
                </a:lnTo>
                <a:lnTo>
                  <a:pt x="3" y="13"/>
                </a:lnTo>
                <a:lnTo>
                  <a:pt x="6" y="8"/>
                </a:lnTo>
                <a:lnTo>
                  <a:pt x="12" y="8"/>
                </a:lnTo>
                <a:lnTo>
                  <a:pt x="12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5536080" y="2050920"/>
            <a:ext cx="764640" cy="215280"/>
          </a:xfrm>
          <a:custGeom>
            <a:avLst/>
            <a:gdLst/>
            <a:ahLst/>
            <a:rect l="0" t="0" r="r" b="b"/>
            <a:pathLst>
              <a:path fill="none" w="2124" h="598">
                <a:moveTo>
                  <a:pt x="0" y="598"/>
                </a:moveTo>
                <a:lnTo>
                  <a:pt x="189" y="497"/>
                </a:lnTo>
                <a:cubicBezTo>
                  <a:pt x="378" y="398"/>
                  <a:pt x="757" y="199"/>
                  <a:pt x="1002" y="99"/>
                </a:cubicBezTo>
                <a:cubicBezTo>
                  <a:pt x="1246" y="0"/>
                  <a:pt x="1357" y="0"/>
                  <a:pt x="1468" y="0"/>
                </a:cubicBezTo>
                <a:cubicBezTo>
                  <a:pt x="1578" y="0"/>
                  <a:pt x="1689" y="0"/>
                  <a:pt x="1798" y="0"/>
                </a:cubicBezTo>
                <a:cubicBezTo>
                  <a:pt x="1908" y="0"/>
                  <a:pt x="2016" y="0"/>
                  <a:pt x="2070" y="0"/>
                </a:cubicBezTo>
                <a:lnTo>
                  <a:pt x="2124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6281280" y="20318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6279480" y="202860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9"/>
                </a:moveTo>
                <a:lnTo>
                  <a:pt x="27" y="13"/>
                </a:lnTo>
                <a:lnTo>
                  <a:pt x="22" y="23"/>
                </a:lnTo>
                <a:lnTo>
                  <a:pt x="12" y="18"/>
                </a:lnTo>
                <a:lnTo>
                  <a:pt x="17" y="9"/>
                </a:lnTo>
                <a:moveTo>
                  <a:pt x="27" y="13"/>
                </a:moveTo>
                <a:lnTo>
                  <a:pt x="36" y="18"/>
                </a:lnTo>
                <a:lnTo>
                  <a:pt x="31" y="28"/>
                </a:lnTo>
                <a:lnTo>
                  <a:pt x="22" y="23"/>
                </a:lnTo>
                <a:lnTo>
                  <a:pt x="27" y="13"/>
                </a:lnTo>
                <a:moveTo>
                  <a:pt x="36" y="18"/>
                </a:moveTo>
                <a:lnTo>
                  <a:pt x="46" y="23"/>
                </a:lnTo>
                <a:lnTo>
                  <a:pt x="41" y="32"/>
                </a:lnTo>
                <a:lnTo>
                  <a:pt x="31" y="28"/>
                </a:lnTo>
                <a:lnTo>
                  <a:pt x="36" y="18"/>
                </a:lnTo>
                <a:moveTo>
                  <a:pt x="46" y="23"/>
                </a:moveTo>
                <a:lnTo>
                  <a:pt x="55" y="28"/>
                </a:lnTo>
                <a:lnTo>
                  <a:pt x="50" y="37"/>
                </a:lnTo>
                <a:lnTo>
                  <a:pt x="41" y="32"/>
                </a:lnTo>
                <a:lnTo>
                  <a:pt x="46" y="23"/>
                </a:lnTo>
                <a:moveTo>
                  <a:pt x="55" y="28"/>
                </a:moveTo>
                <a:lnTo>
                  <a:pt x="65" y="32"/>
                </a:lnTo>
                <a:lnTo>
                  <a:pt x="60" y="42"/>
                </a:lnTo>
                <a:lnTo>
                  <a:pt x="50" y="37"/>
                </a:lnTo>
                <a:lnTo>
                  <a:pt x="55" y="28"/>
                </a:lnTo>
                <a:moveTo>
                  <a:pt x="65" y="32"/>
                </a:moveTo>
                <a:lnTo>
                  <a:pt x="74" y="37"/>
                </a:lnTo>
                <a:lnTo>
                  <a:pt x="69" y="47"/>
                </a:lnTo>
                <a:lnTo>
                  <a:pt x="60" y="42"/>
                </a:lnTo>
                <a:lnTo>
                  <a:pt x="65" y="32"/>
                </a:lnTo>
                <a:moveTo>
                  <a:pt x="74" y="37"/>
                </a:moveTo>
                <a:lnTo>
                  <a:pt x="84" y="42"/>
                </a:lnTo>
                <a:lnTo>
                  <a:pt x="79" y="51"/>
                </a:lnTo>
                <a:lnTo>
                  <a:pt x="69" y="47"/>
                </a:lnTo>
                <a:lnTo>
                  <a:pt x="74" y="37"/>
                </a:lnTo>
                <a:moveTo>
                  <a:pt x="84" y="42"/>
                </a:moveTo>
                <a:lnTo>
                  <a:pt x="94" y="47"/>
                </a:lnTo>
                <a:lnTo>
                  <a:pt x="89" y="56"/>
                </a:lnTo>
                <a:lnTo>
                  <a:pt x="79" y="51"/>
                </a:lnTo>
                <a:lnTo>
                  <a:pt x="84" y="42"/>
                </a:lnTo>
                <a:moveTo>
                  <a:pt x="94" y="47"/>
                </a:moveTo>
                <a:lnTo>
                  <a:pt x="104" y="51"/>
                </a:lnTo>
                <a:lnTo>
                  <a:pt x="99" y="61"/>
                </a:lnTo>
                <a:lnTo>
                  <a:pt x="89" y="56"/>
                </a:lnTo>
                <a:lnTo>
                  <a:pt x="94" y="47"/>
                </a:lnTo>
                <a:moveTo>
                  <a:pt x="104" y="51"/>
                </a:moveTo>
                <a:lnTo>
                  <a:pt x="113" y="56"/>
                </a:lnTo>
                <a:lnTo>
                  <a:pt x="108" y="66"/>
                </a:lnTo>
                <a:lnTo>
                  <a:pt x="99" y="61"/>
                </a:lnTo>
                <a:lnTo>
                  <a:pt x="104" y="51"/>
                </a:lnTo>
                <a:moveTo>
                  <a:pt x="113" y="56"/>
                </a:moveTo>
                <a:lnTo>
                  <a:pt x="124" y="62"/>
                </a:lnTo>
                <a:lnTo>
                  <a:pt x="107" y="70"/>
                </a:lnTo>
                <a:lnTo>
                  <a:pt x="102" y="61"/>
                </a:lnTo>
                <a:lnTo>
                  <a:pt x="110" y="57"/>
                </a:lnTo>
                <a:lnTo>
                  <a:pt x="112" y="62"/>
                </a:lnTo>
                <a:lnTo>
                  <a:pt x="110" y="66"/>
                </a:lnTo>
                <a:lnTo>
                  <a:pt x="108" y="66"/>
                </a:lnTo>
                <a:lnTo>
                  <a:pt x="113" y="56"/>
                </a:lnTo>
                <a:moveTo>
                  <a:pt x="107" y="70"/>
                </a:moveTo>
                <a:lnTo>
                  <a:pt x="97" y="75"/>
                </a:lnTo>
                <a:lnTo>
                  <a:pt x="93" y="66"/>
                </a:lnTo>
                <a:lnTo>
                  <a:pt x="102" y="61"/>
                </a:lnTo>
                <a:lnTo>
                  <a:pt x="107" y="70"/>
                </a:lnTo>
                <a:moveTo>
                  <a:pt x="97" y="75"/>
                </a:moveTo>
                <a:lnTo>
                  <a:pt x="88" y="80"/>
                </a:lnTo>
                <a:lnTo>
                  <a:pt x="82" y="70"/>
                </a:lnTo>
                <a:lnTo>
                  <a:pt x="93" y="66"/>
                </a:lnTo>
                <a:lnTo>
                  <a:pt x="97" y="75"/>
                </a:lnTo>
                <a:moveTo>
                  <a:pt x="88" y="80"/>
                </a:moveTo>
                <a:lnTo>
                  <a:pt x="77" y="86"/>
                </a:lnTo>
                <a:lnTo>
                  <a:pt x="73" y="75"/>
                </a:lnTo>
                <a:lnTo>
                  <a:pt x="82" y="70"/>
                </a:lnTo>
                <a:lnTo>
                  <a:pt x="88" y="80"/>
                </a:lnTo>
                <a:moveTo>
                  <a:pt x="77" y="86"/>
                </a:moveTo>
                <a:lnTo>
                  <a:pt x="68" y="90"/>
                </a:lnTo>
                <a:lnTo>
                  <a:pt x="63" y="80"/>
                </a:lnTo>
                <a:lnTo>
                  <a:pt x="73" y="75"/>
                </a:lnTo>
                <a:lnTo>
                  <a:pt x="77" y="86"/>
                </a:lnTo>
                <a:moveTo>
                  <a:pt x="68" y="90"/>
                </a:moveTo>
                <a:lnTo>
                  <a:pt x="58" y="95"/>
                </a:lnTo>
                <a:lnTo>
                  <a:pt x="54" y="86"/>
                </a:lnTo>
                <a:lnTo>
                  <a:pt x="63" y="80"/>
                </a:lnTo>
                <a:lnTo>
                  <a:pt x="68" y="90"/>
                </a:lnTo>
                <a:moveTo>
                  <a:pt x="58" y="95"/>
                </a:moveTo>
                <a:lnTo>
                  <a:pt x="49" y="100"/>
                </a:lnTo>
                <a:lnTo>
                  <a:pt x="44" y="90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0"/>
                </a:lnTo>
                <a:lnTo>
                  <a:pt x="49" y="100"/>
                </a:lnTo>
                <a:moveTo>
                  <a:pt x="39" y="105"/>
                </a:moveTo>
                <a:lnTo>
                  <a:pt x="30" y="109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09"/>
                </a:moveTo>
                <a:lnTo>
                  <a:pt x="21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09"/>
                </a:lnTo>
                <a:moveTo>
                  <a:pt x="21" y="114"/>
                </a:moveTo>
                <a:lnTo>
                  <a:pt x="11" y="119"/>
                </a:lnTo>
                <a:lnTo>
                  <a:pt x="6" y="109"/>
                </a:lnTo>
                <a:lnTo>
                  <a:pt x="16" y="105"/>
                </a:lnTo>
                <a:lnTo>
                  <a:pt x="21" y="114"/>
                </a:lnTo>
                <a:moveTo>
                  <a:pt x="11" y="119"/>
                </a:moveTo>
                <a:lnTo>
                  <a:pt x="0" y="124"/>
                </a:lnTo>
                <a:lnTo>
                  <a:pt x="0" y="109"/>
                </a:lnTo>
                <a:lnTo>
                  <a:pt x="11" y="109"/>
                </a:lnTo>
                <a:lnTo>
                  <a:pt x="11" y="116"/>
                </a:lnTo>
                <a:lnTo>
                  <a:pt x="5" y="116"/>
                </a:lnTo>
                <a:lnTo>
                  <a:pt x="3" y="111"/>
                </a:lnTo>
                <a:lnTo>
                  <a:pt x="6" y="109"/>
                </a:lnTo>
                <a:lnTo>
                  <a:pt x="11" y="119"/>
                </a:lnTo>
                <a:moveTo>
                  <a:pt x="0" y="109"/>
                </a:moveTo>
                <a:lnTo>
                  <a:pt x="0" y="98"/>
                </a:lnTo>
                <a:lnTo>
                  <a:pt x="11" y="98"/>
                </a:lnTo>
                <a:lnTo>
                  <a:pt x="11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8"/>
                </a:lnTo>
                <a:lnTo>
                  <a:pt x="11" y="88"/>
                </a:lnTo>
                <a:lnTo>
                  <a:pt x="11" y="98"/>
                </a:lnTo>
                <a:lnTo>
                  <a:pt x="0" y="98"/>
                </a:lnTo>
                <a:moveTo>
                  <a:pt x="0" y="88"/>
                </a:moveTo>
                <a:lnTo>
                  <a:pt x="0" y="76"/>
                </a:lnTo>
                <a:lnTo>
                  <a:pt x="11" y="76"/>
                </a:lnTo>
                <a:lnTo>
                  <a:pt x="11" y="88"/>
                </a:lnTo>
                <a:lnTo>
                  <a:pt x="0" y="88"/>
                </a:lnTo>
                <a:moveTo>
                  <a:pt x="0" y="76"/>
                </a:moveTo>
                <a:lnTo>
                  <a:pt x="0" y="66"/>
                </a:lnTo>
                <a:lnTo>
                  <a:pt x="11" y="66"/>
                </a:lnTo>
                <a:lnTo>
                  <a:pt x="11" y="76"/>
                </a:lnTo>
                <a:lnTo>
                  <a:pt x="0" y="76"/>
                </a:lnTo>
                <a:moveTo>
                  <a:pt x="0" y="66"/>
                </a:moveTo>
                <a:lnTo>
                  <a:pt x="0" y="55"/>
                </a:lnTo>
                <a:lnTo>
                  <a:pt x="11" y="55"/>
                </a:lnTo>
                <a:lnTo>
                  <a:pt x="11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4"/>
                </a:lnTo>
                <a:lnTo>
                  <a:pt x="11" y="44"/>
                </a:lnTo>
                <a:lnTo>
                  <a:pt x="11" y="55"/>
                </a:lnTo>
                <a:lnTo>
                  <a:pt x="0" y="55"/>
                </a:lnTo>
                <a:moveTo>
                  <a:pt x="0" y="44"/>
                </a:moveTo>
                <a:lnTo>
                  <a:pt x="0" y="34"/>
                </a:lnTo>
                <a:lnTo>
                  <a:pt x="11" y="34"/>
                </a:lnTo>
                <a:lnTo>
                  <a:pt x="11" y="44"/>
                </a:lnTo>
                <a:lnTo>
                  <a:pt x="0" y="44"/>
                </a:lnTo>
                <a:moveTo>
                  <a:pt x="0" y="34"/>
                </a:moveTo>
                <a:lnTo>
                  <a:pt x="0" y="23"/>
                </a:lnTo>
                <a:lnTo>
                  <a:pt x="11" y="23"/>
                </a:lnTo>
                <a:lnTo>
                  <a:pt x="11" y="34"/>
                </a:lnTo>
                <a:lnTo>
                  <a:pt x="0" y="34"/>
                </a:lnTo>
                <a:moveTo>
                  <a:pt x="0" y="23"/>
                </a:moveTo>
                <a:lnTo>
                  <a:pt x="0" y="12"/>
                </a:lnTo>
                <a:lnTo>
                  <a:pt x="11" y="12"/>
                </a:lnTo>
                <a:lnTo>
                  <a:pt x="11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9"/>
                </a:lnTo>
                <a:lnTo>
                  <a:pt x="12" y="18"/>
                </a:lnTo>
                <a:lnTo>
                  <a:pt x="3" y="13"/>
                </a:lnTo>
                <a:lnTo>
                  <a:pt x="5" y="9"/>
                </a:lnTo>
                <a:lnTo>
                  <a:pt x="11" y="9"/>
                </a:lnTo>
                <a:lnTo>
                  <a:pt x="11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614520" y="2265840"/>
            <a:ext cx="1189800" cy="250920"/>
          </a:xfrm>
          <a:custGeom>
            <a:avLst/>
            <a:gdLst/>
            <a:ahLst/>
            <a:rect l="0" t="0" r="r" b="b"/>
            <a:pathLst>
              <a:path w="3305" h="697">
                <a:moveTo>
                  <a:pt x="0" y="0"/>
                </a:moveTo>
                <a:lnTo>
                  <a:pt x="3305" y="0"/>
                </a:lnTo>
                <a:lnTo>
                  <a:pt x="3305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614520" y="2265840"/>
            <a:ext cx="1189800" cy="250920"/>
          </a:xfrm>
          <a:custGeom>
            <a:avLst/>
            <a:gdLst/>
            <a:ahLst/>
            <a:rect l="0" t="0" r="r" b="b"/>
            <a:pathLst>
              <a:path w="3305" h="697">
                <a:moveTo>
                  <a:pt x="0" y="0"/>
                </a:moveTo>
                <a:lnTo>
                  <a:pt x="3305" y="0"/>
                </a:lnTo>
                <a:lnTo>
                  <a:pt x="3305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2890440" y="1792440"/>
            <a:ext cx="7232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Onderwijsontwerper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042640" y="2265840"/>
            <a:ext cx="1008000" cy="250920"/>
          </a:xfrm>
          <a:custGeom>
            <a:avLst/>
            <a:gdLst/>
            <a:ahLst/>
            <a:rect l="0" t="0" r="r" b="b"/>
            <a:pathLst>
              <a:path w="2800" h="697">
                <a:moveTo>
                  <a:pt x="0" y="0"/>
                </a:moveTo>
                <a:lnTo>
                  <a:pt x="2800" y="0"/>
                </a:lnTo>
                <a:lnTo>
                  <a:pt x="2800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2042640" y="2265840"/>
            <a:ext cx="1008000" cy="250920"/>
          </a:xfrm>
          <a:custGeom>
            <a:avLst/>
            <a:gdLst/>
            <a:ahLst/>
            <a:rect l="0" t="0" r="r" b="b"/>
            <a:pathLst>
              <a:path w="2800" h="697">
                <a:moveTo>
                  <a:pt x="0" y="0"/>
                </a:moveTo>
                <a:lnTo>
                  <a:pt x="2800" y="0"/>
                </a:lnTo>
                <a:lnTo>
                  <a:pt x="2800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758160" y="2347560"/>
            <a:ext cx="10339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Kwaliﬁcatiekader analyseren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289320" y="2211840"/>
            <a:ext cx="1242000" cy="358560"/>
          </a:xfrm>
          <a:custGeom>
            <a:avLst/>
            <a:gdLst/>
            <a:ahLst/>
            <a:rect l="0" t="0" r="r" b="b"/>
            <a:pathLst>
              <a:path w="3450" h="996">
                <a:moveTo>
                  <a:pt x="0" y="0"/>
                </a:moveTo>
                <a:lnTo>
                  <a:pt x="3450" y="0"/>
                </a:lnTo>
                <a:lnTo>
                  <a:pt x="3450" y="996"/>
                </a:lnTo>
                <a:lnTo>
                  <a:pt x="0" y="99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289320" y="2211840"/>
            <a:ext cx="1242000" cy="358560"/>
          </a:xfrm>
          <a:custGeom>
            <a:avLst/>
            <a:gdLst/>
            <a:ahLst/>
            <a:rect l="0" t="0" r="r" b="b"/>
            <a:pathLst>
              <a:path w="3450" h="996">
                <a:moveTo>
                  <a:pt x="0" y="0"/>
                </a:moveTo>
                <a:lnTo>
                  <a:pt x="3450" y="0"/>
                </a:lnTo>
                <a:lnTo>
                  <a:pt x="3450" y="996"/>
                </a:lnTo>
                <a:lnTo>
                  <a:pt x="0" y="99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2186280" y="2347560"/>
            <a:ext cx="8010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Opleiding speciﬁceren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3578400" y="2293920"/>
            <a:ext cx="7383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Onderwijseenheden 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4769640" y="2265840"/>
            <a:ext cx="1055880" cy="250920"/>
          </a:xfrm>
          <a:custGeom>
            <a:avLst/>
            <a:gdLst/>
            <a:ahLst/>
            <a:rect l="0" t="0" r="r" b="b"/>
            <a:pathLst>
              <a:path w="2933" h="697">
                <a:moveTo>
                  <a:pt x="0" y="0"/>
                </a:moveTo>
                <a:lnTo>
                  <a:pt x="2933" y="0"/>
                </a:lnTo>
                <a:lnTo>
                  <a:pt x="293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769640" y="2265840"/>
            <a:ext cx="1055880" cy="250920"/>
          </a:xfrm>
          <a:custGeom>
            <a:avLst/>
            <a:gdLst/>
            <a:ahLst/>
            <a:rect l="0" t="0" r="r" b="b"/>
            <a:pathLst>
              <a:path w="2933" h="697">
                <a:moveTo>
                  <a:pt x="0" y="0"/>
                </a:moveTo>
                <a:lnTo>
                  <a:pt x="2933" y="0"/>
                </a:lnTo>
                <a:lnTo>
                  <a:pt x="293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726360" y="2403720"/>
            <a:ext cx="4136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6302880" y="2606040"/>
            <a:ext cx="1151280" cy="250920"/>
          </a:xfrm>
          <a:custGeom>
            <a:avLst/>
            <a:gdLst/>
            <a:ahLst/>
            <a:rect l="0" t="0" r="r" b="b"/>
            <a:pathLst>
              <a:path w="3198" h="697">
                <a:moveTo>
                  <a:pt x="0" y="0"/>
                </a:moveTo>
                <a:lnTo>
                  <a:pt x="3198" y="0"/>
                </a:lnTo>
                <a:lnTo>
                  <a:pt x="3198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6302880" y="2606040"/>
            <a:ext cx="1151280" cy="250920"/>
          </a:xfrm>
          <a:custGeom>
            <a:avLst/>
            <a:gdLst/>
            <a:ahLst/>
            <a:rect l="0" t="0" r="r" b="b"/>
            <a:pathLst>
              <a:path w="3198" h="697">
                <a:moveTo>
                  <a:pt x="0" y="0"/>
                </a:moveTo>
                <a:lnTo>
                  <a:pt x="3198" y="0"/>
                </a:lnTo>
                <a:lnTo>
                  <a:pt x="3198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913280" y="2347560"/>
            <a:ext cx="8557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Speciﬁcaties publiceren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7692840" y="2606040"/>
            <a:ext cx="1027080" cy="250920"/>
          </a:xfrm>
          <a:custGeom>
            <a:avLst/>
            <a:gdLst/>
            <a:ahLst/>
            <a:rect l="0" t="0" r="r" b="b"/>
            <a:pathLst>
              <a:path w="2853" h="697">
                <a:moveTo>
                  <a:pt x="0" y="0"/>
                </a:moveTo>
                <a:lnTo>
                  <a:pt x="2853" y="0"/>
                </a:lnTo>
                <a:lnTo>
                  <a:pt x="285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7692840" y="2606040"/>
            <a:ext cx="1027080" cy="250920"/>
          </a:xfrm>
          <a:custGeom>
            <a:avLst/>
            <a:gdLst/>
            <a:ahLst/>
            <a:rect l="0" t="0" r="r" b="b"/>
            <a:pathLst>
              <a:path w="2853" h="697">
                <a:moveTo>
                  <a:pt x="0" y="0"/>
                </a:moveTo>
                <a:lnTo>
                  <a:pt x="2853" y="0"/>
                </a:lnTo>
                <a:lnTo>
                  <a:pt x="285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446160" y="2687760"/>
            <a:ext cx="9806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Leergelegenheid uitwerken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6319440" y="1925280"/>
            <a:ext cx="1118160" cy="251280"/>
          </a:xfrm>
          <a:custGeom>
            <a:avLst/>
            <a:gdLst/>
            <a:ahLst/>
            <a:rect l="0" t="0" r="r" b="b"/>
            <a:pathLst>
              <a:path w="3106" h="698">
                <a:moveTo>
                  <a:pt x="0" y="0"/>
                </a:moveTo>
                <a:lnTo>
                  <a:pt x="3106" y="0"/>
                </a:lnTo>
                <a:lnTo>
                  <a:pt x="3106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6319440" y="1925280"/>
            <a:ext cx="1118160" cy="251280"/>
          </a:xfrm>
          <a:custGeom>
            <a:avLst/>
            <a:gdLst/>
            <a:ahLst/>
            <a:rect l="0" t="0" r="r" b="b"/>
            <a:pathLst>
              <a:path w="3106" h="698">
                <a:moveTo>
                  <a:pt x="0" y="0"/>
                </a:moveTo>
                <a:lnTo>
                  <a:pt x="3106" y="0"/>
                </a:lnTo>
                <a:lnTo>
                  <a:pt x="3106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836120" y="2687760"/>
            <a:ext cx="83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Leermiddelen inrichten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7740360" y="1925280"/>
            <a:ext cx="931680" cy="251280"/>
          </a:xfrm>
          <a:custGeom>
            <a:avLst/>
            <a:gdLst/>
            <a:ahLst/>
            <a:rect l="0" t="0" r="r" b="b"/>
            <a:pathLst>
              <a:path w="2588" h="698">
                <a:moveTo>
                  <a:pt x="0" y="0"/>
                </a:moveTo>
                <a:lnTo>
                  <a:pt x="2588" y="0"/>
                </a:lnTo>
                <a:lnTo>
                  <a:pt x="2588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7740360" y="1925280"/>
            <a:ext cx="931680" cy="251280"/>
          </a:xfrm>
          <a:custGeom>
            <a:avLst/>
            <a:gdLst/>
            <a:ahLst/>
            <a:rect l="0" t="0" r="r" b="b"/>
            <a:pathLst>
              <a:path w="2588" h="698">
                <a:moveTo>
                  <a:pt x="0" y="0"/>
                </a:moveTo>
                <a:lnTo>
                  <a:pt x="2588" y="0"/>
                </a:lnTo>
                <a:lnTo>
                  <a:pt x="2588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463080" y="2007360"/>
            <a:ext cx="92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Strategische jaarplanning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56840" y="3181320"/>
            <a:ext cx="2734200" cy="962280"/>
          </a:xfrm>
          <a:custGeom>
            <a:avLst/>
            <a:gdLst/>
            <a:ahLst/>
            <a:rect l="0" t="0" r="r" b="b"/>
            <a:pathLst>
              <a:path w="7595" h="2673">
                <a:moveTo>
                  <a:pt x="0" y="0"/>
                </a:moveTo>
                <a:lnTo>
                  <a:pt x="7595" y="0"/>
                </a:lnTo>
                <a:lnTo>
                  <a:pt x="7595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3181320"/>
            <a:ext cx="2734200" cy="38160"/>
          </a:xfrm>
          <a:custGeom>
            <a:avLst/>
            <a:gdLst/>
            <a:ahLst/>
            <a:rect l="0" t="0" r="r" b="b"/>
            <a:pathLst>
              <a:path w="7595" h="106">
                <a:moveTo>
                  <a:pt x="0" y="0"/>
                </a:moveTo>
                <a:lnTo>
                  <a:pt x="7595" y="0"/>
                </a:lnTo>
                <a:lnTo>
                  <a:pt x="759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456840" y="413352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181320" y="318132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105"/>
                </a:moveTo>
                <a:lnTo>
                  <a:pt x="0" y="2673"/>
                </a:lnTo>
                <a:lnTo>
                  <a:pt x="27" y="2673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5684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11440" y="3321000"/>
            <a:ext cx="224280" cy="224280"/>
          </a:xfrm>
          <a:custGeom>
            <a:avLst/>
            <a:gdLst/>
            <a:ahLst/>
            <a:rect l="0" t="0" r="r" b="b"/>
            <a:pathLst>
              <a:path w="623" h="623">
                <a:moveTo>
                  <a:pt x="623" y="623"/>
                </a:moveTo>
                <a:lnTo>
                  <a:pt x="578" y="623"/>
                </a:lnTo>
                <a:lnTo>
                  <a:pt x="578" y="512"/>
                </a:lnTo>
                <a:cubicBezTo>
                  <a:pt x="578" y="497"/>
                  <a:pt x="575" y="483"/>
                  <a:pt x="570" y="470"/>
                </a:cubicBezTo>
                <a:cubicBezTo>
                  <a:pt x="564" y="456"/>
                  <a:pt x="556" y="444"/>
                  <a:pt x="546" y="434"/>
                </a:cubicBezTo>
                <a:cubicBezTo>
                  <a:pt x="535" y="423"/>
                  <a:pt x="522" y="414"/>
                  <a:pt x="509" y="408"/>
                </a:cubicBezTo>
                <a:cubicBezTo>
                  <a:pt x="495" y="403"/>
                  <a:pt x="481" y="400"/>
                  <a:pt x="466" y="400"/>
                </a:cubicBezTo>
                <a:lnTo>
                  <a:pt x="466" y="356"/>
                </a:lnTo>
                <a:cubicBezTo>
                  <a:pt x="476" y="356"/>
                  <a:pt x="486" y="357"/>
                  <a:pt x="496" y="359"/>
                </a:cubicBezTo>
                <a:cubicBezTo>
                  <a:pt x="507" y="361"/>
                  <a:pt x="516" y="364"/>
                  <a:pt x="526" y="367"/>
                </a:cubicBezTo>
                <a:cubicBezTo>
                  <a:pt x="536" y="371"/>
                  <a:pt x="545" y="376"/>
                  <a:pt x="554" y="382"/>
                </a:cubicBezTo>
                <a:cubicBezTo>
                  <a:pt x="562" y="387"/>
                  <a:pt x="570" y="394"/>
                  <a:pt x="577" y="401"/>
                </a:cubicBezTo>
                <a:cubicBezTo>
                  <a:pt x="584" y="408"/>
                  <a:pt x="591" y="417"/>
                  <a:pt x="596" y="426"/>
                </a:cubicBezTo>
                <a:cubicBezTo>
                  <a:pt x="602" y="434"/>
                  <a:pt x="607" y="443"/>
                  <a:pt x="611" y="453"/>
                </a:cubicBezTo>
                <a:cubicBezTo>
                  <a:pt x="615" y="462"/>
                  <a:pt x="618" y="472"/>
                  <a:pt x="620" y="482"/>
                </a:cubicBezTo>
                <a:cubicBezTo>
                  <a:pt x="622" y="492"/>
                  <a:pt x="623" y="502"/>
                  <a:pt x="623" y="512"/>
                </a:cubicBezTo>
                <a:lnTo>
                  <a:pt x="623" y="623"/>
                </a:lnTo>
                <a:moveTo>
                  <a:pt x="444" y="623"/>
                </a:moveTo>
                <a:lnTo>
                  <a:pt x="400" y="623"/>
                </a:lnTo>
                <a:lnTo>
                  <a:pt x="400" y="512"/>
                </a:lnTo>
                <a:cubicBezTo>
                  <a:pt x="399" y="497"/>
                  <a:pt x="397" y="483"/>
                  <a:pt x="391" y="470"/>
                </a:cubicBezTo>
                <a:cubicBezTo>
                  <a:pt x="385" y="456"/>
                  <a:pt x="377" y="444"/>
                  <a:pt x="367" y="434"/>
                </a:cubicBezTo>
                <a:cubicBezTo>
                  <a:pt x="357" y="423"/>
                  <a:pt x="344" y="414"/>
                  <a:pt x="331" y="408"/>
                </a:cubicBezTo>
                <a:cubicBezTo>
                  <a:pt x="317" y="403"/>
                  <a:pt x="303" y="400"/>
                  <a:pt x="288" y="400"/>
                </a:cubicBezTo>
                <a:lnTo>
                  <a:pt x="155" y="400"/>
                </a:lnTo>
                <a:cubicBezTo>
                  <a:pt x="140" y="400"/>
                  <a:pt x="126" y="403"/>
                  <a:pt x="113" y="408"/>
                </a:cubicBezTo>
                <a:cubicBezTo>
                  <a:pt x="99" y="414"/>
                  <a:pt x="87" y="423"/>
                  <a:pt x="77" y="434"/>
                </a:cubicBezTo>
                <a:cubicBezTo>
                  <a:pt x="66" y="444"/>
                  <a:pt x="58" y="456"/>
                  <a:pt x="52" y="470"/>
                </a:cubicBezTo>
                <a:cubicBezTo>
                  <a:pt x="47" y="483"/>
                  <a:pt x="44" y="497"/>
                  <a:pt x="44" y="512"/>
                </a:cubicBezTo>
                <a:lnTo>
                  <a:pt x="44" y="623"/>
                </a:lnTo>
                <a:lnTo>
                  <a:pt x="0" y="623"/>
                </a:lnTo>
                <a:lnTo>
                  <a:pt x="0" y="512"/>
                </a:lnTo>
                <a:cubicBezTo>
                  <a:pt x="0" y="502"/>
                  <a:pt x="1" y="492"/>
                  <a:pt x="3" y="482"/>
                </a:cubicBezTo>
                <a:cubicBezTo>
                  <a:pt x="5" y="472"/>
                  <a:pt x="8" y="462"/>
                  <a:pt x="11" y="453"/>
                </a:cubicBezTo>
                <a:cubicBezTo>
                  <a:pt x="15" y="443"/>
                  <a:pt x="20" y="434"/>
                  <a:pt x="26" y="426"/>
                </a:cubicBezTo>
                <a:cubicBezTo>
                  <a:pt x="31" y="417"/>
                  <a:pt x="38" y="408"/>
                  <a:pt x="45" y="401"/>
                </a:cubicBezTo>
                <a:cubicBezTo>
                  <a:pt x="52" y="394"/>
                  <a:pt x="60" y="387"/>
                  <a:pt x="69" y="382"/>
                </a:cubicBezTo>
                <a:cubicBezTo>
                  <a:pt x="77" y="376"/>
                  <a:pt x="86" y="371"/>
                  <a:pt x="96" y="367"/>
                </a:cubicBezTo>
                <a:cubicBezTo>
                  <a:pt x="105" y="364"/>
                  <a:pt x="115" y="361"/>
                  <a:pt x="125" y="359"/>
                </a:cubicBezTo>
                <a:cubicBezTo>
                  <a:pt x="135" y="357"/>
                  <a:pt x="145" y="356"/>
                  <a:pt x="155" y="356"/>
                </a:cubicBezTo>
                <a:lnTo>
                  <a:pt x="288" y="356"/>
                </a:lnTo>
                <a:cubicBezTo>
                  <a:pt x="299" y="356"/>
                  <a:pt x="309" y="357"/>
                  <a:pt x="319" y="359"/>
                </a:cubicBezTo>
                <a:cubicBezTo>
                  <a:pt x="329" y="361"/>
                  <a:pt x="338" y="364"/>
                  <a:pt x="348" y="367"/>
                </a:cubicBezTo>
                <a:cubicBezTo>
                  <a:pt x="357" y="371"/>
                  <a:pt x="366" y="376"/>
                  <a:pt x="375" y="382"/>
                </a:cubicBezTo>
                <a:cubicBezTo>
                  <a:pt x="383" y="387"/>
                  <a:pt x="391" y="394"/>
                  <a:pt x="398" y="401"/>
                </a:cubicBezTo>
                <a:cubicBezTo>
                  <a:pt x="406" y="408"/>
                  <a:pt x="412" y="417"/>
                  <a:pt x="418" y="426"/>
                </a:cubicBezTo>
                <a:cubicBezTo>
                  <a:pt x="423" y="434"/>
                  <a:pt x="428" y="443"/>
                  <a:pt x="432" y="453"/>
                </a:cubicBezTo>
                <a:cubicBezTo>
                  <a:pt x="436" y="462"/>
                  <a:pt x="439" y="472"/>
                  <a:pt x="441" y="482"/>
                </a:cubicBezTo>
                <a:cubicBezTo>
                  <a:pt x="443" y="492"/>
                  <a:pt x="444" y="502"/>
                  <a:pt x="444" y="512"/>
                </a:cubicBezTo>
                <a:lnTo>
                  <a:pt x="444" y="623"/>
                </a:lnTo>
                <a:moveTo>
                  <a:pt x="400" y="0"/>
                </a:moveTo>
                <a:lnTo>
                  <a:pt x="400" y="44"/>
                </a:lnTo>
                <a:cubicBezTo>
                  <a:pt x="414" y="44"/>
                  <a:pt x="428" y="47"/>
                  <a:pt x="442" y="53"/>
                </a:cubicBezTo>
                <a:cubicBezTo>
                  <a:pt x="456" y="59"/>
                  <a:pt x="468" y="67"/>
                  <a:pt x="478" y="77"/>
                </a:cubicBezTo>
                <a:cubicBezTo>
                  <a:pt x="488" y="87"/>
                  <a:pt x="497" y="99"/>
                  <a:pt x="502" y="113"/>
                </a:cubicBezTo>
                <a:cubicBezTo>
                  <a:pt x="508" y="127"/>
                  <a:pt x="511" y="141"/>
                  <a:pt x="511" y="156"/>
                </a:cubicBezTo>
                <a:cubicBezTo>
                  <a:pt x="511" y="170"/>
                  <a:pt x="508" y="184"/>
                  <a:pt x="502" y="198"/>
                </a:cubicBezTo>
                <a:cubicBezTo>
                  <a:pt x="497" y="212"/>
                  <a:pt x="488" y="224"/>
                  <a:pt x="478" y="234"/>
                </a:cubicBezTo>
                <a:cubicBezTo>
                  <a:pt x="468" y="245"/>
                  <a:pt x="456" y="253"/>
                  <a:pt x="442" y="258"/>
                </a:cubicBezTo>
                <a:cubicBezTo>
                  <a:pt x="428" y="264"/>
                  <a:pt x="414" y="267"/>
                  <a:pt x="400" y="267"/>
                </a:cubicBezTo>
                <a:lnTo>
                  <a:pt x="400" y="311"/>
                </a:lnTo>
                <a:cubicBezTo>
                  <a:pt x="410" y="311"/>
                  <a:pt x="420" y="310"/>
                  <a:pt x="430" y="308"/>
                </a:cubicBezTo>
                <a:cubicBezTo>
                  <a:pt x="440" y="306"/>
                  <a:pt x="450" y="303"/>
                  <a:pt x="459" y="299"/>
                </a:cubicBezTo>
                <a:cubicBezTo>
                  <a:pt x="468" y="295"/>
                  <a:pt x="477" y="291"/>
                  <a:pt x="486" y="285"/>
                </a:cubicBezTo>
                <a:cubicBezTo>
                  <a:pt x="494" y="279"/>
                  <a:pt x="502" y="273"/>
                  <a:pt x="509" y="266"/>
                </a:cubicBezTo>
                <a:cubicBezTo>
                  <a:pt x="517" y="258"/>
                  <a:pt x="523" y="250"/>
                  <a:pt x="529" y="242"/>
                </a:cubicBezTo>
                <a:cubicBezTo>
                  <a:pt x="536" y="233"/>
                  <a:pt x="540" y="224"/>
                  <a:pt x="544" y="215"/>
                </a:cubicBezTo>
                <a:cubicBezTo>
                  <a:pt x="548" y="206"/>
                  <a:pt x="551" y="196"/>
                  <a:pt x="553" y="186"/>
                </a:cubicBezTo>
                <a:cubicBezTo>
                  <a:pt x="555" y="176"/>
                  <a:pt x="556" y="166"/>
                  <a:pt x="556" y="156"/>
                </a:cubicBezTo>
                <a:cubicBezTo>
                  <a:pt x="556" y="145"/>
                  <a:pt x="555" y="135"/>
                  <a:pt x="553" y="125"/>
                </a:cubicBezTo>
                <a:cubicBezTo>
                  <a:pt x="551" y="115"/>
                  <a:pt x="548" y="105"/>
                  <a:pt x="544" y="96"/>
                </a:cubicBezTo>
                <a:cubicBezTo>
                  <a:pt x="540" y="87"/>
                  <a:pt x="536" y="78"/>
                  <a:pt x="529" y="69"/>
                </a:cubicBezTo>
                <a:cubicBezTo>
                  <a:pt x="523" y="61"/>
                  <a:pt x="517" y="53"/>
                  <a:pt x="509" y="46"/>
                </a:cubicBezTo>
                <a:cubicBezTo>
                  <a:pt x="502" y="38"/>
                  <a:pt x="494" y="32"/>
                  <a:pt x="486" y="26"/>
                </a:cubicBezTo>
                <a:cubicBezTo>
                  <a:pt x="477" y="21"/>
                  <a:pt x="468" y="16"/>
                  <a:pt x="459" y="12"/>
                </a:cubicBezTo>
                <a:cubicBezTo>
                  <a:pt x="450" y="8"/>
                  <a:pt x="440" y="5"/>
                  <a:pt x="430" y="3"/>
                </a:cubicBezTo>
                <a:cubicBezTo>
                  <a:pt x="420" y="1"/>
                  <a:pt x="410" y="0"/>
                  <a:pt x="400" y="0"/>
                </a:cubicBezTo>
                <a:moveTo>
                  <a:pt x="222" y="44"/>
                </a:moveTo>
                <a:cubicBezTo>
                  <a:pt x="236" y="44"/>
                  <a:pt x="251" y="47"/>
                  <a:pt x="264" y="53"/>
                </a:cubicBezTo>
                <a:cubicBezTo>
                  <a:pt x="278" y="59"/>
                  <a:pt x="290" y="67"/>
                  <a:pt x="300" y="77"/>
                </a:cubicBezTo>
                <a:cubicBezTo>
                  <a:pt x="311" y="87"/>
                  <a:pt x="319" y="99"/>
                  <a:pt x="324" y="113"/>
                </a:cubicBezTo>
                <a:cubicBezTo>
                  <a:pt x="330" y="127"/>
                  <a:pt x="333" y="141"/>
                  <a:pt x="333" y="156"/>
                </a:cubicBezTo>
                <a:cubicBezTo>
                  <a:pt x="333" y="170"/>
                  <a:pt x="330" y="184"/>
                  <a:pt x="324" y="198"/>
                </a:cubicBezTo>
                <a:cubicBezTo>
                  <a:pt x="319" y="212"/>
                  <a:pt x="311" y="224"/>
                  <a:pt x="300" y="234"/>
                </a:cubicBezTo>
                <a:cubicBezTo>
                  <a:pt x="290" y="245"/>
                  <a:pt x="278" y="253"/>
                  <a:pt x="264" y="258"/>
                </a:cubicBezTo>
                <a:cubicBezTo>
                  <a:pt x="251" y="264"/>
                  <a:pt x="236" y="267"/>
                  <a:pt x="222" y="267"/>
                </a:cubicBezTo>
                <a:cubicBezTo>
                  <a:pt x="207" y="267"/>
                  <a:pt x="193" y="264"/>
                  <a:pt x="179" y="258"/>
                </a:cubicBezTo>
                <a:cubicBezTo>
                  <a:pt x="166" y="253"/>
                  <a:pt x="154" y="245"/>
                  <a:pt x="143" y="234"/>
                </a:cubicBezTo>
                <a:cubicBezTo>
                  <a:pt x="133" y="224"/>
                  <a:pt x="125" y="212"/>
                  <a:pt x="119" y="198"/>
                </a:cubicBezTo>
                <a:cubicBezTo>
                  <a:pt x="113" y="184"/>
                  <a:pt x="111" y="170"/>
                  <a:pt x="111" y="156"/>
                </a:cubicBezTo>
                <a:cubicBezTo>
                  <a:pt x="111" y="141"/>
                  <a:pt x="113" y="127"/>
                  <a:pt x="119" y="113"/>
                </a:cubicBezTo>
                <a:cubicBezTo>
                  <a:pt x="125" y="99"/>
                  <a:pt x="133" y="87"/>
                  <a:pt x="143" y="77"/>
                </a:cubicBezTo>
                <a:cubicBezTo>
                  <a:pt x="154" y="67"/>
                  <a:pt x="166" y="59"/>
                  <a:pt x="179" y="53"/>
                </a:cubicBezTo>
                <a:cubicBezTo>
                  <a:pt x="193" y="47"/>
                  <a:pt x="207" y="44"/>
                  <a:pt x="222" y="44"/>
                </a:cubicBezTo>
                <a:moveTo>
                  <a:pt x="222" y="0"/>
                </a:moveTo>
                <a:cubicBezTo>
                  <a:pt x="212" y="0"/>
                  <a:pt x="201" y="1"/>
                  <a:pt x="191" y="3"/>
                </a:cubicBezTo>
                <a:cubicBezTo>
                  <a:pt x="181" y="5"/>
                  <a:pt x="172" y="8"/>
                  <a:pt x="162" y="12"/>
                </a:cubicBezTo>
                <a:cubicBezTo>
                  <a:pt x="153" y="16"/>
                  <a:pt x="144" y="21"/>
                  <a:pt x="135" y="26"/>
                </a:cubicBezTo>
                <a:cubicBezTo>
                  <a:pt x="127" y="32"/>
                  <a:pt x="119" y="38"/>
                  <a:pt x="112" y="46"/>
                </a:cubicBezTo>
                <a:cubicBezTo>
                  <a:pt x="105" y="53"/>
                  <a:pt x="98" y="61"/>
                  <a:pt x="92" y="69"/>
                </a:cubicBezTo>
                <a:cubicBezTo>
                  <a:pt x="87" y="78"/>
                  <a:pt x="82" y="87"/>
                  <a:pt x="78" y="96"/>
                </a:cubicBezTo>
                <a:cubicBezTo>
                  <a:pt x="74" y="105"/>
                  <a:pt x="71" y="115"/>
                  <a:pt x="69" y="125"/>
                </a:cubicBezTo>
                <a:cubicBezTo>
                  <a:pt x="67" y="135"/>
                  <a:pt x="66" y="145"/>
                  <a:pt x="66" y="156"/>
                </a:cubicBezTo>
                <a:cubicBezTo>
                  <a:pt x="66" y="166"/>
                  <a:pt x="67" y="176"/>
                  <a:pt x="69" y="186"/>
                </a:cubicBezTo>
                <a:cubicBezTo>
                  <a:pt x="71" y="196"/>
                  <a:pt x="74" y="206"/>
                  <a:pt x="78" y="215"/>
                </a:cubicBezTo>
                <a:cubicBezTo>
                  <a:pt x="82" y="224"/>
                  <a:pt x="87" y="233"/>
                  <a:pt x="92" y="242"/>
                </a:cubicBezTo>
                <a:cubicBezTo>
                  <a:pt x="98" y="250"/>
                  <a:pt x="105" y="258"/>
                  <a:pt x="112" y="266"/>
                </a:cubicBezTo>
                <a:cubicBezTo>
                  <a:pt x="119" y="273"/>
                  <a:pt x="127" y="279"/>
                  <a:pt x="135" y="285"/>
                </a:cubicBezTo>
                <a:cubicBezTo>
                  <a:pt x="144" y="291"/>
                  <a:pt x="153" y="295"/>
                  <a:pt x="162" y="299"/>
                </a:cubicBezTo>
                <a:cubicBezTo>
                  <a:pt x="172" y="303"/>
                  <a:pt x="181" y="306"/>
                  <a:pt x="191" y="308"/>
                </a:cubicBezTo>
                <a:cubicBezTo>
                  <a:pt x="201" y="310"/>
                  <a:pt x="212" y="311"/>
                  <a:pt x="222" y="311"/>
                </a:cubicBezTo>
                <a:cubicBezTo>
                  <a:pt x="232" y="311"/>
                  <a:pt x="242" y="310"/>
                  <a:pt x="252" y="308"/>
                </a:cubicBezTo>
                <a:cubicBezTo>
                  <a:pt x="262" y="306"/>
                  <a:pt x="272" y="303"/>
                  <a:pt x="281" y="299"/>
                </a:cubicBezTo>
                <a:cubicBezTo>
                  <a:pt x="291" y="295"/>
                  <a:pt x="300" y="291"/>
                  <a:pt x="308" y="285"/>
                </a:cubicBezTo>
                <a:cubicBezTo>
                  <a:pt x="317" y="279"/>
                  <a:pt x="324" y="273"/>
                  <a:pt x="332" y="266"/>
                </a:cubicBezTo>
                <a:cubicBezTo>
                  <a:pt x="339" y="258"/>
                  <a:pt x="345" y="250"/>
                  <a:pt x="351" y="242"/>
                </a:cubicBezTo>
                <a:cubicBezTo>
                  <a:pt x="357" y="233"/>
                  <a:pt x="362" y="224"/>
                  <a:pt x="365" y="215"/>
                </a:cubicBezTo>
                <a:cubicBezTo>
                  <a:pt x="369" y="206"/>
                  <a:pt x="372" y="196"/>
                  <a:pt x="374" y="186"/>
                </a:cubicBezTo>
                <a:cubicBezTo>
                  <a:pt x="376" y="176"/>
                  <a:pt x="377" y="166"/>
                  <a:pt x="377" y="156"/>
                </a:cubicBezTo>
                <a:cubicBezTo>
                  <a:pt x="377" y="145"/>
                  <a:pt x="376" y="135"/>
                  <a:pt x="374" y="125"/>
                </a:cubicBezTo>
                <a:cubicBezTo>
                  <a:pt x="372" y="115"/>
                  <a:pt x="369" y="105"/>
                  <a:pt x="365" y="96"/>
                </a:cubicBezTo>
                <a:cubicBezTo>
                  <a:pt x="362" y="87"/>
                  <a:pt x="357" y="78"/>
                  <a:pt x="351" y="69"/>
                </a:cubicBezTo>
                <a:cubicBezTo>
                  <a:pt x="345" y="61"/>
                  <a:pt x="339" y="53"/>
                  <a:pt x="332" y="46"/>
                </a:cubicBezTo>
                <a:cubicBezTo>
                  <a:pt x="324" y="38"/>
                  <a:pt x="317" y="32"/>
                  <a:pt x="308" y="26"/>
                </a:cubicBezTo>
                <a:cubicBezTo>
                  <a:pt x="300" y="21"/>
                  <a:pt x="291" y="16"/>
                  <a:pt x="281" y="12"/>
                </a:cubicBezTo>
                <a:cubicBezTo>
                  <a:pt x="272" y="8"/>
                  <a:pt x="262" y="5"/>
                  <a:pt x="252" y="3"/>
                </a:cubicBezTo>
                <a:cubicBezTo>
                  <a:pt x="242" y="1"/>
                  <a:pt x="232" y="0"/>
                  <a:pt x="222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884000" y="2007360"/>
            <a:ext cx="7171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Team-inzetplanning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20200" y="3606480"/>
            <a:ext cx="96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Zeven rollen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295440" y="3181320"/>
            <a:ext cx="2743560" cy="962280"/>
          </a:xfrm>
          <a:custGeom>
            <a:avLst/>
            <a:gdLst/>
            <a:ahLst/>
            <a:rect l="0" t="0" r="r" b="b"/>
            <a:pathLst>
              <a:path w="7621" h="2673">
                <a:moveTo>
                  <a:pt x="0" y="0"/>
                </a:moveTo>
                <a:lnTo>
                  <a:pt x="7621" y="0"/>
                </a:lnTo>
                <a:lnTo>
                  <a:pt x="7621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295440" y="3181320"/>
            <a:ext cx="2743560" cy="38160"/>
          </a:xfrm>
          <a:custGeom>
            <a:avLst/>
            <a:gdLst/>
            <a:ahLst/>
            <a:rect l="0" t="0" r="r" b="b"/>
            <a:pathLst>
              <a:path w="7621" h="106">
                <a:moveTo>
                  <a:pt x="0" y="0"/>
                </a:moveTo>
                <a:lnTo>
                  <a:pt x="7621" y="0"/>
                </a:lnTo>
                <a:lnTo>
                  <a:pt x="762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295440" y="41335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6029280" y="318132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105"/>
                </a:moveTo>
                <a:lnTo>
                  <a:pt x="0" y="2673"/>
                </a:lnTo>
                <a:lnTo>
                  <a:pt x="27" y="2673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29544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4567320" y="3321000"/>
            <a:ext cx="216360" cy="216360"/>
          </a:xfrm>
          <a:custGeom>
            <a:avLst/>
            <a:gdLst/>
            <a:ahLst/>
            <a:rect l="0" t="0" r="r" b="b"/>
            <a:pathLst>
              <a:path w="601" h="601">
                <a:moveTo>
                  <a:pt x="556" y="357"/>
                </a:moveTo>
                <a:lnTo>
                  <a:pt x="423" y="357"/>
                </a:lnTo>
                <a:cubicBezTo>
                  <a:pt x="417" y="357"/>
                  <a:pt x="411" y="358"/>
                  <a:pt x="406" y="360"/>
                </a:cubicBezTo>
                <a:cubicBezTo>
                  <a:pt x="401" y="362"/>
                  <a:pt x="396" y="365"/>
                  <a:pt x="392" y="370"/>
                </a:cubicBezTo>
                <a:cubicBezTo>
                  <a:pt x="387" y="374"/>
                  <a:pt x="384" y="379"/>
                  <a:pt x="382" y="384"/>
                </a:cubicBezTo>
                <a:cubicBezTo>
                  <a:pt x="380" y="389"/>
                  <a:pt x="379" y="395"/>
                  <a:pt x="379" y="401"/>
                </a:cubicBezTo>
                <a:lnTo>
                  <a:pt x="379" y="445"/>
                </a:lnTo>
                <a:lnTo>
                  <a:pt x="254" y="445"/>
                </a:lnTo>
                <a:lnTo>
                  <a:pt x="155" y="347"/>
                </a:lnTo>
                <a:lnTo>
                  <a:pt x="155" y="223"/>
                </a:lnTo>
                <a:lnTo>
                  <a:pt x="201" y="223"/>
                </a:lnTo>
                <a:cubicBezTo>
                  <a:pt x="207" y="223"/>
                  <a:pt x="212" y="222"/>
                  <a:pt x="218" y="220"/>
                </a:cubicBezTo>
                <a:cubicBezTo>
                  <a:pt x="223" y="218"/>
                  <a:pt x="228" y="214"/>
                  <a:pt x="232" y="210"/>
                </a:cubicBezTo>
                <a:cubicBezTo>
                  <a:pt x="236" y="206"/>
                  <a:pt x="240" y="201"/>
                  <a:pt x="242" y="196"/>
                </a:cubicBezTo>
                <a:cubicBezTo>
                  <a:pt x="244" y="190"/>
                  <a:pt x="245" y="185"/>
                  <a:pt x="245" y="179"/>
                </a:cubicBezTo>
                <a:lnTo>
                  <a:pt x="245" y="44"/>
                </a:lnTo>
                <a:cubicBezTo>
                  <a:pt x="245" y="39"/>
                  <a:pt x="244" y="33"/>
                  <a:pt x="242" y="27"/>
                </a:cubicBezTo>
                <a:cubicBezTo>
                  <a:pt x="240" y="22"/>
                  <a:pt x="236" y="17"/>
                  <a:pt x="232" y="13"/>
                </a:cubicBezTo>
                <a:cubicBezTo>
                  <a:pt x="228" y="9"/>
                  <a:pt x="223" y="6"/>
                  <a:pt x="218" y="3"/>
                </a:cubicBezTo>
                <a:cubicBezTo>
                  <a:pt x="212" y="1"/>
                  <a:pt x="207" y="0"/>
                  <a:pt x="201" y="0"/>
                </a:cubicBezTo>
                <a:lnTo>
                  <a:pt x="66" y="0"/>
                </a:lnTo>
                <a:cubicBezTo>
                  <a:pt x="61" y="0"/>
                  <a:pt x="55" y="1"/>
                  <a:pt x="49" y="3"/>
                </a:cubicBezTo>
                <a:cubicBezTo>
                  <a:pt x="44" y="6"/>
                  <a:pt x="39" y="9"/>
                  <a:pt x="35" y="13"/>
                </a:cubicBezTo>
                <a:cubicBezTo>
                  <a:pt x="31" y="17"/>
                  <a:pt x="28" y="22"/>
                  <a:pt x="25" y="27"/>
                </a:cubicBezTo>
                <a:cubicBezTo>
                  <a:pt x="23" y="33"/>
                  <a:pt x="22" y="39"/>
                  <a:pt x="22" y="44"/>
                </a:cubicBezTo>
                <a:lnTo>
                  <a:pt x="22" y="179"/>
                </a:lnTo>
                <a:cubicBezTo>
                  <a:pt x="22" y="185"/>
                  <a:pt x="23" y="190"/>
                  <a:pt x="25" y="196"/>
                </a:cubicBezTo>
                <a:cubicBezTo>
                  <a:pt x="28" y="201"/>
                  <a:pt x="31" y="206"/>
                  <a:pt x="35" y="210"/>
                </a:cubicBezTo>
                <a:cubicBezTo>
                  <a:pt x="39" y="214"/>
                  <a:pt x="44" y="218"/>
                  <a:pt x="49" y="220"/>
                </a:cubicBezTo>
                <a:cubicBezTo>
                  <a:pt x="55" y="222"/>
                  <a:pt x="61" y="223"/>
                  <a:pt x="66" y="223"/>
                </a:cubicBezTo>
                <a:lnTo>
                  <a:pt x="111" y="223"/>
                </a:lnTo>
                <a:lnTo>
                  <a:pt x="111" y="347"/>
                </a:lnTo>
                <a:lnTo>
                  <a:pt x="6" y="452"/>
                </a:lnTo>
                <a:cubicBezTo>
                  <a:pt x="2" y="456"/>
                  <a:pt x="0" y="461"/>
                  <a:pt x="0" y="468"/>
                </a:cubicBezTo>
                <a:cubicBezTo>
                  <a:pt x="0" y="474"/>
                  <a:pt x="2" y="479"/>
                  <a:pt x="6" y="483"/>
                </a:cubicBezTo>
                <a:lnTo>
                  <a:pt x="117" y="594"/>
                </a:lnTo>
                <a:cubicBezTo>
                  <a:pt x="122" y="599"/>
                  <a:pt x="127" y="601"/>
                  <a:pt x="133" y="601"/>
                </a:cubicBezTo>
                <a:cubicBezTo>
                  <a:pt x="139" y="601"/>
                  <a:pt x="144" y="599"/>
                  <a:pt x="149" y="594"/>
                </a:cubicBezTo>
                <a:lnTo>
                  <a:pt x="254" y="490"/>
                </a:lnTo>
                <a:lnTo>
                  <a:pt x="379" y="490"/>
                </a:lnTo>
                <a:lnTo>
                  <a:pt x="379" y="534"/>
                </a:lnTo>
                <a:cubicBezTo>
                  <a:pt x="379" y="540"/>
                  <a:pt x="380" y="546"/>
                  <a:pt x="382" y="551"/>
                </a:cubicBezTo>
                <a:cubicBezTo>
                  <a:pt x="384" y="557"/>
                  <a:pt x="387" y="562"/>
                  <a:pt x="392" y="566"/>
                </a:cubicBezTo>
                <a:cubicBezTo>
                  <a:pt x="396" y="570"/>
                  <a:pt x="401" y="573"/>
                  <a:pt x="406" y="575"/>
                </a:cubicBezTo>
                <a:cubicBezTo>
                  <a:pt x="411" y="578"/>
                  <a:pt x="417" y="579"/>
                  <a:pt x="423" y="579"/>
                </a:cubicBezTo>
                <a:lnTo>
                  <a:pt x="556" y="579"/>
                </a:lnTo>
                <a:cubicBezTo>
                  <a:pt x="562" y="579"/>
                  <a:pt x="568" y="578"/>
                  <a:pt x="573" y="575"/>
                </a:cubicBezTo>
                <a:cubicBezTo>
                  <a:pt x="579" y="573"/>
                  <a:pt x="584" y="570"/>
                  <a:pt x="588" y="566"/>
                </a:cubicBezTo>
                <a:cubicBezTo>
                  <a:pt x="592" y="562"/>
                  <a:pt x="595" y="557"/>
                  <a:pt x="597" y="551"/>
                </a:cubicBezTo>
                <a:cubicBezTo>
                  <a:pt x="600" y="546"/>
                  <a:pt x="601" y="540"/>
                  <a:pt x="601" y="534"/>
                </a:cubicBezTo>
                <a:lnTo>
                  <a:pt x="601" y="401"/>
                </a:lnTo>
                <a:cubicBezTo>
                  <a:pt x="601" y="395"/>
                  <a:pt x="600" y="389"/>
                  <a:pt x="597" y="384"/>
                </a:cubicBezTo>
                <a:cubicBezTo>
                  <a:pt x="595" y="379"/>
                  <a:pt x="592" y="374"/>
                  <a:pt x="588" y="370"/>
                </a:cubicBezTo>
                <a:cubicBezTo>
                  <a:pt x="584" y="365"/>
                  <a:pt x="579" y="362"/>
                  <a:pt x="573" y="360"/>
                </a:cubicBezTo>
                <a:cubicBezTo>
                  <a:pt x="568" y="358"/>
                  <a:pt x="562" y="357"/>
                  <a:pt x="556" y="357"/>
                </a:cubicBezTo>
                <a:moveTo>
                  <a:pt x="66" y="44"/>
                </a:moveTo>
                <a:lnTo>
                  <a:pt x="201" y="44"/>
                </a:lnTo>
                <a:lnTo>
                  <a:pt x="201" y="179"/>
                </a:lnTo>
                <a:lnTo>
                  <a:pt x="66" y="179"/>
                </a:lnTo>
                <a:lnTo>
                  <a:pt x="66" y="44"/>
                </a:lnTo>
                <a:moveTo>
                  <a:pt x="133" y="547"/>
                </a:moveTo>
                <a:lnTo>
                  <a:pt x="53" y="468"/>
                </a:lnTo>
                <a:lnTo>
                  <a:pt x="133" y="388"/>
                </a:lnTo>
                <a:lnTo>
                  <a:pt x="214" y="468"/>
                </a:lnTo>
                <a:lnTo>
                  <a:pt x="133" y="547"/>
                </a:lnTo>
                <a:moveTo>
                  <a:pt x="423" y="534"/>
                </a:moveTo>
                <a:lnTo>
                  <a:pt x="423" y="401"/>
                </a:lnTo>
                <a:lnTo>
                  <a:pt x="556" y="401"/>
                </a:lnTo>
                <a:lnTo>
                  <a:pt x="556" y="534"/>
                </a:lnTo>
                <a:lnTo>
                  <a:pt x="423" y="53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125000" y="387108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van ontwerper tot student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305240" y="3606480"/>
            <a:ext cx="823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Acht fasen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6143400" y="3181320"/>
            <a:ext cx="2734200" cy="962280"/>
          </a:xfrm>
          <a:custGeom>
            <a:avLst/>
            <a:gdLst/>
            <a:ahLst/>
            <a:rect l="0" t="0" r="r" b="b"/>
            <a:pathLst>
              <a:path w="7595" h="2673">
                <a:moveTo>
                  <a:pt x="0" y="0"/>
                </a:moveTo>
                <a:lnTo>
                  <a:pt x="7595" y="0"/>
                </a:lnTo>
                <a:lnTo>
                  <a:pt x="7595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6143400" y="3181320"/>
            <a:ext cx="2734200" cy="38160"/>
          </a:xfrm>
          <a:custGeom>
            <a:avLst/>
            <a:gdLst/>
            <a:ahLst/>
            <a:rect l="0" t="0" r="r" b="b"/>
            <a:pathLst>
              <a:path w="7595" h="106">
                <a:moveTo>
                  <a:pt x="0" y="0"/>
                </a:moveTo>
                <a:lnTo>
                  <a:pt x="7595" y="0"/>
                </a:lnTo>
                <a:lnTo>
                  <a:pt x="759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6143400" y="413352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886752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105"/>
                </a:moveTo>
                <a:lnTo>
                  <a:pt x="0" y="2673"/>
                </a:lnTo>
                <a:lnTo>
                  <a:pt x="28" y="2673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614340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7525800" y="3469680"/>
            <a:ext cx="96120" cy="75600"/>
          </a:xfrm>
          <a:custGeom>
            <a:avLst/>
            <a:gdLst/>
            <a:ahLst/>
            <a:rect l="0" t="0" r="r" b="b"/>
            <a:pathLst>
              <a:path w="267" h="210">
                <a:moveTo>
                  <a:pt x="89" y="148"/>
                </a:moveTo>
                <a:lnTo>
                  <a:pt x="31" y="90"/>
                </a:lnTo>
                <a:lnTo>
                  <a:pt x="0" y="121"/>
                </a:lnTo>
                <a:lnTo>
                  <a:pt x="89" y="210"/>
                </a:lnTo>
                <a:lnTo>
                  <a:pt x="267" y="31"/>
                </a:lnTo>
                <a:lnTo>
                  <a:pt x="235" y="0"/>
                </a:lnTo>
                <a:lnTo>
                  <a:pt x="89" y="1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7421760" y="3321000"/>
            <a:ext cx="176400" cy="224280"/>
          </a:xfrm>
          <a:custGeom>
            <a:avLst/>
            <a:gdLst/>
            <a:ahLst/>
            <a:rect l="0" t="0" r="r" b="b"/>
            <a:pathLst>
              <a:path w="490" h="623">
                <a:moveTo>
                  <a:pt x="445" y="67"/>
                </a:moveTo>
                <a:lnTo>
                  <a:pt x="379" y="67"/>
                </a:lnTo>
                <a:lnTo>
                  <a:pt x="379" y="44"/>
                </a:lnTo>
                <a:cubicBezTo>
                  <a:pt x="379" y="39"/>
                  <a:pt x="377" y="33"/>
                  <a:pt x="375" y="27"/>
                </a:cubicBezTo>
                <a:cubicBezTo>
                  <a:pt x="373" y="22"/>
                  <a:pt x="370" y="17"/>
                  <a:pt x="366" y="13"/>
                </a:cubicBezTo>
                <a:cubicBezTo>
                  <a:pt x="361" y="9"/>
                  <a:pt x="357" y="6"/>
                  <a:pt x="351" y="3"/>
                </a:cubicBezTo>
                <a:cubicBezTo>
                  <a:pt x="346" y="1"/>
                  <a:pt x="340" y="0"/>
                  <a:pt x="334" y="0"/>
                </a:cubicBezTo>
                <a:lnTo>
                  <a:pt x="156" y="0"/>
                </a:lnTo>
                <a:cubicBezTo>
                  <a:pt x="150" y="0"/>
                  <a:pt x="145" y="1"/>
                  <a:pt x="139" y="3"/>
                </a:cubicBezTo>
                <a:cubicBezTo>
                  <a:pt x="134" y="6"/>
                  <a:pt x="129" y="9"/>
                  <a:pt x="125" y="13"/>
                </a:cubicBezTo>
                <a:cubicBezTo>
                  <a:pt x="120" y="17"/>
                  <a:pt x="117" y="22"/>
                  <a:pt x="114" y="27"/>
                </a:cubicBezTo>
                <a:cubicBezTo>
                  <a:pt x="112" y="33"/>
                  <a:pt x="111" y="39"/>
                  <a:pt x="111" y="44"/>
                </a:cubicBezTo>
                <a:lnTo>
                  <a:pt x="111" y="67"/>
                </a:lnTo>
                <a:lnTo>
                  <a:pt x="44" y="67"/>
                </a:lnTo>
                <a:cubicBezTo>
                  <a:pt x="38" y="67"/>
                  <a:pt x="33" y="68"/>
                  <a:pt x="27" y="70"/>
                </a:cubicBezTo>
                <a:cubicBezTo>
                  <a:pt x="22" y="72"/>
                  <a:pt x="17" y="76"/>
                  <a:pt x="13" y="80"/>
                </a:cubicBezTo>
                <a:cubicBezTo>
                  <a:pt x="9" y="84"/>
                  <a:pt x="5" y="89"/>
                  <a:pt x="3" y="94"/>
                </a:cubicBezTo>
                <a:cubicBezTo>
                  <a:pt x="1" y="100"/>
                  <a:pt x="0" y="105"/>
                  <a:pt x="0" y="111"/>
                </a:cubicBezTo>
                <a:lnTo>
                  <a:pt x="0" y="579"/>
                </a:lnTo>
                <a:cubicBezTo>
                  <a:pt x="0" y="585"/>
                  <a:pt x="1" y="590"/>
                  <a:pt x="3" y="596"/>
                </a:cubicBezTo>
                <a:cubicBezTo>
                  <a:pt x="5" y="601"/>
                  <a:pt x="9" y="606"/>
                  <a:pt x="13" y="610"/>
                </a:cubicBezTo>
                <a:cubicBezTo>
                  <a:pt x="17" y="614"/>
                  <a:pt x="22" y="617"/>
                  <a:pt x="27" y="620"/>
                </a:cubicBezTo>
                <a:cubicBezTo>
                  <a:pt x="33" y="622"/>
                  <a:pt x="38" y="623"/>
                  <a:pt x="44" y="623"/>
                </a:cubicBezTo>
                <a:lnTo>
                  <a:pt x="245" y="623"/>
                </a:lnTo>
                <a:lnTo>
                  <a:pt x="245" y="579"/>
                </a:lnTo>
                <a:lnTo>
                  <a:pt x="44" y="579"/>
                </a:lnTo>
                <a:lnTo>
                  <a:pt x="44" y="111"/>
                </a:lnTo>
                <a:lnTo>
                  <a:pt x="111" y="111"/>
                </a:lnTo>
                <a:lnTo>
                  <a:pt x="111" y="178"/>
                </a:lnTo>
                <a:lnTo>
                  <a:pt x="379" y="178"/>
                </a:lnTo>
                <a:lnTo>
                  <a:pt x="379" y="111"/>
                </a:lnTo>
                <a:lnTo>
                  <a:pt x="445" y="111"/>
                </a:lnTo>
                <a:lnTo>
                  <a:pt x="445" y="356"/>
                </a:lnTo>
                <a:lnTo>
                  <a:pt x="490" y="356"/>
                </a:lnTo>
                <a:lnTo>
                  <a:pt x="490" y="111"/>
                </a:lnTo>
                <a:cubicBezTo>
                  <a:pt x="490" y="105"/>
                  <a:pt x="489" y="100"/>
                  <a:pt x="486" y="94"/>
                </a:cubicBezTo>
                <a:cubicBezTo>
                  <a:pt x="484" y="89"/>
                  <a:pt x="481" y="84"/>
                  <a:pt x="477" y="80"/>
                </a:cubicBezTo>
                <a:cubicBezTo>
                  <a:pt x="472" y="76"/>
                  <a:pt x="468" y="72"/>
                  <a:pt x="462" y="70"/>
                </a:cubicBezTo>
                <a:cubicBezTo>
                  <a:pt x="457" y="68"/>
                  <a:pt x="451" y="67"/>
                  <a:pt x="445" y="67"/>
                </a:cubicBezTo>
                <a:moveTo>
                  <a:pt x="334" y="133"/>
                </a:moveTo>
                <a:lnTo>
                  <a:pt x="156" y="133"/>
                </a:lnTo>
                <a:lnTo>
                  <a:pt x="156" y="44"/>
                </a:lnTo>
                <a:lnTo>
                  <a:pt x="334" y="44"/>
                </a:lnTo>
                <a:lnTo>
                  <a:pt x="334" y="133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4124160" y="3871080"/>
            <a:ext cx="1216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ontwerp tot diploma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6856920" y="3606480"/>
            <a:ext cx="1550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Per stap vastgelegd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6933240" y="3871080"/>
            <a:ext cx="1311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wie, wat en waarheen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3757680" y="425160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67" name=""/>
          <p:cNvSpPr/>
          <p:nvPr/>
        </p:nvSpPr>
        <p:spPr>
          <a:xfrm>
            <a:off x="456840" y="3085920"/>
            <a:ext cx="4115160" cy="429120"/>
          </a:xfrm>
          <a:custGeom>
            <a:avLst/>
            <a:gdLst/>
            <a:ahLst/>
            <a:rect l="0" t="0" r="r" b="b"/>
            <a:pathLst>
              <a:path w="11431" h="1192">
                <a:moveTo>
                  <a:pt x="0" y="0"/>
                </a:moveTo>
                <a:lnTo>
                  <a:pt x="11431" y="0"/>
                </a:lnTo>
                <a:lnTo>
                  <a:pt x="1143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456840" y="30859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456840" y="350496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2280" y="30859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106"/>
                </a:moveTo>
                <a:lnTo>
                  <a:pt x="0" y="1192"/>
                </a:lnTo>
                <a:lnTo>
                  <a:pt x="27" y="119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456840" y="30859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0" y="1192"/>
                </a:lnTo>
                <a:lnTo>
                  <a:pt x="28" y="119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456840" y="3600360"/>
            <a:ext cx="4115160" cy="438480"/>
          </a:xfrm>
          <a:custGeom>
            <a:avLst/>
            <a:gdLst/>
            <a:ahLst/>
            <a:rect l="0" t="0" r="r" b="b"/>
            <a:pathLst>
              <a:path w="11431" h="1218">
                <a:moveTo>
                  <a:pt x="0" y="0"/>
                </a:moveTo>
                <a:lnTo>
                  <a:pt x="11431" y="0"/>
                </a:lnTo>
                <a:lnTo>
                  <a:pt x="1143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456840" y="36003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456840" y="40287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562280" y="3600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456840" y="3600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456840" y="18763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56840" y="18763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56840" y="29527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245736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5684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128880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726840" y="24206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2571480" y="18763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2571480" y="18763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2571480" y="29527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56228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57148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193400" y="26683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339192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2682360" y="24206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603720" y="3229920"/>
            <a:ext cx="3592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Afgeleid uit leerroute 1, gelegd naast 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5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296" name=""/>
          <p:cNvSpPr txBox="1"/>
          <p:nvPr/>
        </p:nvSpPr>
        <p:spPr>
          <a:xfrm>
            <a:off x="603720" y="375372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6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8" name="" descr=""/>
          <p:cNvPicPr/>
          <p:nvPr/>
        </p:nvPicPr>
        <p:blipFill>
          <a:blip r:embed="rId2"/>
          <a:stretch/>
        </p:blipFill>
        <p:spPr>
          <a:xfrm>
            <a:off x="466560" y="110484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309" name=""/>
          <p:cNvSpPr txBox="1"/>
          <p:nvPr/>
        </p:nvSpPr>
        <p:spPr>
          <a:xfrm>
            <a:off x="439920" y="42480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4762440" y="1552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762440" y="1552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762440" y="2304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8867520" y="1552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762440" y="1552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762440" y="2419200"/>
            <a:ext cx="4115160" cy="771840"/>
          </a:xfrm>
          <a:custGeom>
            <a:avLst/>
            <a:gdLst/>
            <a:ahLst/>
            <a:rect l="0" t="0" r="r" b="b"/>
            <a:pathLst>
              <a:path w="11431" h="2144">
                <a:moveTo>
                  <a:pt x="0" y="0"/>
                </a:moveTo>
                <a:lnTo>
                  <a:pt x="11431" y="0"/>
                </a:lnTo>
                <a:lnTo>
                  <a:pt x="11431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4762440" y="2419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762440" y="3181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8867520" y="24192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106"/>
                </a:moveTo>
                <a:lnTo>
                  <a:pt x="0" y="2144"/>
                </a:lnTo>
                <a:lnTo>
                  <a:pt x="28" y="214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4762440" y="24192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762440" y="329544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4762440" y="329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4762440" y="404784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8867520" y="32954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4762440" y="32954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457200" y="4368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4935600" y="176832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4935600" y="200304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4935600" y="2634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4935600" y="2869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4935600" y="351144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4935600" y="374616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3757680" y="46612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41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 txBox="1"/>
          <p:nvPr/>
        </p:nvSpPr>
        <p:spPr>
          <a:xfrm>
            <a:off x="439920" y="586800"/>
            <a:ext cx="4937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AMIGO van Edustandaard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1962360" y="1791360"/>
            <a:ext cx="311040" cy="254520"/>
          </a:xfrm>
          <a:custGeom>
            <a:avLst/>
            <a:gdLst/>
            <a:ahLst/>
            <a:rect l="0" t="0" r="r" b="b"/>
            <a:pathLst>
              <a:path fill="none" w="864" h="707">
                <a:moveTo>
                  <a:pt x="864" y="0"/>
                </a:moveTo>
                <a:lnTo>
                  <a:pt x="720" y="64"/>
                </a:lnTo>
                <a:cubicBezTo>
                  <a:pt x="577" y="128"/>
                  <a:pt x="289" y="256"/>
                  <a:pt x="144" y="374"/>
                </a:cubicBezTo>
                <a:cubicBezTo>
                  <a:pt x="0" y="492"/>
                  <a:pt x="0" y="599"/>
                  <a:pt x="0" y="653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1940400" y="202356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2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1936800" y="202104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7"/>
                </a:lnTo>
                <a:lnTo>
                  <a:pt x="117" y="26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8"/>
                </a:lnTo>
                <a:lnTo>
                  <a:pt x="112" y="37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9"/>
                </a:lnTo>
                <a:lnTo>
                  <a:pt x="106" y="48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5" y="70"/>
                </a:lnTo>
                <a:lnTo>
                  <a:pt x="101" y="59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90" y="81"/>
                </a:lnTo>
                <a:lnTo>
                  <a:pt x="95" y="70"/>
                </a:lnTo>
                <a:lnTo>
                  <a:pt x="106" y="75"/>
                </a:lnTo>
                <a:moveTo>
                  <a:pt x="101" y="86"/>
                </a:moveTo>
                <a:lnTo>
                  <a:pt x="95" y="97"/>
                </a:lnTo>
                <a:lnTo>
                  <a:pt x="83" y="92"/>
                </a:lnTo>
                <a:lnTo>
                  <a:pt x="90" y="81"/>
                </a:lnTo>
                <a:lnTo>
                  <a:pt x="101" y="86"/>
                </a:lnTo>
                <a:moveTo>
                  <a:pt x="95" y="97"/>
                </a:moveTo>
                <a:lnTo>
                  <a:pt x="90" y="108"/>
                </a:lnTo>
                <a:lnTo>
                  <a:pt x="78" y="103"/>
                </a:lnTo>
                <a:lnTo>
                  <a:pt x="83" y="92"/>
                </a:lnTo>
                <a:lnTo>
                  <a:pt x="95" y="97"/>
                </a:lnTo>
                <a:moveTo>
                  <a:pt x="90" y="108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90" y="108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4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29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0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0"/>
                </a:moveTo>
                <a:lnTo>
                  <a:pt x="39" y="79"/>
                </a:lnTo>
                <a:lnTo>
                  <a:pt x="50" y="74"/>
                </a:lnTo>
                <a:lnTo>
                  <a:pt x="56" y="85"/>
                </a:lnTo>
                <a:lnTo>
                  <a:pt x="45" y="90"/>
                </a:lnTo>
                <a:moveTo>
                  <a:pt x="39" y="79"/>
                </a:moveTo>
                <a:lnTo>
                  <a:pt x="34" y="68"/>
                </a:lnTo>
                <a:lnTo>
                  <a:pt x="45" y="63"/>
                </a:lnTo>
                <a:lnTo>
                  <a:pt x="50" y="74"/>
                </a:lnTo>
                <a:lnTo>
                  <a:pt x="39" y="79"/>
                </a:lnTo>
                <a:moveTo>
                  <a:pt x="34" y="68"/>
                </a:moveTo>
                <a:lnTo>
                  <a:pt x="28" y="57"/>
                </a:lnTo>
                <a:lnTo>
                  <a:pt x="39" y="52"/>
                </a:lnTo>
                <a:lnTo>
                  <a:pt x="45" y="63"/>
                </a:lnTo>
                <a:lnTo>
                  <a:pt x="34" y="68"/>
                </a:lnTo>
                <a:moveTo>
                  <a:pt x="28" y="57"/>
                </a:moveTo>
                <a:lnTo>
                  <a:pt x="23" y="46"/>
                </a:lnTo>
                <a:lnTo>
                  <a:pt x="34" y="41"/>
                </a:lnTo>
                <a:lnTo>
                  <a:pt x="39" y="52"/>
                </a:lnTo>
                <a:lnTo>
                  <a:pt x="28" y="57"/>
                </a:lnTo>
                <a:moveTo>
                  <a:pt x="23" y="46"/>
                </a:moveTo>
                <a:lnTo>
                  <a:pt x="17" y="35"/>
                </a:lnTo>
                <a:lnTo>
                  <a:pt x="28" y="30"/>
                </a:lnTo>
                <a:lnTo>
                  <a:pt x="34" y="41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9"/>
                </a:lnTo>
                <a:lnTo>
                  <a:pt x="28" y="30"/>
                </a:lnTo>
                <a:lnTo>
                  <a:pt x="17" y="35"/>
                </a:lnTo>
                <a:moveTo>
                  <a:pt x="12" y="24"/>
                </a:moveTo>
                <a:lnTo>
                  <a:pt x="7" y="13"/>
                </a:lnTo>
                <a:lnTo>
                  <a:pt x="17" y="8"/>
                </a:lnTo>
                <a:lnTo>
                  <a:pt x="23" y="19"/>
                </a:lnTo>
                <a:lnTo>
                  <a:pt x="12" y="24"/>
                </a:lnTo>
                <a:moveTo>
                  <a:pt x="7" y="13"/>
                </a:moveTo>
                <a:lnTo>
                  <a:pt x="0" y="0"/>
                </a:lnTo>
                <a:lnTo>
                  <a:pt x="18" y="0"/>
                </a:lnTo>
                <a:lnTo>
                  <a:pt x="18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7" y="8"/>
                </a:lnTo>
                <a:lnTo>
                  <a:pt x="7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3"/>
                </a:lnTo>
                <a:lnTo>
                  <a:pt x="18" y="13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3"/>
                </a:lnTo>
                <a:lnTo>
                  <a:pt x="30" y="13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3"/>
                </a:lnTo>
                <a:lnTo>
                  <a:pt x="42" y="13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3"/>
                </a:lnTo>
                <a:lnTo>
                  <a:pt x="55" y="13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3"/>
                </a:lnTo>
                <a:lnTo>
                  <a:pt x="67" y="13"/>
                </a:lnTo>
                <a:lnTo>
                  <a:pt x="67" y="0"/>
                </a:lnTo>
                <a:moveTo>
                  <a:pt x="79" y="0"/>
                </a:moveTo>
                <a:lnTo>
                  <a:pt x="93" y="0"/>
                </a:lnTo>
                <a:lnTo>
                  <a:pt x="93" y="13"/>
                </a:lnTo>
                <a:lnTo>
                  <a:pt x="79" y="13"/>
                </a:lnTo>
                <a:lnTo>
                  <a:pt x="79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3"/>
                </a:lnTo>
                <a:lnTo>
                  <a:pt x="93" y="13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2925360" y="1791360"/>
            <a:ext cx="310680" cy="254520"/>
          </a:xfrm>
          <a:custGeom>
            <a:avLst/>
            <a:gdLst/>
            <a:ahLst/>
            <a:rect l="0" t="0" r="r" b="b"/>
            <a:pathLst>
              <a:path fill="none" w="863" h="707">
                <a:moveTo>
                  <a:pt x="0" y="0"/>
                </a:moveTo>
                <a:lnTo>
                  <a:pt x="144" y="64"/>
                </a:lnTo>
                <a:cubicBezTo>
                  <a:pt x="288" y="128"/>
                  <a:pt x="576" y="256"/>
                  <a:pt x="720" y="374"/>
                </a:cubicBezTo>
                <a:cubicBezTo>
                  <a:pt x="863" y="492"/>
                  <a:pt x="863" y="599"/>
                  <a:pt x="863" y="653"/>
                </a:cubicBezTo>
                <a:lnTo>
                  <a:pt x="863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3213720" y="202356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2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210120" y="202104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7"/>
                </a:lnTo>
                <a:lnTo>
                  <a:pt x="117" y="26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8"/>
                </a:lnTo>
                <a:lnTo>
                  <a:pt x="112" y="37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9"/>
                </a:lnTo>
                <a:lnTo>
                  <a:pt x="106" y="48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4" y="70"/>
                </a:lnTo>
                <a:lnTo>
                  <a:pt x="101" y="59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89" y="81"/>
                </a:lnTo>
                <a:lnTo>
                  <a:pt x="94" y="70"/>
                </a:lnTo>
                <a:lnTo>
                  <a:pt x="106" y="75"/>
                </a:lnTo>
                <a:moveTo>
                  <a:pt x="101" y="86"/>
                </a:moveTo>
                <a:lnTo>
                  <a:pt x="94" y="97"/>
                </a:lnTo>
                <a:lnTo>
                  <a:pt x="83" y="92"/>
                </a:lnTo>
                <a:lnTo>
                  <a:pt x="89" y="81"/>
                </a:lnTo>
                <a:lnTo>
                  <a:pt x="101" y="86"/>
                </a:lnTo>
                <a:moveTo>
                  <a:pt x="94" y="97"/>
                </a:moveTo>
                <a:lnTo>
                  <a:pt x="89" y="108"/>
                </a:lnTo>
                <a:lnTo>
                  <a:pt x="78" y="103"/>
                </a:lnTo>
                <a:lnTo>
                  <a:pt x="83" y="92"/>
                </a:lnTo>
                <a:lnTo>
                  <a:pt x="94" y="97"/>
                </a:lnTo>
                <a:moveTo>
                  <a:pt x="89" y="108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89" y="108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4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29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0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0"/>
                </a:moveTo>
                <a:lnTo>
                  <a:pt x="39" y="79"/>
                </a:lnTo>
                <a:lnTo>
                  <a:pt x="50" y="74"/>
                </a:lnTo>
                <a:lnTo>
                  <a:pt x="56" y="85"/>
                </a:lnTo>
                <a:lnTo>
                  <a:pt x="45" y="90"/>
                </a:lnTo>
                <a:moveTo>
                  <a:pt x="39" y="79"/>
                </a:moveTo>
                <a:lnTo>
                  <a:pt x="34" y="68"/>
                </a:lnTo>
                <a:lnTo>
                  <a:pt x="45" y="63"/>
                </a:lnTo>
                <a:lnTo>
                  <a:pt x="50" y="74"/>
                </a:lnTo>
                <a:lnTo>
                  <a:pt x="39" y="79"/>
                </a:lnTo>
                <a:moveTo>
                  <a:pt x="34" y="68"/>
                </a:moveTo>
                <a:lnTo>
                  <a:pt x="28" y="57"/>
                </a:lnTo>
                <a:lnTo>
                  <a:pt x="39" y="52"/>
                </a:lnTo>
                <a:lnTo>
                  <a:pt x="45" y="63"/>
                </a:lnTo>
                <a:lnTo>
                  <a:pt x="34" y="68"/>
                </a:lnTo>
                <a:moveTo>
                  <a:pt x="28" y="57"/>
                </a:moveTo>
                <a:lnTo>
                  <a:pt x="23" y="46"/>
                </a:lnTo>
                <a:lnTo>
                  <a:pt x="34" y="41"/>
                </a:lnTo>
                <a:lnTo>
                  <a:pt x="39" y="52"/>
                </a:lnTo>
                <a:lnTo>
                  <a:pt x="28" y="57"/>
                </a:lnTo>
                <a:moveTo>
                  <a:pt x="23" y="46"/>
                </a:moveTo>
                <a:lnTo>
                  <a:pt x="17" y="35"/>
                </a:lnTo>
                <a:lnTo>
                  <a:pt x="28" y="30"/>
                </a:lnTo>
                <a:lnTo>
                  <a:pt x="34" y="41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9"/>
                </a:lnTo>
                <a:lnTo>
                  <a:pt x="28" y="30"/>
                </a:lnTo>
                <a:lnTo>
                  <a:pt x="17" y="35"/>
                </a:lnTo>
                <a:moveTo>
                  <a:pt x="12" y="24"/>
                </a:moveTo>
                <a:lnTo>
                  <a:pt x="6" y="13"/>
                </a:lnTo>
                <a:lnTo>
                  <a:pt x="17" y="8"/>
                </a:lnTo>
                <a:lnTo>
                  <a:pt x="23" y="19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3"/>
                </a:lnTo>
                <a:lnTo>
                  <a:pt x="10" y="13"/>
                </a:lnTo>
                <a:lnTo>
                  <a:pt x="10" y="7"/>
                </a:lnTo>
                <a:lnTo>
                  <a:pt x="15" y="4"/>
                </a:lnTo>
                <a:lnTo>
                  <a:pt x="17" y="8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3"/>
                </a:lnTo>
                <a:lnTo>
                  <a:pt x="18" y="13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3"/>
                </a:lnTo>
                <a:lnTo>
                  <a:pt x="30" y="13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3"/>
                </a:lnTo>
                <a:lnTo>
                  <a:pt x="42" y="13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3"/>
                </a:lnTo>
                <a:lnTo>
                  <a:pt x="55" y="13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3"/>
                </a:lnTo>
                <a:lnTo>
                  <a:pt x="67" y="13"/>
                </a:lnTo>
                <a:lnTo>
                  <a:pt x="67" y="0"/>
                </a:lnTo>
                <a:moveTo>
                  <a:pt x="79" y="0"/>
                </a:moveTo>
                <a:lnTo>
                  <a:pt x="91" y="0"/>
                </a:lnTo>
                <a:lnTo>
                  <a:pt x="91" y="13"/>
                </a:lnTo>
                <a:lnTo>
                  <a:pt x="79" y="13"/>
                </a:lnTo>
                <a:lnTo>
                  <a:pt x="79" y="0"/>
                </a:lnTo>
                <a:moveTo>
                  <a:pt x="91" y="0"/>
                </a:moveTo>
                <a:lnTo>
                  <a:pt x="105" y="0"/>
                </a:lnTo>
                <a:lnTo>
                  <a:pt x="105" y="13"/>
                </a:lnTo>
                <a:lnTo>
                  <a:pt x="91" y="13"/>
                </a:lnTo>
                <a:lnTo>
                  <a:pt x="91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1962360" y="2357640"/>
            <a:ext cx="290880" cy="267480"/>
          </a:xfrm>
          <a:custGeom>
            <a:avLst/>
            <a:gdLst/>
            <a:ahLst/>
            <a:rect l="0" t="0" r="r" b="b"/>
            <a:pathLst>
              <a:path fill="none" w="808" h="743">
                <a:moveTo>
                  <a:pt x="0" y="0"/>
                </a:moveTo>
                <a:lnTo>
                  <a:pt x="0" y="64"/>
                </a:lnTo>
                <a:cubicBezTo>
                  <a:pt x="0" y="128"/>
                  <a:pt x="0" y="256"/>
                  <a:pt x="135" y="379"/>
                </a:cubicBezTo>
                <a:cubicBezTo>
                  <a:pt x="269" y="504"/>
                  <a:pt x="538" y="624"/>
                  <a:pt x="674" y="683"/>
                </a:cubicBezTo>
                <a:lnTo>
                  <a:pt x="808" y="743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2223720" y="259560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50" y="0"/>
                </a:moveTo>
                <a:lnTo>
                  <a:pt x="138" y="107"/>
                </a:lnTo>
                <a:lnTo>
                  <a:pt x="0" y="113"/>
                </a:lnTo>
                <a:lnTo>
                  <a:pt x="5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2220120" y="2591640"/>
            <a:ext cx="57960" cy="47160"/>
          </a:xfrm>
          <a:custGeom>
            <a:avLst/>
            <a:gdLst/>
            <a:ahLst/>
            <a:rect l="0" t="0" r="r" b="b"/>
            <a:pathLst>
              <a:path w="161" h="131">
                <a:moveTo>
                  <a:pt x="72" y="18"/>
                </a:moveTo>
                <a:lnTo>
                  <a:pt x="80" y="27"/>
                </a:lnTo>
                <a:lnTo>
                  <a:pt x="71" y="35"/>
                </a:lnTo>
                <a:lnTo>
                  <a:pt x="63" y="26"/>
                </a:lnTo>
                <a:lnTo>
                  <a:pt x="72" y="18"/>
                </a:lnTo>
                <a:moveTo>
                  <a:pt x="80" y="27"/>
                </a:moveTo>
                <a:lnTo>
                  <a:pt x="88" y="37"/>
                </a:lnTo>
                <a:lnTo>
                  <a:pt x="79" y="44"/>
                </a:lnTo>
                <a:lnTo>
                  <a:pt x="71" y="35"/>
                </a:lnTo>
                <a:lnTo>
                  <a:pt x="80" y="27"/>
                </a:lnTo>
                <a:moveTo>
                  <a:pt x="88" y="37"/>
                </a:moveTo>
                <a:lnTo>
                  <a:pt x="96" y="46"/>
                </a:lnTo>
                <a:lnTo>
                  <a:pt x="86" y="54"/>
                </a:lnTo>
                <a:lnTo>
                  <a:pt x="79" y="44"/>
                </a:lnTo>
                <a:lnTo>
                  <a:pt x="88" y="37"/>
                </a:lnTo>
                <a:moveTo>
                  <a:pt x="96" y="46"/>
                </a:moveTo>
                <a:lnTo>
                  <a:pt x="104" y="56"/>
                </a:lnTo>
                <a:lnTo>
                  <a:pt x="94" y="63"/>
                </a:lnTo>
                <a:lnTo>
                  <a:pt x="86" y="54"/>
                </a:lnTo>
                <a:lnTo>
                  <a:pt x="96" y="46"/>
                </a:lnTo>
                <a:moveTo>
                  <a:pt x="104" y="56"/>
                </a:moveTo>
                <a:lnTo>
                  <a:pt x="111" y="65"/>
                </a:lnTo>
                <a:lnTo>
                  <a:pt x="102" y="73"/>
                </a:lnTo>
                <a:lnTo>
                  <a:pt x="94" y="63"/>
                </a:lnTo>
                <a:lnTo>
                  <a:pt x="104" y="56"/>
                </a:lnTo>
                <a:moveTo>
                  <a:pt x="111" y="65"/>
                </a:moveTo>
                <a:lnTo>
                  <a:pt x="120" y="75"/>
                </a:lnTo>
                <a:lnTo>
                  <a:pt x="110" y="82"/>
                </a:lnTo>
                <a:lnTo>
                  <a:pt x="102" y="73"/>
                </a:lnTo>
                <a:lnTo>
                  <a:pt x="111" y="65"/>
                </a:lnTo>
                <a:moveTo>
                  <a:pt x="120" y="75"/>
                </a:moveTo>
                <a:lnTo>
                  <a:pt x="128" y="84"/>
                </a:lnTo>
                <a:lnTo>
                  <a:pt x="119" y="92"/>
                </a:lnTo>
                <a:lnTo>
                  <a:pt x="110" y="82"/>
                </a:lnTo>
                <a:lnTo>
                  <a:pt x="120" y="75"/>
                </a:lnTo>
                <a:moveTo>
                  <a:pt x="128" y="84"/>
                </a:moveTo>
                <a:lnTo>
                  <a:pt x="136" y="94"/>
                </a:lnTo>
                <a:lnTo>
                  <a:pt x="126" y="101"/>
                </a:lnTo>
                <a:lnTo>
                  <a:pt x="119" y="92"/>
                </a:lnTo>
                <a:lnTo>
                  <a:pt x="128" y="84"/>
                </a:lnTo>
                <a:moveTo>
                  <a:pt x="136" y="94"/>
                </a:moveTo>
                <a:lnTo>
                  <a:pt x="144" y="103"/>
                </a:lnTo>
                <a:lnTo>
                  <a:pt x="134" y="111"/>
                </a:lnTo>
                <a:lnTo>
                  <a:pt x="126" y="101"/>
                </a:lnTo>
                <a:lnTo>
                  <a:pt x="136" y="94"/>
                </a:lnTo>
                <a:moveTo>
                  <a:pt x="144" y="103"/>
                </a:moveTo>
                <a:lnTo>
                  <a:pt x="151" y="113"/>
                </a:lnTo>
                <a:lnTo>
                  <a:pt x="142" y="120"/>
                </a:lnTo>
                <a:lnTo>
                  <a:pt x="134" y="111"/>
                </a:lnTo>
                <a:lnTo>
                  <a:pt x="144" y="103"/>
                </a:lnTo>
                <a:moveTo>
                  <a:pt x="151" y="113"/>
                </a:moveTo>
                <a:lnTo>
                  <a:pt x="161" y="124"/>
                </a:lnTo>
                <a:lnTo>
                  <a:pt x="138" y="125"/>
                </a:lnTo>
                <a:lnTo>
                  <a:pt x="138" y="112"/>
                </a:lnTo>
                <a:lnTo>
                  <a:pt x="148" y="112"/>
                </a:lnTo>
                <a:lnTo>
                  <a:pt x="148" y="118"/>
                </a:lnTo>
                <a:lnTo>
                  <a:pt x="143" y="122"/>
                </a:lnTo>
                <a:lnTo>
                  <a:pt x="142" y="120"/>
                </a:lnTo>
                <a:lnTo>
                  <a:pt x="151" y="113"/>
                </a:lnTo>
                <a:moveTo>
                  <a:pt x="138" y="125"/>
                </a:moveTo>
                <a:lnTo>
                  <a:pt x="126" y="125"/>
                </a:lnTo>
                <a:lnTo>
                  <a:pt x="125" y="113"/>
                </a:lnTo>
                <a:lnTo>
                  <a:pt x="138" y="112"/>
                </a:lnTo>
                <a:lnTo>
                  <a:pt x="138" y="125"/>
                </a:lnTo>
                <a:moveTo>
                  <a:pt x="126" y="125"/>
                </a:moveTo>
                <a:lnTo>
                  <a:pt x="113" y="126"/>
                </a:lnTo>
                <a:lnTo>
                  <a:pt x="112" y="114"/>
                </a:lnTo>
                <a:lnTo>
                  <a:pt x="125" y="113"/>
                </a:lnTo>
                <a:lnTo>
                  <a:pt x="126" y="125"/>
                </a:lnTo>
                <a:moveTo>
                  <a:pt x="113" y="126"/>
                </a:moveTo>
                <a:lnTo>
                  <a:pt x="101" y="126"/>
                </a:lnTo>
                <a:lnTo>
                  <a:pt x="100" y="114"/>
                </a:lnTo>
                <a:lnTo>
                  <a:pt x="112" y="114"/>
                </a:lnTo>
                <a:lnTo>
                  <a:pt x="113" y="126"/>
                </a:lnTo>
                <a:moveTo>
                  <a:pt x="101" y="126"/>
                </a:moveTo>
                <a:lnTo>
                  <a:pt x="88" y="127"/>
                </a:lnTo>
                <a:lnTo>
                  <a:pt x="88" y="115"/>
                </a:lnTo>
                <a:lnTo>
                  <a:pt x="100" y="114"/>
                </a:lnTo>
                <a:lnTo>
                  <a:pt x="101" y="126"/>
                </a:lnTo>
                <a:moveTo>
                  <a:pt x="88" y="127"/>
                </a:moveTo>
                <a:lnTo>
                  <a:pt x="76" y="127"/>
                </a:lnTo>
                <a:lnTo>
                  <a:pt x="75" y="115"/>
                </a:lnTo>
                <a:lnTo>
                  <a:pt x="88" y="115"/>
                </a:lnTo>
                <a:lnTo>
                  <a:pt x="88" y="127"/>
                </a:lnTo>
                <a:moveTo>
                  <a:pt x="76" y="127"/>
                </a:moveTo>
                <a:lnTo>
                  <a:pt x="64" y="128"/>
                </a:lnTo>
                <a:lnTo>
                  <a:pt x="63" y="116"/>
                </a:lnTo>
                <a:lnTo>
                  <a:pt x="75" y="115"/>
                </a:lnTo>
                <a:lnTo>
                  <a:pt x="76" y="127"/>
                </a:lnTo>
                <a:moveTo>
                  <a:pt x="64" y="128"/>
                </a:moveTo>
                <a:lnTo>
                  <a:pt x="51" y="129"/>
                </a:lnTo>
                <a:lnTo>
                  <a:pt x="51" y="116"/>
                </a:lnTo>
                <a:lnTo>
                  <a:pt x="63" y="116"/>
                </a:lnTo>
                <a:lnTo>
                  <a:pt x="64" y="128"/>
                </a:lnTo>
                <a:moveTo>
                  <a:pt x="51" y="129"/>
                </a:moveTo>
                <a:lnTo>
                  <a:pt x="39" y="129"/>
                </a:lnTo>
                <a:lnTo>
                  <a:pt x="39" y="117"/>
                </a:lnTo>
                <a:lnTo>
                  <a:pt x="51" y="116"/>
                </a:lnTo>
                <a:lnTo>
                  <a:pt x="51" y="129"/>
                </a:lnTo>
                <a:moveTo>
                  <a:pt x="39" y="129"/>
                </a:moveTo>
                <a:lnTo>
                  <a:pt x="27" y="130"/>
                </a:lnTo>
                <a:lnTo>
                  <a:pt x="26" y="117"/>
                </a:lnTo>
                <a:lnTo>
                  <a:pt x="39" y="117"/>
                </a:lnTo>
                <a:lnTo>
                  <a:pt x="39" y="129"/>
                </a:lnTo>
                <a:moveTo>
                  <a:pt x="27" y="130"/>
                </a:moveTo>
                <a:lnTo>
                  <a:pt x="15" y="130"/>
                </a:lnTo>
                <a:lnTo>
                  <a:pt x="14" y="118"/>
                </a:lnTo>
                <a:lnTo>
                  <a:pt x="26" y="117"/>
                </a:lnTo>
                <a:lnTo>
                  <a:pt x="27" y="130"/>
                </a:lnTo>
                <a:moveTo>
                  <a:pt x="15" y="130"/>
                </a:moveTo>
                <a:lnTo>
                  <a:pt x="0" y="131"/>
                </a:lnTo>
                <a:lnTo>
                  <a:pt x="8" y="115"/>
                </a:lnTo>
                <a:lnTo>
                  <a:pt x="19" y="120"/>
                </a:lnTo>
                <a:lnTo>
                  <a:pt x="16" y="127"/>
                </a:lnTo>
                <a:lnTo>
                  <a:pt x="10" y="124"/>
                </a:lnTo>
                <a:lnTo>
                  <a:pt x="10" y="118"/>
                </a:lnTo>
                <a:lnTo>
                  <a:pt x="14" y="118"/>
                </a:lnTo>
                <a:lnTo>
                  <a:pt x="15" y="130"/>
                </a:lnTo>
                <a:moveTo>
                  <a:pt x="8" y="115"/>
                </a:moveTo>
                <a:lnTo>
                  <a:pt x="13" y="103"/>
                </a:lnTo>
                <a:lnTo>
                  <a:pt x="24" y="108"/>
                </a:lnTo>
                <a:lnTo>
                  <a:pt x="19" y="120"/>
                </a:lnTo>
                <a:lnTo>
                  <a:pt x="8" y="115"/>
                </a:lnTo>
                <a:moveTo>
                  <a:pt x="13" y="103"/>
                </a:moveTo>
                <a:lnTo>
                  <a:pt x="18" y="92"/>
                </a:lnTo>
                <a:lnTo>
                  <a:pt x="29" y="97"/>
                </a:lnTo>
                <a:lnTo>
                  <a:pt x="24" y="108"/>
                </a:lnTo>
                <a:lnTo>
                  <a:pt x="13" y="103"/>
                </a:lnTo>
                <a:moveTo>
                  <a:pt x="18" y="92"/>
                </a:moveTo>
                <a:lnTo>
                  <a:pt x="23" y="81"/>
                </a:lnTo>
                <a:lnTo>
                  <a:pt x="34" y="86"/>
                </a:lnTo>
                <a:lnTo>
                  <a:pt x="29" y="97"/>
                </a:lnTo>
                <a:lnTo>
                  <a:pt x="18" y="92"/>
                </a:lnTo>
                <a:moveTo>
                  <a:pt x="23" y="81"/>
                </a:moveTo>
                <a:lnTo>
                  <a:pt x="28" y="70"/>
                </a:lnTo>
                <a:lnTo>
                  <a:pt x="39" y="75"/>
                </a:lnTo>
                <a:lnTo>
                  <a:pt x="34" y="86"/>
                </a:lnTo>
                <a:lnTo>
                  <a:pt x="23" y="81"/>
                </a:lnTo>
                <a:moveTo>
                  <a:pt x="28" y="70"/>
                </a:moveTo>
                <a:lnTo>
                  <a:pt x="32" y="59"/>
                </a:lnTo>
                <a:lnTo>
                  <a:pt x="44" y="64"/>
                </a:lnTo>
                <a:lnTo>
                  <a:pt x="39" y="75"/>
                </a:lnTo>
                <a:lnTo>
                  <a:pt x="28" y="70"/>
                </a:lnTo>
                <a:moveTo>
                  <a:pt x="32" y="59"/>
                </a:moveTo>
                <a:lnTo>
                  <a:pt x="37" y="47"/>
                </a:lnTo>
                <a:lnTo>
                  <a:pt x="49" y="52"/>
                </a:lnTo>
                <a:lnTo>
                  <a:pt x="44" y="64"/>
                </a:lnTo>
                <a:lnTo>
                  <a:pt x="32" y="59"/>
                </a:lnTo>
                <a:moveTo>
                  <a:pt x="37" y="47"/>
                </a:moveTo>
                <a:lnTo>
                  <a:pt x="42" y="36"/>
                </a:lnTo>
                <a:lnTo>
                  <a:pt x="54" y="41"/>
                </a:lnTo>
                <a:lnTo>
                  <a:pt x="49" y="52"/>
                </a:lnTo>
                <a:lnTo>
                  <a:pt x="37" y="47"/>
                </a:lnTo>
                <a:moveTo>
                  <a:pt x="42" y="36"/>
                </a:moveTo>
                <a:lnTo>
                  <a:pt x="47" y="25"/>
                </a:lnTo>
                <a:lnTo>
                  <a:pt x="59" y="30"/>
                </a:lnTo>
                <a:lnTo>
                  <a:pt x="54" y="41"/>
                </a:lnTo>
                <a:lnTo>
                  <a:pt x="42" y="36"/>
                </a:lnTo>
                <a:moveTo>
                  <a:pt x="47" y="25"/>
                </a:moveTo>
                <a:lnTo>
                  <a:pt x="52" y="13"/>
                </a:lnTo>
                <a:lnTo>
                  <a:pt x="64" y="19"/>
                </a:lnTo>
                <a:lnTo>
                  <a:pt x="59" y="30"/>
                </a:lnTo>
                <a:lnTo>
                  <a:pt x="47" y="25"/>
                </a:lnTo>
                <a:moveTo>
                  <a:pt x="52" y="13"/>
                </a:moveTo>
                <a:lnTo>
                  <a:pt x="58" y="0"/>
                </a:lnTo>
                <a:lnTo>
                  <a:pt x="72" y="18"/>
                </a:lnTo>
                <a:lnTo>
                  <a:pt x="63" y="26"/>
                </a:lnTo>
                <a:lnTo>
                  <a:pt x="55" y="15"/>
                </a:lnTo>
                <a:lnTo>
                  <a:pt x="60" y="11"/>
                </a:lnTo>
                <a:lnTo>
                  <a:pt x="65" y="14"/>
                </a:lnTo>
                <a:lnTo>
                  <a:pt x="64" y="19"/>
                </a:lnTo>
                <a:lnTo>
                  <a:pt x="52" y="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2945520" y="2357640"/>
            <a:ext cx="290520" cy="267480"/>
          </a:xfrm>
          <a:custGeom>
            <a:avLst/>
            <a:gdLst/>
            <a:ahLst/>
            <a:rect l="0" t="0" r="r" b="b"/>
            <a:pathLst>
              <a:path fill="none" w="807" h="743">
                <a:moveTo>
                  <a:pt x="807" y="0"/>
                </a:moveTo>
                <a:lnTo>
                  <a:pt x="807" y="64"/>
                </a:lnTo>
                <a:cubicBezTo>
                  <a:pt x="807" y="128"/>
                  <a:pt x="807" y="256"/>
                  <a:pt x="673" y="379"/>
                </a:cubicBezTo>
                <a:cubicBezTo>
                  <a:pt x="538" y="504"/>
                  <a:pt x="269" y="624"/>
                  <a:pt x="134" y="683"/>
                </a:cubicBezTo>
                <a:lnTo>
                  <a:pt x="0" y="743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2925360" y="259560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138" y="113"/>
                </a:moveTo>
                <a:lnTo>
                  <a:pt x="0" y="107"/>
                </a:lnTo>
                <a:lnTo>
                  <a:pt x="88" y="0"/>
                </a:lnTo>
                <a:lnTo>
                  <a:pt x="138" y="1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2920680" y="2591640"/>
            <a:ext cx="57600" cy="47160"/>
          </a:xfrm>
          <a:custGeom>
            <a:avLst/>
            <a:gdLst/>
            <a:ahLst/>
            <a:rect l="0" t="0" r="r" b="b"/>
            <a:pathLst>
              <a:path w="160" h="131">
                <a:moveTo>
                  <a:pt x="138" y="130"/>
                </a:moveTo>
                <a:lnTo>
                  <a:pt x="126" y="129"/>
                </a:lnTo>
                <a:lnTo>
                  <a:pt x="127" y="117"/>
                </a:lnTo>
                <a:lnTo>
                  <a:pt x="139" y="118"/>
                </a:lnTo>
                <a:lnTo>
                  <a:pt x="138" y="130"/>
                </a:lnTo>
                <a:moveTo>
                  <a:pt x="126" y="129"/>
                </a:moveTo>
                <a:lnTo>
                  <a:pt x="114" y="129"/>
                </a:lnTo>
                <a:lnTo>
                  <a:pt x="114" y="117"/>
                </a:lnTo>
                <a:lnTo>
                  <a:pt x="127" y="117"/>
                </a:lnTo>
                <a:lnTo>
                  <a:pt x="126" y="129"/>
                </a:lnTo>
                <a:moveTo>
                  <a:pt x="114" y="129"/>
                </a:moveTo>
                <a:lnTo>
                  <a:pt x="101" y="128"/>
                </a:lnTo>
                <a:lnTo>
                  <a:pt x="102" y="116"/>
                </a:lnTo>
                <a:lnTo>
                  <a:pt x="114" y="117"/>
                </a:lnTo>
                <a:lnTo>
                  <a:pt x="114" y="129"/>
                </a:lnTo>
                <a:moveTo>
                  <a:pt x="101" y="128"/>
                </a:moveTo>
                <a:lnTo>
                  <a:pt x="89" y="128"/>
                </a:lnTo>
                <a:lnTo>
                  <a:pt x="90" y="115"/>
                </a:lnTo>
                <a:lnTo>
                  <a:pt x="102" y="116"/>
                </a:lnTo>
                <a:lnTo>
                  <a:pt x="101" y="128"/>
                </a:lnTo>
                <a:moveTo>
                  <a:pt x="89" y="128"/>
                </a:moveTo>
                <a:lnTo>
                  <a:pt x="77" y="127"/>
                </a:lnTo>
                <a:lnTo>
                  <a:pt x="77" y="115"/>
                </a:lnTo>
                <a:lnTo>
                  <a:pt x="90" y="115"/>
                </a:lnTo>
                <a:lnTo>
                  <a:pt x="89" y="128"/>
                </a:lnTo>
                <a:moveTo>
                  <a:pt x="77" y="127"/>
                </a:moveTo>
                <a:lnTo>
                  <a:pt x="64" y="127"/>
                </a:lnTo>
                <a:lnTo>
                  <a:pt x="64" y="114"/>
                </a:lnTo>
                <a:lnTo>
                  <a:pt x="77" y="115"/>
                </a:lnTo>
                <a:lnTo>
                  <a:pt x="77" y="127"/>
                </a:lnTo>
                <a:moveTo>
                  <a:pt x="64" y="127"/>
                </a:moveTo>
                <a:lnTo>
                  <a:pt x="51" y="126"/>
                </a:lnTo>
                <a:lnTo>
                  <a:pt x="52" y="114"/>
                </a:lnTo>
                <a:lnTo>
                  <a:pt x="64" y="114"/>
                </a:lnTo>
                <a:lnTo>
                  <a:pt x="64" y="127"/>
                </a:lnTo>
                <a:moveTo>
                  <a:pt x="51" y="126"/>
                </a:moveTo>
                <a:lnTo>
                  <a:pt x="39" y="125"/>
                </a:lnTo>
                <a:lnTo>
                  <a:pt x="40" y="113"/>
                </a:lnTo>
                <a:lnTo>
                  <a:pt x="52" y="114"/>
                </a:lnTo>
                <a:lnTo>
                  <a:pt x="51" y="126"/>
                </a:lnTo>
                <a:moveTo>
                  <a:pt x="39" y="125"/>
                </a:moveTo>
                <a:lnTo>
                  <a:pt x="27" y="125"/>
                </a:lnTo>
                <a:lnTo>
                  <a:pt x="27" y="113"/>
                </a:lnTo>
                <a:lnTo>
                  <a:pt x="40" y="113"/>
                </a:lnTo>
                <a:lnTo>
                  <a:pt x="39" y="125"/>
                </a:lnTo>
                <a:moveTo>
                  <a:pt x="27" y="125"/>
                </a:moveTo>
                <a:lnTo>
                  <a:pt x="15" y="124"/>
                </a:lnTo>
                <a:lnTo>
                  <a:pt x="15" y="112"/>
                </a:lnTo>
                <a:lnTo>
                  <a:pt x="27" y="113"/>
                </a:lnTo>
                <a:lnTo>
                  <a:pt x="27" y="125"/>
                </a:lnTo>
                <a:moveTo>
                  <a:pt x="15" y="124"/>
                </a:moveTo>
                <a:lnTo>
                  <a:pt x="0" y="124"/>
                </a:lnTo>
                <a:lnTo>
                  <a:pt x="14" y="106"/>
                </a:lnTo>
                <a:lnTo>
                  <a:pt x="24" y="114"/>
                </a:lnTo>
                <a:lnTo>
                  <a:pt x="17" y="122"/>
                </a:lnTo>
                <a:lnTo>
                  <a:pt x="13" y="118"/>
                </a:lnTo>
                <a:lnTo>
                  <a:pt x="13" y="112"/>
                </a:lnTo>
                <a:lnTo>
                  <a:pt x="15" y="112"/>
                </a:lnTo>
                <a:lnTo>
                  <a:pt x="15" y="124"/>
                </a:lnTo>
                <a:moveTo>
                  <a:pt x="14" y="106"/>
                </a:moveTo>
                <a:lnTo>
                  <a:pt x="22" y="97"/>
                </a:lnTo>
                <a:lnTo>
                  <a:pt x="32" y="105"/>
                </a:lnTo>
                <a:lnTo>
                  <a:pt x="24" y="114"/>
                </a:lnTo>
                <a:lnTo>
                  <a:pt x="14" y="106"/>
                </a:lnTo>
                <a:moveTo>
                  <a:pt x="22" y="97"/>
                </a:moveTo>
                <a:lnTo>
                  <a:pt x="30" y="88"/>
                </a:lnTo>
                <a:lnTo>
                  <a:pt x="39" y="95"/>
                </a:lnTo>
                <a:lnTo>
                  <a:pt x="32" y="105"/>
                </a:lnTo>
                <a:lnTo>
                  <a:pt x="22" y="97"/>
                </a:lnTo>
                <a:moveTo>
                  <a:pt x="30" y="88"/>
                </a:moveTo>
                <a:lnTo>
                  <a:pt x="38" y="78"/>
                </a:lnTo>
                <a:lnTo>
                  <a:pt x="47" y="86"/>
                </a:lnTo>
                <a:lnTo>
                  <a:pt x="39" y="95"/>
                </a:lnTo>
                <a:lnTo>
                  <a:pt x="30" y="88"/>
                </a:lnTo>
                <a:moveTo>
                  <a:pt x="38" y="78"/>
                </a:moveTo>
                <a:lnTo>
                  <a:pt x="46" y="69"/>
                </a:lnTo>
                <a:lnTo>
                  <a:pt x="55" y="76"/>
                </a:lnTo>
                <a:lnTo>
                  <a:pt x="47" y="86"/>
                </a:lnTo>
                <a:lnTo>
                  <a:pt x="38" y="78"/>
                </a:lnTo>
                <a:moveTo>
                  <a:pt x="46" y="69"/>
                </a:moveTo>
                <a:lnTo>
                  <a:pt x="53" y="59"/>
                </a:lnTo>
                <a:lnTo>
                  <a:pt x="63" y="67"/>
                </a:lnTo>
                <a:lnTo>
                  <a:pt x="55" y="76"/>
                </a:lnTo>
                <a:lnTo>
                  <a:pt x="46" y="69"/>
                </a:lnTo>
                <a:moveTo>
                  <a:pt x="53" y="59"/>
                </a:moveTo>
                <a:lnTo>
                  <a:pt x="61" y="50"/>
                </a:lnTo>
                <a:lnTo>
                  <a:pt x="71" y="57"/>
                </a:lnTo>
                <a:lnTo>
                  <a:pt x="63" y="67"/>
                </a:lnTo>
                <a:lnTo>
                  <a:pt x="53" y="59"/>
                </a:lnTo>
                <a:moveTo>
                  <a:pt x="61" y="50"/>
                </a:moveTo>
                <a:lnTo>
                  <a:pt x="69" y="40"/>
                </a:lnTo>
                <a:lnTo>
                  <a:pt x="79" y="48"/>
                </a:lnTo>
                <a:lnTo>
                  <a:pt x="71" y="57"/>
                </a:lnTo>
                <a:lnTo>
                  <a:pt x="61" y="50"/>
                </a:lnTo>
                <a:moveTo>
                  <a:pt x="69" y="40"/>
                </a:moveTo>
                <a:lnTo>
                  <a:pt x="78" y="31"/>
                </a:lnTo>
                <a:lnTo>
                  <a:pt x="87" y="38"/>
                </a:lnTo>
                <a:lnTo>
                  <a:pt x="79" y="48"/>
                </a:lnTo>
                <a:lnTo>
                  <a:pt x="69" y="40"/>
                </a:lnTo>
                <a:moveTo>
                  <a:pt x="78" y="31"/>
                </a:moveTo>
                <a:lnTo>
                  <a:pt x="86" y="21"/>
                </a:lnTo>
                <a:lnTo>
                  <a:pt x="95" y="29"/>
                </a:lnTo>
                <a:lnTo>
                  <a:pt x="87" y="38"/>
                </a:lnTo>
                <a:lnTo>
                  <a:pt x="78" y="31"/>
                </a:lnTo>
                <a:moveTo>
                  <a:pt x="86" y="21"/>
                </a:moveTo>
                <a:lnTo>
                  <a:pt x="93" y="11"/>
                </a:lnTo>
                <a:lnTo>
                  <a:pt x="103" y="19"/>
                </a:lnTo>
                <a:lnTo>
                  <a:pt x="95" y="29"/>
                </a:lnTo>
                <a:lnTo>
                  <a:pt x="86" y="21"/>
                </a:lnTo>
                <a:moveTo>
                  <a:pt x="93" y="11"/>
                </a:moveTo>
                <a:lnTo>
                  <a:pt x="102" y="0"/>
                </a:lnTo>
                <a:lnTo>
                  <a:pt x="110" y="17"/>
                </a:lnTo>
                <a:lnTo>
                  <a:pt x="98" y="22"/>
                </a:lnTo>
                <a:lnTo>
                  <a:pt x="95" y="14"/>
                </a:lnTo>
                <a:lnTo>
                  <a:pt x="101" y="11"/>
                </a:lnTo>
                <a:lnTo>
                  <a:pt x="106" y="15"/>
                </a:lnTo>
                <a:lnTo>
                  <a:pt x="103" y="19"/>
                </a:lnTo>
                <a:lnTo>
                  <a:pt x="93" y="11"/>
                </a:lnTo>
                <a:moveTo>
                  <a:pt x="110" y="17"/>
                </a:moveTo>
                <a:lnTo>
                  <a:pt x="115" y="28"/>
                </a:lnTo>
                <a:lnTo>
                  <a:pt x="103" y="33"/>
                </a:lnTo>
                <a:lnTo>
                  <a:pt x="98" y="22"/>
                </a:lnTo>
                <a:lnTo>
                  <a:pt x="110" y="17"/>
                </a:lnTo>
                <a:moveTo>
                  <a:pt x="115" y="28"/>
                </a:moveTo>
                <a:lnTo>
                  <a:pt x="120" y="39"/>
                </a:lnTo>
                <a:lnTo>
                  <a:pt x="108" y="44"/>
                </a:lnTo>
                <a:lnTo>
                  <a:pt x="103" y="33"/>
                </a:lnTo>
                <a:lnTo>
                  <a:pt x="115" y="28"/>
                </a:lnTo>
                <a:moveTo>
                  <a:pt x="120" y="39"/>
                </a:moveTo>
                <a:lnTo>
                  <a:pt x="125" y="50"/>
                </a:lnTo>
                <a:lnTo>
                  <a:pt x="113" y="55"/>
                </a:lnTo>
                <a:lnTo>
                  <a:pt x="108" y="44"/>
                </a:lnTo>
                <a:lnTo>
                  <a:pt x="120" y="39"/>
                </a:lnTo>
                <a:moveTo>
                  <a:pt x="125" y="50"/>
                </a:moveTo>
                <a:lnTo>
                  <a:pt x="130" y="62"/>
                </a:lnTo>
                <a:lnTo>
                  <a:pt x="118" y="67"/>
                </a:lnTo>
                <a:lnTo>
                  <a:pt x="113" y="55"/>
                </a:lnTo>
                <a:lnTo>
                  <a:pt x="125" y="50"/>
                </a:lnTo>
                <a:moveTo>
                  <a:pt x="130" y="62"/>
                </a:moveTo>
                <a:lnTo>
                  <a:pt x="135" y="73"/>
                </a:lnTo>
                <a:lnTo>
                  <a:pt x="123" y="78"/>
                </a:lnTo>
                <a:lnTo>
                  <a:pt x="118" y="67"/>
                </a:lnTo>
                <a:lnTo>
                  <a:pt x="130" y="62"/>
                </a:lnTo>
                <a:moveTo>
                  <a:pt x="135" y="73"/>
                </a:moveTo>
                <a:lnTo>
                  <a:pt x="140" y="84"/>
                </a:lnTo>
                <a:lnTo>
                  <a:pt x="128" y="89"/>
                </a:lnTo>
                <a:lnTo>
                  <a:pt x="123" y="78"/>
                </a:lnTo>
                <a:lnTo>
                  <a:pt x="135" y="73"/>
                </a:lnTo>
                <a:moveTo>
                  <a:pt x="140" y="84"/>
                </a:moveTo>
                <a:lnTo>
                  <a:pt x="145" y="95"/>
                </a:lnTo>
                <a:lnTo>
                  <a:pt x="133" y="100"/>
                </a:lnTo>
                <a:lnTo>
                  <a:pt x="128" y="89"/>
                </a:lnTo>
                <a:lnTo>
                  <a:pt x="140" y="84"/>
                </a:lnTo>
                <a:moveTo>
                  <a:pt x="145" y="95"/>
                </a:moveTo>
                <a:lnTo>
                  <a:pt x="150" y="107"/>
                </a:lnTo>
                <a:lnTo>
                  <a:pt x="138" y="112"/>
                </a:lnTo>
                <a:lnTo>
                  <a:pt x="133" y="100"/>
                </a:lnTo>
                <a:lnTo>
                  <a:pt x="145" y="95"/>
                </a:lnTo>
                <a:moveTo>
                  <a:pt x="150" y="107"/>
                </a:moveTo>
                <a:lnTo>
                  <a:pt x="155" y="118"/>
                </a:lnTo>
                <a:lnTo>
                  <a:pt x="143" y="123"/>
                </a:lnTo>
                <a:lnTo>
                  <a:pt x="138" y="112"/>
                </a:lnTo>
                <a:lnTo>
                  <a:pt x="150" y="107"/>
                </a:lnTo>
                <a:moveTo>
                  <a:pt x="155" y="118"/>
                </a:moveTo>
                <a:lnTo>
                  <a:pt x="160" y="131"/>
                </a:lnTo>
                <a:lnTo>
                  <a:pt x="138" y="130"/>
                </a:lnTo>
                <a:lnTo>
                  <a:pt x="139" y="118"/>
                </a:lnTo>
                <a:lnTo>
                  <a:pt x="151" y="118"/>
                </a:lnTo>
                <a:lnTo>
                  <a:pt x="151" y="124"/>
                </a:lnTo>
                <a:lnTo>
                  <a:pt x="145" y="127"/>
                </a:lnTo>
                <a:lnTo>
                  <a:pt x="143" y="123"/>
                </a:lnTo>
                <a:lnTo>
                  <a:pt x="155" y="1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1929240" y="2923920"/>
            <a:ext cx="327240" cy="254520"/>
          </a:xfrm>
          <a:custGeom>
            <a:avLst/>
            <a:gdLst/>
            <a:ahLst/>
            <a:rect l="0" t="0" r="r" b="b"/>
            <a:pathLst>
              <a:path fill="none" w="909" h="707">
                <a:moveTo>
                  <a:pt x="909" y="0"/>
                </a:moveTo>
                <a:lnTo>
                  <a:pt x="758" y="64"/>
                </a:lnTo>
                <a:cubicBezTo>
                  <a:pt x="606" y="128"/>
                  <a:pt x="303" y="255"/>
                  <a:pt x="152" y="373"/>
                </a:cubicBezTo>
                <a:cubicBezTo>
                  <a:pt x="0" y="491"/>
                  <a:pt x="0" y="598"/>
                  <a:pt x="0" y="652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1907280" y="3155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2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1903680" y="31536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8"/>
                </a:lnTo>
                <a:lnTo>
                  <a:pt x="106" y="47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5" y="69"/>
                </a:lnTo>
                <a:lnTo>
                  <a:pt x="101" y="58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90" y="80"/>
                </a:lnTo>
                <a:lnTo>
                  <a:pt x="95" y="69"/>
                </a:lnTo>
                <a:lnTo>
                  <a:pt x="106" y="75"/>
                </a:lnTo>
                <a:moveTo>
                  <a:pt x="101" y="86"/>
                </a:moveTo>
                <a:lnTo>
                  <a:pt x="95" y="97"/>
                </a:lnTo>
                <a:lnTo>
                  <a:pt x="84" y="91"/>
                </a:lnTo>
                <a:lnTo>
                  <a:pt x="90" y="80"/>
                </a:lnTo>
                <a:lnTo>
                  <a:pt x="101" y="86"/>
                </a:lnTo>
                <a:moveTo>
                  <a:pt x="95" y="97"/>
                </a:moveTo>
                <a:lnTo>
                  <a:pt x="90" y="108"/>
                </a:lnTo>
                <a:lnTo>
                  <a:pt x="79" y="102"/>
                </a:lnTo>
                <a:lnTo>
                  <a:pt x="84" y="91"/>
                </a:lnTo>
                <a:lnTo>
                  <a:pt x="95" y="97"/>
                </a:lnTo>
                <a:moveTo>
                  <a:pt x="90" y="108"/>
                </a:moveTo>
                <a:lnTo>
                  <a:pt x="84" y="120"/>
                </a:lnTo>
                <a:lnTo>
                  <a:pt x="73" y="113"/>
                </a:lnTo>
                <a:lnTo>
                  <a:pt x="79" y="102"/>
                </a:lnTo>
                <a:lnTo>
                  <a:pt x="90" y="108"/>
                </a:lnTo>
                <a:moveTo>
                  <a:pt x="84" y="120"/>
                </a:moveTo>
                <a:lnTo>
                  <a:pt x="79" y="131"/>
                </a:lnTo>
                <a:lnTo>
                  <a:pt x="68" y="125"/>
                </a:lnTo>
                <a:lnTo>
                  <a:pt x="73" y="113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8"/>
                </a:lnTo>
                <a:lnTo>
                  <a:pt x="78" y="127"/>
                </a:lnTo>
                <a:lnTo>
                  <a:pt x="72" y="130"/>
                </a:lnTo>
                <a:lnTo>
                  <a:pt x="67" y="127"/>
                </a:lnTo>
                <a:lnTo>
                  <a:pt x="68" y="125"/>
                </a:lnTo>
                <a:lnTo>
                  <a:pt x="79" y="131"/>
                </a:lnTo>
                <a:moveTo>
                  <a:pt x="62" y="124"/>
                </a:moveTo>
                <a:lnTo>
                  <a:pt x="57" y="112"/>
                </a:lnTo>
                <a:lnTo>
                  <a:pt x="68" y="106"/>
                </a:lnTo>
                <a:lnTo>
                  <a:pt x="73" y="118"/>
                </a:lnTo>
                <a:lnTo>
                  <a:pt x="62" y="124"/>
                </a:lnTo>
                <a:moveTo>
                  <a:pt x="57" y="112"/>
                </a:moveTo>
                <a:lnTo>
                  <a:pt x="51" y="101"/>
                </a:lnTo>
                <a:lnTo>
                  <a:pt x="62" y="95"/>
                </a:lnTo>
                <a:lnTo>
                  <a:pt x="68" y="106"/>
                </a:lnTo>
                <a:lnTo>
                  <a:pt x="57" y="112"/>
                </a:lnTo>
                <a:moveTo>
                  <a:pt x="51" y="101"/>
                </a:moveTo>
                <a:lnTo>
                  <a:pt x="46" y="90"/>
                </a:lnTo>
                <a:lnTo>
                  <a:pt x="57" y="84"/>
                </a:lnTo>
                <a:lnTo>
                  <a:pt x="62" y="95"/>
                </a:lnTo>
                <a:lnTo>
                  <a:pt x="51" y="101"/>
                </a:lnTo>
                <a:moveTo>
                  <a:pt x="46" y="90"/>
                </a:moveTo>
                <a:lnTo>
                  <a:pt x="40" y="79"/>
                </a:lnTo>
                <a:lnTo>
                  <a:pt x="51" y="73"/>
                </a:lnTo>
                <a:lnTo>
                  <a:pt x="57" y="84"/>
                </a:lnTo>
                <a:lnTo>
                  <a:pt x="46" y="90"/>
                </a:lnTo>
                <a:moveTo>
                  <a:pt x="40" y="79"/>
                </a:moveTo>
                <a:lnTo>
                  <a:pt x="34" y="68"/>
                </a:lnTo>
                <a:lnTo>
                  <a:pt x="46" y="62"/>
                </a:lnTo>
                <a:lnTo>
                  <a:pt x="51" y="73"/>
                </a:lnTo>
                <a:lnTo>
                  <a:pt x="40" y="79"/>
                </a:lnTo>
                <a:moveTo>
                  <a:pt x="34" y="68"/>
                </a:moveTo>
                <a:lnTo>
                  <a:pt x="28" y="57"/>
                </a:lnTo>
                <a:lnTo>
                  <a:pt x="40" y="51"/>
                </a:lnTo>
                <a:lnTo>
                  <a:pt x="46" y="62"/>
                </a:lnTo>
                <a:lnTo>
                  <a:pt x="34" y="68"/>
                </a:lnTo>
                <a:moveTo>
                  <a:pt x="28" y="57"/>
                </a:moveTo>
                <a:lnTo>
                  <a:pt x="23" y="46"/>
                </a:lnTo>
                <a:lnTo>
                  <a:pt x="34" y="40"/>
                </a:lnTo>
                <a:lnTo>
                  <a:pt x="40" y="51"/>
                </a:lnTo>
                <a:lnTo>
                  <a:pt x="28" y="57"/>
                </a:lnTo>
                <a:moveTo>
                  <a:pt x="23" y="46"/>
                </a:moveTo>
                <a:lnTo>
                  <a:pt x="17" y="35"/>
                </a:lnTo>
                <a:lnTo>
                  <a:pt x="28" y="29"/>
                </a:lnTo>
                <a:lnTo>
                  <a:pt x="34" y="40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8"/>
                </a:lnTo>
                <a:lnTo>
                  <a:pt x="28" y="29"/>
                </a:lnTo>
                <a:lnTo>
                  <a:pt x="17" y="35"/>
                </a:lnTo>
                <a:moveTo>
                  <a:pt x="12" y="24"/>
                </a:moveTo>
                <a:lnTo>
                  <a:pt x="6" y="13"/>
                </a:lnTo>
                <a:lnTo>
                  <a:pt x="17" y="7"/>
                </a:lnTo>
                <a:lnTo>
                  <a:pt x="23" y="18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2"/>
                </a:lnTo>
                <a:lnTo>
                  <a:pt x="18" y="12"/>
                </a:lnTo>
                <a:lnTo>
                  <a:pt x="18" y="0"/>
                </a:lnTo>
                <a:moveTo>
                  <a:pt x="30" y="0"/>
                </a:moveTo>
                <a:lnTo>
                  <a:pt x="43" y="0"/>
                </a:lnTo>
                <a:lnTo>
                  <a:pt x="43" y="12"/>
                </a:lnTo>
                <a:lnTo>
                  <a:pt x="30" y="12"/>
                </a:lnTo>
                <a:lnTo>
                  <a:pt x="30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2"/>
                </a:lnTo>
                <a:lnTo>
                  <a:pt x="43" y="12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2"/>
                </a:lnTo>
                <a:lnTo>
                  <a:pt x="56" y="12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2"/>
                </a:lnTo>
                <a:lnTo>
                  <a:pt x="68" y="12"/>
                </a:lnTo>
                <a:lnTo>
                  <a:pt x="68" y="0"/>
                </a:lnTo>
                <a:moveTo>
                  <a:pt x="80" y="0"/>
                </a:moveTo>
                <a:lnTo>
                  <a:pt x="92" y="0"/>
                </a:lnTo>
                <a:lnTo>
                  <a:pt x="92" y="12"/>
                </a:lnTo>
                <a:lnTo>
                  <a:pt x="80" y="12"/>
                </a:lnTo>
                <a:lnTo>
                  <a:pt x="80" y="0"/>
                </a:lnTo>
                <a:moveTo>
                  <a:pt x="92" y="0"/>
                </a:moveTo>
                <a:lnTo>
                  <a:pt x="105" y="0"/>
                </a:lnTo>
                <a:lnTo>
                  <a:pt x="105" y="12"/>
                </a:lnTo>
                <a:lnTo>
                  <a:pt x="92" y="12"/>
                </a:lnTo>
                <a:lnTo>
                  <a:pt x="92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942280" y="2923920"/>
            <a:ext cx="326880" cy="254520"/>
          </a:xfrm>
          <a:custGeom>
            <a:avLst/>
            <a:gdLst/>
            <a:ahLst/>
            <a:rect l="0" t="0" r="r" b="b"/>
            <a:pathLst>
              <a:path fill="none" w="908" h="707">
                <a:moveTo>
                  <a:pt x="0" y="0"/>
                </a:moveTo>
                <a:lnTo>
                  <a:pt x="151" y="64"/>
                </a:lnTo>
                <a:cubicBezTo>
                  <a:pt x="302" y="128"/>
                  <a:pt x="606" y="255"/>
                  <a:pt x="757" y="373"/>
                </a:cubicBezTo>
                <a:cubicBezTo>
                  <a:pt x="908" y="491"/>
                  <a:pt x="908" y="598"/>
                  <a:pt x="908" y="652"/>
                </a:cubicBezTo>
                <a:lnTo>
                  <a:pt x="908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3246840" y="3155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1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3243240" y="31536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8"/>
                </a:lnTo>
                <a:lnTo>
                  <a:pt x="106" y="47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5" y="69"/>
                </a:lnTo>
                <a:lnTo>
                  <a:pt x="101" y="58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90" y="80"/>
                </a:lnTo>
                <a:lnTo>
                  <a:pt x="95" y="69"/>
                </a:lnTo>
                <a:lnTo>
                  <a:pt x="106" y="75"/>
                </a:lnTo>
                <a:moveTo>
                  <a:pt x="101" y="86"/>
                </a:moveTo>
                <a:lnTo>
                  <a:pt x="95" y="97"/>
                </a:lnTo>
                <a:lnTo>
                  <a:pt x="84" y="91"/>
                </a:lnTo>
                <a:lnTo>
                  <a:pt x="90" y="80"/>
                </a:lnTo>
                <a:lnTo>
                  <a:pt x="101" y="86"/>
                </a:lnTo>
                <a:moveTo>
                  <a:pt x="95" y="97"/>
                </a:moveTo>
                <a:lnTo>
                  <a:pt x="90" y="108"/>
                </a:lnTo>
                <a:lnTo>
                  <a:pt x="79" y="102"/>
                </a:lnTo>
                <a:lnTo>
                  <a:pt x="84" y="91"/>
                </a:lnTo>
                <a:lnTo>
                  <a:pt x="95" y="97"/>
                </a:lnTo>
                <a:moveTo>
                  <a:pt x="90" y="108"/>
                </a:moveTo>
                <a:lnTo>
                  <a:pt x="84" y="120"/>
                </a:lnTo>
                <a:lnTo>
                  <a:pt x="73" y="113"/>
                </a:lnTo>
                <a:lnTo>
                  <a:pt x="79" y="102"/>
                </a:lnTo>
                <a:lnTo>
                  <a:pt x="90" y="108"/>
                </a:lnTo>
                <a:moveTo>
                  <a:pt x="84" y="120"/>
                </a:moveTo>
                <a:lnTo>
                  <a:pt x="79" y="131"/>
                </a:lnTo>
                <a:lnTo>
                  <a:pt x="68" y="125"/>
                </a:lnTo>
                <a:lnTo>
                  <a:pt x="73" y="113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8"/>
                </a:lnTo>
                <a:lnTo>
                  <a:pt x="78" y="127"/>
                </a:lnTo>
                <a:lnTo>
                  <a:pt x="72" y="130"/>
                </a:lnTo>
                <a:lnTo>
                  <a:pt x="67" y="127"/>
                </a:lnTo>
                <a:lnTo>
                  <a:pt x="68" y="125"/>
                </a:lnTo>
                <a:lnTo>
                  <a:pt x="79" y="131"/>
                </a:lnTo>
                <a:moveTo>
                  <a:pt x="62" y="124"/>
                </a:moveTo>
                <a:lnTo>
                  <a:pt x="57" y="112"/>
                </a:lnTo>
                <a:lnTo>
                  <a:pt x="68" y="106"/>
                </a:lnTo>
                <a:lnTo>
                  <a:pt x="73" y="118"/>
                </a:lnTo>
                <a:lnTo>
                  <a:pt x="62" y="124"/>
                </a:lnTo>
                <a:moveTo>
                  <a:pt x="57" y="112"/>
                </a:moveTo>
                <a:lnTo>
                  <a:pt x="51" y="101"/>
                </a:lnTo>
                <a:lnTo>
                  <a:pt x="62" y="95"/>
                </a:lnTo>
                <a:lnTo>
                  <a:pt x="68" y="106"/>
                </a:lnTo>
                <a:lnTo>
                  <a:pt x="57" y="112"/>
                </a:lnTo>
                <a:moveTo>
                  <a:pt x="51" y="101"/>
                </a:moveTo>
                <a:lnTo>
                  <a:pt x="46" y="90"/>
                </a:lnTo>
                <a:lnTo>
                  <a:pt x="57" y="84"/>
                </a:lnTo>
                <a:lnTo>
                  <a:pt x="62" y="95"/>
                </a:lnTo>
                <a:lnTo>
                  <a:pt x="51" y="101"/>
                </a:lnTo>
                <a:moveTo>
                  <a:pt x="46" y="90"/>
                </a:moveTo>
                <a:lnTo>
                  <a:pt x="40" y="79"/>
                </a:lnTo>
                <a:lnTo>
                  <a:pt x="51" y="73"/>
                </a:lnTo>
                <a:lnTo>
                  <a:pt x="57" y="84"/>
                </a:lnTo>
                <a:lnTo>
                  <a:pt x="46" y="90"/>
                </a:lnTo>
                <a:moveTo>
                  <a:pt x="40" y="79"/>
                </a:moveTo>
                <a:lnTo>
                  <a:pt x="35" y="68"/>
                </a:lnTo>
                <a:lnTo>
                  <a:pt x="46" y="62"/>
                </a:lnTo>
                <a:lnTo>
                  <a:pt x="51" y="73"/>
                </a:lnTo>
                <a:lnTo>
                  <a:pt x="40" y="79"/>
                </a:lnTo>
                <a:moveTo>
                  <a:pt x="35" y="68"/>
                </a:moveTo>
                <a:lnTo>
                  <a:pt x="30" y="57"/>
                </a:lnTo>
                <a:lnTo>
                  <a:pt x="40" y="51"/>
                </a:lnTo>
                <a:lnTo>
                  <a:pt x="46" y="62"/>
                </a:lnTo>
                <a:lnTo>
                  <a:pt x="35" y="68"/>
                </a:lnTo>
                <a:moveTo>
                  <a:pt x="30" y="57"/>
                </a:moveTo>
                <a:lnTo>
                  <a:pt x="24" y="46"/>
                </a:lnTo>
                <a:lnTo>
                  <a:pt x="35" y="40"/>
                </a:lnTo>
                <a:lnTo>
                  <a:pt x="40" y="51"/>
                </a:lnTo>
                <a:lnTo>
                  <a:pt x="30" y="57"/>
                </a:lnTo>
                <a:moveTo>
                  <a:pt x="24" y="46"/>
                </a:moveTo>
                <a:lnTo>
                  <a:pt x="19" y="35"/>
                </a:lnTo>
                <a:lnTo>
                  <a:pt x="30" y="29"/>
                </a:lnTo>
                <a:lnTo>
                  <a:pt x="35" y="40"/>
                </a:lnTo>
                <a:lnTo>
                  <a:pt x="24" y="46"/>
                </a:lnTo>
                <a:moveTo>
                  <a:pt x="19" y="35"/>
                </a:moveTo>
                <a:lnTo>
                  <a:pt x="13" y="24"/>
                </a:lnTo>
                <a:lnTo>
                  <a:pt x="24" y="18"/>
                </a:lnTo>
                <a:lnTo>
                  <a:pt x="30" y="29"/>
                </a:lnTo>
                <a:lnTo>
                  <a:pt x="19" y="35"/>
                </a:lnTo>
                <a:moveTo>
                  <a:pt x="13" y="24"/>
                </a:moveTo>
                <a:lnTo>
                  <a:pt x="7" y="13"/>
                </a:lnTo>
                <a:lnTo>
                  <a:pt x="19" y="7"/>
                </a:lnTo>
                <a:lnTo>
                  <a:pt x="24" y="18"/>
                </a:lnTo>
                <a:lnTo>
                  <a:pt x="13" y="24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2"/>
                </a:lnTo>
                <a:lnTo>
                  <a:pt x="11" y="12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1" y="0"/>
                </a:lnTo>
                <a:lnTo>
                  <a:pt x="31" y="12"/>
                </a:lnTo>
                <a:lnTo>
                  <a:pt x="19" y="12"/>
                </a:lnTo>
                <a:lnTo>
                  <a:pt x="19" y="0"/>
                </a:lnTo>
                <a:moveTo>
                  <a:pt x="31" y="0"/>
                </a:moveTo>
                <a:lnTo>
                  <a:pt x="43" y="0"/>
                </a:lnTo>
                <a:lnTo>
                  <a:pt x="43" y="12"/>
                </a:lnTo>
                <a:lnTo>
                  <a:pt x="31" y="12"/>
                </a:lnTo>
                <a:lnTo>
                  <a:pt x="31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2"/>
                </a:lnTo>
                <a:lnTo>
                  <a:pt x="43" y="12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2"/>
                </a:lnTo>
                <a:lnTo>
                  <a:pt x="56" y="12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2"/>
                </a:lnTo>
                <a:lnTo>
                  <a:pt x="68" y="12"/>
                </a:lnTo>
                <a:lnTo>
                  <a:pt x="68" y="0"/>
                </a:lnTo>
                <a:moveTo>
                  <a:pt x="80" y="0"/>
                </a:moveTo>
                <a:lnTo>
                  <a:pt x="93" y="0"/>
                </a:lnTo>
                <a:lnTo>
                  <a:pt x="93" y="12"/>
                </a:lnTo>
                <a:lnTo>
                  <a:pt x="80" y="12"/>
                </a:lnTo>
                <a:lnTo>
                  <a:pt x="80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2"/>
                </a:lnTo>
                <a:lnTo>
                  <a:pt x="93" y="12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1929240" y="34902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0" y="0"/>
                </a:moveTo>
                <a:lnTo>
                  <a:pt x="0" y="64"/>
                </a:lnTo>
                <a:cubicBezTo>
                  <a:pt x="0" y="127"/>
                  <a:pt x="0" y="255"/>
                  <a:pt x="142" y="380"/>
                </a:cubicBezTo>
                <a:cubicBezTo>
                  <a:pt x="285" y="504"/>
                  <a:pt x="569" y="624"/>
                  <a:pt x="711" y="684"/>
                </a:cubicBezTo>
                <a:lnTo>
                  <a:pt x="852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2206800" y="3728520"/>
            <a:ext cx="49680" cy="41400"/>
          </a:xfrm>
          <a:custGeom>
            <a:avLst/>
            <a:gdLst/>
            <a:ahLst/>
            <a:rect l="0" t="0" r="r" b="b"/>
            <a:pathLst>
              <a:path w="138" h="115">
                <a:moveTo>
                  <a:pt x="48" y="0"/>
                </a:moveTo>
                <a:lnTo>
                  <a:pt x="138" y="106"/>
                </a:lnTo>
                <a:lnTo>
                  <a:pt x="0" y="115"/>
                </a:lnTo>
                <a:lnTo>
                  <a:pt x="48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203200" y="3724560"/>
            <a:ext cx="57960" cy="47520"/>
          </a:xfrm>
          <a:custGeom>
            <a:avLst/>
            <a:gdLst/>
            <a:ahLst/>
            <a:rect l="0" t="0" r="r" b="b"/>
            <a:pathLst>
              <a:path w="161" h="132">
                <a:moveTo>
                  <a:pt x="71" y="17"/>
                </a:moveTo>
                <a:lnTo>
                  <a:pt x="79" y="26"/>
                </a:lnTo>
                <a:lnTo>
                  <a:pt x="70" y="34"/>
                </a:lnTo>
                <a:lnTo>
                  <a:pt x="62" y="25"/>
                </a:lnTo>
                <a:lnTo>
                  <a:pt x="71" y="17"/>
                </a:lnTo>
                <a:moveTo>
                  <a:pt x="79" y="26"/>
                </a:moveTo>
                <a:lnTo>
                  <a:pt x="87" y="35"/>
                </a:lnTo>
                <a:lnTo>
                  <a:pt x="78" y="43"/>
                </a:lnTo>
                <a:lnTo>
                  <a:pt x="70" y="34"/>
                </a:lnTo>
                <a:lnTo>
                  <a:pt x="79" y="26"/>
                </a:lnTo>
                <a:moveTo>
                  <a:pt x="87" y="35"/>
                </a:moveTo>
                <a:lnTo>
                  <a:pt x="95" y="45"/>
                </a:lnTo>
                <a:lnTo>
                  <a:pt x="86" y="53"/>
                </a:lnTo>
                <a:lnTo>
                  <a:pt x="78" y="43"/>
                </a:lnTo>
                <a:lnTo>
                  <a:pt x="87" y="35"/>
                </a:lnTo>
                <a:moveTo>
                  <a:pt x="95" y="45"/>
                </a:moveTo>
                <a:lnTo>
                  <a:pt x="103" y="54"/>
                </a:lnTo>
                <a:lnTo>
                  <a:pt x="94" y="62"/>
                </a:lnTo>
                <a:lnTo>
                  <a:pt x="86" y="53"/>
                </a:lnTo>
                <a:lnTo>
                  <a:pt x="95" y="45"/>
                </a:lnTo>
                <a:moveTo>
                  <a:pt x="103" y="54"/>
                </a:moveTo>
                <a:lnTo>
                  <a:pt x="111" y="63"/>
                </a:lnTo>
                <a:lnTo>
                  <a:pt x="102" y="72"/>
                </a:lnTo>
                <a:lnTo>
                  <a:pt x="94" y="62"/>
                </a:lnTo>
                <a:lnTo>
                  <a:pt x="103" y="54"/>
                </a:lnTo>
                <a:moveTo>
                  <a:pt x="111" y="63"/>
                </a:moveTo>
                <a:lnTo>
                  <a:pt x="119" y="74"/>
                </a:lnTo>
                <a:lnTo>
                  <a:pt x="110" y="82"/>
                </a:lnTo>
                <a:lnTo>
                  <a:pt x="102" y="72"/>
                </a:lnTo>
                <a:lnTo>
                  <a:pt x="111" y="63"/>
                </a:lnTo>
                <a:moveTo>
                  <a:pt x="119" y="74"/>
                </a:moveTo>
                <a:lnTo>
                  <a:pt x="127" y="83"/>
                </a:lnTo>
                <a:lnTo>
                  <a:pt x="118" y="91"/>
                </a:lnTo>
                <a:lnTo>
                  <a:pt x="110" y="82"/>
                </a:lnTo>
                <a:lnTo>
                  <a:pt x="119" y="74"/>
                </a:lnTo>
                <a:moveTo>
                  <a:pt x="127" y="83"/>
                </a:moveTo>
                <a:lnTo>
                  <a:pt x="135" y="92"/>
                </a:lnTo>
                <a:lnTo>
                  <a:pt x="126" y="100"/>
                </a:lnTo>
                <a:lnTo>
                  <a:pt x="118" y="91"/>
                </a:lnTo>
                <a:lnTo>
                  <a:pt x="127" y="83"/>
                </a:lnTo>
                <a:moveTo>
                  <a:pt x="135" y="92"/>
                </a:moveTo>
                <a:lnTo>
                  <a:pt x="143" y="102"/>
                </a:lnTo>
                <a:lnTo>
                  <a:pt x="134" y="110"/>
                </a:lnTo>
                <a:lnTo>
                  <a:pt x="126" y="100"/>
                </a:lnTo>
                <a:lnTo>
                  <a:pt x="135" y="92"/>
                </a:lnTo>
                <a:moveTo>
                  <a:pt x="143" y="102"/>
                </a:moveTo>
                <a:lnTo>
                  <a:pt x="151" y="111"/>
                </a:lnTo>
                <a:lnTo>
                  <a:pt x="142" y="119"/>
                </a:lnTo>
                <a:lnTo>
                  <a:pt x="134" y="110"/>
                </a:lnTo>
                <a:lnTo>
                  <a:pt x="143" y="102"/>
                </a:lnTo>
                <a:moveTo>
                  <a:pt x="151" y="111"/>
                </a:moveTo>
                <a:lnTo>
                  <a:pt x="161" y="122"/>
                </a:lnTo>
                <a:lnTo>
                  <a:pt x="138" y="124"/>
                </a:lnTo>
                <a:lnTo>
                  <a:pt x="137" y="111"/>
                </a:lnTo>
                <a:lnTo>
                  <a:pt x="148" y="111"/>
                </a:lnTo>
                <a:lnTo>
                  <a:pt x="148" y="117"/>
                </a:lnTo>
                <a:lnTo>
                  <a:pt x="143" y="121"/>
                </a:lnTo>
                <a:lnTo>
                  <a:pt x="142" y="119"/>
                </a:lnTo>
                <a:lnTo>
                  <a:pt x="151" y="111"/>
                </a:lnTo>
                <a:moveTo>
                  <a:pt x="138" y="124"/>
                </a:moveTo>
                <a:lnTo>
                  <a:pt x="126" y="124"/>
                </a:lnTo>
                <a:lnTo>
                  <a:pt x="125" y="112"/>
                </a:lnTo>
                <a:lnTo>
                  <a:pt x="137" y="111"/>
                </a:lnTo>
                <a:lnTo>
                  <a:pt x="138" y="124"/>
                </a:lnTo>
                <a:moveTo>
                  <a:pt x="126" y="124"/>
                </a:moveTo>
                <a:lnTo>
                  <a:pt x="114" y="125"/>
                </a:lnTo>
                <a:lnTo>
                  <a:pt x="113" y="113"/>
                </a:lnTo>
                <a:lnTo>
                  <a:pt x="125" y="112"/>
                </a:lnTo>
                <a:lnTo>
                  <a:pt x="126" y="124"/>
                </a:lnTo>
                <a:moveTo>
                  <a:pt x="114" y="125"/>
                </a:moveTo>
                <a:lnTo>
                  <a:pt x="102" y="126"/>
                </a:lnTo>
                <a:lnTo>
                  <a:pt x="101" y="114"/>
                </a:lnTo>
                <a:lnTo>
                  <a:pt x="113" y="113"/>
                </a:lnTo>
                <a:lnTo>
                  <a:pt x="114" y="125"/>
                </a:lnTo>
                <a:moveTo>
                  <a:pt x="102" y="126"/>
                </a:moveTo>
                <a:lnTo>
                  <a:pt x="89" y="127"/>
                </a:lnTo>
                <a:lnTo>
                  <a:pt x="88" y="114"/>
                </a:lnTo>
                <a:lnTo>
                  <a:pt x="101" y="114"/>
                </a:lnTo>
                <a:lnTo>
                  <a:pt x="102" y="126"/>
                </a:lnTo>
                <a:moveTo>
                  <a:pt x="89" y="127"/>
                </a:moveTo>
                <a:lnTo>
                  <a:pt x="77" y="127"/>
                </a:lnTo>
                <a:lnTo>
                  <a:pt x="76" y="115"/>
                </a:lnTo>
                <a:lnTo>
                  <a:pt x="88" y="114"/>
                </a:lnTo>
                <a:lnTo>
                  <a:pt x="89" y="127"/>
                </a:lnTo>
                <a:moveTo>
                  <a:pt x="77" y="127"/>
                </a:moveTo>
                <a:lnTo>
                  <a:pt x="65" y="128"/>
                </a:lnTo>
                <a:lnTo>
                  <a:pt x="64" y="116"/>
                </a:lnTo>
                <a:lnTo>
                  <a:pt x="76" y="115"/>
                </a:lnTo>
                <a:lnTo>
                  <a:pt x="77" y="127"/>
                </a:lnTo>
                <a:moveTo>
                  <a:pt x="65" y="128"/>
                </a:moveTo>
                <a:lnTo>
                  <a:pt x="53" y="129"/>
                </a:lnTo>
                <a:lnTo>
                  <a:pt x="52" y="117"/>
                </a:lnTo>
                <a:lnTo>
                  <a:pt x="64" y="116"/>
                </a:lnTo>
                <a:lnTo>
                  <a:pt x="65" y="128"/>
                </a:lnTo>
                <a:moveTo>
                  <a:pt x="53" y="129"/>
                </a:moveTo>
                <a:lnTo>
                  <a:pt x="40" y="130"/>
                </a:lnTo>
                <a:lnTo>
                  <a:pt x="39" y="118"/>
                </a:lnTo>
                <a:lnTo>
                  <a:pt x="52" y="117"/>
                </a:lnTo>
                <a:lnTo>
                  <a:pt x="53" y="129"/>
                </a:lnTo>
                <a:moveTo>
                  <a:pt x="40" y="130"/>
                </a:moveTo>
                <a:lnTo>
                  <a:pt x="28" y="131"/>
                </a:lnTo>
                <a:lnTo>
                  <a:pt x="27" y="118"/>
                </a:lnTo>
                <a:lnTo>
                  <a:pt x="39" y="118"/>
                </a:lnTo>
                <a:lnTo>
                  <a:pt x="40" y="130"/>
                </a:lnTo>
                <a:moveTo>
                  <a:pt x="28" y="131"/>
                </a:moveTo>
                <a:lnTo>
                  <a:pt x="16" y="131"/>
                </a:lnTo>
                <a:lnTo>
                  <a:pt x="15" y="119"/>
                </a:lnTo>
                <a:lnTo>
                  <a:pt x="27" y="118"/>
                </a:lnTo>
                <a:lnTo>
                  <a:pt x="28" y="131"/>
                </a:lnTo>
                <a:moveTo>
                  <a:pt x="16" y="131"/>
                </a:moveTo>
                <a:lnTo>
                  <a:pt x="0" y="132"/>
                </a:lnTo>
                <a:lnTo>
                  <a:pt x="8" y="116"/>
                </a:lnTo>
                <a:lnTo>
                  <a:pt x="20" y="121"/>
                </a:lnTo>
                <a:lnTo>
                  <a:pt x="17" y="128"/>
                </a:lnTo>
                <a:lnTo>
                  <a:pt x="11" y="126"/>
                </a:lnTo>
                <a:lnTo>
                  <a:pt x="11" y="119"/>
                </a:lnTo>
                <a:lnTo>
                  <a:pt x="15" y="119"/>
                </a:lnTo>
                <a:lnTo>
                  <a:pt x="16" y="131"/>
                </a:lnTo>
                <a:moveTo>
                  <a:pt x="8" y="116"/>
                </a:moveTo>
                <a:lnTo>
                  <a:pt x="13" y="105"/>
                </a:lnTo>
                <a:lnTo>
                  <a:pt x="24" y="109"/>
                </a:lnTo>
                <a:lnTo>
                  <a:pt x="20" y="121"/>
                </a:lnTo>
                <a:lnTo>
                  <a:pt x="8" y="116"/>
                </a:lnTo>
                <a:moveTo>
                  <a:pt x="13" y="105"/>
                </a:moveTo>
                <a:lnTo>
                  <a:pt x="18" y="93"/>
                </a:lnTo>
                <a:lnTo>
                  <a:pt x="29" y="98"/>
                </a:lnTo>
                <a:lnTo>
                  <a:pt x="24" y="109"/>
                </a:lnTo>
                <a:lnTo>
                  <a:pt x="13" y="105"/>
                </a:lnTo>
                <a:moveTo>
                  <a:pt x="18" y="93"/>
                </a:moveTo>
                <a:lnTo>
                  <a:pt x="23" y="82"/>
                </a:lnTo>
                <a:lnTo>
                  <a:pt x="34" y="87"/>
                </a:lnTo>
                <a:lnTo>
                  <a:pt x="29" y="98"/>
                </a:lnTo>
                <a:lnTo>
                  <a:pt x="18" y="93"/>
                </a:lnTo>
                <a:moveTo>
                  <a:pt x="23" y="82"/>
                </a:moveTo>
                <a:lnTo>
                  <a:pt x="27" y="71"/>
                </a:lnTo>
                <a:lnTo>
                  <a:pt x="39" y="75"/>
                </a:lnTo>
                <a:lnTo>
                  <a:pt x="34" y="87"/>
                </a:lnTo>
                <a:lnTo>
                  <a:pt x="23" y="82"/>
                </a:lnTo>
                <a:moveTo>
                  <a:pt x="27" y="71"/>
                </a:moveTo>
                <a:lnTo>
                  <a:pt x="32" y="58"/>
                </a:lnTo>
                <a:lnTo>
                  <a:pt x="44" y="63"/>
                </a:lnTo>
                <a:lnTo>
                  <a:pt x="39" y="75"/>
                </a:lnTo>
                <a:lnTo>
                  <a:pt x="27" y="71"/>
                </a:lnTo>
                <a:moveTo>
                  <a:pt x="32" y="58"/>
                </a:moveTo>
                <a:lnTo>
                  <a:pt x="37" y="47"/>
                </a:lnTo>
                <a:lnTo>
                  <a:pt x="48" y="52"/>
                </a:lnTo>
                <a:lnTo>
                  <a:pt x="44" y="63"/>
                </a:lnTo>
                <a:lnTo>
                  <a:pt x="32" y="58"/>
                </a:lnTo>
                <a:moveTo>
                  <a:pt x="37" y="47"/>
                </a:moveTo>
                <a:lnTo>
                  <a:pt x="42" y="36"/>
                </a:lnTo>
                <a:lnTo>
                  <a:pt x="53" y="41"/>
                </a:lnTo>
                <a:lnTo>
                  <a:pt x="48" y="52"/>
                </a:lnTo>
                <a:lnTo>
                  <a:pt x="37" y="47"/>
                </a:lnTo>
                <a:moveTo>
                  <a:pt x="42" y="36"/>
                </a:moveTo>
                <a:lnTo>
                  <a:pt x="47" y="24"/>
                </a:lnTo>
                <a:lnTo>
                  <a:pt x="58" y="29"/>
                </a:lnTo>
                <a:lnTo>
                  <a:pt x="53" y="41"/>
                </a:lnTo>
                <a:lnTo>
                  <a:pt x="42" y="36"/>
                </a:lnTo>
                <a:moveTo>
                  <a:pt x="47" y="24"/>
                </a:moveTo>
                <a:lnTo>
                  <a:pt x="51" y="13"/>
                </a:lnTo>
                <a:lnTo>
                  <a:pt x="63" y="18"/>
                </a:lnTo>
                <a:lnTo>
                  <a:pt x="58" y="29"/>
                </a:lnTo>
                <a:lnTo>
                  <a:pt x="47" y="24"/>
                </a:lnTo>
                <a:moveTo>
                  <a:pt x="51" y="13"/>
                </a:moveTo>
                <a:lnTo>
                  <a:pt x="57" y="0"/>
                </a:lnTo>
                <a:lnTo>
                  <a:pt x="71" y="17"/>
                </a:lnTo>
                <a:lnTo>
                  <a:pt x="62" y="25"/>
                </a:lnTo>
                <a:lnTo>
                  <a:pt x="54" y="15"/>
                </a:lnTo>
                <a:lnTo>
                  <a:pt x="59" y="11"/>
                </a:lnTo>
                <a:lnTo>
                  <a:pt x="64" y="14"/>
                </a:lnTo>
                <a:lnTo>
                  <a:pt x="63" y="18"/>
                </a:lnTo>
                <a:lnTo>
                  <a:pt x="51" y="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962440" y="34902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852" y="0"/>
                </a:moveTo>
                <a:lnTo>
                  <a:pt x="852" y="64"/>
                </a:lnTo>
                <a:cubicBezTo>
                  <a:pt x="852" y="127"/>
                  <a:pt x="852" y="255"/>
                  <a:pt x="711" y="380"/>
                </a:cubicBezTo>
                <a:cubicBezTo>
                  <a:pt x="568" y="504"/>
                  <a:pt x="284" y="624"/>
                  <a:pt x="142" y="684"/>
                </a:cubicBezTo>
                <a:lnTo>
                  <a:pt x="0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2942280" y="3728520"/>
            <a:ext cx="49680" cy="41400"/>
          </a:xfrm>
          <a:custGeom>
            <a:avLst/>
            <a:gdLst/>
            <a:ahLst/>
            <a:rect l="0" t="0" r="r" b="b"/>
            <a:pathLst>
              <a:path w="138" h="115">
                <a:moveTo>
                  <a:pt x="138" y="115"/>
                </a:moveTo>
                <a:lnTo>
                  <a:pt x="0" y="106"/>
                </a:lnTo>
                <a:lnTo>
                  <a:pt x="90" y="0"/>
                </a:lnTo>
                <a:lnTo>
                  <a:pt x="138" y="115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937600" y="3724560"/>
            <a:ext cx="57600" cy="47520"/>
          </a:xfrm>
          <a:custGeom>
            <a:avLst/>
            <a:gdLst/>
            <a:ahLst/>
            <a:rect l="0" t="0" r="r" b="b"/>
            <a:pathLst>
              <a:path w="160" h="132">
                <a:moveTo>
                  <a:pt x="138" y="131"/>
                </a:moveTo>
                <a:lnTo>
                  <a:pt x="126" y="130"/>
                </a:lnTo>
                <a:lnTo>
                  <a:pt x="127" y="118"/>
                </a:lnTo>
                <a:lnTo>
                  <a:pt x="139" y="119"/>
                </a:lnTo>
                <a:lnTo>
                  <a:pt x="138" y="131"/>
                </a:lnTo>
                <a:moveTo>
                  <a:pt x="126" y="130"/>
                </a:moveTo>
                <a:lnTo>
                  <a:pt x="114" y="129"/>
                </a:lnTo>
                <a:lnTo>
                  <a:pt x="114" y="117"/>
                </a:lnTo>
                <a:lnTo>
                  <a:pt x="127" y="118"/>
                </a:lnTo>
                <a:lnTo>
                  <a:pt x="126" y="130"/>
                </a:lnTo>
                <a:moveTo>
                  <a:pt x="114" y="129"/>
                </a:moveTo>
                <a:lnTo>
                  <a:pt x="101" y="129"/>
                </a:lnTo>
                <a:lnTo>
                  <a:pt x="102" y="116"/>
                </a:lnTo>
                <a:lnTo>
                  <a:pt x="114" y="117"/>
                </a:lnTo>
                <a:lnTo>
                  <a:pt x="114" y="129"/>
                </a:lnTo>
                <a:moveTo>
                  <a:pt x="101" y="129"/>
                </a:moveTo>
                <a:lnTo>
                  <a:pt x="89" y="128"/>
                </a:lnTo>
                <a:lnTo>
                  <a:pt x="90" y="116"/>
                </a:lnTo>
                <a:lnTo>
                  <a:pt x="102" y="116"/>
                </a:lnTo>
                <a:lnTo>
                  <a:pt x="101" y="129"/>
                </a:lnTo>
                <a:moveTo>
                  <a:pt x="89" y="128"/>
                </a:moveTo>
                <a:lnTo>
                  <a:pt x="77" y="127"/>
                </a:lnTo>
                <a:lnTo>
                  <a:pt x="78" y="115"/>
                </a:lnTo>
                <a:lnTo>
                  <a:pt x="90" y="116"/>
                </a:lnTo>
                <a:lnTo>
                  <a:pt x="89" y="128"/>
                </a:lnTo>
                <a:moveTo>
                  <a:pt x="77" y="127"/>
                </a:moveTo>
                <a:lnTo>
                  <a:pt x="65" y="126"/>
                </a:lnTo>
                <a:lnTo>
                  <a:pt x="65" y="114"/>
                </a:lnTo>
                <a:lnTo>
                  <a:pt x="78" y="115"/>
                </a:lnTo>
                <a:lnTo>
                  <a:pt x="77" y="127"/>
                </a:lnTo>
                <a:moveTo>
                  <a:pt x="65" y="126"/>
                </a:moveTo>
                <a:lnTo>
                  <a:pt x="52" y="125"/>
                </a:lnTo>
                <a:lnTo>
                  <a:pt x="53" y="113"/>
                </a:lnTo>
                <a:lnTo>
                  <a:pt x="65" y="114"/>
                </a:lnTo>
                <a:lnTo>
                  <a:pt x="65" y="126"/>
                </a:lnTo>
                <a:moveTo>
                  <a:pt x="52" y="125"/>
                </a:moveTo>
                <a:lnTo>
                  <a:pt x="40" y="125"/>
                </a:lnTo>
                <a:lnTo>
                  <a:pt x="41" y="112"/>
                </a:lnTo>
                <a:lnTo>
                  <a:pt x="53" y="113"/>
                </a:lnTo>
                <a:lnTo>
                  <a:pt x="52" y="125"/>
                </a:lnTo>
                <a:moveTo>
                  <a:pt x="40" y="125"/>
                </a:moveTo>
                <a:lnTo>
                  <a:pt x="27" y="124"/>
                </a:lnTo>
                <a:lnTo>
                  <a:pt x="28" y="112"/>
                </a:lnTo>
                <a:lnTo>
                  <a:pt x="41" y="112"/>
                </a:lnTo>
                <a:lnTo>
                  <a:pt x="40" y="125"/>
                </a:lnTo>
                <a:moveTo>
                  <a:pt x="27" y="124"/>
                </a:moveTo>
                <a:lnTo>
                  <a:pt x="15" y="123"/>
                </a:lnTo>
                <a:lnTo>
                  <a:pt x="15" y="111"/>
                </a:lnTo>
                <a:lnTo>
                  <a:pt x="28" y="112"/>
                </a:lnTo>
                <a:lnTo>
                  <a:pt x="27" y="124"/>
                </a:lnTo>
                <a:moveTo>
                  <a:pt x="15" y="123"/>
                </a:moveTo>
                <a:lnTo>
                  <a:pt x="0" y="122"/>
                </a:lnTo>
                <a:lnTo>
                  <a:pt x="15" y="105"/>
                </a:lnTo>
                <a:lnTo>
                  <a:pt x="24" y="113"/>
                </a:lnTo>
                <a:lnTo>
                  <a:pt x="18" y="121"/>
                </a:lnTo>
                <a:lnTo>
                  <a:pt x="13" y="117"/>
                </a:lnTo>
                <a:lnTo>
                  <a:pt x="13" y="111"/>
                </a:lnTo>
                <a:lnTo>
                  <a:pt x="15" y="111"/>
                </a:lnTo>
                <a:lnTo>
                  <a:pt x="15" y="123"/>
                </a:lnTo>
                <a:moveTo>
                  <a:pt x="15" y="105"/>
                </a:moveTo>
                <a:lnTo>
                  <a:pt x="23" y="96"/>
                </a:lnTo>
                <a:lnTo>
                  <a:pt x="33" y="104"/>
                </a:lnTo>
                <a:lnTo>
                  <a:pt x="24" y="113"/>
                </a:lnTo>
                <a:lnTo>
                  <a:pt x="15" y="105"/>
                </a:lnTo>
                <a:moveTo>
                  <a:pt x="23" y="96"/>
                </a:moveTo>
                <a:lnTo>
                  <a:pt x="32" y="87"/>
                </a:lnTo>
                <a:lnTo>
                  <a:pt x="41" y="94"/>
                </a:lnTo>
                <a:lnTo>
                  <a:pt x="33" y="104"/>
                </a:lnTo>
                <a:lnTo>
                  <a:pt x="23" y="96"/>
                </a:lnTo>
                <a:moveTo>
                  <a:pt x="32" y="87"/>
                </a:moveTo>
                <a:lnTo>
                  <a:pt x="40" y="77"/>
                </a:lnTo>
                <a:lnTo>
                  <a:pt x="49" y="85"/>
                </a:lnTo>
                <a:lnTo>
                  <a:pt x="41" y="94"/>
                </a:lnTo>
                <a:lnTo>
                  <a:pt x="32" y="87"/>
                </a:lnTo>
                <a:moveTo>
                  <a:pt x="40" y="77"/>
                </a:moveTo>
                <a:lnTo>
                  <a:pt x="48" y="67"/>
                </a:lnTo>
                <a:lnTo>
                  <a:pt x="57" y="76"/>
                </a:lnTo>
                <a:lnTo>
                  <a:pt x="49" y="85"/>
                </a:lnTo>
                <a:lnTo>
                  <a:pt x="40" y="77"/>
                </a:lnTo>
                <a:moveTo>
                  <a:pt x="48" y="67"/>
                </a:moveTo>
                <a:lnTo>
                  <a:pt x="56" y="58"/>
                </a:lnTo>
                <a:lnTo>
                  <a:pt x="65" y="65"/>
                </a:lnTo>
                <a:lnTo>
                  <a:pt x="57" y="76"/>
                </a:lnTo>
                <a:lnTo>
                  <a:pt x="48" y="67"/>
                </a:lnTo>
                <a:moveTo>
                  <a:pt x="56" y="58"/>
                </a:moveTo>
                <a:lnTo>
                  <a:pt x="64" y="48"/>
                </a:lnTo>
                <a:lnTo>
                  <a:pt x="73" y="56"/>
                </a:lnTo>
                <a:lnTo>
                  <a:pt x="65" y="65"/>
                </a:lnTo>
                <a:lnTo>
                  <a:pt x="56" y="58"/>
                </a:lnTo>
                <a:moveTo>
                  <a:pt x="64" y="48"/>
                </a:moveTo>
                <a:lnTo>
                  <a:pt x="72" y="39"/>
                </a:lnTo>
                <a:lnTo>
                  <a:pt x="81" y="47"/>
                </a:lnTo>
                <a:lnTo>
                  <a:pt x="73" y="56"/>
                </a:lnTo>
                <a:lnTo>
                  <a:pt x="64" y="48"/>
                </a:lnTo>
                <a:moveTo>
                  <a:pt x="72" y="39"/>
                </a:moveTo>
                <a:lnTo>
                  <a:pt x="80" y="30"/>
                </a:lnTo>
                <a:lnTo>
                  <a:pt x="89" y="38"/>
                </a:lnTo>
                <a:lnTo>
                  <a:pt x="81" y="47"/>
                </a:lnTo>
                <a:lnTo>
                  <a:pt x="72" y="39"/>
                </a:lnTo>
                <a:moveTo>
                  <a:pt x="80" y="30"/>
                </a:moveTo>
                <a:lnTo>
                  <a:pt x="88" y="20"/>
                </a:lnTo>
                <a:lnTo>
                  <a:pt x="97" y="28"/>
                </a:lnTo>
                <a:lnTo>
                  <a:pt x="89" y="38"/>
                </a:lnTo>
                <a:lnTo>
                  <a:pt x="80" y="30"/>
                </a:lnTo>
                <a:moveTo>
                  <a:pt x="88" y="20"/>
                </a:moveTo>
                <a:lnTo>
                  <a:pt x="95" y="11"/>
                </a:lnTo>
                <a:lnTo>
                  <a:pt x="105" y="19"/>
                </a:lnTo>
                <a:lnTo>
                  <a:pt x="97" y="28"/>
                </a:lnTo>
                <a:lnTo>
                  <a:pt x="88" y="20"/>
                </a:lnTo>
                <a:moveTo>
                  <a:pt x="95" y="11"/>
                </a:moveTo>
                <a:lnTo>
                  <a:pt x="105" y="0"/>
                </a:lnTo>
                <a:lnTo>
                  <a:pt x="112" y="16"/>
                </a:lnTo>
                <a:lnTo>
                  <a:pt x="100" y="21"/>
                </a:lnTo>
                <a:lnTo>
                  <a:pt x="97" y="14"/>
                </a:lnTo>
                <a:lnTo>
                  <a:pt x="103" y="11"/>
                </a:lnTo>
                <a:lnTo>
                  <a:pt x="108" y="15"/>
                </a:lnTo>
                <a:lnTo>
                  <a:pt x="105" y="19"/>
                </a:lnTo>
                <a:lnTo>
                  <a:pt x="95" y="11"/>
                </a:lnTo>
                <a:moveTo>
                  <a:pt x="112" y="16"/>
                </a:moveTo>
                <a:lnTo>
                  <a:pt x="117" y="28"/>
                </a:lnTo>
                <a:lnTo>
                  <a:pt x="105" y="32"/>
                </a:lnTo>
                <a:lnTo>
                  <a:pt x="100" y="21"/>
                </a:lnTo>
                <a:lnTo>
                  <a:pt x="112" y="16"/>
                </a:lnTo>
                <a:moveTo>
                  <a:pt x="117" y="28"/>
                </a:moveTo>
                <a:lnTo>
                  <a:pt x="121" y="39"/>
                </a:lnTo>
                <a:lnTo>
                  <a:pt x="110" y="44"/>
                </a:lnTo>
                <a:lnTo>
                  <a:pt x="105" y="32"/>
                </a:lnTo>
                <a:lnTo>
                  <a:pt x="117" y="28"/>
                </a:lnTo>
                <a:moveTo>
                  <a:pt x="121" y="39"/>
                </a:moveTo>
                <a:lnTo>
                  <a:pt x="126" y="50"/>
                </a:lnTo>
                <a:lnTo>
                  <a:pt x="115" y="55"/>
                </a:lnTo>
                <a:lnTo>
                  <a:pt x="110" y="44"/>
                </a:lnTo>
                <a:lnTo>
                  <a:pt x="121" y="39"/>
                </a:lnTo>
                <a:moveTo>
                  <a:pt x="126" y="50"/>
                </a:moveTo>
                <a:lnTo>
                  <a:pt x="131" y="62"/>
                </a:lnTo>
                <a:lnTo>
                  <a:pt x="120" y="66"/>
                </a:lnTo>
                <a:lnTo>
                  <a:pt x="115" y="55"/>
                </a:lnTo>
                <a:lnTo>
                  <a:pt x="126" y="50"/>
                </a:lnTo>
                <a:moveTo>
                  <a:pt x="131" y="62"/>
                </a:moveTo>
                <a:lnTo>
                  <a:pt x="136" y="74"/>
                </a:lnTo>
                <a:lnTo>
                  <a:pt x="124" y="79"/>
                </a:lnTo>
                <a:lnTo>
                  <a:pt x="120" y="66"/>
                </a:lnTo>
                <a:lnTo>
                  <a:pt x="131" y="62"/>
                </a:lnTo>
                <a:moveTo>
                  <a:pt x="136" y="74"/>
                </a:moveTo>
                <a:lnTo>
                  <a:pt x="140" y="85"/>
                </a:lnTo>
                <a:lnTo>
                  <a:pt x="129" y="90"/>
                </a:lnTo>
                <a:lnTo>
                  <a:pt x="124" y="79"/>
                </a:lnTo>
                <a:lnTo>
                  <a:pt x="136" y="74"/>
                </a:lnTo>
                <a:moveTo>
                  <a:pt x="140" y="85"/>
                </a:moveTo>
                <a:lnTo>
                  <a:pt x="145" y="96"/>
                </a:lnTo>
                <a:lnTo>
                  <a:pt x="134" y="101"/>
                </a:lnTo>
                <a:lnTo>
                  <a:pt x="129" y="90"/>
                </a:lnTo>
                <a:lnTo>
                  <a:pt x="140" y="85"/>
                </a:lnTo>
                <a:moveTo>
                  <a:pt x="145" y="96"/>
                </a:moveTo>
                <a:lnTo>
                  <a:pt x="150" y="108"/>
                </a:lnTo>
                <a:lnTo>
                  <a:pt x="139" y="113"/>
                </a:lnTo>
                <a:lnTo>
                  <a:pt x="134" y="101"/>
                </a:lnTo>
                <a:lnTo>
                  <a:pt x="145" y="96"/>
                </a:lnTo>
                <a:moveTo>
                  <a:pt x="150" y="108"/>
                </a:moveTo>
                <a:lnTo>
                  <a:pt x="155" y="119"/>
                </a:lnTo>
                <a:lnTo>
                  <a:pt x="143" y="124"/>
                </a:lnTo>
                <a:lnTo>
                  <a:pt x="139" y="113"/>
                </a:lnTo>
                <a:lnTo>
                  <a:pt x="150" y="108"/>
                </a:lnTo>
                <a:moveTo>
                  <a:pt x="155" y="119"/>
                </a:moveTo>
                <a:lnTo>
                  <a:pt x="160" y="132"/>
                </a:lnTo>
                <a:lnTo>
                  <a:pt x="138" y="131"/>
                </a:lnTo>
                <a:lnTo>
                  <a:pt x="139" y="119"/>
                </a:lnTo>
                <a:lnTo>
                  <a:pt x="151" y="119"/>
                </a:lnTo>
                <a:lnTo>
                  <a:pt x="151" y="126"/>
                </a:lnTo>
                <a:lnTo>
                  <a:pt x="145" y="128"/>
                </a:lnTo>
                <a:lnTo>
                  <a:pt x="143" y="124"/>
                </a:lnTo>
                <a:lnTo>
                  <a:pt x="155" y="11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2113200" y="1501200"/>
            <a:ext cx="972360" cy="290520"/>
          </a:xfrm>
          <a:custGeom>
            <a:avLst/>
            <a:gdLst/>
            <a:ahLst/>
            <a:rect l="0" t="0" r="r" b="b"/>
            <a:pathLst>
              <a:path w="2701" h="807">
                <a:moveTo>
                  <a:pt x="0" y="0"/>
                </a:moveTo>
                <a:lnTo>
                  <a:pt x="2701" y="0"/>
                </a:lnTo>
                <a:lnTo>
                  <a:pt x="2701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2113200" y="1501200"/>
            <a:ext cx="972360" cy="290520"/>
          </a:xfrm>
          <a:custGeom>
            <a:avLst/>
            <a:gdLst/>
            <a:ahLst/>
            <a:rect l="0" t="0" r="r" b="b"/>
            <a:pathLst>
              <a:path w="2701" h="807">
                <a:moveTo>
                  <a:pt x="0" y="0"/>
                </a:moveTo>
                <a:lnTo>
                  <a:pt x="2701" y="0"/>
                </a:lnTo>
                <a:lnTo>
                  <a:pt x="2701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e5e5e5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457200" y="1175040"/>
            <a:ext cx="3313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 landelijke route van scenario naar afsprakenset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1465200" y="2067480"/>
            <a:ext cx="994680" cy="290520"/>
          </a:xfrm>
          <a:custGeom>
            <a:avLst/>
            <a:gdLst/>
            <a:ahLst/>
            <a:rect l="0" t="0" r="r" b="b"/>
            <a:pathLst>
              <a:path w="2763" h="807">
                <a:moveTo>
                  <a:pt x="0" y="0"/>
                </a:moveTo>
                <a:lnTo>
                  <a:pt x="2763" y="0"/>
                </a:lnTo>
                <a:lnTo>
                  <a:pt x="276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1465200" y="2067480"/>
            <a:ext cx="994680" cy="290520"/>
          </a:xfrm>
          <a:custGeom>
            <a:avLst/>
            <a:gdLst/>
            <a:ahLst/>
            <a:rect l="0" t="0" r="r" b="b"/>
            <a:pathLst>
              <a:path w="2763" h="807">
                <a:moveTo>
                  <a:pt x="0" y="0"/>
                </a:moveTo>
                <a:lnTo>
                  <a:pt x="2763" y="0"/>
                </a:lnTo>
                <a:lnTo>
                  <a:pt x="276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e5e5e5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2278800" y="1595880"/>
            <a:ext cx="7034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Scenario-analyse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2736000" y="2067480"/>
            <a:ext cx="1000080" cy="290520"/>
          </a:xfrm>
          <a:custGeom>
            <a:avLst/>
            <a:gdLst/>
            <a:ahLst/>
            <a:rect l="0" t="0" r="r" b="b"/>
            <a:pathLst>
              <a:path w="2778" h="807">
                <a:moveTo>
                  <a:pt x="0" y="0"/>
                </a:moveTo>
                <a:lnTo>
                  <a:pt x="2778" y="0"/>
                </a:lnTo>
                <a:lnTo>
                  <a:pt x="2778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2736000" y="2067480"/>
            <a:ext cx="1000080" cy="290520"/>
          </a:xfrm>
          <a:custGeom>
            <a:avLst/>
            <a:gdLst/>
            <a:ahLst/>
            <a:rect l="0" t="0" r="r" b="b"/>
            <a:pathLst>
              <a:path w="2778" h="807">
                <a:moveTo>
                  <a:pt x="0" y="0"/>
                </a:moveTo>
                <a:lnTo>
                  <a:pt x="2778" y="0"/>
                </a:lnTo>
                <a:lnTo>
                  <a:pt x="2778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e5e5e5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1631160" y="2162160"/>
            <a:ext cx="727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Gegevensanalyse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2096640" y="2633760"/>
            <a:ext cx="1005480" cy="290520"/>
          </a:xfrm>
          <a:custGeom>
            <a:avLst/>
            <a:gdLst/>
            <a:ahLst/>
            <a:rect l="0" t="0" r="r" b="b"/>
            <a:pathLst>
              <a:path w="2793" h="807">
                <a:moveTo>
                  <a:pt x="0" y="0"/>
                </a:moveTo>
                <a:lnTo>
                  <a:pt x="2793" y="0"/>
                </a:lnTo>
                <a:lnTo>
                  <a:pt x="279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2096640" y="2633760"/>
            <a:ext cx="1005480" cy="290520"/>
          </a:xfrm>
          <a:custGeom>
            <a:avLst/>
            <a:gdLst/>
            <a:ahLst/>
            <a:rect l="0" t="0" r="r" b="b"/>
            <a:pathLst>
              <a:path w="2793" h="807">
                <a:moveTo>
                  <a:pt x="0" y="0"/>
                </a:moveTo>
                <a:lnTo>
                  <a:pt x="2793" y="0"/>
                </a:lnTo>
                <a:lnTo>
                  <a:pt x="279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e5e5e5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2901960" y="2162160"/>
            <a:ext cx="7398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Interactie-analyse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1415520" y="32000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1415520" y="32000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e5e5e5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2262240" y="2728440"/>
            <a:ext cx="7412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Technologiekeuze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719440" y="32000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719440" y="32000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e5e5e5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581480" y="3294720"/>
            <a:ext cx="75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Berichtspeciﬁcatie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179440" y="3766320"/>
            <a:ext cx="839880" cy="290160"/>
          </a:xfrm>
          <a:custGeom>
            <a:avLst/>
            <a:gdLst/>
            <a:ahLst/>
            <a:rect l="0" t="0" r="r" b="b"/>
            <a:pathLst>
              <a:path w="2333" h="806">
                <a:moveTo>
                  <a:pt x="0" y="0"/>
                </a:moveTo>
                <a:lnTo>
                  <a:pt x="2333" y="0"/>
                </a:lnTo>
                <a:lnTo>
                  <a:pt x="233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179440" y="3766320"/>
            <a:ext cx="839880" cy="290160"/>
          </a:xfrm>
          <a:custGeom>
            <a:avLst/>
            <a:gdLst/>
            <a:ahLst/>
            <a:rect l="0" t="0" r="r" b="b"/>
            <a:pathLst>
              <a:path w="2333" h="806">
                <a:moveTo>
                  <a:pt x="0" y="0"/>
                </a:moveTo>
                <a:lnTo>
                  <a:pt x="2333" y="0"/>
                </a:lnTo>
                <a:lnTo>
                  <a:pt x="233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e5e5e5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885040" y="3294720"/>
            <a:ext cx="8344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Interfacespeciﬁcatie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4" name="" descr=""/>
          <p:cNvPicPr/>
          <p:nvPr/>
        </p:nvPicPr>
        <p:blipFill>
          <a:blip r:embed="rId2"/>
          <a:stretch/>
        </p:blipFill>
        <p:spPr>
          <a:xfrm>
            <a:off x="2000160" y="4143240"/>
            <a:ext cx="1238040" cy="228240"/>
          </a:xfrm>
          <a:prstGeom prst="rect">
            <a:avLst/>
          </a:prstGeom>
          <a:ln w="0">
            <a:noFill/>
          </a:ln>
        </p:spPr>
      </p:pic>
      <p:sp>
        <p:nvSpPr>
          <p:cNvPr id="875" name=""/>
          <p:cNvSpPr/>
          <p:nvPr/>
        </p:nvSpPr>
        <p:spPr>
          <a:xfrm>
            <a:off x="4943160" y="1866600"/>
            <a:ext cx="3934440" cy="2095920"/>
          </a:xfrm>
          <a:custGeom>
            <a:avLst/>
            <a:gdLst/>
            <a:ahLst/>
            <a:rect l="0" t="0" r="r" b="b"/>
            <a:pathLst>
              <a:path w="10929" h="5822">
                <a:moveTo>
                  <a:pt x="0" y="0"/>
                </a:moveTo>
                <a:lnTo>
                  <a:pt x="10929" y="0"/>
                </a:lnTo>
                <a:lnTo>
                  <a:pt x="10929" y="5822"/>
                </a:lnTo>
                <a:lnTo>
                  <a:pt x="0" y="58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4943160" y="18666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4943160" y="3952800"/>
            <a:ext cx="3934440" cy="9720"/>
          </a:xfrm>
          <a:custGeom>
            <a:avLst/>
            <a:gdLst/>
            <a:ahLst/>
            <a:rect l="0" t="0" r="r" b="b"/>
            <a:pathLst>
              <a:path w="10929" h="27">
                <a:moveTo>
                  <a:pt x="0" y="0"/>
                </a:moveTo>
                <a:lnTo>
                  <a:pt x="10929" y="0"/>
                </a:lnTo>
                <a:lnTo>
                  <a:pt x="109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886752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106"/>
                </a:moveTo>
                <a:lnTo>
                  <a:pt x="0" y="5822"/>
                </a:lnTo>
                <a:lnTo>
                  <a:pt x="28" y="582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494316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0"/>
                </a:moveTo>
                <a:lnTo>
                  <a:pt x="0" y="5822"/>
                </a:lnTo>
                <a:lnTo>
                  <a:pt x="28" y="582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2345400" y="3860640"/>
            <a:ext cx="538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Afsprakenset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5094000" y="2032200"/>
            <a:ext cx="198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 vullen wij die stappen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5094000" y="2313000"/>
            <a:ext cx="1433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Scenario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5094000" y="2541600"/>
            <a:ext cx="1910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Gegevens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5094000" y="2779560"/>
            <a:ext cx="2265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Interactie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interactiediagrammen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5094000" y="3017880"/>
            <a:ext cx="1950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Bericht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5094000" y="3255840"/>
            <a:ext cx="1443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Interface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endpoints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5094000" y="3494160"/>
            <a:ext cx="2817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Afsprakenset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o.a. koppelvlakspeciﬁcatie,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5094000" y="3674880"/>
            <a:ext cx="3647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datamodelproﬁelen, authenticatie en identity provisioning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752560" y="4506480"/>
            <a:ext cx="4277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Een aanpak die leveranciers uit andere onderwijsstandaarden kennen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8" name=""/>
          <p:cNvSpPr txBox="1"/>
          <p:nvPr/>
        </p:nvSpPr>
        <p:spPr>
          <a:xfrm>
            <a:off x="439920" y="91440"/>
            <a:ext cx="259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Doel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01" name="" descr=""/>
          <p:cNvPicPr/>
          <p:nvPr/>
        </p:nvPicPr>
        <p:blipFill>
          <a:blip r:embed="rId2"/>
          <a:stretch/>
        </p:blipFill>
        <p:spPr>
          <a:xfrm>
            <a:off x="1350000" y="788760"/>
            <a:ext cx="6593400" cy="3223080"/>
          </a:xfrm>
          <a:prstGeom prst="rect">
            <a:avLst/>
          </a:prstGeom>
          <a:ln w="0">
            <a:noFill/>
          </a:ln>
        </p:spPr>
      </p:pic>
      <p:sp>
        <p:nvSpPr>
          <p:cNvPr id="902" name=""/>
          <p:cNvSpPr/>
          <p:nvPr/>
        </p:nvSpPr>
        <p:spPr>
          <a:xfrm>
            <a:off x="1350000" y="788400"/>
            <a:ext cx="6594120" cy="3224160"/>
          </a:xfrm>
          <a:custGeom>
            <a:avLst/>
            <a:gdLst/>
            <a:ahLst/>
            <a:rect l="0" t="0" r="r" b="b"/>
            <a:pathLst>
              <a:path w="18317" h="8956">
                <a:moveTo>
                  <a:pt x="0" y="0"/>
                </a:moveTo>
                <a:lnTo>
                  <a:pt x="18317" y="0"/>
                </a:lnTo>
                <a:lnTo>
                  <a:pt x="18317" y="8956"/>
                </a:lnTo>
                <a:lnTo>
                  <a:pt x="0" y="89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3040200" y="1508400"/>
            <a:ext cx="84960" cy="96480"/>
          </a:xfrm>
          <a:custGeom>
            <a:avLst/>
            <a:gdLst/>
            <a:ahLst/>
            <a:rect l="0" t="0" r="r" b="b"/>
            <a:pathLst>
              <a:path w="236" h="268">
                <a:moveTo>
                  <a:pt x="0" y="132"/>
                </a:moveTo>
                <a:lnTo>
                  <a:pt x="236" y="0"/>
                </a:lnTo>
                <a:lnTo>
                  <a:pt x="202" y="268"/>
                </a:lnTo>
                <a:lnTo>
                  <a:pt x="0" y="13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555280" y="1809000"/>
            <a:ext cx="88920" cy="87120"/>
          </a:xfrm>
          <a:custGeom>
            <a:avLst/>
            <a:gdLst/>
            <a:ahLst/>
            <a:rect l="0" t="0" r="r" b="b"/>
            <a:pathLst>
              <a:path w="247" h="242">
                <a:moveTo>
                  <a:pt x="236" y="242"/>
                </a:moveTo>
                <a:lnTo>
                  <a:pt x="0" y="109"/>
                </a:lnTo>
                <a:lnTo>
                  <a:pt x="247" y="0"/>
                </a:lnTo>
                <a:lnTo>
                  <a:pt x="236" y="24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077640" y="2343960"/>
            <a:ext cx="96120" cy="86400"/>
          </a:xfrm>
          <a:custGeom>
            <a:avLst/>
            <a:gdLst/>
            <a:ahLst/>
            <a:rect l="0" t="0" r="r" b="b"/>
            <a:pathLst>
              <a:path w="267" h="240">
                <a:moveTo>
                  <a:pt x="142" y="0"/>
                </a:moveTo>
                <a:lnTo>
                  <a:pt x="267" y="240"/>
                </a:lnTo>
                <a:lnTo>
                  <a:pt x="0" y="197"/>
                </a:lnTo>
                <a:lnTo>
                  <a:pt x="1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2274120" y="2268360"/>
            <a:ext cx="87120" cy="87480"/>
          </a:xfrm>
          <a:custGeom>
            <a:avLst/>
            <a:gdLst/>
            <a:ahLst/>
            <a:rect l="0" t="0" r="r" b="b"/>
            <a:pathLst>
              <a:path w="242" h="243">
                <a:moveTo>
                  <a:pt x="242" y="0"/>
                </a:moveTo>
                <a:lnTo>
                  <a:pt x="122" y="243"/>
                </a:lnTo>
                <a:lnTo>
                  <a:pt x="0" y="0"/>
                </a:lnTo>
                <a:lnTo>
                  <a:pt x="2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237000" y="2706480"/>
            <a:ext cx="82440" cy="96480"/>
          </a:xfrm>
          <a:custGeom>
            <a:avLst/>
            <a:gdLst/>
            <a:ahLst/>
            <a:rect l="0" t="0" r="r" b="b"/>
            <a:pathLst>
              <a:path w="229" h="268">
                <a:moveTo>
                  <a:pt x="0" y="188"/>
                </a:moveTo>
                <a:lnTo>
                  <a:pt x="195" y="0"/>
                </a:lnTo>
                <a:lnTo>
                  <a:pt x="229" y="268"/>
                </a:lnTo>
                <a:lnTo>
                  <a:pt x="0" y="18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3038760" y="2416320"/>
            <a:ext cx="472680" cy="176760"/>
          </a:xfrm>
          <a:custGeom>
            <a:avLst/>
            <a:gdLst/>
            <a:ahLst/>
            <a:rect l="0" t="0" r="r" b="b"/>
            <a:pathLst>
              <a:path w="1313" h="491">
                <a:moveTo>
                  <a:pt x="33" y="0"/>
                </a:moveTo>
                <a:lnTo>
                  <a:pt x="1281" y="0"/>
                </a:lnTo>
                <a:cubicBezTo>
                  <a:pt x="1290" y="0"/>
                  <a:pt x="1297" y="3"/>
                  <a:pt x="1304" y="9"/>
                </a:cubicBezTo>
                <a:cubicBezTo>
                  <a:pt x="1310" y="15"/>
                  <a:pt x="1313" y="23"/>
                  <a:pt x="1313" y="32"/>
                </a:cubicBezTo>
                <a:lnTo>
                  <a:pt x="1313" y="459"/>
                </a:lnTo>
                <a:cubicBezTo>
                  <a:pt x="1313" y="468"/>
                  <a:pt x="1310" y="476"/>
                  <a:pt x="1304" y="482"/>
                </a:cubicBezTo>
                <a:cubicBezTo>
                  <a:pt x="1297" y="488"/>
                  <a:pt x="1290" y="491"/>
                  <a:pt x="1281" y="491"/>
                </a:cubicBezTo>
                <a:lnTo>
                  <a:pt x="33" y="491"/>
                </a:lnTo>
                <a:cubicBezTo>
                  <a:pt x="24" y="491"/>
                  <a:pt x="16" y="488"/>
                  <a:pt x="10" y="482"/>
                </a:cubicBezTo>
                <a:cubicBezTo>
                  <a:pt x="4" y="476"/>
                  <a:pt x="0" y="468"/>
                  <a:pt x="0" y="459"/>
                </a:cubicBezTo>
                <a:lnTo>
                  <a:pt x="0" y="32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2065320" y="2337840"/>
            <a:ext cx="507600" cy="194400"/>
          </a:xfrm>
          <a:custGeom>
            <a:avLst/>
            <a:gdLst/>
            <a:ahLst/>
            <a:rect l="0" t="0" r="r" b="b"/>
            <a:pathLst>
              <a:path w="1410" h="540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508"/>
                </a:lnTo>
                <a:cubicBezTo>
                  <a:pt x="1410" y="517"/>
                  <a:pt x="1407" y="525"/>
                  <a:pt x="1400" y="531"/>
                </a:cubicBezTo>
                <a:cubicBezTo>
                  <a:pt x="1394" y="537"/>
                  <a:pt x="1386" y="540"/>
                  <a:pt x="1378" y="540"/>
                </a:cubicBezTo>
                <a:lnTo>
                  <a:pt x="33" y="540"/>
                </a:lnTo>
                <a:cubicBezTo>
                  <a:pt x="24" y="540"/>
                  <a:pt x="16" y="537"/>
                  <a:pt x="10" y="531"/>
                </a:cubicBezTo>
                <a:cubicBezTo>
                  <a:pt x="4" y="525"/>
                  <a:pt x="0" y="517"/>
                  <a:pt x="0" y="508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6915240" y="1295280"/>
            <a:ext cx="799920" cy="229320"/>
          </a:xfrm>
          <a:custGeom>
            <a:avLst/>
            <a:gdLst/>
            <a:ahLst/>
            <a:rect l="0" t="0" r="r" b="b"/>
            <a:pathLst>
              <a:path w="2222" h="637">
                <a:moveTo>
                  <a:pt x="32" y="0"/>
                </a:moveTo>
                <a:lnTo>
                  <a:pt x="2190" y="0"/>
                </a:lnTo>
                <a:cubicBezTo>
                  <a:pt x="2199" y="0"/>
                  <a:pt x="2206" y="3"/>
                  <a:pt x="2213" y="10"/>
                </a:cubicBezTo>
                <a:cubicBezTo>
                  <a:pt x="2219" y="16"/>
                  <a:pt x="2222" y="23"/>
                  <a:pt x="2222" y="32"/>
                </a:cubicBezTo>
                <a:lnTo>
                  <a:pt x="2222" y="605"/>
                </a:lnTo>
                <a:cubicBezTo>
                  <a:pt x="2222" y="613"/>
                  <a:pt x="2219" y="621"/>
                  <a:pt x="2213" y="627"/>
                </a:cubicBezTo>
                <a:cubicBezTo>
                  <a:pt x="2206" y="634"/>
                  <a:pt x="2199" y="637"/>
                  <a:pt x="2190" y="637"/>
                </a:cubicBezTo>
                <a:lnTo>
                  <a:pt x="32" y="637"/>
                </a:lnTo>
                <a:cubicBezTo>
                  <a:pt x="23" y="637"/>
                  <a:pt x="16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5817240" y="2546640"/>
            <a:ext cx="1028880" cy="176760"/>
          </a:xfrm>
          <a:custGeom>
            <a:avLst/>
            <a:gdLst/>
            <a:ahLst/>
            <a:rect l="0" t="0" r="r" b="b"/>
            <a:pathLst>
              <a:path w="2858" h="491">
                <a:moveTo>
                  <a:pt x="32" y="0"/>
                </a:moveTo>
                <a:lnTo>
                  <a:pt x="2826" y="0"/>
                </a:lnTo>
                <a:cubicBezTo>
                  <a:pt x="2834" y="0"/>
                  <a:pt x="2842" y="3"/>
                  <a:pt x="2848" y="9"/>
                </a:cubicBezTo>
                <a:cubicBezTo>
                  <a:pt x="2855" y="15"/>
                  <a:pt x="2858" y="23"/>
                  <a:pt x="2858" y="33"/>
                </a:cubicBezTo>
                <a:lnTo>
                  <a:pt x="2858" y="459"/>
                </a:lnTo>
                <a:cubicBezTo>
                  <a:pt x="2858" y="468"/>
                  <a:pt x="2855" y="476"/>
                  <a:pt x="2848" y="482"/>
                </a:cubicBezTo>
                <a:cubicBezTo>
                  <a:pt x="2842" y="488"/>
                  <a:pt x="2834" y="491"/>
                  <a:pt x="2826" y="491"/>
                </a:cubicBezTo>
                <a:lnTo>
                  <a:pt x="32" y="491"/>
                </a:lnTo>
                <a:cubicBezTo>
                  <a:pt x="23" y="491"/>
                  <a:pt x="16" y="488"/>
                  <a:pt x="9" y="482"/>
                </a:cubicBezTo>
                <a:cubicBezTo>
                  <a:pt x="3" y="476"/>
                  <a:pt x="0" y="468"/>
                  <a:pt x="0" y="459"/>
                </a:cubicBezTo>
                <a:lnTo>
                  <a:pt x="0" y="33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457200" y="680040"/>
            <a:ext cx="2615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koppelingen, alle lagen beschreven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2694600" y="170424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2833560" y="184320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2646000" y="19792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2222640" y="2138400"/>
            <a:ext cx="1882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6910560" y="30538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3581280"/>
            <a:ext cx="2734200" cy="933840"/>
          </a:xfrm>
          <a:custGeom>
            <a:avLst/>
            <a:gdLst/>
            <a:ahLst/>
            <a:rect l="0" t="0" r="r" b="b"/>
            <a:pathLst>
              <a:path w="7595" h="2594">
                <a:moveTo>
                  <a:pt x="0" y="0"/>
                </a:moveTo>
                <a:lnTo>
                  <a:pt x="7595" y="0"/>
                </a:lnTo>
                <a:lnTo>
                  <a:pt x="7595" y="2594"/>
                </a:lnTo>
                <a:lnTo>
                  <a:pt x="0" y="25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45684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456840" y="450504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3181320" y="3581280"/>
            <a:ext cx="9720" cy="933840"/>
          </a:xfrm>
          <a:custGeom>
            <a:avLst/>
            <a:gdLst/>
            <a:ahLst/>
            <a:rect l="0" t="0" r="r" b="b"/>
            <a:pathLst>
              <a:path w="27" h="2594">
                <a:moveTo>
                  <a:pt x="0" y="106"/>
                </a:moveTo>
                <a:lnTo>
                  <a:pt x="0" y="2594"/>
                </a:lnTo>
                <a:lnTo>
                  <a:pt x="27" y="259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456840" y="3581280"/>
            <a:ext cx="10080" cy="933840"/>
          </a:xfrm>
          <a:custGeom>
            <a:avLst/>
            <a:gdLst/>
            <a:ahLst/>
            <a:rect l="0" t="0" r="r" b="b"/>
            <a:pathLst>
              <a:path w="28" h="2594">
                <a:moveTo>
                  <a:pt x="0" y="0"/>
                </a:moveTo>
                <a:lnTo>
                  <a:pt x="0" y="2594"/>
                </a:lnTo>
                <a:lnTo>
                  <a:pt x="28" y="259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3105000" y="3346200"/>
            <a:ext cx="3498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planning, studentadministratie en leeromgeving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588600" y="3742560"/>
            <a:ext cx="1837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koppeling alle lagen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88600" y="3997800"/>
            <a:ext cx="2376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295440" y="3581280"/>
            <a:ext cx="2743560" cy="686160"/>
          </a:xfrm>
          <a:custGeom>
            <a:avLst/>
            <a:gdLst/>
            <a:ahLst/>
            <a:rect l="0" t="0" r="r" b="b"/>
            <a:pathLst>
              <a:path w="7621" h="1906">
                <a:moveTo>
                  <a:pt x="0" y="0"/>
                </a:moveTo>
                <a:lnTo>
                  <a:pt x="7621" y="0"/>
                </a:lnTo>
                <a:lnTo>
                  <a:pt x="7621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3295440" y="3581280"/>
            <a:ext cx="2743560" cy="38520"/>
          </a:xfrm>
          <a:custGeom>
            <a:avLst/>
            <a:gdLst/>
            <a:ahLst/>
            <a:rect l="0" t="0" r="r" b="b"/>
            <a:pathLst>
              <a:path w="7621" h="107">
                <a:moveTo>
                  <a:pt x="0" y="0"/>
                </a:moveTo>
                <a:lnTo>
                  <a:pt x="7621" y="0"/>
                </a:lnTo>
                <a:lnTo>
                  <a:pt x="76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3295440" y="425736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6029280" y="3581280"/>
            <a:ext cx="9720" cy="686160"/>
          </a:xfrm>
          <a:custGeom>
            <a:avLst/>
            <a:gdLst/>
            <a:ahLst/>
            <a:rect l="0" t="0" r="r" b="b"/>
            <a:pathLst>
              <a:path w="27" h="1906">
                <a:moveTo>
                  <a:pt x="0" y="106"/>
                </a:moveTo>
                <a:lnTo>
                  <a:pt x="0" y="1906"/>
                </a:lnTo>
                <a:lnTo>
                  <a:pt x="27" y="19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329544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588600" y="4245480"/>
            <a:ext cx="1136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schema's · toegang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3430800" y="374256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6143400" y="3581280"/>
            <a:ext cx="2734200" cy="686160"/>
          </a:xfrm>
          <a:custGeom>
            <a:avLst/>
            <a:gdLst/>
            <a:ahLst/>
            <a:rect l="0" t="0" r="r" b="b"/>
            <a:pathLst>
              <a:path w="7595" h="1906">
                <a:moveTo>
                  <a:pt x="0" y="0"/>
                </a:moveTo>
                <a:lnTo>
                  <a:pt x="7595" y="0"/>
                </a:lnTo>
                <a:lnTo>
                  <a:pt x="7595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614340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143400" y="425736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86752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106"/>
                </a:moveTo>
                <a:lnTo>
                  <a:pt x="0" y="1906"/>
                </a:lnTo>
                <a:lnTo>
                  <a:pt x="28" y="19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614340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3430800" y="3997800"/>
            <a:ext cx="1620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aanscherpen met koplopers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273000" y="374256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6273000" y="3997800"/>
            <a:ext cx="2498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leerroutes, het ho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1764000" y="4687920"/>
            <a:ext cx="159840" cy="160920"/>
          </a:xfrm>
          <a:custGeom>
            <a:avLst/>
            <a:gdLst/>
            <a:ahLst/>
            <a:rect l="0" t="0" r="r" b="b"/>
            <a:pathLst>
              <a:path w="444" h="447">
                <a:moveTo>
                  <a:pt x="160" y="0"/>
                </a:moveTo>
                <a:cubicBezTo>
                  <a:pt x="129" y="0"/>
                  <a:pt x="100" y="9"/>
                  <a:pt x="74" y="26"/>
                </a:cubicBezTo>
                <a:lnTo>
                  <a:pt x="176" y="128"/>
                </a:lnTo>
                <a:cubicBezTo>
                  <a:pt x="179" y="131"/>
                  <a:pt x="182" y="135"/>
                  <a:pt x="184" y="139"/>
                </a:cubicBezTo>
                <a:cubicBezTo>
                  <a:pt x="186" y="143"/>
                  <a:pt x="187" y="147"/>
                  <a:pt x="187" y="151"/>
                </a:cubicBezTo>
                <a:cubicBezTo>
                  <a:pt x="188" y="156"/>
                  <a:pt x="187" y="160"/>
                  <a:pt x="186" y="164"/>
                </a:cubicBezTo>
                <a:cubicBezTo>
                  <a:pt x="184" y="169"/>
                  <a:pt x="182" y="172"/>
                  <a:pt x="179" y="176"/>
                </a:cubicBezTo>
                <a:cubicBezTo>
                  <a:pt x="175" y="179"/>
                  <a:pt x="172" y="181"/>
                  <a:pt x="167" y="182"/>
                </a:cubicBezTo>
                <a:cubicBezTo>
                  <a:pt x="163" y="184"/>
                  <a:pt x="159" y="185"/>
                  <a:pt x="154" y="184"/>
                </a:cubicBezTo>
                <a:cubicBezTo>
                  <a:pt x="150" y="184"/>
                  <a:pt x="146" y="183"/>
                  <a:pt x="142" y="181"/>
                </a:cubicBezTo>
                <a:cubicBezTo>
                  <a:pt x="138" y="179"/>
                  <a:pt x="134" y="176"/>
                  <a:pt x="131" y="173"/>
                </a:cubicBezTo>
                <a:lnTo>
                  <a:pt x="27" y="70"/>
                </a:lnTo>
                <a:cubicBezTo>
                  <a:pt x="8" y="97"/>
                  <a:pt x="-1" y="129"/>
                  <a:pt x="0" y="162"/>
                </a:cubicBezTo>
                <a:cubicBezTo>
                  <a:pt x="0" y="172"/>
                  <a:pt x="1" y="182"/>
                  <a:pt x="3" y="193"/>
                </a:cubicBezTo>
                <a:cubicBezTo>
                  <a:pt x="5" y="203"/>
                  <a:pt x="8" y="213"/>
                  <a:pt x="12" y="223"/>
                </a:cubicBezTo>
                <a:cubicBezTo>
                  <a:pt x="16" y="232"/>
                  <a:pt x="21" y="242"/>
                  <a:pt x="27" y="250"/>
                </a:cubicBezTo>
                <a:cubicBezTo>
                  <a:pt x="33" y="259"/>
                  <a:pt x="39" y="267"/>
                  <a:pt x="47" y="275"/>
                </a:cubicBezTo>
                <a:cubicBezTo>
                  <a:pt x="54" y="282"/>
                  <a:pt x="62" y="289"/>
                  <a:pt x="71" y="295"/>
                </a:cubicBezTo>
                <a:cubicBezTo>
                  <a:pt x="80" y="300"/>
                  <a:pt x="89" y="305"/>
                  <a:pt x="99" y="309"/>
                </a:cubicBezTo>
                <a:cubicBezTo>
                  <a:pt x="108" y="313"/>
                  <a:pt x="118" y="316"/>
                  <a:pt x="129" y="319"/>
                </a:cubicBezTo>
                <a:cubicBezTo>
                  <a:pt x="139" y="321"/>
                  <a:pt x="149" y="322"/>
                  <a:pt x="160" y="322"/>
                </a:cubicBezTo>
                <a:cubicBezTo>
                  <a:pt x="174" y="322"/>
                  <a:pt x="187" y="320"/>
                  <a:pt x="202" y="317"/>
                </a:cubicBezTo>
                <a:lnTo>
                  <a:pt x="308" y="423"/>
                </a:lnTo>
                <a:cubicBezTo>
                  <a:pt x="316" y="431"/>
                  <a:pt x="324" y="436"/>
                  <a:pt x="334" y="441"/>
                </a:cubicBezTo>
                <a:cubicBezTo>
                  <a:pt x="344" y="445"/>
                  <a:pt x="354" y="447"/>
                  <a:pt x="365" y="447"/>
                </a:cubicBezTo>
                <a:cubicBezTo>
                  <a:pt x="375" y="447"/>
                  <a:pt x="385" y="445"/>
                  <a:pt x="395" y="441"/>
                </a:cubicBezTo>
                <a:cubicBezTo>
                  <a:pt x="405" y="436"/>
                  <a:pt x="414" y="431"/>
                  <a:pt x="421" y="423"/>
                </a:cubicBezTo>
                <a:cubicBezTo>
                  <a:pt x="428" y="416"/>
                  <a:pt x="434" y="407"/>
                  <a:pt x="438" y="397"/>
                </a:cubicBezTo>
                <a:cubicBezTo>
                  <a:pt x="442" y="388"/>
                  <a:pt x="444" y="378"/>
                  <a:pt x="444" y="367"/>
                </a:cubicBezTo>
                <a:cubicBezTo>
                  <a:pt x="444" y="356"/>
                  <a:pt x="442" y="346"/>
                  <a:pt x="438" y="336"/>
                </a:cubicBezTo>
                <a:cubicBezTo>
                  <a:pt x="434" y="327"/>
                  <a:pt x="428" y="318"/>
                  <a:pt x="421" y="311"/>
                </a:cubicBezTo>
                <a:lnTo>
                  <a:pt x="315" y="204"/>
                </a:lnTo>
                <a:cubicBezTo>
                  <a:pt x="318" y="191"/>
                  <a:pt x="320" y="177"/>
                  <a:pt x="319" y="163"/>
                </a:cubicBezTo>
                <a:cubicBezTo>
                  <a:pt x="320" y="153"/>
                  <a:pt x="319" y="142"/>
                  <a:pt x="317" y="132"/>
                </a:cubicBezTo>
                <a:cubicBezTo>
                  <a:pt x="315" y="121"/>
                  <a:pt x="312" y="111"/>
                  <a:pt x="308" y="100"/>
                </a:cubicBezTo>
                <a:cubicBezTo>
                  <a:pt x="304" y="91"/>
                  <a:pt x="300" y="81"/>
                  <a:pt x="294" y="72"/>
                </a:cubicBezTo>
                <a:cubicBezTo>
                  <a:pt x="288" y="64"/>
                  <a:pt x="281" y="55"/>
                  <a:pt x="274" y="48"/>
                </a:cubicBezTo>
                <a:cubicBezTo>
                  <a:pt x="267" y="40"/>
                  <a:pt x="259" y="34"/>
                  <a:pt x="250" y="28"/>
                </a:cubicBezTo>
                <a:cubicBezTo>
                  <a:pt x="241" y="22"/>
                  <a:pt x="232" y="17"/>
                  <a:pt x="222" y="13"/>
                </a:cubicBezTo>
                <a:cubicBezTo>
                  <a:pt x="213" y="9"/>
                  <a:pt x="202" y="5"/>
                  <a:pt x="191" y="3"/>
                </a:cubicBezTo>
                <a:cubicBezTo>
                  <a:pt x="181" y="1"/>
                  <a:pt x="170" y="0"/>
                  <a:pt x="160" y="0"/>
                </a:cubicBezTo>
                <a:moveTo>
                  <a:pt x="288" y="162"/>
                </a:moveTo>
                <a:cubicBezTo>
                  <a:pt x="288" y="173"/>
                  <a:pt x="286" y="184"/>
                  <a:pt x="283" y="195"/>
                </a:cubicBezTo>
                <a:lnTo>
                  <a:pt x="278" y="212"/>
                </a:lnTo>
                <a:lnTo>
                  <a:pt x="291" y="225"/>
                </a:lnTo>
                <a:lnTo>
                  <a:pt x="397" y="331"/>
                </a:lnTo>
                <a:cubicBezTo>
                  <a:pt x="407" y="340"/>
                  <a:pt x="411" y="351"/>
                  <a:pt x="411" y="365"/>
                </a:cubicBezTo>
                <a:cubicBezTo>
                  <a:pt x="412" y="378"/>
                  <a:pt x="407" y="389"/>
                  <a:pt x="397" y="398"/>
                </a:cubicBezTo>
                <a:cubicBezTo>
                  <a:pt x="393" y="402"/>
                  <a:pt x="388" y="406"/>
                  <a:pt x="382" y="408"/>
                </a:cubicBezTo>
                <a:cubicBezTo>
                  <a:pt x="376" y="411"/>
                  <a:pt x="370" y="412"/>
                  <a:pt x="364" y="412"/>
                </a:cubicBezTo>
                <a:cubicBezTo>
                  <a:pt x="358" y="412"/>
                  <a:pt x="352" y="411"/>
                  <a:pt x="346" y="408"/>
                </a:cubicBezTo>
                <a:cubicBezTo>
                  <a:pt x="340" y="406"/>
                  <a:pt x="335" y="402"/>
                  <a:pt x="331" y="398"/>
                </a:cubicBezTo>
                <a:lnTo>
                  <a:pt x="224" y="292"/>
                </a:lnTo>
                <a:lnTo>
                  <a:pt x="212" y="279"/>
                </a:lnTo>
                <a:lnTo>
                  <a:pt x="193" y="284"/>
                </a:lnTo>
                <a:cubicBezTo>
                  <a:pt x="182" y="287"/>
                  <a:pt x="171" y="288"/>
                  <a:pt x="160" y="288"/>
                </a:cubicBezTo>
                <a:cubicBezTo>
                  <a:pt x="125" y="288"/>
                  <a:pt x="95" y="276"/>
                  <a:pt x="69" y="252"/>
                </a:cubicBezTo>
                <a:cubicBezTo>
                  <a:pt x="43" y="227"/>
                  <a:pt x="31" y="197"/>
                  <a:pt x="31" y="162"/>
                </a:cubicBezTo>
                <a:cubicBezTo>
                  <a:pt x="31" y="150"/>
                  <a:pt x="33" y="138"/>
                  <a:pt x="36" y="127"/>
                </a:cubicBezTo>
                <a:lnTo>
                  <a:pt x="106" y="196"/>
                </a:lnTo>
                <a:cubicBezTo>
                  <a:pt x="112" y="203"/>
                  <a:pt x="119" y="208"/>
                  <a:pt x="127" y="212"/>
                </a:cubicBezTo>
                <a:cubicBezTo>
                  <a:pt x="135" y="215"/>
                  <a:pt x="143" y="217"/>
                  <a:pt x="152" y="218"/>
                </a:cubicBezTo>
                <a:cubicBezTo>
                  <a:pt x="161" y="218"/>
                  <a:pt x="169" y="216"/>
                  <a:pt x="178" y="213"/>
                </a:cubicBezTo>
                <a:cubicBezTo>
                  <a:pt x="186" y="210"/>
                  <a:pt x="193" y="206"/>
                  <a:pt x="200" y="200"/>
                </a:cubicBezTo>
                <a:cubicBezTo>
                  <a:pt x="207" y="193"/>
                  <a:pt x="211" y="186"/>
                  <a:pt x="214" y="178"/>
                </a:cubicBezTo>
                <a:cubicBezTo>
                  <a:pt x="217" y="169"/>
                  <a:pt x="219" y="161"/>
                  <a:pt x="218" y="152"/>
                </a:cubicBezTo>
                <a:cubicBezTo>
                  <a:pt x="218" y="143"/>
                  <a:pt x="216" y="135"/>
                  <a:pt x="213" y="127"/>
                </a:cubicBezTo>
                <a:cubicBezTo>
                  <a:pt x="209" y="119"/>
                  <a:pt x="204" y="112"/>
                  <a:pt x="197" y="105"/>
                </a:cubicBezTo>
                <a:lnTo>
                  <a:pt x="126" y="35"/>
                </a:lnTo>
                <a:cubicBezTo>
                  <a:pt x="137" y="32"/>
                  <a:pt x="147" y="30"/>
                  <a:pt x="158" y="30"/>
                </a:cubicBezTo>
                <a:cubicBezTo>
                  <a:pt x="193" y="31"/>
                  <a:pt x="224" y="43"/>
                  <a:pt x="250" y="67"/>
                </a:cubicBezTo>
                <a:cubicBezTo>
                  <a:pt x="275" y="93"/>
                  <a:pt x="288" y="125"/>
                  <a:pt x="288" y="16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768240" y="4696920"/>
            <a:ext cx="872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Aanhaken kan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4326120" y="4699440"/>
            <a:ext cx="160200" cy="148680"/>
          </a:xfrm>
          <a:custGeom>
            <a:avLst/>
            <a:gdLst/>
            <a:ahLst/>
            <a:rect l="0" t="0" r="r" b="b"/>
            <a:pathLst>
              <a:path w="445" h="413">
                <a:moveTo>
                  <a:pt x="251" y="413"/>
                </a:moveTo>
                <a:lnTo>
                  <a:pt x="223" y="398"/>
                </a:lnTo>
                <a:lnTo>
                  <a:pt x="286" y="286"/>
                </a:lnTo>
                <a:lnTo>
                  <a:pt x="382" y="286"/>
                </a:lnTo>
                <a:cubicBezTo>
                  <a:pt x="390" y="286"/>
                  <a:pt x="398" y="282"/>
                  <a:pt x="404" y="276"/>
                </a:cubicBezTo>
                <a:cubicBezTo>
                  <a:pt x="410" y="270"/>
                  <a:pt x="413" y="263"/>
                  <a:pt x="413" y="254"/>
                </a:cubicBezTo>
                <a:lnTo>
                  <a:pt x="413" y="63"/>
                </a:lnTo>
                <a:cubicBezTo>
                  <a:pt x="413" y="55"/>
                  <a:pt x="410" y="47"/>
                  <a:pt x="404" y="41"/>
                </a:cubicBezTo>
                <a:cubicBezTo>
                  <a:pt x="398" y="35"/>
                  <a:pt x="390" y="32"/>
                  <a:pt x="382" y="32"/>
                </a:cubicBezTo>
                <a:lnTo>
                  <a:pt x="63" y="32"/>
                </a:lnTo>
                <a:cubicBezTo>
                  <a:pt x="55" y="32"/>
                  <a:pt x="47" y="35"/>
                  <a:pt x="41" y="41"/>
                </a:cubicBezTo>
                <a:cubicBezTo>
                  <a:pt x="35" y="47"/>
                  <a:pt x="32" y="55"/>
                  <a:pt x="32" y="63"/>
                </a:cubicBezTo>
                <a:lnTo>
                  <a:pt x="32" y="254"/>
                </a:lnTo>
                <a:cubicBezTo>
                  <a:pt x="32" y="263"/>
                  <a:pt x="35" y="270"/>
                  <a:pt x="41" y="276"/>
                </a:cubicBezTo>
                <a:cubicBezTo>
                  <a:pt x="47" y="282"/>
                  <a:pt x="55" y="286"/>
                  <a:pt x="63" y="286"/>
                </a:cubicBezTo>
                <a:lnTo>
                  <a:pt x="207" y="286"/>
                </a:lnTo>
                <a:lnTo>
                  <a:pt x="207" y="317"/>
                </a:lnTo>
                <a:lnTo>
                  <a:pt x="63" y="317"/>
                </a:lnTo>
                <a:cubicBezTo>
                  <a:pt x="55" y="317"/>
                  <a:pt x="47" y="316"/>
                  <a:pt x="39" y="312"/>
                </a:cubicBezTo>
                <a:cubicBezTo>
                  <a:pt x="31" y="309"/>
                  <a:pt x="24" y="305"/>
                  <a:pt x="18" y="299"/>
                </a:cubicBezTo>
                <a:cubicBezTo>
                  <a:pt x="12" y="293"/>
                  <a:pt x="8" y="286"/>
                  <a:pt x="5" y="278"/>
                </a:cubicBezTo>
                <a:cubicBezTo>
                  <a:pt x="1" y="270"/>
                  <a:pt x="0" y="262"/>
                  <a:pt x="0" y="254"/>
                </a:cubicBezTo>
                <a:lnTo>
                  <a:pt x="0" y="63"/>
                </a:lnTo>
                <a:cubicBezTo>
                  <a:pt x="0" y="55"/>
                  <a:pt x="1" y="47"/>
                  <a:pt x="5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lnTo>
                  <a:pt x="382" y="0"/>
                </a:lnTo>
                <a:cubicBezTo>
                  <a:pt x="390" y="0"/>
                  <a:pt x="398" y="2"/>
                  <a:pt x="406" y="5"/>
                </a:cubicBezTo>
                <a:cubicBezTo>
                  <a:pt x="414" y="8"/>
                  <a:pt x="421" y="13"/>
                  <a:pt x="426" y="19"/>
                </a:cubicBezTo>
                <a:cubicBezTo>
                  <a:pt x="432" y="25"/>
                  <a:pt x="437" y="31"/>
                  <a:pt x="440" y="39"/>
                </a:cubicBezTo>
                <a:cubicBezTo>
                  <a:pt x="443" y="47"/>
                  <a:pt x="445" y="55"/>
                  <a:pt x="445" y="63"/>
                </a:cubicBezTo>
                <a:lnTo>
                  <a:pt x="445" y="254"/>
                </a:lnTo>
                <a:cubicBezTo>
                  <a:pt x="445" y="262"/>
                  <a:pt x="443" y="270"/>
                  <a:pt x="440" y="278"/>
                </a:cubicBezTo>
                <a:cubicBezTo>
                  <a:pt x="437" y="286"/>
                  <a:pt x="432" y="293"/>
                  <a:pt x="426" y="299"/>
                </a:cubicBezTo>
                <a:cubicBezTo>
                  <a:pt x="421" y="305"/>
                  <a:pt x="414" y="309"/>
                  <a:pt x="406" y="312"/>
                </a:cubicBezTo>
                <a:cubicBezTo>
                  <a:pt x="398" y="316"/>
                  <a:pt x="390" y="317"/>
                  <a:pt x="382" y="317"/>
                </a:cubicBezTo>
                <a:lnTo>
                  <a:pt x="305" y="317"/>
                </a:lnTo>
                <a:lnTo>
                  <a:pt x="251" y="4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4360320" y="4733640"/>
            <a:ext cx="91800" cy="46080"/>
          </a:xfrm>
          <a:custGeom>
            <a:avLst/>
            <a:gdLst/>
            <a:ahLst/>
            <a:rect l="0" t="0" r="r" b="b"/>
            <a:pathLst>
              <a:path w="255" h="128">
                <a:moveTo>
                  <a:pt x="0" y="0"/>
                </a:moveTo>
                <a:lnTo>
                  <a:pt x="255" y="0"/>
                </a:lnTo>
                <a:lnTo>
                  <a:pt x="255" y="33"/>
                </a:lnTo>
                <a:lnTo>
                  <a:pt x="0" y="33"/>
                </a:lnTo>
                <a:lnTo>
                  <a:pt x="0" y="0"/>
                </a:lnTo>
                <a:moveTo>
                  <a:pt x="0" y="96"/>
                </a:moveTo>
                <a:lnTo>
                  <a:pt x="160" y="96"/>
                </a:lnTo>
                <a:lnTo>
                  <a:pt x="160" y="128"/>
                </a:lnTo>
                <a:lnTo>
                  <a:pt x="0" y="128"/>
                </a:lnTo>
                <a:lnTo>
                  <a:pt x="0" y="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1989000" y="4699800"/>
            <a:ext cx="2274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 uitwerken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kerngroep techniek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354720" y="4687920"/>
            <a:ext cx="160560" cy="160200"/>
          </a:xfrm>
          <a:custGeom>
            <a:avLst/>
            <a:gdLst/>
            <a:ahLst/>
            <a:rect l="0" t="0" r="r" b="b"/>
            <a:pathLst>
              <a:path w="446" h="445">
                <a:moveTo>
                  <a:pt x="223" y="32"/>
                </a:moveTo>
                <a:cubicBezTo>
                  <a:pt x="235" y="32"/>
                  <a:pt x="247" y="33"/>
                  <a:pt x="260" y="36"/>
                </a:cubicBezTo>
                <a:cubicBezTo>
                  <a:pt x="272" y="38"/>
                  <a:pt x="284" y="42"/>
                  <a:pt x="295" y="46"/>
                </a:cubicBezTo>
                <a:cubicBezTo>
                  <a:pt x="307" y="51"/>
                  <a:pt x="318" y="57"/>
                  <a:pt x="328" y="64"/>
                </a:cubicBezTo>
                <a:cubicBezTo>
                  <a:pt x="340" y="71"/>
                  <a:pt x="349" y="80"/>
                  <a:pt x="358" y="89"/>
                </a:cubicBezTo>
                <a:cubicBezTo>
                  <a:pt x="367" y="98"/>
                  <a:pt x="375" y="107"/>
                  <a:pt x="382" y="118"/>
                </a:cubicBezTo>
                <a:cubicBezTo>
                  <a:pt x="389" y="128"/>
                  <a:pt x="395" y="139"/>
                  <a:pt x="399" y="151"/>
                </a:cubicBezTo>
                <a:cubicBezTo>
                  <a:pt x="404" y="162"/>
                  <a:pt x="408" y="174"/>
                  <a:pt x="410" y="186"/>
                </a:cubicBezTo>
                <a:cubicBezTo>
                  <a:pt x="413" y="198"/>
                  <a:pt x="414" y="211"/>
                  <a:pt x="414" y="223"/>
                </a:cubicBezTo>
                <a:cubicBezTo>
                  <a:pt x="414" y="236"/>
                  <a:pt x="413" y="248"/>
                  <a:pt x="410" y="261"/>
                </a:cubicBezTo>
                <a:cubicBezTo>
                  <a:pt x="408" y="273"/>
                  <a:pt x="404" y="285"/>
                  <a:pt x="399" y="296"/>
                </a:cubicBezTo>
                <a:cubicBezTo>
                  <a:pt x="395" y="308"/>
                  <a:pt x="389" y="319"/>
                  <a:pt x="382" y="329"/>
                </a:cubicBezTo>
                <a:cubicBezTo>
                  <a:pt x="375" y="340"/>
                  <a:pt x="367" y="349"/>
                  <a:pt x="358" y="358"/>
                </a:cubicBezTo>
                <a:cubicBezTo>
                  <a:pt x="349" y="367"/>
                  <a:pt x="340" y="375"/>
                  <a:pt x="328" y="382"/>
                </a:cubicBezTo>
                <a:cubicBezTo>
                  <a:pt x="318" y="389"/>
                  <a:pt x="307" y="394"/>
                  <a:pt x="295" y="399"/>
                </a:cubicBezTo>
                <a:cubicBezTo>
                  <a:pt x="284" y="404"/>
                  <a:pt x="272" y="408"/>
                  <a:pt x="260" y="410"/>
                </a:cubicBezTo>
                <a:cubicBezTo>
                  <a:pt x="247" y="413"/>
                  <a:pt x="235" y="414"/>
                  <a:pt x="223" y="414"/>
                </a:cubicBezTo>
                <a:cubicBezTo>
                  <a:pt x="210" y="414"/>
                  <a:pt x="198" y="413"/>
                  <a:pt x="185" y="410"/>
                </a:cubicBezTo>
                <a:cubicBezTo>
                  <a:pt x="173" y="408"/>
                  <a:pt x="161" y="404"/>
                  <a:pt x="150" y="399"/>
                </a:cubicBezTo>
                <a:cubicBezTo>
                  <a:pt x="138" y="394"/>
                  <a:pt x="127" y="389"/>
                  <a:pt x="117" y="382"/>
                </a:cubicBezTo>
                <a:cubicBezTo>
                  <a:pt x="106" y="375"/>
                  <a:pt x="97" y="367"/>
                  <a:pt x="88" y="358"/>
                </a:cubicBezTo>
                <a:cubicBezTo>
                  <a:pt x="79" y="349"/>
                  <a:pt x="71" y="340"/>
                  <a:pt x="64" y="329"/>
                </a:cubicBezTo>
                <a:cubicBezTo>
                  <a:pt x="57" y="319"/>
                  <a:pt x="51" y="308"/>
                  <a:pt x="47" y="296"/>
                </a:cubicBezTo>
                <a:cubicBezTo>
                  <a:pt x="42" y="285"/>
                  <a:pt x="38" y="273"/>
                  <a:pt x="36" y="261"/>
                </a:cubicBezTo>
                <a:cubicBezTo>
                  <a:pt x="33" y="248"/>
                  <a:pt x="32" y="236"/>
                  <a:pt x="32" y="223"/>
                </a:cubicBezTo>
                <a:cubicBezTo>
                  <a:pt x="32" y="211"/>
                  <a:pt x="33" y="198"/>
                  <a:pt x="36" y="186"/>
                </a:cubicBezTo>
                <a:cubicBezTo>
                  <a:pt x="38" y="174"/>
                  <a:pt x="42" y="162"/>
                  <a:pt x="47" y="151"/>
                </a:cubicBezTo>
                <a:cubicBezTo>
                  <a:pt x="51" y="139"/>
                  <a:pt x="57" y="128"/>
                  <a:pt x="64" y="118"/>
                </a:cubicBezTo>
                <a:cubicBezTo>
                  <a:pt x="71" y="107"/>
                  <a:pt x="79" y="98"/>
                  <a:pt x="88" y="89"/>
                </a:cubicBezTo>
                <a:cubicBezTo>
                  <a:pt x="97" y="80"/>
                  <a:pt x="106" y="71"/>
                  <a:pt x="117" y="64"/>
                </a:cubicBezTo>
                <a:cubicBezTo>
                  <a:pt x="127" y="57"/>
                  <a:pt x="138" y="51"/>
                  <a:pt x="150" y="46"/>
                </a:cubicBezTo>
                <a:cubicBezTo>
                  <a:pt x="161" y="42"/>
                  <a:pt x="173" y="38"/>
                  <a:pt x="185" y="36"/>
                </a:cubicBezTo>
                <a:cubicBezTo>
                  <a:pt x="198" y="33"/>
                  <a:pt x="210" y="32"/>
                  <a:pt x="223" y="32"/>
                </a:cubicBezTo>
                <a:moveTo>
                  <a:pt x="223" y="0"/>
                </a:moveTo>
                <a:cubicBezTo>
                  <a:pt x="208" y="0"/>
                  <a:pt x="194" y="2"/>
                  <a:pt x="179" y="5"/>
                </a:cubicBezTo>
                <a:cubicBezTo>
                  <a:pt x="165" y="7"/>
                  <a:pt x="151" y="12"/>
                  <a:pt x="138" y="17"/>
                </a:cubicBezTo>
                <a:cubicBezTo>
                  <a:pt x="124" y="23"/>
                  <a:pt x="111" y="30"/>
                  <a:pt x="99" y="38"/>
                </a:cubicBezTo>
                <a:cubicBezTo>
                  <a:pt x="87" y="46"/>
                  <a:pt x="76" y="55"/>
                  <a:pt x="66" y="65"/>
                </a:cubicBezTo>
                <a:cubicBezTo>
                  <a:pt x="55" y="77"/>
                  <a:pt x="46" y="88"/>
                  <a:pt x="38" y="100"/>
                </a:cubicBezTo>
                <a:cubicBezTo>
                  <a:pt x="30" y="112"/>
                  <a:pt x="23" y="125"/>
                  <a:pt x="17" y="138"/>
                </a:cubicBezTo>
                <a:cubicBezTo>
                  <a:pt x="12" y="152"/>
                  <a:pt x="8" y="166"/>
                  <a:pt x="5" y="180"/>
                </a:cubicBezTo>
                <a:cubicBezTo>
                  <a:pt x="2" y="194"/>
                  <a:pt x="0" y="209"/>
                  <a:pt x="0" y="223"/>
                </a:cubicBezTo>
                <a:cubicBezTo>
                  <a:pt x="0" y="238"/>
                  <a:pt x="2" y="252"/>
                  <a:pt x="5" y="267"/>
                </a:cubicBezTo>
                <a:cubicBezTo>
                  <a:pt x="8" y="281"/>
                  <a:pt x="12" y="295"/>
                  <a:pt x="17" y="308"/>
                </a:cubicBezTo>
                <a:cubicBezTo>
                  <a:pt x="23" y="322"/>
                  <a:pt x="30" y="335"/>
                  <a:pt x="38" y="347"/>
                </a:cubicBezTo>
                <a:cubicBezTo>
                  <a:pt x="46" y="359"/>
                  <a:pt x="55" y="370"/>
                  <a:pt x="66" y="380"/>
                </a:cubicBezTo>
                <a:cubicBezTo>
                  <a:pt x="76" y="391"/>
                  <a:pt x="87" y="400"/>
                  <a:pt x="99" y="408"/>
                </a:cubicBezTo>
                <a:cubicBezTo>
                  <a:pt x="111" y="416"/>
                  <a:pt x="124" y="423"/>
                  <a:pt x="138" y="429"/>
                </a:cubicBezTo>
                <a:cubicBezTo>
                  <a:pt x="151" y="434"/>
                  <a:pt x="165" y="438"/>
                  <a:pt x="179" y="441"/>
                </a:cubicBezTo>
                <a:cubicBezTo>
                  <a:pt x="194" y="444"/>
                  <a:pt x="208" y="445"/>
                  <a:pt x="223" y="445"/>
                </a:cubicBezTo>
                <a:cubicBezTo>
                  <a:pt x="237" y="445"/>
                  <a:pt x="252" y="444"/>
                  <a:pt x="266" y="441"/>
                </a:cubicBezTo>
                <a:cubicBezTo>
                  <a:pt x="280" y="438"/>
                  <a:pt x="294" y="434"/>
                  <a:pt x="308" y="429"/>
                </a:cubicBezTo>
                <a:cubicBezTo>
                  <a:pt x="321" y="423"/>
                  <a:pt x="335" y="416"/>
                  <a:pt x="347" y="408"/>
                </a:cubicBezTo>
                <a:cubicBezTo>
                  <a:pt x="359" y="400"/>
                  <a:pt x="370" y="391"/>
                  <a:pt x="381" y="380"/>
                </a:cubicBezTo>
                <a:cubicBezTo>
                  <a:pt x="391" y="370"/>
                  <a:pt x="400" y="359"/>
                  <a:pt x="408" y="347"/>
                </a:cubicBezTo>
                <a:cubicBezTo>
                  <a:pt x="416" y="335"/>
                  <a:pt x="423" y="322"/>
                  <a:pt x="429" y="308"/>
                </a:cubicBezTo>
                <a:cubicBezTo>
                  <a:pt x="434" y="295"/>
                  <a:pt x="439" y="281"/>
                  <a:pt x="441" y="267"/>
                </a:cubicBezTo>
                <a:cubicBezTo>
                  <a:pt x="444" y="252"/>
                  <a:pt x="446" y="238"/>
                  <a:pt x="446" y="223"/>
                </a:cubicBezTo>
                <a:cubicBezTo>
                  <a:pt x="446" y="209"/>
                  <a:pt x="444" y="194"/>
                  <a:pt x="441" y="180"/>
                </a:cubicBezTo>
                <a:cubicBezTo>
                  <a:pt x="439" y="166"/>
                  <a:pt x="434" y="152"/>
                  <a:pt x="429" y="138"/>
                </a:cubicBezTo>
                <a:cubicBezTo>
                  <a:pt x="423" y="125"/>
                  <a:pt x="416" y="112"/>
                  <a:pt x="408" y="100"/>
                </a:cubicBezTo>
                <a:cubicBezTo>
                  <a:pt x="400" y="88"/>
                  <a:pt x="391" y="77"/>
                  <a:pt x="381" y="65"/>
                </a:cubicBezTo>
                <a:cubicBezTo>
                  <a:pt x="370" y="55"/>
                  <a:pt x="359" y="46"/>
                  <a:pt x="347" y="38"/>
                </a:cubicBezTo>
                <a:cubicBezTo>
                  <a:pt x="335" y="30"/>
                  <a:pt x="321" y="23"/>
                  <a:pt x="308" y="17"/>
                </a:cubicBezTo>
                <a:cubicBezTo>
                  <a:pt x="294" y="12"/>
                  <a:pt x="280" y="7"/>
                  <a:pt x="266" y="5"/>
                </a:cubicBezTo>
                <a:cubicBezTo>
                  <a:pt x="252" y="2"/>
                  <a:pt x="237" y="0"/>
                  <a:pt x="223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395040" y="4727880"/>
            <a:ext cx="80280" cy="80280"/>
          </a:xfrm>
          <a:custGeom>
            <a:avLst/>
            <a:gdLst/>
            <a:ahLst/>
            <a:rect l="0" t="0" r="r" b="b"/>
            <a:pathLst>
              <a:path w="223" h="223">
                <a:moveTo>
                  <a:pt x="223" y="23"/>
                </a:moveTo>
                <a:lnTo>
                  <a:pt x="200" y="0"/>
                </a:lnTo>
                <a:lnTo>
                  <a:pt x="132" y="69"/>
                </a:lnTo>
                <a:cubicBezTo>
                  <a:pt x="123" y="64"/>
                  <a:pt x="113" y="63"/>
                  <a:pt x="102" y="65"/>
                </a:cubicBezTo>
                <a:cubicBezTo>
                  <a:pt x="93" y="66"/>
                  <a:pt x="84" y="71"/>
                  <a:pt x="77" y="79"/>
                </a:cubicBezTo>
                <a:cubicBezTo>
                  <a:pt x="70" y="86"/>
                  <a:pt x="65" y="95"/>
                  <a:pt x="64" y="104"/>
                </a:cubicBezTo>
                <a:cubicBezTo>
                  <a:pt x="62" y="114"/>
                  <a:pt x="63" y="124"/>
                  <a:pt x="68" y="133"/>
                </a:cubicBezTo>
                <a:lnTo>
                  <a:pt x="0" y="201"/>
                </a:lnTo>
                <a:lnTo>
                  <a:pt x="22" y="223"/>
                </a:lnTo>
                <a:lnTo>
                  <a:pt x="90" y="155"/>
                </a:lnTo>
                <a:cubicBezTo>
                  <a:pt x="99" y="160"/>
                  <a:pt x="110" y="161"/>
                  <a:pt x="120" y="159"/>
                </a:cubicBezTo>
                <a:cubicBezTo>
                  <a:pt x="130" y="157"/>
                  <a:pt x="138" y="153"/>
                  <a:pt x="145" y="146"/>
                </a:cubicBezTo>
                <a:cubicBezTo>
                  <a:pt x="152" y="139"/>
                  <a:pt x="157" y="130"/>
                  <a:pt x="159" y="120"/>
                </a:cubicBezTo>
                <a:cubicBezTo>
                  <a:pt x="160" y="110"/>
                  <a:pt x="159" y="101"/>
                  <a:pt x="155" y="92"/>
                </a:cubicBezTo>
                <a:lnTo>
                  <a:pt x="223" y="23"/>
                </a:lnTo>
                <a:moveTo>
                  <a:pt x="127" y="112"/>
                </a:moveTo>
                <a:cubicBezTo>
                  <a:pt x="127" y="117"/>
                  <a:pt x="126" y="120"/>
                  <a:pt x="123" y="124"/>
                </a:cubicBezTo>
                <a:cubicBezTo>
                  <a:pt x="120" y="127"/>
                  <a:pt x="116" y="128"/>
                  <a:pt x="112" y="128"/>
                </a:cubicBezTo>
                <a:cubicBezTo>
                  <a:pt x="106" y="128"/>
                  <a:pt x="102" y="127"/>
                  <a:pt x="99" y="124"/>
                </a:cubicBezTo>
                <a:cubicBezTo>
                  <a:pt x="96" y="120"/>
                  <a:pt x="95" y="117"/>
                  <a:pt x="95" y="112"/>
                </a:cubicBezTo>
                <a:cubicBezTo>
                  <a:pt x="95" y="108"/>
                  <a:pt x="96" y="104"/>
                  <a:pt x="99" y="101"/>
                </a:cubicBezTo>
                <a:cubicBezTo>
                  <a:pt x="102" y="98"/>
                  <a:pt x="106" y="97"/>
                  <a:pt x="112" y="97"/>
                </a:cubicBezTo>
                <a:cubicBezTo>
                  <a:pt x="116" y="97"/>
                  <a:pt x="120" y="98"/>
                  <a:pt x="123" y="101"/>
                </a:cubicBezTo>
                <a:cubicBezTo>
                  <a:pt x="126" y="104"/>
                  <a:pt x="127" y="108"/>
                  <a:pt x="127" y="11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6426360" y="471096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5"/>
                </a:moveTo>
                <a:cubicBezTo>
                  <a:pt x="48" y="31"/>
                  <a:pt x="46" y="37"/>
                  <a:pt x="41" y="41"/>
                </a:cubicBezTo>
                <a:cubicBezTo>
                  <a:pt x="37" y="46"/>
                  <a:pt x="30" y="48"/>
                  <a:pt x="24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7"/>
                  <a:pt x="0" y="31"/>
                  <a:pt x="0" y="25"/>
                </a:cubicBezTo>
                <a:cubicBezTo>
                  <a:pt x="0" y="18"/>
                  <a:pt x="2" y="12"/>
                  <a:pt x="7" y="8"/>
                </a:cubicBezTo>
                <a:cubicBezTo>
                  <a:pt x="11" y="2"/>
                  <a:pt x="17" y="0"/>
                  <a:pt x="24" y="0"/>
                </a:cubicBezTo>
                <a:cubicBezTo>
                  <a:pt x="30" y="0"/>
                  <a:pt x="37" y="2"/>
                  <a:pt x="41" y="8"/>
                </a:cubicBezTo>
                <a:cubicBezTo>
                  <a:pt x="46" y="12"/>
                  <a:pt x="48" y="18"/>
                  <a:pt x="48" y="2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4547160" y="4699800"/>
            <a:ext cx="1591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Meedenken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PoC-sessies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6581160" y="4699800"/>
            <a:ext cx="2137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Richting geven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adviesgroep OKx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3833640" y="501408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