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/>
          <p:nvPr/>
        </p:nvSpPr>
        <p:spPr>
          <a:xfrm>
            <a:off x="456840" y="298116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56840" y="29811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4562280" y="298116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56840" y="29811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456840" y="3705120"/>
            <a:ext cx="4115160" cy="428760"/>
          </a:xfrm>
          <a:custGeom>
            <a:avLst/>
            <a:gdLst/>
            <a:ahLst/>
            <a:rect l="0" t="0" r="r" b="b"/>
            <a:pathLst>
              <a:path w="11431" h="1191">
                <a:moveTo>
                  <a:pt x="0" y="0"/>
                </a:moveTo>
                <a:lnTo>
                  <a:pt x="11431" y="0"/>
                </a:lnTo>
                <a:lnTo>
                  <a:pt x="1143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56840" y="41241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562280" y="370512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106"/>
                </a:moveTo>
                <a:lnTo>
                  <a:pt x="0" y="1191"/>
                </a:lnTo>
                <a:lnTo>
                  <a:pt x="27" y="11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56840" y="37051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0" y="1191"/>
                </a:lnTo>
                <a:lnTo>
                  <a:pt x="28" y="11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56840" y="17809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56840" y="17809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56840" y="28573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5736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5684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28880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26840" y="23252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2571480" y="17809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2571480" y="17809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2571480" y="28573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56228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257148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193400" y="25729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339192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682360" y="23252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03720" y="3134520"/>
            <a:ext cx="40226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Begrippen, model en stromen liggen als concept voor, naast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603720" y="3334680"/>
            <a:ext cx="10659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08" name=""/>
          <p:cNvSpPr txBox="1"/>
          <p:nvPr/>
        </p:nvSpPr>
        <p:spPr>
          <a:xfrm>
            <a:off x="603720" y="384876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8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221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3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40" name=""/>
          <p:cNvSpPr/>
          <p:nvPr/>
        </p:nvSpPr>
        <p:spPr>
          <a:xfrm>
            <a:off x="45684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45684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460044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45684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634320" y="182808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472428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472428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72428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886752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72428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634320" y="2053080"/>
            <a:ext cx="1942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4905360" y="182808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5684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5684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5684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60044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45684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4905360" y="2053080"/>
            <a:ext cx="1452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634320" y="270432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72428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472428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472428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886752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72428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634320" y="292932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4905360" y="270432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456840" y="3428640"/>
            <a:ext cx="8420760" cy="600480"/>
          </a:xfrm>
          <a:custGeom>
            <a:avLst/>
            <a:gdLst/>
            <a:ahLst/>
            <a:rect l="0" t="0" r="r" b="b"/>
            <a:pathLst>
              <a:path w="23391" h="1668">
                <a:moveTo>
                  <a:pt x="0" y="0"/>
                </a:moveTo>
                <a:lnTo>
                  <a:pt x="23391" y="0"/>
                </a:lnTo>
                <a:lnTo>
                  <a:pt x="23391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56840" y="4019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886752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106"/>
                </a:moveTo>
                <a:lnTo>
                  <a:pt x="0" y="1668"/>
                </a:lnTo>
                <a:lnTo>
                  <a:pt x="28" y="16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45684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0"/>
                </a:moveTo>
                <a:lnTo>
                  <a:pt x="0" y="1668"/>
                </a:lnTo>
                <a:lnTo>
                  <a:pt x="28" y="16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905360" y="2929320"/>
            <a:ext cx="167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2990880" y="36543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