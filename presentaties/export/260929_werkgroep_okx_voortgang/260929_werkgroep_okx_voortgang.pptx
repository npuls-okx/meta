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" name=""/>
          <p:cNvSpPr txBox="1"/>
          <p:nvPr/>
        </p:nvSpPr>
        <p:spPr>
          <a:xfrm>
            <a:off x="439920" y="8247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183360" y="175824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57200" y="1413360"/>
            <a:ext cx="196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Fragment uit het procesmodel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6183360" y="2439000"/>
            <a:ext cx="2656080" cy="585360"/>
          </a:xfrm>
          <a:custGeom>
            <a:avLst/>
            <a:gdLst/>
            <a:ahLst/>
            <a:rect l="0" t="0" r="r" b="b"/>
            <a:pathLst>
              <a:path w="7378" h="1626">
                <a:moveTo>
                  <a:pt x="0" y="0"/>
                </a:moveTo>
                <a:lnTo>
                  <a:pt x="7378" y="0"/>
                </a:lnTo>
                <a:lnTo>
                  <a:pt x="7378" y="1626"/>
                </a:lnTo>
                <a:lnTo>
                  <a:pt x="0" y="162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389720" y="1768320"/>
            <a:ext cx="2721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95360" y="1782000"/>
            <a:ext cx="5449680" cy="1170720"/>
          </a:xfrm>
          <a:custGeom>
            <a:avLst/>
            <a:gdLst/>
            <a:ahLst/>
            <a:rect l="0" t="0" r="r" b="b"/>
            <a:pathLst>
              <a:path w="15138" h="3252">
                <a:moveTo>
                  <a:pt x="0" y="0"/>
                </a:moveTo>
                <a:lnTo>
                  <a:pt x="15138" y="0"/>
                </a:lnTo>
                <a:lnTo>
                  <a:pt x="15138" y="3252"/>
                </a:lnTo>
                <a:lnTo>
                  <a:pt x="0" y="325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143480" y="2449080"/>
            <a:ext cx="814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1803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0" y="0"/>
                  <a:pt x="221" y="0"/>
                  <a:pt x="323" y="0"/>
                </a:cubicBezTo>
                <a:cubicBezTo>
                  <a:pt x="424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004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002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6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6" y="15"/>
                </a:moveTo>
                <a:lnTo>
                  <a:pt x="37" y="19"/>
                </a:lnTo>
                <a:lnTo>
                  <a:pt x="31" y="29"/>
                </a:lnTo>
                <a:lnTo>
                  <a:pt x="22" y="24"/>
                </a:lnTo>
                <a:lnTo>
                  <a:pt x="26" y="15"/>
                </a:lnTo>
                <a:moveTo>
                  <a:pt x="37" y="19"/>
                </a:moveTo>
                <a:lnTo>
                  <a:pt x="46" y="24"/>
                </a:lnTo>
                <a:lnTo>
                  <a:pt x="42" y="34"/>
                </a:lnTo>
                <a:lnTo>
                  <a:pt x="31" y="29"/>
                </a:lnTo>
                <a:lnTo>
                  <a:pt x="37" y="19"/>
                </a:lnTo>
                <a:moveTo>
                  <a:pt x="46" y="24"/>
                </a:moveTo>
                <a:lnTo>
                  <a:pt x="56" y="29"/>
                </a:lnTo>
                <a:lnTo>
                  <a:pt x="51" y="38"/>
                </a:lnTo>
                <a:lnTo>
                  <a:pt x="42" y="34"/>
                </a:lnTo>
                <a:lnTo>
                  <a:pt x="46" y="24"/>
                </a:lnTo>
                <a:moveTo>
                  <a:pt x="56" y="29"/>
                </a:moveTo>
                <a:lnTo>
                  <a:pt x="65" y="34"/>
                </a:lnTo>
                <a:lnTo>
                  <a:pt x="60" y="43"/>
                </a:lnTo>
                <a:lnTo>
                  <a:pt x="51" y="38"/>
                </a:lnTo>
                <a:lnTo>
                  <a:pt x="56" y="29"/>
                </a:lnTo>
                <a:moveTo>
                  <a:pt x="65" y="34"/>
                </a:moveTo>
                <a:lnTo>
                  <a:pt x="75" y="38"/>
                </a:lnTo>
                <a:lnTo>
                  <a:pt x="70" y="48"/>
                </a:lnTo>
                <a:lnTo>
                  <a:pt x="60" y="43"/>
                </a:lnTo>
                <a:lnTo>
                  <a:pt x="65" y="34"/>
                </a:lnTo>
                <a:moveTo>
                  <a:pt x="75" y="38"/>
                </a:moveTo>
                <a:lnTo>
                  <a:pt x="84" y="43"/>
                </a:lnTo>
                <a:lnTo>
                  <a:pt x="79" y="53"/>
                </a:lnTo>
                <a:lnTo>
                  <a:pt x="70" y="48"/>
                </a:lnTo>
                <a:lnTo>
                  <a:pt x="75" y="38"/>
                </a:lnTo>
                <a:moveTo>
                  <a:pt x="84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4" y="43"/>
                </a:lnTo>
                <a:moveTo>
                  <a:pt x="94" y="48"/>
                </a:moveTo>
                <a:lnTo>
                  <a:pt x="103" y="53"/>
                </a:lnTo>
                <a:lnTo>
                  <a:pt x="98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8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2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3" y="72"/>
                </a:lnTo>
                <a:lnTo>
                  <a:pt x="92" y="67"/>
                </a:lnTo>
                <a:lnTo>
                  <a:pt x="97" y="76"/>
                </a:lnTo>
                <a:moveTo>
                  <a:pt x="88" y="81"/>
                </a:moveTo>
                <a:lnTo>
                  <a:pt x="78" y="86"/>
                </a:lnTo>
                <a:lnTo>
                  <a:pt x="73" y="76"/>
                </a:lnTo>
                <a:lnTo>
                  <a:pt x="83" y="72"/>
                </a:lnTo>
                <a:lnTo>
                  <a:pt x="88" y="81"/>
                </a:lnTo>
                <a:moveTo>
                  <a:pt x="78" y="86"/>
                </a:moveTo>
                <a:lnTo>
                  <a:pt x="69" y="91"/>
                </a:lnTo>
                <a:lnTo>
                  <a:pt x="64" y="81"/>
                </a:lnTo>
                <a:lnTo>
                  <a:pt x="73" y="76"/>
                </a:lnTo>
                <a:lnTo>
                  <a:pt x="78" y="86"/>
                </a:lnTo>
                <a:moveTo>
                  <a:pt x="69" y="91"/>
                </a:moveTo>
                <a:lnTo>
                  <a:pt x="59" y="95"/>
                </a:lnTo>
                <a:lnTo>
                  <a:pt x="54" y="86"/>
                </a:lnTo>
                <a:lnTo>
                  <a:pt x="64" y="81"/>
                </a:lnTo>
                <a:lnTo>
                  <a:pt x="69" y="91"/>
                </a:lnTo>
                <a:moveTo>
                  <a:pt x="59" y="95"/>
                </a:moveTo>
                <a:lnTo>
                  <a:pt x="50" y="100"/>
                </a:lnTo>
                <a:lnTo>
                  <a:pt x="45" y="91"/>
                </a:lnTo>
                <a:lnTo>
                  <a:pt x="54" y="86"/>
                </a:lnTo>
                <a:lnTo>
                  <a:pt x="59" y="95"/>
                </a:lnTo>
                <a:moveTo>
                  <a:pt x="50" y="100"/>
                </a:moveTo>
                <a:lnTo>
                  <a:pt x="40" y="105"/>
                </a:lnTo>
                <a:lnTo>
                  <a:pt x="35" y="95"/>
                </a:lnTo>
                <a:lnTo>
                  <a:pt x="45" y="91"/>
                </a:lnTo>
                <a:lnTo>
                  <a:pt x="50" y="100"/>
                </a:lnTo>
                <a:moveTo>
                  <a:pt x="40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40" y="105"/>
                </a:lnTo>
                <a:moveTo>
                  <a:pt x="30" y="110"/>
                </a:moveTo>
                <a:lnTo>
                  <a:pt x="20" y="114"/>
                </a:lnTo>
                <a:lnTo>
                  <a:pt x="15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5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050280" y="2391120"/>
            <a:ext cx="219960" cy="0"/>
          </a:xfrm>
          <a:custGeom>
            <a:avLst/>
            <a:gdLst/>
            <a:ahLst/>
            <a:rect l="0" t="0" r="r" b="b"/>
            <a:pathLst>
              <a:path fill="none" w="611" h="0">
                <a:moveTo>
                  <a:pt x="0" y="0"/>
                </a:moveTo>
                <a:lnTo>
                  <a:pt x="56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1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25116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249000" y="2368800"/>
            <a:ext cx="45000" cy="45360"/>
          </a:xfrm>
          <a:custGeom>
            <a:avLst/>
            <a:gdLst/>
            <a:ahLst/>
            <a:rect l="0" t="0" r="r" b="b"/>
            <a:pathLst>
              <a:path w="125" h="126">
                <a:moveTo>
                  <a:pt x="18" y="10"/>
                </a:moveTo>
                <a:lnTo>
                  <a:pt x="28" y="15"/>
                </a:lnTo>
                <a:lnTo>
                  <a:pt x="23" y="24"/>
                </a:lnTo>
                <a:lnTo>
                  <a:pt x="13" y="19"/>
                </a:lnTo>
                <a:lnTo>
                  <a:pt x="18" y="10"/>
                </a:lnTo>
                <a:moveTo>
                  <a:pt x="28" y="15"/>
                </a:moveTo>
                <a:lnTo>
                  <a:pt x="37" y="19"/>
                </a:lnTo>
                <a:lnTo>
                  <a:pt x="33" y="29"/>
                </a:lnTo>
                <a:lnTo>
                  <a:pt x="23" y="24"/>
                </a:lnTo>
                <a:lnTo>
                  <a:pt x="28" y="15"/>
                </a:lnTo>
                <a:moveTo>
                  <a:pt x="37" y="19"/>
                </a:moveTo>
                <a:lnTo>
                  <a:pt x="47" y="24"/>
                </a:lnTo>
                <a:lnTo>
                  <a:pt x="42" y="34"/>
                </a:lnTo>
                <a:lnTo>
                  <a:pt x="33" y="29"/>
                </a:lnTo>
                <a:lnTo>
                  <a:pt x="37" y="19"/>
                </a:lnTo>
                <a:moveTo>
                  <a:pt x="47" y="24"/>
                </a:moveTo>
                <a:lnTo>
                  <a:pt x="56" y="29"/>
                </a:lnTo>
                <a:lnTo>
                  <a:pt x="52" y="38"/>
                </a:lnTo>
                <a:lnTo>
                  <a:pt x="42" y="34"/>
                </a:lnTo>
                <a:lnTo>
                  <a:pt x="47" y="24"/>
                </a:lnTo>
                <a:moveTo>
                  <a:pt x="56" y="29"/>
                </a:moveTo>
                <a:lnTo>
                  <a:pt x="66" y="34"/>
                </a:lnTo>
                <a:lnTo>
                  <a:pt x="61" y="43"/>
                </a:lnTo>
                <a:lnTo>
                  <a:pt x="52" y="38"/>
                </a:lnTo>
                <a:lnTo>
                  <a:pt x="56" y="29"/>
                </a:lnTo>
                <a:moveTo>
                  <a:pt x="66" y="34"/>
                </a:moveTo>
                <a:lnTo>
                  <a:pt x="75" y="38"/>
                </a:lnTo>
                <a:lnTo>
                  <a:pt x="71" y="48"/>
                </a:lnTo>
                <a:lnTo>
                  <a:pt x="61" y="43"/>
                </a:lnTo>
                <a:lnTo>
                  <a:pt x="66" y="34"/>
                </a:lnTo>
                <a:moveTo>
                  <a:pt x="75" y="38"/>
                </a:moveTo>
                <a:lnTo>
                  <a:pt x="85" y="43"/>
                </a:lnTo>
                <a:lnTo>
                  <a:pt x="80" y="53"/>
                </a:lnTo>
                <a:lnTo>
                  <a:pt x="71" y="48"/>
                </a:lnTo>
                <a:lnTo>
                  <a:pt x="75" y="38"/>
                </a:lnTo>
                <a:moveTo>
                  <a:pt x="85" y="43"/>
                </a:moveTo>
                <a:lnTo>
                  <a:pt x="94" y="48"/>
                </a:lnTo>
                <a:lnTo>
                  <a:pt x="90" y="57"/>
                </a:lnTo>
                <a:lnTo>
                  <a:pt x="80" y="53"/>
                </a:lnTo>
                <a:lnTo>
                  <a:pt x="85" y="43"/>
                </a:lnTo>
                <a:moveTo>
                  <a:pt x="94" y="48"/>
                </a:moveTo>
                <a:lnTo>
                  <a:pt x="104" y="53"/>
                </a:lnTo>
                <a:lnTo>
                  <a:pt x="99" y="62"/>
                </a:lnTo>
                <a:lnTo>
                  <a:pt x="90" y="57"/>
                </a:lnTo>
                <a:lnTo>
                  <a:pt x="94" y="48"/>
                </a:lnTo>
                <a:moveTo>
                  <a:pt x="104" y="53"/>
                </a:moveTo>
                <a:lnTo>
                  <a:pt x="113" y="57"/>
                </a:lnTo>
                <a:lnTo>
                  <a:pt x="109" y="67"/>
                </a:lnTo>
                <a:lnTo>
                  <a:pt x="99" y="62"/>
                </a:lnTo>
                <a:lnTo>
                  <a:pt x="104" y="53"/>
                </a:lnTo>
                <a:moveTo>
                  <a:pt x="113" y="57"/>
                </a:moveTo>
                <a:lnTo>
                  <a:pt x="125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3" y="63"/>
                </a:lnTo>
                <a:lnTo>
                  <a:pt x="110" y="68"/>
                </a:lnTo>
                <a:lnTo>
                  <a:pt x="109" y="67"/>
                </a:lnTo>
                <a:lnTo>
                  <a:pt x="113" y="57"/>
                </a:lnTo>
                <a:moveTo>
                  <a:pt x="107" y="72"/>
                </a:moveTo>
                <a:lnTo>
                  <a:pt x="98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8" y="76"/>
                </a:moveTo>
                <a:lnTo>
                  <a:pt x="88" y="81"/>
                </a:lnTo>
                <a:lnTo>
                  <a:pt x="84" y="72"/>
                </a:lnTo>
                <a:lnTo>
                  <a:pt x="93" y="67"/>
                </a:lnTo>
                <a:lnTo>
                  <a:pt x="98" y="76"/>
                </a:lnTo>
                <a:moveTo>
                  <a:pt x="88" y="81"/>
                </a:moveTo>
                <a:lnTo>
                  <a:pt x="79" y="86"/>
                </a:lnTo>
                <a:lnTo>
                  <a:pt x="74" y="76"/>
                </a:lnTo>
                <a:lnTo>
                  <a:pt x="84" y="72"/>
                </a:lnTo>
                <a:lnTo>
                  <a:pt x="88" y="81"/>
                </a:lnTo>
                <a:moveTo>
                  <a:pt x="79" y="86"/>
                </a:moveTo>
                <a:lnTo>
                  <a:pt x="69" y="91"/>
                </a:lnTo>
                <a:lnTo>
                  <a:pt x="65" y="81"/>
                </a:lnTo>
                <a:lnTo>
                  <a:pt x="74" y="76"/>
                </a:lnTo>
                <a:lnTo>
                  <a:pt x="79" y="86"/>
                </a:lnTo>
                <a:moveTo>
                  <a:pt x="69" y="91"/>
                </a:moveTo>
                <a:lnTo>
                  <a:pt x="60" y="95"/>
                </a:lnTo>
                <a:lnTo>
                  <a:pt x="55" y="86"/>
                </a:lnTo>
                <a:lnTo>
                  <a:pt x="65" y="81"/>
                </a:lnTo>
                <a:lnTo>
                  <a:pt x="69" y="91"/>
                </a:lnTo>
                <a:moveTo>
                  <a:pt x="60" y="95"/>
                </a:moveTo>
                <a:lnTo>
                  <a:pt x="50" y="100"/>
                </a:lnTo>
                <a:lnTo>
                  <a:pt x="46" y="91"/>
                </a:lnTo>
                <a:lnTo>
                  <a:pt x="55" y="86"/>
                </a:lnTo>
                <a:lnTo>
                  <a:pt x="60" y="95"/>
                </a:lnTo>
                <a:moveTo>
                  <a:pt x="50" y="100"/>
                </a:moveTo>
                <a:lnTo>
                  <a:pt x="41" y="105"/>
                </a:lnTo>
                <a:lnTo>
                  <a:pt x="36" y="95"/>
                </a:lnTo>
                <a:lnTo>
                  <a:pt x="46" y="91"/>
                </a:lnTo>
                <a:lnTo>
                  <a:pt x="50" y="100"/>
                </a:lnTo>
                <a:moveTo>
                  <a:pt x="41" y="105"/>
                </a:moveTo>
                <a:lnTo>
                  <a:pt x="31" y="110"/>
                </a:lnTo>
                <a:lnTo>
                  <a:pt x="27" y="100"/>
                </a:lnTo>
                <a:lnTo>
                  <a:pt x="36" y="95"/>
                </a:lnTo>
                <a:lnTo>
                  <a:pt x="41" y="105"/>
                </a:lnTo>
                <a:moveTo>
                  <a:pt x="31" y="110"/>
                </a:moveTo>
                <a:lnTo>
                  <a:pt x="22" y="114"/>
                </a:lnTo>
                <a:lnTo>
                  <a:pt x="17" y="105"/>
                </a:lnTo>
                <a:lnTo>
                  <a:pt x="27" y="100"/>
                </a:lnTo>
                <a:lnTo>
                  <a:pt x="31" y="110"/>
                </a:lnTo>
                <a:moveTo>
                  <a:pt x="22" y="114"/>
                </a:moveTo>
                <a:lnTo>
                  <a:pt x="11" y="119"/>
                </a:lnTo>
                <a:lnTo>
                  <a:pt x="7" y="110"/>
                </a:lnTo>
                <a:lnTo>
                  <a:pt x="17" y="105"/>
                </a:lnTo>
                <a:lnTo>
                  <a:pt x="22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6" y="116"/>
                </a:lnTo>
                <a:lnTo>
                  <a:pt x="3" y="111"/>
                </a:lnTo>
                <a:lnTo>
                  <a:pt x="7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1" y="99"/>
                </a:lnTo>
                <a:lnTo>
                  <a:pt x="11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1" y="88"/>
                </a:lnTo>
                <a:lnTo>
                  <a:pt x="11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1" y="77"/>
                </a:lnTo>
                <a:lnTo>
                  <a:pt x="11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1" y="67"/>
                </a:lnTo>
                <a:lnTo>
                  <a:pt x="11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1" y="56"/>
                </a:lnTo>
                <a:lnTo>
                  <a:pt x="11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1" y="46"/>
                </a:lnTo>
                <a:lnTo>
                  <a:pt x="11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1" y="35"/>
                </a:lnTo>
                <a:lnTo>
                  <a:pt x="11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1" y="14"/>
                </a:lnTo>
                <a:lnTo>
                  <a:pt x="11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8" y="10"/>
                </a:lnTo>
                <a:lnTo>
                  <a:pt x="13" y="19"/>
                </a:lnTo>
                <a:lnTo>
                  <a:pt x="3" y="15"/>
                </a:lnTo>
                <a:lnTo>
                  <a:pt x="6" y="10"/>
                </a:lnTo>
                <a:lnTo>
                  <a:pt x="11" y="10"/>
                </a:lnTo>
                <a:lnTo>
                  <a:pt x="11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530960" y="23911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7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31480" y="23720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29680" y="2368800"/>
            <a:ext cx="44640" cy="45360"/>
          </a:xfrm>
          <a:custGeom>
            <a:avLst/>
            <a:gdLst/>
            <a:ahLst/>
            <a:rect l="0" t="0" r="r" b="b"/>
            <a:pathLst>
              <a:path w="124" h="126">
                <a:moveTo>
                  <a:pt x="17" y="10"/>
                </a:moveTo>
                <a:lnTo>
                  <a:pt x="27" y="15"/>
                </a:lnTo>
                <a:lnTo>
                  <a:pt x="22" y="24"/>
                </a:lnTo>
                <a:lnTo>
                  <a:pt x="12" y="19"/>
                </a:lnTo>
                <a:lnTo>
                  <a:pt x="17" y="10"/>
                </a:lnTo>
                <a:moveTo>
                  <a:pt x="27" y="15"/>
                </a:moveTo>
                <a:lnTo>
                  <a:pt x="36" y="19"/>
                </a:lnTo>
                <a:lnTo>
                  <a:pt x="31" y="29"/>
                </a:lnTo>
                <a:lnTo>
                  <a:pt x="22" y="24"/>
                </a:lnTo>
                <a:lnTo>
                  <a:pt x="27" y="15"/>
                </a:lnTo>
                <a:moveTo>
                  <a:pt x="36" y="19"/>
                </a:moveTo>
                <a:lnTo>
                  <a:pt x="46" y="24"/>
                </a:lnTo>
                <a:lnTo>
                  <a:pt x="41" y="34"/>
                </a:lnTo>
                <a:lnTo>
                  <a:pt x="31" y="29"/>
                </a:lnTo>
                <a:lnTo>
                  <a:pt x="36" y="19"/>
                </a:lnTo>
                <a:moveTo>
                  <a:pt x="46" y="24"/>
                </a:moveTo>
                <a:lnTo>
                  <a:pt x="55" y="29"/>
                </a:lnTo>
                <a:lnTo>
                  <a:pt x="50" y="38"/>
                </a:lnTo>
                <a:lnTo>
                  <a:pt x="41" y="34"/>
                </a:lnTo>
                <a:lnTo>
                  <a:pt x="46" y="24"/>
                </a:lnTo>
                <a:moveTo>
                  <a:pt x="55" y="29"/>
                </a:moveTo>
                <a:lnTo>
                  <a:pt x="65" y="34"/>
                </a:lnTo>
                <a:lnTo>
                  <a:pt x="60" y="43"/>
                </a:lnTo>
                <a:lnTo>
                  <a:pt x="50" y="38"/>
                </a:lnTo>
                <a:lnTo>
                  <a:pt x="55" y="29"/>
                </a:lnTo>
                <a:moveTo>
                  <a:pt x="65" y="34"/>
                </a:moveTo>
                <a:lnTo>
                  <a:pt x="74" y="38"/>
                </a:lnTo>
                <a:lnTo>
                  <a:pt x="69" y="48"/>
                </a:lnTo>
                <a:lnTo>
                  <a:pt x="60" y="43"/>
                </a:lnTo>
                <a:lnTo>
                  <a:pt x="65" y="34"/>
                </a:lnTo>
                <a:moveTo>
                  <a:pt x="74" y="38"/>
                </a:moveTo>
                <a:lnTo>
                  <a:pt x="83" y="43"/>
                </a:lnTo>
                <a:lnTo>
                  <a:pt x="79" y="53"/>
                </a:lnTo>
                <a:lnTo>
                  <a:pt x="69" y="48"/>
                </a:lnTo>
                <a:lnTo>
                  <a:pt x="74" y="38"/>
                </a:lnTo>
                <a:moveTo>
                  <a:pt x="83" y="43"/>
                </a:moveTo>
                <a:lnTo>
                  <a:pt x="94" y="48"/>
                </a:lnTo>
                <a:lnTo>
                  <a:pt x="89" y="57"/>
                </a:lnTo>
                <a:lnTo>
                  <a:pt x="79" y="53"/>
                </a:lnTo>
                <a:lnTo>
                  <a:pt x="83" y="43"/>
                </a:lnTo>
                <a:moveTo>
                  <a:pt x="94" y="48"/>
                </a:moveTo>
                <a:lnTo>
                  <a:pt x="103" y="53"/>
                </a:lnTo>
                <a:lnTo>
                  <a:pt x="99" y="62"/>
                </a:lnTo>
                <a:lnTo>
                  <a:pt x="89" y="57"/>
                </a:lnTo>
                <a:lnTo>
                  <a:pt x="94" y="48"/>
                </a:lnTo>
                <a:moveTo>
                  <a:pt x="103" y="53"/>
                </a:moveTo>
                <a:lnTo>
                  <a:pt x="113" y="57"/>
                </a:lnTo>
                <a:lnTo>
                  <a:pt x="108" y="67"/>
                </a:lnTo>
                <a:lnTo>
                  <a:pt x="99" y="62"/>
                </a:lnTo>
                <a:lnTo>
                  <a:pt x="103" y="53"/>
                </a:lnTo>
                <a:moveTo>
                  <a:pt x="113" y="57"/>
                </a:moveTo>
                <a:lnTo>
                  <a:pt x="124" y="63"/>
                </a:lnTo>
                <a:lnTo>
                  <a:pt x="107" y="72"/>
                </a:lnTo>
                <a:lnTo>
                  <a:pt x="102" y="62"/>
                </a:lnTo>
                <a:lnTo>
                  <a:pt x="110" y="58"/>
                </a:lnTo>
                <a:lnTo>
                  <a:pt x="112" y="63"/>
                </a:lnTo>
                <a:lnTo>
                  <a:pt x="110" y="68"/>
                </a:lnTo>
                <a:lnTo>
                  <a:pt x="108" y="67"/>
                </a:lnTo>
                <a:lnTo>
                  <a:pt x="113" y="57"/>
                </a:lnTo>
                <a:moveTo>
                  <a:pt x="107" y="72"/>
                </a:moveTo>
                <a:lnTo>
                  <a:pt x="97" y="76"/>
                </a:lnTo>
                <a:lnTo>
                  <a:pt x="93" y="67"/>
                </a:lnTo>
                <a:lnTo>
                  <a:pt x="102" y="62"/>
                </a:lnTo>
                <a:lnTo>
                  <a:pt x="107" y="72"/>
                </a:lnTo>
                <a:moveTo>
                  <a:pt x="97" y="76"/>
                </a:moveTo>
                <a:lnTo>
                  <a:pt x="88" y="81"/>
                </a:lnTo>
                <a:lnTo>
                  <a:pt x="82" y="72"/>
                </a:lnTo>
                <a:lnTo>
                  <a:pt x="93" y="67"/>
                </a:lnTo>
                <a:lnTo>
                  <a:pt x="97" y="76"/>
                </a:lnTo>
                <a:moveTo>
                  <a:pt x="88" y="81"/>
                </a:moveTo>
                <a:lnTo>
                  <a:pt x="77" y="86"/>
                </a:lnTo>
                <a:lnTo>
                  <a:pt x="73" y="76"/>
                </a:lnTo>
                <a:lnTo>
                  <a:pt x="82" y="72"/>
                </a:lnTo>
                <a:lnTo>
                  <a:pt x="88" y="81"/>
                </a:lnTo>
                <a:moveTo>
                  <a:pt x="77" y="86"/>
                </a:moveTo>
                <a:lnTo>
                  <a:pt x="68" y="91"/>
                </a:lnTo>
                <a:lnTo>
                  <a:pt x="63" y="81"/>
                </a:lnTo>
                <a:lnTo>
                  <a:pt x="73" y="76"/>
                </a:lnTo>
                <a:lnTo>
                  <a:pt x="77" y="86"/>
                </a:lnTo>
                <a:moveTo>
                  <a:pt x="68" y="91"/>
                </a:moveTo>
                <a:lnTo>
                  <a:pt x="58" y="95"/>
                </a:lnTo>
                <a:lnTo>
                  <a:pt x="54" y="86"/>
                </a:lnTo>
                <a:lnTo>
                  <a:pt x="63" y="81"/>
                </a:lnTo>
                <a:lnTo>
                  <a:pt x="68" y="91"/>
                </a:lnTo>
                <a:moveTo>
                  <a:pt x="58" y="95"/>
                </a:moveTo>
                <a:lnTo>
                  <a:pt x="49" y="100"/>
                </a:lnTo>
                <a:lnTo>
                  <a:pt x="44" y="91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1"/>
                </a:lnTo>
                <a:lnTo>
                  <a:pt x="49" y="100"/>
                </a:lnTo>
                <a:moveTo>
                  <a:pt x="39" y="105"/>
                </a:moveTo>
                <a:lnTo>
                  <a:pt x="30" y="110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10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10"/>
                </a:lnTo>
                <a:moveTo>
                  <a:pt x="20" y="114"/>
                </a:moveTo>
                <a:lnTo>
                  <a:pt x="11" y="119"/>
                </a:lnTo>
                <a:lnTo>
                  <a:pt x="6" y="110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6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10"/>
                </a:lnTo>
                <a:lnTo>
                  <a:pt x="11" y="119"/>
                </a:lnTo>
                <a:moveTo>
                  <a:pt x="0" y="109"/>
                </a:moveTo>
                <a:lnTo>
                  <a:pt x="0" y="99"/>
                </a:lnTo>
                <a:lnTo>
                  <a:pt x="10" y="99"/>
                </a:lnTo>
                <a:lnTo>
                  <a:pt x="10" y="109"/>
                </a:lnTo>
                <a:lnTo>
                  <a:pt x="0" y="109"/>
                </a:lnTo>
                <a:moveTo>
                  <a:pt x="0" y="99"/>
                </a:moveTo>
                <a:lnTo>
                  <a:pt x="0" y="88"/>
                </a:lnTo>
                <a:lnTo>
                  <a:pt x="10" y="88"/>
                </a:lnTo>
                <a:lnTo>
                  <a:pt x="10" y="99"/>
                </a:lnTo>
                <a:lnTo>
                  <a:pt x="0" y="99"/>
                </a:lnTo>
                <a:moveTo>
                  <a:pt x="0" y="88"/>
                </a:moveTo>
                <a:lnTo>
                  <a:pt x="0" y="77"/>
                </a:lnTo>
                <a:lnTo>
                  <a:pt x="10" y="77"/>
                </a:lnTo>
                <a:lnTo>
                  <a:pt x="10" y="88"/>
                </a:lnTo>
                <a:lnTo>
                  <a:pt x="0" y="88"/>
                </a:lnTo>
                <a:moveTo>
                  <a:pt x="0" y="77"/>
                </a:moveTo>
                <a:lnTo>
                  <a:pt x="0" y="67"/>
                </a:lnTo>
                <a:lnTo>
                  <a:pt x="10" y="67"/>
                </a:lnTo>
                <a:lnTo>
                  <a:pt x="10" y="77"/>
                </a:lnTo>
                <a:lnTo>
                  <a:pt x="0" y="77"/>
                </a:lnTo>
                <a:moveTo>
                  <a:pt x="0" y="67"/>
                </a:moveTo>
                <a:lnTo>
                  <a:pt x="0" y="56"/>
                </a:lnTo>
                <a:lnTo>
                  <a:pt x="10" y="56"/>
                </a:lnTo>
                <a:lnTo>
                  <a:pt x="10" y="67"/>
                </a:lnTo>
                <a:lnTo>
                  <a:pt x="0" y="67"/>
                </a:lnTo>
                <a:moveTo>
                  <a:pt x="0" y="56"/>
                </a:moveTo>
                <a:lnTo>
                  <a:pt x="0" y="46"/>
                </a:lnTo>
                <a:lnTo>
                  <a:pt x="10" y="46"/>
                </a:lnTo>
                <a:lnTo>
                  <a:pt x="10" y="56"/>
                </a:lnTo>
                <a:lnTo>
                  <a:pt x="0" y="56"/>
                </a:lnTo>
                <a:moveTo>
                  <a:pt x="0" y="46"/>
                </a:moveTo>
                <a:lnTo>
                  <a:pt x="0" y="35"/>
                </a:lnTo>
                <a:lnTo>
                  <a:pt x="10" y="35"/>
                </a:lnTo>
                <a:lnTo>
                  <a:pt x="10" y="46"/>
                </a:lnTo>
                <a:lnTo>
                  <a:pt x="0" y="46"/>
                </a:lnTo>
                <a:moveTo>
                  <a:pt x="0" y="35"/>
                </a:moveTo>
                <a:lnTo>
                  <a:pt x="0" y="24"/>
                </a:lnTo>
                <a:lnTo>
                  <a:pt x="10" y="24"/>
                </a:lnTo>
                <a:lnTo>
                  <a:pt x="10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4"/>
                </a:lnTo>
                <a:lnTo>
                  <a:pt x="10" y="14"/>
                </a:lnTo>
                <a:lnTo>
                  <a:pt x="10" y="24"/>
                </a:lnTo>
                <a:lnTo>
                  <a:pt x="0" y="24"/>
                </a:lnTo>
                <a:moveTo>
                  <a:pt x="0" y="14"/>
                </a:moveTo>
                <a:lnTo>
                  <a:pt x="0" y="0"/>
                </a:lnTo>
                <a:lnTo>
                  <a:pt x="17" y="10"/>
                </a:lnTo>
                <a:lnTo>
                  <a:pt x="12" y="19"/>
                </a:lnTo>
                <a:lnTo>
                  <a:pt x="3" y="15"/>
                </a:lnTo>
                <a:lnTo>
                  <a:pt x="5" y="10"/>
                </a:lnTo>
                <a:lnTo>
                  <a:pt x="10" y="10"/>
                </a:lnTo>
                <a:lnTo>
                  <a:pt x="1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453800" y="2731320"/>
            <a:ext cx="219600" cy="0"/>
          </a:xfrm>
          <a:custGeom>
            <a:avLst/>
            <a:gdLst/>
            <a:ahLst/>
            <a:rect l="0" t="0" r="r" b="b"/>
            <a:pathLst>
              <a:path fill="none" w="610" h="0">
                <a:moveTo>
                  <a:pt x="0" y="0"/>
                </a:moveTo>
                <a:lnTo>
                  <a:pt x="55" y="0"/>
                </a:lnTo>
                <a:cubicBezTo>
                  <a:pt x="111" y="0"/>
                  <a:pt x="221" y="0"/>
                  <a:pt x="323" y="0"/>
                </a:cubicBezTo>
                <a:cubicBezTo>
                  <a:pt x="425" y="0"/>
                  <a:pt x="518" y="0"/>
                  <a:pt x="564" y="0"/>
                </a:cubicBezTo>
                <a:lnTo>
                  <a:pt x="610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654320" y="2712240"/>
            <a:ext cx="38880" cy="38520"/>
          </a:xfrm>
          <a:custGeom>
            <a:avLst/>
            <a:gdLst/>
            <a:ahLst/>
            <a:rect l="0" t="0" r="r" b="b"/>
            <a:pathLst>
              <a:path w="108" h="107">
                <a:moveTo>
                  <a:pt x="0" y="0"/>
                </a:moveTo>
                <a:lnTo>
                  <a:pt x="108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652520" y="27093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8"/>
                </a:moveTo>
                <a:lnTo>
                  <a:pt x="27" y="13"/>
                </a:lnTo>
                <a:lnTo>
                  <a:pt x="22" y="22"/>
                </a:lnTo>
                <a:lnTo>
                  <a:pt x="13" y="18"/>
                </a:lnTo>
                <a:lnTo>
                  <a:pt x="17" y="8"/>
                </a:lnTo>
                <a:moveTo>
                  <a:pt x="27" y="13"/>
                </a:moveTo>
                <a:lnTo>
                  <a:pt x="36" y="18"/>
                </a:lnTo>
                <a:lnTo>
                  <a:pt x="31" y="27"/>
                </a:lnTo>
                <a:lnTo>
                  <a:pt x="22" y="22"/>
                </a:lnTo>
                <a:lnTo>
                  <a:pt x="27" y="13"/>
                </a:lnTo>
                <a:moveTo>
                  <a:pt x="36" y="18"/>
                </a:moveTo>
                <a:lnTo>
                  <a:pt x="46" y="22"/>
                </a:lnTo>
                <a:lnTo>
                  <a:pt x="41" y="32"/>
                </a:lnTo>
                <a:lnTo>
                  <a:pt x="31" y="27"/>
                </a:lnTo>
                <a:lnTo>
                  <a:pt x="36" y="18"/>
                </a:lnTo>
                <a:moveTo>
                  <a:pt x="46" y="22"/>
                </a:moveTo>
                <a:lnTo>
                  <a:pt x="55" y="27"/>
                </a:lnTo>
                <a:lnTo>
                  <a:pt x="50" y="37"/>
                </a:lnTo>
                <a:lnTo>
                  <a:pt x="41" y="32"/>
                </a:lnTo>
                <a:lnTo>
                  <a:pt x="46" y="22"/>
                </a:lnTo>
                <a:moveTo>
                  <a:pt x="55" y="27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7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5" y="42"/>
                </a:lnTo>
                <a:lnTo>
                  <a:pt x="79" y="52"/>
                </a:lnTo>
                <a:lnTo>
                  <a:pt x="69" y="47"/>
                </a:lnTo>
                <a:lnTo>
                  <a:pt x="74" y="37"/>
                </a:lnTo>
                <a:moveTo>
                  <a:pt x="85" y="42"/>
                </a:moveTo>
                <a:lnTo>
                  <a:pt x="94" y="47"/>
                </a:lnTo>
                <a:lnTo>
                  <a:pt x="89" y="57"/>
                </a:lnTo>
                <a:lnTo>
                  <a:pt x="79" y="52"/>
                </a:lnTo>
                <a:lnTo>
                  <a:pt x="85" y="42"/>
                </a:lnTo>
                <a:moveTo>
                  <a:pt x="94" y="47"/>
                </a:moveTo>
                <a:lnTo>
                  <a:pt x="104" y="52"/>
                </a:lnTo>
                <a:lnTo>
                  <a:pt x="99" y="61"/>
                </a:lnTo>
                <a:lnTo>
                  <a:pt x="89" y="57"/>
                </a:lnTo>
                <a:lnTo>
                  <a:pt x="94" y="47"/>
                </a:lnTo>
                <a:moveTo>
                  <a:pt x="104" y="52"/>
                </a:moveTo>
                <a:lnTo>
                  <a:pt x="113" y="57"/>
                </a:lnTo>
                <a:lnTo>
                  <a:pt x="108" y="66"/>
                </a:lnTo>
                <a:lnTo>
                  <a:pt x="99" y="61"/>
                </a:lnTo>
                <a:lnTo>
                  <a:pt x="104" y="52"/>
                </a:lnTo>
                <a:moveTo>
                  <a:pt x="113" y="57"/>
                </a:moveTo>
                <a:lnTo>
                  <a:pt x="124" y="62"/>
                </a:lnTo>
                <a:lnTo>
                  <a:pt x="107" y="71"/>
                </a:lnTo>
                <a:lnTo>
                  <a:pt x="102" y="61"/>
                </a:lnTo>
                <a:lnTo>
                  <a:pt x="110" y="57"/>
                </a:lnTo>
                <a:lnTo>
                  <a:pt x="113" y="62"/>
                </a:lnTo>
                <a:lnTo>
                  <a:pt x="110" y="67"/>
                </a:lnTo>
                <a:lnTo>
                  <a:pt x="108" y="66"/>
                </a:lnTo>
                <a:lnTo>
                  <a:pt x="113" y="57"/>
                </a:lnTo>
                <a:moveTo>
                  <a:pt x="107" y="71"/>
                </a:moveTo>
                <a:lnTo>
                  <a:pt x="98" y="76"/>
                </a:lnTo>
                <a:lnTo>
                  <a:pt x="93" y="66"/>
                </a:lnTo>
                <a:lnTo>
                  <a:pt x="102" y="61"/>
                </a:lnTo>
                <a:lnTo>
                  <a:pt x="107" y="71"/>
                </a:lnTo>
                <a:moveTo>
                  <a:pt x="98" y="76"/>
                </a:moveTo>
                <a:lnTo>
                  <a:pt x="88" y="80"/>
                </a:lnTo>
                <a:lnTo>
                  <a:pt x="82" y="71"/>
                </a:lnTo>
                <a:lnTo>
                  <a:pt x="93" y="66"/>
                </a:lnTo>
                <a:lnTo>
                  <a:pt x="98" y="76"/>
                </a:lnTo>
                <a:moveTo>
                  <a:pt x="88" y="80"/>
                </a:moveTo>
                <a:lnTo>
                  <a:pt x="78" y="85"/>
                </a:lnTo>
                <a:lnTo>
                  <a:pt x="73" y="76"/>
                </a:lnTo>
                <a:lnTo>
                  <a:pt x="82" y="71"/>
                </a:lnTo>
                <a:lnTo>
                  <a:pt x="88" y="80"/>
                </a:lnTo>
                <a:moveTo>
                  <a:pt x="78" y="85"/>
                </a:moveTo>
                <a:lnTo>
                  <a:pt x="68" y="90"/>
                </a:lnTo>
                <a:lnTo>
                  <a:pt x="63" y="80"/>
                </a:lnTo>
                <a:lnTo>
                  <a:pt x="73" y="76"/>
                </a:lnTo>
                <a:lnTo>
                  <a:pt x="78" y="85"/>
                </a:lnTo>
                <a:moveTo>
                  <a:pt x="68" y="90"/>
                </a:moveTo>
                <a:lnTo>
                  <a:pt x="59" y="95"/>
                </a:lnTo>
                <a:lnTo>
                  <a:pt x="54" y="85"/>
                </a:lnTo>
                <a:lnTo>
                  <a:pt x="63" y="80"/>
                </a:lnTo>
                <a:lnTo>
                  <a:pt x="68" y="90"/>
                </a:lnTo>
                <a:moveTo>
                  <a:pt x="59" y="95"/>
                </a:moveTo>
                <a:lnTo>
                  <a:pt x="49" y="99"/>
                </a:lnTo>
                <a:lnTo>
                  <a:pt x="44" y="90"/>
                </a:lnTo>
                <a:lnTo>
                  <a:pt x="54" y="85"/>
                </a:lnTo>
                <a:lnTo>
                  <a:pt x="59" y="95"/>
                </a:lnTo>
                <a:moveTo>
                  <a:pt x="49" y="99"/>
                </a:moveTo>
                <a:lnTo>
                  <a:pt x="40" y="104"/>
                </a:lnTo>
                <a:lnTo>
                  <a:pt x="35" y="95"/>
                </a:lnTo>
                <a:lnTo>
                  <a:pt x="44" y="90"/>
                </a:lnTo>
                <a:lnTo>
                  <a:pt x="49" y="99"/>
                </a:lnTo>
                <a:moveTo>
                  <a:pt x="40" y="104"/>
                </a:moveTo>
                <a:lnTo>
                  <a:pt x="30" y="109"/>
                </a:lnTo>
                <a:lnTo>
                  <a:pt x="25" y="99"/>
                </a:lnTo>
                <a:lnTo>
                  <a:pt x="35" y="95"/>
                </a:lnTo>
                <a:lnTo>
                  <a:pt x="40" y="104"/>
                </a:lnTo>
                <a:moveTo>
                  <a:pt x="30" y="109"/>
                </a:moveTo>
                <a:lnTo>
                  <a:pt x="21" y="114"/>
                </a:lnTo>
                <a:lnTo>
                  <a:pt x="16" y="104"/>
                </a:lnTo>
                <a:lnTo>
                  <a:pt x="25" y="99"/>
                </a:lnTo>
                <a:lnTo>
                  <a:pt x="30" y="109"/>
                </a:lnTo>
                <a:moveTo>
                  <a:pt x="21" y="114"/>
                </a:moveTo>
                <a:lnTo>
                  <a:pt x="11" y="118"/>
                </a:lnTo>
                <a:lnTo>
                  <a:pt x="6" y="109"/>
                </a:lnTo>
                <a:lnTo>
                  <a:pt x="16" y="104"/>
                </a:lnTo>
                <a:lnTo>
                  <a:pt x="21" y="114"/>
                </a:lnTo>
                <a:moveTo>
                  <a:pt x="11" y="118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5"/>
                </a:lnTo>
                <a:lnTo>
                  <a:pt x="5" y="115"/>
                </a:lnTo>
                <a:lnTo>
                  <a:pt x="3" y="111"/>
                </a:lnTo>
                <a:lnTo>
                  <a:pt x="6" y="109"/>
                </a:lnTo>
                <a:lnTo>
                  <a:pt x="11" y="118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1" y="87"/>
                </a:lnTo>
                <a:lnTo>
                  <a:pt x="11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1" y="77"/>
                </a:lnTo>
                <a:lnTo>
                  <a:pt x="11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1" y="66"/>
                </a:lnTo>
                <a:lnTo>
                  <a:pt x="11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1" y="45"/>
                </a:lnTo>
                <a:lnTo>
                  <a:pt x="11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1" y="33"/>
                </a:lnTo>
                <a:lnTo>
                  <a:pt x="11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1" y="23"/>
                </a:lnTo>
                <a:lnTo>
                  <a:pt x="11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8"/>
                </a:lnTo>
                <a:lnTo>
                  <a:pt x="13" y="18"/>
                </a:lnTo>
                <a:lnTo>
                  <a:pt x="3" y="13"/>
                </a:lnTo>
                <a:lnTo>
                  <a:pt x="5" y="8"/>
                </a:lnTo>
                <a:lnTo>
                  <a:pt x="11" y="8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437240" y="2050920"/>
            <a:ext cx="284040" cy="0"/>
          </a:xfrm>
          <a:custGeom>
            <a:avLst/>
            <a:gdLst/>
            <a:ahLst/>
            <a:rect l="0" t="0" r="r" b="b"/>
            <a:pathLst>
              <a:path fill="none" w="789" h="0">
                <a:moveTo>
                  <a:pt x="0" y="0"/>
                </a:moveTo>
                <a:lnTo>
                  <a:pt x="63" y="0"/>
                </a:lnTo>
                <a:cubicBezTo>
                  <a:pt x="126" y="0"/>
                  <a:pt x="252" y="0"/>
                  <a:pt x="383" y="0"/>
                </a:cubicBezTo>
                <a:cubicBezTo>
                  <a:pt x="515" y="0"/>
                  <a:pt x="652" y="0"/>
                  <a:pt x="721" y="0"/>
                </a:cubicBezTo>
                <a:lnTo>
                  <a:pt x="789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0220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0040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6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6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6" y="13"/>
                </a:lnTo>
                <a:moveTo>
                  <a:pt x="36" y="18"/>
                </a:moveTo>
                <a:lnTo>
                  <a:pt x="45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5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5" y="23"/>
                </a:lnTo>
                <a:moveTo>
                  <a:pt x="55" y="28"/>
                </a:moveTo>
                <a:lnTo>
                  <a:pt x="64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4" y="32"/>
                </a:moveTo>
                <a:lnTo>
                  <a:pt x="75" y="37"/>
                </a:lnTo>
                <a:lnTo>
                  <a:pt x="69" y="47"/>
                </a:lnTo>
                <a:lnTo>
                  <a:pt x="60" y="42"/>
                </a:lnTo>
                <a:lnTo>
                  <a:pt x="64" y="32"/>
                </a:lnTo>
                <a:moveTo>
                  <a:pt x="75" y="37"/>
                </a:moveTo>
                <a:lnTo>
                  <a:pt x="84" y="42"/>
                </a:lnTo>
                <a:lnTo>
                  <a:pt x="80" y="51"/>
                </a:lnTo>
                <a:lnTo>
                  <a:pt x="69" y="47"/>
                </a:lnTo>
                <a:lnTo>
                  <a:pt x="75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80" y="51"/>
                </a:lnTo>
                <a:lnTo>
                  <a:pt x="84" y="42"/>
                </a:lnTo>
                <a:moveTo>
                  <a:pt x="94" y="47"/>
                </a:moveTo>
                <a:lnTo>
                  <a:pt x="103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3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3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3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8" y="86"/>
                </a:lnTo>
                <a:lnTo>
                  <a:pt x="73" y="75"/>
                </a:lnTo>
                <a:lnTo>
                  <a:pt x="83" y="70"/>
                </a:lnTo>
                <a:lnTo>
                  <a:pt x="88" y="80"/>
                </a:lnTo>
                <a:moveTo>
                  <a:pt x="78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8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0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0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0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0" y="109"/>
                </a:lnTo>
                <a:lnTo>
                  <a:pt x="10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0" y="98"/>
                </a:lnTo>
                <a:lnTo>
                  <a:pt x="10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0" y="88"/>
                </a:lnTo>
                <a:lnTo>
                  <a:pt x="10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0" y="76"/>
                </a:lnTo>
                <a:lnTo>
                  <a:pt x="10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0" y="66"/>
                </a:lnTo>
                <a:lnTo>
                  <a:pt x="10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0" y="55"/>
                </a:lnTo>
                <a:lnTo>
                  <a:pt x="10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0" y="44"/>
                </a:lnTo>
                <a:lnTo>
                  <a:pt x="10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0" y="34"/>
                </a:lnTo>
                <a:lnTo>
                  <a:pt x="10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0" y="23"/>
                </a:lnTo>
                <a:lnTo>
                  <a:pt x="10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0" y="12"/>
                </a:lnTo>
                <a:lnTo>
                  <a:pt x="10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0" y="9"/>
                </a:lnTo>
                <a:lnTo>
                  <a:pt x="10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5536080" y="2516400"/>
            <a:ext cx="748080" cy="215280"/>
          </a:xfrm>
          <a:custGeom>
            <a:avLst/>
            <a:gdLst/>
            <a:ahLst/>
            <a:rect l="0" t="0" r="r" b="b"/>
            <a:pathLst>
              <a:path fill="none" w="2078" h="598">
                <a:moveTo>
                  <a:pt x="0" y="0"/>
                </a:moveTo>
                <a:lnTo>
                  <a:pt x="189" y="100"/>
                </a:lnTo>
                <a:cubicBezTo>
                  <a:pt x="379" y="199"/>
                  <a:pt x="757" y="398"/>
                  <a:pt x="1002" y="499"/>
                </a:cubicBezTo>
                <a:cubicBezTo>
                  <a:pt x="1246" y="598"/>
                  <a:pt x="1357" y="598"/>
                  <a:pt x="1468" y="598"/>
                </a:cubicBezTo>
                <a:cubicBezTo>
                  <a:pt x="1578" y="598"/>
                  <a:pt x="1689" y="598"/>
                  <a:pt x="1790" y="598"/>
                </a:cubicBezTo>
                <a:cubicBezTo>
                  <a:pt x="1892" y="598"/>
                  <a:pt x="1985" y="598"/>
                  <a:pt x="2031" y="598"/>
                </a:cubicBezTo>
                <a:lnTo>
                  <a:pt x="2078" y="598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6264720" y="27122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6262560" y="2709360"/>
            <a:ext cx="45000" cy="44640"/>
          </a:xfrm>
          <a:custGeom>
            <a:avLst/>
            <a:gdLst/>
            <a:ahLst/>
            <a:rect l="0" t="0" r="r" b="b"/>
            <a:pathLst>
              <a:path w="125" h="124">
                <a:moveTo>
                  <a:pt x="19" y="8"/>
                </a:moveTo>
                <a:lnTo>
                  <a:pt x="28" y="13"/>
                </a:lnTo>
                <a:lnTo>
                  <a:pt x="23" y="22"/>
                </a:lnTo>
                <a:lnTo>
                  <a:pt x="14" y="18"/>
                </a:lnTo>
                <a:lnTo>
                  <a:pt x="19" y="8"/>
                </a:lnTo>
                <a:moveTo>
                  <a:pt x="28" y="13"/>
                </a:moveTo>
                <a:lnTo>
                  <a:pt x="38" y="18"/>
                </a:lnTo>
                <a:lnTo>
                  <a:pt x="33" y="27"/>
                </a:lnTo>
                <a:lnTo>
                  <a:pt x="23" y="22"/>
                </a:lnTo>
                <a:lnTo>
                  <a:pt x="28" y="13"/>
                </a:lnTo>
                <a:moveTo>
                  <a:pt x="38" y="18"/>
                </a:moveTo>
                <a:lnTo>
                  <a:pt x="47" y="22"/>
                </a:lnTo>
                <a:lnTo>
                  <a:pt x="42" y="32"/>
                </a:lnTo>
                <a:lnTo>
                  <a:pt x="33" y="27"/>
                </a:lnTo>
                <a:lnTo>
                  <a:pt x="38" y="18"/>
                </a:lnTo>
                <a:moveTo>
                  <a:pt x="47" y="22"/>
                </a:moveTo>
                <a:lnTo>
                  <a:pt x="57" y="27"/>
                </a:lnTo>
                <a:lnTo>
                  <a:pt x="52" y="37"/>
                </a:lnTo>
                <a:lnTo>
                  <a:pt x="42" y="32"/>
                </a:lnTo>
                <a:lnTo>
                  <a:pt x="47" y="22"/>
                </a:lnTo>
                <a:moveTo>
                  <a:pt x="57" y="27"/>
                </a:moveTo>
                <a:lnTo>
                  <a:pt x="66" y="32"/>
                </a:lnTo>
                <a:lnTo>
                  <a:pt x="61" y="42"/>
                </a:lnTo>
                <a:lnTo>
                  <a:pt x="52" y="37"/>
                </a:lnTo>
                <a:lnTo>
                  <a:pt x="57" y="27"/>
                </a:lnTo>
                <a:moveTo>
                  <a:pt x="66" y="32"/>
                </a:moveTo>
                <a:lnTo>
                  <a:pt x="76" y="37"/>
                </a:lnTo>
                <a:lnTo>
                  <a:pt x="71" y="47"/>
                </a:lnTo>
                <a:lnTo>
                  <a:pt x="61" y="42"/>
                </a:lnTo>
                <a:lnTo>
                  <a:pt x="66" y="32"/>
                </a:lnTo>
                <a:moveTo>
                  <a:pt x="76" y="37"/>
                </a:moveTo>
                <a:lnTo>
                  <a:pt x="85" y="42"/>
                </a:lnTo>
                <a:lnTo>
                  <a:pt x="80" y="52"/>
                </a:lnTo>
                <a:lnTo>
                  <a:pt x="71" y="47"/>
                </a:lnTo>
                <a:lnTo>
                  <a:pt x="76" y="37"/>
                </a:lnTo>
                <a:moveTo>
                  <a:pt x="85" y="42"/>
                </a:moveTo>
                <a:lnTo>
                  <a:pt x="95" y="47"/>
                </a:lnTo>
                <a:lnTo>
                  <a:pt x="90" y="57"/>
                </a:lnTo>
                <a:lnTo>
                  <a:pt x="80" y="52"/>
                </a:lnTo>
                <a:lnTo>
                  <a:pt x="85" y="42"/>
                </a:lnTo>
                <a:moveTo>
                  <a:pt x="95" y="47"/>
                </a:moveTo>
                <a:lnTo>
                  <a:pt x="104" y="52"/>
                </a:lnTo>
                <a:lnTo>
                  <a:pt x="99" y="61"/>
                </a:lnTo>
                <a:lnTo>
                  <a:pt x="90" y="57"/>
                </a:lnTo>
                <a:lnTo>
                  <a:pt x="95" y="47"/>
                </a:lnTo>
                <a:moveTo>
                  <a:pt x="104" y="52"/>
                </a:moveTo>
                <a:lnTo>
                  <a:pt x="114" y="57"/>
                </a:lnTo>
                <a:lnTo>
                  <a:pt x="109" y="66"/>
                </a:lnTo>
                <a:lnTo>
                  <a:pt x="99" y="61"/>
                </a:lnTo>
                <a:lnTo>
                  <a:pt x="104" y="52"/>
                </a:lnTo>
                <a:moveTo>
                  <a:pt x="114" y="57"/>
                </a:moveTo>
                <a:lnTo>
                  <a:pt x="125" y="62"/>
                </a:lnTo>
                <a:lnTo>
                  <a:pt x="108" y="71"/>
                </a:lnTo>
                <a:lnTo>
                  <a:pt x="103" y="61"/>
                </a:lnTo>
                <a:lnTo>
                  <a:pt x="111" y="57"/>
                </a:lnTo>
                <a:lnTo>
                  <a:pt x="113" y="62"/>
                </a:lnTo>
                <a:lnTo>
                  <a:pt x="111" y="67"/>
                </a:lnTo>
                <a:lnTo>
                  <a:pt x="109" y="66"/>
                </a:lnTo>
                <a:lnTo>
                  <a:pt x="114" y="57"/>
                </a:lnTo>
                <a:moveTo>
                  <a:pt x="108" y="71"/>
                </a:moveTo>
                <a:lnTo>
                  <a:pt x="98" y="76"/>
                </a:lnTo>
                <a:lnTo>
                  <a:pt x="93" y="66"/>
                </a:lnTo>
                <a:lnTo>
                  <a:pt x="103" y="61"/>
                </a:lnTo>
                <a:lnTo>
                  <a:pt x="108" y="71"/>
                </a:lnTo>
                <a:moveTo>
                  <a:pt x="98" y="76"/>
                </a:moveTo>
                <a:lnTo>
                  <a:pt x="89" y="80"/>
                </a:lnTo>
                <a:lnTo>
                  <a:pt x="84" y="71"/>
                </a:lnTo>
                <a:lnTo>
                  <a:pt x="93" y="66"/>
                </a:lnTo>
                <a:lnTo>
                  <a:pt x="98" y="76"/>
                </a:lnTo>
                <a:moveTo>
                  <a:pt x="89" y="80"/>
                </a:moveTo>
                <a:lnTo>
                  <a:pt x="79" y="85"/>
                </a:lnTo>
                <a:lnTo>
                  <a:pt x="74" y="76"/>
                </a:lnTo>
                <a:lnTo>
                  <a:pt x="84" y="71"/>
                </a:lnTo>
                <a:lnTo>
                  <a:pt x="89" y="80"/>
                </a:lnTo>
                <a:moveTo>
                  <a:pt x="79" y="85"/>
                </a:moveTo>
                <a:lnTo>
                  <a:pt x="70" y="90"/>
                </a:lnTo>
                <a:lnTo>
                  <a:pt x="65" y="80"/>
                </a:lnTo>
                <a:lnTo>
                  <a:pt x="74" y="76"/>
                </a:lnTo>
                <a:lnTo>
                  <a:pt x="79" y="85"/>
                </a:lnTo>
                <a:moveTo>
                  <a:pt x="70" y="90"/>
                </a:moveTo>
                <a:lnTo>
                  <a:pt x="60" y="95"/>
                </a:lnTo>
                <a:lnTo>
                  <a:pt x="55" y="85"/>
                </a:lnTo>
                <a:lnTo>
                  <a:pt x="65" y="80"/>
                </a:lnTo>
                <a:lnTo>
                  <a:pt x="70" y="90"/>
                </a:lnTo>
                <a:moveTo>
                  <a:pt x="60" y="95"/>
                </a:moveTo>
                <a:lnTo>
                  <a:pt x="51" y="99"/>
                </a:lnTo>
                <a:lnTo>
                  <a:pt x="46" y="90"/>
                </a:lnTo>
                <a:lnTo>
                  <a:pt x="55" y="85"/>
                </a:lnTo>
                <a:lnTo>
                  <a:pt x="60" y="95"/>
                </a:lnTo>
                <a:moveTo>
                  <a:pt x="51" y="99"/>
                </a:moveTo>
                <a:lnTo>
                  <a:pt x="41" y="104"/>
                </a:lnTo>
                <a:lnTo>
                  <a:pt x="36" y="95"/>
                </a:lnTo>
                <a:lnTo>
                  <a:pt x="46" y="90"/>
                </a:lnTo>
                <a:lnTo>
                  <a:pt x="51" y="99"/>
                </a:lnTo>
                <a:moveTo>
                  <a:pt x="41" y="104"/>
                </a:moveTo>
                <a:lnTo>
                  <a:pt x="32" y="109"/>
                </a:lnTo>
                <a:lnTo>
                  <a:pt x="27" y="99"/>
                </a:lnTo>
                <a:lnTo>
                  <a:pt x="36" y="95"/>
                </a:lnTo>
                <a:lnTo>
                  <a:pt x="41" y="104"/>
                </a:lnTo>
                <a:moveTo>
                  <a:pt x="32" y="109"/>
                </a:moveTo>
                <a:lnTo>
                  <a:pt x="22" y="114"/>
                </a:lnTo>
                <a:lnTo>
                  <a:pt x="17" y="104"/>
                </a:lnTo>
                <a:lnTo>
                  <a:pt x="27" y="99"/>
                </a:lnTo>
                <a:lnTo>
                  <a:pt x="32" y="109"/>
                </a:lnTo>
                <a:moveTo>
                  <a:pt x="22" y="114"/>
                </a:moveTo>
                <a:lnTo>
                  <a:pt x="13" y="118"/>
                </a:lnTo>
                <a:lnTo>
                  <a:pt x="7" y="109"/>
                </a:lnTo>
                <a:lnTo>
                  <a:pt x="17" y="104"/>
                </a:lnTo>
                <a:lnTo>
                  <a:pt x="22" y="114"/>
                </a:lnTo>
                <a:moveTo>
                  <a:pt x="13" y="118"/>
                </a:moveTo>
                <a:lnTo>
                  <a:pt x="0" y="124"/>
                </a:lnTo>
                <a:lnTo>
                  <a:pt x="0" y="109"/>
                </a:lnTo>
                <a:lnTo>
                  <a:pt x="12" y="109"/>
                </a:lnTo>
                <a:lnTo>
                  <a:pt x="12" y="115"/>
                </a:lnTo>
                <a:lnTo>
                  <a:pt x="6" y="115"/>
                </a:lnTo>
                <a:lnTo>
                  <a:pt x="3" y="111"/>
                </a:lnTo>
                <a:lnTo>
                  <a:pt x="7" y="109"/>
                </a:lnTo>
                <a:lnTo>
                  <a:pt x="13" y="118"/>
                </a:lnTo>
                <a:moveTo>
                  <a:pt x="0" y="109"/>
                </a:moveTo>
                <a:lnTo>
                  <a:pt x="0" y="98"/>
                </a:lnTo>
                <a:lnTo>
                  <a:pt x="12" y="98"/>
                </a:lnTo>
                <a:lnTo>
                  <a:pt x="12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7"/>
                </a:lnTo>
                <a:lnTo>
                  <a:pt x="12" y="87"/>
                </a:lnTo>
                <a:lnTo>
                  <a:pt x="12" y="98"/>
                </a:lnTo>
                <a:lnTo>
                  <a:pt x="0" y="98"/>
                </a:lnTo>
                <a:moveTo>
                  <a:pt x="0" y="87"/>
                </a:moveTo>
                <a:lnTo>
                  <a:pt x="0" y="77"/>
                </a:lnTo>
                <a:lnTo>
                  <a:pt x="12" y="77"/>
                </a:lnTo>
                <a:lnTo>
                  <a:pt x="12" y="87"/>
                </a:lnTo>
                <a:lnTo>
                  <a:pt x="0" y="87"/>
                </a:lnTo>
                <a:moveTo>
                  <a:pt x="0" y="77"/>
                </a:moveTo>
                <a:lnTo>
                  <a:pt x="0" y="66"/>
                </a:lnTo>
                <a:lnTo>
                  <a:pt x="12" y="66"/>
                </a:lnTo>
                <a:lnTo>
                  <a:pt x="12" y="77"/>
                </a:lnTo>
                <a:lnTo>
                  <a:pt x="0" y="77"/>
                </a:lnTo>
                <a:moveTo>
                  <a:pt x="0" y="66"/>
                </a:moveTo>
                <a:lnTo>
                  <a:pt x="0" y="55"/>
                </a:lnTo>
                <a:lnTo>
                  <a:pt x="12" y="55"/>
                </a:lnTo>
                <a:lnTo>
                  <a:pt x="12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5"/>
                </a:lnTo>
                <a:lnTo>
                  <a:pt x="12" y="45"/>
                </a:lnTo>
                <a:lnTo>
                  <a:pt x="12" y="55"/>
                </a:lnTo>
                <a:lnTo>
                  <a:pt x="0" y="55"/>
                </a:lnTo>
                <a:moveTo>
                  <a:pt x="0" y="45"/>
                </a:moveTo>
                <a:lnTo>
                  <a:pt x="0" y="33"/>
                </a:lnTo>
                <a:lnTo>
                  <a:pt x="12" y="33"/>
                </a:lnTo>
                <a:lnTo>
                  <a:pt x="12" y="45"/>
                </a:lnTo>
                <a:lnTo>
                  <a:pt x="0" y="45"/>
                </a:lnTo>
                <a:moveTo>
                  <a:pt x="0" y="33"/>
                </a:moveTo>
                <a:lnTo>
                  <a:pt x="0" y="23"/>
                </a:lnTo>
                <a:lnTo>
                  <a:pt x="12" y="23"/>
                </a:lnTo>
                <a:lnTo>
                  <a:pt x="12" y="33"/>
                </a:lnTo>
                <a:lnTo>
                  <a:pt x="0" y="33"/>
                </a:lnTo>
                <a:moveTo>
                  <a:pt x="0" y="23"/>
                </a:moveTo>
                <a:lnTo>
                  <a:pt x="0" y="12"/>
                </a:lnTo>
                <a:lnTo>
                  <a:pt x="12" y="12"/>
                </a:lnTo>
                <a:lnTo>
                  <a:pt x="12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9" y="8"/>
                </a:lnTo>
                <a:lnTo>
                  <a:pt x="14" y="18"/>
                </a:lnTo>
                <a:lnTo>
                  <a:pt x="3" y="13"/>
                </a:lnTo>
                <a:lnTo>
                  <a:pt x="6" y="8"/>
                </a:lnTo>
                <a:lnTo>
                  <a:pt x="12" y="8"/>
                </a:lnTo>
                <a:lnTo>
                  <a:pt x="12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5536080" y="2050920"/>
            <a:ext cx="764640" cy="215280"/>
          </a:xfrm>
          <a:custGeom>
            <a:avLst/>
            <a:gdLst/>
            <a:ahLst/>
            <a:rect l="0" t="0" r="r" b="b"/>
            <a:pathLst>
              <a:path fill="none" w="2124" h="598">
                <a:moveTo>
                  <a:pt x="0" y="598"/>
                </a:moveTo>
                <a:lnTo>
                  <a:pt x="189" y="497"/>
                </a:lnTo>
                <a:cubicBezTo>
                  <a:pt x="378" y="398"/>
                  <a:pt x="757" y="199"/>
                  <a:pt x="1002" y="99"/>
                </a:cubicBezTo>
                <a:cubicBezTo>
                  <a:pt x="1246" y="0"/>
                  <a:pt x="1357" y="0"/>
                  <a:pt x="1468" y="0"/>
                </a:cubicBezTo>
                <a:cubicBezTo>
                  <a:pt x="1578" y="0"/>
                  <a:pt x="1689" y="0"/>
                  <a:pt x="1798" y="0"/>
                </a:cubicBezTo>
                <a:cubicBezTo>
                  <a:pt x="1908" y="0"/>
                  <a:pt x="2016" y="0"/>
                  <a:pt x="2070" y="0"/>
                </a:cubicBezTo>
                <a:lnTo>
                  <a:pt x="2124" y="0"/>
                </a:lnTo>
              </a:path>
            </a:pathLst>
          </a:custGeom>
          <a:ln w="4680">
            <a:solidFill>
              <a:srgbClr val="dd78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281280" y="203184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54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279480" y="202860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7" y="9"/>
                </a:moveTo>
                <a:lnTo>
                  <a:pt x="27" y="13"/>
                </a:lnTo>
                <a:lnTo>
                  <a:pt x="22" y="23"/>
                </a:lnTo>
                <a:lnTo>
                  <a:pt x="12" y="18"/>
                </a:lnTo>
                <a:lnTo>
                  <a:pt x="17" y="9"/>
                </a:lnTo>
                <a:moveTo>
                  <a:pt x="27" y="13"/>
                </a:moveTo>
                <a:lnTo>
                  <a:pt x="36" y="18"/>
                </a:lnTo>
                <a:lnTo>
                  <a:pt x="31" y="28"/>
                </a:lnTo>
                <a:lnTo>
                  <a:pt x="22" y="23"/>
                </a:lnTo>
                <a:lnTo>
                  <a:pt x="27" y="13"/>
                </a:lnTo>
                <a:moveTo>
                  <a:pt x="36" y="18"/>
                </a:moveTo>
                <a:lnTo>
                  <a:pt x="46" y="23"/>
                </a:lnTo>
                <a:lnTo>
                  <a:pt x="41" y="32"/>
                </a:lnTo>
                <a:lnTo>
                  <a:pt x="31" y="28"/>
                </a:lnTo>
                <a:lnTo>
                  <a:pt x="36" y="18"/>
                </a:lnTo>
                <a:moveTo>
                  <a:pt x="46" y="23"/>
                </a:moveTo>
                <a:lnTo>
                  <a:pt x="55" y="28"/>
                </a:lnTo>
                <a:lnTo>
                  <a:pt x="50" y="37"/>
                </a:lnTo>
                <a:lnTo>
                  <a:pt x="41" y="32"/>
                </a:lnTo>
                <a:lnTo>
                  <a:pt x="46" y="23"/>
                </a:lnTo>
                <a:moveTo>
                  <a:pt x="55" y="28"/>
                </a:moveTo>
                <a:lnTo>
                  <a:pt x="65" y="32"/>
                </a:lnTo>
                <a:lnTo>
                  <a:pt x="60" y="42"/>
                </a:lnTo>
                <a:lnTo>
                  <a:pt x="50" y="37"/>
                </a:lnTo>
                <a:lnTo>
                  <a:pt x="55" y="28"/>
                </a:lnTo>
                <a:moveTo>
                  <a:pt x="65" y="32"/>
                </a:moveTo>
                <a:lnTo>
                  <a:pt x="74" y="37"/>
                </a:lnTo>
                <a:lnTo>
                  <a:pt x="69" y="47"/>
                </a:lnTo>
                <a:lnTo>
                  <a:pt x="60" y="42"/>
                </a:lnTo>
                <a:lnTo>
                  <a:pt x="65" y="32"/>
                </a:lnTo>
                <a:moveTo>
                  <a:pt x="74" y="37"/>
                </a:moveTo>
                <a:lnTo>
                  <a:pt x="84" y="42"/>
                </a:lnTo>
                <a:lnTo>
                  <a:pt x="79" y="51"/>
                </a:lnTo>
                <a:lnTo>
                  <a:pt x="69" y="47"/>
                </a:lnTo>
                <a:lnTo>
                  <a:pt x="74" y="37"/>
                </a:lnTo>
                <a:moveTo>
                  <a:pt x="84" y="42"/>
                </a:moveTo>
                <a:lnTo>
                  <a:pt x="94" y="47"/>
                </a:lnTo>
                <a:lnTo>
                  <a:pt x="89" y="56"/>
                </a:lnTo>
                <a:lnTo>
                  <a:pt x="79" y="51"/>
                </a:lnTo>
                <a:lnTo>
                  <a:pt x="84" y="42"/>
                </a:lnTo>
                <a:moveTo>
                  <a:pt x="94" y="47"/>
                </a:moveTo>
                <a:lnTo>
                  <a:pt x="104" y="51"/>
                </a:lnTo>
                <a:lnTo>
                  <a:pt x="99" y="61"/>
                </a:lnTo>
                <a:lnTo>
                  <a:pt x="89" y="56"/>
                </a:lnTo>
                <a:lnTo>
                  <a:pt x="94" y="47"/>
                </a:lnTo>
                <a:moveTo>
                  <a:pt x="104" y="51"/>
                </a:moveTo>
                <a:lnTo>
                  <a:pt x="113" y="56"/>
                </a:lnTo>
                <a:lnTo>
                  <a:pt x="108" y="66"/>
                </a:lnTo>
                <a:lnTo>
                  <a:pt x="99" y="61"/>
                </a:lnTo>
                <a:lnTo>
                  <a:pt x="104" y="51"/>
                </a:lnTo>
                <a:moveTo>
                  <a:pt x="113" y="56"/>
                </a:moveTo>
                <a:lnTo>
                  <a:pt x="124" y="62"/>
                </a:lnTo>
                <a:lnTo>
                  <a:pt x="107" y="70"/>
                </a:lnTo>
                <a:lnTo>
                  <a:pt x="102" y="61"/>
                </a:lnTo>
                <a:lnTo>
                  <a:pt x="110" y="57"/>
                </a:lnTo>
                <a:lnTo>
                  <a:pt x="112" y="62"/>
                </a:lnTo>
                <a:lnTo>
                  <a:pt x="110" y="66"/>
                </a:lnTo>
                <a:lnTo>
                  <a:pt x="108" y="66"/>
                </a:lnTo>
                <a:lnTo>
                  <a:pt x="113" y="56"/>
                </a:lnTo>
                <a:moveTo>
                  <a:pt x="107" y="70"/>
                </a:moveTo>
                <a:lnTo>
                  <a:pt x="97" y="75"/>
                </a:lnTo>
                <a:lnTo>
                  <a:pt x="93" y="66"/>
                </a:lnTo>
                <a:lnTo>
                  <a:pt x="102" y="61"/>
                </a:lnTo>
                <a:lnTo>
                  <a:pt x="107" y="70"/>
                </a:lnTo>
                <a:moveTo>
                  <a:pt x="97" y="75"/>
                </a:moveTo>
                <a:lnTo>
                  <a:pt x="88" y="80"/>
                </a:lnTo>
                <a:lnTo>
                  <a:pt x="82" y="70"/>
                </a:lnTo>
                <a:lnTo>
                  <a:pt x="93" y="66"/>
                </a:lnTo>
                <a:lnTo>
                  <a:pt x="97" y="75"/>
                </a:lnTo>
                <a:moveTo>
                  <a:pt x="88" y="80"/>
                </a:moveTo>
                <a:lnTo>
                  <a:pt x="77" y="86"/>
                </a:lnTo>
                <a:lnTo>
                  <a:pt x="73" y="75"/>
                </a:lnTo>
                <a:lnTo>
                  <a:pt x="82" y="70"/>
                </a:lnTo>
                <a:lnTo>
                  <a:pt x="88" y="80"/>
                </a:lnTo>
                <a:moveTo>
                  <a:pt x="77" y="86"/>
                </a:moveTo>
                <a:lnTo>
                  <a:pt x="68" y="90"/>
                </a:lnTo>
                <a:lnTo>
                  <a:pt x="63" y="80"/>
                </a:lnTo>
                <a:lnTo>
                  <a:pt x="73" y="75"/>
                </a:lnTo>
                <a:lnTo>
                  <a:pt x="77" y="86"/>
                </a:lnTo>
                <a:moveTo>
                  <a:pt x="68" y="90"/>
                </a:moveTo>
                <a:lnTo>
                  <a:pt x="58" y="95"/>
                </a:lnTo>
                <a:lnTo>
                  <a:pt x="54" y="86"/>
                </a:lnTo>
                <a:lnTo>
                  <a:pt x="63" y="80"/>
                </a:lnTo>
                <a:lnTo>
                  <a:pt x="68" y="90"/>
                </a:lnTo>
                <a:moveTo>
                  <a:pt x="58" y="95"/>
                </a:moveTo>
                <a:lnTo>
                  <a:pt x="49" y="100"/>
                </a:lnTo>
                <a:lnTo>
                  <a:pt x="44" y="90"/>
                </a:lnTo>
                <a:lnTo>
                  <a:pt x="54" y="86"/>
                </a:lnTo>
                <a:lnTo>
                  <a:pt x="58" y="95"/>
                </a:lnTo>
                <a:moveTo>
                  <a:pt x="49" y="100"/>
                </a:moveTo>
                <a:lnTo>
                  <a:pt x="39" y="105"/>
                </a:lnTo>
                <a:lnTo>
                  <a:pt x="35" y="95"/>
                </a:lnTo>
                <a:lnTo>
                  <a:pt x="44" y="90"/>
                </a:lnTo>
                <a:lnTo>
                  <a:pt x="49" y="100"/>
                </a:lnTo>
                <a:moveTo>
                  <a:pt x="39" y="105"/>
                </a:moveTo>
                <a:lnTo>
                  <a:pt x="30" y="109"/>
                </a:lnTo>
                <a:lnTo>
                  <a:pt x="25" y="100"/>
                </a:lnTo>
                <a:lnTo>
                  <a:pt x="35" y="95"/>
                </a:lnTo>
                <a:lnTo>
                  <a:pt x="39" y="105"/>
                </a:lnTo>
                <a:moveTo>
                  <a:pt x="30" y="109"/>
                </a:moveTo>
                <a:lnTo>
                  <a:pt x="21" y="114"/>
                </a:lnTo>
                <a:lnTo>
                  <a:pt x="16" y="105"/>
                </a:lnTo>
                <a:lnTo>
                  <a:pt x="25" y="100"/>
                </a:lnTo>
                <a:lnTo>
                  <a:pt x="30" y="109"/>
                </a:lnTo>
                <a:moveTo>
                  <a:pt x="21" y="114"/>
                </a:moveTo>
                <a:lnTo>
                  <a:pt x="11" y="119"/>
                </a:lnTo>
                <a:lnTo>
                  <a:pt x="6" y="109"/>
                </a:lnTo>
                <a:lnTo>
                  <a:pt x="16" y="105"/>
                </a:lnTo>
                <a:lnTo>
                  <a:pt x="21" y="114"/>
                </a:lnTo>
                <a:moveTo>
                  <a:pt x="11" y="119"/>
                </a:moveTo>
                <a:lnTo>
                  <a:pt x="0" y="124"/>
                </a:lnTo>
                <a:lnTo>
                  <a:pt x="0" y="109"/>
                </a:lnTo>
                <a:lnTo>
                  <a:pt x="11" y="109"/>
                </a:lnTo>
                <a:lnTo>
                  <a:pt x="11" y="116"/>
                </a:lnTo>
                <a:lnTo>
                  <a:pt x="5" y="116"/>
                </a:lnTo>
                <a:lnTo>
                  <a:pt x="3" y="111"/>
                </a:lnTo>
                <a:lnTo>
                  <a:pt x="6" y="109"/>
                </a:lnTo>
                <a:lnTo>
                  <a:pt x="11" y="119"/>
                </a:lnTo>
                <a:moveTo>
                  <a:pt x="0" y="109"/>
                </a:moveTo>
                <a:lnTo>
                  <a:pt x="0" y="98"/>
                </a:lnTo>
                <a:lnTo>
                  <a:pt x="11" y="98"/>
                </a:lnTo>
                <a:lnTo>
                  <a:pt x="11" y="109"/>
                </a:lnTo>
                <a:lnTo>
                  <a:pt x="0" y="109"/>
                </a:lnTo>
                <a:moveTo>
                  <a:pt x="0" y="98"/>
                </a:moveTo>
                <a:lnTo>
                  <a:pt x="0" y="88"/>
                </a:lnTo>
                <a:lnTo>
                  <a:pt x="11" y="88"/>
                </a:lnTo>
                <a:lnTo>
                  <a:pt x="11" y="98"/>
                </a:lnTo>
                <a:lnTo>
                  <a:pt x="0" y="98"/>
                </a:lnTo>
                <a:moveTo>
                  <a:pt x="0" y="88"/>
                </a:moveTo>
                <a:lnTo>
                  <a:pt x="0" y="76"/>
                </a:lnTo>
                <a:lnTo>
                  <a:pt x="11" y="76"/>
                </a:lnTo>
                <a:lnTo>
                  <a:pt x="11" y="88"/>
                </a:lnTo>
                <a:lnTo>
                  <a:pt x="0" y="88"/>
                </a:lnTo>
                <a:moveTo>
                  <a:pt x="0" y="76"/>
                </a:moveTo>
                <a:lnTo>
                  <a:pt x="0" y="66"/>
                </a:lnTo>
                <a:lnTo>
                  <a:pt x="11" y="66"/>
                </a:lnTo>
                <a:lnTo>
                  <a:pt x="11" y="76"/>
                </a:lnTo>
                <a:lnTo>
                  <a:pt x="0" y="76"/>
                </a:lnTo>
                <a:moveTo>
                  <a:pt x="0" y="66"/>
                </a:moveTo>
                <a:lnTo>
                  <a:pt x="0" y="55"/>
                </a:lnTo>
                <a:lnTo>
                  <a:pt x="11" y="55"/>
                </a:lnTo>
                <a:lnTo>
                  <a:pt x="11" y="66"/>
                </a:lnTo>
                <a:lnTo>
                  <a:pt x="0" y="66"/>
                </a:lnTo>
                <a:moveTo>
                  <a:pt x="0" y="55"/>
                </a:moveTo>
                <a:lnTo>
                  <a:pt x="0" y="44"/>
                </a:lnTo>
                <a:lnTo>
                  <a:pt x="11" y="44"/>
                </a:lnTo>
                <a:lnTo>
                  <a:pt x="11" y="55"/>
                </a:lnTo>
                <a:lnTo>
                  <a:pt x="0" y="55"/>
                </a:lnTo>
                <a:moveTo>
                  <a:pt x="0" y="44"/>
                </a:moveTo>
                <a:lnTo>
                  <a:pt x="0" y="34"/>
                </a:lnTo>
                <a:lnTo>
                  <a:pt x="11" y="34"/>
                </a:lnTo>
                <a:lnTo>
                  <a:pt x="11" y="44"/>
                </a:lnTo>
                <a:lnTo>
                  <a:pt x="0" y="44"/>
                </a:lnTo>
                <a:moveTo>
                  <a:pt x="0" y="34"/>
                </a:moveTo>
                <a:lnTo>
                  <a:pt x="0" y="23"/>
                </a:lnTo>
                <a:lnTo>
                  <a:pt x="11" y="23"/>
                </a:lnTo>
                <a:lnTo>
                  <a:pt x="11" y="34"/>
                </a:lnTo>
                <a:lnTo>
                  <a:pt x="0" y="34"/>
                </a:lnTo>
                <a:moveTo>
                  <a:pt x="0" y="23"/>
                </a:moveTo>
                <a:lnTo>
                  <a:pt x="0" y="12"/>
                </a:lnTo>
                <a:lnTo>
                  <a:pt x="11" y="12"/>
                </a:lnTo>
                <a:lnTo>
                  <a:pt x="11" y="23"/>
                </a:lnTo>
                <a:lnTo>
                  <a:pt x="0" y="23"/>
                </a:lnTo>
                <a:moveTo>
                  <a:pt x="0" y="12"/>
                </a:moveTo>
                <a:lnTo>
                  <a:pt x="0" y="0"/>
                </a:lnTo>
                <a:lnTo>
                  <a:pt x="17" y="9"/>
                </a:lnTo>
                <a:lnTo>
                  <a:pt x="12" y="18"/>
                </a:lnTo>
                <a:lnTo>
                  <a:pt x="3" y="13"/>
                </a:lnTo>
                <a:lnTo>
                  <a:pt x="5" y="9"/>
                </a:lnTo>
                <a:lnTo>
                  <a:pt x="11" y="9"/>
                </a:lnTo>
                <a:lnTo>
                  <a:pt x="11" y="12"/>
                </a:lnTo>
                <a:lnTo>
                  <a:pt x="0" y="1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614520" y="2265840"/>
            <a:ext cx="1189800" cy="250920"/>
          </a:xfrm>
          <a:custGeom>
            <a:avLst/>
            <a:gdLst/>
            <a:ahLst/>
            <a:rect l="0" t="0" r="r" b="b"/>
            <a:pathLst>
              <a:path w="3305" h="697">
                <a:moveTo>
                  <a:pt x="0" y="0"/>
                </a:moveTo>
                <a:lnTo>
                  <a:pt x="3305" y="0"/>
                </a:lnTo>
                <a:lnTo>
                  <a:pt x="3305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2890440" y="1792440"/>
            <a:ext cx="7232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2042640" y="2265840"/>
            <a:ext cx="1008000" cy="250920"/>
          </a:xfrm>
          <a:custGeom>
            <a:avLst/>
            <a:gdLst/>
            <a:ahLst/>
            <a:rect l="0" t="0" r="r" b="b"/>
            <a:pathLst>
              <a:path w="2800" h="697">
                <a:moveTo>
                  <a:pt x="0" y="0"/>
                </a:moveTo>
                <a:lnTo>
                  <a:pt x="2800" y="0"/>
                </a:lnTo>
                <a:lnTo>
                  <a:pt x="2800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8160" y="2347560"/>
            <a:ext cx="10339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289320" y="2211840"/>
            <a:ext cx="1242000" cy="358560"/>
          </a:xfrm>
          <a:custGeom>
            <a:avLst/>
            <a:gdLst/>
            <a:ahLst/>
            <a:rect l="0" t="0" r="r" b="b"/>
            <a:pathLst>
              <a:path w="3450" h="996">
                <a:moveTo>
                  <a:pt x="0" y="0"/>
                </a:moveTo>
                <a:lnTo>
                  <a:pt x="3450" y="0"/>
                </a:lnTo>
                <a:lnTo>
                  <a:pt x="3450" y="996"/>
                </a:lnTo>
                <a:lnTo>
                  <a:pt x="0" y="99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2186280" y="2347560"/>
            <a:ext cx="8010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578400" y="2293920"/>
            <a:ext cx="7383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Onderwijseenheden 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769640" y="2265840"/>
            <a:ext cx="1055880" cy="250920"/>
          </a:xfrm>
          <a:custGeom>
            <a:avLst/>
            <a:gdLst/>
            <a:ahLst/>
            <a:rect l="0" t="0" r="r" b="b"/>
            <a:pathLst>
              <a:path w="2933" h="697">
                <a:moveTo>
                  <a:pt x="0" y="0"/>
                </a:moveTo>
                <a:lnTo>
                  <a:pt x="2933" y="0"/>
                </a:lnTo>
                <a:lnTo>
                  <a:pt x="293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26360" y="2403720"/>
            <a:ext cx="413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6302880" y="2606040"/>
            <a:ext cx="1151280" cy="250920"/>
          </a:xfrm>
          <a:custGeom>
            <a:avLst/>
            <a:gdLst/>
            <a:ahLst/>
            <a:rect l="0" t="0" r="r" b="b"/>
            <a:pathLst>
              <a:path w="3198" h="697">
                <a:moveTo>
                  <a:pt x="0" y="0"/>
                </a:moveTo>
                <a:lnTo>
                  <a:pt x="3198" y="0"/>
                </a:lnTo>
                <a:lnTo>
                  <a:pt x="3198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913280" y="2347560"/>
            <a:ext cx="8557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Speciﬁcaties publiceren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7692840" y="2606040"/>
            <a:ext cx="1027080" cy="250920"/>
          </a:xfrm>
          <a:custGeom>
            <a:avLst/>
            <a:gdLst/>
            <a:ahLst/>
            <a:rect l="0" t="0" r="r" b="b"/>
            <a:pathLst>
              <a:path w="2853" h="697">
                <a:moveTo>
                  <a:pt x="0" y="0"/>
                </a:moveTo>
                <a:lnTo>
                  <a:pt x="2853" y="0"/>
                </a:lnTo>
                <a:lnTo>
                  <a:pt x="2853" y="697"/>
                </a:lnTo>
                <a:lnTo>
                  <a:pt x="0" y="69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446160" y="2687760"/>
            <a:ext cx="9806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6319440" y="1925280"/>
            <a:ext cx="1118160" cy="251280"/>
          </a:xfrm>
          <a:custGeom>
            <a:avLst/>
            <a:gdLst/>
            <a:ahLst/>
            <a:rect l="0" t="0" r="r" b="b"/>
            <a:pathLst>
              <a:path w="3106" h="698">
                <a:moveTo>
                  <a:pt x="0" y="0"/>
                </a:moveTo>
                <a:lnTo>
                  <a:pt x="3106" y="0"/>
                </a:lnTo>
                <a:lnTo>
                  <a:pt x="3106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836120" y="26877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Leermiddelen inrichten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7740360" y="1925280"/>
            <a:ext cx="931680" cy="251280"/>
          </a:xfrm>
          <a:custGeom>
            <a:avLst/>
            <a:gdLst/>
            <a:ahLst/>
            <a:rect l="0" t="0" r="r" b="b"/>
            <a:pathLst>
              <a:path w="2588" h="698">
                <a:moveTo>
                  <a:pt x="0" y="0"/>
                </a:moveTo>
                <a:lnTo>
                  <a:pt x="2588" y="0"/>
                </a:lnTo>
                <a:lnTo>
                  <a:pt x="2588" y="698"/>
                </a:lnTo>
                <a:lnTo>
                  <a:pt x="0" y="698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3d68e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463080" y="2007360"/>
            <a:ext cx="92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5684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18132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568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11440" y="33210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623" y="623"/>
                </a:moveTo>
                <a:lnTo>
                  <a:pt x="578" y="623"/>
                </a:lnTo>
                <a:lnTo>
                  <a:pt x="578" y="512"/>
                </a:lnTo>
                <a:cubicBezTo>
                  <a:pt x="578" y="497"/>
                  <a:pt x="575" y="483"/>
                  <a:pt x="570" y="470"/>
                </a:cubicBezTo>
                <a:cubicBezTo>
                  <a:pt x="564" y="456"/>
                  <a:pt x="556" y="444"/>
                  <a:pt x="546" y="434"/>
                </a:cubicBezTo>
                <a:cubicBezTo>
                  <a:pt x="535" y="423"/>
                  <a:pt x="522" y="414"/>
                  <a:pt x="509" y="408"/>
                </a:cubicBezTo>
                <a:cubicBezTo>
                  <a:pt x="495" y="403"/>
                  <a:pt x="481" y="400"/>
                  <a:pt x="466" y="400"/>
                </a:cubicBezTo>
                <a:lnTo>
                  <a:pt x="466" y="356"/>
                </a:lnTo>
                <a:cubicBezTo>
                  <a:pt x="476" y="356"/>
                  <a:pt x="486" y="357"/>
                  <a:pt x="496" y="359"/>
                </a:cubicBezTo>
                <a:cubicBezTo>
                  <a:pt x="507" y="361"/>
                  <a:pt x="516" y="364"/>
                  <a:pt x="526" y="367"/>
                </a:cubicBezTo>
                <a:cubicBezTo>
                  <a:pt x="536" y="371"/>
                  <a:pt x="545" y="376"/>
                  <a:pt x="554" y="382"/>
                </a:cubicBezTo>
                <a:cubicBezTo>
                  <a:pt x="562" y="387"/>
                  <a:pt x="570" y="394"/>
                  <a:pt x="577" y="401"/>
                </a:cubicBezTo>
                <a:cubicBezTo>
                  <a:pt x="584" y="408"/>
                  <a:pt x="591" y="417"/>
                  <a:pt x="596" y="426"/>
                </a:cubicBezTo>
                <a:cubicBezTo>
                  <a:pt x="602" y="434"/>
                  <a:pt x="607" y="443"/>
                  <a:pt x="611" y="453"/>
                </a:cubicBezTo>
                <a:cubicBezTo>
                  <a:pt x="615" y="462"/>
                  <a:pt x="618" y="472"/>
                  <a:pt x="620" y="482"/>
                </a:cubicBezTo>
                <a:cubicBezTo>
                  <a:pt x="622" y="492"/>
                  <a:pt x="623" y="502"/>
                  <a:pt x="623" y="512"/>
                </a:cubicBezTo>
                <a:lnTo>
                  <a:pt x="623" y="623"/>
                </a:lnTo>
                <a:moveTo>
                  <a:pt x="444" y="623"/>
                </a:moveTo>
                <a:lnTo>
                  <a:pt x="400" y="623"/>
                </a:lnTo>
                <a:lnTo>
                  <a:pt x="400" y="512"/>
                </a:lnTo>
                <a:cubicBezTo>
                  <a:pt x="399" y="497"/>
                  <a:pt x="397" y="483"/>
                  <a:pt x="391" y="470"/>
                </a:cubicBezTo>
                <a:cubicBezTo>
                  <a:pt x="385" y="456"/>
                  <a:pt x="377" y="444"/>
                  <a:pt x="367" y="434"/>
                </a:cubicBezTo>
                <a:cubicBezTo>
                  <a:pt x="357" y="423"/>
                  <a:pt x="344" y="414"/>
                  <a:pt x="331" y="408"/>
                </a:cubicBezTo>
                <a:cubicBezTo>
                  <a:pt x="317" y="403"/>
                  <a:pt x="303" y="400"/>
                  <a:pt x="288" y="400"/>
                </a:cubicBezTo>
                <a:lnTo>
                  <a:pt x="155" y="400"/>
                </a:lnTo>
                <a:cubicBezTo>
                  <a:pt x="140" y="400"/>
                  <a:pt x="126" y="403"/>
                  <a:pt x="113" y="408"/>
                </a:cubicBezTo>
                <a:cubicBezTo>
                  <a:pt x="99" y="414"/>
                  <a:pt x="87" y="423"/>
                  <a:pt x="77" y="434"/>
                </a:cubicBezTo>
                <a:cubicBezTo>
                  <a:pt x="66" y="444"/>
                  <a:pt x="58" y="456"/>
                  <a:pt x="52" y="470"/>
                </a:cubicBezTo>
                <a:cubicBezTo>
                  <a:pt x="47" y="483"/>
                  <a:pt x="44" y="497"/>
                  <a:pt x="44" y="512"/>
                </a:cubicBezTo>
                <a:lnTo>
                  <a:pt x="44" y="623"/>
                </a:lnTo>
                <a:lnTo>
                  <a:pt x="0" y="623"/>
                </a:lnTo>
                <a:lnTo>
                  <a:pt x="0" y="512"/>
                </a:lnTo>
                <a:cubicBezTo>
                  <a:pt x="0" y="502"/>
                  <a:pt x="1" y="492"/>
                  <a:pt x="3" y="482"/>
                </a:cubicBezTo>
                <a:cubicBezTo>
                  <a:pt x="5" y="472"/>
                  <a:pt x="8" y="462"/>
                  <a:pt x="11" y="453"/>
                </a:cubicBezTo>
                <a:cubicBezTo>
                  <a:pt x="15" y="443"/>
                  <a:pt x="20" y="434"/>
                  <a:pt x="26" y="426"/>
                </a:cubicBezTo>
                <a:cubicBezTo>
                  <a:pt x="31" y="417"/>
                  <a:pt x="38" y="408"/>
                  <a:pt x="45" y="401"/>
                </a:cubicBezTo>
                <a:cubicBezTo>
                  <a:pt x="52" y="394"/>
                  <a:pt x="60" y="387"/>
                  <a:pt x="69" y="382"/>
                </a:cubicBezTo>
                <a:cubicBezTo>
                  <a:pt x="77" y="376"/>
                  <a:pt x="86" y="371"/>
                  <a:pt x="96" y="367"/>
                </a:cubicBezTo>
                <a:cubicBezTo>
                  <a:pt x="105" y="364"/>
                  <a:pt x="115" y="361"/>
                  <a:pt x="125" y="359"/>
                </a:cubicBezTo>
                <a:cubicBezTo>
                  <a:pt x="135" y="357"/>
                  <a:pt x="145" y="356"/>
                  <a:pt x="155" y="356"/>
                </a:cubicBezTo>
                <a:lnTo>
                  <a:pt x="288" y="356"/>
                </a:lnTo>
                <a:cubicBezTo>
                  <a:pt x="299" y="356"/>
                  <a:pt x="309" y="357"/>
                  <a:pt x="319" y="359"/>
                </a:cubicBezTo>
                <a:cubicBezTo>
                  <a:pt x="329" y="361"/>
                  <a:pt x="338" y="364"/>
                  <a:pt x="348" y="367"/>
                </a:cubicBezTo>
                <a:cubicBezTo>
                  <a:pt x="357" y="371"/>
                  <a:pt x="366" y="376"/>
                  <a:pt x="375" y="382"/>
                </a:cubicBezTo>
                <a:cubicBezTo>
                  <a:pt x="383" y="387"/>
                  <a:pt x="391" y="394"/>
                  <a:pt x="398" y="401"/>
                </a:cubicBezTo>
                <a:cubicBezTo>
                  <a:pt x="406" y="408"/>
                  <a:pt x="412" y="417"/>
                  <a:pt x="418" y="426"/>
                </a:cubicBezTo>
                <a:cubicBezTo>
                  <a:pt x="423" y="434"/>
                  <a:pt x="428" y="443"/>
                  <a:pt x="432" y="453"/>
                </a:cubicBezTo>
                <a:cubicBezTo>
                  <a:pt x="436" y="462"/>
                  <a:pt x="439" y="472"/>
                  <a:pt x="441" y="482"/>
                </a:cubicBezTo>
                <a:cubicBezTo>
                  <a:pt x="443" y="492"/>
                  <a:pt x="444" y="502"/>
                  <a:pt x="444" y="512"/>
                </a:cubicBezTo>
                <a:lnTo>
                  <a:pt x="444" y="623"/>
                </a:lnTo>
                <a:moveTo>
                  <a:pt x="400" y="0"/>
                </a:moveTo>
                <a:lnTo>
                  <a:pt x="400" y="44"/>
                </a:lnTo>
                <a:cubicBezTo>
                  <a:pt x="414" y="44"/>
                  <a:pt x="428" y="47"/>
                  <a:pt x="442" y="53"/>
                </a:cubicBezTo>
                <a:cubicBezTo>
                  <a:pt x="456" y="59"/>
                  <a:pt x="468" y="67"/>
                  <a:pt x="478" y="77"/>
                </a:cubicBezTo>
                <a:cubicBezTo>
                  <a:pt x="488" y="87"/>
                  <a:pt x="497" y="99"/>
                  <a:pt x="502" y="113"/>
                </a:cubicBezTo>
                <a:cubicBezTo>
                  <a:pt x="508" y="127"/>
                  <a:pt x="511" y="141"/>
                  <a:pt x="511" y="156"/>
                </a:cubicBezTo>
                <a:cubicBezTo>
                  <a:pt x="511" y="170"/>
                  <a:pt x="508" y="184"/>
                  <a:pt x="502" y="198"/>
                </a:cubicBezTo>
                <a:cubicBezTo>
                  <a:pt x="497" y="212"/>
                  <a:pt x="488" y="224"/>
                  <a:pt x="478" y="234"/>
                </a:cubicBezTo>
                <a:cubicBezTo>
                  <a:pt x="468" y="245"/>
                  <a:pt x="456" y="253"/>
                  <a:pt x="442" y="258"/>
                </a:cubicBezTo>
                <a:cubicBezTo>
                  <a:pt x="428" y="264"/>
                  <a:pt x="414" y="267"/>
                  <a:pt x="400" y="267"/>
                </a:cubicBezTo>
                <a:lnTo>
                  <a:pt x="400" y="311"/>
                </a:lnTo>
                <a:cubicBezTo>
                  <a:pt x="410" y="311"/>
                  <a:pt x="420" y="310"/>
                  <a:pt x="430" y="308"/>
                </a:cubicBezTo>
                <a:cubicBezTo>
                  <a:pt x="440" y="306"/>
                  <a:pt x="450" y="303"/>
                  <a:pt x="459" y="299"/>
                </a:cubicBezTo>
                <a:cubicBezTo>
                  <a:pt x="468" y="295"/>
                  <a:pt x="477" y="291"/>
                  <a:pt x="486" y="285"/>
                </a:cubicBezTo>
                <a:cubicBezTo>
                  <a:pt x="494" y="279"/>
                  <a:pt x="502" y="273"/>
                  <a:pt x="509" y="266"/>
                </a:cubicBezTo>
                <a:cubicBezTo>
                  <a:pt x="517" y="258"/>
                  <a:pt x="523" y="250"/>
                  <a:pt x="529" y="242"/>
                </a:cubicBezTo>
                <a:cubicBezTo>
                  <a:pt x="536" y="233"/>
                  <a:pt x="540" y="224"/>
                  <a:pt x="544" y="215"/>
                </a:cubicBezTo>
                <a:cubicBezTo>
                  <a:pt x="548" y="206"/>
                  <a:pt x="551" y="196"/>
                  <a:pt x="553" y="186"/>
                </a:cubicBezTo>
                <a:cubicBezTo>
                  <a:pt x="555" y="176"/>
                  <a:pt x="556" y="166"/>
                  <a:pt x="556" y="156"/>
                </a:cubicBezTo>
                <a:cubicBezTo>
                  <a:pt x="556" y="145"/>
                  <a:pt x="555" y="135"/>
                  <a:pt x="553" y="125"/>
                </a:cubicBezTo>
                <a:cubicBezTo>
                  <a:pt x="551" y="115"/>
                  <a:pt x="548" y="105"/>
                  <a:pt x="544" y="96"/>
                </a:cubicBezTo>
                <a:cubicBezTo>
                  <a:pt x="540" y="87"/>
                  <a:pt x="536" y="78"/>
                  <a:pt x="529" y="69"/>
                </a:cubicBezTo>
                <a:cubicBezTo>
                  <a:pt x="523" y="61"/>
                  <a:pt x="517" y="53"/>
                  <a:pt x="509" y="46"/>
                </a:cubicBezTo>
                <a:cubicBezTo>
                  <a:pt x="502" y="38"/>
                  <a:pt x="494" y="32"/>
                  <a:pt x="486" y="26"/>
                </a:cubicBezTo>
                <a:cubicBezTo>
                  <a:pt x="477" y="21"/>
                  <a:pt x="468" y="16"/>
                  <a:pt x="459" y="12"/>
                </a:cubicBezTo>
                <a:cubicBezTo>
                  <a:pt x="450" y="8"/>
                  <a:pt x="440" y="5"/>
                  <a:pt x="430" y="3"/>
                </a:cubicBezTo>
                <a:cubicBezTo>
                  <a:pt x="420" y="1"/>
                  <a:pt x="410" y="0"/>
                  <a:pt x="400" y="0"/>
                </a:cubicBezTo>
                <a:moveTo>
                  <a:pt x="222" y="44"/>
                </a:moveTo>
                <a:cubicBezTo>
                  <a:pt x="236" y="44"/>
                  <a:pt x="251" y="47"/>
                  <a:pt x="264" y="53"/>
                </a:cubicBezTo>
                <a:cubicBezTo>
                  <a:pt x="278" y="59"/>
                  <a:pt x="290" y="67"/>
                  <a:pt x="300" y="77"/>
                </a:cubicBezTo>
                <a:cubicBezTo>
                  <a:pt x="311" y="87"/>
                  <a:pt x="319" y="99"/>
                  <a:pt x="324" y="113"/>
                </a:cubicBezTo>
                <a:cubicBezTo>
                  <a:pt x="330" y="127"/>
                  <a:pt x="333" y="141"/>
                  <a:pt x="333" y="156"/>
                </a:cubicBezTo>
                <a:cubicBezTo>
                  <a:pt x="333" y="170"/>
                  <a:pt x="330" y="184"/>
                  <a:pt x="324" y="198"/>
                </a:cubicBezTo>
                <a:cubicBezTo>
                  <a:pt x="319" y="212"/>
                  <a:pt x="311" y="224"/>
                  <a:pt x="300" y="234"/>
                </a:cubicBezTo>
                <a:cubicBezTo>
                  <a:pt x="290" y="245"/>
                  <a:pt x="278" y="253"/>
                  <a:pt x="264" y="258"/>
                </a:cubicBezTo>
                <a:cubicBezTo>
                  <a:pt x="251" y="264"/>
                  <a:pt x="236" y="267"/>
                  <a:pt x="222" y="267"/>
                </a:cubicBezTo>
                <a:cubicBezTo>
                  <a:pt x="207" y="267"/>
                  <a:pt x="193" y="264"/>
                  <a:pt x="179" y="258"/>
                </a:cubicBezTo>
                <a:cubicBezTo>
                  <a:pt x="166" y="253"/>
                  <a:pt x="154" y="245"/>
                  <a:pt x="143" y="234"/>
                </a:cubicBezTo>
                <a:cubicBezTo>
                  <a:pt x="133" y="224"/>
                  <a:pt x="125" y="212"/>
                  <a:pt x="119" y="198"/>
                </a:cubicBezTo>
                <a:cubicBezTo>
                  <a:pt x="113" y="184"/>
                  <a:pt x="111" y="170"/>
                  <a:pt x="111" y="156"/>
                </a:cubicBezTo>
                <a:cubicBezTo>
                  <a:pt x="111" y="141"/>
                  <a:pt x="113" y="127"/>
                  <a:pt x="119" y="113"/>
                </a:cubicBezTo>
                <a:cubicBezTo>
                  <a:pt x="125" y="99"/>
                  <a:pt x="133" y="87"/>
                  <a:pt x="143" y="77"/>
                </a:cubicBezTo>
                <a:cubicBezTo>
                  <a:pt x="154" y="67"/>
                  <a:pt x="166" y="59"/>
                  <a:pt x="179" y="53"/>
                </a:cubicBezTo>
                <a:cubicBezTo>
                  <a:pt x="193" y="47"/>
                  <a:pt x="207" y="44"/>
                  <a:pt x="222" y="44"/>
                </a:cubicBezTo>
                <a:moveTo>
                  <a:pt x="222" y="0"/>
                </a:moveTo>
                <a:cubicBezTo>
                  <a:pt x="212" y="0"/>
                  <a:pt x="201" y="1"/>
                  <a:pt x="191" y="3"/>
                </a:cubicBezTo>
                <a:cubicBezTo>
                  <a:pt x="181" y="5"/>
                  <a:pt x="172" y="8"/>
                  <a:pt x="162" y="12"/>
                </a:cubicBezTo>
                <a:cubicBezTo>
                  <a:pt x="153" y="16"/>
                  <a:pt x="144" y="21"/>
                  <a:pt x="135" y="26"/>
                </a:cubicBezTo>
                <a:cubicBezTo>
                  <a:pt x="127" y="32"/>
                  <a:pt x="119" y="38"/>
                  <a:pt x="112" y="46"/>
                </a:cubicBezTo>
                <a:cubicBezTo>
                  <a:pt x="105" y="53"/>
                  <a:pt x="98" y="61"/>
                  <a:pt x="92" y="69"/>
                </a:cubicBezTo>
                <a:cubicBezTo>
                  <a:pt x="87" y="78"/>
                  <a:pt x="82" y="87"/>
                  <a:pt x="78" y="96"/>
                </a:cubicBezTo>
                <a:cubicBezTo>
                  <a:pt x="74" y="105"/>
                  <a:pt x="71" y="115"/>
                  <a:pt x="69" y="125"/>
                </a:cubicBezTo>
                <a:cubicBezTo>
                  <a:pt x="67" y="135"/>
                  <a:pt x="66" y="145"/>
                  <a:pt x="66" y="156"/>
                </a:cubicBezTo>
                <a:cubicBezTo>
                  <a:pt x="66" y="166"/>
                  <a:pt x="67" y="176"/>
                  <a:pt x="69" y="186"/>
                </a:cubicBezTo>
                <a:cubicBezTo>
                  <a:pt x="71" y="196"/>
                  <a:pt x="74" y="206"/>
                  <a:pt x="78" y="215"/>
                </a:cubicBezTo>
                <a:cubicBezTo>
                  <a:pt x="82" y="224"/>
                  <a:pt x="87" y="233"/>
                  <a:pt x="92" y="242"/>
                </a:cubicBezTo>
                <a:cubicBezTo>
                  <a:pt x="98" y="250"/>
                  <a:pt x="105" y="258"/>
                  <a:pt x="112" y="266"/>
                </a:cubicBezTo>
                <a:cubicBezTo>
                  <a:pt x="119" y="273"/>
                  <a:pt x="127" y="279"/>
                  <a:pt x="135" y="285"/>
                </a:cubicBezTo>
                <a:cubicBezTo>
                  <a:pt x="144" y="291"/>
                  <a:pt x="153" y="295"/>
                  <a:pt x="162" y="299"/>
                </a:cubicBezTo>
                <a:cubicBezTo>
                  <a:pt x="172" y="303"/>
                  <a:pt x="181" y="306"/>
                  <a:pt x="191" y="308"/>
                </a:cubicBezTo>
                <a:cubicBezTo>
                  <a:pt x="201" y="310"/>
                  <a:pt x="212" y="311"/>
                  <a:pt x="222" y="311"/>
                </a:cubicBezTo>
                <a:cubicBezTo>
                  <a:pt x="232" y="311"/>
                  <a:pt x="242" y="310"/>
                  <a:pt x="252" y="308"/>
                </a:cubicBezTo>
                <a:cubicBezTo>
                  <a:pt x="262" y="306"/>
                  <a:pt x="272" y="303"/>
                  <a:pt x="281" y="299"/>
                </a:cubicBezTo>
                <a:cubicBezTo>
                  <a:pt x="291" y="295"/>
                  <a:pt x="300" y="291"/>
                  <a:pt x="308" y="285"/>
                </a:cubicBezTo>
                <a:cubicBezTo>
                  <a:pt x="317" y="279"/>
                  <a:pt x="324" y="273"/>
                  <a:pt x="332" y="266"/>
                </a:cubicBezTo>
                <a:cubicBezTo>
                  <a:pt x="339" y="258"/>
                  <a:pt x="345" y="250"/>
                  <a:pt x="351" y="242"/>
                </a:cubicBezTo>
                <a:cubicBezTo>
                  <a:pt x="357" y="233"/>
                  <a:pt x="362" y="224"/>
                  <a:pt x="365" y="215"/>
                </a:cubicBezTo>
                <a:cubicBezTo>
                  <a:pt x="369" y="206"/>
                  <a:pt x="372" y="196"/>
                  <a:pt x="374" y="186"/>
                </a:cubicBezTo>
                <a:cubicBezTo>
                  <a:pt x="376" y="176"/>
                  <a:pt x="377" y="166"/>
                  <a:pt x="377" y="156"/>
                </a:cubicBezTo>
                <a:cubicBezTo>
                  <a:pt x="377" y="145"/>
                  <a:pt x="376" y="135"/>
                  <a:pt x="374" y="125"/>
                </a:cubicBezTo>
                <a:cubicBezTo>
                  <a:pt x="372" y="115"/>
                  <a:pt x="369" y="105"/>
                  <a:pt x="365" y="96"/>
                </a:cubicBezTo>
                <a:cubicBezTo>
                  <a:pt x="362" y="87"/>
                  <a:pt x="357" y="78"/>
                  <a:pt x="351" y="69"/>
                </a:cubicBezTo>
                <a:cubicBezTo>
                  <a:pt x="345" y="61"/>
                  <a:pt x="339" y="53"/>
                  <a:pt x="332" y="46"/>
                </a:cubicBezTo>
                <a:cubicBezTo>
                  <a:pt x="324" y="38"/>
                  <a:pt x="317" y="32"/>
                  <a:pt x="308" y="26"/>
                </a:cubicBezTo>
                <a:cubicBezTo>
                  <a:pt x="300" y="21"/>
                  <a:pt x="291" y="16"/>
                  <a:pt x="281" y="12"/>
                </a:cubicBezTo>
                <a:cubicBezTo>
                  <a:pt x="272" y="8"/>
                  <a:pt x="262" y="5"/>
                  <a:pt x="252" y="3"/>
                </a:cubicBezTo>
                <a:cubicBezTo>
                  <a:pt x="242" y="1"/>
                  <a:pt x="232" y="0"/>
                  <a:pt x="2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884000" y="2007360"/>
            <a:ext cx="7171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20200" y="3606480"/>
            <a:ext cx="96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Zeven rollen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295440" y="3181320"/>
            <a:ext cx="2743560" cy="962280"/>
          </a:xfrm>
          <a:custGeom>
            <a:avLst/>
            <a:gdLst/>
            <a:ahLst/>
            <a:rect l="0" t="0" r="r" b="b"/>
            <a:pathLst>
              <a:path w="7621" h="2673">
                <a:moveTo>
                  <a:pt x="0" y="0"/>
                </a:moveTo>
                <a:lnTo>
                  <a:pt x="7621" y="0"/>
                </a:lnTo>
                <a:lnTo>
                  <a:pt x="7621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295440" y="318132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295440" y="41335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6029280" y="318132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105"/>
                </a:moveTo>
                <a:lnTo>
                  <a:pt x="0" y="2673"/>
                </a:lnTo>
                <a:lnTo>
                  <a:pt x="27" y="2673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29544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7320" y="3321000"/>
            <a:ext cx="216360" cy="216360"/>
          </a:xfrm>
          <a:custGeom>
            <a:avLst/>
            <a:gdLst/>
            <a:ahLst/>
            <a:rect l="0" t="0" r="r" b="b"/>
            <a:pathLst>
              <a:path w="601" h="601">
                <a:moveTo>
                  <a:pt x="556" y="357"/>
                </a:moveTo>
                <a:lnTo>
                  <a:pt x="423" y="357"/>
                </a:lnTo>
                <a:cubicBezTo>
                  <a:pt x="417" y="357"/>
                  <a:pt x="411" y="358"/>
                  <a:pt x="406" y="360"/>
                </a:cubicBezTo>
                <a:cubicBezTo>
                  <a:pt x="401" y="362"/>
                  <a:pt x="396" y="365"/>
                  <a:pt x="392" y="370"/>
                </a:cubicBezTo>
                <a:cubicBezTo>
                  <a:pt x="387" y="374"/>
                  <a:pt x="384" y="379"/>
                  <a:pt x="382" y="384"/>
                </a:cubicBezTo>
                <a:cubicBezTo>
                  <a:pt x="380" y="389"/>
                  <a:pt x="379" y="395"/>
                  <a:pt x="379" y="401"/>
                </a:cubicBezTo>
                <a:lnTo>
                  <a:pt x="379" y="445"/>
                </a:lnTo>
                <a:lnTo>
                  <a:pt x="254" y="445"/>
                </a:lnTo>
                <a:lnTo>
                  <a:pt x="155" y="347"/>
                </a:lnTo>
                <a:lnTo>
                  <a:pt x="155" y="223"/>
                </a:lnTo>
                <a:lnTo>
                  <a:pt x="201" y="223"/>
                </a:lnTo>
                <a:cubicBezTo>
                  <a:pt x="207" y="223"/>
                  <a:pt x="212" y="222"/>
                  <a:pt x="218" y="220"/>
                </a:cubicBezTo>
                <a:cubicBezTo>
                  <a:pt x="223" y="218"/>
                  <a:pt x="228" y="214"/>
                  <a:pt x="232" y="210"/>
                </a:cubicBezTo>
                <a:cubicBezTo>
                  <a:pt x="236" y="206"/>
                  <a:pt x="240" y="201"/>
                  <a:pt x="242" y="196"/>
                </a:cubicBezTo>
                <a:cubicBezTo>
                  <a:pt x="244" y="190"/>
                  <a:pt x="245" y="185"/>
                  <a:pt x="245" y="179"/>
                </a:cubicBezTo>
                <a:lnTo>
                  <a:pt x="245" y="44"/>
                </a:lnTo>
                <a:cubicBezTo>
                  <a:pt x="245" y="39"/>
                  <a:pt x="244" y="33"/>
                  <a:pt x="242" y="27"/>
                </a:cubicBezTo>
                <a:cubicBezTo>
                  <a:pt x="240" y="22"/>
                  <a:pt x="236" y="17"/>
                  <a:pt x="232" y="13"/>
                </a:cubicBezTo>
                <a:cubicBezTo>
                  <a:pt x="228" y="9"/>
                  <a:pt x="223" y="6"/>
                  <a:pt x="218" y="3"/>
                </a:cubicBezTo>
                <a:cubicBezTo>
                  <a:pt x="212" y="1"/>
                  <a:pt x="207" y="0"/>
                  <a:pt x="201" y="0"/>
                </a:cubicBezTo>
                <a:lnTo>
                  <a:pt x="66" y="0"/>
                </a:lnTo>
                <a:cubicBezTo>
                  <a:pt x="61" y="0"/>
                  <a:pt x="55" y="1"/>
                  <a:pt x="49" y="3"/>
                </a:cubicBezTo>
                <a:cubicBezTo>
                  <a:pt x="44" y="6"/>
                  <a:pt x="39" y="9"/>
                  <a:pt x="35" y="13"/>
                </a:cubicBezTo>
                <a:cubicBezTo>
                  <a:pt x="31" y="17"/>
                  <a:pt x="28" y="22"/>
                  <a:pt x="25" y="27"/>
                </a:cubicBezTo>
                <a:cubicBezTo>
                  <a:pt x="23" y="33"/>
                  <a:pt x="22" y="39"/>
                  <a:pt x="22" y="44"/>
                </a:cubicBezTo>
                <a:lnTo>
                  <a:pt x="22" y="179"/>
                </a:lnTo>
                <a:cubicBezTo>
                  <a:pt x="22" y="185"/>
                  <a:pt x="23" y="190"/>
                  <a:pt x="25" y="196"/>
                </a:cubicBezTo>
                <a:cubicBezTo>
                  <a:pt x="28" y="201"/>
                  <a:pt x="31" y="206"/>
                  <a:pt x="35" y="210"/>
                </a:cubicBezTo>
                <a:cubicBezTo>
                  <a:pt x="39" y="214"/>
                  <a:pt x="44" y="218"/>
                  <a:pt x="49" y="220"/>
                </a:cubicBezTo>
                <a:cubicBezTo>
                  <a:pt x="55" y="222"/>
                  <a:pt x="61" y="223"/>
                  <a:pt x="66" y="223"/>
                </a:cubicBezTo>
                <a:lnTo>
                  <a:pt x="111" y="223"/>
                </a:lnTo>
                <a:lnTo>
                  <a:pt x="111" y="347"/>
                </a:lnTo>
                <a:lnTo>
                  <a:pt x="6" y="452"/>
                </a:lnTo>
                <a:cubicBezTo>
                  <a:pt x="2" y="456"/>
                  <a:pt x="0" y="461"/>
                  <a:pt x="0" y="468"/>
                </a:cubicBezTo>
                <a:cubicBezTo>
                  <a:pt x="0" y="474"/>
                  <a:pt x="2" y="479"/>
                  <a:pt x="6" y="483"/>
                </a:cubicBezTo>
                <a:lnTo>
                  <a:pt x="117" y="594"/>
                </a:lnTo>
                <a:cubicBezTo>
                  <a:pt x="122" y="599"/>
                  <a:pt x="127" y="601"/>
                  <a:pt x="133" y="601"/>
                </a:cubicBezTo>
                <a:cubicBezTo>
                  <a:pt x="139" y="601"/>
                  <a:pt x="144" y="599"/>
                  <a:pt x="149" y="594"/>
                </a:cubicBezTo>
                <a:lnTo>
                  <a:pt x="254" y="490"/>
                </a:lnTo>
                <a:lnTo>
                  <a:pt x="379" y="490"/>
                </a:lnTo>
                <a:lnTo>
                  <a:pt x="379" y="534"/>
                </a:lnTo>
                <a:cubicBezTo>
                  <a:pt x="379" y="540"/>
                  <a:pt x="380" y="546"/>
                  <a:pt x="382" y="551"/>
                </a:cubicBezTo>
                <a:cubicBezTo>
                  <a:pt x="384" y="557"/>
                  <a:pt x="387" y="562"/>
                  <a:pt x="392" y="566"/>
                </a:cubicBezTo>
                <a:cubicBezTo>
                  <a:pt x="396" y="570"/>
                  <a:pt x="401" y="573"/>
                  <a:pt x="406" y="575"/>
                </a:cubicBezTo>
                <a:cubicBezTo>
                  <a:pt x="411" y="578"/>
                  <a:pt x="417" y="579"/>
                  <a:pt x="423" y="579"/>
                </a:cubicBezTo>
                <a:lnTo>
                  <a:pt x="556" y="579"/>
                </a:lnTo>
                <a:cubicBezTo>
                  <a:pt x="562" y="579"/>
                  <a:pt x="568" y="578"/>
                  <a:pt x="573" y="575"/>
                </a:cubicBezTo>
                <a:cubicBezTo>
                  <a:pt x="579" y="573"/>
                  <a:pt x="584" y="570"/>
                  <a:pt x="588" y="566"/>
                </a:cubicBezTo>
                <a:cubicBezTo>
                  <a:pt x="592" y="562"/>
                  <a:pt x="595" y="557"/>
                  <a:pt x="597" y="551"/>
                </a:cubicBezTo>
                <a:cubicBezTo>
                  <a:pt x="600" y="546"/>
                  <a:pt x="601" y="540"/>
                  <a:pt x="601" y="534"/>
                </a:cubicBezTo>
                <a:lnTo>
                  <a:pt x="601" y="401"/>
                </a:lnTo>
                <a:cubicBezTo>
                  <a:pt x="601" y="395"/>
                  <a:pt x="600" y="389"/>
                  <a:pt x="597" y="384"/>
                </a:cubicBezTo>
                <a:cubicBezTo>
                  <a:pt x="595" y="379"/>
                  <a:pt x="592" y="374"/>
                  <a:pt x="588" y="370"/>
                </a:cubicBezTo>
                <a:cubicBezTo>
                  <a:pt x="584" y="365"/>
                  <a:pt x="579" y="362"/>
                  <a:pt x="573" y="360"/>
                </a:cubicBezTo>
                <a:cubicBezTo>
                  <a:pt x="568" y="358"/>
                  <a:pt x="562" y="357"/>
                  <a:pt x="556" y="357"/>
                </a:cubicBezTo>
                <a:moveTo>
                  <a:pt x="66" y="44"/>
                </a:moveTo>
                <a:lnTo>
                  <a:pt x="201" y="44"/>
                </a:lnTo>
                <a:lnTo>
                  <a:pt x="201" y="179"/>
                </a:lnTo>
                <a:lnTo>
                  <a:pt x="66" y="179"/>
                </a:lnTo>
                <a:lnTo>
                  <a:pt x="66" y="44"/>
                </a:lnTo>
                <a:moveTo>
                  <a:pt x="133" y="547"/>
                </a:moveTo>
                <a:lnTo>
                  <a:pt x="53" y="468"/>
                </a:lnTo>
                <a:lnTo>
                  <a:pt x="133" y="388"/>
                </a:lnTo>
                <a:lnTo>
                  <a:pt x="214" y="468"/>
                </a:lnTo>
                <a:lnTo>
                  <a:pt x="133" y="547"/>
                </a:lnTo>
                <a:moveTo>
                  <a:pt x="423" y="534"/>
                </a:moveTo>
                <a:lnTo>
                  <a:pt x="423" y="401"/>
                </a:lnTo>
                <a:lnTo>
                  <a:pt x="556" y="401"/>
                </a:lnTo>
                <a:lnTo>
                  <a:pt x="556" y="534"/>
                </a:lnTo>
                <a:lnTo>
                  <a:pt x="423" y="53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25000" y="387108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van ontwerper tot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05240" y="3606480"/>
            <a:ext cx="82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Acht fasen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143400" y="3181320"/>
            <a:ext cx="2734200" cy="962280"/>
          </a:xfrm>
          <a:custGeom>
            <a:avLst/>
            <a:gdLst/>
            <a:ahLst/>
            <a:rect l="0" t="0" r="r" b="b"/>
            <a:pathLst>
              <a:path w="7595" h="2673">
                <a:moveTo>
                  <a:pt x="0" y="0"/>
                </a:moveTo>
                <a:lnTo>
                  <a:pt x="7595" y="0"/>
                </a:lnTo>
                <a:lnTo>
                  <a:pt x="7595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143400" y="3181320"/>
            <a:ext cx="2734200" cy="38160"/>
          </a:xfrm>
          <a:custGeom>
            <a:avLst/>
            <a:gdLst/>
            <a:ahLst/>
            <a:rect l="0" t="0" r="r" b="b"/>
            <a:pathLst>
              <a:path w="7595" h="106">
                <a:moveTo>
                  <a:pt x="0" y="0"/>
                </a:moveTo>
                <a:lnTo>
                  <a:pt x="7595" y="0"/>
                </a:lnTo>
                <a:lnTo>
                  <a:pt x="759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143400" y="413352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886752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105"/>
                </a:moveTo>
                <a:lnTo>
                  <a:pt x="0" y="2673"/>
                </a:lnTo>
                <a:lnTo>
                  <a:pt x="28" y="2673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143400" y="318132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0" y="2673"/>
                </a:lnTo>
                <a:lnTo>
                  <a:pt x="28" y="2673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7525800" y="3469680"/>
            <a:ext cx="96120" cy="75600"/>
          </a:xfrm>
          <a:custGeom>
            <a:avLst/>
            <a:gdLst/>
            <a:ahLst/>
            <a:rect l="0" t="0" r="r" b="b"/>
            <a:pathLst>
              <a:path w="267" h="210">
                <a:moveTo>
                  <a:pt x="89" y="148"/>
                </a:moveTo>
                <a:lnTo>
                  <a:pt x="31" y="90"/>
                </a:lnTo>
                <a:lnTo>
                  <a:pt x="0" y="121"/>
                </a:lnTo>
                <a:lnTo>
                  <a:pt x="89" y="210"/>
                </a:lnTo>
                <a:lnTo>
                  <a:pt x="267" y="31"/>
                </a:lnTo>
                <a:lnTo>
                  <a:pt x="235" y="0"/>
                </a:lnTo>
                <a:lnTo>
                  <a:pt x="89" y="1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421760" y="3321000"/>
            <a:ext cx="176400" cy="224280"/>
          </a:xfrm>
          <a:custGeom>
            <a:avLst/>
            <a:gdLst/>
            <a:ahLst/>
            <a:rect l="0" t="0" r="r" b="b"/>
            <a:pathLst>
              <a:path w="490" h="623">
                <a:moveTo>
                  <a:pt x="445" y="67"/>
                </a:moveTo>
                <a:lnTo>
                  <a:pt x="379" y="67"/>
                </a:lnTo>
                <a:lnTo>
                  <a:pt x="379" y="44"/>
                </a:lnTo>
                <a:cubicBezTo>
                  <a:pt x="379" y="39"/>
                  <a:pt x="377" y="33"/>
                  <a:pt x="375" y="27"/>
                </a:cubicBezTo>
                <a:cubicBezTo>
                  <a:pt x="373" y="22"/>
                  <a:pt x="370" y="17"/>
                  <a:pt x="366" y="13"/>
                </a:cubicBezTo>
                <a:cubicBezTo>
                  <a:pt x="361" y="9"/>
                  <a:pt x="357" y="6"/>
                  <a:pt x="351" y="3"/>
                </a:cubicBezTo>
                <a:cubicBezTo>
                  <a:pt x="346" y="1"/>
                  <a:pt x="340" y="0"/>
                  <a:pt x="334" y="0"/>
                </a:cubicBezTo>
                <a:lnTo>
                  <a:pt x="156" y="0"/>
                </a:lnTo>
                <a:cubicBezTo>
                  <a:pt x="150" y="0"/>
                  <a:pt x="145" y="1"/>
                  <a:pt x="139" y="3"/>
                </a:cubicBezTo>
                <a:cubicBezTo>
                  <a:pt x="134" y="6"/>
                  <a:pt x="129" y="9"/>
                  <a:pt x="125" y="13"/>
                </a:cubicBezTo>
                <a:cubicBezTo>
                  <a:pt x="120" y="17"/>
                  <a:pt x="117" y="22"/>
                  <a:pt x="114" y="27"/>
                </a:cubicBezTo>
                <a:cubicBezTo>
                  <a:pt x="112" y="33"/>
                  <a:pt x="111" y="39"/>
                  <a:pt x="111" y="44"/>
                </a:cubicBezTo>
                <a:lnTo>
                  <a:pt x="111" y="67"/>
                </a:lnTo>
                <a:lnTo>
                  <a:pt x="44" y="67"/>
                </a:lnTo>
                <a:cubicBezTo>
                  <a:pt x="38" y="67"/>
                  <a:pt x="33" y="68"/>
                  <a:pt x="27" y="70"/>
                </a:cubicBezTo>
                <a:cubicBezTo>
                  <a:pt x="22" y="72"/>
                  <a:pt x="17" y="76"/>
                  <a:pt x="13" y="80"/>
                </a:cubicBezTo>
                <a:cubicBezTo>
                  <a:pt x="9" y="84"/>
                  <a:pt x="5" y="89"/>
                  <a:pt x="3" y="94"/>
                </a:cubicBezTo>
                <a:cubicBezTo>
                  <a:pt x="1" y="100"/>
                  <a:pt x="0" y="105"/>
                  <a:pt x="0" y="111"/>
                </a:cubicBezTo>
                <a:lnTo>
                  <a:pt x="0" y="579"/>
                </a:lnTo>
                <a:cubicBezTo>
                  <a:pt x="0" y="585"/>
                  <a:pt x="1" y="590"/>
                  <a:pt x="3" y="596"/>
                </a:cubicBezTo>
                <a:cubicBezTo>
                  <a:pt x="5" y="601"/>
                  <a:pt x="9" y="606"/>
                  <a:pt x="13" y="610"/>
                </a:cubicBezTo>
                <a:cubicBezTo>
                  <a:pt x="17" y="614"/>
                  <a:pt x="22" y="617"/>
                  <a:pt x="27" y="620"/>
                </a:cubicBezTo>
                <a:cubicBezTo>
                  <a:pt x="33" y="622"/>
                  <a:pt x="38" y="623"/>
                  <a:pt x="44" y="623"/>
                </a:cubicBezTo>
                <a:lnTo>
                  <a:pt x="245" y="623"/>
                </a:lnTo>
                <a:lnTo>
                  <a:pt x="245" y="579"/>
                </a:lnTo>
                <a:lnTo>
                  <a:pt x="44" y="579"/>
                </a:lnTo>
                <a:lnTo>
                  <a:pt x="44" y="111"/>
                </a:lnTo>
                <a:lnTo>
                  <a:pt x="111" y="111"/>
                </a:lnTo>
                <a:lnTo>
                  <a:pt x="111" y="178"/>
                </a:lnTo>
                <a:lnTo>
                  <a:pt x="379" y="178"/>
                </a:lnTo>
                <a:lnTo>
                  <a:pt x="379" y="111"/>
                </a:lnTo>
                <a:lnTo>
                  <a:pt x="445" y="111"/>
                </a:lnTo>
                <a:lnTo>
                  <a:pt x="445" y="356"/>
                </a:lnTo>
                <a:lnTo>
                  <a:pt x="490" y="356"/>
                </a:lnTo>
                <a:lnTo>
                  <a:pt x="490" y="111"/>
                </a:lnTo>
                <a:cubicBezTo>
                  <a:pt x="490" y="105"/>
                  <a:pt x="489" y="100"/>
                  <a:pt x="486" y="94"/>
                </a:cubicBezTo>
                <a:cubicBezTo>
                  <a:pt x="484" y="89"/>
                  <a:pt x="481" y="84"/>
                  <a:pt x="477" y="80"/>
                </a:cubicBezTo>
                <a:cubicBezTo>
                  <a:pt x="472" y="76"/>
                  <a:pt x="468" y="72"/>
                  <a:pt x="462" y="70"/>
                </a:cubicBezTo>
                <a:cubicBezTo>
                  <a:pt x="457" y="68"/>
                  <a:pt x="451" y="67"/>
                  <a:pt x="445" y="67"/>
                </a:cubicBezTo>
                <a:moveTo>
                  <a:pt x="334" y="133"/>
                </a:moveTo>
                <a:lnTo>
                  <a:pt x="156" y="133"/>
                </a:lnTo>
                <a:lnTo>
                  <a:pt x="156" y="44"/>
                </a:lnTo>
                <a:lnTo>
                  <a:pt x="334" y="44"/>
                </a:lnTo>
                <a:lnTo>
                  <a:pt x="334" y="133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124160" y="3871080"/>
            <a:ext cx="1216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ontwerp tot diploma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6856920" y="3606480"/>
            <a:ext cx="1550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Per stap vastgelegd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933240" y="3871080"/>
            <a:ext cx="1311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wie, wat en waarheen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757680" y="425160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7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06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09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 txBox="1"/>
          <p:nvPr/>
        </p:nvSpPr>
        <p:spPr>
          <a:xfrm>
            <a:off x="439920" y="72936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1962360" y="19245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1"/>
                  <a:pt x="0" y="599"/>
                  <a:pt x="0" y="654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194040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193680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1"/>
                </a:lnTo>
                <a:lnTo>
                  <a:pt x="95" y="70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3" y="92"/>
                </a:lnTo>
                <a:lnTo>
                  <a:pt x="90" y="81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8" y="103"/>
                </a:lnTo>
                <a:lnTo>
                  <a:pt x="83" y="92"/>
                </a:lnTo>
                <a:lnTo>
                  <a:pt x="95" y="98"/>
                </a:lnTo>
                <a:moveTo>
                  <a:pt x="90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6" y="3"/>
                </a:lnTo>
                <a:lnTo>
                  <a:pt x="17" y="7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2"/>
                </a:lnTo>
                <a:lnTo>
                  <a:pt x="79" y="12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925360" y="19245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1"/>
                  <a:pt x="863" y="599"/>
                  <a:pt x="863" y="654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3213720" y="2156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210120" y="215460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4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4"/>
                </a:moveTo>
                <a:lnTo>
                  <a:pt x="112" y="65"/>
                </a:lnTo>
                <a:lnTo>
                  <a:pt x="101" y="59"/>
                </a:lnTo>
                <a:lnTo>
                  <a:pt x="106" y="47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4" y="70"/>
                </a:lnTo>
                <a:lnTo>
                  <a:pt x="101" y="59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89" y="81"/>
                </a:lnTo>
                <a:lnTo>
                  <a:pt x="94" y="70"/>
                </a:lnTo>
                <a:lnTo>
                  <a:pt x="106" y="76"/>
                </a:lnTo>
                <a:moveTo>
                  <a:pt x="101" y="87"/>
                </a:moveTo>
                <a:lnTo>
                  <a:pt x="94" y="98"/>
                </a:lnTo>
                <a:lnTo>
                  <a:pt x="83" y="92"/>
                </a:lnTo>
                <a:lnTo>
                  <a:pt x="89" y="81"/>
                </a:lnTo>
                <a:lnTo>
                  <a:pt x="101" y="87"/>
                </a:lnTo>
                <a:moveTo>
                  <a:pt x="94" y="98"/>
                </a:moveTo>
                <a:lnTo>
                  <a:pt x="89" y="109"/>
                </a:lnTo>
                <a:lnTo>
                  <a:pt x="78" y="103"/>
                </a:lnTo>
                <a:lnTo>
                  <a:pt x="83" y="92"/>
                </a:lnTo>
                <a:lnTo>
                  <a:pt x="94" y="98"/>
                </a:lnTo>
                <a:moveTo>
                  <a:pt x="89" y="109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9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3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30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1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1"/>
                </a:moveTo>
                <a:lnTo>
                  <a:pt x="39" y="80"/>
                </a:lnTo>
                <a:lnTo>
                  <a:pt x="50" y="74"/>
                </a:lnTo>
                <a:lnTo>
                  <a:pt x="56" y="85"/>
                </a:lnTo>
                <a:lnTo>
                  <a:pt x="45" y="91"/>
                </a:lnTo>
                <a:moveTo>
                  <a:pt x="39" y="80"/>
                </a:moveTo>
                <a:lnTo>
                  <a:pt x="34" y="69"/>
                </a:lnTo>
                <a:lnTo>
                  <a:pt x="45" y="63"/>
                </a:lnTo>
                <a:lnTo>
                  <a:pt x="50" y="74"/>
                </a:lnTo>
                <a:lnTo>
                  <a:pt x="39" y="80"/>
                </a:lnTo>
                <a:moveTo>
                  <a:pt x="34" y="69"/>
                </a:moveTo>
                <a:lnTo>
                  <a:pt x="28" y="58"/>
                </a:lnTo>
                <a:lnTo>
                  <a:pt x="39" y="52"/>
                </a:lnTo>
                <a:lnTo>
                  <a:pt x="45" y="63"/>
                </a:lnTo>
                <a:lnTo>
                  <a:pt x="34" y="69"/>
                </a:lnTo>
                <a:moveTo>
                  <a:pt x="28" y="58"/>
                </a:moveTo>
                <a:lnTo>
                  <a:pt x="23" y="46"/>
                </a:lnTo>
                <a:lnTo>
                  <a:pt x="34" y="40"/>
                </a:lnTo>
                <a:lnTo>
                  <a:pt x="39" y="52"/>
                </a:lnTo>
                <a:lnTo>
                  <a:pt x="28" y="58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2"/>
                </a:lnTo>
                <a:lnTo>
                  <a:pt x="30" y="12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2"/>
                </a:lnTo>
                <a:lnTo>
                  <a:pt x="42" y="12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2"/>
                </a:lnTo>
                <a:lnTo>
                  <a:pt x="55" y="12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2"/>
                </a:lnTo>
                <a:lnTo>
                  <a:pt x="67" y="12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2"/>
                </a:lnTo>
                <a:lnTo>
                  <a:pt x="79" y="12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2"/>
                </a:lnTo>
                <a:lnTo>
                  <a:pt x="91" y="12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1962360" y="2490840"/>
            <a:ext cx="290880" cy="267840"/>
          </a:xfrm>
          <a:custGeom>
            <a:avLst/>
            <a:gdLst/>
            <a:ahLst/>
            <a:rect l="0" t="0" r="r" b="b"/>
            <a:pathLst>
              <a:path fill="none" w="808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7"/>
                  <a:pt x="135" y="381"/>
                </a:cubicBezTo>
                <a:cubicBezTo>
                  <a:pt x="269" y="504"/>
                  <a:pt x="538" y="624"/>
                  <a:pt x="674" y="684"/>
                </a:cubicBezTo>
                <a:lnTo>
                  <a:pt x="808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22372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220120" y="27248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7"/>
                </a:moveTo>
                <a:lnTo>
                  <a:pt x="80" y="27"/>
                </a:lnTo>
                <a:lnTo>
                  <a:pt x="71" y="34"/>
                </a:lnTo>
                <a:lnTo>
                  <a:pt x="63" y="25"/>
                </a:lnTo>
                <a:lnTo>
                  <a:pt x="72" y="17"/>
                </a:lnTo>
                <a:moveTo>
                  <a:pt x="80" y="27"/>
                </a:moveTo>
                <a:lnTo>
                  <a:pt x="88" y="37"/>
                </a:lnTo>
                <a:lnTo>
                  <a:pt x="79" y="45"/>
                </a:lnTo>
                <a:lnTo>
                  <a:pt x="71" y="34"/>
                </a:lnTo>
                <a:lnTo>
                  <a:pt x="80" y="27"/>
                </a:lnTo>
                <a:moveTo>
                  <a:pt x="88" y="37"/>
                </a:moveTo>
                <a:lnTo>
                  <a:pt x="96" y="47"/>
                </a:lnTo>
                <a:lnTo>
                  <a:pt x="86" y="54"/>
                </a:lnTo>
                <a:lnTo>
                  <a:pt x="79" y="45"/>
                </a:lnTo>
                <a:lnTo>
                  <a:pt x="88" y="37"/>
                </a:lnTo>
                <a:moveTo>
                  <a:pt x="96" y="47"/>
                </a:moveTo>
                <a:lnTo>
                  <a:pt x="104" y="56"/>
                </a:lnTo>
                <a:lnTo>
                  <a:pt x="94" y="64"/>
                </a:lnTo>
                <a:lnTo>
                  <a:pt x="86" y="54"/>
                </a:lnTo>
                <a:lnTo>
                  <a:pt x="96" y="47"/>
                </a:lnTo>
                <a:moveTo>
                  <a:pt x="104" y="56"/>
                </a:moveTo>
                <a:lnTo>
                  <a:pt x="111" y="66"/>
                </a:lnTo>
                <a:lnTo>
                  <a:pt x="102" y="73"/>
                </a:lnTo>
                <a:lnTo>
                  <a:pt x="94" y="64"/>
                </a:lnTo>
                <a:lnTo>
                  <a:pt x="104" y="56"/>
                </a:lnTo>
                <a:moveTo>
                  <a:pt x="111" y="66"/>
                </a:moveTo>
                <a:lnTo>
                  <a:pt x="120" y="75"/>
                </a:lnTo>
                <a:lnTo>
                  <a:pt x="110" y="83"/>
                </a:lnTo>
                <a:lnTo>
                  <a:pt x="102" y="73"/>
                </a:lnTo>
                <a:lnTo>
                  <a:pt x="111" y="66"/>
                </a:lnTo>
                <a:moveTo>
                  <a:pt x="120" y="75"/>
                </a:moveTo>
                <a:lnTo>
                  <a:pt x="128" y="85"/>
                </a:lnTo>
                <a:lnTo>
                  <a:pt x="119" y="92"/>
                </a:lnTo>
                <a:lnTo>
                  <a:pt x="110" y="83"/>
                </a:lnTo>
                <a:lnTo>
                  <a:pt x="120" y="75"/>
                </a:lnTo>
                <a:moveTo>
                  <a:pt x="128" y="85"/>
                </a:moveTo>
                <a:lnTo>
                  <a:pt x="136" y="94"/>
                </a:lnTo>
                <a:lnTo>
                  <a:pt x="126" y="102"/>
                </a:lnTo>
                <a:lnTo>
                  <a:pt x="119" y="92"/>
                </a:lnTo>
                <a:lnTo>
                  <a:pt x="128" y="85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2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1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3"/>
                </a:lnTo>
                <a:lnTo>
                  <a:pt x="148" y="112"/>
                </a:lnTo>
                <a:lnTo>
                  <a:pt x="148" y="119"/>
                </a:lnTo>
                <a:lnTo>
                  <a:pt x="143" y="122"/>
                </a:lnTo>
                <a:lnTo>
                  <a:pt x="142" y="121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6"/>
                </a:lnTo>
                <a:lnTo>
                  <a:pt x="125" y="113"/>
                </a:lnTo>
                <a:lnTo>
                  <a:pt x="138" y="113"/>
                </a:lnTo>
                <a:lnTo>
                  <a:pt x="138" y="125"/>
                </a:lnTo>
                <a:moveTo>
                  <a:pt x="126" y="126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6"/>
                </a:lnTo>
                <a:moveTo>
                  <a:pt x="113" y="126"/>
                </a:moveTo>
                <a:lnTo>
                  <a:pt x="101" y="127"/>
                </a:lnTo>
                <a:lnTo>
                  <a:pt x="100" y="115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7"/>
                </a:moveTo>
                <a:lnTo>
                  <a:pt x="88" y="127"/>
                </a:lnTo>
                <a:lnTo>
                  <a:pt x="88" y="115"/>
                </a:lnTo>
                <a:lnTo>
                  <a:pt x="100" y="115"/>
                </a:lnTo>
                <a:lnTo>
                  <a:pt x="101" y="127"/>
                </a:lnTo>
                <a:moveTo>
                  <a:pt x="88" y="127"/>
                </a:moveTo>
                <a:lnTo>
                  <a:pt x="76" y="128"/>
                </a:lnTo>
                <a:lnTo>
                  <a:pt x="75" y="116"/>
                </a:lnTo>
                <a:lnTo>
                  <a:pt x="88" y="115"/>
                </a:lnTo>
                <a:lnTo>
                  <a:pt x="88" y="127"/>
                </a:lnTo>
                <a:moveTo>
                  <a:pt x="76" y="128"/>
                </a:moveTo>
                <a:lnTo>
                  <a:pt x="64" y="128"/>
                </a:lnTo>
                <a:lnTo>
                  <a:pt x="63" y="116"/>
                </a:lnTo>
                <a:lnTo>
                  <a:pt x="75" y="116"/>
                </a:lnTo>
                <a:lnTo>
                  <a:pt x="76" y="128"/>
                </a:lnTo>
                <a:moveTo>
                  <a:pt x="64" y="128"/>
                </a:moveTo>
                <a:lnTo>
                  <a:pt x="51" y="129"/>
                </a:lnTo>
                <a:lnTo>
                  <a:pt x="51" y="117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30"/>
                </a:lnTo>
                <a:lnTo>
                  <a:pt x="39" y="117"/>
                </a:lnTo>
                <a:lnTo>
                  <a:pt x="51" y="117"/>
                </a:lnTo>
                <a:lnTo>
                  <a:pt x="51" y="129"/>
                </a:lnTo>
                <a:moveTo>
                  <a:pt x="39" y="130"/>
                </a:moveTo>
                <a:lnTo>
                  <a:pt x="27" y="130"/>
                </a:lnTo>
                <a:lnTo>
                  <a:pt x="26" y="118"/>
                </a:lnTo>
                <a:lnTo>
                  <a:pt x="39" y="117"/>
                </a:lnTo>
                <a:lnTo>
                  <a:pt x="39" y="130"/>
                </a:lnTo>
                <a:moveTo>
                  <a:pt x="27" y="130"/>
                </a:moveTo>
                <a:lnTo>
                  <a:pt x="15" y="131"/>
                </a:lnTo>
                <a:lnTo>
                  <a:pt x="14" y="118"/>
                </a:lnTo>
                <a:lnTo>
                  <a:pt x="26" y="118"/>
                </a:lnTo>
                <a:lnTo>
                  <a:pt x="27" y="130"/>
                </a:lnTo>
                <a:moveTo>
                  <a:pt x="15" y="131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5"/>
                </a:lnTo>
                <a:lnTo>
                  <a:pt x="10" y="119"/>
                </a:lnTo>
                <a:lnTo>
                  <a:pt x="14" y="118"/>
                </a:lnTo>
                <a:lnTo>
                  <a:pt x="15" y="131"/>
                </a:lnTo>
                <a:moveTo>
                  <a:pt x="8" y="115"/>
                </a:moveTo>
                <a:lnTo>
                  <a:pt x="13" y="104"/>
                </a:lnTo>
                <a:lnTo>
                  <a:pt x="24" y="109"/>
                </a:lnTo>
                <a:lnTo>
                  <a:pt x="19" y="120"/>
                </a:lnTo>
                <a:lnTo>
                  <a:pt x="8" y="115"/>
                </a:lnTo>
                <a:moveTo>
                  <a:pt x="13" y="104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4"/>
                </a:lnTo>
                <a:moveTo>
                  <a:pt x="18" y="93"/>
                </a:moveTo>
                <a:lnTo>
                  <a:pt x="23" y="81"/>
                </a:lnTo>
                <a:lnTo>
                  <a:pt x="34" y="86"/>
                </a:lnTo>
                <a:lnTo>
                  <a:pt x="29" y="98"/>
                </a:lnTo>
                <a:lnTo>
                  <a:pt x="18" y="93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8"/>
                </a:lnTo>
                <a:lnTo>
                  <a:pt x="49" y="53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7"/>
                </a:lnTo>
                <a:lnTo>
                  <a:pt x="54" y="42"/>
                </a:lnTo>
                <a:lnTo>
                  <a:pt x="49" y="53"/>
                </a:lnTo>
                <a:lnTo>
                  <a:pt x="37" y="48"/>
                </a:lnTo>
                <a:moveTo>
                  <a:pt x="42" y="37"/>
                </a:moveTo>
                <a:lnTo>
                  <a:pt x="47" y="24"/>
                </a:lnTo>
                <a:lnTo>
                  <a:pt x="59" y="29"/>
                </a:lnTo>
                <a:lnTo>
                  <a:pt x="54" y="42"/>
                </a:lnTo>
                <a:lnTo>
                  <a:pt x="42" y="37"/>
                </a:lnTo>
                <a:moveTo>
                  <a:pt x="47" y="24"/>
                </a:moveTo>
                <a:lnTo>
                  <a:pt x="52" y="13"/>
                </a:lnTo>
                <a:lnTo>
                  <a:pt x="64" y="18"/>
                </a:lnTo>
                <a:lnTo>
                  <a:pt x="59" y="29"/>
                </a:lnTo>
                <a:lnTo>
                  <a:pt x="47" y="24"/>
                </a:lnTo>
                <a:moveTo>
                  <a:pt x="52" y="13"/>
                </a:moveTo>
                <a:lnTo>
                  <a:pt x="58" y="0"/>
                </a:lnTo>
                <a:lnTo>
                  <a:pt x="72" y="17"/>
                </a:lnTo>
                <a:lnTo>
                  <a:pt x="63" y="25"/>
                </a:lnTo>
                <a:lnTo>
                  <a:pt x="55" y="15"/>
                </a:lnTo>
                <a:lnTo>
                  <a:pt x="60" y="12"/>
                </a:lnTo>
                <a:lnTo>
                  <a:pt x="65" y="14"/>
                </a:lnTo>
                <a:lnTo>
                  <a:pt x="64" y="18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945520" y="2490840"/>
            <a:ext cx="290520" cy="267840"/>
          </a:xfrm>
          <a:custGeom>
            <a:avLst/>
            <a:gdLst/>
            <a:ahLst/>
            <a:rect l="0" t="0" r="r" b="b"/>
            <a:pathLst>
              <a:path fill="none" w="807" h="744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7"/>
                  <a:pt x="673" y="381"/>
                </a:cubicBezTo>
                <a:cubicBezTo>
                  <a:pt x="538" y="504"/>
                  <a:pt x="269" y="624"/>
                  <a:pt x="134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925360" y="272916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920680" y="27248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8"/>
                </a:lnTo>
                <a:lnTo>
                  <a:pt x="138" y="130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8"/>
                </a:lnTo>
                <a:lnTo>
                  <a:pt x="77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8"/>
                </a:moveTo>
                <a:lnTo>
                  <a:pt x="64" y="127"/>
                </a:lnTo>
                <a:lnTo>
                  <a:pt x="64" y="115"/>
                </a:lnTo>
                <a:lnTo>
                  <a:pt x="77" y="115"/>
                </a:lnTo>
                <a:lnTo>
                  <a:pt x="77" y="128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5"/>
                </a:lnTo>
                <a:lnTo>
                  <a:pt x="64" y="127"/>
                </a:lnTo>
                <a:moveTo>
                  <a:pt x="51" y="126"/>
                </a:moveTo>
                <a:lnTo>
                  <a:pt x="39" y="126"/>
                </a:lnTo>
                <a:lnTo>
                  <a:pt x="40" y="114"/>
                </a:lnTo>
                <a:lnTo>
                  <a:pt x="52" y="114"/>
                </a:lnTo>
                <a:lnTo>
                  <a:pt x="51" y="126"/>
                </a:lnTo>
                <a:moveTo>
                  <a:pt x="39" y="126"/>
                </a:moveTo>
                <a:lnTo>
                  <a:pt x="27" y="125"/>
                </a:lnTo>
                <a:lnTo>
                  <a:pt x="27" y="113"/>
                </a:lnTo>
                <a:lnTo>
                  <a:pt x="40" y="114"/>
                </a:lnTo>
                <a:lnTo>
                  <a:pt x="39" y="126"/>
                </a:lnTo>
                <a:moveTo>
                  <a:pt x="27" y="125"/>
                </a:moveTo>
                <a:lnTo>
                  <a:pt x="15" y="125"/>
                </a:lnTo>
                <a:lnTo>
                  <a:pt x="15" y="113"/>
                </a:lnTo>
                <a:lnTo>
                  <a:pt x="27" y="113"/>
                </a:lnTo>
                <a:lnTo>
                  <a:pt x="27" y="125"/>
                </a:lnTo>
                <a:moveTo>
                  <a:pt x="15" y="125"/>
                </a:moveTo>
                <a:lnTo>
                  <a:pt x="0" y="124"/>
                </a:lnTo>
                <a:lnTo>
                  <a:pt x="14" y="107"/>
                </a:lnTo>
                <a:lnTo>
                  <a:pt x="24" y="115"/>
                </a:lnTo>
                <a:lnTo>
                  <a:pt x="17" y="122"/>
                </a:lnTo>
                <a:lnTo>
                  <a:pt x="13" y="119"/>
                </a:lnTo>
                <a:lnTo>
                  <a:pt x="13" y="112"/>
                </a:lnTo>
                <a:lnTo>
                  <a:pt x="15" y="113"/>
                </a:lnTo>
                <a:lnTo>
                  <a:pt x="15" y="125"/>
                </a:lnTo>
                <a:moveTo>
                  <a:pt x="14" y="107"/>
                </a:moveTo>
                <a:lnTo>
                  <a:pt x="22" y="97"/>
                </a:lnTo>
                <a:lnTo>
                  <a:pt x="32" y="105"/>
                </a:lnTo>
                <a:lnTo>
                  <a:pt x="24" y="115"/>
                </a:lnTo>
                <a:lnTo>
                  <a:pt x="14" y="107"/>
                </a:lnTo>
                <a:moveTo>
                  <a:pt x="22" y="97"/>
                </a:moveTo>
                <a:lnTo>
                  <a:pt x="30" y="88"/>
                </a:lnTo>
                <a:lnTo>
                  <a:pt x="39" y="96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6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7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7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8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1"/>
                </a:lnTo>
                <a:lnTo>
                  <a:pt x="79" y="48"/>
                </a:lnTo>
                <a:lnTo>
                  <a:pt x="71" y="58"/>
                </a:lnTo>
                <a:lnTo>
                  <a:pt x="61" y="50"/>
                </a:lnTo>
                <a:moveTo>
                  <a:pt x="69" y="41"/>
                </a:moveTo>
                <a:lnTo>
                  <a:pt x="78" y="30"/>
                </a:lnTo>
                <a:lnTo>
                  <a:pt x="87" y="39"/>
                </a:lnTo>
                <a:lnTo>
                  <a:pt x="79" y="48"/>
                </a:lnTo>
                <a:lnTo>
                  <a:pt x="69" y="41"/>
                </a:lnTo>
                <a:moveTo>
                  <a:pt x="78" y="30"/>
                </a:moveTo>
                <a:lnTo>
                  <a:pt x="86" y="21"/>
                </a:lnTo>
                <a:lnTo>
                  <a:pt x="95" y="28"/>
                </a:lnTo>
                <a:lnTo>
                  <a:pt x="87" y="39"/>
                </a:lnTo>
                <a:lnTo>
                  <a:pt x="78" y="30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8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6"/>
                </a:lnTo>
                <a:lnTo>
                  <a:pt x="98" y="21"/>
                </a:lnTo>
                <a:lnTo>
                  <a:pt x="95" y="14"/>
                </a:lnTo>
                <a:lnTo>
                  <a:pt x="101" y="12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6"/>
                </a:moveTo>
                <a:lnTo>
                  <a:pt x="115" y="27"/>
                </a:lnTo>
                <a:lnTo>
                  <a:pt x="103" y="32"/>
                </a:lnTo>
                <a:lnTo>
                  <a:pt x="98" y="21"/>
                </a:lnTo>
                <a:lnTo>
                  <a:pt x="110" y="16"/>
                </a:lnTo>
                <a:moveTo>
                  <a:pt x="115" y="27"/>
                </a:moveTo>
                <a:lnTo>
                  <a:pt x="120" y="40"/>
                </a:lnTo>
                <a:lnTo>
                  <a:pt x="108" y="45"/>
                </a:lnTo>
                <a:lnTo>
                  <a:pt x="103" y="32"/>
                </a:lnTo>
                <a:lnTo>
                  <a:pt x="115" y="27"/>
                </a:lnTo>
                <a:moveTo>
                  <a:pt x="120" y="40"/>
                </a:moveTo>
                <a:lnTo>
                  <a:pt x="125" y="51"/>
                </a:lnTo>
                <a:lnTo>
                  <a:pt x="113" y="56"/>
                </a:lnTo>
                <a:lnTo>
                  <a:pt x="108" y="45"/>
                </a:lnTo>
                <a:lnTo>
                  <a:pt x="120" y="40"/>
                </a:lnTo>
                <a:moveTo>
                  <a:pt x="125" y="51"/>
                </a:moveTo>
                <a:lnTo>
                  <a:pt x="130" y="62"/>
                </a:lnTo>
                <a:lnTo>
                  <a:pt x="118" y="67"/>
                </a:lnTo>
                <a:lnTo>
                  <a:pt x="113" y="56"/>
                </a:lnTo>
                <a:lnTo>
                  <a:pt x="125" y="51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5"/>
                </a:lnTo>
                <a:lnTo>
                  <a:pt x="128" y="90"/>
                </a:lnTo>
                <a:lnTo>
                  <a:pt x="123" y="78"/>
                </a:lnTo>
                <a:lnTo>
                  <a:pt x="135" y="73"/>
                </a:lnTo>
                <a:moveTo>
                  <a:pt x="140" y="85"/>
                </a:moveTo>
                <a:lnTo>
                  <a:pt x="145" y="96"/>
                </a:lnTo>
                <a:lnTo>
                  <a:pt x="133" y="101"/>
                </a:lnTo>
                <a:lnTo>
                  <a:pt x="128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1"/>
                </a:lnTo>
                <a:lnTo>
                  <a:pt x="145" y="96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9"/>
                </a:lnTo>
                <a:lnTo>
                  <a:pt x="151" y="125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1929240" y="30571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6"/>
                  <a:pt x="152" y="375"/>
                </a:cubicBezTo>
                <a:cubicBezTo>
                  <a:pt x="0" y="492"/>
                  <a:pt x="0" y="600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90728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190368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4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4" y="69"/>
                </a:moveTo>
                <a:lnTo>
                  <a:pt x="28" y="58"/>
                </a:lnTo>
                <a:lnTo>
                  <a:pt x="40" y="53"/>
                </a:lnTo>
                <a:lnTo>
                  <a:pt x="46" y="64"/>
                </a:lnTo>
                <a:lnTo>
                  <a:pt x="34" y="69"/>
                </a:lnTo>
                <a:moveTo>
                  <a:pt x="28" y="58"/>
                </a:moveTo>
                <a:lnTo>
                  <a:pt x="23" y="47"/>
                </a:lnTo>
                <a:lnTo>
                  <a:pt x="34" y="42"/>
                </a:lnTo>
                <a:lnTo>
                  <a:pt x="40" y="53"/>
                </a:lnTo>
                <a:lnTo>
                  <a:pt x="28" y="58"/>
                </a:lnTo>
                <a:moveTo>
                  <a:pt x="23" y="47"/>
                </a:moveTo>
                <a:lnTo>
                  <a:pt x="17" y="36"/>
                </a:lnTo>
                <a:lnTo>
                  <a:pt x="28" y="31"/>
                </a:lnTo>
                <a:lnTo>
                  <a:pt x="34" y="42"/>
                </a:lnTo>
                <a:lnTo>
                  <a:pt x="23" y="47"/>
                </a:lnTo>
                <a:moveTo>
                  <a:pt x="17" y="36"/>
                </a:moveTo>
                <a:lnTo>
                  <a:pt x="12" y="24"/>
                </a:lnTo>
                <a:lnTo>
                  <a:pt x="23" y="19"/>
                </a:lnTo>
                <a:lnTo>
                  <a:pt x="28" y="31"/>
                </a:lnTo>
                <a:lnTo>
                  <a:pt x="17" y="36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3"/>
                </a:lnTo>
                <a:lnTo>
                  <a:pt x="30" y="13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3"/>
                </a:lnTo>
                <a:lnTo>
                  <a:pt x="80" y="13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3"/>
                </a:lnTo>
                <a:lnTo>
                  <a:pt x="92" y="13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942280" y="30571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6"/>
                  <a:pt x="757" y="375"/>
                </a:cubicBezTo>
                <a:cubicBezTo>
                  <a:pt x="908" y="492"/>
                  <a:pt x="908" y="600"/>
                  <a:pt x="908" y="653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3246840" y="328932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1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243240" y="32868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2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2"/>
                </a:moveTo>
                <a:lnTo>
                  <a:pt x="123" y="43"/>
                </a:lnTo>
                <a:lnTo>
                  <a:pt x="112" y="38"/>
                </a:lnTo>
                <a:lnTo>
                  <a:pt x="117" y="26"/>
                </a:lnTo>
                <a:lnTo>
                  <a:pt x="128" y="32"/>
                </a:lnTo>
                <a:moveTo>
                  <a:pt x="123" y="43"/>
                </a:moveTo>
                <a:lnTo>
                  <a:pt x="117" y="54"/>
                </a:lnTo>
                <a:lnTo>
                  <a:pt x="106" y="49"/>
                </a:lnTo>
                <a:lnTo>
                  <a:pt x="112" y="38"/>
                </a:lnTo>
                <a:lnTo>
                  <a:pt x="123" y="43"/>
                </a:lnTo>
                <a:moveTo>
                  <a:pt x="117" y="54"/>
                </a:moveTo>
                <a:lnTo>
                  <a:pt x="112" y="65"/>
                </a:lnTo>
                <a:lnTo>
                  <a:pt x="101" y="60"/>
                </a:lnTo>
                <a:lnTo>
                  <a:pt x="106" y="49"/>
                </a:lnTo>
                <a:lnTo>
                  <a:pt x="117" y="54"/>
                </a:lnTo>
                <a:moveTo>
                  <a:pt x="112" y="65"/>
                </a:moveTo>
                <a:lnTo>
                  <a:pt x="106" y="76"/>
                </a:lnTo>
                <a:lnTo>
                  <a:pt x="95" y="71"/>
                </a:lnTo>
                <a:lnTo>
                  <a:pt x="101" y="60"/>
                </a:lnTo>
                <a:lnTo>
                  <a:pt x="112" y="65"/>
                </a:lnTo>
                <a:moveTo>
                  <a:pt x="106" y="76"/>
                </a:moveTo>
                <a:lnTo>
                  <a:pt x="101" y="87"/>
                </a:lnTo>
                <a:lnTo>
                  <a:pt x="90" y="82"/>
                </a:lnTo>
                <a:lnTo>
                  <a:pt x="95" y="71"/>
                </a:lnTo>
                <a:lnTo>
                  <a:pt x="106" y="76"/>
                </a:lnTo>
                <a:moveTo>
                  <a:pt x="101" y="87"/>
                </a:moveTo>
                <a:lnTo>
                  <a:pt x="95" y="98"/>
                </a:lnTo>
                <a:lnTo>
                  <a:pt x="84" y="93"/>
                </a:lnTo>
                <a:lnTo>
                  <a:pt x="90" y="82"/>
                </a:lnTo>
                <a:lnTo>
                  <a:pt x="101" y="87"/>
                </a:lnTo>
                <a:moveTo>
                  <a:pt x="95" y="98"/>
                </a:moveTo>
                <a:lnTo>
                  <a:pt x="90" y="109"/>
                </a:lnTo>
                <a:lnTo>
                  <a:pt x="79" y="104"/>
                </a:lnTo>
                <a:lnTo>
                  <a:pt x="84" y="93"/>
                </a:lnTo>
                <a:lnTo>
                  <a:pt x="95" y="98"/>
                </a:lnTo>
                <a:moveTo>
                  <a:pt x="90" y="109"/>
                </a:moveTo>
                <a:lnTo>
                  <a:pt x="84" y="120"/>
                </a:lnTo>
                <a:lnTo>
                  <a:pt x="73" y="115"/>
                </a:lnTo>
                <a:lnTo>
                  <a:pt x="79" y="104"/>
                </a:lnTo>
                <a:lnTo>
                  <a:pt x="90" y="109"/>
                </a:lnTo>
                <a:moveTo>
                  <a:pt x="84" y="120"/>
                </a:moveTo>
                <a:lnTo>
                  <a:pt x="79" y="131"/>
                </a:lnTo>
                <a:lnTo>
                  <a:pt x="68" y="126"/>
                </a:lnTo>
                <a:lnTo>
                  <a:pt x="73" y="115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9"/>
                </a:lnTo>
                <a:lnTo>
                  <a:pt x="78" y="128"/>
                </a:lnTo>
                <a:lnTo>
                  <a:pt x="72" y="130"/>
                </a:lnTo>
                <a:lnTo>
                  <a:pt x="67" y="128"/>
                </a:lnTo>
                <a:lnTo>
                  <a:pt x="68" y="126"/>
                </a:lnTo>
                <a:lnTo>
                  <a:pt x="79" y="131"/>
                </a:lnTo>
                <a:moveTo>
                  <a:pt x="62" y="124"/>
                </a:moveTo>
                <a:lnTo>
                  <a:pt x="57" y="113"/>
                </a:lnTo>
                <a:lnTo>
                  <a:pt x="68" y="108"/>
                </a:lnTo>
                <a:lnTo>
                  <a:pt x="73" y="119"/>
                </a:lnTo>
                <a:lnTo>
                  <a:pt x="62" y="124"/>
                </a:lnTo>
                <a:moveTo>
                  <a:pt x="57" y="113"/>
                </a:moveTo>
                <a:lnTo>
                  <a:pt x="51" y="102"/>
                </a:lnTo>
                <a:lnTo>
                  <a:pt x="62" y="97"/>
                </a:lnTo>
                <a:lnTo>
                  <a:pt x="68" y="108"/>
                </a:lnTo>
                <a:lnTo>
                  <a:pt x="57" y="113"/>
                </a:lnTo>
                <a:moveTo>
                  <a:pt x="51" y="102"/>
                </a:moveTo>
                <a:lnTo>
                  <a:pt x="46" y="91"/>
                </a:lnTo>
                <a:lnTo>
                  <a:pt x="57" y="86"/>
                </a:lnTo>
                <a:lnTo>
                  <a:pt x="62" y="97"/>
                </a:lnTo>
                <a:lnTo>
                  <a:pt x="51" y="102"/>
                </a:lnTo>
                <a:moveTo>
                  <a:pt x="46" y="91"/>
                </a:moveTo>
                <a:lnTo>
                  <a:pt x="40" y="80"/>
                </a:lnTo>
                <a:lnTo>
                  <a:pt x="51" y="75"/>
                </a:lnTo>
                <a:lnTo>
                  <a:pt x="57" y="86"/>
                </a:lnTo>
                <a:lnTo>
                  <a:pt x="46" y="91"/>
                </a:lnTo>
                <a:moveTo>
                  <a:pt x="40" y="80"/>
                </a:moveTo>
                <a:lnTo>
                  <a:pt x="35" y="69"/>
                </a:lnTo>
                <a:lnTo>
                  <a:pt x="46" y="64"/>
                </a:lnTo>
                <a:lnTo>
                  <a:pt x="51" y="75"/>
                </a:lnTo>
                <a:lnTo>
                  <a:pt x="40" y="80"/>
                </a:lnTo>
                <a:moveTo>
                  <a:pt x="35" y="69"/>
                </a:moveTo>
                <a:lnTo>
                  <a:pt x="30" y="58"/>
                </a:lnTo>
                <a:lnTo>
                  <a:pt x="40" y="53"/>
                </a:lnTo>
                <a:lnTo>
                  <a:pt x="46" y="64"/>
                </a:lnTo>
                <a:lnTo>
                  <a:pt x="35" y="69"/>
                </a:lnTo>
                <a:moveTo>
                  <a:pt x="30" y="58"/>
                </a:moveTo>
                <a:lnTo>
                  <a:pt x="24" y="47"/>
                </a:lnTo>
                <a:lnTo>
                  <a:pt x="35" y="42"/>
                </a:lnTo>
                <a:lnTo>
                  <a:pt x="40" y="53"/>
                </a:lnTo>
                <a:lnTo>
                  <a:pt x="30" y="58"/>
                </a:lnTo>
                <a:moveTo>
                  <a:pt x="24" y="47"/>
                </a:moveTo>
                <a:lnTo>
                  <a:pt x="19" y="36"/>
                </a:lnTo>
                <a:lnTo>
                  <a:pt x="30" y="31"/>
                </a:lnTo>
                <a:lnTo>
                  <a:pt x="35" y="42"/>
                </a:lnTo>
                <a:lnTo>
                  <a:pt x="24" y="47"/>
                </a:lnTo>
                <a:moveTo>
                  <a:pt x="19" y="36"/>
                </a:moveTo>
                <a:lnTo>
                  <a:pt x="13" y="24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4"/>
                </a:moveTo>
                <a:lnTo>
                  <a:pt x="7" y="13"/>
                </a:lnTo>
                <a:lnTo>
                  <a:pt x="19" y="8"/>
                </a:lnTo>
                <a:lnTo>
                  <a:pt x="24" y="19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3"/>
                </a:lnTo>
                <a:lnTo>
                  <a:pt x="19" y="13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3"/>
                </a:lnTo>
                <a:lnTo>
                  <a:pt x="31" y="13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3"/>
                </a:lnTo>
                <a:lnTo>
                  <a:pt x="43" y="13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3"/>
                </a:lnTo>
                <a:lnTo>
                  <a:pt x="56" y="13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3"/>
                </a:lnTo>
                <a:lnTo>
                  <a:pt x="68" y="13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3"/>
                </a:lnTo>
                <a:lnTo>
                  <a:pt x="80" y="13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19292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42" y="380"/>
                </a:cubicBezTo>
                <a:cubicBezTo>
                  <a:pt x="285" y="504"/>
                  <a:pt x="569" y="623"/>
                  <a:pt x="711" y="683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20680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48" y="0"/>
                </a:moveTo>
                <a:lnTo>
                  <a:pt x="138" y="105"/>
                </a:lnTo>
                <a:lnTo>
                  <a:pt x="0" y="114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203200" y="3857760"/>
            <a:ext cx="57960" cy="47880"/>
          </a:xfrm>
          <a:custGeom>
            <a:avLst/>
            <a:gdLst/>
            <a:ahLst/>
            <a:rect l="0" t="0" r="r" b="b"/>
            <a:pathLst>
              <a:path w="161" h="133">
                <a:moveTo>
                  <a:pt x="71" y="17"/>
                </a:moveTo>
                <a:lnTo>
                  <a:pt x="79" y="27"/>
                </a:lnTo>
                <a:lnTo>
                  <a:pt x="70" y="35"/>
                </a:lnTo>
                <a:lnTo>
                  <a:pt x="62" y="25"/>
                </a:lnTo>
                <a:lnTo>
                  <a:pt x="71" y="17"/>
                </a:lnTo>
                <a:moveTo>
                  <a:pt x="79" y="27"/>
                </a:moveTo>
                <a:lnTo>
                  <a:pt x="87" y="36"/>
                </a:lnTo>
                <a:lnTo>
                  <a:pt x="78" y="44"/>
                </a:lnTo>
                <a:lnTo>
                  <a:pt x="70" y="35"/>
                </a:lnTo>
                <a:lnTo>
                  <a:pt x="79" y="27"/>
                </a:lnTo>
                <a:moveTo>
                  <a:pt x="87" y="36"/>
                </a:moveTo>
                <a:lnTo>
                  <a:pt x="95" y="45"/>
                </a:lnTo>
                <a:lnTo>
                  <a:pt x="86" y="53"/>
                </a:lnTo>
                <a:lnTo>
                  <a:pt x="78" y="44"/>
                </a:lnTo>
                <a:lnTo>
                  <a:pt x="87" y="36"/>
                </a:lnTo>
                <a:moveTo>
                  <a:pt x="95" y="45"/>
                </a:moveTo>
                <a:lnTo>
                  <a:pt x="103" y="55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3" y="55"/>
                </a:moveTo>
                <a:lnTo>
                  <a:pt x="111" y="64"/>
                </a:lnTo>
                <a:lnTo>
                  <a:pt x="102" y="72"/>
                </a:lnTo>
                <a:lnTo>
                  <a:pt x="94" y="63"/>
                </a:lnTo>
                <a:lnTo>
                  <a:pt x="103" y="55"/>
                </a:lnTo>
                <a:moveTo>
                  <a:pt x="111" y="64"/>
                </a:moveTo>
                <a:lnTo>
                  <a:pt x="119" y="73"/>
                </a:lnTo>
                <a:lnTo>
                  <a:pt x="110" y="81"/>
                </a:lnTo>
                <a:lnTo>
                  <a:pt x="102" y="72"/>
                </a:lnTo>
                <a:lnTo>
                  <a:pt x="111" y="64"/>
                </a:lnTo>
                <a:moveTo>
                  <a:pt x="119" y="73"/>
                </a:moveTo>
                <a:lnTo>
                  <a:pt x="127" y="83"/>
                </a:lnTo>
                <a:lnTo>
                  <a:pt x="118" y="91"/>
                </a:lnTo>
                <a:lnTo>
                  <a:pt x="110" y="81"/>
                </a:lnTo>
                <a:lnTo>
                  <a:pt x="119" y="73"/>
                </a:lnTo>
                <a:moveTo>
                  <a:pt x="127" y="83"/>
                </a:moveTo>
                <a:lnTo>
                  <a:pt x="135" y="93"/>
                </a:lnTo>
                <a:lnTo>
                  <a:pt x="126" y="101"/>
                </a:lnTo>
                <a:lnTo>
                  <a:pt x="118" y="91"/>
                </a:lnTo>
                <a:lnTo>
                  <a:pt x="127" y="83"/>
                </a:lnTo>
                <a:moveTo>
                  <a:pt x="135" y="93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1"/>
                </a:lnTo>
                <a:lnTo>
                  <a:pt x="135" y="93"/>
                </a:lnTo>
                <a:moveTo>
                  <a:pt x="143" y="102"/>
                </a:moveTo>
                <a:lnTo>
                  <a:pt x="151" y="112"/>
                </a:lnTo>
                <a:lnTo>
                  <a:pt x="142" y="120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2"/>
                </a:moveTo>
                <a:lnTo>
                  <a:pt x="161" y="123"/>
                </a:lnTo>
                <a:lnTo>
                  <a:pt x="138" y="124"/>
                </a:lnTo>
                <a:lnTo>
                  <a:pt x="137" y="112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20"/>
                </a:lnTo>
                <a:lnTo>
                  <a:pt x="151" y="112"/>
                </a:lnTo>
                <a:moveTo>
                  <a:pt x="138" y="124"/>
                </a:moveTo>
                <a:lnTo>
                  <a:pt x="126" y="125"/>
                </a:lnTo>
                <a:lnTo>
                  <a:pt x="125" y="113"/>
                </a:lnTo>
                <a:lnTo>
                  <a:pt x="137" y="112"/>
                </a:lnTo>
                <a:lnTo>
                  <a:pt x="138" y="124"/>
                </a:lnTo>
                <a:moveTo>
                  <a:pt x="126" y="125"/>
                </a:moveTo>
                <a:lnTo>
                  <a:pt x="114" y="126"/>
                </a:lnTo>
                <a:lnTo>
                  <a:pt x="113" y="113"/>
                </a:lnTo>
                <a:lnTo>
                  <a:pt x="125" y="113"/>
                </a:lnTo>
                <a:lnTo>
                  <a:pt x="126" y="125"/>
                </a:lnTo>
                <a:moveTo>
                  <a:pt x="114" y="126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6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5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8"/>
                </a:lnTo>
                <a:lnTo>
                  <a:pt x="76" y="116"/>
                </a:lnTo>
                <a:lnTo>
                  <a:pt x="88" y="115"/>
                </a:lnTo>
                <a:lnTo>
                  <a:pt x="89" y="127"/>
                </a:lnTo>
                <a:moveTo>
                  <a:pt x="77" y="128"/>
                </a:moveTo>
                <a:lnTo>
                  <a:pt x="65" y="129"/>
                </a:lnTo>
                <a:lnTo>
                  <a:pt x="64" y="116"/>
                </a:lnTo>
                <a:lnTo>
                  <a:pt x="76" y="116"/>
                </a:lnTo>
                <a:lnTo>
                  <a:pt x="77" y="128"/>
                </a:lnTo>
                <a:moveTo>
                  <a:pt x="65" y="129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9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9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2"/>
                </a:lnTo>
                <a:lnTo>
                  <a:pt x="15" y="120"/>
                </a:lnTo>
                <a:lnTo>
                  <a:pt x="27" y="119"/>
                </a:lnTo>
                <a:lnTo>
                  <a:pt x="28" y="131"/>
                </a:lnTo>
                <a:moveTo>
                  <a:pt x="16" y="132"/>
                </a:moveTo>
                <a:lnTo>
                  <a:pt x="0" y="133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20"/>
                </a:lnTo>
                <a:lnTo>
                  <a:pt x="15" y="120"/>
                </a:lnTo>
                <a:lnTo>
                  <a:pt x="16" y="132"/>
                </a:lnTo>
                <a:moveTo>
                  <a:pt x="8" y="116"/>
                </a:moveTo>
                <a:lnTo>
                  <a:pt x="13" y="105"/>
                </a:lnTo>
                <a:lnTo>
                  <a:pt x="24" y="110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4"/>
                </a:lnTo>
                <a:lnTo>
                  <a:pt x="29" y="99"/>
                </a:lnTo>
                <a:lnTo>
                  <a:pt x="24" y="110"/>
                </a:lnTo>
                <a:lnTo>
                  <a:pt x="13" y="105"/>
                </a:lnTo>
                <a:moveTo>
                  <a:pt x="18" y="94"/>
                </a:moveTo>
                <a:lnTo>
                  <a:pt x="23" y="81"/>
                </a:lnTo>
                <a:lnTo>
                  <a:pt x="34" y="86"/>
                </a:lnTo>
                <a:lnTo>
                  <a:pt x="29" y="99"/>
                </a:lnTo>
                <a:lnTo>
                  <a:pt x="18" y="94"/>
                </a:lnTo>
                <a:moveTo>
                  <a:pt x="23" y="81"/>
                </a:moveTo>
                <a:lnTo>
                  <a:pt x="27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7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7" y="70"/>
                </a:lnTo>
                <a:moveTo>
                  <a:pt x="32" y="59"/>
                </a:moveTo>
                <a:lnTo>
                  <a:pt x="37" y="48"/>
                </a:lnTo>
                <a:lnTo>
                  <a:pt x="48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8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8"/>
                </a:lnTo>
                <a:moveTo>
                  <a:pt x="42" y="36"/>
                </a:moveTo>
                <a:lnTo>
                  <a:pt x="47" y="25"/>
                </a:lnTo>
                <a:lnTo>
                  <a:pt x="58" y="30"/>
                </a:lnTo>
                <a:lnTo>
                  <a:pt x="53" y="41"/>
                </a:lnTo>
                <a:lnTo>
                  <a:pt x="42" y="36"/>
                </a:lnTo>
                <a:moveTo>
                  <a:pt x="47" y="25"/>
                </a:moveTo>
                <a:lnTo>
                  <a:pt x="51" y="14"/>
                </a:lnTo>
                <a:lnTo>
                  <a:pt x="63" y="18"/>
                </a:lnTo>
                <a:lnTo>
                  <a:pt x="58" y="30"/>
                </a:lnTo>
                <a:lnTo>
                  <a:pt x="47" y="25"/>
                </a:lnTo>
                <a:moveTo>
                  <a:pt x="51" y="14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6"/>
                </a:lnTo>
                <a:lnTo>
                  <a:pt x="59" y="12"/>
                </a:lnTo>
                <a:lnTo>
                  <a:pt x="64" y="14"/>
                </a:lnTo>
                <a:lnTo>
                  <a:pt x="63" y="18"/>
                </a:lnTo>
                <a:lnTo>
                  <a:pt x="51" y="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962440" y="36234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8"/>
                  <a:pt x="852" y="256"/>
                  <a:pt x="711" y="380"/>
                </a:cubicBezTo>
                <a:cubicBezTo>
                  <a:pt x="568" y="504"/>
                  <a:pt x="284" y="623"/>
                  <a:pt x="142" y="683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2942280" y="386208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38" y="114"/>
                </a:moveTo>
                <a:lnTo>
                  <a:pt x="0" y="105"/>
                </a:lnTo>
                <a:lnTo>
                  <a:pt x="90" y="0"/>
                </a:lnTo>
                <a:lnTo>
                  <a:pt x="138" y="11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937600" y="3857760"/>
            <a:ext cx="57600" cy="47880"/>
          </a:xfrm>
          <a:custGeom>
            <a:avLst/>
            <a:gdLst/>
            <a:ahLst/>
            <a:rect l="0" t="0" r="r" b="b"/>
            <a:pathLst>
              <a:path w="160" h="133">
                <a:moveTo>
                  <a:pt x="138" y="131"/>
                </a:moveTo>
                <a:lnTo>
                  <a:pt x="126" y="131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1"/>
                </a:moveTo>
                <a:lnTo>
                  <a:pt x="114" y="130"/>
                </a:lnTo>
                <a:lnTo>
                  <a:pt x="114" y="118"/>
                </a:lnTo>
                <a:lnTo>
                  <a:pt x="127" y="118"/>
                </a:lnTo>
                <a:lnTo>
                  <a:pt x="126" y="131"/>
                </a:lnTo>
                <a:moveTo>
                  <a:pt x="114" y="130"/>
                </a:moveTo>
                <a:lnTo>
                  <a:pt x="101" y="129"/>
                </a:lnTo>
                <a:lnTo>
                  <a:pt x="102" y="117"/>
                </a:lnTo>
                <a:lnTo>
                  <a:pt x="114" y="118"/>
                </a:lnTo>
                <a:lnTo>
                  <a:pt x="114" y="130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7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7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7"/>
                </a:moveTo>
                <a:lnTo>
                  <a:pt x="52" y="126"/>
                </a:lnTo>
                <a:lnTo>
                  <a:pt x="53" y="114"/>
                </a:lnTo>
                <a:lnTo>
                  <a:pt x="65" y="114"/>
                </a:lnTo>
                <a:lnTo>
                  <a:pt x="65" y="127"/>
                </a:lnTo>
                <a:moveTo>
                  <a:pt x="52" y="126"/>
                </a:moveTo>
                <a:lnTo>
                  <a:pt x="40" y="125"/>
                </a:lnTo>
                <a:lnTo>
                  <a:pt x="41" y="113"/>
                </a:lnTo>
                <a:lnTo>
                  <a:pt x="53" y="114"/>
                </a:lnTo>
                <a:lnTo>
                  <a:pt x="52" y="126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3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3"/>
                </a:lnTo>
                <a:lnTo>
                  <a:pt x="15" y="106"/>
                </a:lnTo>
                <a:lnTo>
                  <a:pt x="24" y="114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6"/>
                </a:moveTo>
                <a:lnTo>
                  <a:pt x="23" y="96"/>
                </a:lnTo>
                <a:lnTo>
                  <a:pt x="33" y="104"/>
                </a:lnTo>
                <a:lnTo>
                  <a:pt x="24" y="114"/>
                </a:lnTo>
                <a:lnTo>
                  <a:pt x="15" y="106"/>
                </a:lnTo>
                <a:moveTo>
                  <a:pt x="23" y="96"/>
                </a:moveTo>
                <a:lnTo>
                  <a:pt x="32" y="86"/>
                </a:lnTo>
                <a:lnTo>
                  <a:pt x="41" y="95"/>
                </a:lnTo>
                <a:lnTo>
                  <a:pt x="33" y="104"/>
                </a:lnTo>
                <a:lnTo>
                  <a:pt x="23" y="96"/>
                </a:lnTo>
                <a:moveTo>
                  <a:pt x="32" y="86"/>
                </a:moveTo>
                <a:lnTo>
                  <a:pt x="40" y="77"/>
                </a:lnTo>
                <a:lnTo>
                  <a:pt x="49" y="85"/>
                </a:lnTo>
                <a:lnTo>
                  <a:pt x="41" y="95"/>
                </a:lnTo>
                <a:lnTo>
                  <a:pt x="32" y="86"/>
                </a:lnTo>
                <a:moveTo>
                  <a:pt x="40" y="77"/>
                </a:moveTo>
                <a:lnTo>
                  <a:pt x="48" y="67"/>
                </a:lnTo>
                <a:lnTo>
                  <a:pt x="57" y="75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6"/>
                </a:lnTo>
                <a:lnTo>
                  <a:pt x="57" y="75"/>
                </a:lnTo>
                <a:lnTo>
                  <a:pt x="48" y="67"/>
                </a:lnTo>
                <a:moveTo>
                  <a:pt x="56" y="58"/>
                </a:moveTo>
                <a:lnTo>
                  <a:pt x="64" y="49"/>
                </a:lnTo>
                <a:lnTo>
                  <a:pt x="73" y="57"/>
                </a:lnTo>
                <a:lnTo>
                  <a:pt x="65" y="66"/>
                </a:lnTo>
                <a:lnTo>
                  <a:pt x="56" y="58"/>
                </a:lnTo>
                <a:moveTo>
                  <a:pt x="64" y="49"/>
                </a:moveTo>
                <a:lnTo>
                  <a:pt x="72" y="39"/>
                </a:lnTo>
                <a:lnTo>
                  <a:pt x="81" y="47"/>
                </a:lnTo>
                <a:lnTo>
                  <a:pt x="73" y="57"/>
                </a:lnTo>
                <a:lnTo>
                  <a:pt x="64" y="49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1"/>
                </a:lnTo>
                <a:lnTo>
                  <a:pt x="97" y="29"/>
                </a:lnTo>
                <a:lnTo>
                  <a:pt x="89" y="38"/>
                </a:lnTo>
                <a:lnTo>
                  <a:pt x="80" y="30"/>
                </a:lnTo>
                <a:moveTo>
                  <a:pt x="88" y="21"/>
                </a:moveTo>
                <a:lnTo>
                  <a:pt x="95" y="11"/>
                </a:lnTo>
                <a:lnTo>
                  <a:pt x="105" y="19"/>
                </a:lnTo>
                <a:lnTo>
                  <a:pt x="97" y="29"/>
                </a:lnTo>
                <a:lnTo>
                  <a:pt x="88" y="21"/>
                </a:lnTo>
                <a:moveTo>
                  <a:pt x="95" y="11"/>
                </a:moveTo>
                <a:lnTo>
                  <a:pt x="105" y="0"/>
                </a:lnTo>
                <a:lnTo>
                  <a:pt x="112" y="17"/>
                </a:lnTo>
                <a:lnTo>
                  <a:pt x="100" y="22"/>
                </a:lnTo>
                <a:lnTo>
                  <a:pt x="97" y="14"/>
                </a:lnTo>
                <a:lnTo>
                  <a:pt x="103" y="12"/>
                </a:lnTo>
                <a:lnTo>
                  <a:pt x="108" y="16"/>
                </a:lnTo>
                <a:lnTo>
                  <a:pt x="105" y="19"/>
                </a:lnTo>
                <a:lnTo>
                  <a:pt x="95" y="11"/>
                </a:lnTo>
                <a:moveTo>
                  <a:pt x="112" y="17"/>
                </a:moveTo>
                <a:lnTo>
                  <a:pt x="117" y="28"/>
                </a:lnTo>
                <a:lnTo>
                  <a:pt x="105" y="33"/>
                </a:lnTo>
                <a:lnTo>
                  <a:pt x="100" y="22"/>
                </a:lnTo>
                <a:lnTo>
                  <a:pt x="112" y="17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3"/>
                </a:lnTo>
                <a:lnTo>
                  <a:pt x="117" y="28"/>
                </a:lnTo>
                <a:moveTo>
                  <a:pt x="121" y="39"/>
                </a:moveTo>
                <a:lnTo>
                  <a:pt x="126" y="51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1"/>
                </a:moveTo>
                <a:lnTo>
                  <a:pt x="131" y="62"/>
                </a:lnTo>
                <a:lnTo>
                  <a:pt x="120" y="67"/>
                </a:lnTo>
                <a:lnTo>
                  <a:pt x="115" y="55"/>
                </a:lnTo>
                <a:lnTo>
                  <a:pt x="126" y="51"/>
                </a:lnTo>
                <a:moveTo>
                  <a:pt x="131" y="62"/>
                </a:moveTo>
                <a:lnTo>
                  <a:pt x="136" y="73"/>
                </a:lnTo>
                <a:lnTo>
                  <a:pt x="124" y="78"/>
                </a:lnTo>
                <a:lnTo>
                  <a:pt x="120" y="67"/>
                </a:lnTo>
                <a:lnTo>
                  <a:pt x="131" y="62"/>
                </a:lnTo>
                <a:moveTo>
                  <a:pt x="136" y="73"/>
                </a:moveTo>
                <a:lnTo>
                  <a:pt x="140" y="85"/>
                </a:lnTo>
                <a:lnTo>
                  <a:pt x="129" y="89"/>
                </a:lnTo>
                <a:lnTo>
                  <a:pt x="124" y="78"/>
                </a:lnTo>
                <a:lnTo>
                  <a:pt x="136" y="73"/>
                </a:lnTo>
                <a:moveTo>
                  <a:pt x="140" y="85"/>
                </a:moveTo>
                <a:lnTo>
                  <a:pt x="145" y="97"/>
                </a:lnTo>
                <a:lnTo>
                  <a:pt x="134" y="102"/>
                </a:lnTo>
                <a:lnTo>
                  <a:pt x="129" y="89"/>
                </a:lnTo>
                <a:lnTo>
                  <a:pt x="140" y="85"/>
                </a:lnTo>
                <a:moveTo>
                  <a:pt x="145" y="97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2"/>
                </a:lnTo>
                <a:lnTo>
                  <a:pt x="145" y="97"/>
                </a:lnTo>
                <a:moveTo>
                  <a:pt x="150" y="108"/>
                </a:moveTo>
                <a:lnTo>
                  <a:pt x="155" y="120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20"/>
                </a:moveTo>
                <a:lnTo>
                  <a:pt x="160" y="133"/>
                </a:lnTo>
                <a:lnTo>
                  <a:pt x="138" y="131"/>
                </a:lnTo>
                <a:lnTo>
                  <a:pt x="139" y="119"/>
                </a:lnTo>
                <a:lnTo>
                  <a:pt x="151" y="120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2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2113200" y="1634760"/>
            <a:ext cx="972360" cy="290160"/>
          </a:xfrm>
          <a:custGeom>
            <a:avLst/>
            <a:gdLst/>
            <a:ahLst/>
            <a:rect l="0" t="0" r="r" b="b"/>
            <a:pathLst>
              <a:path w="2701" h="806">
                <a:moveTo>
                  <a:pt x="0" y="0"/>
                </a:moveTo>
                <a:lnTo>
                  <a:pt x="2701" y="0"/>
                </a:lnTo>
                <a:lnTo>
                  <a:pt x="2701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457200" y="131796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1465200" y="2201040"/>
            <a:ext cx="994680" cy="290160"/>
          </a:xfrm>
          <a:custGeom>
            <a:avLst/>
            <a:gdLst/>
            <a:ahLst/>
            <a:rect l="0" t="0" r="r" b="b"/>
            <a:pathLst>
              <a:path w="2763" h="806">
                <a:moveTo>
                  <a:pt x="0" y="0"/>
                </a:moveTo>
                <a:lnTo>
                  <a:pt x="2763" y="0"/>
                </a:lnTo>
                <a:lnTo>
                  <a:pt x="276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2278800" y="17290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736000" y="2201040"/>
            <a:ext cx="1000080" cy="290160"/>
          </a:xfrm>
          <a:custGeom>
            <a:avLst/>
            <a:gdLst/>
            <a:ahLst/>
            <a:rect l="0" t="0" r="r" b="b"/>
            <a:pathLst>
              <a:path w="2778" h="806">
                <a:moveTo>
                  <a:pt x="0" y="0"/>
                </a:moveTo>
                <a:lnTo>
                  <a:pt x="2778" y="0"/>
                </a:lnTo>
                <a:lnTo>
                  <a:pt x="2778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31160" y="22953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2096640" y="2767320"/>
            <a:ext cx="1005480" cy="290160"/>
          </a:xfrm>
          <a:custGeom>
            <a:avLst/>
            <a:gdLst/>
            <a:ahLst/>
            <a:rect l="0" t="0" r="r" b="b"/>
            <a:pathLst>
              <a:path w="2793" h="806">
                <a:moveTo>
                  <a:pt x="0" y="0"/>
                </a:moveTo>
                <a:lnTo>
                  <a:pt x="2793" y="0"/>
                </a:lnTo>
                <a:lnTo>
                  <a:pt x="279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901960" y="22953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1415520" y="33332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2262240" y="28616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719440" y="33332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581480" y="34279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179440" y="3899520"/>
            <a:ext cx="839880" cy="290520"/>
          </a:xfrm>
          <a:custGeom>
            <a:avLst/>
            <a:gdLst/>
            <a:ahLst/>
            <a:rect l="0" t="0" r="r" b="b"/>
            <a:pathLst>
              <a:path w="2333" h="807">
                <a:moveTo>
                  <a:pt x="0" y="0"/>
                </a:moveTo>
                <a:lnTo>
                  <a:pt x="2333" y="0"/>
                </a:lnTo>
                <a:lnTo>
                  <a:pt x="233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e5e5e5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885040" y="34279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943160" y="1962000"/>
            <a:ext cx="3934440" cy="1905480"/>
          </a:xfrm>
          <a:custGeom>
            <a:avLst/>
            <a:gdLst/>
            <a:ahLst/>
            <a:rect l="0" t="0" r="r" b="b"/>
            <a:pathLst>
              <a:path w="10929" h="5293">
                <a:moveTo>
                  <a:pt x="0" y="0"/>
                </a:moveTo>
                <a:lnTo>
                  <a:pt x="10929" y="0"/>
                </a:lnTo>
                <a:lnTo>
                  <a:pt x="10929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4943160" y="19620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943160" y="3857400"/>
            <a:ext cx="3934440" cy="10080"/>
          </a:xfrm>
          <a:custGeom>
            <a:avLst/>
            <a:gdLst/>
            <a:ahLst/>
            <a:rect l="0" t="0" r="r" b="b"/>
            <a:pathLst>
              <a:path w="10929" h="28">
                <a:moveTo>
                  <a:pt x="0" y="0"/>
                </a:moveTo>
                <a:lnTo>
                  <a:pt x="10929" y="0"/>
                </a:lnTo>
                <a:lnTo>
                  <a:pt x="109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886752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4943160" y="196200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345400" y="399420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094000" y="212724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094000" y="2398680"/>
            <a:ext cx="148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5094000" y="263664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5094000" y="2874960"/>
            <a:ext cx="203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5094000" y="311292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094000" y="33512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5094000" y="3579840"/>
            <a:ext cx="25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3110040" y="4363560"/>
            <a:ext cx="3484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Aanpak van Edustandaard, herkenbaar voor leveranciers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6" name=""/>
          <p:cNvSpPr txBox="1"/>
          <p:nvPr/>
        </p:nvSpPr>
        <p:spPr>
          <a:xfrm>
            <a:off x="439920" y="1580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61880" y="995040"/>
            <a:ext cx="8410680" cy="2581920"/>
          </a:xfrm>
          <a:custGeom>
            <a:avLst/>
            <a:gdLst/>
            <a:ahLst/>
            <a:rect l="0" t="0" r="r" b="b"/>
            <a:pathLst>
              <a:path w="23363" h="7172">
                <a:moveTo>
                  <a:pt x="0" y="7026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20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8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7026"/>
                </a:lnTo>
                <a:cubicBezTo>
                  <a:pt x="23363" y="7036"/>
                  <a:pt x="23363" y="7045"/>
                  <a:pt x="23361" y="7054"/>
                </a:cubicBezTo>
                <a:cubicBezTo>
                  <a:pt x="23359" y="7064"/>
                  <a:pt x="23356" y="7073"/>
                  <a:pt x="23352" y="7082"/>
                </a:cubicBezTo>
                <a:cubicBezTo>
                  <a:pt x="23349" y="7091"/>
                  <a:pt x="23344" y="7099"/>
                  <a:pt x="23339" y="7107"/>
                </a:cubicBezTo>
                <a:cubicBezTo>
                  <a:pt x="23334" y="7115"/>
                  <a:pt x="23328" y="7122"/>
                  <a:pt x="23321" y="7129"/>
                </a:cubicBezTo>
                <a:cubicBezTo>
                  <a:pt x="23314" y="7136"/>
                  <a:pt x="23307" y="7142"/>
                  <a:pt x="23299" y="7147"/>
                </a:cubicBezTo>
                <a:cubicBezTo>
                  <a:pt x="23291" y="7152"/>
                  <a:pt x="23282" y="7157"/>
                  <a:pt x="23274" y="7161"/>
                </a:cubicBezTo>
                <a:cubicBezTo>
                  <a:pt x="23265" y="7164"/>
                  <a:pt x="23256" y="7167"/>
                  <a:pt x="23246" y="7169"/>
                </a:cubicBezTo>
                <a:cubicBezTo>
                  <a:pt x="23237" y="7171"/>
                  <a:pt x="23227" y="7172"/>
                  <a:pt x="23218" y="7172"/>
                </a:cubicBezTo>
                <a:lnTo>
                  <a:pt x="145" y="7172"/>
                </a:lnTo>
                <a:cubicBezTo>
                  <a:pt x="136" y="7172"/>
                  <a:pt x="126" y="7171"/>
                  <a:pt x="117" y="7169"/>
                </a:cubicBezTo>
                <a:cubicBezTo>
                  <a:pt x="107" y="7167"/>
                  <a:pt x="98" y="7164"/>
                  <a:pt x="90" y="7161"/>
                </a:cubicBezTo>
                <a:cubicBezTo>
                  <a:pt x="81" y="7157"/>
                  <a:pt x="72" y="7152"/>
                  <a:pt x="64" y="7147"/>
                </a:cubicBezTo>
                <a:cubicBezTo>
                  <a:pt x="56" y="7142"/>
                  <a:pt x="49" y="7136"/>
                  <a:pt x="42" y="7129"/>
                </a:cubicBezTo>
                <a:cubicBezTo>
                  <a:pt x="36" y="7122"/>
                  <a:pt x="30" y="7115"/>
                  <a:pt x="24" y="7107"/>
                </a:cubicBezTo>
                <a:cubicBezTo>
                  <a:pt x="19" y="7099"/>
                  <a:pt x="14" y="7091"/>
                  <a:pt x="11" y="7082"/>
                </a:cubicBezTo>
                <a:cubicBezTo>
                  <a:pt x="7" y="7073"/>
                  <a:pt x="4" y="7064"/>
                  <a:pt x="3" y="7054"/>
                </a:cubicBezTo>
                <a:cubicBezTo>
                  <a:pt x="1" y="7045"/>
                  <a:pt x="0" y="7036"/>
                  <a:pt x="0" y="70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61880" y="995040"/>
            <a:ext cx="8410680" cy="2581920"/>
          </a:xfrm>
          <a:custGeom>
            <a:avLst/>
            <a:gdLst/>
            <a:ahLst/>
            <a:rect l="0" t="0" r="r" b="b"/>
            <a:pathLst>
              <a:path w="23363" h="7172">
                <a:moveTo>
                  <a:pt x="0" y="7026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20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8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7026"/>
                </a:lnTo>
                <a:cubicBezTo>
                  <a:pt x="23363" y="7036"/>
                  <a:pt x="23363" y="7045"/>
                  <a:pt x="23361" y="7054"/>
                </a:cubicBezTo>
                <a:cubicBezTo>
                  <a:pt x="23359" y="7064"/>
                  <a:pt x="23356" y="7073"/>
                  <a:pt x="23352" y="7082"/>
                </a:cubicBezTo>
                <a:cubicBezTo>
                  <a:pt x="23349" y="7091"/>
                  <a:pt x="23344" y="7099"/>
                  <a:pt x="23339" y="7107"/>
                </a:cubicBezTo>
                <a:cubicBezTo>
                  <a:pt x="23334" y="7115"/>
                  <a:pt x="23328" y="7122"/>
                  <a:pt x="23321" y="7129"/>
                </a:cubicBezTo>
                <a:cubicBezTo>
                  <a:pt x="23314" y="7136"/>
                  <a:pt x="23307" y="7142"/>
                  <a:pt x="23299" y="7147"/>
                </a:cubicBezTo>
                <a:cubicBezTo>
                  <a:pt x="23291" y="7152"/>
                  <a:pt x="23282" y="7157"/>
                  <a:pt x="23274" y="7161"/>
                </a:cubicBezTo>
                <a:cubicBezTo>
                  <a:pt x="23265" y="7164"/>
                  <a:pt x="23256" y="7167"/>
                  <a:pt x="23246" y="7169"/>
                </a:cubicBezTo>
                <a:cubicBezTo>
                  <a:pt x="23237" y="7171"/>
                  <a:pt x="23227" y="7172"/>
                  <a:pt x="23218" y="7172"/>
                </a:cubicBezTo>
                <a:lnTo>
                  <a:pt x="145" y="7172"/>
                </a:lnTo>
                <a:cubicBezTo>
                  <a:pt x="136" y="7172"/>
                  <a:pt x="126" y="7171"/>
                  <a:pt x="117" y="7169"/>
                </a:cubicBezTo>
                <a:cubicBezTo>
                  <a:pt x="107" y="7167"/>
                  <a:pt x="98" y="7164"/>
                  <a:pt x="90" y="7161"/>
                </a:cubicBezTo>
                <a:cubicBezTo>
                  <a:pt x="81" y="7157"/>
                  <a:pt x="72" y="7152"/>
                  <a:pt x="64" y="7147"/>
                </a:cubicBezTo>
                <a:cubicBezTo>
                  <a:pt x="56" y="7142"/>
                  <a:pt x="49" y="7136"/>
                  <a:pt x="42" y="7129"/>
                </a:cubicBezTo>
                <a:cubicBezTo>
                  <a:pt x="36" y="7122"/>
                  <a:pt x="30" y="7115"/>
                  <a:pt x="24" y="7107"/>
                </a:cubicBezTo>
                <a:cubicBezTo>
                  <a:pt x="19" y="7099"/>
                  <a:pt x="14" y="7091"/>
                  <a:pt x="11" y="7082"/>
                </a:cubicBezTo>
                <a:cubicBezTo>
                  <a:pt x="7" y="7073"/>
                  <a:pt x="4" y="7064"/>
                  <a:pt x="3" y="7054"/>
                </a:cubicBezTo>
                <a:cubicBezTo>
                  <a:pt x="1" y="7045"/>
                  <a:pt x="0" y="7036"/>
                  <a:pt x="0" y="702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9" name="" descr=""/>
          <p:cNvPicPr/>
          <p:nvPr/>
        </p:nvPicPr>
        <p:blipFill>
          <a:blip r:embed="rId2"/>
          <a:stretch/>
        </p:blipFill>
        <p:spPr>
          <a:xfrm>
            <a:off x="1031760" y="841320"/>
            <a:ext cx="7225920" cy="3537720"/>
          </a:xfrm>
          <a:prstGeom prst="rect">
            <a:avLst/>
          </a:prstGeom>
          <a:ln w="0">
            <a:noFill/>
          </a:ln>
        </p:spPr>
      </p:pic>
      <p:sp>
        <p:nvSpPr>
          <p:cNvPr id="900" name=""/>
          <p:cNvSpPr/>
          <p:nvPr/>
        </p:nvSpPr>
        <p:spPr>
          <a:xfrm>
            <a:off x="1031760" y="840960"/>
            <a:ext cx="7226640" cy="3538440"/>
          </a:xfrm>
          <a:custGeom>
            <a:avLst/>
            <a:gdLst/>
            <a:ahLst/>
            <a:rect l="0" t="0" r="r" b="b"/>
            <a:pathLst>
              <a:path w="20074" h="9829">
                <a:moveTo>
                  <a:pt x="0" y="0"/>
                </a:moveTo>
                <a:lnTo>
                  <a:pt x="20074" y="0"/>
                </a:lnTo>
                <a:lnTo>
                  <a:pt x="20074" y="9829"/>
                </a:lnTo>
                <a:lnTo>
                  <a:pt x="0" y="98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2361960" y="1639080"/>
            <a:ext cx="609840" cy="289440"/>
          </a:xfrm>
          <a:custGeom>
            <a:avLst/>
            <a:gdLst/>
            <a:ahLst/>
            <a:rect l="0" t="0" r="r" b="b"/>
            <a:pathLst>
              <a:path fill="none" w="1694" h="804">
                <a:moveTo>
                  <a:pt x="0" y="804"/>
                </a:moveTo>
                <a:lnTo>
                  <a:pt x="1368" y="485"/>
                </a:lnTo>
                <a:lnTo>
                  <a:pt x="1694" y="0"/>
                </a:lnTo>
              </a:path>
            </a:pathLst>
          </a:custGeom>
          <a:ln w="34920">
            <a:solidFill>
              <a:srgbClr val="ffffff">
                <a:alpha val="85000"/>
              </a:srgbClr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2361960" y="1639080"/>
            <a:ext cx="609840" cy="289440"/>
          </a:xfrm>
          <a:custGeom>
            <a:avLst/>
            <a:gdLst/>
            <a:ahLst/>
            <a:rect l="0" t="0" r="r" b="b"/>
            <a:pathLst>
              <a:path fill="none" w="1694" h="804">
                <a:moveTo>
                  <a:pt x="0" y="804"/>
                </a:moveTo>
                <a:lnTo>
                  <a:pt x="1368" y="485"/>
                </a:lnTo>
                <a:lnTo>
                  <a:pt x="1694" y="0"/>
                </a:lnTo>
              </a:path>
            </a:pathLst>
          </a:custGeom>
          <a:ln w="15840">
            <a:solidFill>
              <a:srgbClr val="d9531e"/>
            </a:solidFill>
            <a:miter/>
          </a:ln>
        </p:spPr>
        <p:txBody>
          <a:bodyPr lIns="7920" rIns="7920" tIns="7920" bIns="7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2884320" y="1631160"/>
            <a:ext cx="92880" cy="105840"/>
          </a:xfrm>
          <a:custGeom>
            <a:avLst/>
            <a:gdLst/>
            <a:ahLst/>
            <a:rect l="0" t="0" r="r" b="b"/>
            <a:pathLst>
              <a:path w="258" h="294">
                <a:moveTo>
                  <a:pt x="0" y="146"/>
                </a:moveTo>
                <a:lnTo>
                  <a:pt x="258" y="0"/>
                </a:lnTo>
                <a:lnTo>
                  <a:pt x="220" y="294"/>
                </a:lnTo>
                <a:lnTo>
                  <a:pt x="0" y="14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361960" y="1639080"/>
            <a:ext cx="797400" cy="403920"/>
          </a:xfrm>
          <a:custGeom>
            <a:avLst/>
            <a:gdLst/>
            <a:ahLst/>
            <a:rect l="0" t="0" r="r" b="b"/>
            <a:pathLst>
              <a:path fill="none" w="2215" h="1122">
                <a:moveTo>
                  <a:pt x="1977" y="0"/>
                </a:moveTo>
                <a:lnTo>
                  <a:pt x="2215" y="1122"/>
                </a:lnTo>
                <a:lnTo>
                  <a:pt x="0" y="1016"/>
                </a:lnTo>
              </a:path>
            </a:pathLst>
          </a:custGeom>
          <a:ln w="34920">
            <a:solidFill>
              <a:srgbClr val="ffffff">
                <a:alpha val="85000"/>
              </a:srgbClr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361960" y="1639080"/>
            <a:ext cx="797400" cy="403920"/>
          </a:xfrm>
          <a:custGeom>
            <a:avLst/>
            <a:gdLst/>
            <a:ahLst/>
            <a:rect l="0" t="0" r="r" b="b"/>
            <a:pathLst>
              <a:path fill="none" w="2215" h="1122">
                <a:moveTo>
                  <a:pt x="1977" y="0"/>
                </a:moveTo>
                <a:lnTo>
                  <a:pt x="2215" y="1122"/>
                </a:lnTo>
                <a:lnTo>
                  <a:pt x="0" y="1016"/>
                </a:lnTo>
              </a:path>
            </a:pathLst>
          </a:custGeom>
          <a:ln w="15840">
            <a:solidFill>
              <a:srgbClr val="d9531e"/>
            </a:solidFill>
            <a:miter/>
          </a:ln>
        </p:spPr>
        <p:txBody>
          <a:bodyPr lIns="7920" rIns="7920" tIns="7920" bIns="7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352600" y="1960920"/>
            <a:ext cx="97560" cy="95760"/>
          </a:xfrm>
          <a:custGeom>
            <a:avLst/>
            <a:gdLst/>
            <a:ahLst/>
            <a:rect l="0" t="0" r="r" b="b"/>
            <a:pathLst>
              <a:path w="271" h="266">
                <a:moveTo>
                  <a:pt x="259" y="266"/>
                </a:moveTo>
                <a:lnTo>
                  <a:pt x="0" y="120"/>
                </a:lnTo>
                <a:lnTo>
                  <a:pt x="271" y="0"/>
                </a:lnTo>
                <a:lnTo>
                  <a:pt x="259" y="266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361960" y="2099880"/>
            <a:ext cx="660960" cy="537480"/>
          </a:xfrm>
          <a:custGeom>
            <a:avLst/>
            <a:gdLst/>
            <a:ahLst/>
            <a:rect l="0" t="0" r="r" b="b"/>
            <a:pathLst>
              <a:path fill="none" w="1836" h="1493">
                <a:moveTo>
                  <a:pt x="0" y="0"/>
                </a:moveTo>
                <a:lnTo>
                  <a:pt x="997" y="406"/>
                </a:lnTo>
                <a:lnTo>
                  <a:pt x="1006" y="830"/>
                </a:lnTo>
                <a:lnTo>
                  <a:pt x="1076" y="946"/>
                </a:lnTo>
                <a:lnTo>
                  <a:pt x="1836" y="1493"/>
                </a:lnTo>
              </a:path>
            </a:pathLst>
          </a:custGeom>
          <a:ln w="34920">
            <a:solidFill>
              <a:srgbClr val="ffffff">
                <a:alpha val="85000"/>
              </a:srgbClr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361960" y="2099880"/>
            <a:ext cx="660960" cy="537480"/>
          </a:xfrm>
          <a:custGeom>
            <a:avLst/>
            <a:gdLst/>
            <a:ahLst/>
            <a:rect l="0" t="0" r="r" b="b"/>
            <a:pathLst>
              <a:path fill="none" w="1836" h="1493">
                <a:moveTo>
                  <a:pt x="0" y="0"/>
                </a:moveTo>
                <a:lnTo>
                  <a:pt x="997" y="406"/>
                </a:lnTo>
                <a:lnTo>
                  <a:pt x="1006" y="830"/>
                </a:lnTo>
                <a:lnTo>
                  <a:pt x="1076" y="946"/>
                </a:lnTo>
                <a:lnTo>
                  <a:pt x="1836" y="1493"/>
                </a:lnTo>
              </a:path>
            </a:pathLst>
          </a:custGeom>
          <a:ln w="15840">
            <a:solidFill>
              <a:srgbClr val="d9531e"/>
            </a:solidFill>
            <a:miter/>
          </a:ln>
        </p:spPr>
        <p:txBody>
          <a:bodyPr lIns="7920" rIns="7920" tIns="7920" bIns="7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925000" y="2548080"/>
            <a:ext cx="105480" cy="95040"/>
          </a:xfrm>
          <a:custGeom>
            <a:avLst/>
            <a:gdLst/>
            <a:ahLst/>
            <a:rect l="0" t="0" r="r" b="b"/>
            <a:pathLst>
              <a:path w="293" h="264">
                <a:moveTo>
                  <a:pt x="155" y="0"/>
                </a:moveTo>
                <a:lnTo>
                  <a:pt x="293" y="264"/>
                </a:lnTo>
                <a:lnTo>
                  <a:pt x="0" y="216"/>
                </a:lnTo>
                <a:lnTo>
                  <a:pt x="155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2092320" y="2268360"/>
            <a:ext cx="0" cy="282960"/>
          </a:xfrm>
          <a:custGeom>
            <a:avLst/>
            <a:gdLst/>
            <a:ahLst/>
            <a:rect l="0" t="0" r="r" b="b"/>
            <a:pathLst>
              <a:path fill="none" w="0" h="786">
                <a:moveTo>
                  <a:pt x="0" y="0"/>
                </a:moveTo>
                <a:lnTo>
                  <a:pt x="0" y="433"/>
                </a:lnTo>
                <a:lnTo>
                  <a:pt x="0" y="786"/>
                </a:lnTo>
              </a:path>
            </a:pathLst>
          </a:custGeom>
          <a:ln w="34920">
            <a:solidFill>
              <a:srgbClr val="ffffff">
                <a:alpha val="85000"/>
              </a:srgbClr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092320" y="2268360"/>
            <a:ext cx="0" cy="282960"/>
          </a:xfrm>
          <a:custGeom>
            <a:avLst/>
            <a:gdLst/>
            <a:ahLst/>
            <a:rect l="0" t="0" r="r" b="b"/>
            <a:pathLst>
              <a:path fill="none" w="0" h="786">
                <a:moveTo>
                  <a:pt x="0" y="0"/>
                </a:moveTo>
                <a:lnTo>
                  <a:pt x="0" y="433"/>
                </a:lnTo>
                <a:lnTo>
                  <a:pt x="0" y="786"/>
                </a:lnTo>
              </a:path>
            </a:pathLst>
          </a:custGeom>
          <a:ln w="15840">
            <a:solidFill>
              <a:srgbClr val="d9531e"/>
            </a:solidFill>
            <a:miter/>
          </a:ln>
        </p:spPr>
        <p:txBody>
          <a:bodyPr lIns="7920" rIns="7920" tIns="7920" bIns="7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044440" y="2465280"/>
            <a:ext cx="95760" cy="95760"/>
          </a:xfrm>
          <a:custGeom>
            <a:avLst/>
            <a:gdLst/>
            <a:ahLst/>
            <a:rect l="0" t="0" r="r" b="b"/>
            <a:pathLst>
              <a:path w="266" h="266">
                <a:moveTo>
                  <a:pt x="266" y="0"/>
                </a:moveTo>
                <a:lnTo>
                  <a:pt x="133" y="266"/>
                </a:lnTo>
                <a:lnTo>
                  <a:pt x="0" y="0"/>
                </a:lnTo>
                <a:lnTo>
                  <a:pt x="26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321240" y="1639080"/>
            <a:ext cx="1791000" cy="1713600"/>
          </a:xfrm>
          <a:custGeom>
            <a:avLst/>
            <a:gdLst/>
            <a:ahLst/>
            <a:rect l="0" t="0" r="r" b="b"/>
            <a:pathLst>
              <a:path fill="none" w="4975" h="4760">
                <a:moveTo>
                  <a:pt x="3739" y="0"/>
                </a:moveTo>
                <a:lnTo>
                  <a:pt x="4013" y="326"/>
                </a:lnTo>
                <a:lnTo>
                  <a:pt x="4066" y="521"/>
                </a:lnTo>
                <a:lnTo>
                  <a:pt x="4145" y="653"/>
                </a:lnTo>
                <a:lnTo>
                  <a:pt x="4128" y="626"/>
                </a:lnTo>
                <a:lnTo>
                  <a:pt x="4975" y="626"/>
                </a:lnTo>
                <a:lnTo>
                  <a:pt x="4975" y="4760"/>
                </a:lnTo>
                <a:lnTo>
                  <a:pt x="0" y="4760"/>
                </a:lnTo>
                <a:lnTo>
                  <a:pt x="388" y="3656"/>
                </a:lnTo>
              </a:path>
            </a:pathLst>
          </a:custGeom>
          <a:ln w="34920">
            <a:solidFill>
              <a:srgbClr val="ffffff">
                <a:alpha val="85000"/>
              </a:srgbClr>
            </a:solidFill>
            <a:miter/>
          </a:ln>
        </p:spPr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321240" y="1639080"/>
            <a:ext cx="1791000" cy="1713600"/>
          </a:xfrm>
          <a:custGeom>
            <a:avLst/>
            <a:gdLst/>
            <a:ahLst/>
            <a:rect l="0" t="0" r="r" b="b"/>
            <a:pathLst>
              <a:path fill="none" w="4975" h="4760">
                <a:moveTo>
                  <a:pt x="3739" y="0"/>
                </a:moveTo>
                <a:lnTo>
                  <a:pt x="4013" y="326"/>
                </a:lnTo>
                <a:lnTo>
                  <a:pt x="4066" y="521"/>
                </a:lnTo>
                <a:lnTo>
                  <a:pt x="4145" y="653"/>
                </a:lnTo>
                <a:lnTo>
                  <a:pt x="4128" y="626"/>
                </a:lnTo>
                <a:lnTo>
                  <a:pt x="4975" y="626"/>
                </a:lnTo>
                <a:lnTo>
                  <a:pt x="4975" y="4760"/>
                </a:lnTo>
                <a:lnTo>
                  <a:pt x="0" y="4760"/>
                </a:lnTo>
                <a:lnTo>
                  <a:pt x="388" y="3656"/>
                </a:lnTo>
              </a:path>
            </a:pathLst>
          </a:custGeom>
          <a:ln w="15840">
            <a:solidFill>
              <a:srgbClr val="d9531e"/>
            </a:solidFill>
            <a:miter/>
          </a:ln>
        </p:spPr>
        <p:txBody>
          <a:bodyPr lIns="7920" rIns="7920" tIns="7920" bIns="7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387480" y="2945880"/>
            <a:ext cx="90360" cy="106200"/>
          </a:xfrm>
          <a:custGeom>
            <a:avLst/>
            <a:gdLst/>
            <a:ahLst/>
            <a:rect l="0" t="0" r="r" b="b"/>
            <a:pathLst>
              <a:path w="251" h="295">
                <a:moveTo>
                  <a:pt x="0" y="207"/>
                </a:moveTo>
                <a:lnTo>
                  <a:pt x="214" y="0"/>
                </a:lnTo>
                <a:lnTo>
                  <a:pt x="251" y="295"/>
                </a:lnTo>
                <a:lnTo>
                  <a:pt x="0" y="207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815840" y="1702440"/>
            <a:ext cx="556200" cy="575640"/>
          </a:xfrm>
          <a:custGeom>
            <a:avLst/>
            <a:gdLst/>
            <a:ahLst/>
            <a:rect l="0" t="0" r="r" b="b"/>
            <a:pathLst>
              <a:path w="1545" h="1599">
                <a:moveTo>
                  <a:pt x="35" y="0"/>
                </a:moveTo>
                <a:lnTo>
                  <a:pt x="1509" y="0"/>
                </a:lnTo>
                <a:cubicBezTo>
                  <a:pt x="1514" y="0"/>
                  <a:pt x="1519" y="1"/>
                  <a:pt x="1523" y="3"/>
                </a:cubicBezTo>
                <a:cubicBezTo>
                  <a:pt x="1527" y="5"/>
                  <a:pt x="1531" y="7"/>
                  <a:pt x="1534" y="10"/>
                </a:cubicBezTo>
                <a:cubicBezTo>
                  <a:pt x="1538" y="14"/>
                  <a:pt x="1540" y="18"/>
                  <a:pt x="1542" y="22"/>
                </a:cubicBezTo>
                <a:cubicBezTo>
                  <a:pt x="1544" y="26"/>
                  <a:pt x="1545" y="31"/>
                  <a:pt x="1545" y="35"/>
                </a:cubicBezTo>
                <a:lnTo>
                  <a:pt x="1545" y="1564"/>
                </a:lnTo>
                <a:cubicBezTo>
                  <a:pt x="1545" y="1569"/>
                  <a:pt x="1544" y="1573"/>
                  <a:pt x="1542" y="1578"/>
                </a:cubicBezTo>
                <a:cubicBezTo>
                  <a:pt x="1540" y="1582"/>
                  <a:pt x="1538" y="1586"/>
                  <a:pt x="1534" y="1589"/>
                </a:cubicBezTo>
                <a:cubicBezTo>
                  <a:pt x="1531" y="1592"/>
                  <a:pt x="1527" y="1595"/>
                  <a:pt x="1523" y="1597"/>
                </a:cubicBezTo>
                <a:cubicBezTo>
                  <a:pt x="1519" y="1599"/>
                  <a:pt x="1514" y="1599"/>
                  <a:pt x="1509" y="1599"/>
                </a:cubicBezTo>
                <a:lnTo>
                  <a:pt x="35" y="1599"/>
                </a:lnTo>
                <a:cubicBezTo>
                  <a:pt x="31" y="1599"/>
                  <a:pt x="26" y="1599"/>
                  <a:pt x="22" y="1597"/>
                </a:cubicBezTo>
                <a:cubicBezTo>
                  <a:pt x="18" y="1595"/>
                  <a:pt x="14" y="1592"/>
                  <a:pt x="11" y="1589"/>
                </a:cubicBezTo>
                <a:cubicBezTo>
                  <a:pt x="7" y="1586"/>
                  <a:pt x="5" y="1582"/>
                  <a:pt x="3" y="1578"/>
                </a:cubicBezTo>
                <a:cubicBezTo>
                  <a:pt x="1" y="1573"/>
                  <a:pt x="0" y="1569"/>
                  <a:pt x="0" y="1564"/>
                </a:cubicBezTo>
                <a:lnTo>
                  <a:pt x="0" y="35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692080" y="1397160"/>
            <a:ext cx="708480" cy="251640"/>
          </a:xfrm>
          <a:custGeom>
            <a:avLst/>
            <a:gdLst/>
            <a:ahLst/>
            <a:rect l="0" t="0" r="r" b="b"/>
            <a:pathLst>
              <a:path w="1968" h="699">
                <a:moveTo>
                  <a:pt x="36" y="0"/>
                </a:moveTo>
                <a:lnTo>
                  <a:pt x="1933" y="0"/>
                </a:lnTo>
                <a:cubicBezTo>
                  <a:pt x="1938" y="0"/>
                  <a:pt x="1942" y="1"/>
                  <a:pt x="1946" y="3"/>
                </a:cubicBezTo>
                <a:cubicBezTo>
                  <a:pt x="1951" y="5"/>
                  <a:pt x="1954" y="7"/>
                  <a:pt x="1958" y="11"/>
                </a:cubicBezTo>
                <a:cubicBezTo>
                  <a:pt x="1961" y="14"/>
                  <a:pt x="1964" y="18"/>
                  <a:pt x="1965" y="22"/>
                </a:cubicBezTo>
                <a:cubicBezTo>
                  <a:pt x="1967" y="27"/>
                  <a:pt x="1968" y="31"/>
                  <a:pt x="1968" y="36"/>
                </a:cubicBezTo>
                <a:lnTo>
                  <a:pt x="1968" y="664"/>
                </a:lnTo>
                <a:cubicBezTo>
                  <a:pt x="1968" y="668"/>
                  <a:pt x="1967" y="673"/>
                  <a:pt x="1965" y="677"/>
                </a:cubicBezTo>
                <a:cubicBezTo>
                  <a:pt x="1964" y="682"/>
                  <a:pt x="1961" y="685"/>
                  <a:pt x="1958" y="689"/>
                </a:cubicBezTo>
                <a:cubicBezTo>
                  <a:pt x="1954" y="692"/>
                  <a:pt x="1951" y="695"/>
                  <a:pt x="1946" y="696"/>
                </a:cubicBezTo>
                <a:cubicBezTo>
                  <a:pt x="1942" y="698"/>
                  <a:pt x="1938" y="699"/>
                  <a:pt x="1933" y="699"/>
                </a:cubicBezTo>
                <a:lnTo>
                  <a:pt x="36" y="699"/>
                </a:lnTo>
                <a:cubicBezTo>
                  <a:pt x="31" y="699"/>
                  <a:pt x="26" y="698"/>
                  <a:pt x="22" y="696"/>
                </a:cubicBezTo>
                <a:cubicBezTo>
                  <a:pt x="18" y="695"/>
                  <a:pt x="14" y="692"/>
                  <a:pt x="11" y="689"/>
                </a:cubicBezTo>
                <a:cubicBezTo>
                  <a:pt x="7" y="685"/>
                  <a:pt x="5" y="682"/>
                  <a:pt x="3" y="677"/>
                </a:cubicBezTo>
                <a:cubicBezTo>
                  <a:pt x="1" y="673"/>
                  <a:pt x="0" y="668"/>
                  <a:pt x="0" y="664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2692080" y="1397160"/>
            <a:ext cx="708480" cy="251640"/>
          </a:xfrm>
          <a:custGeom>
            <a:avLst/>
            <a:gdLst/>
            <a:ahLst/>
            <a:rect l="0" t="0" r="r" b="b"/>
            <a:pathLst>
              <a:path w="1968" h="699">
                <a:moveTo>
                  <a:pt x="36" y="0"/>
                </a:moveTo>
                <a:lnTo>
                  <a:pt x="1933" y="0"/>
                </a:lnTo>
                <a:cubicBezTo>
                  <a:pt x="1938" y="0"/>
                  <a:pt x="1942" y="1"/>
                  <a:pt x="1946" y="3"/>
                </a:cubicBezTo>
                <a:cubicBezTo>
                  <a:pt x="1951" y="5"/>
                  <a:pt x="1954" y="7"/>
                  <a:pt x="1958" y="11"/>
                </a:cubicBezTo>
                <a:cubicBezTo>
                  <a:pt x="1961" y="14"/>
                  <a:pt x="1964" y="18"/>
                  <a:pt x="1965" y="22"/>
                </a:cubicBezTo>
                <a:cubicBezTo>
                  <a:pt x="1967" y="27"/>
                  <a:pt x="1968" y="31"/>
                  <a:pt x="1968" y="36"/>
                </a:cubicBezTo>
                <a:lnTo>
                  <a:pt x="1968" y="664"/>
                </a:lnTo>
                <a:cubicBezTo>
                  <a:pt x="1968" y="668"/>
                  <a:pt x="1967" y="673"/>
                  <a:pt x="1965" y="677"/>
                </a:cubicBezTo>
                <a:cubicBezTo>
                  <a:pt x="1964" y="682"/>
                  <a:pt x="1961" y="685"/>
                  <a:pt x="1958" y="689"/>
                </a:cubicBezTo>
                <a:cubicBezTo>
                  <a:pt x="1954" y="692"/>
                  <a:pt x="1951" y="695"/>
                  <a:pt x="1946" y="696"/>
                </a:cubicBezTo>
                <a:cubicBezTo>
                  <a:pt x="1942" y="698"/>
                  <a:pt x="1938" y="699"/>
                  <a:pt x="1933" y="699"/>
                </a:cubicBezTo>
                <a:lnTo>
                  <a:pt x="36" y="699"/>
                </a:lnTo>
                <a:cubicBezTo>
                  <a:pt x="31" y="699"/>
                  <a:pt x="26" y="698"/>
                  <a:pt x="22" y="696"/>
                </a:cubicBezTo>
                <a:cubicBezTo>
                  <a:pt x="18" y="695"/>
                  <a:pt x="14" y="692"/>
                  <a:pt x="11" y="689"/>
                </a:cubicBezTo>
                <a:cubicBezTo>
                  <a:pt x="7" y="685"/>
                  <a:pt x="5" y="682"/>
                  <a:pt x="3" y="677"/>
                </a:cubicBezTo>
                <a:cubicBezTo>
                  <a:pt x="1" y="673"/>
                  <a:pt x="0" y="668"/>
                  <a:pt x="0" y="664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815840" y="1702440"/>
            <a:ext cx="556200" cy="575640"/>
          </a:xfrm>
          <a:custGeom>
            <a:avLst/>
            <a:gdLst/>
            <a:ahLst/>
            <a:rect l="0" t="0" r="r" b="b"/>
            <a:pathLst>
              <a:path w="1545" h="1599">
                <a:moveTo>
                  <a:pt x="35" y="0"/>
                </a:moveTo>
                <a:lnTo>
                  <a:pt x="1509" y="0"/>
                </a:lnTo>
                <a:cubicBezTo>
                  <a:pt x="1514" y="0"/>
                  <a:pt x="1519" y="1"/>
                  <a:pt x="1523" y="3"/>
                </a:cubicBezTo>
                <a:cubicBezTo>
                  <a:pt x="1527" y="5"/>
                  <a:pt x="1531" y="7"/>
                  <a:pt x="1534" y="10"/>
                </a:cubicBezTo>
                <a:cubicBezTo>
                  <a:pt x="1538" y="14"/>
                  <a:pt x="1540" y="18"/>
                  <a:pt x="1542" y="22"/>
                </a:cubicBezTo>
                <a:cubicBezTo>
                  <a:pt x="1544" y="26"/>
                  <a:pt x="1545" y="31"/>
                  <a:pt x="1545" y="35"/>
                </a:cubicBezTo>
                <a:lnTo>
                  <a:pt x="1545" y="1564"/>
                </a:lnTo>
                <a:cubicBezTo>
                  <a:pt x="1545" y="1569"/>
                  <a:pt x="1544" y="1573"/>
                  <a:pt x="1542" y="1578"/>
                </a:cubicBezTo>
                <a:cubicBezTo>
                  <a:pt x="1540" y="1582"/>
                  <a:pt x="1538" y="1586"/>
                  <a:pt x="1534" y="1589"/>
                </a:cubicBezTo>
                <a:cubicBezTo>
                  <a:pt x="1531" y="1592"/>
                  <a:pt x="1527" y="1595"/>
                  <a:pt x="1523" y="1597"/>
                </a:cubicBezTo>
                <a:cubicBezTo>
                  <a:pt x="1519" y="1599"/>
                  <a:pt x="1514" y="1599"/>
                  <a:pt x="1509" y="1599"/>
                </a:cubicBezTo>
                <a:lnTo>
                  <a:pt x="35" y="1599"/>
                </a:lnTo>
                <a:cubicBezTo>
                  <a:pt x="31" y="1599"/>
                  <a:pt x="26" y="1599"/>
                  <a:pt x="22" y="1597"/>
                </a:cubicBezTo>
                <a:cubicBezTo>
                  <a:pt x="18" y="1595"/>
                  <a:pt x="14" y="1592"/>
                  <a:pt x="11" y="1589"/>
                </a:cubicBezTo>
                <a:cubicBezTo>
                  <a:pt x="7" y="1586"/>
                  <a:pt x="5" y="1582"/>
                  <a:pt x="3" y="1578"/>
                </a:cubicBezTo>
                <a:cubicBezTo>
                  <a:pt x="1" y="1573"/>
                  <a:pt x="0" y="1569"/>
                  <a:pt x="0" y="1564"/>
                </a:cubicBezTo>
                <a:lnTo>
                  <a:pt x="0" y="35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815840" y="1702440"/>
            <a:ext cx="556200" cy="575640"/>
          </a:xfrm>
          <a:custGeom>
            <a:avLst/>
            <a:gdLst/>
            <a:ahLst/>
            <a:rect l="0" t="0" r="r" b="b"/>
            <a:pathLst>
              <a:path w="1545" h="1599">
                <a:moveTo>
                  <a:pt x="35" y="0"/>
                </a:moveTo>
                <a:lnTo>
                  <a:pt x="1509" y="0"/>
                </a:lnTo>
                <a:cubicBezTo>
                  <a:pt x="1514" y="0"/>
                  <a:pt x="1519" y="1"/>
                  <a:pt x="1523" y="3"/>
                </a:cubicBezTo>
                <a:cubicBezTo>
                  <a:pt x="1527" y="5"/>
                  <a:pt x="1531" y="7"/>
                  <a:pt x="1534" y="10"/>
                </a:cubicBezTo>
                <a:cubicBezTo>
                  <a:pt x="1538" y="14"/>
                  <a:pt x="1540" y="18"/>
                  <a:pt x="1542" y="22"/>
                </a:cubicBezTo>
                <a:cubicBezTo>
                  <a:pt x="1544" y="26"/>
                  <a:pt x="1545" y="31"/>
                  <a:pt x="1545" y="35"/>
                </a:cubicBezTo>
                <a:lnTo>
                  <a:pt x="1545" y="1564"/>
                </a:lnTo>
                <a:cubicBezTo>
                  <a:pt x="1545" y="1569"/>
                  <a:pt x="1544" y="1573"/>
                  <a:pt x="1542" y="1578"/>
                </a:cubicBezTo>
                <a:cubicBezTo>
                  <a:pt x="1540" y="1582"/>
                  <a:pt x="1538" y="1586"/>
                  <a:pt x="1534" y="1589"/>
                </a:cubicBezTo>
                <a:cubicBezTo>
                  <a:pt x="1531" y="1592"/>
                  <a:pt x="1527" y="1595"/>
                  <a:pt x="1523" y="1597"/>
                </a:cubicBezTo>
                <a:cubicBezTo>
                  <a:pt x="1519" y="1599"/>
                  <a:pt x="1514" y="1599"/>
                  <a:pt x="1509" y="1599"/>
                </a:cubicBezTo>
                <a:lnTo>
                  <a:pt x="35" y="1599"/>
                </a:lnTo>
                <a:cubicBezTo>
                  <a:pt x="31" y="1599"/>
                  <a:pt x="26" y="1599"/>
                  <a:pt x="22" y="1597"/>
                </a:cubicBezTo>
                <a:cubicBezTo>
                  <a:pt x="18" y="1595"/>
                  <a:pt x="14" y="1592"/>
                  <a:pt x="11" y="1589"/>
                </a:cubicBezTo>
                <a:cubicBezTo>
                  <a:pt x="7" y="1586"/>
                  <a:pt x="5" y="1582"/>
                  <a:pt x="3" y="1578"/>
                </a:cubicBezTo>
                <a:cubicBezTo>
                  <a:pt x="1" y="1573"/>
                  <a:pt x="0" y="1569"/>
                  <a:pt x="0" y="1564"/>
                </a:cubicBezTo>
                <a:lnTo>
                  <a:pt x="0" y="35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882880" y="2627640"/>
            <a:ext cx="517680" cy="194040"/>
          </a:xfrm>
          <a:custGeom>
            <a:avLst/>
            <a:gdLst/>
            <a:ahLst/>
            <a:rect l="0" t="0" r="r" b="b"/>
            <a:pathLst>
              <a:path w="1438" h="539">
                <a:moveTo>
                  <a:pt x="35" y="0"/>
                </a:moveTo>
                <a:lnTo>
                  <a:pt x="1403" y="0"/>
                </a:lnTo>
                <a:cubicBezTo>
                  <a:pt x="1408" y="0"/>
                  <a:pt x="1412" y="1"/>
                  <a:pt x="1416" y="2"/>
                </a:cubicBezTo>
                <a:cubicBezTo>
                  <a:pt x="1421" y="4"/>
                  <a:pt x="1424" y="7"/>
                  <a:pt x="1428" y="10"/>
                </a:cubicBezTo>
                <a:cubicBezTo>
                  <a:pt x="1431" y="13"/>
                  <a:pt x="1434" y="17"/>
                  <a:pt x="1435" y="22"/>
                </a:cubicBezTo>
                <a:cubicBezTo>
                  <a:pt x="1437" y="26"/>
                  <a:pt x="1438" y="30"/>
                  <a:pt x="1438" y="35"/>
                </a:cubicBezTo>
                <a:lnTo>
                  <a:pt x="1438" y="504"/>
                </a:lnTo>
                <a:cubicBezTo>
                  <a:pt x="1438" y="509"/>
                  <a:pt x="1437" y="513"/>
                  <a:pt x="1435" y="518"/>
                </a:cubicBezTo>
                <a:cubicBezTo>
                  <a:pt x="1434" y="522"/>
                  <a:pt x="1431" y="526"/>
                  <a:pt x="1428" y="529"/>
                </a:cubicBezTo>
                <a:cubicBezTo>
                  <a:pt x="1424" y="532"/>
                  <a:pt x="1421" y="535"/>
                  <a:pt x="1416" y="537"/>
                </a:cubicBezTo>
                <a:cubicBezTo>
                  <a:pt x="1412" y="538"/>
                  <a:pt x="1408" y="539"/>
                  <a:pt x="1403" y="539"/>
                </a:cubicBezTo>
                <a:lnTo>
                  <a:pt x="35" y="539"/>
                </a:lnTo>
                <a:cubicBezTo>
                  <a:pt x="30" y="539"/>
                  <a:pt x="26" y="538"/>
                  <a:pt x="21" y="537"/>
                </a:cubicBezTo>
                <a:cubicBezTo>
                  <a:pt x="17" y="535"/>
                  <a:pt x="13" y="532"/>
                  <a:pt x="10" y="529"/>
                </a:cubicBezTo>
                <a:cubicBezTo>
                  <a:pt x="7" y="526"/>
                  <a:pt x="4" y="522"/>
                  <a:pt x="2" y="518"/>
                </a:cubicBezTo>
                <a:cubicBezTo>
                  <a:pt x="0" y="513"/>
                  <a:pt x="0" y="509"/>
                  <a:pt x="0" y="504"/>
                </a:cubicBezTo>
                <a:lnTo>
                  <a:pt x="0" y="35"/>
                </a:lnTo>
                <a:cubicBezTo>
                  <a:pt x="0" y="30"/>
                  <a:pt x="0" y="26"/>
                  <a:pt x="2" y="22"/>
                </a:cubicBezTo>
                <a:cubicBezTo>
                  <a:pt x="4" y="17"/>
                  <a:pt x="7" y="13"/>
                  <a:pt x="10" y="10"/>
                </a:cubicBezTo>
                <a:cubicBezTo>
                  <a:pt x="13" y="7"/>
                  <a:pt x="17" y="4"/>
                  <a:pt x="21" y="2"/>
                </a:cubicBezTo>
                <a:cubicBezTo>
                  <a:pt x="26" y="1"/>
                  <a:pt x="30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1815840" y="1702440"/>
            <a:ext cx="556200" cy="575640"/>
          </a:xfrm>
          <a:custGeom>
            <a:avLst/>
            <a:gdLst/>
            <a:ahLst/>
            <a:rect l="0" t="0" r="r" b="b"/>
            <a:pathLst>
              <a:path w="1545" h="1599">
                <a:moveTo>
                  <a:pt x="35" y="0"/>
                </a:moveTo>
                <a:lnTo>
                  <a:pt x="1509" y="0"/>
                </a:lnTo>
                <a:cubicBezTo>
                  <a:pt x="1514" y="0"/>
                  <a:pt x="1519" y="1"/>
                  <a:pt x="1523" y="3"/>
                </a:cubicBezTo>
                <a:cubicBezTo>
                  <a:pt x="1527" y="5"/>
                  <a:pt x="1531" y="7"/>
                  <a:pt x="1534" y="10"/>
                </a:cubicBezTo>
                <a:cubicBezTo>
                  <a:pt x="1538" y="14"/>
                  <a:pt x="1540" y="18"/>
                  <a:pt x="1542" y="22"/>
                </a:cubicBezTo>
                <a:cubicBezTo>
                  <a:pt x="1544" y="26"/>
                  <a:pt x="1545" y="31"/>
                  <a:pt x="1545" y="35"/>
                </a:cubicBezTo>
                <a:lnTo>
                  <a:pt x="1545" y="1564"/>
                </a:lnTo>
                <a:cubicBezTo>
                  <a:pt x="1545" y="1569"/>
                  <a:pt x="1544" y="1573"/>
                  <a:pt x="1542" y="1578"/>
                </a:cubicBezTo>
                <a:cubicBezTo>
                  <a:pt x="1540" y="1582"/>
                  <a:pt x="1538" y="1586"/>
                  <a:pt x="1534" y="1589"/>
                </a:cubicBezTo>
                <a:cubicBezTo>
                  <a:pt x="1531" y="1592"/>
                  <a:pt x="1527" y="1595"/>
                  <a:pt x="1523" y="1597"/>
                </a:cubicBezTo>
                <a:cubicBezTo>
                  <a:pt x="1519" y="1599"/>
                  <a:pt x="1514" y="1599"/>
                  <a:pt x="1509" y="1599"/>
                </a:cubicBezTo>
                <a:lnTo>
                  <a:pt x="35" y="1599"/>
                </a:lnTo>
                <a:cubicBezTo>
                  <a:pt x="31" y="1599"/>
                  <a:pt x="26" y="1599"/>
                  <a:pt x="22" y="1597"/>
                </a:cubicBezTo>
                <a:cubicBezTo>
                  <a:pt x="18" y="1595"/>
                  <a:pt x="14" y="1592"/>
                  <a:pt x="11" y="1589"/>
                </a:cubicBezTo>
                <a:cubicBezTo>
                  <a:pt x="7" y="1586"/>
                  <a:pt x="5" y="1582"/>
                  <a:pt x="3" y="1578"/>
                </a:cubicBezTo>
                <a:cubicBezTo>
                  <a:pt x="1" y="1573"/>
                  <a:pt x="0" y="1569"/>
                  <a:pt x="0" y="1564"/>
                </a:cubicBezTo>
                <a:lnTo>
                  <a:pt x="0" y="35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1815840" y="2541600"/>
            <a:ext cx="556200" cy="213480"/>
          </a:xfrm>
          <a:custGeom>
            <a:avLst/>
            <a:gdLst/>
            <a:ahLst/>
            <a:rect l="0" t="0" r="r" b="b"/>
            <a:pathLst>
              <a:path w="1545" h="593">
                <a:moveTo>
                  <a:pt x="35" y="0"/>
                </a:moveTo>
                <a:lnTo>
                  <a:pt x="1509" y="0"/>
                </a:lnTo>
                <a:cubicBezTo>
                  <a:pt x="1514" y="0"/>
                  <a:pt x="1519" y="1"/>
                  <a:pt x="1523" y="3"/>
                </a:cubicBezTo>
                <a:cubicBezTo>
                  <a:pt x="1527" y="5"/>
                  <a:pt x="1531" y="7"/>
                  <a:pt x="1534" y="11"/>
                </a:cubicBezTo>
                <a:cubicBezTo>
                  <a:pt x="1538" y="14"/>
                  <a:pt x="1540" y="18"/>
                  <a:pt x="1542" y="22"/>
                </a:cubicBezTo>
                <a:cubicBezTo>
                  <a:pt x="1544" y="26"/>
                  <a:pt x="1545" y="31"/>
                  <a:pt x="1545" y="36"/>
                </a:cubicBezTo>
                <a:lnTo>
                  <a:pt x="1545" y="558"/>
                </a:lnTo>
                <a:cubicBezTo>
                  <a:pt x="1545" y="562"/>
                  <a:pt x="1544" y="567"/>
                  <a:pt x="1542" y="571"/>
                </a:cubicBezTo>
                <a:cubicBezTo>
                  <a:pt x="1540" y="575"/>
                  <a:pt x="1538" y="579"/>
                  <a:pt x="1534" y="583"/>
                </a:cubicBezTo>
                <a:cubicBezTo>
                  <a:pt x="1531" y="586"/>
                  <a:pt x="1527" y="588"/>
                  <a:pt x="1523" y="590"/>
                </a:cubicBezTo>
                <a:cubicBezTo>
                  <a:pt x="1519" y="592"/>
                  <a:pt x="1514" y="593"/>
                  <a:pt x="1509" y="593"/>
                </a:cubicBezTo>
                <a:lnTo>
                  <a:pt x="35" y="593"/>
                </a:lnTo>
                <a:cubicBezTo>
                  <a:pt x="31" y="593"/>
                  <a:pt x="26" y="592"/>
                  <a:pt x="22" y="590"/>
                </a:cubicBezTo>
                <a:cubicBezTo>
                  <a:pt x="18" y="588"/>
                  <a:pt x="14" y="586"/>
                  <a:pt x="11" y="583"/>
                </a:cubicBezTo>
                <a:cubicBezTo>
                  <a:pt x="7" y="579"/>
                  <a:pt x="5" y="575"/>
                  <a:pt x="3" y="571"/>
                </a:cubicBezTo>
                <a:cubicBezTo>
                  <a:pt x="1" y="567"/>
                  <a:pt x="0" y="562"/>
                  <a:pt x="0" y="558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7130880" y="1397160"/>
            <a:ext cx="876600" cy="251640"/>
          </a:xfrm>
          <a:custGeom>
            <a:avLst/>
            <a:gdLst/>
            <a:ahLst/>
            <a:rect l="0" t="0" r="r" b="b"/>
            <a:pathLst>
              <a:path w="2435" h="699">
                <a:moveTo>
                  <a:pt x="35" y="0"/>
                </a:moveTo>
                <a:lnTo>
                  <a:pt x="2400" y="0"/>
                </a:lnTo>
                <a:cubicBezTo>
                  <a:pt x="2405" y="0"/>
                  <a:pt x="2409" y="1"/>
                  <a:pt x="2413" y="3"/>
                </a:cubicBezTo>
                <a:cubicBezTo>
                  <a:pt x="2418" y="5"/>
                  <a:pt x="2421" y="7"/>
                  <a:pt x="2425" y="11"/>
                </a:cubicBezTo>
                <a:cubicBezTo>
                  <a:pt x="2428" y="14"/>
                  <a:pt x="2431" y="18"/>
                  <a:pt x="2432" y="22"/>
                </a:cubicBezTo>
                <a:cubicBezTo>
                  <a:pt x="2434" y="27"/>
                  <a:pt x="2435" y="31"/>
                  <a:pt x="2435" y="36"/>
                </a:cubicBezTo>
                <a:lnTo>
                  <a:pt x="2435" y="664"/>
                </a:lnTo>
                <a:cubicBezTo>
                  <a:pt x="2435" y="668"/>
                  <a:pt x="2434" y="673"/>
                  <a:pt x="2432" y="677"/>
                </a:cubicBezTo>
                <a:cubicBezTo>
                  <a:pt x="2431" y="682"/>
                  <a:pt x="2428" y="685"/>
                  <a:pt x="2425" y="689"/>
                </a:cubicBezTo>
                <a:cubicBezTo>
                  <a:pt x="2421" y="692"/>
                  <a:pt x="2418" y="695"/>
                  <a:pt x="2413" y="696"/>
                </a:cubicBezTo>
                <a:cubicBezTo>
                  <a:pt x="2409" y="698"/>
                  <a:pt x="2405" y="699"/>
                  <a:pt x="2400" y="699"/>
                </a:cubicBezTo>
                <a:lnTo>
                  <a:pt x="35" y="699"/>
                </a:lnTo>
                <a:cubicBezTo>
                  <a:pt x="31" y="699"/>
                  <a:pt x="26" y="698"/>
                  <a:pt x="22" y="696"/>
                </a:cubicBezTo>
                <a:cubicBezTo>
                  <a:pt x="17" y="695"/>
                  <a:pt x="14" y="692"/>
                  <a:pt x="10" y="689"/>
                </a:cubicBezTo>
                <a:cubicBezTo>
                  <a:pt x="7" y="685"/>
                  <a:pt x="4" y="682"/>
                  <a:pt x="3" y="677"/>
                </a:cubicBezTo>
                <a:cubicBezTo>
                  <a:pt x="1" y="673"/>
                  <a:pt x="0" y="668"/>
                  <a:pt x="0" y="664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4" y="18"/>
                  <a:pt x="7" y="14"/>
                  <a:pt x="10" y="11"/>
                </a:cubicBezTo>
                <a:cubicBezTo>
                  <a:pt x="14" y="7"/>
                  <a:pt x="17" y="5"/>
                  <a:pt x="22" y="3"/>
                </a:cubicBezTo>
                <a:cubicBezTo>
                  <a:pt x="26" y="1"/>
                  <a:pt x="31" y="0"/>
                  <a:pt x="35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927400" y="2770560"/>
            <a:ext cx="1127520" cy="194400"/>
          </a:xfrm>
          <a:custGeom>
            <a:avLst/>
            <a:gdLst/>
            <a:ahLst/>
            <a:rect l="0" t="0" r="r" b="b"/>
            <a:pathLst>
              <a:path w="3132" h="540">
                <a:moveTo>
                  <a:pt x="36" y="0"/>
                </a:moveTo>
                <a:lnTo>
                  <a:pt x="3097" y="0"/>
                </a:lnTo>
                <a:cubicBezTo>
                  <a:pt x="3102" y="0"/>
                  <a:pt x="3106" y="1"/>
                  <a:pt x="3111" y="3"/>
                </a:cubicBezTo>
                <a:cubicBezTo>
                  <a:pt x="3115" y="5"/>
                  <a:pt x="3119" y="7"/>
                  <a:pt x="3122" y="10"/>
                </a:cubicBezTo>
                <a:cubicBezTo>
                  <a:pt x="3125" y="14"/>
                  <a:pt x="3128" y="18"/>
                  <a:pt x="3130" y="22"/>
                </a:cubicBezTo>
                <a:cubicBezTo>
                  <a:pt x="3131" y="26"/>
                  <a:pt x="3132" y="31"/>
                  <a:pt x="3132" y="35"/>
                </a:cubicBezTo>
                <a:lnTo>
                  <a:pt x="3132" y="504"/>
                </a:lnTo>
                <a:cubicBezTo>
                  <a:pt x="3132" y="509"/>
                  <a:pt x="3131" y="514"/>
                  <a:pt x="3130" y="518"/>
                </a:cubicBezTo>
                <a:cubicBezTo>
                  <a:pt x="3128" y="522"/>
                  <a:pt x="3125" y="526"/>
                  <a:pt x="3122" y="529"/>
                </a:cubicBezTo>
                <a:cubicBezTo>
                  <a:pt x="3119" y="533"/>
                  <a:pt x="3115" y="535"/>
                  <a:pt x="3111" y="537"/>
                </a:cubicBezTo>
                <a:cubicBezTo>
                  <a:pt x="3106" y="539"/>
                  <a:pt x="3102" y="540"/>
                  <a:pt x="3097" y="540"/>
                </a:cubicBezTo>
                <a:lnTo>
                  <a:pt x="36" y="540"/>
                </a:lnTo>
                <a:cubicBezTo>
                  <a:pt x="31" y="540"/>
                  <a:pt x="27" y="539"/>
                  <a:pt x="22" y="537"/>
                </a:cubicBezTo>
                <a:cubicBezTo>
                  <a:pt x="18" y="535"/>
                  <a:pt x="14" y="533"/>
                  <a:pt x="11" y="529"/>
                </a:cubicBezTo>
                <a:cubicBezTo>
                  <a:pt x="7" y="526"/>
                  <a:pt x="5" y="522"/>
                  <a:pt x="3" y="518"/>
                </a:cubicBezTo>
                <a:cubicBezTo>
                  <a:pt x="1" y="514"/>
                  <a:pt x="0" y="509"/>
                  <a:pt x="0" y="504"/>
                </a:cubicBezTo>
                <a:lnTo>
                  <a:pt x="0" y="35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5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508120" y="1842480"/>
            <a:ext cx="203400" cy="66960"/>
          </a:xfrm>
          <a:custGeom>
            <a:avLst/>
            <a:gdLst/>
            <a:ahLst/>
            <a:rect l="0" t="0" r="r" b="b"/>
            <a:pathLst>
              <a:path w="565" h="186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39" y="1"/>
                  <a:pt x="544" y="2"/>
                </a:cubicBezTo>
                <a:cubicBezTo>
                  <a:pt x="548" y="4"/>
                  <a:pt x="552" y="7"/>
                  <a:pt x="555" y="10"/>
                </a:cubicBezTo>
                <a:cubicBezTo>
                  <a:pt x="558" y="13"/>
                  <a:pt x="561" y="17"/>
                  <a:pt x="563" y="21"/>
                </a:cubicBezTo>
                <a:cubicBezTo>
                  <a:pt x="564" y="26"/>
                  <a:pt x="565" y="30"/>
                  <a:pt x="565" y="35"/>
                </a:cubicBezTo>
                <a:lnTo>
                  <a:pt x="565" y="150"/>
                </a:lnTo>
                <a:cubicBezTo>
                  <a:pt x="565" y="154"/>
                  <a:pt x="564" y="160"/>
                  <a:pt x="563" y="164"/>
                </a:cubicBezTo>
                <a:cubicBezTo>
                  <a:pt x="561" y="169"/>
                  <a:pt x="558" y="172"/>
                  <a:pt x="555" y="176"/>
                </a:cubicBezTo>
                <a:cubicBezTo>
                  <a:pt x="552" y="179"/>
                  <a:pt x="548" y="182"/>
                  <a:pt x="544" y="183"/>
                </a:cubicBezTo>
                <a:cubicBezTo>
                  <a:pt x="539" y="185"/>
                  <a:pt x="535" y="186"/>
                  <a:pt x="530" y="186"/>
                </a:cubicBezTo>
                <a:lnTo>
                  <a:pt x="35" y="186"/>
                </a:lnTo>
                <a:cubicBezTo>
                  <a:pt x="30" y="186"/>
                  <a:pt x="26" y="185"/>
                  <a:pt x="22" y="183"/>
                </a:cubicBezTo>
                <a:cubicBezTo>
                  <a:pt x="17" y="182"/>
                  <a:pt x="14" y="179"/>
                  <a:pt x="10" y="176"/>
                </a:cubicBezTo>
                <a:cubicBezTo>
                  <a:pt x="7" y="172"/>
                  <a:pt x="4" y="169"/>
                  <a:pt x="3" y="164"/>
                </a:cubicBezTo>
                <a:cubicBezTo>
                  <a:pt x="1" y="160"/>
                  <a:pt x="0" y="154"/>
                  <a:pt x="0" y="150"/>
                </a:cubicBezTo>
                <a:lnTo>
                  <a:pt x="0" y="35"/>
                </a:lnTo>
                <a:cubicBezTo>
                  <a:pt x="0" y="30"/>
                  <a:pt x="1" y="26"/>
                  <a:pt x="3" y="21"/>
                </a:cubicBezTo>
                <a:cubicBezTo>
                  <a:pt x="4" y="17"/>
                  <a:pt x="7" y="13"/>
                  <a:pt x="10" y="10"/>
                </a:cubicBezTo>
                <a:cubicBezTo>
                  <a:pt x="14" y="7"/>
                  <a:pt x="17" y="4"/>
                  <a:pt x="22" y="2"/>
                </a:cubicBezTo>
                <a:cubicBezTo>
                  <a:pt x="26" y="1"/>
                  <a:pt x="30" y="0"/>
                  <a:pt x="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508120" y="1842480"/>
            <a:ext cx="203400" cy="66960"/>
          </a:xfrm>
          <a:custGeom>
            <a:avLst/>
            <a:gdLst/>
            <a:ahLst/>
            <a:rect l="0" t="0" r="r" b="b"/>
            <a:pathLst>
              <a:path w="565" h="186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39" y="1"/>
                  <a:pt x="544" y="2"/>
                </a:cubicBezTo>
                <a:cubicBezTo>
                  <a:pt x="548" y="4"/>
                  <a:pt x="552" y="7"/>
                  <a:pt x="555" y="10"/>
                </a:cubicBezTo>
                <a:cubicBezTo>
                  <a:pt x="558" y="13"/>
                  <a:pt x="561" y="17"/>
                  <a:pt x="563" y="21"/>
                </a:cubicBezTo>
                <a:cubicBezTo>
                  <a:pt x="564" y="26"/>
                  <a:pt x="565" y="30"/>
                  <a:pt x="565" y="35"/>
                </a:cubicBezTo>
                <a:lnTo>
                  <a:pt x="565" y="150"/>
                </a:lnTo>
                <a:cubicBezTo>
                  <a:pt x="565" y="154"/>
                  <a:pt x="564" y="160"/>
                  <a:pt x="563" y="164"/>
                </a:cubicBezTo>
                <a:cubicBezTo>
                  <a:pt x="561" y="169"/>
                  <a:pt x="558" y="172"/>
                  <a:pt x="555" y="176"/>
                </a:cubicBezTo>
                <a:cubicBezTo>
                  <a:pt x="552" y="179"/>
                  <a:pt x="548" y="182"/>
                  <a:pt x="544" y="183"/>
                </a:cubicBezTo>
                <a:cubicBezTo>
                  <a:pt x="539" y="185"/>
                  <a:pt x="535" y="186"/>
                  <a:pt x="530" y="186"/>
                </a:cubicBezTo>
                <a:lnTo>
                  <a:pt x="35" y="186"/>
                </a:lnTo>
                <a:cubicBezTo>
                  <a:pt x="30" y="186"/>
                  <a:pt x="26" y="185"/>
                  <a:pt x="22" y="183"/>
                </a:cubicBezTo>
                <a:cubicBezTo>
                  <a:pt x="17" y="182"/>
                  <a:pt x="14" y="179"/>
                  <a:pt x="10" y="176"/>
                </a:cubicBezTo>
                <a:cubicBezTo>
                  <a:pt x="7" y="172"/>
                  <a:pt x="4" y="169"/>
                  <a:pt x="3" y="164"/>
                </a:cubicBezTo>
                <a:cubicBezTo>
                  <a:pt x="1" y="160"/>
                  <a:pt x="0" y="154"/>
                  <a:pt x="0" y="150"/>
                </a:cubicBezTo>
                <a:lnTo>
                  <a:pt x="0" y="35"/>
                </a:lnTo>
                <a:cubicBezTo>
                  <a:pt x="0" y="30"/>
                  <a:pt x="1" y="26"/>
                  <a:pt x="3" y="21"/>
                </a:cubicBezTo>
                <a:cubicBezTo>
                  <a:pt x="4" y="17"/>
                  <a:pt x="7" y="13"/>
                  <a:pt x="10" y="10"/>
                </a:cubicBezTo>
                <a:cubicBezTo>
                  <a:pt x="14" y="7"/>
                  <a:pt x="17" y="4"/>
                  <a:pt x="22" y="2"/>
                </a:cubicBezTo>
                <a:cubicBezTo>
                  <a:pt x="26" y="1"/>
                  <a:pt x="30" y="0"/>
                  <a:pt x="35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457200" y="7466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2660400" y="1995120"/>
            <a:ext cx="203760" cy="66960"/>
          </a:xfrm>
          <a:custGeom>
            <a:avLst/>
            <a:gdLst/>
            <a:ahLst/>
            <a:rect l="0" t="0" r="r" b="b"/>
            <a:pathLst>
              <a:path w="566" h="186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40" y="0"/>
                  <a:pt x="544" y="2"/>
                </a:cubicBezTo>
                <a:cubicBezTo>
                  <a:pt x="548" y="4"/>
                  <a:pt x="552" y="7"/>
                  <a:pt x="555" y="10"/>
                </a:cubicBezTo>
                <a:cubicBezTo>
                  <a:pt x="559" y="13"/>
                  <a:pt x="561" y="17"/>
                  <a:pt x="563" y="21"/>
                </a:cubicBezTo>
                <a:cubicBezTo>
                  <a:pt x="565" y="26"/>
                  <a:pt x="566" y="30"/>
                  <a:pt x="566" y="35"/>
                </a:cubicBezTo>
                <a:lnTo>
                  <a:pt x="566" y="151"/>
                </a:lnTo>
                <a:cubicBezTo>
                  <a:pt x="566" y="155"/>
                  <a:pt x="565" y="160"/>
                  <a:pt x="563" y="164"/>
                </a:cubicBezTo>
                <a:cubicBezTo>
                  <a:pt x="561" y="168"/>
                  <a:pt x="559" y="172"/>
                  <a:pt x="555" y="176"/>
                </a:cubicBezTo>
                <a:cubicBezTo>
                  <a:pt x="552" y="179"/>
                  <a:pt x="548" y="181"/>
                  <a:pt x="544" y="183"/>
                </a:cubicBezTo>
                <a:cubicBezTo>
                  <a:pt x="540" y="185"/>
                  <a:pt x="535" y="186"/>
                  <a:pt x="530" y="186"/>
                </a:cubicBezTo>
                <a:lnTo>
                  <a:pt x="35" y="186"/>
                </a:lnTo>
                <a:cubicBezTo>
                  <a:pt x="31" y="186"/>
                  <a:pt x="26" y="185"/>
                  <a:pt x="22" y="183"/>
                </a:cubicBezTo>
                <a:cubicBezTo>
                  <a:pt x="18" y="181"/>
                  <a:pt x="14" y="179"/>
                  <a:pt x="11" y="176"/>
                </a:cubicBezTo>
                <a:cubicBezTo>
                  <a:pt x="7" y="172"/>
                  <a:pt x="5" y="168"/>
                  <a:pt x="3" y="164"/>
                </a:cubicBezTo>
                <a:cubicBezTo>
                  <a:pt x="1" y="160"/>
                  <a:pt x="0" y="155"/>
                  <a:pt x="0" y="151"/>
                </a:cubicBezTo>
                <a:lnTo>
                  <a:pt x="0" y="35"/>
                </a:lnTo>
                <a:cubicBezTo>
                  <a:pt x="0" y="30"/>
                  <a:pt x="1" y="26"/>
                  <a:pt x="3" y="21"/>
                </a:cubicBezTo>
                <a:cubicBezTo>
                  <a:pt x="5" y="17"/>
                  <a:pt x="7" y="13"/>
                  <a:pt x="11" y="10"/>
                </a:cubicBezTo>
                <a:cubicBezTo>
                  <a:pt x="14" y="7"/>
                  <a:pt x="18" y="4"/>
                  <a:pt x="22" y="2"/>
                </a:cubicBezTo>
                <a:cubicBezTo>
                  <a:pt x="26" y="0"/>
                  <a:pt x="31" y="0"/>
                  <a:pt x="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660400" y="1995120"/>
            <a:ext cx="203760" cy="66960"/>
          </a:xfrm>
          <a:custGeom>
            <a:avLst/>
            <a:gdLst/>
            <a:ahLst/>
            <a:rect l="0" t="0" r="r" b="b"/>
            <a:pathLst>
              <a:path w="566" h="186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40" y="0"/>
                  <a:pt x="544" y="2"/>
                </a:cubicBezTo>
                <a:cubicBezTo>
                  <a:pt x="548" y="4"/>
                  <a:pt x="552" y="7"/>
                  <a:pt x="555" y="10"/>
                </a:cubicBezTo>
                <a:cubicBezTo>
                  <a:pt x="559" y="13"/>
                  <a:pt x="561" y="17"/>
                  <a:pt x="563" y="21"/>
                </a:cubicBezTo>
                <a:cubicBezTo>
                  <a:pt x="565" y="26"/>
                  <a:pt x="566" y="30"/>
                  <a:pt x="566" y="35"/>
                </a:cubicBezTo>
                <a:lnTo>
                  <a:pt x="566" y="151"/>
                </a:lnTo>
                <a:cubicBezTo>
                  <a:pt x="566" y="155"/>
                  <a:pt x="565" y="160"/>
                  <a:pt x="563" y="164"/>
                </a:cubicBezTo>
                <a:cubicBezTo>
                  <a:pt x="561" y="168"/>
                  <a:pt x="559" y="172"/>
                  <a:pt x="555" y="176"/>
                </a:cubicBezTo>
                <a:cubicBezTo>
                  <a:pt x="552" y="179"/>
                  <a:pt x="548" y="181"/>
                  <a:pt x="544" y="183"/>
                </a:cubicBezTo>
                <a:cubicBezTo>
                  <a:pt x="540" y="185"/>
                  <a:pt x="535" y="186"/>
                  <a:pt x="530" y="186"/>
                </a:cubicBezTo>
                <a:lnTo>
                  <a:pt x="35" y="186"/>
                </a:lnTo>
                <a:cubicBezTo>
                  <a:pt x="31" y="186"/>
                  <a:pt x="26" y="185"/>
                  <a:pt x="22" y="183"/>
                </a:cubicBezTo>
                <a:cubicBezTo>
                  <a:pt x="18" y="181"/>
                  <a:pt x="14" y="179"/>
                  <a:pt x="11" y="176"/>
                </a:cubicBezTo>
                <a:cubicBezTo>
                  <a:pt x="7" y="172"/>
                  <a:pt x="5" y="168"/>
                  <a:pt x="3" y="164"/>
                </a:cubicBezTo>
                <a:cubicBezTo>
                  <a:pt x="1" y="160"/>
                  <a:pt x="0" y="155"/>
                  <a:pt x="0" y="151"/>
                </a:cubicBezTo>
                <a:lnTo>
                  <a:pt x="0" y="35"/>
                </a:lnTo>
                <a:cubicBezTo>
                  <a:pt x="0" y="30"/>
                  <a:pt x="1" y="26"/>
                  <a:pt x="3" y="21"/>
                </a:cubicBezTo>
                <a:cubicBezTo>
                  <a:pt x="5" y="17"/>
                  <a:pt x="7" y="13"/>
                  <a:pt x="11" y="10"/>
                </a:cubicBezTo>
                <a:cubicBezTo>
                  <a:pt x="14" y="7"/>
                  <a:pt x="18" y="4"/>
                  <a:pt x="22" y="2"/>
                </a:cubicBezTo>
                <a:cubicBezTo>
                  <a:pt x="26" y="0"/>
                  <a:pt x="31" y="0"/>
                  <a:pt x="35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2505240" y="1846080"/>
            <a:ext cx="2080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441520" y="2144520"/>
            <a:ext cx="203400" cy="66960"/>
          </a:xfrm>
          <a:custGeom>
            <a:avLst/>
            <a:gdLst/>
            <a:ahLst/>
            <a:rect l="0" t="0" r="r" b="b"/>
            <a:pathLst>
              <a:path w="565" h="186">
                <a:moveTo>
                  <a:pt x="35" y="0"/>
                </a:moveTo>
                <a:lnTo>
                  <a:pt x="530" y="0"/>
                </a:lnTo>
                <a:cubicBezTo>
                  <a:pt x="534" y="0"/>
                  <a:pt x="539" y="0"/>
                  <a:pt x="543" y="2"/>
                </a:cubicBezTo>
                <a:cubicBezTo>
                  <a:pt x="548" y="4"/>
                  <a:pt x="551" y="7"/>
                  <a:pt x="555" y="10"/>
                </a:cubicBezTo>
                <a:cubicBezTo>
                  <a:pt x="558" y="13"/>
                  <a:pt x="561" y="17"/>
                  <a:pt x="562" y="21"/>
                </a:cubicBezTo>
                <a:cubicBezTo>
                  <a:pt x="564" y="26"/>
                  <a:pt x="565" y="30"/>
                  <a:pt x="565" y="35"/>
                </a:cubicBezTo>
                <a:lnTo>
                  <a:pt x="565" y="151"/>
                </a:lnTo>
                <a:cubicBezTo>
                  <a:pt x="565" y="155"/>
                  <a:pt x="564" y="160"/>
                  <a:pt x="562" y="164"/>
                </a:cubicBezTo>
                <a:cubicBezTo>
                  <a:pt x="561" y="169"/>
                  <a:pt x="558" y="172"/>
                  <a:pt x="555" y="176"/>
                </a:cubicBezTo>
                <a:cubicBezTo>
                  <a:pt x="551" y="179"/>
                  <a:pt x="548" y="182"/>
                  <a:pt x="543" y="183"/>
                </a:cubicBezTo>
                <a:cubicBezTo>
                  <a:pt x="539" y="185"/>
                  <a:pt x="534" y="186"/>
                  <a:pt x="530" y="186"/>
                </a:cubicBezTo>
                <a:lnTo>
                  <a:pt x="35" y="186"/>
                </a:lnTo>
                <a:cubicBezTo>
                  <a:pt x="30" y="186"/>
                  <a:pt x="26" y="185"/>
                  <a:pt x="21" y="183"/>
                </a:cubicBezTo>
                <a:cubicBezTo>
                  <a:pt x="17" y="182"/>
                  <a:pt x="13" y="179"/>
                  <a:pt x="10" y="176"/>
                </a:cubicBezTo>
                <a:cubicBezTo>
                  <a:pt x="7" y="172"/>
                  <a:pt x="4" y="169"/>
                  <a:pt x="2" y="164"/>
                </a:cubicBezTo>
                <a:cubicBezTo>
                  <a:pt x="1" y="160"/>
                  <a:pt x="0" y="155"/>
                  <a:pt x="0" y="151"/>
                </a:cubicBezTo>
                <a:lnTo>
                  <a:pt x="0" y="35"/>
                </a:lnTo>
                <a:cubicBezTo>
                  <a:pt x="0" y="30"/>
                  <a:pt x="1" y="26"/>
                  <a:pt x="2" y="21"/>
                </a:cubicBezTo>
                <a:cubicBezTo>
                  <a:pt x="4" y="17"/>
                  <a:pt x="7" y="13"/>
                  <a:pt x="10" y="10"/>
                </a:cubicBezTo>
                <a:cubicBezTo>
                  <a:pt x="13" y="7"/>
                  <a:pt x="17" y="4"/>
                  <a:pt x="21" y="2"/>
                </a:cubicBezTo>
                <a:cubicBezTo>
                  <a:pt x="26" y="0"/>
                  <a:pt x="30" y="0"/>
                  <a:pt x="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2441520" y="2144520"/>
            <a:ext cx="203400" cy="66960"/>
          </a:xfrm>
          <a:custGeom>
            <a:avLst/>
            <a:gdLst/>
            <a:ahLst/>
            <a:rect l="0" t="0" r="r" b="b"/>
            <a:pathLst>
              <a:path w="565" h="186">
                <a:moveTo>
                  <a:pt x="35" y="0"/>
                </a:moveTo>
                <a:lnTo>
                  <a:pt x="530" y="0"/>
                </a:lnTo>
                <a:cubicBezTo>
                  <a:pt x="534" y="0"/>
                  <a:pt x="539" y="0"/>
                  <a:pt x="543" y="2"/>
                </a:cubicBezTo>
                <a:cubicBezTo>
                  <a:pt x="548" y="4"/>
                  <a:pt x="551" y="7"/>
                  <a:pt x="555" y="10"/>
                </a:cubicBezTo>
                <a:cubicBezTo>
                  <a:pt x="558" y="13"/>
                  <a:pt x="561" y="17"/>
                  <a:pt x="562" y="21"/>
                </a:cubicBezTo>
                <a:cubicBezTo>
                  <a:pt x="564" y="26"/>
                  <a:pt x="565" y="30"/>
                  <a:pt x="565" y="35"/>
                </a:cubicBezTo>
                <a:lnTo>
                  <a:pt x="565" y="151"/>
                </a:lnTo>
                <a:cubicBezTo>
                  <a:pt x="565" y="155"/>
                  <a:pt x="564" y="160"/>
                  <a:pt x="562" y="164"/>
                </a:cubicBezTo>
                <a:cubicBezTo>
                  <a:pt x="561" y="169"/>
                  <a:pt x="558" y="172"/>
                  <a:pt x="555" y="176"/>
                </a:cubicBezTo>
                <a:cubicBezTo>
                  <a:pt x="551" y="179"/>
                  <a:pt x="548" y="182"/>
                  <a:pt x="543" y="183"/>
                </a:cubicBezTo>
                <a:cubicBezTo>
                  <a:pt x="539" y="185"/>
                  <a:pt x="534" y="186"/>
                  <a:pt x="530" y="186"/>
                </a:cubicBezTo>
                <a:lnTo>
                  <a:pt x="35" y="186"/>
                </a:lnTo>
                <a:cubicBezTo>
                  <a:pt x="30" y="186"/>
                  <a:pt x="26" y="185"/>
                  <a:pt x="21" y="183"/>
                </a:cubicBezTo>
                <a:cubicBezTo>
                  <a:pt x="17" y="182"/>
                  <a:pt x="13" y="179"/>
                  <a:pt x="10" y="176"/>
                </a:cubicBezTo>
                <a:cubicBezTo>
                  <a:pt x="7" y="172"/>
                  <a:pt x="4" y="169"/>
                  <a:pt x="2" y="164"/>
                </a:cubicBezTo>
                <a:cubicBezTo>
                  <a:pt x="1" y="160"/>
                  <a:pt x="0" y="155"/>
                  <a:pt x="0" y="151"/>
                </a:cubicBezTo>
                <a:lnTo>
                  <a:pt x="0" y="35"/>
                </a:lnTo>
                <a:cubicBezTo>
                  <a:pt x="0" y="30"/>
                  <a:pt x="1" y="26"/>
                  <a:pt x="2" y="21"/>
                </a:cubicBezTo>
                <a:cubicBezTo>
                  <a:pt x="4" y="17"/>
                  <a:pt x="7" y="13"/>
                  <a:pt x="10" y="10"/>
                </a:cubicBezTo>
                <a:cubicBezTo>
                  <a:pt x="13" y="7"/>
                  <a:pt x="17" y="4"/>
                  <a:pt x="21" y="2"/>
                </a:cubicBezTo>
                <a:cubicBezTo>
                  <a:pt x="26" y="0"/>
                  <a:pt x="30" y="0"/>
                  <a:pt x="35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57520" y="1998360"/>
            <a:ext cx="2080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1990440" y="2315880"/>
            <a:ext cx="203760" cy="67320"/>
          </a:xfrm>
          <a:custGeom>
            <a:avLst/>
            <a:gdLst/>
            <a:ahLst/>
            <a:rect l="0" t="0" r="r" b="b"/>
            <a:pathLst>
              <a:path w="566" h="187">
                <a:moveTo>
                  <a:pt x="36" y="0"/>
                </a:moveTo>
                <a:lnTo>
                  <a:pt x="530" y="0"/>
                </a:lnTo>
                <a:cubicBezTo>
                  <a:pt x="535" y="0"/>
                  <a:pt x="540" y="1"/>
                  <a:pt x="544" y="3"/>
                </a:cubicBezTo>
                <a:cubicBezTo>
                  <a:pt x="548" y="5"/>
                  <a:pt x="552" y="7"/>
                  <a:pt x="555" y="11"/>
                </a:cubicBezTo>
                <a:cubicBezTo>
                  <a:pt x="559" y="14"/>
                  <a:pt x="561" y="18"/>
                  <a:pt x="563" y="22"/>
                </a:cubicBezTo>
                <a:cubicBezTo>
                  <a:pt x="565" y="27"/>
                  <a:pt x="566" y="31"/>
                  <a:pt x="566" y="36"/>
                </a:cubicBezTo>
                <a:lnTo>
                  <a:pt x="566" y="152"/>
                </a:lnTo>
                <a:cubicBezTo>
                  <a:pt x="566" y="156"/>
                  <a:pt x="565" y="161"/>
                  <a:pt x="563" y="165"/>
                </a:cubicBezTo>
                <a:cubicBezTo>
                  <a:pt x="561" y="169"/>
                  <a:pt x="559" y="173"/>
                  <a:pt x="555" y="176"/>
                </a:cubicBezTo>
                <a:cubicBezTo>
                  <a:pt x="552" y="180"/>
                  <a:pt x="548" y="182"/>
                  <a:pt x="544" y="184"/>
                </a:cubicBezTo>
                <a:cubicBezTo>
                  <a:pt x="540" y="186"/>
                  <a:pt x="535" y="187"/>
                  <a:pt x="530" y="187"/>
                </a:cubicBezTo>
                <a:lnTo>
                  <a:pt x="36" y="187"/>
                </a:lnTo>
                <a:cubicBezTo>
                  <a:pt x="31" y="187"/>
                  <a:pt x="26" y="186"/>
                  <a:pt x="22" y="184"/>
                </a:cubicBezTo>
                <a:cubicBezTo>
                  <a:pt x="18" y="182"/>
                  <a:pt x="14" y="180"/>
                  <a:pt x="11" y="176"/>
                </a:cubicBezTo>
                <a:cubicBezTo>
                  <a:pt x="7" y="173"/>
                  <a:pt x="5" y="169"/>
                  <a:pt x="3" y="165"/>
                </a:cubicBezTo>
                <a:cubicBezTo>
                  <a:pt x="1" y="161"/>
                  <a:pt x="0" y="156"/>
                  <a:pt x="0" y="152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1990440" y="2315880"/>
            <a:ext cx="203760" cy="67320"/>
          </a:xfrm>
          <a:custGeom>
            <a:avLst/>
            <a:gdLst/>
            <a:ahLst/>
            <a:rect l="0" t="0" r="r" b="b"/>
            <a:pathLst>
              <a:path w="566" h="187">
                <a:moveTo>
                  <a:pt x="36" y="0"/>
                </a:moveTo>
                <a:lnTo>
                  <a:pt x="530" y="0"/>
                </a:lnTo>
                <a:cubicBezTo>
                  <a:pt x="535" y="0"/>
                  <a:pt x="540" y="1"/>
                  <a:pt x="544" y="3"/>
                </a:cubicBezTo>
                <a:cubicBezTo>
                  <a:pt x="548" y="5"/>
                  <a:pt x="552" y="7"/>
                  <a:pt x="555" y="11"/>
                </a:cubicBezTo>
                <a:cubicBezTo>
                  <a:pt x="559" y="14"/>
                  <a:pt x="561" y="18"/>
                  <a:pt x="563" y="22"/>
                </a:cubicBezTo>
                <a:cubicBezTo>
                  <a:pt x="565" y="27"/>
                  <a:pt x="566" y="31"/>
                  <a:pt x="566" y="36"/>
                </a:cubicBezTo>
                <a:lnTo>
                  <a:pt x="566" y="152"/>
                </a:lnTo>
                <a:cubicBezTo>
                  <a:pt x="566" y="156"/>
                  <a:pt x="565" y="161"/>
                  <a:pt x="563" y="165"/>
                </a:cubicBezTo>
                <a:cubicBezTo>
                  <a:pt x="561" y="169"/>
                  <a:pt x="559" y="173"/>
                  <a:pt x="555" y="176"/>
                </a:cubicBezTo>
                <a:cubicBezTo>
                  <a:pt x="552" y="180"/>
                  <a:pt x="548" y="182"/>
                  <a:pt x="544" y="184"/>
                </a:cubicBezTo>
                <a:cubicBezTo>
                  <a:pt x="540" y="186"/>
                  <a:pt x="535" y="187"/>
                  <a:pt x="530" y="187"/>
                </a:cubicBezTo>
                <a:lnTo>
                  <a:pt x="36" y="187"/>
                </a:lnTo>
                <a:cubicBezTo>
                  <a:pt x="31" y="187"/>
                  <a:pt x="26" y="186"/>
                  <a:pt x="22" y="184"/>
                </a:cubicBezTo>
                <a:cubicBezTo>
                  <a:pt x="18" y="182"/>
                  <a:pt x="14" y="180"/>
                  <a:pt x="11" y="176"/>
                </a:cubicBezTo>
                <a:cubicBezTo>
                  <a:pt x="7" y="173"/>
                  <a:pt x="5" y="169"/>
                  <a:pt x="3" y="165"/>
                </a:cubicBezTo>
                <a:cubicBezTo>
                  <a:pt x="1" y="161"/>
                  <a:pt x="0" y="156"/>
                  <a:pt x="0" y="152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2451960" y="2147760"/>
            <a:ext cx="1807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7115040" y="3326760"/>
            <a:ext cx="203400" cy="67320"/>
          </a:xfrm>
          <a:custGeom>
            <a:avLst/>
            <a:gdLst/>
            <a:ahLst/>
            <a:rect l="0" t="0" r="r" b="b"/>
            <a:pathLst>
              <a:path w="565" h="187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39" y="1"/>
                  <a:pt x="544" y="3"/>
                </a:cubicBezTo>
                <a:cubicBezTo>
                  <a:pt x="548" y="5"/>
                  <a:pt x="552" y="7"/>
                  <a:pt x="555" y="11"/>
                </a:cubicBezTo>
                <a:cubicBezTo>
                  <a:pt x="558" y="14"/>
                  <a:pt x="561" y="18"/>
                  <a:pt x="563" y="22"/>
                </a:cubicBezTo>
                <a:cubicBezTo>
                  <a:pt x="564" y="27"/>
                  <a:pt x="565" y="31"/>
                  <a:pt x="565" y="36"/>
                </a:cubicBezTo>
                <a:lnTo>
                  <a:pt x="565" y="152"/>
                </a:lnTo>
                <a:cubicBezTo>
                  <a:pt x="565" y="156"/>
                  <a:pt x="564" y="161"/>
                  <a:pt x="563" y="165"/>
                </a:cubicBezTo>
                <a:cubicBezTo>
                  <a:pt x="561" y="169"/>
                  <a:pt x="558" y="173"/>
                  <a:pt x="555" y="176"/>
                </a:cubicBezTo>
                <a:cubicBezTo>
                  <a:pt x="552" y="180"/>
                  <a:pt x="548" y="182"/>
                  <a:pt x="544" y="184"/>
                </a:cubicBezTo>
                <a:cubicBezTo>
                  <a:pt x="539" y="186"/>
                  <a:pt x="535" y="187"/>
                  <a:pt x="530" y="187"/>
                </a:cubicBezTo>
                <a:lnTo>
                  <a:pt x="35" y="187"/>
                </a:lnTo>
                <a:cubicBezTo>
                  <a:pt x="30" y="187"/>
                  <a:pt x="26" y="186"/>
                  <a:pt x="22" y="184"/>
                </a:cubicBezTo>
                <a:cubicBezTo>
                  <a:pt x="17" y="182"/>
                  <a:pt x="14" y="180"/>
                  <a:pt x="10" y="176"/>
                </a:cubicBezTo>
                <a:cubicBezTo>
                  <a:pt x="7" y="173"/>
                  <a:pt x="4" y="169"/>
                  <a:pt x="3" y="165"/>
                </a:cubicBezTo>
                <a:cubicBezTo>
                  <a:pt x="1" y="161"/>
                  <a:pt x="0" y="156"/>
                  <a:pt x="0" y="152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4" y="18"/>
                  <a:pt x="7" y="14"/>
                  <a:pt x="10" y="11"/>
                </a:cubicBezTo>
                <a:cubicBezTo>
                  <a:pt x="14" y="7"/>
                  <a:pt x="17" y="5"/>
                  <a:pt x="22" y="3"/>
                </a:cubicBezTo>
                <a:cubicBezTo>
                  <a:pt x="26" y="1"/>
                  <a:pt x="30" y="0"/>
                  <a:pt x="3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7115040" y="3326760"/>
            <a:ext cx="203400" cy="67320"/>
          </a:xfrm>
          <a:custGeom>
            <a:avLst/>
            <a:gdLst/>
            <a:ahLst/>
            <a:rect l="0" t="0" r="r" b="b"/>
            <a:pathLst>
              <a:path w="565" h="187">
                <a:moveTo>
                  <a:pt x="35" y="0"/>
                </a:moveTo>
                <a:lnTo>
                  <a:pt x="530" y="0"/>
                </a:lnTo>
                <a:cubicBezTo>
                  <a:pt x="535" y="0"/>
                  <a:pt x="539" y="1"/>
                  <a:pt x="544" y="3"/>
                </a:cubicBezTo>
                <a:cubicBezTo>
                  <a:pt x="548" y="5"/>
                  <a:pt x="552" y="7"/>
                  <a:pt x="555" y="11"/>
                </a:cubicBezTo>
                <a:cubicBezTo>
                  <a:pt x="558" y="14"/>
                  <a:pt x="561" y="18"/>
                  <a:pt x="563" y="22"/>
                </a:cubicBezTo>
                <a:cubicBezTo>
                  <a:pt x="564" y="27"/>
                  <a:pt x="565" y="31"/>
                  <a:pt x="565" y="36"/>
                </a:cubicBezTo>
                <a:lnTo>
                  <a:pt x="565" y="152"/>
                </a:lnTo>
                <a:cubicBezTo>
                  <a:pt x="565" y="156"/>
                  <a:pt x="564" y="161"/>
                  <a:pt x="563" y="165"/>
                </a:cubicBezTo>
                <a:cubicBezTo>
                  <a:pt x="561" y="169"/>
                  <a:pt x="558" y="173"/>
                  <a:pt x="555" y="176"/>
                </a:cubicBezTo>
                <a:cubicBezTo>
                  <a:pt x="552" y="180"/>
                  <a:pt x="548" y="182"/>
                  <a:pt x="544" y="184"/>
                </a:cubicBezTo>
                <a:cubicBezTo>
                  <a:pt x="539" y="186"/>
                  <a:pt x="535" y="187"/>
                  <a:pt x="530" y="187"/>
                </a:cubicBezTo>
                <a:lnTo>
                  <a:pt x="35" y="187"/>
                </a:lnTo>
                <a:cubicBezTo>
                  <a:pt x="30" y="187"/>
                  <a:pt x="26" y="186"/>
                  <a:pt x="22" y="184"/>
                </a:cubicBezTo>
                <a:cubicBezTo>
                  <a:pt x="17" y="182"/>
                  <a:pt x="14" y="180"/>
                  <a:pt x="10" y="176"/>
                </a:cubicBezTo>
                <a:cubicBezTo>
                  <a:pt x="7" y="173"/>
                  <a:pt x="4" y="169"/>
                  <a:pt x="3" y="165"/>
                </a:cubicBezTo>
                <a:cubicBezTo>
                  <a:pt x="1" y="161"/>
                  <a:pt x="0" y="156"/>
                  <a:pt x="0" y="152"/>
                </a:cubicBezTo>
                <a:lnTo>
                  <a:pt x="0" y="36"/>
                </a:lnTo>
                <a:cubicBezTo>
                  <a:pt x="0" y="31"/>
                  <a:pt x="1" y="27"/>
                  <a:pt x="3" y="22"/>
                </a:cubicBezTo>
                <a:cubicBezTo>
                  <a:pt x="4" y="18"/>
                  <a:pt x="7" y="14"/>
                  <a:pt x="10" y="11"/>
                </a:cubicBezTo>
                <a:cubicBezTo>
                  <a:pt x="14" y="7"/>
                  <a:pt x="17" y="5"/>
                  <a:pt x="22" y="3"/>
                </a:cubicBezTo>
                <a:cubicBezTo>
                  <a:pt x="26" y="1"/>
                  <a:pt x="30" y="0"/>
                  <a:pt x="35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1988280" y="2322720"/>
            <a:ext cx="206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125480" y="3327480"/>
            <a:ext cx="1807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38764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56840" y="38764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8002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181320" y="38764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56840" y="38764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3105000" y="36414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588600" y="403812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88600" y="42930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295440" y="38764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3295440" y="38764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295440" y="45529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029280" y="38764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295440" y="38764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588600" y="45406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3430800" y="403812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6143400" y="38764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143400" y="38764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143400" y="4552920"/>
            <a:ext cx="2734200" cy="9720"/>
          </a:xfrm>
          <a:custGeom>
            <a:avLst/>
            <a:gdLst/>
            <a:ahLst/>
            <a:rect l="0" t="0" r="r" b="b"/>
            <a:pathLst>
              <a:path w="7595" h="27">
                <a:moveTo>
                  <a:pt x="0" y="0"/>
                </a:moveTo>
                <a:lnTo>
                  <a:pt x="7595" y="0"/>
                </a:lnTo>
                <a:lnTo>
                  <a:pt x="75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8867520" y="38764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143400" y="38764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3430800" y="42930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6273000" y="40381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273000" y="42930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2562120" y="4935240"/>
            <a:ext cx="468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 · meedenken loopt via de kerngroep techniek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