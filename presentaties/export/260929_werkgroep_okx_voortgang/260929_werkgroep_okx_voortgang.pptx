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/>
          <p:nvPr/>
        </p:nvSpPr>
        <p:spPr>
          <a:xfrm>
            <a:off x="456840" y="298116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456840" y="29811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4562280" y="298116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840" y="29811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456840" y="3705120"/>
            <a:ext cx="4115160" cy="428760"/>
          </a:xfrm>
          <a:custGeom>
            <a:avLst/>
            <a:gdLst/>
            <a:ahLst/>
            <a:rect l="0" t="0" r="r" b="b"/>
            <a:pathLst>
              <a:path w="11431" h="1191">
                <a:moveTo>
                  <a:pt x="0" y="0"/>
                </a:moveTo>
                <a:lnTo>
                  <a:pt x="11431" y="0"/>
                </a:lnTo>
                <a:lnTo>
                  <a:pt x="1143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56840" y="41241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62280" y="3705120"/>
            <a:ext cx="9720" cy="428760"/>
          </a:xfrm>
          <a:custGeom>
            <a:avLst/>
            <a:gdLst/>
            <a:ahLst/>
            <a:rect l="0" t="0" r="r" b="b"/>
            <a:pathLst>
              <a:path w="27" h="1191">
                <a:moveTo>
                  <a:pt x="0" y="106"/>
                </a:moveTo>
                <a:lnTo>
                  <a:pt x="0" y="1191"/>
                </a:lnTo>
                <a:lnTo>
                  <a:pt x="27" y="11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56840" y="3705120"/>
            <a:ext cx="10080" cy="428760"/>
          </a:xfrm>
          <a:custGeom>
            <a:avLst/>
            <a:gdLst/>
            <a:ahLst/>
            <a:rect l="0" t="0" r="r" b="b"/>
            <a:pathLst>
              <a:path w="28" h="1191">
                <a:moveTo>
                  <a:pt x="0" y="0"/>
                </a:moveTo>
                <a:lnTo>
                  <a:pt x="0" y="1191"/>
                </a:lnTo>
                <a:lnTo>
                  <a:pt x="28" y="11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56840" y="17809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6840" y="17809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56840" y="28573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5736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684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28880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26840" y="23252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2571480" y="17809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2571480" y="17809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2571480" y="28573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562280" y="17809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2571480" y="17809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93400" y="25729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391920" y="1903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682360" y="23252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603720" y="3134520"/>
            <a:ext cx="4022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Begrippen, model en stromen liggen als concept voor, naast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603720" y="3334680"/>
            <a:ext cx="10659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208" name=""/>
          <p:cNvSpPr txBox="1"/>
          <p:nvPr/>
        </p:nvSpPr>
        <p:spPr>
          <a:xfrm>
            <a:off x="603720" y="384876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8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1880" y="1261800"/>
            <a:ext cx="4105440" cy="3200760"/>
          </a:xfrm>
          <a:custGeom>
            <a:avLst/>
            <a:gdLst/>
            <a:ahLst/>
            <a:rect l="0" t="0" r="r" b="b"/>
            <a:pathLst>
              <a:path w="11404" h="8891">
                <a:moveTo>
                  <a:pt x="0" y="874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46"/>
                </a:lnTo>
                <a:cubicBezTo>
                  <a:pt x="11404" y="8755"/>
                  <a:pt x="11403" y="8765"/>
                  <a:pt x="11401" y="8774"/>
                </a:cubicBezTo>
                <a:cubicBezTo>
                  <a:pt x="11400" y="8783"/>
                  <a:pt x="11397" y="8793"/>
                  <a:pt x="11393" y="8801"/>
                </a:cubicBezTo>
                <a:cubicBezTo>
                  <a:pt x="11390" y="8810"/>
                  <a:pt x="11385" y="8819"/>
                  <a:pt x="11380" y="8827"/>
                </a:cubicBezTo>
                <a:cubicBezTo>
                  <a:pt x="11374" y="8834"/>
                  <a:pt x="11368" y="8842"/>
                  <a:pt x="11362" y="8849"/>
                </a:cubicBezTo>
                <a:cubicBezTo>
                  <a:pt x="11355" y="8855"/>
                  <a:pt x="11348" y="8861"/>
                  <a:pt x="11340" y="8867"/>
                </a:cubicBezTo>
                <a:cubicBezTo>
                  <a:pt x="11332" y="8872"/>
                  <a:pt x="11323" y="8876"/>
                  <a:pt x="11314" y="8880"/>
                </a:cubicBezTo>
                <a:cubicBezTo>
                  <a:pt x="11306" y="8884"/>
                  <a:pt x="11297" y="8887"/>
                  <a:pt x="11287" y="8888"/>
                </a:cubicBezTo>
                <a:cubicBezTo>
                  <a:pt x="11278" y="8890"/>
                  <a:pt x="11268" y="8891"/>
                  <a:pt x="11259" y="8891"/>
                </a:cubicBezTo>
                <a:lnTo>
                  <a:pt x="145" y="8891"/>
                </a:lnTo>
                <a:cubicBezTo>
                  <a:pt x="136" y="8891"/>
                  <a:pt x="126" y="8890"/>
                  <a:pt x="117" y="8888"/>
                </a:cubicBezTo>
                <a:cubicBezTo>
                  <a:pt x="107" y="8887"/>
                  <a:pt x="98" y="8884"/>
                  <a:pt x="90" y="8880"/>
                </a:cubicBezTo>
                <a:cubicBezTo>
                  <a:pt x="81" y="8876"/>
                  <a:pt x="72" y="8872"/>
                  <a:pt x="64" y="8867"/>
                </a:cubicBezTo>
                <a:cubicBezTo>
                  <a:pt x="56" y="8861"/>
                  <a:pt x="49" y="8855"/>
                  <a:pt x="42" y="8849"/>
                </a:cubicBezTo>
                <a:cubicBezTo>
                  <a:pt x="36" y="8842"/>
                  <a:pt x="30" y="8834"/>
                  <a:pt x="24" y="8827"/>
                </a:cubicBezTo>
                <a:cubicBezTo>
                  <a:pt x="19" y="8819"/>
                  <a:pt x="14" y="8810"/>
                  <a:pt x="11" y="8801"/>
                </a:cubicBezTo>
                <a:cubicBezTo>
                  <a:pt x="7" y="8793"/>
                  <a:pt x="4" y="8783"/>
                  <a:pt x="3" y="8774"/>
                </a:cubicBezTo>
                <a:cubicBezTo>
                  <a:pt x="1" y="8765"/>
                  <a:pt x="0" y="8755"/>
                  <a:pt x="0" y="8746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2"/>
          <a:stretch/>
        </p:blipFill>
        <p:spPr>
          <a:xfrm>
            <a:off x="466560" y="1266840"/>
            <a:ext cx="4095360" cy="3190680"/>
          </a:xfrm>
          <a:prstGeom prst="rect">
            <a:avLst/>
          </a:prstGeom>
          <a:ln w="0">
            <a:noFill/>
          </a:ln>
        </p:spPr>
      </p:pic>
      <p:sp>
        <p:nvSpPr>
          <p:cNvPr id="221" name=""/>
          <p:cNvSpPr txBox="1"/>
          <p:nvPr/>
        </p:nvSpPr>
        <p:spPr>
          <a:xfrm>
            <a:off x="439920" y="5770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762440" y="1714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62440" y="1714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62440" y="2466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8867520" y="1714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762440" y="1714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762440" y="2581200"/>
            <a:ext cx="4115160" cy="762120"/>
          </a:xfrm>
          <a:custGeom>
            <a:avLst/>
            <a:gdLst/>
            <a:ahLst/>
            <a:rect l="0" t="0" r="r" b="b"/>
            <a:pathLst>
              <a:path w="11431" h="2117">
                <a:moveTo>
                  <a:pt x="0" y="0"/>
                </a:moveTo>
                <a:lnTo>
                  <a:pt x="11431" y="0"/>
                </a:lnTo>
                <a:lnTo>
                  <a:pt x="11431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762440" y="2581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8867520" y="25812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106"/>
                </a:moveTo>
                <a:lnTo>
                  <a:pt x="0" y="2117"/>
                </a:lnTo>
                <a:lnTo>
                  <a:pt x="28" y="211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762440" y="2581200"/>
            <a:ext cx="9720" cy="762120"/>
          </a:xfrm>
          <a:custGeom>
            <a:avLst/>
            <a:gdLst/>
            <a:ahLst/>
            <a:rect l="0" t="0" r="r" b="b"/>
            <a:pathLst>
              <a:path w="27" h="2117">
                <a:moveTo>
                  <a:pt x="0" y="0"/>
                </a:moveTo>
                <a:lnTo>
                  <a:pt x="0" y="2117"/>
                </a:lnTo>
                <a:lnTo>
                  <a:pt x="27" y="211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762440" y="3447720"/>
            <a:ext cx="4115160" cy="772200"/>
          </a:xfrm>
          <a:custGeom>
            <a:avLst/>
            <a:gdLst/>
            <a:ahLst/>
            <a:rect l="0" t="0" r="r" b="b"/>
            <a:pathLst>
              <a:path w="11431" h="2145">
                <a:moveTo>
                  <a:pt x="0" y="0"/>
                </a:moveTo>
                <a:lnTo>
                  <a:pt x="11431" y="0"/>
                </a:lnTo>
                <a:lnTo>
                  <a:pt x="11431" y="2145"/>
                </a:lnTo>
                <a:lnTo>
                  <a:pt x="0" y="214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762440" y="42098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8867520" y="3447720"/>
            <a:ext cx="10080" cy="772200"/>
          </a:xfrm>
          <a:custGeom>
            <a:avLst/>
            <a:gdLst/>
            <a:ahLst/>
            <a:rect l="0" t="0" r="r" b="b"/>
            <a:pathLst>
              <a:path w="28" h="2145">
                <a:moveTo>
                  <a:pt x="0" y="107"/>
                </a:moveTo>
                <a:lnTo>
                  <a:pt x="0" y="2145"/>
                </a:lnTo>
                <a:lnTo>
                  <a:pt x="28" y="2145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762440" y="3447720"/>
            <a:ext cx="9720" cy="772200"/>
          </a:xfrm>
          <a:custGeom>
            <a:avLst/>
            <a:gdLst/>
            <a:ahLst/>
            <a:rect l="0" t="0" r="r" b="b"/>
            <a:pathLst>
              <a:path w="27" h="2145">
                <a:moveTo>
                  <a:pt x="0" y="0"/>
                </a:moveTo>
                <a:lnTo>
                  <a:pt x="0" y="2145"/>
                </a:lnTo>
                <a:lnTo>
                  <a:pt x="27" y="2145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57200" y="4530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935600" y="192996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4935600" y="215568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935600" y="2796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935600" y="3031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4935600" y="3663720"/>
            <a:ext cx="1308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Toets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35600" y="389880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2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634320" y="2053080"/>
            <a:ext cx="1942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905360" y="2053080"/>
            <a:ext cx="1452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34320" y="270432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34320" y="292932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905360" y="2929320"/>
            <a:ext cx="167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