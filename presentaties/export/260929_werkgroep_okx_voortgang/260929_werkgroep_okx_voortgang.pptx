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png" ContentType="image/png"/>
  <Override PartName="/ppt/media/image4.png" ContentType="image/png"/>
  <Override PartName="/ppt/media/image5.jpeg" ContentType="image/jpeg"/>
  <Override PartName="/ppt/media/image6.png" ContentType="image/png"/>
  <Override PartName="/ppt/media/image7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336088" cy="52578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66560" y="1145880"/>
            <a:ext cx="8401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8401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66560" y="195120"/>
            <a:ext cx="8401680" cy="37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6656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77144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66560" y="2629800"/>
            <a:ext cx="8401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8401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6560" y="2629800"/>
            <a:ext cx="8401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6656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77144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307320" y="114588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148080" y="114588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66560" y="262980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307320" y="262980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148080" y="262980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DejaVu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66560" y="1145880"/>
            <a:ext cx="8401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marL="427680" indent="-32076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DejaVu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  <a:p>
            <a:pPr lvl="1" marL="855360" indent="-3207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DejaVu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DejaVu Sans"/>
            </a:endParaRPr>
          </a:p>
          <a:p>
            <a:pPr lvl="2" marL="1283040" indent="-28512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DejaVu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lvl="3" marL="1710720" indent="-21384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4" marL="2138400" indent="-213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5" marL="2566080" indent="-213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6" marL="2993760" indent="-213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44" name=""/>
          <p:cNvSpPr txBox="1"/>
          <p:nvPr/>
        </p:nvSpPr>
        <p:spPr>
          <a:xfrm>
            <a:off x="2979720" y="2028240"/>
            <a:ext cx="391428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80" spc="-1" strike="noStrike">
                <a:solidFill>
                  <a:srgbClr val="1a1a2e"/>
                </a:solidFill>
                <a:latin typeface="Arial"/>
                <a:ea typeface="Arial"/>
              </a:rPr>
              <a:t>Werkgroep OKx</a:t>
            </a:r>
            <a:endParaRPr b="0" lang="en-US" sz="34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3295800" y="2656800"/>
            <a:ext cx="30988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a1a2e"/>
                </a:solidFill>
                <a:latin typeface="Arial"/>
                <a:ea typeface="Arial"/>
              </a:rPr>
              <a:t>Voortgang juni tot september 2026</a:t>
            </a:r>
            <a:endParaRPr b="0" lang="en-US" sz="1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3186000" y="3037320"/>
            <a:ext cx="339624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6b7280"/>
                </a:solidFill>
                <a:latin typeface="Arial"/>
                <a:ea typeface="Arial"/>
              </a:rPr>
              <a:t>OKx · kerngroep techniek · 29 september 2026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2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5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55" name=""/>
          <p:cNvSpPr txBox="1"/>
          <p:nvPr/>
        </p:nvSpPr>
        <p:spPr>
          <a:xfrm>
            <a:off x="439920" y="500760"/>
            <a:ext cx="60206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Route naar eindproduct scherp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" name=""/>
          <p:cNvSpPr/>
          <p:nvPr/>
        </p:nvSpPr>
        <p:spPr>
          <a:xfrm>
            <a:off x="461880" y="1371240"/>
            <a:ext cx="1419480" cy="976680"/>
          </a:xfrm>
          <a:custGeom>
            <a:avLst/>
            <a:gdLst/>
            <a:ahLst/>
            <a:rect l="0" t="0" r="r" b="b"/>
            <a:pathLst>
              <a:path w="3943" h="2713">
                <a:moveTo>
                  <a:pt x="0" y="2409"/>
                </a:moveTo>
                <a:lnTo>
                  <a:pt x="0" y="266"/>
                </a:lnTo>
                <a:cubicBezTo>
                  <a:pt x="0" y="248"/>
                  <a:pt x="2" y="231"/>
                  <a:pt x="6" y="213"/>
                </a:cubicBezTo>
                <a:cubicBezTo>
                  <a:pt x="9" y="196"/>
                  <a:pt x="15" y="180"/>
                  <a:pt x="23" y="164"/>
                </a:cubicBezTo>
                <a:cubicBezTo>
                  <a:pt x="31" y="148"/>
                  <a:pt x="40" y="133"/>
                  <a:pt x="51" y="118"/>
                </a:cubicBezTo>
                <a:cubicBezTo>
                  <a:pt x="62" y="104"/>
                  <a:pt x="75" y="90"/>
                  <a:pt x="89" y="78"/>
                </a:cubicBezTo>
                <a:cubicBezTo>
                  <a:pt x="103" y="66"/>
                  <a:pt x="118" y="55"/>
                  <a:pt x="135" y="45"/>
                </a:cubicBezTo>
                <a:cubicBezTo>
                  <a:pt x="152" y="35"/>
                  <a:pt x="169" y="27"/>
                  <a:pt x="188" y="21"/>
                </a:cubicBezTo>
                <a:cubicBezTo>
                  <a:pt x="206" y="14"/>
                  <a:pt x="225" y="9"/>
                  <a:pt x="245" y="6"/>
                </a:cubicBezTo>
                <a:cubicBezTo>
                  <a:pt x="264" y="2"/>
                  <a:pt x="284" y="0"/>
                  <a:pt x="304" y="0"/>
                </a:cubicBezTo>
                <a:lnTo>
                  <a:pt x="3639" y="0"/>
                </a:lnTo>
                <a:cubicBezTo>
                  <a:pt x="3659" y="0"/>
                  <a:pt x="3679" y="2"/>
                  <a:pt x="3698" y="6"/>
                </a:cubicBezTo>
                <a:cubicBezTo>
                  <a:pt x="3718" y="9"/>
                  <a:pt x="3737" y="14"/>
                  <a:pt x="3755" y="21"/>
                </a:cubicBezTo>
                <a:cubicBezTo>
                  <a:pt x="3774" y="27"/>
                  <a:pt x="3791" y="35"/>
                  <a:pt x="3808" y="45"/>
                </a:cubicBezTo>
                <a:cubicBezTo>
                  <a:pt x="3824" y="55"/>
                  <a:pt x="3840" y="66"/>
                  <a:pt x="3854" y="78"/>
                </a:cubicBezTo>
                <a:cubicBezTo>
                  <a:pt x="3868" y="90"/>
                  <a:pt x="3881" y="104"/>
                  <a:pt x="3892" y="118"/>
                </a:cubicBezTo>
                <a:cubicBezTo>
                  <a:pt x="3903" y="133"/>
                  <a:pt x="3912" y="148"/>
                  <a:pt x="3920" y="164"/>
                </a:cubicBezTo>
                <a:cubicBezTo>
                  <a:pt x="3928" y="180"/>
                  <a:pt x="3933" y="196"/>
                  <a:pt x="3937" y="213"/>
                </a:cubicBezTo>
                <a:cubicBezTo>
                  <a:pt x="3941" y="231"/>
                  <a:pt x="3943" y="248"/>
                  <a:pt x="3943" y="266"/>
                </a:cubicBezTo>
                <a:lnTo>
                  <a:pt x="3943" y="2409"/>
                </a:lnTo>
                <a:cubicBezTo>
                  <a:pt x="3943" y="2429"/>
                  <a:pt x="3941" y="2449"/>
                  <a:pt x="3937" y="2469"/>
                </a:cubicBezTo>
                <a:cubicBezTo>
                  <a:pt x="3933" y="2488"/>
                  <a:pt x="3928" y="2507"/>
                  <a:pt x="3920" y="2526"/>
                </a:cubicBezTo>
                <a:cubicBezTo>
                  <a:pt x="3912" y="2544"/>
                  <a:pt x="3903" y="2562"/>
                  <a:pt x="3892" y="2578"/>
                </a:cubicBezTo>
                <a:cubicBezTo>
                  <a:pt x="3881" y="2595"/>
                  <a:pt x="3868" y="2610"/>
                  <a:pt x="3854" y="2624"/>
                </a:cubicBezTo>
                <a:cubicBezTo>
                  <a:pt x="3840" y="2638"/>
                  <a:pt x="3824" y="2651"/>
                  <a:pt x="3808" y="2662"/>
                </a:cubicBezTo>
                <a:cubicBezTo>
                  <a:pt x="3791" y="2673"/>
                  <a:pt x="3774" y="2683"/>
                  <a:pt x="3755" y="2690"/>
                </a:cubicBezTo>
                <a:cubicBezTo>
                  <a:pt x="3737" y="2698"/>
                  <a:pt x="3718" y="2704"/>
                  <a:pt x="3698" y="2708"/>
                </a:cubicBezTo>
                <a:cubicBezTo>
                  <a:pt x="3679" y="2712"/>
                  <a:pt x="3659" y="2713"/>
                  <a:pt x="3639" y="2713"/>
                </a:cubicBezTo>
                <a:lnTo>
                  <a:pt x="304" y="2713"/>
                </a:lnTo>
                <a:cubicBezTo>
                  <a:pt x="284" y="2713"/>
                  <a:pt x="264" y="2712"/>
                  <a:pt x="245" y="2708"/>
                </a:cubicBezTo>
                <a:cubicBezTo>
                  <a:pt x="225" y="2704"/>
                  <a:pt x="206" y="2698"/>
                  <a:pt x="188" y="2690"/>
                </a:cubicBezTo>
                <a:cubicBezTo>
                  <a:pt x="169" y="2683"/>
                  <a:pt x="152" y="2673"/>
                  <a:pt x="135" y="2662"/>
                </a:cubicBezTo>
                <a:cubicBezTo>
                  <a:pt x="118" y="2651"/>
                  <a:pt x="103" y="2638"/>
                  <a:pt x="89" y="2624"/>
                </a:cubicBezTo>
                <a:cubicBezTo>
                  <a:pt x="75" y="2610"/>
                  <a:pt x="62" y="2595"/>
                  <a:pt x="51" y="2578"/>
                </a:cubicBezTo>
                <a:cubicBezTo>
                  <a:pt x="40" y="2562"/>
                  <a:pt x="31" y="2544"/>
                  <a:pt x="23" y="2526"/>
                </a:cubicBezTo>
                <a:cubicBezTo>
                  <a:pt x="15" y="2507"/>
                  <a:pt x="9" y="2488"/>
                  <a:pt x="6" y="2469"/>
                </a:cubicBezTo>
                <a:cubicBezTo>
                  <a:pt x="2" y="2449"/>
                  <a:pt x="0" y="2429"/>
                  <a:pt x="0" y="240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" name=""/>
          <p:cNvSpPr/>
          <p:nvPr/>
        </p:nvSpPr>
        <p:spPr>
          <a:xfrm>
            <a:off x="456840" y="1352520"/>
            <a:ext cx="1429200" cy="1000440"/>
          </a:xfrm>
          <a:custGeom>
            <a:avLst/>
            <a:gdLst/>
            <a:ahLst/>
            <a:rect l="0" t="0" r="r" b="b"/>
            <a:pathLst>
              <a:path w="3970" h="2779">
                <a:moveTo>
                  <a:pt x="0" y="0"/>
                </a:moveTo>
                <a:lnTo>
                  <a:pt x="3970" y="0"/>
                </a:lnTo>
                <a:lnTo>
                  <a:pt x="3970" y="2779"/>
                </a:lnTo>
                <a:lnTo>
                  <a:pt x="0" y="2779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" name=""/>
          <p:cNvSpPr/>
          <p:nvPr/>
        </p:nvSpPr>
        <p:spPr>
          <a:xfrm>
            <a:off x="456840" y="1352520"/>
            <a:ext cx="1429200" cy="1000440"/>
          </a:xfrm>
          <a:custGeom>
            <a:avLst/>
            <a:gdLst/>
            <a:ahLst/>
            <a:rect l="0" t="0" r="r" b="b"/>
            <a:pathLst>
              <a:path w="3970" h="2779">
                <a:moveTo>
                  <a:pt x="0" y="0"/>
                </a:moveTo>
                <a:lnTo>
                  <a:pt x="3970" y="0"/>
                </a:lnTo>
                <a:lnTo>
                  <a:pt x="3970" y="2779"/>
                </a:lnTo>
                <a:lnTo>
                  <a:pt x="0" y="277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" name=""/>
          <p:cNvSpPr/>
          <p:nvPr/>
        </p:nvSpPr>
        <p:spPr>
          <a:xfrm>
            <a:off x="456840" y="1352520"/>
            <a:ext cx="1429200" cy="1000440"/>
          </a:xfrm>
          <a:custGeom>
            <a:avLst/>
            <a:gdLst/>
            <a:ahLst/>
            <a:rect l="0" t="0" r="r" b="b"/>
            <a:pathLst>
              <a:path w="3970" h="2779">
                <a:moveTo>
                  <a:pt x="0" y="0"/>
                </a:moveTo>
                <a:lnTo>
                  <a:pt x="3970" y="0"/>
                </a:lnTo>
                <a:lnTo>
                  <a:pt x="3970" y="2779"/>
                </a:lnTo>
                <a:lnTo>
                  <a:pt x="0" y="277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" name=""/>
          <p:cNvSpPr/>
          <p:nvPr/>
        </p:nvSpPr>
        <p:spPr>
          <a:xfrm>
            <a:off x="456840" y="1352520"/>
            <a:ext cx="1429200" cy="1000440"/>
          </a:xfrm>
          <a:custGeom>
            <a:avLst/>
            <a:gdLst/>
            <a:ahLst/>
            <a:rect l="0" t="0" r="r" b="b"/>
            <a:pathLst>
              <a:path w="3970" h="2779">
                <a:moveTo>
                  <a:pt x="0" y="0"/>
                </a:moveTo>
                <a:lnTo>
                  <a:pt x="3970" y="0"/>
                </a:lnTo>
                <a:lnTo>
                  <a:pt x="3970" y="2779"/>
                </a:lnTo>
                <a:lnTo>
                  <a:pt x="0" y="277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" name=""/>
          <p:cNvSpPr/>
          <p:nvPr/>
        </p:nvSpPr>
        <p:spPr>
          <a:xfrm>
            <a:off x="1071360" y="1661760"/>
            <a:ext cx="200520" cy="200520"/>
          </a:xfrm>
          <a:custGeom>
            <a:avLst/>
            <a:gdLst/>
            <a:ahLst/>
            <a:rect l="0" t="0" r="r" b="b"/>
            <a:pathLst>
              <a:path w="557" h="557">
                <a:moveTo>
                  <a:pt x="557" y="557"/>
                </a:moveTo>
                <a:lnTo>
                  <a:pt x="517" y="557"/>
                </a:lnTo>
                <a:lnTo>
                  <a:pt x="517" y="458"/>
                </a:lnTo>
                <a:cubicBezTo>
                  <a:pt x="517" y="445"/>
                  <a:pt x="514" y="432"/>
                  <a:pt x="509" y="420"/>
                </a:cubicBezTo>
                <a:cubicBezTo>
                  <a:pt x="504" y="408"/>
                  <a:pt x="497" y="397"/>
                  <a:pt x="488" y="388"/>
                </a:cubicBezTo>
                <a:cubicBezTo>
                  <a:pt x="479" y="378"/>
                  <a:pt x="468" y="371"/>
                  <a:pt x="456" y="366"/>
                </a:cubicBezTo>
                <a:cubicBezTo>
                  <a:pt x="444" y="361"/>
                  <a:pt x="431" y="359"/>
                  <a:pt x="418" y="359"/>
                </a:cubicBezTo>
                <a:lnTo>
                  <a:pt x="418" y="319"/>
                </a:lnTo>
                <a:cubicBezTo>
                  <a:pt x="436" y="319"/>
                  <a:pt x="454" y="323"/>
                  <a:pt x="471" y="330"/>
                </a:cubicBezTo>
                <a:cubicBezTo>
                  <a:pt x="488" y="337"/>
                  <a:pt x="503" y="347"/>
                  <a:pt x="516" y="360"/>
                </a:cubicBezTo>
                <a:cubicBezTo>
                  <a:pt x="529" y="373"/>
                  <a:pt x="539" y="388"/>
                  <a:pt x="546" y="405"/>
                </a:cubicBezTo>
                <a:cubicBezTo>
                  <a:pt x="553" y="422"/>
                  <a:pt x="557" y="439"/>
                  <a:pt x="557" y="458"/>
                </a:cubicBezTo>
                <a:lnTo>
                  <a:pt x="557" y="557"/>
                </a:lnTo>
                <a:moveTo>
                  <a:pt x="398" y="557"/>
                </a:moveTo>
                <a:lnTo>
                  <a:pt x="358" y="557"/>
                </a:lnTo>
                <a:lnTo>
                  <a:pt x="358" y="458"/>
                </a:lnTo>
                <a:cubicBezTo>
                  <a:pt x="358" y="445"/>
                  <a:pt x="356" y="432"/>
                  <a:pt x="351" y="420"/>
                </a:cubicBezTo>
                <a:cubicBezTo>
                  <a:pt x="346" y="408"/>
                  <a:pt x="338" y="397"/>
                  <a:pt x="329" y="388"/>
                </a:cubicBezTo>
                <a:cubicBezTo>
                  <a:pt x="320" y="378"/>
                  <a:pt x="309" y="371"/>
                  <a:pt x="297" y="366"/>
                </a:cubicBezTo>
                <a:cubicBezTo>
                  <a:pt x="285" y="361"/>
                  <a:pt x="272" y="359"/>
                  <a:pt x="259" y="359"/>
                </a:cubicBezTo>
                <a:lnTo>
                  <a:pt x="140" y="359"/>
                </a:lnTo>
                <a:cubicBezTo>
                  <a:pt x="127" y="359"/>
                  <a:pt x="114" y="361"/>
                  <a:pt x="102" y="366"/>
                </a:cubicBezTo>
                <a:cubicBezTo>
                  <a:pt x="90" y="371"/>
                  <a:pt x="79" y="378"/>
                  <a:pt x="69" y="388"/>
                </a:cubicBezTo>
                <a:cubicBezTo>
                  <a:pt x="60" y="397"/>
                  <a:pt x="52" y="408"/>
                  <a:pt x="47" y="420"/>
                </a:cubicBezTo>
                <a:cubicBezTo>
                  <a:pt x="42" y="432"/>
                  <a:pt x="40" y="445"/>
                  <a:pt x="40" y="458"/>
                </a:cubicBezTo>
                <a:lnTo>
                  <a:pt x="40" y="557"/>
                </a:lnTo>
                <a:lnTo>
                  <a:pt x="0" y="557"/>
                </a:lnTo>
                <a:lnTo>
                  <a:pt x="0" y="458"/>
                </a:lnTo>
                <a:cubicBezTo>
                  <a:pt x="0" y="439"/>
                  <a:pt x="4" y="422"/>
                  <a:pt x="11" y="405"/>
                </a:cubicBezTo>
                <a:cubicBezTo>
                  <a:pt x="18" y="388"/>
                  <a:pt x="28" y="373"/>
                  <a:pt x="41" y="360"/>
                </a:cubicBezTo>
                <a:cubicBezTo>
                  <a:pt x="54" y="347"/>
                  <a:pt x="69" y="337"/>
                  <a:pt x="87" y="330"/>
                </a:cubicBezTo>
                <a:cubicBezTo>
                  <a:pt x="104" y="323"/>
                  <a:pt x="122" y="319"/>
                  <a:pt x="140" y="319"/>
                </a:cubicBezTo>
                <a:lnTo>
                  <a:pt x="259" y="319"/>
                </a:lnTo>
                <a:cubicBezTo>
                  <a:pt x="277" y="319"/>
                  <a:pt x="295" y="323"/>
                  <a:pt x="312" y="330"/>
                </a:cubicBezTo>
                <a:cubicBezTo>
                  <a:pt x="329" y="337"/>
                  <a:pt x="344" y="347"/>
                  <a:pt x="357" y="360"/>
                </a:cubicBezTo>
                <a:cubicBezTo>
                  <a:pt x="370" y="373"/>
                  <a:pt x="380" y="388"/>
                  <a:pt x="387" y="405"/>
                </a:cubicBezTo>
                <a:cubicBezTo>
                  <a:pt x="394" y="422"/>
                  <a:pt x="398" y="439"/>
                  <a:pt x="398" y="458"/>
                </a:cubicBezTo>
                <a:lnTo>
                  <a:pt x="398" y="557"/>
                </a:lnTo>
                <a:moveTo>
                  <a:pt x="358" y="0"/>
                </a:moveTo>
                <a:lnTo>
                  <a:pt x="358" y="40"/>
                </a:lnTo>
                <a:cubicBezTo>
                  <a:pt x="371" y="40"/>
                  <a:pt x="384" y="43"/>
                  <a:pt x="396" y="48"/>
                </a:cubicBezTo>
                <a:cubicBezTo>
                  <a:pt x="408" y="53"/>
                  <a:pt x="419" y="60"/>
                  <a:pt x="428" y="69"/>
                </a:cubicBezTo>
                <a:cubicBezTo>
                  <a:pt x="438" y="79"/>
                  <a:pt x="445" y="89"/>
                  <a:pt x="450" y="101"/>
                </a:cubicBezTo>
                <a:cubicBezTo>
                  <a:pt x="455" y="115"/>
                  <a:pt x="457" y="127"/>
                  <a:pt x="457" y="140"/>
                </a:cubicBezTo>
                <a:cubicBezTo>
                  <a:pt x="457" y="154"/>
                  <a:pt x="455" y="166"/>
                  <a:pt x="450" y="178"/>
                </a:cubicBezTo>
                <a:cubicBezTo>
                  <a:pt x="445" y="191"/>
                  <a:pt x="438" y="201"/>
                  <a:pt x="428" y="211"/>
                </a:cubicBezTo>
                <a:cubicBezTo>
                  <a:pt x="419" y="220"/>
                  <a:pt x="408" y="227"/>
                  <a:pt x="396" y="232"/>
                </a:cubicBezTo>
                <a:cubicBezTo>
                  <a:pt x="384" y="237"/>
                  <a:pt x="371" y="240"/>
                  <a:pt x="358" y="240"/>
                </a:cubicBezTo>
                <a:lnTo>
                  <a:pt x="358" y="279"/>
                </a:lnTo>
                <a:cubicBezTo>
                  <a:pt x="377" y="279"/>
                  <a:pt x="394" y="276"/>
                  <a:pt x="411" y="269"/>
                </a:cubicBezTo>
                <a:cubicBezTo>
                  <a:pt x="428" y="262"/>
                  <a:pt x="443" y="252"/>
                  <a:pt x="456" y="239"/>
                </a:cubicBezTo>
                <a:cubicBezTo>
                  <a:pt x="469" y="226"/>
                  <a:pt x="480" y="211"/>
                  <a:pt x="487" y="194"/>
                </a:cubicBezTo>
                <a:cubicBezTo>
                  <a:pt x="494" y="177"/>
                  <a:pt x="497" y="159"/>
                  <a:pt x="497" y="140"/>
                </a:cubicBezTo>
                <a:cubicBezTo>
                  <a:pt x="497" y="122"/>
                  <a:pt x="494" y="104"/>
                  <a:pt x="487" y="86"/>
                </a:cubicBezTo>
                <a:cubicBezTo>
                  <a:pt x="480" y="69"/>
                  <a:pt x="469" y="54"/>
                  <a:pt x="456" y="41"/>
                </a:cubicBezTo>
                <a:cubicBezTo>
                  <a:pt x="443" y="28"/>
                  <a:pt x="428" y="18"/>
                  <a:pt x="411" y="11"/>
                </a:cubicBezTo>
                <a:cubicBezTo>
                  <a:pt x="394" y="4"/>
                  <a:pt x="377" y="0"/>
                  <a:pt x="358" y="0"/>
                </a:cubicBezTo>
                <a:moveTo>
                  <a:pt x="199" y="40"/>
                </a:moveTo>
                <a:cubicBezTo>
                  <a:pt x="213" y="40"/>
                  <a:pt x="225" y="43"/>
                  <a:pt x="237" y="48"/>
                </a:cubicBezTo>
                <a:cubicBezTo>
                  <a:pt x="250" y="53"/>
                  <a:pt x="260" y="60"/>
                  <a:pt x="270" y="69"/>
                </a:cubicBezTo>
                <a:cubicBezTo>
                  <a:pt x="279" y="79"/>
                  <a:pt x="286" y="89"/>
                  <a:pt x="291" y="101"/>
                </a:cubicBezTo>
                <a:cubicBezTo>
                  <a:pt x="296" y="115"/>
                  <a:pt x="299" y="127"/>
                  <a:pt x="299" y="140"/>
                </a:cubicBezTo>
                <a:cubicBezTo>
                  <a:pt x="299" y="154"/>
                  <a:pt x="296" y="166"/>
                  <a:pt x="291" y="178"/>
                </a:cubicBezTo>
                <a:cubicBezTo>
                  <a:pt x="286" y="191"/>
                  <a:pt x="279" y="201"/>
                  <a:pt x="270" y="211"/>
                </a:cubicBezTo>
                <a:cubicBezTo>
                  <a:pt x="260" y="220"/>
                  <a:pt x="250" y="227"/>
                  <a:pt x="237" y="232"/>
                </a:cubicBezTo>
                <a:cubicBezTo>
                  <a:pt x="225" y="237"/>
                  <a:pt x="213" y="240"/>
                  <a:pt x="199" y="240"/>
                </a:cubicBezTo>
                <a:cubicBezTo>
                  <a:pt x="186" y="240"/>
                  <a:pt x="174" y="237"/>
                  <a:pt x="162" y="232"/>
                </a:cubicBezTo>
                <a:cubicBezTo>
                  <a:pt x="149" y="227"/>
                  <a:pt x="139" y="220"/>
                  <a:pt x="129" y="211"/>
                </a:cubicBezTo>
                <a:cubicBezTo>
                  <a:pt x="120" y="201"/>
                  <a:pt x="113" y="191"/>
                  <a:pt x="108" y="178"/>
                </a:cubicBezTo>
                <a:cubicBezTo>
                  <a:pt x="103" y="166"/>
                  <a:pt x="100" y="154"/>
                  <a:pt x="100" y="140"/>
                </a:cubicBezTo>
                <a:cubicBezTo>
                  <a:pt x="100" y="127"/>
                  <a:pt x="103" y="115"/>
                  <a:pt x="108" y="101"/>
                </a:cubicBezTo>
                <a:cubicBezTo>
                  <a:pt x="113" y="89"/>
                  <a:pt x="120" y="79"/>
                  <a:pt x="129" y="69"/>
                </a:cubicBezTo>
                <a:cubicBezTo>
                  <a:pt x="139" y="60"/>
                  <a:pt x="149" y="53"/>
                  <a:pt x="162" y="48"/>
                </a:cubicBezTo>
                <a:cubicBezTo>
                  <a:pt x="174" y="43"/>
                  <a:pt x="186" y="40"/>
                  <a:pt x="199" y="40"/>
                </a:cubicBezTo>
                <a:moveTo>
                  <a:pt x="199" y="0"/>
                </a:moveTo>
                <a:cubicBezTo>
                  <a:pt x="181" y="0"/>
                  <a:pt x="163" y="4"/>
                  <a:pt x="146" y="11"/>
                </a:cubicBezTo>
                <a:cubicBezTo>
                  <a:pt x="129" y="18"/>
                  <a:pt x="114" y="28"/>
                  <a:pt x="101" y="41"/>
                </a:cubicBezTo>
                <a:cubicBezTo>
                  <a:pt x="88" y="54"/>
                  <a:pt x="78" y="69"/>
                  <a:pt x="70" y="86"/>
                </a:cubicBezTo>
                <a:cubicBezTo>
                  <a:pt x="63" y="104"/>
                  <a:pt x="60" y="122"/>
                  <a:pt x="60" y="140"/>
                </a:cubicBezTo>
                <a:cubicBezTo>
                  <a:pt x="60" y="159"/>
                  <a:pt x="63" y="177"/>
                  <a:pt x="70" y="194"/>
                </a:cubicBezTo>
                <a:cubicBezTo>
                  <a:pt x="78" y="211"/>
                  <a:pt x="88" y="226"/>
                  <a:pt x="101" y="239"/>
                </a:cubicBezTo>
                <a:cubicBezTo>
                  <a:pt x="114" y="252"/>
                  <a:pt x="129" y="262"/>
                  <a:pt x="146" y="269"/>
                </a:cubicBezTo>
                <a:cubicBezTo>
                  <a:pt x="163" y="276"/>
                  <a:pt x="181" y="279"/>
                  <a:pt x="199" y="279"/>
                </a:cubicBezTo>
                <a:cubicBezTo>
                  <a:pt x="218" y="279"/>
                  <a:pt x="236" y="276"/>
                  <a:pt x="253" y="269"/>
                </a:cubicBezTo>
                <a:cubicBezTo>
                  <a:pt x="270" y="262"/>
                  <a:pt x="285" y="252"/>
                  <a:pt x="298" y="239"/>
                </a:cubicBezTo>
                <a:cubicBezTo>
                  <a:pt x="311" y="226"/>
                  <a:pt x="321" y="211"/>
                  <a:pt x="328" y="194"/>
                </a:cubicBezTo>
                <a:cubicBezTo>
                  <a:pt x="335" y="177"/>
                  <a:pt x="338" y="159"/>
                  <a:pt x="338" y="140"/>
                </a:cubicBezTo>
                <a:cubicBezTo>
                  <a:pt x="338" y="122"/>
                  <a:pt x="335" y="104"/>
                  <a:pt x="328" y="86"/>
                </a:cubicBezTo>
                <a:cubicBezTo>
                  <a:pt x="321" y="69"/>
                  <a:pt x="311" y="54"/>
                  <a:pt x="298" y="41"/>
                </a:cubicBezTo>
                <a:cubicBezTo>
                  <a:pt x="285" y="28"/>
                  <a:pt x="270" y="18"/>
                  <a:pt x="253" y="11"/>
                </a:cubicBezTo>
                <a:cubicBezTo>
                  <a:pt x="236" y="4"/>
                  <a:pt x="218" y="0"/>
                  <a:pt x="199" y="0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457200" y="1089360"/>
            <a:ext cx="199872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6b7280"/>
                </a:solidFill>
                <a:latin typeface="Arial"/>
                <a:ea typeface="Arial"/>
              </a:rPr>
              <a:t>Vertalen langs een vaste route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840600" y="1925280"/>
            <a:ext cx="7855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3d68ec"/>
                </a:solidFill>
                <a:latin typeface="Arial"/>
                <a:ea typeface="Arial"/>
              </a:rPr>
              <a:t>Userstories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" name=""/>
          <p:cNvSpPr/>
          <p:nvPr/>
        </p:nvSpPr>
        <p:spPr>
          <a:xfrm>
            <a:off x="2205000" y="1371240"/>
            <a:ext cx="1428840" cy="976680"/>
          </a:xfrm>
          <a:custGeom>
            <a:avLst/>
            <a:gdLst/>
            <a:ahLst/>
            <a:rect l="0" t="0" r="r" b="b"/>
            <a:pathLst>
              <a:path w="3969" h="2713">
                <a:moveTo>
                  <a:pt x="0" y="2409"/>
                </a:moveTo>
                <a:lnTo>
                  <a:pt x="0" y="266"/>
                </a:lnTo>
                <a:cubicBezTo>
                  <a:pt x="0" y="248"/>
                  <a:pt x="2" y="231"/>
                  <a:pt x="5" y="213"/>
                </a:cubicBezTo>
                <a:cubicBezTo>
                  <a:pt x="9" y="196"/>
                  <a:pt x="15" y="180"/>
                  <a:pt x="23" y="164"/>
                </a:cubicBezTo>
                <a:cubicBezTo>
                  <a:pt x="30" y="148"/>
                  <a:pt x="40" y="133"/>
                  <a:pt x="51" y="118"/>
                </a:cubicBezTo>
                <a:cubicBezTo>
                  <a:pt x="62" y="104"/>
                  <a:pt x="75" y="90"/>
                  <a:pt x="89" y="78"/>
                </a:cubicBezTo>
                <a:cubicBezTo>
                  <a:pt x="103" y="66"/>
                  <a:pt x="118" y="55"/>
                  <a:pt x="135" y="45"/>
                </a:cubicBezTo>
                <a:cubicBezTo>
                  <a:pt x="151" y="35"/>
                  <a:pt x="169" y="27"/>
                  <a:pt x="187" y="21"/>
                </a:cubicBezTo>
                <a:cubicBezTo>
                  <a:pt x="206" y="14"/>
                  <a:pt x="225" y="9"/>
                  <a:pt x="245" y="6"/>
                </a:cubicBezTo>
                <a:cubicBezTo>
                  <a:pt x="264" y="2"/>
                  <a:pt x="284" y="0"/>
                  <a:pt x="304" y="0"/>
                </a:cubicBezTo>
                <a:lnTo>
                  <a:pt x="3664" y="0"/>
                </a:lnTo>
                <a:cubicBezTo>
                  <a:pt x="3684" y="0"/>
                  <a:pt x="3704" y="2"/>
                  <a:pt x="3723" y="6"/>
                </a:cubicBezTo>
                <a:cubicBezTo>
                  <a:pt x="3743" y="9"/>
                  <a:pt x="3762" y="14"/>
                  <a:pt x="3781" y="21"/>
                </a:cubicBezTo>
                <a:cubicBezTo>
                  <a:pt x="3800" y="27"/>
                  <a:pt x="3818" y="35"/>
                  <a:pt x="3834" y="45"/>
                </a:cubicBezTo>
                <a:cubicBezTo>
                  <a:pt x="3851" y="55"/>
                  <a:pt x="3866" y="66"/>
                  <a:pt x="3880" y="78"/>
                </a:cubicBezTo>
                <a:cubicBezTo>
                  <a:pt x="3894" y="90"/>
                  <a:pt x="3907" y="104"/>
                  <a:pt x="3918" y="118"/>
                </a:cubicBezTo>
                <a:cubicBezTo>
                  <a:pt x="3929" y="133"/>
                  <a:pt x="3939" y="148"/>
                  <a:pt x="3946" y="164"/>
                </a:cubicBezTo>
                <a:cubicBezTo>
                  <a:pt x="3954" y="180"/>
                  <a:pt x="3960" y="196"/>
                  <a:pt x="3964" y="213"/>
                </a:cubicBezTo>
                <a:cubicBezTo>
                  <a:pt x="3967" y="231"/>
                  <a:pt x="3969" y="248"/>
                  <a:pt x="3969" y="266"/>
                </a:cubicBezTo>
                <a:lnTo>
                  <a:pt x="3969" y="2409"/>
                </a:lnTo>
                <a:cubicBezTo>
                  <a:pt x="3969" y="2429"/>
                  <a:pt x="3967" y="2449"/>
                  <a:pt x="3964" y="2469"/>
                </a:cubicBezTo>
                <a:cubicBezTo>
                  <a:pt x="3960" y="2488"/>
                  <a:pt x="3954" y="2507"/>
                  <a:pt x="3946" y="2526"/>
                </a:cubicBezTo>
                <a:cubicBezTo>
                  <a:pt x="3939" y="2544"/>
                  <a:pt x="3929" y="2562"/>
                  <a:pt x="3918" y="2578"/>
                </a:cubicBezTo>
                <a:cubicBezTo>
                  <a:pt x="3907" y="2595"/>
                  <a:pt x="3894" y="2610"/>
                  <a:pt x="3880" y="2624"/>
                </a:cubicBezTo>
                <a:cubicBezTo>
                  <a:pt x="3866" y="2638"/>
                  <a:pt x="3851" y="2651"/>
                  <a:pt x="3834" y="2662"/>
                </a:cubicBezTo>
                <a:cubicBezTo>
                  <a:pt x="3818" y="2673"/>
                  <a:pt x="3800" y="2683"/>
                  <a:pt x="3781" y="2690"/>
                </a:cubicBezTo>
                <a:cubicBezTo>
                  <a:pt x="3762" y="2698"/>
                  <a:pt x="3743" y="2704"/>
                  <a:pt x="3723" y="2708"/>
                </a:cubicBezTo>
                <a:cubicBezTo>
                  <a:pt x="3704" y="2712"/>
                  <a:pt x="3684" y="2713"/>
                  <a:pt x="3664" y="2713"/>
                </a:cubicBezTo>
                <a:lnTo>
                  <a:pt x="304" y="2713"/>
                </a:lnTo>
                <a:cubicBezTo>
                  <a:pt x="284" y="2713"/>
                  <a:pt x="264" y="2712"/>
                  <a:pt x="245" y="2708"/>
                </a:cubicBezTo>
                <a:cubicBezTo>
                  <a:pt x="225" y="2704"/>
                  <a:pt x="206" y="2698"/>
                  <a:pt x="187" y="2690"/>
                </a:cubicBezTo>
                <a:cubicBezTo>
                  <a:pt x="169" y="2683"/>
                  <a:pt x="151" y="2673"/>
                  <a:pt x="135" y="2662"/>
                </a:cubicBezTo>
                <a:cubicBezTo>
                  <a:pt x="118" y="2651"/>
                  <a:pt x="103" y="2638"/>
                  <a:pt x="89" y="2624"/>
                </a:cubicBezTo>
                <a:cubicBezTo>
                  <a:pt x="75" y="2610"/>
                  <a:pt x="62" y="2595"/>
                  <a:pt x="51" y="2578"/>
                </a:cubicBezTo>
                <a:cubicBezTo>
                  <a:pt x="40" y="2562"/>
                  <a:pt x="30" y="2544"/>
                  <a:pt x="23" y="2526"/>
                </a:cubicBezTo>
                <a:cubicBezTo>
                  <a:pt x="15" y="2507"/>
                  <a:pt x="9" y="2488"/>
                  <a:pt x="5" y="2469"/>
                </a:cubicBezTo>
                <a:cubicBezTo>
                  <a:pt x="2" y="2449"/>
                  <a:pt x="0" y="2429"/>
                  <a:pt x="0" y="240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" name=""/>
          <p:cNvSpPr/>
          <p:nvPr/>
        </p:nvSpPr>
        <p:spPr>
          <a:xfrm>
            <a:off x="2199960" y="1352520"/>
            <a:ext cx="1438920" cy="1000440"/>
          </a:xfrm>
          <a:custGeom>
            <a:avLst/>
            <a:gdLst/>
            <a:ahLst/>
            <a:rect l="0" t="0" r="r" b="b"/>
            <a:pathLst>
              <a:path w="3997" h="2779">
                <a:moveTo>
                  <a:pt x="0" y="0"/>
                </a:moveTo>
                <a:lnTo>
                  <a:pt x="3997" y="0"/>
                </a:lnTo>
                <a:lnTo>
                  <a:pt x="3997" y="2779"/>
                </a:lnTo>
                <a:lnTo>
                  <a:pt x="0" y="2779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" name=""/>
          <p:cNvSpPr/>
          <p:nvPr/>
        </p:nvSpPr>
        <p:spPr>
          <a:xfrm>
            <a:off x="2199960" y="1352520"/>
            <a:ext cx="1438920" cy="1000440"/>
          </a:xfrm>
          <a:custGeom>
            <a:avLst/>
            <a:gdLst/>
            <a:ahLst/>
            <a:rect l="0" t="0" r="r" b="b"/>
            <a:pathLst>
              <a:path w="3997" h="2779">
                <a:moveTo>
                  <a:pt x="0" y="0"/>
                </a:moveTo>
                <a:lnTo>
                  <a:pt x="3997" y="0"/>
                </a:lnTo>
                <a:lnTo>
                  <a:pt x="3997" y="2779"/>
                </a:lnTo>
                <a:lnTo>
                  <a:pt x="0" y="277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" name=""/>
          <p:cNvSpPr/>
          <p:nvPr/>
        </p:nvSpPr>
        <p:spPr>
          <a:xfrm>
            <a:off x="2199960" y="1352520"/>
            <a:ext cx="1438920" cy="1000440"/>
          </a:xfrm>
          <a:custGeom>
            <a:avLst/>
            <a:gdLst/>
            <a:ahLst/>
            <a:rect l="0" t="0" r="r" b="b"/>
            <a:pathLst>
              <a:path w="3997" h="2779">
                <a:moveTo>
                  <a:pt x="0" y="0"/>
                </a:moveTo>
                <a:lnTo>
                  <a:pt x="3997" y="0"/>
                </a:lnTo>
                <a:lnTo>
                  <a:pt x="3997" y="2779"/>
                </a:lnTo>
                <a:lnTo>
                  <a:pt x="0" y="277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" name=""/>
          <p:cNvSpPr/>
          <p:nvPr/>
        </p:nvSpPr>
        <p:spPr>
          <a:xfrm>
            <a:off x="2199960" y="1352520"/>
            <a:ext cx="1438920" cy="1000440"/>
          </a:xfrm>
          <a:custGeom>
            <a:avLst/>
            <a:gdLst/>
            <a:ahLst/>
            <a:rect l="0" t="0" r="r" b="b"/>
            <a:pathLst>
              <a:path w="3997" h="2779">
                <a:moveTo>
                  <a:pt x="0" y="0"/>
                </a:moveTo>
                <a:lnTo>
                  <a:pt x="3997" y="0"/>
                </a:lnTo>
                <a:lnTo>
                  <a:pt x="3997" y="2779"/>
                </a:lnTo>
                <a:lnTo>
                  <a:pt x="0" y="277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" name=""/>
          <p:cNvSpPr/>
          <p:nvPr/>
        </p:nvSpPr>
        <p:spPr>
          <a:xfrm>
            <a:off x="2823840" y="1661760"/>
            <a:ext cx="199800" cy="200520"/>
          </a:xfrm>
          <a:custGeom>
            <a:avLst/>
            <a:gdLst/>
            <a:ahLst/>
            <a:rect l="0" t="0" r="r" b="b"/>
            <a:pathLst>
              <a:path w="555" h="557">
                <a:moveTo>
                  <a:pt x="384" y="58"/>
                </a:moveTo>
                <a:lnTo>
                  <a:pt x="295" y="4"/>
                </a:lnTo>
                <a:cubicBezTo>
                  <a:pt x="289" y="2"/>
                  <a:pt x="285" y="0"/>
                  <a:pt x="279" y="0"/>
                </a:cubicBezTo>
                <a:cubicBezTo>
                  <a:pt x="273" y="0"/>
                  <a:pt x="269" y="2"/>
                  <a:pt x="265" y="4"/>
                </a:cubicBezTo>
                <a:lnTo>
                  <a:pt x="175" y="58"/>
                </a:lnTo>
                <a:cubicBezTo>
                  <a:pt x="165" y="64"/>
                  <a:pt x="159" y="74"/>
                  <a:pt x="159" y="84"/>
                </a:cubicBezTo>
                <a:lnTo>
                  <a:pt x="159" y="196"/>
                </a:lnTo>
                <a:cubicBezTo>
                  <a:pt x="159" y="206"/>
                  <a:pt x="165" y="216"/>
                  <a:pt x="173" y="222"/>
                </a:cubicBezTo>
                <a:lnTo>
                  <a:pt x="263" y="275"/>
                </a:lnTo>
                <a:cubicBezTo>
                  <a:pt x="267" y="277"/>
                  <a:pt x="273" y="279"/>
                  <a:pt x="277" y="279"/>
                </a:cubicBezTo>
                <a:cubicBezTo>
                  <a:pt x="281" y="279"/>
                  <a:pt x="287" y="277"/>
                  <a:pt x="291" y="275"/>
                </a:cubicBezTo>
                <a:lnTo>
                  <a:pt x="380" y="222"/>
                </a:lnTo>
                <a:cubicBezTo>
                  <a:pt x="388" y="216"/>
                  <a:pt x="394" y="208"/>
                  <a:pt x="394" y="196"/>
                </a:cubicBezTo>
                <a:lnTo>
                  <a:pt x="394" y="84"/>
                </a:lnTo>
                <a:cubicBezTo>
                  <a:pt x="398" y="74"/>
                  <a:pt x="392" y="64"/>
                  <a:pt x="384" y="58"/>
                </a:cubicBezTo>
                <a:moveTo>
                  <a:pt x="359" y="190"/>
                </a:moveTo>
                <a:lnTo>
                  <a:pt x="279" y="238"/>
                </a:lnTo>
                <a:lnTo>
                  <a:pt x="200" y="190"/>
                </a:lnTo>
                <a:lnTo>
                  <a:pt x="200" y="90"/>
                </a:lnTo>
                <a:lnTo>
                  <a:pt x="279" y="42"/>
                </a:lnTo>
                <a:lnTo>
                  <a:pt x="359" y="90"/>
                </a:lnTo>
                <a:lnTo>
                  <a:pt x="359" y="190"/>
                </a:lnTo>
                <a:moveTo>
                  <a:pt x="543" y="337"/>
                </a:moveTo>
                <a:lnTo>
                  <a:pt x="454" y="283"/>
                </a:lnTo>
                <a:cubicBezTo>
                  <a:pt x="448" y="281"/>
                  <a:pt x="444" y="279"/>
                  <a:pt x="438" y="279"/>
                </a:cubicBezTo>
                <a:cubicBezTo>
                  <a:pt x="432" y="279"/>
                  <a:pt x="428" y="281"/>
                  <a:pt x="424" y="283"/>
                </a:cubicBezTo>
                <a:lnTo>
                  <a:pt x="335" y="337"/>
                </a:lnTo>
                <a:cubicBezTo>
                  <a:pt x="327" y="343"/>
                  <a:pt x="321" y="351"/>
                  <a:pt x="321" y="363"/>
                </a:cubicBezTo>
                <a:lnTo>
                  <a:pt x="321" y="474"/>
                </a:lnTo>
                <a:cubicBezTo>
                  <a:pt x="321" y="484"/>
                  <a:pt x="327" y="494"/>
                  <a:pt x="335" y="500"/>
                </a:cubicBezTo>
                <a:lnTo>
                  <a:pt x="424" y="553"/>
                </a:lnTo>
                <a:cubicBezTo>
                  <a:pt x="428" y="555"/>
                  <a:pt x="434" y="557"/>
                  <a:pt x="438" y="557"/>
                </a:cubicBezTo>
                <a:cubicBezTo>
                  <a:pt x="442" y="557"/>
                  <a:pt x="448" y="555"/>
                  <a:pt x="452" y="553"/>
                </a:cubicBezTo>
                <a:lnTo>
                  <a:pt x="541" y="500"/>
                </a:lnTo>
                <a:cubicBezTo>
                  <a:pt x="549" y="494"/>
                  <a:pt x="555" y="486"/>
                  <a:pt x="555" y="474"/>
                </a:cubicBezTo>
                <a:lnTo>
                  <a:pt x="555" y="363"/>
                </a:lnTo>
                <a:cubicBezTo>
                  <a:pt x="557" y="353"/>
                  <a:pt x="551" y="343"/>
                  <a:pt x="543" y="337"/>
                </a:cubicBezTo>
                <a:moveTo>
                  <a:pt x="517" y="468"/>
                </a:moveTo>
                <a:lnTo>
                  <a:pt x="438" y="515"/>
                </a:lnTo>
                <a:lnTo>
                  <a:pt x="359" y="468"/>
                </a:lnTo>
                <a:lnTo>
                  <a:pt x="359" y="369"/>
                </a:lnTo>
                <a:lnTo>
                  <a:pt x="438" y="321"/>
                </a:lnTo>
                <a:lnTo>
                  <a:pt x="517" y="369"/>
                </a:lnTo>
                <a:lnTo>
                  <a:pt x="517" y="468"/>
                </a:lnTo>
                <a:moveTo>
                  <a:pt x="226" y="337"/>
                </a:moveTo>
                <a:lnTo>
                  <a:pt x="135" y="283"/>
                </a:lnTo>
                <a:cubicBezTo>
                  <a:pt x="129" y="281"/>
                  <a:pt x="125" y="279"/>
                  <a:pt x="119" y="279"/>
                </a:cubicBezTo>
                <a:cubicBezTo>
                  <a:pt x="114" y="279"/>
                  <a:pt x="110" y="281"/>
                  <a:pt x="106" y="283"/>
                </a:cubicBezTo>
                <a:lnTo>
                  <a:pt x="16" y="337"/>
                </a:lnTo>
                <a:cubicBezTo>
                  <a:pt x="6" y="343"/>
                  <a:pt x="0" y="353"/>
                  <a:pt x="0" y="363"/>
                </a:cubicBezTo>
                <a:lnTo>
                  <a:pt x="0" y="474"/>
                </a:lnTo>
                <a:cubicBezTo>
                  <a:pt x="0" y="484"/>
                  <a:pt x="6" y="494"/>
                  <a:pt x="14" y="500"/>
                </a:cubicBezTo>
                <a:lnTo>
                  <a:pt x="104" y="553"/>
                </a:lnTo>
                <a:cubicBezTo>
                  <a:pt x="110" y="555"/>
                  <a:pt x="114" y="557"/>
                  <a:pt x="119" y="557"/>
                </a:cubicBezTo>
                <a:cubicBezTo>
                  <a:pt x="125" y="557"/>
                  <a:pt x="129" y="555"/>
                  <a:pt x="133" y="553"/>
                </a:cubicBezTo>
                <a:lnTo>
                  <a:pt x="224" y="500"/>
                </a:lnTo>
                <a:cubicBezTo>
                  <a:pt x="232" y="494"/>
                  <a:pt x="238" y="486"/>
                  <a:pt x="238" y="474"/>
                </a:cubicBezTo>
                <a:lnTo>
                  <a:pt x="238" y="363"/>
                </a:lnTo>
                <a:cubicBezTo>
                  <a:pt x="240" y="353"/>
                  <a:pt x="234" y="343"/>
                  <a:pt x="226" y="337"/>
                </a:cubicBezTo>
                <a:moveTo>
                  <a:pt x="200" y="468"/>
                </a:moveTo>
                <a:lnTo>
                  <a:pt x="119" y="515"/>
                </a:lnTo>
                <a:lnTo>
                  <a:pt x="40" y="468"/>
                </a:lnTo>
                <a:lnTo>
                  <a:pt x="40" y="369"/>
                </a:lnTo>
                <a:lnTo>
                  <a:pt x="119" y="321"/>
                </a:lnTo>
                <a:lnTo>
                  <a:pt x="200" y="369"/>
                </a:lnTo>
                <a:lnTo>
                  <a:pt x="200" y="468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1951560" y="173088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2530080" y="1925280"/>
            <a:ext cx="91980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3d68ec"/>
                </a:solidFill>
                <a:latin typeface="Arial"/>
                <a:ea typeface="Arial"/>
              </a:rPr>
              <a:t>Bouwblokken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" name=""/>
          <p:cNvSpPr/>
          <p:nvPr/>
        </p:nvSpPr>
        <p:spPr>
          <a:xfrm>
            <a:off x="3957480" y="1371240"/>
            <a:ext cx="1419480" cy="976680"/>
          </a:xfrm>
          <a:custGeom>
            <a:avLst/>
            <a:gdLst/>
            <a:ahLst/>
            <a:rect l="0" t="0" r="r" b="b"/>
            <a:pathLst>
              <a:path w="3943" h="2713">
                <a:moveTo>
                  <a:pt x="0" y="2409"/>
                </a:moveTo>
                <a:lnTo>
                  <a:pt x="0" y="266"/>
                </a:lnTo>
                <a:cubicBezTo>
                  <a:pt x="0" y="248"/>
                  <a:pt x="2" y="231"/>
                  <a:pt x="6" y="213"/>
                </a:cubicBezTo>
                <a:cubicBezTo>
                  <a:pt x="10" y="196"/>
                  <a:pt x="15" y="180"/>
                  <a:pt x="23" y="164"/>
                </a:cubicBezTo>
                <a:cubicBezTo>
                  <a:pt x="31" y="148"/>
                  <a:pt x="40" y="133"/>
                  <a:pt x="51" y="118"/>
                </a:cubicBezTo>
                <a:cubicBezTo>
                  <a:pt x="62" y="104"/>
                  <a:pt x="75" y="90"/>
                  <a:pt x="89" y="78"/>
                </a:cubicBezTo>
                <a:cubicBezTo>
                  <a:pt x="103" y="66"/>
                  <a:pt x="119" y="55"/>
                  <a:pt x="135" y="45"/>
                </a:cubicBezTo>
                <a:cubicBezTo>
                  <a:pt x="152" y="35"/>
                  <a:pt x="169" y="27"/>
                  <a:pt x="188" y="21"/>
                </a:cubicBezTo>
                <a:cubicBezTo>
                  <a:pt x="206" y="14"/>
                  <a:pt x="225" y="9"/>
                  <a:pt x="245" y="6"/>
                </a:cubicBezTo>
                <a:cubicBezTo>
                  <a:pt x="264" y="2"/>
                  <a:pt x="284" y="0"/>
                  <a:pt x="304" y="0"/>
                </a:cubicBezTo>
                <a:lnTo>
                  <a:pt x="3639" y="0"/>
                </a:lnTo>
                <a:cubicBezTo>
                  <a:pt x="3659" y="0"/>
                  <a:pt x="3679" y="2"/>
                  <a:pt x="3698" y="6"/>
                </a:cubicBezTo>
                <a:cubicBezTo>
                  <a:pt x="3718" y="9"/>
                  <a:pt x="3737" y="14"/>
                  <a:pt x="3755" y="21"/>
                </a:cubicBezTo>
                <a:cubicBezTo>
                  <a:pt x="3774" y="27"/>
                  <a:pt x="3791" y="35"/>
                  <a:pt x="3808" y="45"/>
                </a:cubicBezTo>
                <a:cubicBezTo>
                  <a:pt x="3825" y="55"/>
                  <a:pt x="3840" y="66"/>
                  <a:pt x="3854" y="78"/>
                </a:cubicBezTo>
                <a:cubicBezTo>
                  <a:pt x="3868" y="90"/>
                  <a:pt x="3881" y="104"/>
                  <a:pt x="3892" y="118"/>
                </a:cubicBezTo>
                <a:cubicBezTo>
                  <a:pt x="3903" y="133"/>
                  <a:pt x="3912" y="148"/>
                  <a:pt x="3920" y="164"/>
                </a:cubicBezTo>
                <a:cubicBezTo>
                  <a:pt x="3928" y="180"/>
                  <a:pt x="3933" y="196"/>
                  <a:pt x="3937" y="213"/>
                </a:cubicBezTo>
                <a:cubicBezTo>
                  <a:pt x="3941" y="231"/>
                  <a:pt x="3943" y="248"/>
                  <a:pt x="3943" y="266"/>
                </a:cubicBezTo>
                <a:lnTo>
                  <a:pt x="3943" y="2409"/>
                </a:lnTo>
                <a:cubicBezTo>
                  <a:pt x="3943" y="2429"/>
                  <a:pt x="3941" y="2449"/>
                  <a:pt x="3937" y="2469"/>
                </a:cubicBezTo>
                <a:cubicBezTo>
                  <a:pt x="3933" y="2488"/>
                  <a:pt x="3928" y="2507"/>
                  <a:pt x="3920" y="2526"/>
                </a:cubicBezTo>
                <a:cubicBezTo>
                  <a:pt x="3912" y="2544"/>
                  <a:pt x="3903" y="2562"/>
                  <a:pt x="3892" y="2578"/>
                </a:cubicBezTo>
                <a:cubicBezTo>
                  <a:pt x="3881" y="2595"/>
                  <a:pt x="3868" y="2610"/>
                  <a:pt x="3854" y="2624"/>
                </a:cubicBezTo>
                <a:cubicBezTo>
                  <a:pt x="3840" y="2638"/>
                  <a:pt x="3825" y="2651"/>
                  <a:pt x="3808" y="2662"/>
                </a:cubicBezTo>
                <a:cubicBezTo>
                  <a:pt x="3791" y="2673"/>
                  <a:pt x="3774" y="2683"/>
                  <a:pt x="3755" y="2690"/>
                </a:cubicBezTo>
                <a:cubicBezTo>
                  <a:pt x="3737" y="2698"/>
                  <a:pt x="3718" y="2704"/>
                  <a:pt x="3698" y="2708"/>
                </a:cubicBezTo>
                <a:cubicBezTo>
                  <a:pt x="3679" y="2712"/>
                  <a:pt x="3659" y="2713"/>
                  <a:pt x="3639" y="2713"/>
                </a:cubicBezTo>
                <a:lnTo>
                  <a:pt x="304" y="2713"/>
                </a:lnTo>
                <a:cubicBezTo>
                  <a:pt x="284" y="2713"/>
                  <a:pt x="264" y="2712"/>
                  <a:pt x="245" y="2708"/>
                </a:cubicBezTo>
                <a:cubicBezTo>
                  <a:pt x="225" y="2704"/>
                  <a:pt x="206" y="2698"/>
                  <a:pt x="188" y="2690"/>
                </a:cubicBezTo>
                <a:cubicBezTo>
                  <a:pt x="169" y="2683"/>
                  <a:pt x="152" y="2673"/>
                  <a:pt x="135" y="2662"/>
                </a:cubicBezTo>
                <a:cubicBezTo>
                  <a:pt x="119" y="2651"/>
                  <a:pt x="103" y="2638"/>
                  <a:pt x="89" y="2624"/>
                </a:cubicBezTo>
                <a:cubicBezTo>
                  <a:pt x="75" y="2610"/>
                  <a:pt x="62" y="2595"/>
                  <a:pt x="51" y="2578"/>
                </a:cubicBezTo>
                <a:cubicBezTo>
                  <a:pt x="40" y="2562"/>
                  <a:pt x="31" y="2544"/>
                  <a:pt x="23" y="2526"/>
                </a:cubicBezTo>
                <a:cubicBezTo>
                  <a:pt x="15" y="2507"/>
                  <a:pt x="10" y="2488"/>
                  <a:pt x="6" y="2469"/>
                </a:cubicBezTo>
                <a:cubicBezTo>
                  <a:pt x="2" y="2449"/>
                  <a:pt x="0" y="2429"/>
                  <a:pt x="0" y="240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" name=""/>
          <p:cNvSpPr/>
          <p:nvPr/>
        </p:nvSpPr>
        <p:spPr>
          <a:xfrm>
            <a:off x="3952800" y="1352520"/>
            <a:ext cx="1428840" cy="1000440"/>
          </a:xfrm>
          <a:custGeom>
            <a:avLst/>
            <a:gdLst/>
            <a:ahLst/>
            <a:rect l="0" t="0" r="r" b="b"/>
            <a:pathLst>
              <a:path w="3969" h="2779">
                <a:moveTo>
                  <a:pt x="0" y="0"/>
                </a:moveTo>
                <a:lnTo>
                  <a:pt x="3969" y="0"/>
                </a:lnTo>
                <a:lnTo>
                  <a:pt x="3969" y="2779"/>
                </a:lnTo>
                <a:lnTo>
                  <a:pt x="0" y="2779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" name=""/>
          <p:cNvSpPr/>
          <p:nvPr/>
        </p:nvSpPr>
        <p:spPr>
          <a:xfrm>
            <a:off x="3952800" y="1352520"/>
            <a:ext cx="1428840" cy="1000440"/>
          </a:xfrm>
          <a:custGeom>
            <a:avLst/>
            <a:gdLst/>
            <a:ahLst/>
            <a:rect l="0" t="0" r="r" b="b"/>
            <a:pathLst>
              <a:path w="3969" h="2779">
                <a:moveTo>
                  <a:pt x="0" y="0"/>
                </a:moveTo>
                <a:lnTo>
                  <a:pt x="3969" y="0"/>
                </a:lnTo>
                <a:lnTo>
                  <a:pt x="3969" y="2779"/>
                </a:lnTo>
                <a:lnTo>
                  <a:pt x="0" y="277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" name=""/>
          <p:cNvSpPr/>
          <p:nvPr/>
        </p:nvSpPr>
        <p:spPr>
          <a:xfrm>
            <a:off x="3952800" y="1352520"/>
            <a:ext cx="1428840" cy="1000440"/>
          </a:xfrm>
          <a:custGeom>
            <a:avLst/>
            <a:gdLst/>
            <a:ahLst/>
            <a:rect l="0" t="0" r="r" b="b"/>
            <a:pathLst>
              <a:path w="3969" h="2779">
                <a:moveTo>
                  <a:pt x="0" y="0"/>
                </a:moveTo>
                <a:lnTo>
                  <a:pt x="3969" y="0"/>
                </a:lnTo>
                <a:lnTo>
                  <a:pt x="3969" y="2779"/>
                </a:lnTo>
                <a:lnTo>
                  <a:pt x="0" y="277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" name=""/>
          <p:cNvSpPr/>
          <p:nvPr/>
        </p:nvSpPr>
        <p:spPr>
          <a:xfrm>
            <a:off x="3952800" y="1352520"/>
            <a:ext cx="1428840" cy="1000440"/>
          </a:xfrm>
          <a:custGeom>
            <a:avLst/>
            <a:gdLst/>
            <a:ahLst/>
            <a:rect l="0" t="0" r="r" b="b"/>
            <a:pathLst>
              <a:path w="3969" h="2779">
                <a:moveTo>
                  <a:pt x="0" y="0"/>
                </a:moveTo>
                <a:lnTo>
                  <a:pt x="3969" y="0"/>
                </a:lnTo>
                <a:lnTo>
                  <a:pt x="3969" y="2779"/>
                </a:lnTo>
                <a:lnTo>
                  <a:pt x="0" y="277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" name=""/>
          <p:cNvSpPr/>
          <p:nvPr/>
        </p:nvSpPr>
        <p:spPr>
          <a:xfrm>
            <a:off x="4595760" y="1719000"/>
            <a:ext cx="143280" cy="86040"/>
          </a:xfrm>
          <a:custGeom>
            <a:avLst/>
            <a:gdLst/>
            <a:ahLst/>
            <a:rect l="0" t="0" r="r" b="b"/>
            <a:pathLst>
              <a:path w="398" h="239">
                <a:moveTo>
                  <a:pt x="259" y="0"/>
                </a:moveTo>
                <a:lnTo>
                  <a:pt x="398" y="0"/>
                </a:lnTo>
                <a:lnTo>
                  <a:pt x="398" y="40"/>
                </a:lnTo>
                <a:lnTo>
                  <a:pt x="259" y="40"/>
                </a:lnTo>
                <a:lnTo>
                  <a:pt x="259" y="0"/>
                </a:lnTo>
                <a:moveTo>
                  <a:pt x="259" y="99"/>
                </a:moveTo>
                <a:lnTo>
                  <a:pt x="398" y="99"/>
                </a:lnTo>
                <a:lnTo>
                  <a:pt x="398" y="140"/>
                </a:lnTo>
                <a:lnTo>
                  <a:pt x="259" y="140"/>
                </a:lnTo>
                <a:lnTo>
                  <a:pt x="259" y="99"/>
                </a:lnTo>
                <a:moveTo>
                  <a:pt x="259" y="200"/>
                </a:moveTo>
                <a:lnTo>
                  <a:pt x="398" y="200"/>
                </a:lnTo>
                <a:lnTo>
                  <a:pt x="398" y="239"/>
                </a:lnTo>
                <a:lnTo>
                  <a:pt x="259" y="239"/>
                </a:lnTo>
                <a:lnTo>
                  <a:pt x="259" y="200"/>
                </a:lnTo>
                <a:moveTo>
                  <a:pt x="0" y="0"/>
                </a:moveTo>
                <a:lnTo>
                  <a:pt x="140" y="0"/>
                </a:lnTo>
                <a:lnTo>
                  <a:pt x="140" y="40"/>
                </a:lnTo>
                <a:lnTo>
                  <a:pt x="0" y="40"/>
                </a:lnTo>
                <a:lnTo>
                  <a:pt x="0" y="0"/>
                </a:lnTo>
                <a:moveTo>
                  <a:pt x="0" y="99"/>
                </a:moveTo>
                <a:lnTo>
                  <a:pt x="140" y="99"/>
                </a:lnTo>
                <a:lnTo>
                  <a:pt x="140" y="140"/>
                </a:lnTo>
                <a:lnTo>
                  <a:pt x="0" y="140"/>
                </a:lnTo>
                <a:lnTo>
                  <a:pt x="0" y="99"/>
                </a:lnTo>
                <a:moveTo>
                  <a:pt x="0" y="200"/>
                </a:moveTo>
                <a:lnTo>
                  <a:pt x="140" y="200"/>
                </a:lnTo>
                <a:lnTo>
                  <a:pt x="140" y="239"/>
                </a:lnTo>
                <a:lnTo>
                  <a:pt x="0" y="239"/>
                </a:lnTo>
                <a:lnTo>
                  <a:pt x="0" y="20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" name=""/>
          <p:cNvSpPr/>
          <p:nvPr/>
        </p:nvSpPr>
        <p:spPr>
          <a:xfrm>
            <a:off x="4566960" y="1683360"/>
            <a:ext cx="200520" cy="157680"/>
          </a:xfrm>
          <a:custGeom>
            <a:avLst/>
            <a:gdLst/>
            <a:ahLst/>
            <a:rect l="0" t="0" r="r" b="b"/>
            <a:pathLst>
              <a:path w="557" h="438">
                <a:moveTo>
                  <a:pt x="517" y="0"/>
                </a:moveTo>
                <a:lnTo>
                  <a:pt x="40" y="0"/>
                </a:lnTo>
                <a:cubicBezTo>
                  <a:pt x="35" y="0"/>
                  <a:pt x="30" y="1"/>
                  <a:pt x="25" y="3"/>
                </a:cubicBezTo>
                <a:cubicBezTo>
                  <a:pt x="20" y="5"/>
                  <a:pt x="16" y="8"/>
                  <a:pt x="12" y="12"/>
                </a:cubicBezTo>
                <a:cubicBezTo>
                  <a:pt x="8" y="15"/>
                  <a:pt x="5" y="20"/>
                  <a:pt x="3" y="25"/>
                </a:cubicBezTo>
                <a:cubicBezTo>
                  <a:pt x="1" y="29"/>
                  <a:pt x="0" y="34"/>
                  <a:pt x="0" y="40"/>
                </a:cubicBezTo>
                <a:lnTo>
                  <a:pt x="0" y="398"/>
                </a:lnTo>
                <a:cubicBezTo>
                  <a:pt x="0" y="403"/>
                  <a:pt x="1" y="408"/>
                  <a:pt x="3" y="413"/>
                </a:cubicBezTo>
                <a:cubicBezTo>
                  <a:pt x="5" y="418"/>
                  <a:pt x="8" y="422"/>
                  <a:pt x="12" y="426"/>
                </a:cubicBezTo>
                <a:cubicBezTo>
                  <a:pt x="16" y="430"/>
                  <a:pt x="20" y="433"/>
                  <a:pt x="25" y="435"/>
                </a:cubicBezTo>
                <a:cubicBezTo>
                  <a:pt x="30" y="437"/>
                  <a:pt x="35" y="438"/>
                  <a:pt x="40" y="438"/>
                </a:cubicBezTo>
                <a:lnTo>
                  <a:pt x="517" y="438"/>
                </a:lnTo>
                <a:cubicBezTo>
                  <a:pt x="522" y="438"/>
                  <a:pt x="528" y="437"/>
                  <a:pt x="532" y="435"/>
                </a:cubicBezTo>
                <a:cubicBezTo>
                  <a:pt x="537" y="433"/>
                  <a:pt x="542" y="430"/>
                  <a:pt x="545" y="426"/>
                </a:cubicBezTo>
                <a:cubicBezTo>
                  <a:pt x="549" y="422"/>
                  <a:pt x="552" y="418"/>
                  <a:pt x="554" y="413"/>
                </a:cubicBezTo>
                <a:cubicBezTo>
                  <a:pt x="556" y="408"/>
                  <a:pt x="557" y="403"/>
                  <a:pt x="557" y="398"/>
                </a:cubicBezTo>
                <a:lnTo>
                  <a:pt x="557" y="40"/>
                </a:lnTo>
                <a:cubicBezTo>
                  <a:pt x="557" y="34"/>
                  <a:pt x="556" y="29"/>
                  <a:pt x="554" y="25"/>
                </a:cubicBezTo>
                <a:cubicBezTo>
                  <a:pt x="552" y="20"/>
                  <a:pt x="549" y="15"/>
                  <a:pt x="545" y="12"/>
                </a:cubicBezTo>
                <a:cubicBezTo>
                  <a:pt x="542" y="8"/>
                  <a:pt x="537" y="5"/>
                  <a:pt x="532" y="3"/>
                </a:cubicBezTo>
                <a:cubicBezTo>
                  <a:pt x="528" y="1"/>
                  <a:pt x="522" y="0"/>
                  <a:pt x="517" y="0"/>
                </a:cubicBezTo>
                <a:moveTo>
                  <a:pt x="40" y="40"/>
                </a:moveTo>
                <a:lnTo>
                  <a:pt x="258" y="40"/>
                </a:lnTo>
                <a:lnTo>
                  <a:pt x="258" y="398"/>
                </a:lnTo>
                <a:lnTo>
                  <a:pt x="40" y="398"/>
                </a:lnTo>
                <a:lnTo>
                  <a:pt x="40" y="40"/>
                </a:lnTo>
                <a:moveTo>
                  <a:pt x="298" y="398"/>
                </a:moveTo>
                <a:lnTo>
                  <a:pt x="298" y="40"/>
                </a:lnTo>
                <a:lnTo>
                  <a:pt x="517" y="40"/>
                </a:lnTo>
                <a:lnTo>
                  <a:pt x="517" y="398"/>
                </a:lnTo>
                <a:lnTo>
                  <a:pt x="298" y="398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3698280" y="173088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4371840" y="1925280"/>
            <a:ext cx="7063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3d68ec"/>
                </a:solidFill>
                <a:latin typeface="Arial"/>
                <a:ea typeface="Arial"/>
              </a:rPr>
              <a:t>Begrippen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" name=""/>
          <p:cNvSpPr/>
          <p:nvPr/>
        </p:nvSpPr>
        <p:spPr>
          <a:xfrm>
            <a:off x="5700600" y="1371240"/>
            <a:ext cx="1429200" cy="976680"/>
          </a:xfrm>
          <a:custGeom>
            <a:avLst/>
            <a:gdLst/>
            <a:ahLst/>
            <a:rect l="0" t="0" r="r" b="b"/>
            <a:pathLst>
              <a:path w="3970" h="2713">
                <a:moveTo>
                  <a:pt x="0" y="2409"/>
                </a:moveTo>
                <a:lnTo>
                  <a:pt x="0" y="266"/>
                </a:lnTo>
                <a:cubicBezTo>
                  <a:pt x="0" y="248"/>
                  <a:pt x="2" y="231"/>
                  <a:pt x="6" y="213"/>
                </a:cubicBezTo>
                <a:cubicBezTo>
                  <a:pt x="10" y="196"/>
                  <a:pt x="15" y="180"/>
                  <a:pt x="23" y="164"/>
                </a:cubicBezTo>
                <a:cubicBezTo>
                  <a:pt x="31" y="148"/>
                  <a:pt x="40" y="133"/>
                  <a:pt x="51" y="118"/>
                </a:cubicBezTo>
                <a:cubicBezTo>
                  <a:pt x="62" y="104"/>
                  <a:pt x="75" y="90"/>
                  <a:pt x="89" y="78"/>
                </a:cubicBezTo>
                <a:cubicBezTo>
                  <a:pt x="103" y="66"/>
                  <a:pt x="118" y="55"/>
                  <a:pt x="135" y="45"/>
                </a:cubicBezTo>
                <a:cubicBezTo>
                  <a:pt x="152" y="35"/>
                  <a:pt x="169" y="27"/>
                  <a:pt x="188" y="21"/>
                </a:cubicBezTo>
                <a:cubicBezTo>
                  <a:pt x="206" y="14"/>
                  <a:pt x="225" y="9"/>
                  <a:pt x="245" y="6"/>
                </a:cubicBezTo>
                <a:cubicBezTo>
                  <a:pt x="264" y="2"/>
                  <a:pt x="284" y="0"/>
                  <a:pt x="304" y="0"/>
                </a:cubicBezTo>
                <a:lnTo>
                  <a:pt x="3665" y="0"/>
                </a:lnTo>
                <a:cubicBezTo>
                  <a:pt x="3685" y="0"/>
                  <a:pt x="3705" y="2"/>
                  <a:pt x="3725" y="6"/>
                </a:cubicBezTo>
                <a:cubicBezTo>
                  <a:pt x="3744" y="9"/>
                  <a:pt x="3763" y="14"/>
                  <a:pt x="3782" y="21"/>
                </a:cubicBezTo>
                <a:cubicBezTo>
                  <a:pt x="3800" y="27"/>
                  <a:pt x="3818" y="35"/>
                  <a:pt x="3834" y="45"/>
                </a:cubicBezTo>
                <a:cubicBezTo>
                  <a:pt x="3851" y="55"/>
                  <a:pt x="3866" y="66"/>
                  <a:pt x="3880" y="78"/>
                </a:cubicBezTo>
                <a:cubicBezTo>
                  <a:pt x="3895" y="90"/>
                  <a:pt x="3907" y="104"/>
                  <a:pt x="3918" y="118"/>
                </a:cubicBezTo>
                <a:cubicBezTo>
                  <a:pt x="3929" y="133"/>
                  <a:pt x="3939" y="148"/>
                  <a:pt x="3946" y="164"/>
                </a:cubicBezTo>
                <a:cubicBezTo>
                  <a:pt x="3954" y="180"/>
                  <a:pt x="3960" y="196"/>
                  <a:pt x="3964" y="213"/>
                </a:cubicBezTo>
                <a:cubicBezTo>
                  <a:pt x="3968" y="231"/>
                  <a:pt x="3970" y="248"/>
                  <a:pt x="3970" y="266"/>
                </a:cubicBezTo>
                <a:lnTo>
                  <a:pt x="3970" y="2409"/>
                </a:lnTo>
                <a:cubicBezTo>
                  <a:pt x="3970" y="2429"/>
                  <a:pt x="3968" y="2449"/>
                  <a:pt x="3964" y="2469"/>
                </a:cubicBezTo>
                <a:cubicBezTo>
                  <a:pt x="3960" y="2488"/>
                  <a:pt x="3954" y="2507"/>
                  <a:pt x="3946" y="2526"/>
                </a:cubicBezTo>
                <a:cubicBezTo>
                  <a:pt x="3939" y="2544"/>
                  <a:pt x="3929" y="2562"/>
                  <a:pt x="3918" y="2578"/>
                </a:cubicBezTo>
                <a:cubicBezTo>
                  <a:pt x="3907" y="2595"/>
                  <a:pt x="3895" y="2610"/>
                  <a:pt x="3880" y="2624"/>
                </a:cubicBezTo>
                <a:cubicBezTo>
                  <a:pt x="3866" y="2638"/>
                  <a:pt x="3851" y="2651"/>
                  <a:pt x="3834" y="2662"/>
                </a:cubicBezTo>
                <a:cubicBezTo>
                  <a:pt x="3818" y="2673"/>
                  <a:pt x="3800" y="2683"/>
                  <a:pt x="3782" y="2690"/>
                </a:cubicBezTo>
                <a:cubicBezTo>
                  <a:pt x="3763" y="2698"/>
                  <a:pt x="3744" y="2704"/>
                  <a:pt x="3725" y="2708"/>
                </a:cubicBezTo>
                <a:cubicBezTo>
                  <a:pt x="3705" y="2712"/>
                  <a:pt x="3685" y="2713"/>
                  <a:pt x="3665" y="2713"/>
                </a:cubicBezTo>
                <a:lnTo>
                  <a:pt x="304" y="2713"/>
                </a:lnTo>
                <a:cubicBezTo>
                  <a:pt x="284" y="2713"/>
                  <a:pt x="264" y="2712"/>
                  <a:pt x="245" y="2708"/>
                </a:cubicBezTo>
                <a:cubicBezTo>
                  <a:pt x="225" y="2704"/>
                  <a:pt x="206" y="2698"/>
                  <a:pt x="188" y="2690"/>
                </a:cubicBezTo>
                <a:cubicBezTo>
                  <a:pt x="169" y="2683"/>
                  <a:pt x="152" y="2673"/>
                  <a:pt x="135" y="2662"/>
                </a:cubicBezTo>
                <a:cubicBezTo>
                  <a:pt x="118" y="2651"/>
                  <a:pt x="103" y="2638"/>
                  <a:pt x="89" y="2624"/>
                </a:cubicBezTo>
                <a:cubicBezTo>
                  <a:pt x="75" y="2610"/>
                  <a:pt x="62" y="2595"/>
                  <a:pt x="51" y="2578"/>
                </a:cubicBezTo>
                <a:cubicBezTo>
                  <a:pt x="40" y="2562"/>
                  <a:pt x="31" y="2544"/>
                  <a:pt x="23" y="2526"/>
                </a:cubicBezTo>
                <a:cubicBezTo>
                  <a:pt x="15" y="2507"/>
                  <a:pt x="10" y="2488"/>
                  <a:pt x="6" y="2469"/>
                </a:cubicBezTo>
                <a:cubicBezTo>
                  <a:pt x="2" y="2449"/>
                  <a:pt x="0" y="2429"/>
                  <a:pt x="0" y="240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" name=""/>
          <p:cNvSpPr/>
          <p:nvPr/>
        </p:nvSpPr>
        <p:spPr>
          <a:xfrm>
            <a:off x="5695920" y="1352520"/>
            <a:ext cx="1438560" cy="1000440"/>
          </a:xfrm>
          <a:custGeom>
            <a:avLst/>
            <a:gdLst/>
            <a:ahLst/>
            <a:rect l="0" t="0" r="r" b="b"/>
            <a:pathLst>
              <a:path w="3996" h="2779">
                <a:moveTo>
                  <a:pt x="0" y="0"/>
                </a:moveTo>
                <a:lnTo>
                  <a:pt x="3996" y="0"/>
                </a:lnTo>
                <a:lnTo>
                  <a:pt x="3996" y="2779"/>
                </a:lnTo>
                <a:lnTo>
                  <a:pt x="0" y="2779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" name=""/>
          <p:cNvSpPr/>
          <p:nvPr/>
        </p:nvSpPr>
        <p:spPr>
          <a:xfrm>
            <a:off x="5695920" y="1352520"/>
            <a:ext cx="1438560" cy="1000440"/>
          </a:xfrm>
          <a:custGeom>
            <a:avLst/>
            <a:gdLst/>
            <a:ahLst/>
            <a:rect l="0" t="0" r="r" b="b"/>
            <a:pathLst>
              <a:path w="3996" h="2779">
                <a:moveTo>
                  <a:pt x="0" y="0"/>
                </a:moveTo>
                <a:lnTo>
                  <a:pt x="3996" y="0"/>
                </a:lnTo>
                <a:lnTo>
                  <a:pt x="3996" y="2779"/>
                </a:lnTo>
                <a:lnTo>
                  <a:pt x="0" y="277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" name=""/>
          <p:cNvSpPr/>
          <p:nvPr/>
        </p:nvSpPr>
        <p:spPr>
          <a:xfrm>
            <a:off x="5695920" y="1352520"/>
            <a:ext cx="1438560" cy="1000440"/>
          </a:xfrm>
          <a:custGeom>
            <a:avLst/>
            <a:gdLst/>
            <a:ahLst/>
            <a:rect l="0" t="0" r="r" b="b"/>
            <a:pathLst>
              <a:path w="3996" h="2779">
                <a:moveTo>
                  <a:pt x="0" y="0"/>
                </a:moveTo>
                <a:lnTo>
                  <a:pt x="3996" y="0"/>
                </a:lnTo>
                <a:lnTo>
                  <a:pt x="3996" y="2779"/>
                </a:lnTo>
                <a:lnTo>
                  <a:pt x="0" y="277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" name=""/>
          <p:cNvSpPr/>
          <p:nvPr/>
        </p:nvSpPr>
        <p:spPr>
          <a:xfrm>
            <a:off x="5695920" y="1352520"/>
            <a:ext cx="1438560" cy="1000440"/>
          </a:xfrm>
          <a:custGeom>
            <a:avLst/>
            <a:gdLst/>
            <a:ahLst/>
            <a:rect l="0" t="0" r="r" b="b"/>
            <a:pathLst>
              <a:path w="3996" h="2779">
                <a:moveTo>
                  <a:pt x="0" y="0"/>
                </a:moveTo>
                <a:lnTo>
                  <a:pt x="3996" y="0"/>
                </a:lnTo>
                <a:lnTo>
                  <a:pt x="3996" y="2779"/>
                </a:lnTo>
                <a:lnTo>
                  <a:pt x="0" y="277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" name=""/>
          <p:cNvSpPr/>
          <p:nvPr/>
        </p:nvSpPr>
        <p:spPr>
          <a:xfrm>
            <a:off x="6310080" y="1661760"/>
            <a:ext cx="200520" cy="200520"/>
          </a:xfrm>
          <a:custGeom>
            <a:avLst/>
            <a:gdLst/>
            <a:ahLst/>
            <a:rect l="0" t="0" r="r" b="b"/>
            <a:pathLst>
              <a:path w="557" h="557">
                <a:moveTo>
                  <a:pt x="496" y="339"/>
                </a:moveTo>
                <a:cubicBezTo>
                  <a:pt x="530" y="339"/>
                  <a:pt x="557" y="312"/>
                  <a:pt x="557" y="279"/>
                </a:cubicBezTo>
                <a:cubicBezTo>
                  <a:pt x="557" y="246"/>
                  <a:pt x="530" y="220"/>
                  <a:pt x="496" y="220"/>
                </a:cubicBezTo>
                <a:cubicBezTo>
                  <a:pt x="484" y="220"/>
                  <a:pt x="472" y="223"/>
                  <a:pt x="462" y="231"/>
                </a:cubicBezTo>
                <a:cubicBezTo>
                  <a:pt x="452" y="238"/>
                  <a:pt x="445" y="248"/>
                  <a:pt x="440" y="259"/>
                </a:cubicBezTo>
                <a:lnTo>
                  <a:pt x="326" y="259"/>
                </a:lnTo>
                <a:lnTo>
                  <a:pt x="471" y="115"/>
                </a:lnTo>
                <a:cubicBezTo>
                  <a:pt x="478" y="118"/>
                  <a:pt x="487" y="121"/>
                  <a:pt x="496" y="121"/>
                </a:cubicBezTo>
                <a:cubicBezTo>
                  <a:pt x="530" y="121"/>
                  <a:pt x="557" y="93"/>
                  <a:pt x="557" y="60"/>
                </a:cubicBezTo>
                <a:cubicBezTo>
                  <a:pt x="557" y="27"/>
                  <a:pt x="530" y="0"/>
                  <a:pt x="496" y="0"/>
                </a:cubicBezTo>
                <a:cubicBezTo>
                  <a:pt x="463" y="0"/>
                  <a:pt x="437" y="27"/>
                  <a:pt x="437" y="60"/>
                </a:cubicBezTo>
                <a:cubicBezTo>
                  <a:pt x="437" y="69"/>
                  <a:pt x="439" y="78"/>
                  <a:pt x="443" y="86"/>
                </a:cubicBezTo>
                <a:lnTo>
                  <a:pt x="278" y="251"/>
                </a:lnTo>
                <a:lnTo>
                  <a:pt x="278" y="121"/>
                </a:lnTo>
                <a:cubicBezTo>
                  <a:pt x="278" y="98"/>
                  <a:pt x="296" y="80"/>
                  <a:pt x="318" y="80"/>
                </a:cubicBezTo>
                <a:lnTo>
                  <a:pt x="357" y="80"/>
                </a:lnTo>
                <a:lnTo>
                  <a:pt x="357" y="40"/>
                </a:lnTo>
                <a:lnTo>
                  <a:pt x="318" y="40"/>
                </a:lnTo>
                <a:cubicBezTo>
                  <a:pt x="294" y="40"/>
                  <a:pt x="273" y="51"/>
                  <a:pt x="258" y="68"/>
                </a:cubicBezTo>
                <a:cubicBezTo>
                  <a:pt x="242" y="49"/>
                  <a:pt x="223" y="40"/>
                  <a:pt x="199" y="40"/>
                </a:cubicBezTo>
                <a:lnTo>
                  <a:pt x="179" y="40"/>
                </a:lnTo>
                <a:cubicBezTo>
                  <a:pt x="80" y="40"/>
                  <a:pt x="0" y="121"/>
                  <a:pt x="0" y="220"/>
                </a:cubicBezTo>
                <a:lnTo>
                  <a:pt x="0" y="339"/>
                </a:lnTo>
                <a:cubicBezTo>
                  <a:pt x="0" y="437"/>
                  <a:pt x="80" y="517"/>
                  <a:pt x="179" y="517"/>
                </a:cubicBezTo>
                <a:lnTo>
                  <a:pt x="199" y="517"/>
                </a:lnTo>
                <a:cubicBezTo>
                  <a:pt x="222" y="517"/>
                  <a:pt x="244" y="507"/>
                  <a:pt x="258" y="490"/>
                </a:cubicBezTo>
                <a:cubicBezTo>
                  <a:pt x="273" y="507"/>
                  <a:pt x="294" y="517"/>
                  <a:pt x="318" y="517"/>
                </a:cubicBezTo>
                <a:lnTo>
                  <a:pt x="357" y="517"/>
                </a:lnTo>
                <a:lnTo>
                  <a:pt x="357" y="478"/>
                </a:lnTo>
                <a:lnTo>
                  <a:pt x="318" y="478"/>
                </a:lnTo>
                <a:cubicBezTo>
                  <a:pt x="296" y="478"/>
                  <a:pt x="278" y="460"/>
                  <a:pt x="278" y="438"/>
                </a:cubicBezTo>
                <a:lnTo>
                  <a:pt x="278" y="307"/>
                </a:lnTo>
                <a:lnTo>
                  <a:pt x="443" y="472"/>
                </a:lnTo>
                <a:cubicBezTo>
                  <a:pt x="439" y="480"/>
                  <a:pt x="437" y="488"/>
                  <a:pt x="437" y="498"/>
                </a:cubicBezTo>
                <a:cubicBezTo>
                  <a:pt x="437" y="530"/>
                  <a:pt x="463" y="557"/>
                  <a:pt x="496" y="557"/>
                </a:cubicBezTo>
                <a:cubicBezTo>
                  <a:pt x="530" y="557"/>
                  <a:pt x="557" y="530"/>
                  <a:pt x="557" y="498"/>
                </a:cubicBezTo>
                <a:cubicBezTo>
                  <a:pt x="557" y="465"/>
                  <a:pt x="530" y="438"/>
                  <a:pt x="496" y="438"/>
                </a:cubicBezTo>
                <a:cubicBezTo>
                  <a:pt x="487" y="438"/>
                  <a:pt x="479" y="440"/>
                  <a:pt x="471" y="444"/>
                </a:cubicBezTo>
                <a:lnTo>
                  <a:pt x="326" y="299"/>
                </a:lnTo>
                <a:lnTo>
                  <a:pt x="440" y="299"/>
                </a:lnTo>
                <a:cubicBezTo>
                  <a:pt x="445" y="311"/>
                  <a:pt x="452" y="321"/>
                  <a:pt x="462" y="328"/>
                </a:cubicBezTo>
                <a:cubicBezTo>
                  <a:pt x="472" y="335"/>
                  <a:pt x="484" y="339"/>
                  <a:pt x="496" y="339"/>
                </a:cubicBezTo>
                <a:moveTo>
                  <a:pt x="496" y="259"/>
                </a:moveTo>
                <a:cubicBezTo>
                  <a:pt x="502" y="259"/>
                  <a:pt x="506" y="261"/>
                  <a:pt x="511" y="265"/>
                </a:cubicBezTo>
                <a:cubicBezTo>
                  <a:pt x="515" y="269"/>
                  <a:pt x="517" y="274"/>
                  <a:pt x="517" y="279"/>
                </a:cubicBezTo>
                <a:cubicBezTo>
                  <a:pt x="517" y="285"/>
                  <a:pt x="515" y="289"/>
                  <a:pt x="511" y="293"/>
                </a:cubicBezTo>
                <a:cubicBezTo>
                  <a:pt x="506" y="297"/>
                  <a:pt x="502" y="299"/>
                  <a:pt x="496" y="299"/>
                </a:cubicBezTo>
                <a:cubicBezTo>
                  <a:pt x="491" y="299"/>
                  <a:pt x="486" y="297"/>
                  <a:pt x="482" y="293"/>
                </a:cubicBezTo>
                <a:cubicBezTo>
                  <a:pt x="478" y="289"/>
                  <a:pt x="476" y="285"/>
                  <a:pt x="476" y="279"/>
                </a:cubicBezTo>
                <a:cubicBezTo>
                  <a:pt x="476" y="274"/>
                  <a:pt x="478" y="269"/>
                  <a:pt x="482" y="265"/>
                </a:cubicBezTo>
                <a:cubicBezTo>
                  <a:pt x="486" y="261"/>
                  <a:pt x="491" y="259"/>
                  <a:pt x="496" y="259"/>
                </a:cubicBezTo>
                <a:moveTo>
                  <a:pt x="496" y="40"/>
                </a:moveTo>
                <a:cubicBezTo>
                  <a:pt x="502" y="40"/>
                  <a:pt x="506" y="42"/>
                  <a:pt x="511" y="46"/>
                </a:cubicBezTo>
                <a:cubicBezTo>
                  <a:pt x="514" y="50"/>
                  <a:pt x="516" y="55"/>
                  <a:pt x="516" y="60"/>
                </a:cubicBezTo>
                <a:cubicBezTo>
                  <a:pt x="516" y="65"/>
                  <a:pt x="514" y="70"/>
                  <a:pt x="511" y="74"/>
                </a:cubicBezTo>
                <a:cubicBezTo>
                  <a:pt x="506" y="78"/>
                  <a:pt x="502" y="80"/>
                  <a:pt x="496" y="80"/>
                </a:cubicBezTo>
                <a:cubicBezTo>
                  <a:pt x="491" y="80"/>
                  <a:pt x="486" y="78"/>
                  <a:pt x="482" y="74"/>
                </a:cubicBezTo>
                <a:cubicBezTo>
                  <a:pt x="478" y="70"/>
                  <a:pt x="476" y="65"/>
                  <a:pt x="476" y="60"/>
                </a:cubicBezTo>
                <a:cubicBezTo>
                  <a:pt x="476" y="55"/>
                  <a:pt x="478" y="50"/>
                  <a:pt x="482" y="46"/>
                </a:cubicBezTo>
                <a:cubicBezTo>
                  <a:pt x="486" y="42"/>
                  <a:pt x="491" y="40"/>
                  <a:pt x="496" y="40"/>
                </a:cubicBezTo>
                <a:moveTo>
                  <a:pt x="238" y="200"/>
                </a:moveTo>
                <a:lnTo>
                  <a:pt x="199" y="200"/>
                </a:lnTo>
                <a:lnTo>
                  <a:pt x="199" y="240"/>
                </a:lnTo>
                <a:lnTo>
                  <a:pt x="238" y="240"/>
                </a:lnTo>
                <a:lnTo>
                  <a:pt x="238" y="319"/>
                </a:lnTo>
                <a:lnTo>
                  <a:pt x="199" y="319"/>
                </a:lnTo>
                <a:cubicBezTo>
                  <a:pt x="166" y="319"/>
                  <a:pt x="139" y="346"/>
                  <a:pt x="139" y="379"/>
                </a:cubicBezTo>
                <a:lnTo>
                  <a:pt x="139" y="418"/>
                </a:lnTo>
                <a:lnTo>
                  <a:pt x="179" y="418"/>
                </a:lnTo>
                <a:lnTo>
                  <a:pt x="179" y="379"/>
                </a:lnTo>
                <a:cubicBezTo>
                  <a:pt x="179" y="373"/>
                  <a:pt x="181" y="368"/>
                  <a:pt x="185" y="364"/>
                </a:cubicBezTo>
                <a:cubicBezTo>
                  <a:pt x="188" y="361"/>
                  <a:pt x="193" y="359"/>
                  <a:pt x="199" y="359"/>
                </a:cubicBezTo>
                <a:lnTo>
                  <a:pt x="238" y="359"/>
                </a:lnTo>
                <a:lnTo>
                  <a:pt x="238" y="438"/>
                </a:lnTo>
                <a:cubicBezTo>
                  <a:pt x="238" y="460"/>
                  <a:pt x="220" y="478"/>
                  <a:pt x="199" y="478"/>
                </a:cubicBezTo>
                <a:lnTo>
                  <a:pt x="179" y="478"/>
                </a:lnTo>
                <a:cubicBezTo>
                  <a:pt x="109" y="478"/>
                  <a:pt x="51" y="426"/>
                  <a:pt x="41" y="359"/>
                </a:cubicBezTo>
                <a:lnTo>
                  <a:pt x="80" y="359"/>
                </a:lnTo>
                <a:lnTo>
                  <a:pt x="80" y="319"/>
                </a:lnTo>
                <a:lnTo>
                  <a:pt x="40" y="319"/>
                </a:lnTo>
                <a:lnTo>
                  <a:pt x="40" y="240"/>
                </a:lnTo>
                <a:lnTo>
                  <a:pt x="99" y="240"/>
                </a:lnTo>
                <a:cubicBezTo>
                  <a:pt x="132" y="240"/>
                  <a:pt x="159" y="213"/>
                  <a:pt x="159" y="180"/>
                </a:cubicBezTo>
                <a:lnTo>
                  <a:pt x="159" y="140"/>
                </a:lnTo>
                <a:lnTo>
                  <a:pt x="119" y="140"/>
                </a:lnTo>
                <a:lnTo>
                  <a:pt x="119" y="180"/>
                </a:lnTo>
                <a:cubicBezTo>
                  <a:pt x="119" y="186"/>
                  <a:pt x="117" y="190"/>
                  <a:pt x="113" y="194"/>
                </a:cubicBezTo>
                <a:cubicBezTo>
                  <a:pt x="110" y="198"/>
                  <a:pt x="105" y="200"/>
                  <a:pt x="99" y="200"/>
                </a:cubicBezTo>
                <a:lnTo>
                  <a:pt x="41" y="200"/>
                </a:lnTo>
                <a:cubicBezTo>
                  <a:pt x="51" y="133"/>
                  <a:pt x="109" y="80"/>
                  <a:pt x="179" y="80"/>
                </a:cubicBezTo>
                <a:lnTo>
                  <a:pt x="199" y="80"/>
                </a:lnTo>
                <a:cubicBezTo>
                  <a:pt x="220" y="80"/>
                  <a:pt x="238" y="98"/>
                  <a:pt x="238" y="121"/>
                </a:cubicBezTo>
                <a:lnTo>
                  <a:pt x="238" y="200"/>
                </a:lnTo>
                <a:moveTo>
                  <a:pt x="517" y="498"/>
                </a:moveTo>
                <a:cubicBezTo>
                  <a:pt x="517" y="503"/>
                  <a:pt x="515" y="507"/>
                  <a:pt x="511" y="511"/>
                </a:cubicBezTo>
                <a:cubicBezTo>
                  <a:pt x="506" y="515"/>
                  <a:pt x="502" y="517"/>
                  <a:pt x="496" y="517"/>
                </a:cubicBezTo>
                <a:cubicBezTo>
                  <a:pt x="491" y="517"/>
                  <a:pt x="486" y="515"/>
                  <a:pt x="483" y="511"/>
                </a:cubicBezTo>
                <a:cubicBezTo>
                  <a:pt x="479" y="507"/>
                  <a:pt x="477" y="503"/>
                  <a:pt x="476" y="498"/>
                </a:cubicBezTo>
                <a:cubicBezTo>
                  <a:pt x="476" y="487"/>
                  <a:pt x="485" y="478"/>
                  <a:pt x="496" y="478"/>
                </a:cubicBezTo>
                <a:cubicBezTo>
                  <a:pt x="507" y="478"/>
                  <a:pt x="517" y="487"/>
                  <a:pt x="517" y="498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5445000" y="173088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5928120" y="1925280"/>
            <a:ext cx="11408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3d68ec"/>
                </a:solidFill>
                <a:latin typeface="Arial"/>
                <a:ea typeface="Arial"/>
              </a:rPr>
              <a:t>Informatiemodel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" name=""/>
          <p:cNvSpPr/>
          <p:nvPr/>
        </p:nvSpPr>
        <p:spPr>
          <a:xfrm>
            <a:off x="7453080" y="1371240"/>
            <a:ext cx="1419480" cy="976680"/>
          </a:xfrm>
          <a:custGeom>
            <a:avLst/>
            <a:gdLst/>
            <a:ahLst/>
            <a:rect l="0" t="0" r="r" b="b"/>
            <a:pathLst>
              <a:path w="3943" h="2713">
                <a:moveTo>
                  <a:pt x="0" y="2409"/>
                </a:moveTo>
                <a:lnTo>
                  <a:pt x="0" y="266"/>
                </a:lnTo>
                <a:cubicBezTo>
                  <a:pt x="0" y="248"/>
                  <a:pt x="2" y="231"/>
                  <a:pt x="6" y="213"/>
                </a:cubicBezTo>
                <a:cubicBezTo>
                  <a:pt x="10" y="196"/>
                  <a:pt x="16" y="180"/>
                  <a:pt x="23" y="164"/>
                </a:cubicBezTo>
                <a:cubicBezTo>
                  <a:pt x="31" y="148"/>
                  <a:pt x="40" y="133"/>
                  <a:pt x="51" y="118"/>
                </a:cubicBezTo>
                <a:cubicBezTo>
                  <a:pt x="63" y="104"/>
                  <a:pt x="75" y="90"/>
                  <a:pt x="89" y="78"/>
                </a:cubicBezTo>
                <a:cubicBezTo>
                  <a:pt x="103" y="66"/>
                  <a:pt x="119" y="55"/>
                  <a:pt x="135" y="45"/>
                </a:cubicBezTo>
                <a:cubicBezTo>
                  <a:pt x="152" y="35"/>
                  <a:pt x="170" y="27"/>
                  <a:pt x="188" y="21"/>
                </a:cubicBezTo>
                <a:cubicBezTo>
                  <a:pt x="206" y="14"/>
                  <a:pt x="225" y="9"/>
                  <a:pt x="245" y="6"/>
                </a:cubicBezTo>
                <a:cubicBezTo>
                  <a:pt x="265" y="2"/>
                  <a:pt x="284" y="0"/>
                  <a:pt x="304" y="0"/>
                </a:cubicBezTo>
                <a:lnTo>
                  <a:pt x="3639" y="0"/>
                </a:lnTo>
                <a:cubicBezTo>
                  <a:pt x="3659" y="0"/>
                  <a:pt x="3679" y="2"/>
                  <a:pt x="3699" y="6"/>
                </a:cubicBezTo>
                <a:cubicBezTo>
                  <a:pt x="3718" y="9"/>
                  <a:pt x="3737" y="14"/>
                  <a:pt x="3756" y="21"/>
                </a:cubicBezTo>
                <a:cubicBezTo>
                  <a:pt x="3774" y="27"/>
                  <a:pt x="3792" y="35"/>
                  <a:pt x="3808" y="45"/>
                </a:cubicBezTo>
                <a:cubicBezTo>
                  <a:pt x="3825" y="55"/>
                  <a:pt x="3840" y="66"/>
                  <a:pt x="3854" y="78"/>
                </a:cubicBezTo>
                <a:cubicBezTo>
                  <a:pt x="3868" y="90"/>
                  <a:pt x="3881" y="104"/>
                  <a:pt x="3892" y="118"/>
                </a:cubicBezTo>
                <a:cubicBezTo>
                  <a:pt x="3903" y="133"/>
                  <a:pt x="3913" y="148"/>
                  <a:pt x="3920" y="164"/>
                </a:cubicBezTo>
                <a:cubicBezTo>
                  <a:pt x="3928" y="180"/>
                  <a:pt x="3934" y="196"/>
                  <a:pt x="3938" y="213"/>
                </a:cubicBezTo>
                <a:cubicBezTo>
                  <a:pt x="3941" y="231"/>
                  <a:pt x="3943" y="248"/>
                  <a:pt x="3943" y="266"/>
                </a:cubicBezTo>
                <a:lnTo>
                  <a:pt x="3943" y="2409"/>
                </a:lnTo>
                <a:cubicBezTo>
                  <a:pt x="3943" y="2429"/>
                  <a:pt x="3941" y="2449"/>
                  <a:pt x="3938" y="2469"/>
                </a:cubicBezTo>
                <a:cubicBezTo>
                  <a:pt x="3934" y="2488"/>
                  <a:pt x="3928" y="2507"/>
                  <a:pt x="3920" y="2526"/>
                </a:cubicBezTo>
                <a:cubicBezTo>
                  <a:pt x="3913" y="2544"/>
                  <a:pt x="3903" y="2562"/>
                  <a:pt x="3892" y="2578"/>
                </a:cubicBezTo>
                <a:cubicBezTo>
                  <a:pt x="3881" y="2595"/>
                  <a:pt x="3868" y="2610"/>
                  <a:pt x="3854" y="2624"/>
                </a:cubicBezTo>
                <a:cubicBezTo>
                  <a:pt x="3840" y="2638"/>
                  <a:pt x="3825" y="2651"/>
                  <a:pt x="3808" y="2662"/>
                </a:cubicBezTo>
                <a:cubicBezTo>
                  <a:pt x="3792" y="2673"/>
                  <a:pt x="3774" y="2683"/>
                  <a:pt x="3756" y="2690"/>
                </a:cubicBezTo>
                <a:cubicBezTo>
                  <a:pt x="3737" y="2698"/>
                  <a:pt x="3718" y="2704"/>
                  <a:pt x="3699" y="2708"/>
                </a:cubicBezTo>
                <a:cubicBezTo>
                  <a:pt x="3679" y="2712"/>
                  <a:pt x="3659" y="2713"/>
                  <a:pt x="3639" y="2713"/>
                </a:cubicBezTo>
                <a:lnTo>
                  <a:pt x="304" y="2713"/>
                </a:lnTo>
                <a:cubicBezTo>
                  <a:pt x="284" y="2713"/>
                  <a:pt x="265" y="2712"/>
                  <a:pt x="245" y="2708"/>
                </a:cubicBezTo>
                <a:cubicBezTo>
                  <a:pt x="225" y="2704"/>
                  <a:pt x="206" y="2698"/>
                  <a:pt x="188" y="2690"/>
                </a:cubicBezTo>
                <a:cubicBezTo>
                  <a:pt x="170" y="2683"/>
                  <a:pt x="152" y="2673"/>
                  <a:pt x="135" y="2662"/>
                </a:cubicBezTo>
                <a:cubicBezTo>
                  <a:pt x="119" y="2651"/>
                  <a:pt x="103" y="2638"/>
                  <a:pt x="89" y="2624"/>
                </a:cubicBezTo>
                <a:cubicBezTo>
                  <a:pt x="75" y="2610"/>
                  <a:pt x="63" y="2595"/>
                  <a:pt x="51" y="2578"/>
                </a:cubicBezTo>
                <a:cubicBezTo>
                  <a:pt x="40" y="2562"/>
                  <a:pt x="31" y="2544"/>
                  <a:pt x="23" y="2526"/>
                </a:cubicBezTo>
                <a:cubicBezTo>
                  <a:pt x="16" y="2507"/>
                  <a:pt x="10" y="2488"/>
                  <a:pt x="6" y="2469"/>
                </a:cubicBezTo>
                <a:cubicBezTo>
                  <a:pt x="2" y="2449"/>
                  <a:pt x="0" y="2429"/>
                  <a:pt x="0" y="240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" name=""/>
          <p:cNvSpPr/>
          <p:nvPr/>
        </p:nvSpPr>
        <p:spPr>
          <a:xfrm>
            <a:off x="7448400" y="1352520"/>
            <a:ext cx="1429200" cy="1000440"/>
          </a:xfrm>
          <a:custGeom>
            <a:avLst/>
            <a:gdLst/>
            <a:ahLst/>
            <a:rect l="0" t="0" r="r" b="b"/>
            <a:pathLst>
              <a:path w="3970" h="2779">
                <a:moveTo>
                  <a:pt x="0" y="0"/>
                </a:moveTo>
                <a:lnTo>
                  <a:pt x="3970" y="0"/>
                </a:lnTo>
                <a:lnTo>
                  <a:pt x="3970" y="2779"/>
                </a:lnTo>
                <a:lnTo>
                  <a:pt x="0" y="2779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" name=""/>
          <p:cNvSpPr/>
          <p:nvPr/>
        </p:nvSpPr>
        <p:spPr>
          <a:xfrm>
            <a:off x="7448400" y="1352520"/>
            <a:ext cx="1429200" cy="1000440"/>
          </a:xfrm>
          <a:custGeom>
            <a:avLst/>
            <a:gdLst/>
            <a:ahLst/>
            <a:rect l="0" t="0" r="r" b="b"/>
            <a:pathLst>
              <a:path w="3970" h="2779">
                <a:moveTo>
                  <a:pt x="0" y="0"/>
                </a:moveTo>
                <a:lnTo>
                  <a:pt x="3970" y="0"/>
                </a:lnTo>
                <a:lnTo>
                  <a:pt x="3970" y="2779"/>
                </a:lnTo>
                <a:lnTo>
                  <a:pt x="0" y="277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" name=""/>
          <p:cNvSpPr/>
          <p:nvPr/>
        </p:nvSpPr>
        <p:spPr>
          <a:xfrm>
            <a:off x="7448400" y="1352520"/>
            <a:ext cx="1429200" cy="1000440"/>
          </a:xfrm>
          <a:custGeom>
            <a:avLst/>
            <a:gdLst/>
            <a:ahLst/>
            <a:rect l="0" t="0" r="r" b="b"/>
            <a:pathLst>
              <a:path w="3970" h="2779">
                <a:moveTo>
                  <a:pt x="0" y="0"/>
                </a:moveTo>
                <a:lnTo>
                  <a:pt x="3970" y="0"/>
                </a:lnTo>
                <a:lnTo>
                  <a:pt x="3970" y="2779"/>
                </a:lnTo>
                <a:lnTo>
                  <a:pt x="0" y="277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" name=""/>
          <p:cNvSpPr/>
          <p:nvPr/>
        </p:nvSpPr>
        <p:spPr>
          <a:xfrm>
            <a:off x="7448400" y="1352520"/>
            <a:ext cx="1429200" cy="1000440"/>
          </a:xfrm>
          <a:custGeom>
            <a:avLst/>
            <a:gdLst/>
            <a:ahLst/>
            <a:rect l="0" t="0" r="r" b="b"/>
            <a:pathLst>
              <a:path w="3970" h="2779">
                <a:moveTo>
                  <a:pt x="0" y="0"/>
                </a:moveTo>
                <a:lnTo>
                  <a:pt x="3970" y="0"/>
                </a:lnTo>
                <a:lnTo>
                  <a:pt x="3970" y="2779"/>
                </a:lnTo>
                <a:lnTo>
                  <a:pt x="0" y="277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" name=""/>
          <p:cNvSpPr/>
          <p:nvPr/>
        </p:nvSpPr>
        <p:spPr>
          <a:xfrm>
            <a:off x="8062560" y="1573920"/>
            <a:ext cx="200520" cy="107280"/>
          </a:xfrm>
          <a:custGeom>
            <a:avLst/>
            <a:gdLst/>
            <a:ahLst/>
            <a:rect l="0" t="0" r="r" b="b"/>
            <a:pathLst>
              <a:path w="557" h="298">
                <a:moveTo>
                  <a:pt x="557" y="298"/>
                </a:moveTo>
                <a:lnTo>
                  <a:pt x="398" y="298"/>
                </a:lnTo>
                <a:lnTo>
                  <a:pt x="398" y="139"/>
                </a:lnTo>
                <a:lnTo>
                  <a:pt x="557" y="139"/>
                </a:lnTo>
                <a:lnTo>
                  <a:pt x="557" y="298"/>
                </a:lnTo>
                <a:moveTo>
                  <a:pt x="438" y="259"/>
                </a:moveTo>
                <a:lnTo>
                  <a:pt x="517" y="259"/>
                </a:lnTo>
                <a:lnTo>
                  <a:pt x="517" y="178"/>
                </a:lnTo>
                <a:lnTo>
                  <a:pt x="438" y="178"/>
                </a:lnTo>
                <a:lnTo>
                  <a:pt x="438" y="259"/>
                </a:lnTo>
                <a:moveTo>
                  <a:pt x="359" y="239"/>
                </a:moveTo>
                <a:lnTo>
                  <a:pt x="121" y="239"/>
                </a:lnTo>
                <a:cubicBezTo>
                  <a:pt x="105" y="239"/>
                  <a:pt x="90" y="236"/>
                  <a:pt x="74" y="229"/>
                </a:cubicBezTo>
                <a:cubicBezTo>
                  <a:pt x="59" y="223"/>
                  <a:pt x="47" y="214"/>
                  <a:pt x="35" y="203"/>
                </a:cubicBezTo>
                <a:cubicBezTo>
                  <a:pt x="24" y="192"/>
                  <a:pt x="16" y="179"/>
                  <a:pt x="10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10" y="73"/>
                </a:cubicBezTo>
                <a:cubicBezTo>
                  <a:pt x="16" y="59"/>
                  <a:pt x="24" y="46"/>
                  <a:pt x="35" y="35"/>
                </a:cubicBezTo>
                <a:cubicBezTo>
                  <a:pt x="47" y="23"/>
                  <a:pt x="59" y="15"/>
                  <a:pt x="74" y="9"/>
                </a:cubicBezTo>
                <a:cubicBezTo>
                  <a:pt x="90" y="3"/>
                  <a:pt x="105" y="0"/>
                  <a:pt x="121" y="0"/>
                </a:cubicBezTo>
                <a:lnTo>
                  <a:pt x="160" y="0"/>
                </a:lnTo>
                <a:lnTo>
                  <a:pt x="160" y="39"/>
                </a:lnTo>
                <a:lnTo>
                  <a:pt x="121" y="39"/>
                </a:lnTo>
                <a:cubicBezTo>
                  <a:pt x="110" y="39"/>
                  <a:pt x="100" y="41"/>
                  <a:pt x="90" y="45"/>
                </a:cubicBezTo>
                <a:cubicBezTo>
                  <a:pt x="79" y="49"/>
                  <a:pt x="71" y="55"/>
                  <a:pt x="63" y="63"/>
                </a:cubicBezTo>
                <a:cubicBezTo>
                  <a:pt x="56" y="70"/>
                  <a:pt x="50" y="79"/>
                  <a:pt x="46" y="88"/>
                </a:cubicBezTo>
                <a:cubicBezTo>
                  <a:pt x="42" y="98"/>
                  <a:pt x="40" y="108"/>
                  <a:pt x="40" y="119"/>
                </a:cubicBezTo>
                <a:cubicBezTo>
                  <a:pt x="40" y="129"/>
                  <a:pt x="42" y="139"/>
                  <a:pt x="46" y="149"/>
                </a:cubicBezTo>
                <a:cubicBezTo>
                  <a:pt x="50" y="159"/>
                  <a:pt x="56" y="167"/>
                  <a:pt x="63" y="175"/>
                </a:cubicBezTo>
                <a:cubicBezTo>
                  <a:pt x="71" y="182"/>
                  <a:pt x="79" y="188"/>
                  <a:pt x="90" y="192"/>
                </a:cubicBezTo>
                <a:cubicBezTo>
                  <a:pt x="100" y="196"/>
                  <a:pt x="110" y="198"/>
                  <a:pt x="121" y="198"/>
                </a:cubicBezTo>
                <a:lnTo>
                  <a:pt x="359" y="198"/>
                </a:lnTo>
                <a:lnTo>
                  <a:pt x="359" y="239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" name=""/>
          <p:cNvSpPr/>
          <p:nvPr/>
        </p:nvSpPr>
        <p:spPr>
          <a:xfrm>
            <a:off x="8134200" y="15523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160"/>
                </a:moveTo>
                <a:lnTo>
                  <a:pt x="0" y="160"/>
                </a:lnTo>
                <a:lnTo>
                  <a:pt x="0" y="0"/>
                </a:lnTo>
                <a:lnTo>
                  <a:pt x="160" y="0"/>
                </a:lnTo>
                <a:lnTo>
                  <a:pt x="160" y="160"/>
                </a:lnTo>
                <a:moveTo>
                  <a:pt x="40" y="120"/>
                </a:moveTo>
                <a:lnTo>
                  <a:pt x="120" y="120"/>
                </a:lnTo>
                <a:lnTo>
                  <a:pt x="120" y="41"/>
                </a:lnTo>
                <a:lnTo>
                  <a:pt x="40" y="41"/>
                </a:lnTo>
                <a:lnTo>
                  <a:pt x="40" y="12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" name=""/>
          <p:cNvSpPr/>
          <p:nvPr/>
        </p:nvSpPr>
        <p:spPr>
          <a:xfrm>
            <a:off x="8062560" y="1481040"/>
            <a:ext cx="200520" cy="107280"/>
          </a:xfrm>
          <a:custGeom>
            <a:avLst/>
            <a:gdLst/>
            <a:ahLst/>
            <a:rect l="0" t="0" r="r" b="b"/>
            <a:pathLst>
              <a:path w="557" h="298">
                <a:moveTo>
                  <a:pt x="438" y="298"/>
                </a:moveTo>
                <a:lnTo>
                  <a:pt x="398" y="298"/>
                </a:lnTo>
                <a:lnTo>
                  <a:pt x="398" y="259"/>
                </a:lnTo>
                <a:lnTo>
                  <a:pt x="438" y="259"/>
                </a:lnTo>
                <a:cubicBezTo>
                  <a:pt x="449" y="259"/>
                  <a:pt x="459" y="257"/>
                  <a:pt x="468" y="253"/>
                </a:cubicBezTo>
                <a:cubicBezTo>
                  <a:pt x="478" y="249"/>
                  <a:pt x="487" y="243"/>
                  <a:pt x="494" y="235"/>
                </a:cubicBezTo>
                <a:cubicBezTo>
                  <a:pt x="502" y="228"/>
                  <a:pt x="507" y="219"/>
                  <a:pt x="511" y="210"/>
                </a:cubicBezTo>
                <a:cubicBezTo>
                  <a:pt x="515" y="200"/>
                  <a:pt x="517" y="189"/>
                  <a:pt x="517" y="178"/>
                </a:cubicBezTo>
                <a:cubicBezTo>
                  <a:pt x="517" y="168"/>
                  <a:pt x="515" y="158"/>
                  <a:pt x="511" y="148"/>
                </a:cubicBezTo>
                <a:cubicBezTo>
                  <a:pt x="507" y="138"/>
                  <a:pt x="502" y="130"/>
                  <a:pt x="494" y="122"/>
                </a:cubicBezTo>
                <a:cubicBezTo>
                  <a:pt x="487" y="115"/>
                  <a:pt x="478" y="109"/>
                  <a:pt x="468" y="105"/>
                </a:cubicBezTo>
                <a:cubicBezTo>
                  <a:pt x="459" y="101"/>
                  <a:pt x="449" y="99"/>
                  <a:pt x="438" y="99"/>
                </a:cubicBezTo>
                <a:lnTo>
                  <a:pt x="200" y="99"/>
                </a:lnTo>
                <a:lnTo>
                  <a:pt x="200" y="59"/>
                </a:lnTo>
                <a:lnTo>
                  <a:pt x="438" y="59"/>
                </a:lnTo>
                <a:cubicBezTo>
                  <a:pt x="454" y="59"/>
                  <a:pt x="469" y="62"/>
                  <a:pt x="484" y="68"/>
                </a:cubicBezTo>
                <a:cubicBezTo>
                  <a:pt x="498" y="74"/>
                  <a:pt x="511" y="83"/>
                  <a:pt x="522" y="94"/>
                </a:cubicBezTo>
                <a:cubicBezTo>
                  <a:pt x="533" y="105"/>
                  <a:pt x="542" y="118"/>
                  <a:pt x="548" y="133"/>
                </a:cubicBezTo>
                <a:cubicBezTo>
                  <a:pt x="554" y="147"/>
                  <a:pt x="557" y="163"/>
                  <a:pt x="557" y="178"/>
                </a:cubicBezTo>
                <a:cubicBezTo>
                  <a:pt x="557" y="195"/>
                  <a:pt x="554" y="210"/>
                  <a:pt x="548" y="225"/>
                </a:cubicBezTo>
                <a:cubicBezTo>
                  <a:pt x="542" y="240"/>
                  <a:pt x="533" y="252"/>
                  <a:pt x="522" y="264"/>
                </a:cubicBezTo>
                <a:cubicBezTo>
                  <a:pt x="511" y="275"/>
                  <a:pt x="498" y="283"/>
                  <a:pt x="484" y="289"/>
                </a:cubicBezTo>
                <a:cubicBezTo>
                  <a:pt x="469" y="295"/>
                  <a:pt x="454" y="298"/>
                  <a:pt x="438" y="298"/>
                </a:cubicBezTo>
                <a:moveTo>
                  <a:pt x="160" y="159"/>
                </a:moveTo>
                <a:lnTo>
                  <a:pt x="0" y="159"/>
                </a:lnTo>
                <a:lnTo>
                  <a:pt x="0" y="0"/>
                </a:lnTo>
                <a:lnTo>
                  <a:pt x="160" y="0"/>
                </a:lnTo>
                <a:lnTo>
                  <a:pt x="160" y="159"/>
                </a:lnTo>
                <a:moveTo>
                  <a:pt x="40" y="119"/>
                </a:moveTo>
                <a:lnTo>
                  <a:pt x="121" y="119"/>
                </a:lnTo>
                <a:lnTo>
                  <a:pt x="121" y="39"/>
                </a:lnTo>
                <a:lnTo>
                  <a:pt x="40" y="39"/>
                </a:lnTo>
                <a:lnTo>
                  <a:pt x="40" y="119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7191360" y="173088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7608240" y="1744200"/>
            <a:ext cx="12898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3d68ec"/>
                </a:solidFill>
                <a:latin typeface="Arial"/>
                <a:ea typeface="Arial"/>
              </a:rPr>
              <a:t>Informatiestromen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7993800" y="1965240"/>
            <a:ext cx="3664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tussen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7565400" y="2126880"/>
            <a:ext cx="12960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applicatiecomponenten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" name=""/>
          <p:cNvSpPr/>
          <p:nvPr/>
        </p:nvSpPr>
        <p:spPr>
          <a:xfrm>
            <a:off x="456840" y="2657160"/>
            <a:ext cx="8420760" cy="895680"/>
          </a:xfrm>
          <a:custGeom>
            <a:avLst/>
            <a:gdLst/>
            <a:ahLst/>
            <a:rect l="0" t="0" r="r" b="b"/>
            <a:pathLst>
              <a:path w="23391" h="2488">
                <a:moveTo>
                  <a:pt x="0" y="0"/>
                </a:moveTo>
                <a:lnTo>
                  <a:pt x="23391" y="0"/>
                </a:lnTo>
                <a:lnTo>
                  <a:pt x="23391" y="2488"/>
                </a:lnTo>
                <a:lnTo>
                  <a:pt x="0" y="24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" name=""/>
          <p:cNvSpPr/>
          <p:nvPr/>
        </p:nvSpPr>
        <p:spPr>
          <a:xfrm>
            <a:off x="456840" y="2657160"/>
            <a:ext cx="8420760" cy="38520"/>
          </a:xfrm>
          <a:custGeom>
            <a:avLst/>
            <a:gdLst/>
            <a:ahLst/>
            <a:rect l="0" t="0" r="r" b="b"/>
            <a:pathLst>
              <a:path w="23391" h="107">
                <a:moveTo>
                  <a:pt x="0" y="0"/>
                </a:moveTo>
                <a:lnTo>
                  <a:pt x="23391" y="0"/>
                </a:lnTo>
                <a:lnTo>
                  <a:pt x="2339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" name=""/>
          <p:cNvSpPr/>
          <p:nvPr/>
        </p:nvSpPr>
        <p:spPr>
          <a:xfrm>
            <a:off x="456840" y="3543120"/>
            <a:ext cx="8420760" cy="9720"/>
          </a:xfrm>
          <a:custGeom>
            <a:avLst/>
            <a:gdLst/>
            <a:ahLst/>
            <a:rect l="0" t="0" r="r" b="b"/>
            <a:pathLst>
              <a:path w="23391" h="27">
                <a:moveTo>
                  <a:pt x="0" y="0"/>
                </a:moveTo>
                <a:lnTo>
                  <a:pt x="23391" y="0"/>
                </a:lnTo>
                <a:lnTo>
                  <a:pt x="233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" name=""/>
          <p:cNvSpPr/>
          <p:nvPr/>
        </p:nvSpPr>
        <p:spPr>
          <a:xfrm>
            <a:off x="8867520" y="2657160"/>
            <a:ext cx="10080" cy="895680"/>
          </a:xfrm>
          <a:custGeom>
            <a:avLst/>
            <a:gdLst/>
            <a:ahLst/>
            <a:rect l="0" t="0" r="r" b="b"/>
            <a:pathLst>
              <a:path w="28" h="2488">
                <a:moveTo>
                  <a:pt x="0" y="106"/>
                </a:moveTo>
                <a:lnTo>
                  <a:pt x="0" y="2488"/>
                </a:lnTo>
                <a:lnTo>
                  <a:pt x="28" y="2488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" name=""/>
          <p:cNvSpPr/>
          <p:nvPr/>
        </p:nvSpPr>
        <p:spPr>
          <a:xfrm>
            <a:off x="456840" y="2657160"/>
            <a:ext cx="10080" cy="895680"/>
          </a:xfrm>
          <a:custGeom>
            <a:avLst/>
            <a:gdLst/>
            <a:ahLst/>
            <a:rect l="0" t="0" r="r" b="b"/>
            <a:pathLst>
              <a:path w="28" h="2488">
                <a:moveTo>
                  <a:pt x="0" y="0"/>
                </a:moveTo>
                <a:lnTo>
                  <a:pt x="0" y="2488"/>
                </a:lnTo>
                <a:lnTo>
                  <a:pt x="28" y="2488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" name=""/>
          <p:cNvSpPr/>
          <p:nvPr/>
        </p:nvSpPr>
        <p:spPr>
          <a:xfrm>
            <a:off x="4595760" y="2786040"/>
            <a:ext cx="143280" cy="200160"/>
          </a:xfrm>
          <a:custGeom>
            <a:avLst/>
            <a:gdLst/>
            <a:ahLst/>
            <a:rect l="0" t="0" r="r" b="b"/>
            <a:pathLst>
              <a:path w="398" h="556">
                <a:moveTo>
                  <a:pt x="392" y="144"/>
                </a:moveTo>
                <a:lnTo>
                  <a:pt x="253" y="6"/>
                </a:lnTo>
                <a:cubicBezTo>
                  <a:pt x="249" y="2"/>
                  <a:pt x="245" y="0"/>
                  <a:pt x="239" y="0"/>
                </a:cubicBezTo>
                <a:lnTo>
                  <a:pt x="39" y="0"/>
                </a:lnTo>
                <a:cubicBezTo>
                  <a:pt x="18" y="0"/>
                  <a:pt x="0" y="17"/>
                  <a:pt x="0" y="39"/>
                </a:cubicBezTo>
                <a:lnTo>
                  <a:pt x="0" y="516"/>
                </a:lnTo>
                <a:cubicBezTo>
                  <a:pt x="0" y="538"/>
                  <a:pt x="18" y="556"/>
                  <a:pt x="39" y="556"/>
                </a:cubicBezTo>
                <a:lnTo>
                  <a:pt x="358" y="556"/>
                </a:lnTo>
                <a:cubicBezTo>
                  <a:pt x="380" y="556"/>
                  <a:pt x="398" y="538"/>
                  <a:pt x="398" y="516"/>
                </a:cubicBezTo>
                <a:lnTo>
                  <a:pt x="398" y="158"/>
                </a:lnTo>
                <a:cubicBezTo>
                  <a:pt x="398" y="152"/>
                  <a:pt x="396" y="148"/>
                  <a:pt x="392" y="144"/>
                </a:cubicBezTo>
                <a:moveTo>
                  <a:pt x="239" y="47"/>
                </a:moveTo>
                <a:lnTo>
                  <a:pt x="350" y="158"/>
                </a:lnTo>
                <a:lnTo>
                  <a:pt x="239" y="158"/>
                </a:lnTo>
                <a:lnTo>
                  <a:pt x="239" y="47"/>
                </a:lnTo>
                <a:moveTo>
                  <a:pt x="358" y="516"/>
                </a:moveTo>
                <a:lnTo>
                  <a:pt x="39" y="516"/>
                </a:lnTo>
                <a:lnTo>
                  <a:pt x="39" y="39"/>
                </a:lnTo>
                <a:lnTo>
                  <a:pt x="199" y="39"/>
                </a:lnTo>
                <a:lnTo>
                  <a:pt x="199" y="158"/>
                </a:lnTo>
                <a:cubicBezTo>
                  <a:pt x="199" y="180"/>
                  <a:pt x="217" y="198"/>
                  <a:pt x="239" y="198"/>
                </a:cubicBezTo>
                <a:lnTo>
                  <a:pt x="358" y="198"/>
                </a:lnTo>
                <a:lnTo>
                  <a:pt x="358" y="516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" name=""/>
          <p:cNvSpPr/>
          <p:nvPr/>
        </p:nvSpPr>
        <p:spPr>
          <a:xfrm>
            <a:off x="4624200" y="2885760"/>
            <a:ext cx="86040" cy="57600"/>
          </a:xfrm>
          <a:custGeom>
            <a:avLst/>
            <a:gdLst/>
            <a:ahLst/>
            <a:rect l="0" t="0" r="r" b="b"/>
            <a:pathLst>
              <a:path w="239" h="160">
                <a:moveTo>
                  <a:pt x="0" y="119"/>
                </a:moveTo>
                <a:lnTo>
                  <a:pt x="239" y="119"/>
                </a:lnTo>
                <a:lnTo>
                  <a:pt x="239" y="160"/>
                </a:lnTo>
                <a:lnTo>
                  <a:pt x="0" y="160"/>
                </a:lnTo>
                <a:lnTo>
                  <a:pt x="0" y="119"/>
                </a:lnTo>
                <a:moveTo>
                  <a:pt x="0" y="0"/>
                </a:moveTo>
                <a:lnTo>
                  <a:pt x="239" y="0"/>
                </a:lnTo>
                <a:lnTo>
                  <a:pt x="239" y="40"/>
                </a:lnTo>
                <a:lnTo>
                  <a:pt x="0" y="40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4576680" y="2397240"/>
            <a:ext cx="197640" cy="2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60" spc="-1" strike="noStrike">
                <a:solidFill>
                  <a:srgbClr val="00af81"/>
                </a:solidFill>
                <a:latin typeface="Arial"/>
                <a:ea typeface="Arial"/>
              </a:rPr>
              <a:t>↓</a:t>
            </a:r>
            <a:endParaRPr b="0" lang="en-US" sz="1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3481560" y="3044520"/>
            <a:ext cx="27637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Eindproduct: koppelvlakspeciﬁcatie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" name=""/>
          <p:cNvSpPr/>
          <p:nvPr/>
        </p:nvSpPr>
        <p:spPr>
          <a:xfrm>
            <a:off x="456840" y="3628800"/>
            <a:ext cx="3686760" cy="1124280"/>
          </a:xfrm>
          <a:custGeom>
            <a:avLst/>
            <a:gdLst/>
            <a:ahLst/>
            <a:rect l="0" t="0" r="r" b="b"/>
            <a:pathLst>
              <a:path w="10241" h="3123">
                <a:moveTo>
                  <a:pt x="0" y="0"/>
                </a:moveTo>
                <a:lnTo>
                  <a:pt x="10241" y="0"/>
                </a:lnTo>
                <a:lnTo>
                  <a:pt x="10241" y="3123"/>
                </a:lnTo>
                <a:lnTo>
                  <a:pt x="0" y="312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" name=""/>
          <p:cNvSpPr/>
          <p:nvPr/>
        </p:nvSpPr>
        <p:spPr>
          <a:xfrm>
            <a:off x="456840" y="3628800"/>
            <a:ext cx="3686760" cy="38520"/>
          </a:xfrm>
          <a:custGeom>
            <a:avLst/>
            <a:gdLst/>
            <a:ahLst/>
            <a:rect l="0" t="0" r="r" b="b"/>
            <a:pathLst>
              <a:path w="10241" h="107">
                <a:moveTo>
                  <a:pt x="0" y="0"/>
                </a:moveTo>
                <a:lnTo>
                  <a:pt x="10241" y="0"/>
                </a:lnTo>
                <a:lnTo>
                  <a:pt x="1024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" name=""/>
          <p:cNvSpPr/>
          <p:nvPr/>
        </p:nvSpPr>
        <p:spPr>
          <a:xfrm>
            <a:off x="456840" y="4743360"/>
            <a:ext cx="3686760" cy="9720"/>
          </a:xfrm>
          <a:custGeom>
            <a:avLst/>
            <a:gdLst/>
            <a:ahLst/>
            <a:rect l="0" t="0" r="r" b="b"/>
            <a:pathLst>
              <a:path w="10241" h="27">
                <a:moveTo>
                  <a:pt x="0" y="0"/>
                </a:moveTo>
                <a:lnTo>
                  <a:pt x="10241" y="0"/>
                </a:lnTo>
                <a:lnTo>
                  <a:pt x="102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" name=""/>
          <p:cNvSpPr/>
          <p:nvPr/>
        </p:nvSpPr>
        <p:spPr>
          <a:xfrm>
            <a:off x="4133520" y="3628800"/>
            <a:ext cx="10080" cy="1124280"/>
          </a:xfrm>
          <a:custGeom>
            <a:avLst/>
            <a:gdLst/>
            <a:ahLst/>
            <a:rect l="0" t="0" r="r" b="b"/>
            <a:pathLst>
              <a:path w="28" h="3123">
                <a:moveTo>
                  <a:pt x="0" y="106"/>
                </a:moveTo>
                <a:lnTo>
                  <a:pt x="0" y="3123"/>
                </a:lnTo>
                <a:lnTo>
                  <a:pt x="28" y="3123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" name=""/>
          <p:cNvSpPr/>
          <p:nvPr/>
        </p:nvSpPr>
        <p:spPr>
          <a:xfrm>
            <a:off x="456840" y="3628800"/>
            <a:ext cx="10080" cy="1124280"/>
          </a:xfrm>
          <a:custGeom>
            <a:avLst/>
            <a:gdLst/>
            <a:ahLst/>
            <a:rect l="0" t="0" r="r" b="b"/>
            <a:pathLst>
              <a:path w="28" h="3123">
                <a:moveTo>
                  <a:pt x="0" y="0"/>
                </a:moveTo>
                <a:lnTo>
                  <a:pt x="0" y="3123"/>
                </a:lnTo>
                <a:lnTo>
                  <a:pt x="28" y="3123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" name=""/>
          <p:cNvSpPr/>
          <p:nvPr/>
        </p:nvSpPr>
        <p:spPr>
          <a:xfrm>
            <a:off x="614160" y="3759840"/>
            <a:ext cx="200520" cy="207360"/>
          </a:xfrm>
          <a:custGeom>
            <a:avLst/>
            <a:gdLst/>
            <a:ahLst/>
            <a:rect l="0" t="0" r="r" b="b"/>
            <a:pathLst>
              <a:path w="557" h="576">
                <a:moveTo>
                  <a:pt x="119" y="159"/>
                </a:moveTo>
                <a:cubicBezTo>
                  <a:pt x="109" y="159"/>
                  <a:pt x="98" y="157"/>
                  <a:pt x="89" y="153"/>
                </a:cubicBezTo>
                <a:cubicBezTo>
                  <a:pt x="79" y="149"/>
                  <a:pt x="70" y="143"/>
                  <a:pt x="63" y="135"/>
                </a:cubicBezTo>
                <a:cubicBezTo>
                  <a:pt x="56" y="128"/>
                  <a:pt x="50" y="119"/>
                  <a:pt x="46" y="110"/>
                </a:cubicBezTo>
                <a:cubicBezTo>
                  <a:pt x="42" y="100"/>
                  <a:pt x="40" y="90"/>
                  <a:pt x="40" y="79"/>
                </a:cubicBezTo>
                <a:cubicBezTo>
                  <a:pt x="40" y="69"/>
                  <a:pt x="42" y="59"/>
                  <a:pt x="46" y="49"/>
                </a:cubicBezTo>
                <a:cubicBezTo>
                  <a:pt x="50" y="39"/>
                  <a:pt x="56" y="31"/>
                  <a:pt x="63" y="23"/>
                </a:cubicBezTo>
                <a:cubicBezTo>
                  <a:pt x="70" y="16"/>
                  <a:pt x="79" y="10"/>
                  <a:pt x="89" y="6"/>
                </a:cubicBezTo>
                <a:cubicBezTo>
                  <a:pt x="98" y="2"/>
                  <a:pt x="109" y="0"/>
                  <a:pt x="119" y="0"/>
                </a:cubicBezTo>
                <a:cubicBezTo>
                  <a:pt x="130" y="0"/>
                  <a:pt x="140" y="2"/>
                  <a:pt x="150" y="6"/>
                </a:cubicBezTo>
                <a:cubicBezTo>
                  <a:pt x="159" y="10"/>
                  <a:pt x="168" y="16"/>
                  <a:pt x="175" y="23"/>
                </a:cubicBezTo>
                <a:cubicBezTo>
                  <a:pt x="183" y="31"/>
                  <a:pt x="188" y="39"/>
                  <a:pt x="192" y="49"/>
                </a:cubicBezTo>
                <a:cubicBezTo>
                  <a:pt x="196" y="59"/>
                  <a:pt x="198" y="69"/>
                  <a:pt x="198" y="79"/>
                </a:cubicBezTo>
                <a:cubicBezTo>
                  <a:pt x="198" y="90"/>
                  <a:pt x="196" y="100"/>
                  <a:pt x="192" y="110"/>
                </a:cubicBezTo>
                <a:cubicBezTo>
                  <a:pt x="188" y="119"/>
                  <a:pt x="183" y="128"/>
                  <a:pt x="175" y="135"/>
                </a:cubicBezTo>
                <a:cubicBezTo>
                  <a:pt x="168" y="143"/>
                  <a:pt x="159" y="149"/>
                  <a:pt x="150" y="153"/>
                </a:cubicBezTo>
                <a:cubicBezTo>
                  <a:pt x="140" y="157"/>
                  <a:pt x="130" y="159"/>
                  <a:pt x="119" y="159"/>
                </a:cubicBezTo>
                <a:moveTo>
                  <a:pt x="119" y="40"/>
                </a:moveTo>
                <a:cubicBezTo>
                  <a:pt x="114" y="40"/>
                  <a:pt x="109" y="41"/>
                  <a:pt x="104" y="43"/>
                </a:cubicBezTo>
                <a:cubicBezTo>
                  <a:pt x="99" y="45"/>
                  <a:pt x="95" y="48"/>
                  <a:pt x="91" y="51"/>
                </a:cubicBezTo>
                <a:cubicBezTo>
                  <a:pt x="87" y="55"/>
                  <a:pt x="84" y="59"/>
                  <a:pt x="82" y="64"/>
                </a:cubicBezTo>
                <a:cubicBezTo>
                  <a:pt x="80" y="69"/>
                  <a:pt x="79" y="74"/>
                  <a:pt x="79" y="79"/>
                </a:cubicBezTo>
                <a:cubicBezTo>
                  <a:pt x="79" y="85"/>
                  <a:pt x="80" y="90"/>
                  <a:pt x="82" y="94"/>
                </a:cubicBezTo>
                <a:cubicBezTo>
                  <a:pt x="84" y="99"/>
                  <a:pt x="87" y="104"/>
                  <a:pt x="91" y="107"/>
                </a:cubicBezTo>
                <a:cubicBezTo>
                  <a:pt x="95" y="111"/>
                  <a:pt x="99" y="114"/>
                  <a:pt x="104" y="116"/>
                </a:cubicBezTo>
                <a:cubicBezTo>
                  <a:pt x="109" y="118"/>
                  <a:pt x="114" y="119"/>
                  <a:pt x="119" y="119"/>
                </a:cubicBezTo>
                <a:cubicBezTo>
                  <a:pt x="124" y="119"/>
                  <a:pt x="129" y="118"/>
                  <a:pt x="134" y="116"/>
                </a:cubicBezTo>
                <a:cubicBezTo>
                  <a:pt x="139" y="114"/>
                  <a:pt x="143" y="111"/>
                  <a:pt x="147" y="107"/>
                </a:cubicBezTo>
                <a:cubicBezTo>
                  <a:pt x="151" y="104"/>
                  <a:pt x="154" y="99"/>
                  <a:pt x="156" y="94"/>
                </a:cubicBezTo>
                <a:cubicBezTo>
                  <a:pt x="158" y="90"/>
                  <a:pt x="159" y="85"/>
                  <a:pt x="159" y="79"/>
                </a:cubicBezTo>
                <a:cubicBezTo>
                  <a:pt x="159" y="74"/>
                  <a:pt x="158" y="69"/>
                  <a:pt x="156" y="64"/>
                </a:cubicBezTo>
                <a:cubicBezTo>
                  <a:pt x="154" y="59"/>
                  <a:pt x="151" y="55"/>
                  <a:pt x="147" y="51"/>
                </a:cubicBezTo>
                <a:cubicBezTo>
                  <a:pt x="143" y="48"/>
                  <a:pt x="139" y="45"/>
                  <a:pt x="134" y="43"/>
                </a:cubicBezTo>
                <a:cubicBezTo>
                  <a:pt x="129" y="41"/>
                  <a:pt x="124" y="40"/>
                  <a:pt x="119" y="40"/>
                </a:cubicBezTo>
                <a:moveTo>
                  <a:pt x="438" y="159"/>
                </a:moveTo>
                <a:cubicBezTo>
                  <a:pt x="427" y="159"/>
                  <a:pt x="417" y="157"/>
                  <a:pt x="407" y="153"/>
                </a:cubicBezTo>
                <a:cubicBezTo>
                  <a:pt x="398" y="149"/>
                  <a:pt x="389" y="143"/>
                  <a:pt x="381" y="135"/>
                </a:cubicBezTo>
                <a:cubicBezTo>
                  <a:pt x="374" y="128"/>
                  <a:pt x="368" y="119"/>
                  <a:pt x="364" y="110"/>
                </a:cubicBezTo>
                <a:cubicBezTo>
                  <a:pt x="360" y="100"/>
                  <a:pt x="358" y="90"/>
                  <a:pt x="358" y="79"/>
                </a:cubicBezTo>
                <a:cubicBezTo>
                  <a:pt x="358" y="69"/>
                  <a:pt x="360" y="59"/>
                  <a:pt x="364" y="49"/>
                </a:cubicBezTo>
                <a:cubicBezTo>
                  <a:pt x="368" y="39"/>
                  <a:pt x="374" y="31"/>
                  <a:pt x="381" y="23"/>
                </a:cubicBezTo>
                <a:cubicBezTo>
                  <a:pt x="389" y="16"/>
                  <a:pt x="398" y="10"/>
                  <a:pt x="407" y="6"/>
                </a:cubicBezTo>
                <a:cubicBezTo>
                  <a:pt x="417" y="2"/>
                  <a:pt x="427" y="0"/>
                  <a:pt x="438" y="0"/>
                </a:cubicBezTo>
                <a:cubicBezTo>
                  <a:pt x="448" y="0"/>
                  <a:pt x="458" y="2"/>
                  <a:pt x="468" y="6"/>
                </a:cubicBezTo>
                <a:cubicBezTo>
                  <a:pt x="478" y="10"/>
                  <a:pt x="486" y="16"/>
                  <a:pt x="494" y="23"/>
                </a:cubicBezTo>
                <a:cubicBezTo>
                  <a:pt x="501" y="31"/>
                  <a:pt x="507" y="39"/>
                  <a:pt x="511" y="49"/>
                </a:cubicBezTo>
                <a:cubicBezTo>
                  <a:pt x="515" y="59"/>
                  <a:pt x="517" y="69"/>
                  <a:pt x="517" y="79"/>
                </a:cubicBezTo>
                <a:cubicBezTo>
                  <a:pt x="517" y="90"/>
                  <a:pt x="515" y="100"/>
                  <a:pt x="511" y="110"/>
                </a:cubicBezTo>
                <a:cubicBezTo>
                  <a:pt x="507" y="119"/>
                  <a:pt x="501" y="128"/>
                  <a:pt x="494" y="135"/>
                </a:cubicBezTo>
                <a:cubicBezTo>
                  <a:pt x="486" y="143"/>
                  <a:pt x="478" y="149"/>
                  <a:pt x="468" y="153"/>
                </a:cubicBezTo>
                <a:cubicBezTo>
                  <a:pt x="458" y="157"/>
                  <a:pt x="448" y="159"/>
                  <a:pt x="438" y="159"/>
                </a:cubicBezTo>
                <a:moveTo>
                  <a:pt x="438" y="40"/>
                </a:moveTo>
                <a:cubicBezTo>
                  <a:pt x="432" y="40"/>
                  <a:pt x="427" y="41"/>
                  <a:pt x="422" y="43"/>
                </a:cubicBezTo>
                <a:cubicBezTo>
                  <a:pt x="418" y="45"/>
                  <a:pt x="413" y="48"/>
                  <a:pt x="410" y="51"/>
                </a:cubicBezTo>
                <a:cubicBezTo>
                  <a:pt x="406" y="55"/>
                  <a:pt x="403" y="59"/>
                  <a:pt x="401" y="64"/>
                </a:cubicBezTo>
                <a:cubicBezTo>
                  <a:pt x="399" y="69"/>
                  <a:pt x="398" y="74"/>
                  <a:pt x="398" y="79"/>
                </a:cubicBezTo>
                <a:cubicBezTo>
                  <a:pt x="398" y="85"/>
                  <a:pt x="399" y="90"/>
                  <a:pt x="401" y="94"/>
                </a:cubicBezTo>
                <a:cubicBezTo>
                  <a:pt x="403" y="99"/>
                  <a:pt x="406" y="104"/>
                  <a:pt x="410" y="107"/>
                </a:cubicBezTo>
                <a:cubicBezTo>
                  <a:pt x="413" y="111"/>
                  <a:pt x="418" y="114"/>
                  <a:pt x="422" y="116"/>
                </a:cubicBezTo>
                <a:cubicBezTo>
                  <a:pt x="427" y="118"/>
                  <a:pt x="432" y="119"/>
                  <a:pt x="438" y="119"/>
                </a:cubicBezTo>
                <a:cubicBezTo>
                  <a:pt x="443" y="119"/>
                  <a:pt x="448" y="118"/>
                  <a:pt x="453" y="116"/>
                </a:cubicBezTo>
                <a:cubicBezTo>
                  <a:pt x="458" y="114"/>
                  <a:pt x="462" y="111"/>
                  <a:pt x="466" y="107"/>
                </a:cubicBezTo>
                <a:cubicBezTo>
                  <a:pt x="469" y="104"/>
                  <a:pt x="472" y="99"/>
                  <a:pt x="474" y="94"/>
                </a:cubicBezTo>
                <a:cubicBezTo>
                  <a:pt x="476" y="90"/>
                  <a:pt x="477" y="85"/>
                  <a:pt x="477" y="79"/>
                </a:cubicBezTo>
                <a:cubicBezTo>
                  <a:pt x="477" y="74"/>
                  <a:pt x="476" y="69"/>
                  <a:pt x="474" y="64"/>
                </a:cubicBezTo>
                <a:cubicBezTo>
                  <a:pt x="472" y="59"/>
                  <a:pt x="469" y="55"/>
                  <a:pt x="466" y="51"/>
                </a:cubicBezTo>
                <a:cubicBezTo>
                  <a:pt x="462" y="48"/>
                  <a:pt x="458" y="45"/>
                  <a:pt x="453" y="43"/>
                </a:cubicBezTo>
                <a:cubicBezTo>
                  <a:pt x="448" y="41"/>
                  <a:pt x="443" y="40"/>
                  <a:pt x="438" y="40"/>
                </a:cubicBezTo>
                <a:moveTo>
                  <a:pt x="477" y="576"/>
                </a:moveTo>
                <a:lnTo>
                  <a:pt x="398" y="576"/>
                </a:lnTo>
                <a:cubicBezTo>
                  <a:pt x="393" y="576"/>
                  <a:pt x="388" y="575"/>
                  <a:pt x="383" y="573"/>
                </a:cubicBezTo>
                <a:cubicBezTo>
                  <a:pt x="378" y="571"/>
                  <a:pt x="374" y="568"/>
                  <a:pt x="370" y="565"/>
                </a:cubicBezTo>
                <a:cubicBezTo>
                  <a:pt x="366" y="561"/>
                  <a:pt x="363" y="557"/>
                  <a:pt x="361" y="552"/>
                </a:cubicBezTo>
                <a:cubicBezTo>
                  <a:pt x="359" y="547"/>
                  <a:pt x="358" y="542"/>
                  <a:pt x="358" y="537"/>
                </a:cubicBezTo>
                <a:lnTo>
                  <a:pt x="358" y="398"/>
                </a:lnTo>
                <a:lnTo>
                  <a:pt x="398" y="398"/>
                </a:lnTo>
                <a:lnTo>
                  <a:pt x="398" y="537"/>
                </a:lnTo>
                <a:lnTo>
                  <a:pt x="477" y="537"/>
                </a:lnTo>
                <a:lnTo>
                  <a:pt x="477" y="358"/>
                </a:lnTo>
                <a:lnTo>
                  <a:pt x="517" y="358"/>
                </a:lnTo>
                <a:lnTo>
                  <a:pt x="517" y="239"/>
                </a:lnTo>
                <a:cubicBezTo>
                  <a:pt x="517" y="234"/>
                  <a:pt x="515" y="229"/>
                  <a:pt x="511" y="225"/>
                </a:cubicBezTo>
                <a:cubicBezTo>
                  <a:pt x="507" y="221"/>
                  <a:pt x="503" y="219"/>
                  <a:pt x="497" y="219"/>
                </a:cubicBezTo>
                <a:lnTo>
                  <a:pt x="370" y="219"/>
                </a:lnTo>
                <a:lnTo>
                  <a:pt x="279" y="378"/>
                </a:lnTo>
                <a:lnTo>
                  <a:pt x="187" y="219"/>
                </a:lnTo>
                <a:lnTo>
                  <a:pt x="60" y="219"/>
                </a:lnTo>
                <a:cubicBezTo>
                  <a:pt x="54" y="219"/>
                  <a:pt x="49" y="221"/>
                  <a:pt x="46" y="225"/>
                </a:cubicBezTo>
                <a:cubicBezTo>
                  <a:pt x="42" y="229"/>
                  <a:pt x="40" y="234"/>
                  <a:pt x="40" y="239"/>
                </a:cubicBezTo>
                <a:lnTo>
                  <a:pt x="40" y="358"/>
                </a:lnTo>
                <a:lnTo>
                  <a:pt x="79" y="358"/>
                </a:lnTo>
                <a:lnTo>
                  <a:pt x="79" y="537"/>
                </a:lnTo>
                <a:lnTo>
                  <a:pt x="159" y="537"/>
                </a:lnTo>
                <a:lnTo>
                  <a:pt x="159" y="398"/>
                </a:lnTo>
                <a:lnTo>
                  <a:pt x="198" y="398"/>
                </a:lnTo>
                <a:lnTo>
                  <a:pt x="198" y="537"/>
                </a:lnTo>
                <a:cubicBezTo>
                  <a:pt x="198" y="542"/>
                  <a:pt x="197" y="547"/>
                  <a:pt x="195" y="552"/>
                </a:cubicBezTo>
                <a:cubicBezTo>
                  <a:pt x="193" y="557"/>
                  <a:pt x="191" y="561"/>
                  <a:pt x="187" y="565"/>
                </a:cubicBezTo>
                <a:cubicBezTo>
                  <a:pt x="183" y="568"/>
                  <a:pt x="179" y="571"/>
                  <a:pt x="174" y="573"/>
                </a:cubicBezTo>
                <a:cubicBezTo>
                  <a:pt x="169" y="575"/>
                  <a:pt x="164" y="576"/>
                  <a:pt x="159" y="576"/>
                </a:cubicBezTo>
                <a:lnTo>
                  <a:pt x="79" y="576"/>
                </a:lnTo>
                <a:cubicBezTo>
                  <a:pt x="74" y="576"/>
                  <a:pt x="69" y="575"/>
                  <a:pt x="64" y="573"/>
                </a:cubicBezTo>
                <a:cubicBezTo>
                  <a:pt x="59" y="571"/>
                  <a:pt x="55" y="568"/>
                  <a:pt x="51" y="565"/>
                </a:cubicBezTo>
                <a:cubicBezTo>
                  <a:pt x="48" y="561"/>
                  <a:pt x="45" y="557"/>
                  <a:pt x="43" y="552"/>
                </a:cubicBezTo>
                <a:cubicBezTo>
                  <a:pt x="41" y="547"/>
                  <a:pt x="40" y="542"/>
                  <a:pt x="40" y="537"/>
                </a:cubicBezTo>
                <a:lnTo>
                  <a:pt x="40" y="398"/>
                </a:lnTo>
                <a:cubicBezTo>
                  <a:pt x="34" y="398"/>
                  <a:pt x="29" y="397"/>
                  <a:pt x="25" y="395"/>
                </a:cubicBezTo>
                <a:cubicBezTo>
                  <a:pt x="20" y="393"/>
                  <a:pt x="15" y="390"/>
                  <a:pt x="12" y="386"/>
                </a:cubicBezTo>
                <a:cubicBezTo>
                  <a:pt x="8" y="382"/>
                  <a:pt x="5" y="378"/>
                  <a:pt x="3" y="373"/>
                </a:cubicBezTo>
                <a:cubicBezTo>
                  <a:pt x="1" y="368"/>
                  <a:pt x="0" y="363"/>
                  <a:pt x="0" y="358"/>
                </a:cubicBezTo>
                <a:lnTo>
                  <a:pt x="0" y="239"/>
                </a:lnTo>
                <a:cubicBezTo>
                  <a:pt x="0" y="231"/>
                  <a:pt x="2" y="224"/>
                  <a:pt x="5" y="216"/>
                </a:cubicBezTo>
                <a:cubicBezTo>
                  <a:pt x="8" y="209"/>
                  <a:pt x="12" y="203"/>
                  <a:pt x="17" y="197"/>
                </a:cubicBezTo>
                <a:cubicBezTo>
                  <a:pt x="23" y="190"/>
                  <a:pt x="30" y="186"/>
                  <a:pt x="37" y="183"/>
                </a:cubicBezTo>
                <a:cubicBezTo>
                  <a:pt x="44" y="180"/>
                  <a:pt x="52" y="179"/>
                  <a:pt x="60" y="179"/>
                </a:cubicBezTo>
                <a:lnTo>
                  <a:pt x="210" y="179"/>
                </a:lnTo>
                <a:lnTo>
                  <a:pt x="279" y="299"/>
                </a:lnTo>
                <a:lnTo>
                  <a:pt x="347" y="179"/>
                </a:lnTo>
                <a:lnTo>
                  <a:pt x="497" y="179"/>
                </a:lnTo>
                <a:cubicBezTo>
                  <a:pt x="505" y="179"/>
                  <a:pt x="513" y="180"/>
                  <a:pt x="520" y="183"/>
                </a:cubicBezTo>
                <a:cubicBezTo>
                  <a:pt x="527" y="186"/>
                  <a:pt x="534" y="190"/>
                  <a:pt x="539" y="197"/>
                </a:cubicBezTo>
                <a:cubicBezTo>
                  <a:pt x="545" y="203"/>
                  <a:pt x="549" y="209"/>
                  <a:pt x="552" y="216"/>
                </a:cubicBezTo>
                <a:cubicBezTo>
                  <a:pt x="555" y="224"/>
                  <a:pt x="557" y="231"/>
                  <a:pt x="557" y="239"/>
                </a:cubicBezTo>
                <a:lnTo>
                  <a:pt x="557" y="358"/>
                </a:lnTo>
                <a:cubicBezTo>
                  <a:pt x="557" y="363"/>
                  <a:pt x="556" y="368"/>
                  <a:pt x="554" y="373"/>
                </a:cubicBezTo>
                <a:cubicBezTo>
                  <a:pt x="552" y="378"/>
                  <a:pt x="549" y="382"/>
                  <a:pt x="545" y="386"/>
                </a:cubicBezTo>
                <a:cubicBezTo>
                  <a:pt x="541" y="390"/>
                  <a:pt x="537" y="393"/>
                  <a:pt x="532" y="395"/>
                </a:cubicBezTo>
                <a:cubicBezTo>
                  <a:pt x="527" y="397"/>
                  <a:pt x="522" y="398"/>
                  <a:pt x="517" y="398"/>
                </a:cubicBezTo>
                <a:lnTo>
                  <a:pt x="517" y="537"/>
                </a:lnTo>
                <a:cubicBezTo>
                  <a:pt x="517" y="542"/>
                  <a:pt x="516" y="547"/>
                  <a:pt x="514" y="552"/>
                </a:cubicBezTo>
                <a:cubicBezTo>
                  <a:pt x="512" y="557"/>
                  <a:pt x="509" y="561"/>
                  <a:pt x="505" y="565"/>
                </a:cubicBezTo>
                <a:cubicBezTo>
                  <a:pt x="502" y="568"/>
                  <a:pt x="497" y="571"/>
                  <a:pt x="493" y="573"/>
                </a:cubicBezTo>
                <a:cubicBezTo>
                  <a:pt x="488" y="575"/>
                  <a:pt x="483" y="576"/>
                  <a:pt x="477" y="576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2462040" y="3299760"/>
            <a:ext cx="494604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koppelingspeciﬁcaties · datamodelschema's · berichtstromen · koppelvlakdiensten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603720" y="4025520"/>
            <a:ext cx="33627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In gesprek met instellingen en leveranciers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" name=""/>
          <p:cNvSpPr/>
          <p:nvPr/>
        </p:nvSpPr>
        <p:spPr>
          <a:xfrm>
            <a:off x="4267080" y="3628800"/>
            <a:ext cx="4610520" cy="1124280"/>
          </a:xfrm>
          <a:custGeom>
            <a:avLst/>
            <a:gdLst/>
            <a:ahLst/>
            <a:rect l="0" t="0" r="r" b="b"/>
            <a:pathLst>
              <a:path w="12807" h="3123">
                <a:moveTo>
                  <a:pt x="0" y="0"/>
                </a:moveTo>
                <a:lnTo>
                  <a:pt x="12807" y="0"/>
                </a:lnTo>
                <a:lnTo>
                  <a:pt x="12807" y="3123"/>
                </a:lnTo>
                <a:lnTo>
                  <a:pt x="0" y="312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" name=""/>
          <p:cNvSpPr/>
          <p:nvPr/>
        </p:nvSpPr>
        <p:spPr>
          <a:xfrm>
            <a:off x="4267080" y="3628800"/>
            <a:ext cx="4610520" cy="38520"/>
          </a:xfrm>
          <a:custGeom>
            <a:avLst/>
            <a:gdLst/>
            <a:ahLst/>
            <a:rect l="0" t="0" r="r" b="b"/>
            <a:pathLst>
              <a:path w="12807" h="107">
                <a:moveTo>
                  <a:pt x="0" y="0"/>
                </a:moveTo>
                <a:lnTo>
                  <a:pt x="12807" y="0"/>
                </a:lnTo>
                <a:lnTo>
                  <a:pt x="12807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" name=""/>
          <p:cNvSpPr/>
          <p:nvPr/>
        </p:nvSpPr>
        <p:spPr>
          <a:xfrm>
            <a:off x="4267080" y="4743360"/>
            <a:ext cx="4610520" cy="9720"/>
          </a:xfrm>
          <a:custGeom>
            <a:avLst/>
            <a:gdLst/>
            <a:ahLst/>
            <a:rect l="0" t="0" r="r" b="b"/>
            <a:pathLst>
              <a:path w="12807" h="27">
                <a:moveTo>
                  <a:pt x="0" y="0"/>
                </a:moveTo>
                <a:lnTo>
                  <a:pt x="12807" y="0"/>
                </a:lnTo>
                <a:lnTo>
                  <a:pt x="1280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" name=""/>
          <p:cNvSpPr/>
          <p:nvPr/>
        </p:nvSpPr>
        <p:spPr>
          <a:xfrm>
            <a:off x="8867520" y="3628800"/>
            <a:ext cx="10080" cy="1124280"/>
          </a:xfrm>
          <a:custGeom>
            <a:avLst/>
            <a:gdLst/>
            <a:ahLst/>
            <a:rect l="0" t="0" r="r" b="b"/>
            <a:pathLst>
              <a:path w="28" h="3123">
                <a:moveTo>
                  <a:pt x="0" y="106"/>
                </a:moveTo>
                <a:lnTo>
                  <a:pt x="0" y="3123"/>
                </a:lnTo>
                <a:lnTo>
                  <a:pt x="28" y="3123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" name=""/>
          <p:cNvSpPr/>
          <p:nvPr/>
        </p:nvSpPr>
        <p:spPr>
          <a:xfrm>
            <a:off x="4267080" y="3628800"/>
            <a:ext cx="9720" cy="1124280"/>
          </a:xfrm>
          <a:custGeom>
            <a:avLst/>
            <a:gdLst/>
            <a:ahLst/>
            <a:rect l="0" t="0" r="r" b="b"/>
            <a:pathLst>
              <a:path w="27" h="3123">
                <a:moveTo>
                  <a:pt x="0" y="0"/>
                </a:moveTo>
                <a:lnTo>
                  <a:pt x="0" y="3123"/>
                </a:lnTo>
                <a:lnTo>
                  <a:pt x="27" y="3123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" name=""/>
          <p:cNvSpPr/>
          <p:nvPr/>
        </p:nvSpPr>
        <p:spPr>
          <a:xfrm>
            <a:off x="4438440" y="3900240"/>
            <a:ext cx="157680" cy="171720"/>
          </a:xfrm>
          <a:custGeom>
            <a:avLst/>
            <a:gdLst/>
            <a:ahLst/>
            <a:rect l="0" t="0" r="r" b="b"/>
            <a:pathLst>
              <a:path w="438" h="477">
                <a:moveTo>
                  <a:pt x="438" y="477"/>
                </a:moveTo>
                <a:lnTo>
                  <a:pt x="398" y="477"/>
                </a:lnTo>
                <a:lnTo>
                  <a:pt x="398" y="418"/>
                </a:lnTo>
                <a:cubicBezTo>
                  <a:pt x="398" y="405"/>
                  <a:pt x="395" y="392"/>
                  <a:pt x="390" y="380"/>
                </a:cubicBezTo>
                <a:cubicBezTo>
                  <a:pt x="385" y="368"/>
                  <a:pt x="378" y="357"/>
                  <a:pt x="369" y="347"/>
                </a:cubicBezTo>
                <a:cubicBezTo>
                  <a:pt x="360" y="337"/>
                  <a:pt x="349" y="330"/>
                  <a:pt x="337" y="325"/>
                </a:cubicBezTo>
                <a:cubicBezTo>
                  <a:pt x="325" y="320"/>
                  <a:pt x="312" y="318"/>
                  <a:pt x="299" y="318"/>
                </a:cubicBezTo>
                <a:lnTo>
                  <a:pt x="180" y="318"/>
                </a:lnTo>
                <a:cubicBezTo>
                  <a:pt x="167" y="318"/>
                  <a:pt x="154" y="320"/>
                  <a:pt x="142" y="325"/>
                </a:cubicBezTo>
                <a:cubicBezTo>
                  <a:pt x="130" y="330"/>
                  <a:pt x="119" y="337"/>
                  <a:pt x="110" y="347"/>
                </a:cubicBezTo>
                <a:cubicBezTo>
                  <a:pt x="100" y="357"/>
                  <a:pt x="92" y="368"/>
                  <a:pt x="87" y="380"/>
                </a:cubicBezTo>
                <a:cubicBezTo>
                  <a:pt x="82" y="392"/>
                  <a:pt x="79" y="405"/>
                  <a:pt x="79" y="418"/>
                </a:cubicBezTo>
                <a:lnTo>
                  <a:pt x="79" y="477"/>
                </a:lnTo>
                <a:lnTo>
                  <a:pt x="40" y="477"/>
                </a:lnTo>
                <a:lnTo>
                  <a:pt x="40" y="418"/>
                </a:lnTo>
                <a:cubicBezTo>
                  <a:pt x="40" y="399"/>
                  <a:pt x="43" y="382"/>
                  <a:pt x="50" y="365"/>
                </a:cubicBezTo>
                <a:cubicBezTo>
                  <a:pt x="57" y="347"/>
                  <a:pt x="67" y="332"/>
                  <a:pt x="81" y="319"/>
                </a:cubicBezTo>
                <a:cubicBezTo>
                  <a:pt x="94" y="306"/>
                  <a:pt x="110" y="296"/>
                  <a:pt x="127" y="289"/>
                </a:cubicBezTo>
                <a:cubicBezTo>
                  <a:pt x="144" y="282"/>
                  <a:pt x="161" y="278"/>
                  <a:pt x="180" y="278"/>
                </a:cubicBezTo>
                <a:lnTo>
                  <a:pt x="299" y="278"/>
                </a:lnTo>
                <a:cubicBezTo>
                  <a:pt x="317" y="278"/>
                  <a:pt x="335" y="282"/>
                  <a:pt x="352" y="289"/>
                </a:cubicBezTo>
                <a:cubicBezTo>
                  <a:pt x="369" y="296"/>
                  <a:pt x="384" y="306"/>
                  <a:pt x="397" y="319"/>
                </a:cubicBezTo>
                <a:cubicBezTo>
                  <a:pt x="410" y="332"/>
                  <a:pt x="420" y="347"/>
                  <a:pt x="427" y="365"/>
                </a:cubicBezTo>
                <a:cubicBezTo>
                  <a:pt x="434" y="382"/>
                  <a:pt x="438" y="399"/>
                  <a:pt x="438" y="418"/>
                </a:cubicBezTo>
                <a:lnTo>
                  <a:pt x="438" y="477"/>
                </a:lnTo>
                <a:moveTo>
                  <a:pt x="20" y="0"/>
                </a:moveTo>
                <a:cubicBezTo>
                  <a:pt x="14" y="0"/>
                  <a:pt x="10" y="2"/>
                  <a:pt x="6" y="6"/>
                </a:cubicBezTo>
                <a:cubicBezTo>
                  <a:pt x="2" y="10"/>
                  <a:pt x="0" y="15"/>
                  <a:pt x="0" y="20"/>
                </a:cubicBezTo>
                <a:lnTo>
                  <a:pt x="0" y="199"/>
                </a:lnTo>
                <a:lnTo>
                  <a:pt x="40" y="199"/>
                </a:lnTo>
                <a:lnTo>
                  <a:pt x="40" y="20"/>
                </a:lnTo>
                <a:cubicBezTo>
                  <a:pt x="40" y="15"/>
                  <a:pt x="38" y="10"/>
                  <a:pt x="34" y="6"/>
                </a:cubicBezTo>
                <a:cubicBezTo>
                  <a:pt x="30" y="2"/>
                  <a:pt x="25" y="0"/>
                  <a:pt x="20" y="0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" name=""/>
          <p:cNvSpPr/>
          <p:nvPr/>
        </p:nvSpPr>
        <p:spPr>
          <a:xfrm>
            <a:off x="4438440" y="3871800"/>
            <a:ext cx="171720" cy="114480"/>
          </a:xfrm>
          <a:custGeom>
            <a:avLst/>
            <a:gdLst/>
            <a:ahLst/>
            <a:rect l="0" t="0" r="r" b="b"/>
            <a:pathLst>
              <a:path w="477" h="318">
                <a:moveTo>
                  <a:pt x="0" y="0"/>
                </a:moveTo>
                <a:lnTo>
                  <a:pt x="0" y="39"/>
                </a:lnTo>
                <a:lnTo>
                  <a:pt x="99" y="39"/>
                </a:lnTo>
                <a:lnTo>
                  <a:pt x="99" y="178"/>
                </a:lnTo>
                <a:cubicBezTo>
                  <a:pt x="99" y="198"/>
                  <a:pt x="103" y="216"/>
                  <a:pt x="110" y="233"/>
                </a:cubicBezTo>
                <a:cubicBezTo>
                  <a:pt x="117" y="250"/>
                  <a:pt x="127" y="265"/>
                  <a:pt x="140" y="278"/>
                </a:cubicBezTo>
                <a:cubicBezTo>
                  <a:pt x="153" y="291"/>
                  <a:pt x="168" y="301"/>
                  <a:pt x="185" y="308"/>
                </a:cubicBezTo>
                <a:cubicBezTo>
                  <a:pt x="202" y="315"/>
                  <a:pt x="220" y="318"/>
                  <a:pt x="238" y="318"/>
                </a:cubicBezTo>
                <a:cubicBezTo>
                  <a:pt x="257" y="318"/>
                  <a:pt x="274" y="315"/>
                  <a:pt x="292" y="308"/>
                </a:cubicBezTo>
                <a:cubicBezTo>
                  <a:pt x="309" y="301"/>
                  <a:pt x="324" y="291"/>
                  <a:pt x="337" y="278"/>
                </a:cubicBezTo>
                <a:cubicBezTo>
                  <a:pt x="350" y="265"/>
                  <a:pt x="360" y="250"/>
                  <a:pt x="368" y="233"/>
                </a:cubicBezTo>
                <a:cubicBezTo>
                  <a:pt x="375" y="216"/>
                  <a:pt x="378" y="198"/>
                  <a:pt x="378" y="178"/>
                </a:cubicBezTo>
                <a:lnTo>
                  <a:pt x="378" y="39"/>
                </a:lnTo>
                <a:lnTo>
                  <a:pt x="477" y="39"/>
                </a:lnTo>
                <a:lnTo>
                  <a:pt x="477" y="0"/>
                </a:lnTo>
                <a:lnTo>
                  <a:pt x="0" y="0"/>
                </a:lnTo>
                <a:moveTo>
                  <a:pt x="139" y="39"/>
                </a:moveTo>
                <a:lnTo>
                  <a:pt x="338" y="39"/>
                </a:lnTo>
                <a:lnTo>
                  <a:pt x="338" y="99"/>
                </a:lnTo>
                <a:lnTo>
                  <a:pt x="139" y="99"/>
                </a:lnTo>
                <a:lnTo>
                  <a:pt x="139" y="39"/>
                </a:lnTo>
                <a:moveTo>
                  <a:pt x="238" y="279"/>
                </a:moveTo>
                <a:cubicBezTo>
                  <a:pt x="225" y="279"/>
                  <a:pt x="212" y="276"/>
                  <a:pt x="200" y="271"/>
                </a:cubicBezTo>
                <a:cubicBezTo>
                  <a:pt x="188" y="266"/>
                  <a:pt x="177" y="259"/>
                  <a:pt x="168" y="250"/>
                </a:cubicBezTo>
                <a:cubicBezTo>
                  <a:pt x="159" y="240"/>
                  <a:pt x="152" y="230"/>
                  <a:pt x="147" y="217"/>
                </a:cubicBezTo>
                <a:cubicBezTo>
                  <a:pt x="142" y="205"/>
                  <a:pt x="139" y="193"/>
                  <a:pt x="139" y="178"/>
                </a:cubicBezTo>
                <a:lnTo>
                  <a:pt x="139" y="139"/>
                </a:lnTo>
                <a:lnTo>
                  <a:pt x="338" y="139"/>
                </a:lnTo>
                <a:lnTo>
                  <a:pt x="338" y="178"/>
                </a:lnTo>
                <a:cubicBezTo>
                  <a:pt x="338" y="193"/>
                  <a:pt x="336" y="205"/>
                  <a:pt x="331" y="217"/>
                </a:cubicBezTo>
                <a:cubicBezTo>
                  <a:pt x="326" y="230"/>
                  <a:pt x="319" y="240"/>
                  <a:pt x="309" y="250"/>
                </a:cubicBezTo>
                <a:cubicBezTo>
                  <a:pt x="300" y="259"/>
                  <a:pt x="289" y="266"/>
                  <a:pt x="276" y="271"/>
                </a:cubicBezTo>
                <a:cubicBezTo>
                  <a:pt x="264" y="276"/>
                  <a:pt x="251" y="279"/>
                  <a:pt x="238" y="279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603720" y="4287240"/>
            <a:ext cx="18280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wat moet er gebouwd worden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4413600" y="4130280"/>
            <a:ext cx="19713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Leerroute 1 in uitwerking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" name=""/>
          <p:cNvSpPr/>
          <p:nvPr/>
        </p:nvSpPr>
        <p:spPr>
          <a:xfrm>
            <a:off x="6833880" y="3757320"/>
            <a:ext cx="1896120" cy="895680"/>
          </a:xfrm>
          <a:custGeom>
            <a:avLst/>
            <a:gdLst/>
            <a:ahLst/>
            <a:rect l="0" t="0" r="r" b="b"/>
            <a:pathLst>
              <a:path w="5267" h="2488">
                <a:moveTo>
                  <a:pt x="0" y="2396"/>
                </a:moveTo>
                <a:lnTo>
                  <a:pt x="0" y="93"/>
                </a:ln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3" y="0"/>
                </a:cubicBezTo>
                <a:lnTo>
                  <a:pt x="5174" y="0"/>
                </a:lnTo>
                <a:cubicBezTo>
                  <a:pt x="5186" y="0"/>
                  <a:pt x="5198" y="3"/>
                  <a:pt x="5209" y="7"/>
                </a:cubicBezTo>
                <a:cubicBezTo>
                  <a:pt x="5221" y="12"/>
                  <a:pt x="5231" y="19"/>
                  <a:pt x="5239" y="27"/>
                </a:cubicBezTo>
                <a:cubicBezTo>
                  <a:pt x="5248" y="36"/>
                  <a:pt x="5255" y="46"/>
                  <a:pt x="5260" y="57"/>
                </a:cubicBezTo>
                <a:cubicBezTo>
                  <a:pt x="5264" y="69"/>
                  <a:pt x="5267" y="81"/>
                  <a:pt x="5267" y="93"/>
                </a:cubicBezTo>
                <a:lnTo>
                  <a:pt x="5267" y="2396"/>
                </a:lnTo>
                <a:cubicBezTo>
                  <a:pt x="5267" y="2408"/>
                  <a:pt x="5264" y="2420"/>
                  <a:pt x="5260" y="2431"/>
                </a:cubicBezTo>
                <a:cubicBezTo>
                  <a:pt x="5255" y="2443"/>
                  <a:pt x="5248" y="2453"/>
                  <a:pt x="5239" y="2461"/>
                </a:cubicBezTo>
                <a:cubicBezTo>
                  <a:pt x="5231" y="2470"/>
                  <a:pt x="5221" y="2477"/>
                  <a:pt x="5209" y="2481"/>
                </a:cubicBezTo>
                <a:cubicBezTo>
                  <a:pt x="5198" y="2486"/>
                  <a:pt x="5186" y="2488"/>
                  <a:pt x="5174" y="2488"/>
                </a:cubicBezTo>
                <a:lnTo>
                  <a:pt x="93" y="2488"/>
                </a:lnTo>
                <a:cubicBezTo>
                  <a:pt x="81" y="2488"/>
                  <a:pt x="69" y="2486"/>
                  <a:pt x="58" y="2481"/>
                </a:cubicBezTo>
                <a:cubicBezTo>
                  <a:pt x="46" y="2477"/>
                  <a:pt x="36" y="2470"/>
                  <a:pt x="27" y="2461"/>
                </a:cubicBezTo>
                <a:cubicBezTo>
                  <a:pt x="19" y="2453"/>
                  <a:pt x="12" y="2443"/>
                  <a:pt x="7" y="2431"/>
                </a:cubicBezTo>
                <a:cubicBezTo>
                  <a:pt x="3" y="2420"/>
                  <a:pt x="0" y="2408"/>
                  <a:pt x="0" y="2396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2"/>
          <a:stretch/>
        </p:blipFill>
        <p:spPr>
          <a:xfrm>
            <a:off x="6838920" y="3762360"/>
            <a:ext cx="1885680" cy="88560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4413600" y="4382640"/>
            <a:ext cx="16833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regulier, de standaardroute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5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461880" y="1195200"/>
            <a:ext cx="5248440" cy="2962800"/>
          </a:xfrm>
          <a:custGeom>
            <a:avLst/>
            <a:gdLst/>
            <a:ahLst/>
            <a:rect l="0" t="0" r="r" b="b"/>
            <a:pathLst>
              <a:path w="14579" h="8230">
                <a:moveTo>
                  <a:pt x="0" y="808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30" y="57"/>
                  <a:pt x="36" y="49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19"/>
                  <a:pt x="81" y="15"/>
                  <a:pt x="90" y="11"/>
                </a:cubicBezTo>
                <a:cubicBezTo>
                  <a:pt x="98" y="7"/>
                  <a:pt x="107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14434" y="0"/>
                </a:lnTo>
                <a:cubicBezTo>
                  <a:pt x="14443" y="0"/>
                  <a:pt x="14453" y="1"/>
                  <a:pt x="14462" y="3"/>
                </a:cubicBezTo>
                <a:cubicBezTo>
                  <a:pt x="14472" y="5"/>
                  <a:pt x="14481" y="7"/>
                  <a:pt x="14489" y="11"/>
                </a:cubicBezTo>
                <a:cubicBezTo>
                  <a:pt x="14498" y="15"/>
                  <a:pt x="14507" y="19"/>
                  <a:pt x="14515" y="25"/>
                </a:cubicBezTo>
                <a:cubicBezTo>
                  <a:pt x="14523" y="30"/>
                  <a:pt x="14530" y="36"/>
                  <a:pt x="14537" y="43"/>
                </a:cubicBezTo>
                <a:cubicBezTo>
                  <a:pt x="14543" y="49"/>
                  <a:pt x="14549" y="57"/>
                  <a:pt x="14555" y="65"/>
                </a:cubicBezTo>
                <a:cubicBezTo>
                  <a:pt x="14560" y="73"/>
                  <a:pt x="14565" y="81"/>
                  <a:pt x="14568" y="90"/>
                </a:cubicBezTo>
                <a:cubicBezTo>
                  <a:pt x="14572" y="99"/>
                  <a:pt x="14575" y="108"/>
                  <a:pt x="14576" y="117"/>
                </a:cubicBezTo>
                <a:cubicBezTo>
                  <a:pt x="14578" y="127"/>
                  <a:pt x="14579" y="136"/>
                  <a:pt x="14579" y="146"/>
                </a:cubicBezTo>
                <a:lnTo>
                  <a:pt x="14579" y="8084"/>
                </a:lnTo>
                <a:cubicBezTo>
                  <a:pt x="14579" y="8094"/>
                  <a:pt x="14578" y="8103"/>
                  <a:pt x="14576" y="8112"/>
                </a:cubicBezTo>
                <a:cubicBezTo>
                  <a:pt x="14575" y="8122"/>
                  <a:pt x="14572" y="8131"/>
                  <a:pt x="14568" y="8140"/>
                </a:cubicBezTo>
                <a:cubicBezTo>
                  <a:pt x="14565" y="8149"/>
                  <a:pt x="14560" y="8157"/>
                  <a:pt x="14555" y="8165"/>
                </a:cubicBezTo>
                <a:cubicBezTo>
                  <a:pt x="14549" y="8173"/>
                  <a:pt x="14543" y="8180"/>
                  <a:pt x="14537" y="8187"/>
                </a:cubicBezTo>
                <a:cubicBezTo>
                  <a:pt x="14530" y="8194"/>
                  <a:pt x="14523" y="8200"/>
                  <a:pt x="14515" y="8205"/>
                </a:cubicBezTo>
                <a:cubicBezTo>
                  <a:pt x="14507" y="8210"/>
                  <a:pt x="14498" y="8215"/>
                  <a:pt x="14489" y="8218"/>
                </a:cubicBezTo>
                <a:cubicBezTo>
                  <a:pt x="14481" y="8222"/>
                  <a:pt x="14472" y="8225"/>
                  <a:pt x="14462" y="8227"/>
                </a:cubicBezTo>
                <a:cubicBezTo>
                  <a:pt x="14453" y="8229"/>
                  <a:pt x="14443" y="8230"/>
                  <a:pt x="14434" y="8230"/>
                </a:cubicBezTo>
                <a:lnTo>
                  <a:pt x="145" y="8230"/>
                </a:lnTo>
                <a:cubicBezTo>
                  <a:pt x="136" y="8230"/>
                  <a:pt x="126" y="8229"/>
                  <a:pt x="117" y="8227"/>
                </a:cubicBezTo>
                <a:cubicBezTo>
                  <a:pt x="107" y="8225"/>
                  <a:pt x="98" y="8222"/>
                  <a:pt x="90" y="8218"/>
                </a:cubicBezTo>
                <a:cubicBezTo>
                  <a:pt x="81" y="8215"/>
                  <a:pt x="72" y="8210"/>
                  <a:pt x="64" y="8205"/>
                </a:cubicBezTo>
                <a:cubicBezTo>
                  <a:pt x="56" y="8200"/>
                  <a:pt x="49" y="8194"/>
                  <a:pt x="42" y="8187"/>
                </a:cubicBezTo>
                <a:cubicBezTo>
                  <a:pt x="36" y="8180"/>
                  <a:pt x="30" y="8173"/>
                  <a:pt x="24" y="8165"/>
                </a:cubicBezTo>
                <a:cubicBezTo>
                  <a:pt x="19" y="8157"/>
                  <a:pt x="14" y="8149"/>
                  <a:pt x="11" y="8140"/>
                </a:cubicBezTo>
                <a:cubicBezTo>
                  <a:pt x="7" y="8131"/>
                  <a:pt x="4" y="8122"/>
                  <a:pt x="3" y="8112"/>
                </a:cubicBezTo>
                <a:cubicBezTo>
                  <a:pt x="1" y="8103"/>
                  <a:pt x="0" y="8094"/>
                  <a:pt x="0" y="808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" name=""/>
          <p:cNvSpPr/>
          <p:nvPr/>
        </p:nvSpPr>
        <p:spPr>
          <a:xfrm>
            <a:off x="461880" y="1195200"/>
            <a:ext cx="5248440" cy="2962800"/>
          </a:xfrm>
          <a:custGeom>
            <a:avLst/>
            <a:gdLst/>
            <a:ahLst/>
            <a:rect l="0" t="0" r="r" b="b"/>
            <a:pathLst>
              <a:path w="14579" h="8230">
                <a:moveTo>
                  <a:pt x="0" y="808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30" y="57"/>
                  <a:pt x="36" y="49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19"/>
                  <a:pt x="81" y="15"/>
                  <a:pt x="90" y="11"/>
                </a:cubicBezTo>
                <a:cubicBezTo>
                  <a:pt x="98" y="7"/>
                  <a:pt x="107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14434" y="0"/>
                </a:lnTo>
                <a:cubicBezTo>
                  <a:pt x="14443" y="0"/>
                  <a:pt x="14453" y="1"/>
                  <a:pt x="14462" y="3"/>
                </a:cubicBezTo>
                <a:cubicBezTo>
                  <a:pt x="14472" y="5"/>
                  <a:pt x="14481" y="7"/>
                  <a:pt x="14489" y="11"/>
                </a:cubicBezTo>
                <a:cubicBezTo>
                  <a:pt x="14498" y="15"/>
                  <a:pt x="14507" y="19"/>
                  <a:pt x="14515" y="25"/>
                </a:cubicBezTo>
                <a:cubicBezTo>
                  <a:pt x="14523" y="30"/>
                  <a:pt x="14530" y="36"/>
                  <a:pt x="14537" y="43"/>
                </a:cubicBezTo>
                <a:cubicBezTo>
                  <a:pt x="14543" y="49"/>
                  <a:pt x="14549" y="57"/>
                  <a:pt x="14555" y="65"/>
                </a:cubicBezTo>
                <a:cubicBezTo>
                  <a:pt x="14560" y="73"/>
                  <a:pt x="14565" y="81"/>
                  <a:pt x="14568" y="90"/>
                </a:cubicBezTo>
                <a:cubicBezTo>
                  <a:pt x="14572" y="99"/>
                  <a:pt x="14575" y="108"/>
                  <a:pt x="14576" y="117"/>
                </a:cubicBezTo>
                <a:cubicBezTo>
                  <a:pt x="14578" y="127"/>
                  <a:pt x="14579" y="136"/>
                  <a:pt x="14579" y="146"/>
                </a:cubicBezTo>
                <a:lnTo>
                  <a:pt x="14579" y="8084"/>
                </a:lnTo>
                <a:cubicBezTo>
                  <a:pt x="14579" y="8094"/>
                  <a:pt x="14578" y="8103"/>
                  <a:pt x="14576" y="8112"/>
                </a:cubicBezTo>
                <a:cubicBezTo>
                  <a:pt x="14575" y="8122"/>
                  <a:pt x="14572" y="8131"/>
                  <a:pt x="14568" y="8140"/>
                </a:cubicBezTo>
                <a:cubicBezTo>
                  <a:pt x="14565" y="8149"/>
                  <a:pt x="14560" y="8157"/>
                  <a:pt x="14555" y="8165"/>
                </a:cubicBezTo>
                <a:cubicBezTo>
                  <a:pt x="14549" y="8173"/>
                  <a:pt x="14543" y="8180"/>
                  <a:pt x="14537" y="8187"/>
                </a:cubicBezTo>
                <a:cubicBezTo>
                  <a:pt x="14530" y="8194"/>
                  <a:pt x="14523" y="8200"/>
                  <a:pt x="14515" y="8205"/>
                </a:cubicBezTo>
                <a:cubicBezTo>
                  <a:pt x="14507" y="8210"/>
                  <a:pt x="14498" y="8215"/>
                  <a:pt x="14489" y="8218"/>
                </a:cubicBezTo>
                <a:cubicBezTo>
                  <a:pt x="14481" y="8222"/>
                  <a:pt x="14472" y="8225"/>
                  <a:pt x="14462" y="8227"/>
                </a:cubicBezTo>
                <a:cubicBezTo>
                  <a:pt x="14453" y="8229"/>
                  <a:pt x="14443" y="8230"/>
                  <a:pt x="14434" y="8230"/>
                </a:cubicBezTo>
                <a:lnTo>
                  <a:pt x="145" y="8230"/>
                </a:lnTo>
                <a:cubicBezTo>
                  <a:pt x="136" y="8230"/>
                  <a:pt x="126" y="8229"/>
                  <a:pt x="117" y="8227"/>
                </a:cubicBezTo>
                <a:cubicBezTo>
                  <a:pt x="107" y="8225"/>
                  <a:pt x="98" y="8222"/>
                  <a:pt x="90" y="8218"/>
                </a:cubicBezTo>
                <a:cubicBezTo>
                  <a:pt x="81" y="8215"/>
                  <a:pt x="72" y="8210"/>
                  <a:pt x="64" y="8205"/>
                </a:cubicBezTo>
                <a:cubicBezTo>
                  <a:pt x="56" y="8200"/>
                  <a:pt x="49" y="8194"/>
                  <a:pt x="42" y="8187"/>
                </a:cubicBezTo>
                <a:cubicBezTo>
                  <a:pt x="36" y="8180"/>
                  <a:pt x="30" y="8173"/>
                  <a:pt x="24" y="8165"/>
                </a:cubicBezTo>
                <a:cubicBezTo>
                  <a:pt x="19" y="8157"/>
                  <a:pt x="14" y="8149"/>
                  <a:pt x="11" y="8140"/>
                </a:cubicBezTo>
                <a:cubicBezTo>
                  <a:pt x="7" y="8131"/>
                  <a:pt x="4" y="8122"/>
                  <a:pt x="3" y="8112"/>
                </a:cubicBezTo>
                <a:cubicBezTo>
                  <a:pt x="1" y="8103"/>
                  <a:pt x="0" y="8094"/>
                  <a:pt x="0" y="8084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40" name="" descr=""/>
          <p:cNvPicPr/>
          <p:nvPr/>
        </p:nvPicPr>
        <p:blipFill>
          <a:blip r:embed="rId2"/>
          <a:stretch/>
        </p:blipFill>
        <p:spPr>
          <a:xfrm>
            <a:off x="1438200" y="1200240"/>
            <a:ext cx="3295440" cy="295236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 txBox="1"/>
          <p:nvPr/>
        </p:nvSpPr>
        <p:spPr>
          <a:xfrm>
            <a:off x="439920" y="386640"/>
            <a:ext cx="63252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Het eindproduct in bouwblokken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" name=""/>
          <p:cNvSpPr/>
          <p:nvPr/>
        </p:nvSpPr>
        <p:spPr>
          <a:xfrm>
            <a:off x="5867280" y="1019160"/>
            <a:ext cx="3010320" cy="924120"/>
          </a:xfrm>
          <a:custGeom>
            <a:avLst/>
            <a:gdLst/>
            <a:ahLst/>
            <a:rect l="0" t="0" r="r" b="b"/>
            <a:pathLst>
              <a:path w="8362" h="2567">
                <a:moveTo>
                  <a:pt x="0" y="0"/>
                </a:moveTo>
                <a:lnTo>
                  <a:pt x="8362" y="0"/>
                </a:lnTo>
                <a:lnTo>
                  <a:pt x="8362" y="2567"/>
                </a:lnTo>
                <a:lnTo>
                  <a:pt x="0" y="256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" name=""/>
          <p:cNvSpPr/>
          <p:nvPr/>
        </p:nvSpPr>
        <p:spPr>
          <a:xfrm>
            <a:off x="5867280" y="1019160"/>
            <a:ext cx="3010320" cy="38160"/>
          </a:xfrm>
          <a:custGeom>
            <a:avLst/>
            <a:gdLst/>
            <a:ahLst/>
            <a:rect l="0" t="0" r="r" b="b"/>
            <a:pathLst>
              <a:path w="8362" h="106">
                <a:moveTo>
                  <a:pt x="0" y="0"/>
                </a:moveTo>
                <a:lnTo>
                  <a:pt x="8362" y="0"/>
                </a:lnTo>
                <a:lnTo>
                  <a:pt x="8362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" name=""/>
          <p:cNvSpPr/>
          <p:nvPr/>
        </p:nvSpPr>
        <p:spPr>
          <a:xfrm>
            <a:off x="5867280" y="1933560"/>
            <a:ext cx="3010320" cy="9720"/>
          </a:xfrm>
          <a:custGeom>
            <a:avLst/>
            <a:gdLst/>
            <a:ahLst/>
            <a:rect l="0" t="0" r="r" b="b"/>
            <a:pathLst>
              <a:path w="8362" h="27">
                <a:moveTo>
                  <a:pt x="0" y="0"/>
                </a:moveTo>
                <a:lnTo>
                  <a:pt x="8362" y="0"/>
                </a:lnTo>
                <a:lnTo>
                  <a:pt x="83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" name=""/>
          <p:cNvSpPr/>
          <p:nvPr/>
        </p:nvSpPr>
        <p:spPr>
          <a:xfrm>
            <a:off x="8867520" y="1019160"/>
            <a:ext cx="10080" cy="924120"/>
          </a:xfrm>
          <a:custGeom>
            <a:avLst/>
            <a:gdLst/>
            <a:ahLst/>
            <a:rect l="0" t="0" r="r" b="b"/>
            <a:pathLst>
              <a:path w="28" h="2567">
                <a:moveTo>
                  <a:pt x="0" y="105"/>
                </a:moveTo>
                <a:lnTo>
                  <a:pt x="0" y="2567"/>
                </a:lnTo>
                <a:lnTo>
                  <a:pt x="28" y="2567"/>
                </a:lnTo>
                <a:lnTo>
                  <a:pt x="28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" name=""/>
          <p:cNvSpPr/>
          <p:nvPr/>
        </p:nvSpPr>
        <p:spPr>
          <a:xfrm>
            <a:off x="5867280" y="1019160"/>
            <a:ext cx="9720" cy="924120"/>
          </a:xfrm>
          <a:custGeom>
            <a:avLst/>
            <a:gdLst/>
            <a:ahLst/>
            <a:rect l="0" t="0" r="r" b="b"/>
            <a:pathLst>
              <a:path w="27" h="2567">
                <a:moveTo>
                  <a:pt x="0" y="0"/>
                </a:moveTo>
                <a:lnTo>
                  <a:pt x="0" y="2567"/>
                </a:lnTo>
                <a:lnTo>
                  <a:pt x="27" y="2567"/>
                </a:lnTo>
                <a:lnTo>
                  <a:pt x="27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" name=""/>
          <p:cNvSpPr/>
          <p:nvPr/>
        </p:nvSpPr>
        <p:spPr>
          <a:xfrm>
            <a:off x="5867280" y="2019240"/>
            <a:ext cx="3010320" cy="1248120"/>
          </a:xfrm>
          <a:custGeom>
            <a:avLst/>
            <a:gdLst/>
            <a:ahLst/>
            <a:rect l="0" t="0" r="r" b="b"/>
            <a:pathLst>
              <a:path w="8362" h="3467">
                <a:moveTo>
                  <a:pt x="0" y="0"/>
                </a:moveTo>
                <a:lnTo>
                  <a:pt x="8362" y="0"/>
                </a:lnTo>
                <a:lnTo>
                  <a:pt x="8362" y="3467"/>
                </a:lnTo>
                <a:lnTo>
                  <a:pt x="0" y="346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" name=""/>
          <p:cNvSpPr/>
          <p:nvPr/>
        </p:nvSpPr>
        <p:spPr>
          <a:xfrm>
            <a:off x="5867280" y="2019240"/>
            <a:ext cx="3010320" cy="38160"/>
          </a:xfrm>
          <a:custGeom>
            <a:avLst/>
            <a:gdLst/>
            <a:ahLst/>
            <a:rect l="0" t="0" r="r" b="b"/>
            <a:pathLst>
              <a:path w="8362" h="106">
                <a:moveTo>
                  <a:pt x="0" y="0"/>
                </a:moveTo>
                <a:lnTo>
                  <a:pt x="8362" y="0"/>
                </a:lnTo>
                <a:lnTo>
                  <a:pt x="8362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" name=""/>
          <p:cNvSpPr/>
          <p:nvPr/>
        </p:nvSpPr>
        <p:spPr>
          <a:xfrm>
            <a:off x="5867280" y="3257280"/>
            <a:ext cx="3010320" cy="10080"/>
          </a:xfrm>
          <a:custGeom>
            <a:avLst/>
            <a:gdLst/>
            <a:ahLst/>
            <a:rect l="0" t="0" r="r" b="b"/>
            <a:pathLst>
              <a:path w="8362" h="28">
                <a:moveTo>
                  <a:pt x="0" y="0"/>
                </a:moveTo>
                <a:lnTo>
                  <a:pt x="8362" y="0"/>
                </a:lnTo>
                <a:lnTo>
                  <a:pt x="83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" name=""/>
          <p:cNvSpPr/>
          <p:nvPr/>
        </p:nvSpPr>
        <p:spPr>
          <a:xfrm>
            <a:off x="8867520" y="2019240"/>
            <a:ext cx="10080" cy="1248120"/>
          </a:xfrm>
          <a:custGeom>
            <a:avLst/>
            <a:gdLst/>
            <a:ahLst/>
            <a:rect l="0" t="0" r="r" b="b"/>
            <a:pathLst>
              <a:path w="28" h="3467">
                <a:moveTo>
                  <a:pt x="0" y="105"/>
                </a:moveTo>
                <a:lnTo>
                  <a:pt x="0" y="3467"/>
                </a:lnTo>
                <a:lnTo>
                  <a:pt x="28" y="3467"/>
                </a:lnTo>
                <a:lnTo>
                  <a:pt x="28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" name=""/>
          <p:cNvSpPr/>
          <p:nvPr/>
        </p:nvSpPr>
        <p:spPr>
          <a:xfrm>
            <a:off x="5867280" y="2019240"/>
            <a:ext cx="9720" cy="1248120"/>
          </a:xfrm>
          <a:custGeom>
            <a:avLst/>
            <a:gdLst/>
            <a:ahLst/>
            <a:rect l="0" t="0" r="r" b="b"/>
            <a:pathLst>
              <a:path w="27" h="3467">
                <a:moveTo>
                  <a:pt x="0" y="0"/>
                </a:moveTo>
                <a:lnTo>
                  <a:pt x="0" y="3467"/>
                </a:lnTo>
                <a:lnTo>
                  <a:pt x="27" y="3467"/>
                </a:lnTo>
                <a:lnTo>
                  <a:pt x="27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" name=""/>
          <p:cNvSpPr/>
          <p:nvPr/>
        </p:nvSpPr>
        <p:spPr>
          <a:xfrm>
            <a:off x="5867280" y="3342960"/>
            <a:ext cx="3010320" cy="1210320"/>
          </a:xfrm>
          <a:custGeom>
            <a:avLst/>
            <a:gdLst/>
            <a:ahLst/>
            <a:rect l="0" t="0" r="r" b="b"/>
            <a:pathLst>
              <a:path w="8362" h="3362">
                <a:moveTo>
                  <a:pt x="0" y="0"/>
                </a:moveTo>
                <a:lnTo>
                  <a:pt x="8362" y="0"/>
                </a:lnTo>
                <a:lnTo>
                  <a:pt x="8362" y="3362"/>
                </a:lnTo>
                <a:lnTo>
                  <a:pt x="0" y="336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" name=""/>
          <p:cNvSpPr/>
          <p:nvPr/>
        </p:nvSpPr>
        <p:spPr>
          <a:xfrm>
            <a:off x="5867280" y="3342960"/>
            <a:ext cx="3010320" cy="38520"/>
          </a:xfrm>
          <a:custGeom>
            <a:avLst/>
            <a:gdLst/>
            <a:ahLst/>
            <a:rect l="0" t="0" r="r" b="b"/>
            <a:pathLst>
              <a:path w="8362" h="107">
                <a:moveTo>
                  <a:pt x="0" y="0"/>
                </a:moveTo>
                <a:lnTo>
                  <a:pt x="8362" y="0"/>
                </a:lnTo>
                <a:lnTo>
                  <a:pt x="8362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" name=""/>
          <p:cNvSpPr/>
          <p:nvPr/>
        </p:nvSpPr>
        <p:spPr>
          <a:xfrm>
            <a:off x="5867280" y="4543200"/>
            <a:ext cx="3010320" cy="10080"/>
          </a:xfrm>
          <a:custGeom>
            <a:avLst/>
            <a:gdLst/>
            <a:ahLst/>
            <a:rect l="0" t="0" r="r" b="b"/>
            <a:pathLst>
              <a:path w="8362" h="28">
                <a:moveTo>
                  <a:pt x="0" y="0"/>
                </a:moveTo>
                <a:lnTo>
                  <a:pt x="8362" y="0"/>
                </a:lnTo>
                <a:lnTo>
                  <a:pt x="83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" name=""/>
          <p:cNvSpPr/>
          <p:nvPr/>
        </p:nvSpPr>
        <p:spPr>
          <a:xfrm>
            <a:off x="8867520" y="3342960"/>
            <a:ext cx="10080" cy="1210320"/>
          </a:xfrm>
          <a:custGeom>
            <a:avLst/>
            <a:gdLst/>
            <a:ahLst/>
            <a:rect l="0" t="0" r="r" b="b"/>
            <a:pathLst>
              <a:path w="28" h="3362">
                <a:moveTo>
                  <a:pt x="0" y="106"/>
                </a:moveTo>
                <a:lnTo>
                  <a:pt x="0" y="3362"/>
                </a:lnTo>
                <a:lnTo>
                  <a:pt x="28" y="3362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" name=""/>
          <p:cNvSpPr/>
          <p:nvPr/>
        </p:nvSpPr>
        <p:spPr>
          <a:xfrm>
            <a:off x="5867280" y="3342960"/>
            <a:ext cx="9720" cy="1210320"/>
          </a:xfrm>
          <a:custGeom>
            <a:avLst/>
            <a:gdLst/>
            <a:ahLst/>
            <a:rect l="0" t="0" r="r" b="b"/>
            <a:pathLst>
              <a:path w="27" h="3362">
                <a:moveTo>
                  <a:pt x="0" y="0"/>
                </a:moveTo>
                <a:lnTo>
                  <a:pt x="0" y="3362"/>
                </a:lnTo>
                <a:lnTo>
                  <a:pt x="27" y="3362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" name=""/>
          <p:cNvSpPr/>
          <p:nvPr/>
        </p:nvSpPr>
        <p:spPr>
          <a:xfrm>
            <a:off x="6003720" y="1174320"/>
            <a:ext cx="175680" cy="176400"/>
          </a:xfrm>
          <a:custGeom>
            <a:avLst/>
            <a:gdLst/>
            <a:ahLst/>
            <a:rect l="0" t="0" r="r" b="b"/>
            <a:pathLst>
              <a:path w="488" h="490">
                <a:moveTo>
                  <a:pt x="338" y="51"/>
                </a:moveTo>
                <a:lnTo>
                  <a:pt x="259" y="4"/>
                </a:lnTo>
                <a:cubicBezTo>
                  <a:pt x="254" y="2"/>
                  <a:pt x="250" y="0"/>
                  <a:pt x="245" y="0"/>
                </a:cubicBezTo>
                <a:cubicBezTo>
                  <a:pt x="240" y="0"/>
                  <a:pt x="236" y="2"/>
                  <a:pt x="233" y="4"/>
                </a:cubicBezTo>
                <a:lnTo>
                  <a:pt x="154" y="51"/>
                </a:lnTo>
                <a:cubicBezTo>
                  <a:pt x="146" y="56"/>
                  <a:pt x="140" y="65"/>
                  <a:pt x="140" y="74"/>
                </a:cubicBezTo>
                <a:lnTo>
                  <a:pt x="140" y="171"/>
                </a:lnTo>
                <a:cubicBezTo>
                  <a:pt x="140" y="180"/>
                  <a:pt x="146" y="189"/>
                  <a:pt x="153" y="194"/>
                </a:cubicBezTo>
                <a:lnTo>
                  <a:pt x="231" y="241"/>
                </a:lnTo>
                <a:cubicBezTo>
                  <a:pt x="235" y="243"/>
                  <a:pt x="240" y="245"/>
                  <a:pt x="243" y="245"/>
                </a:cubicBezTo>
                <a:cubicBezTo>
                  <a:pt x="247" y="245"/>
                  <a:pt x="252" y="243"/>
                  <a:pt x="256" y="241"/>
                </a:cubicBezTo>
                <a:lnTo>
                  <a:pt x="334" y="194"/>
                </a:lnTo>
                <a:cubicBezTo>
                  <a:pt x="341" y="189"/>
                  <a:pt x="346" y="182"/>
                  <a:pt x="346" y="171"/>
                </a:cubicBezTo>
                <a:lnTo>
                  <a:pt x="346" y="74"/>
                </a:lnTo>
                <a:cubicBezTo>
                  <a:pt x="350" y="65"/>
                  <a:pt x="345" y="56"/>
                  <a:pt x="338" y="51"/>
                </a:cubicBezTo>
                <a:moveTo>
                  <a:pt x="315" y="166"/>
                </a:moveTo>
                <a:lnTo>
                  <a:pt x="245" y="208"/>
                </a:lnTo>
                <a:lnTo>
                  <a:pt x="175" y="166"/>
                </a:lnTo>
                <a:lnTo>
                  <a:pt x="175" y="79"/>
                </a:lnTo>
                <a:lnTo>
                  <a:pt x="245" y="37"/>
                </a:lnTo>
                <a:lnTo>
                  <a:pt x="315" y="79"/>
                </a:lnTo>
                <a:lnTo>
                  <a:pt x="315" y="166"/>
                </a:lnTo>
                <a:moveTo>
                  <a:pt x="477" y="295"/>
                </a:moveTo>
                <a:lnTo>
                  <a:pt x="399" y="248"/>
                </a:lnTo>
                <a:cubicBezTo>
                  <a:pt x="393" y="246"/>
                  <a:pt x="390" y="245"/>
                  <a:pt x="385" y="245"/>
                </a:cubicBezTo>
                <a:cubicBezTo>
                  <a:pt x="379" y="245"/>
                  <a:pt x="376" y="246"/>
                  <a:pt x="372" y="248"/>
                </a:cubicBezTo>
                <a:lnTo>
                  <a:pt x="294" y="295"/>
                </a:lnTo>
                <a:cubicBezTo>
                  <a:pt x="287" y="301"/>
                  <a:pt x="282" y="308"/>
                  <a:pt x="282" y="318"/>
                </a:cubicBezTo>
                <a:lnTo>
                  <a:pt x="282" y="417"/>
                </a:lnTo>
                <a:cubicBezTo>
                  <a:pt x="282" y="425"/>
                  <a:pt x="287" y="434"/>
                  <a:pt x="294" y="439"/>
                </a:cubicBezTo>
                <a:lnTo>
                  <a:pt x="372" y="487"/>
                </a:lnTo>
                <a:cubicBezTo>
                  <a:pt x="376" y="488"/>
                  <a:pt x="381" y="490"/>
                  <a:pt x="385" y="490"/>
                </a:cubicBezTo>
                <a:cubicBezTo>
                  <a:pt x="388" y="490"/>
                  <a:pt x="393" y="488"/>
                  <a:pt x="397" y="487"/>
                </a:cubicBezTo>
                <a:lnTo>
                  <a:pt x="475" y="439"/>
                </a:lnTo>
                <a:cubicBezTo>
                  <a:pt x="482" y="434"/>
                  <a:pt x="488" y="427"/>
                  <a:pt x="488" y="417"/>
                </a:cubicBezTo>
                <a:lnTo>
                  <a:pt x="488" y="318"/>
                </a:lnTo>
                <a:cubicBezTo>
                  <a:pt x="489" y="309"/>
                  <a:pt x="484" y="301"/>
                  <a:pt x="477" y="295"/>
                </a:cubicBezTo>
                <a:moveTo>
                  <a:pt x="454" y="411"/>
                </a:moveTo>
                <a:lnTo>
                  <a:pt x="385" y="453"/>
                </a:lnTo>
                <a:lnTo>
                  <a:pt x="315" y="411"/>
                </a:lnTo>
                <a:lnTo>
                  <a:pt x="315" y="323"/>
                </a:lnTo>
                <a:lnTo>
                  <a:pt x="385" y="281"/>
                </a:lnTo>
                <a:lnTo>
                  <a:pt x="454" y="323"/>
                </a:lnTo>
                <a:lnTo>
                  <a:pt x="454" y="411"/>
                </a:lnTo>
                <a:moveTo>
                  <a:pt x="198" y="295"/>
                </a:moveTo>
                <a:lnTo>
                  <a:pt x="118" y="248"/>
                </a:lnTo>
                <a:cubicBezTo>
                  <a:pt x="113" y="246"/>
                  <a:pt x="110" y="245"/>
                  <a:pt x="104" y="245"/>
                </a:cubicBezTo>
                <a:cubicBezTo>
                  <a:pt x="99" y="245"/>
                  <a:pt x="96" y="246"/>
                  <a:pt x="92" y="248"/>
                </a:cubicBezTo>
                <a:lnTo>
                  <a:pt x="14" y="295"/>
                </a:lnTo>
                <a:cubicBezTo>
                  <a:pt x="5" y="301"/>
                  <a:pt x="0" y="309"/>
                  <a:pt x="0" y="318"/>
                </a:cubicBezTo>
                <a:lnTo>
                  <a:pt x="0" y="417"/>
                </a:lnTo>
                <a:cubicBezTo>
                  <a:pt x="0" y="425"/>
                  <a:pt x="5" y="434"/>
                  <a:pt x="12" y="439"/>
                </a:cubicBezTo>
                <a:lnTo>
                  <a:pt x="90" y="487"/>
                </a:lnTo>
                <a:cubicBezTo>
                  <a:pt x="96" y="488"/>
                  <a:pt x="99" y="490"/>
                  <a:pt x="104" y="490"/>
                </a:cubicBezTo>
                <a:cubicBezTo>
                  <a:pt x="110" y="490"/>
                  <a:pt x="113" y="488"/>
                  <a:pt x="117" y="487"/>
                </a:cubicBezTo>
                <a:lnTo>
                  <a:pt x="196" y="439"/>
                </a:lnTo>
                <a:cubicBezTo>
                  <a:pt x="203" y="434"/>
                  <a:pt x="208" y="427"/>
                  <a:pt x="208" y="417"/>
                </a:cubicBezTo>
                <a:lnTo>
                  <a:pt x="208" y="318"/>
                </a:lnTo>
                <a:cubicBezTo>
                  <a:pt x="210" y="309"/>
                  <a:pt x="205" y="301"/>
                  <a:pt x="198" y="295"/>
                </a:cubicBezTo>
                <a:moveTo>
                  <a:pt x="175" y="411"/>
                </a:moveTo>
                <a:lnTo>
                  <a:pt x="104" y="453"/>
                </a:lnTo>
                <a:lnTo>
                  <a:pt x="35" y="411"/>
                </a:lnTo>
                <a:lnTo>
                  <a:pt x="35" y="323"/>
                </a:lnTo>
                <a:lnTo>
                  <a:pt x="104" y="281"/>
                </a:lnTo>
                <a:lnTo>
                  <a:pt x="175" y="323"/>
                </a:lnTo>
                <a:lnTo>
                  <a:pt x="175" y="411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457200" y="4232160"/>
            <a:ext cx="26280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De koppelvlakspeciﬁcatie en haar bouwblokken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5986800" y="1386000"/>
            <a:ext cx="141804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10" spc="-1" strike="noStrike">
                <a:solidFill>
                  <a:srgbClr val="1a1a2e"/>
                </a:solidFill>
                <a:latin typeface="Arial"/>
                <a:ea typeface="Arial"/>
              </a:rPr>
              <a:t>Vaste bouwblokken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5986800" y="1552680"/>
            <a:ext cx="268596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eisen · systemen · berichtstromen · endpoints ·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" name=""/>
          <p:cNvSpPr/>
          <p:nvPr/>
        </p:nvSpPr>
        <p:spPr>
          <a:xfrm>
            <a:off x="6003720" y="2265840"/>
            <a:ext cx="176040" cy="94680"/>
          </a:xfrm>
          <a:custGeom>
            <a:avLst/>
            <a:gdLst/>
            <a:ahLst/>
            <a:rect l="0" t="0" r="r" b="b"/>
            <a:pathLst>
              <a:path w="489" h="263">
                <a:moveTo>
                  <a:pt x="489" y="263"/>
                </a:moveTo>
                <a:lnTo>
                  <a:pt x="350" y="263"/>
                </a:lnTo>
                <a:lnTo>
                  <a:pt x="350" y="123"/>
                </a:lnTo>
                <a:lnTo>
                  <a:pt x="489" y="123"/>
                </a:lnTo>
                <a:lnTo>
                  <a:pt x="489" y="263"/>
                </a:lnTo>
                <a:moveTo>
                  <a:pt x="385" y="228"/>
                </a:moveTo>
                <a:lnTo>
                  <a:pt x="454" y="228"/>
                </a:lnTo>
                <a:lnTo>
                  <a:pt x="454" y="158"/>
                </a:lnTo>
                <a:lnTo>
                  <a:pt x="385" y="158"/>
                </a:lnTo>
                <a:lnTo>
                  <a:pt x="385" y="228"/>
                </a:lnTo>
                <a:moveTo>
                  <a:pt x="315" y="210"/>
                </a:moveTo>
                <a:lnTo>
                  <a:pt x="104" y="210"/>
                </a:lnTo>
                <a:cubicBezTo>
                  <a:pt x="91" y="210"/>
                  <a:pt x="77" y="208"/>
                  <a:pt x="64" y="202"/>
                </a:cubicBezTo>
                <a:cubicBezTo>
                  <a:pt x="52" y="197"/>
                  <a:pt x="40" y="189"/>
                  <a:pt x="30" y="180"/>
                </a:cubicBezTo>
                <a:cubicBezTo>
                  <a:pt x="21" y="170"/>
                  <a:pt x="13" y="158"/>
                  <a:pt x="8" y="146"/>
                </a:cubicBezTo>
                <a:cubicBezTo>
                  <a:pt x="2" y="133"/>
                  <a:pt x="0" y="119"/>
                  <a:pt x="0" y="106"/>
                </a:cubicBezTo>
                <a:cubicBezTo>
                  <a:pt x="0" y="91"/>
                  <a:pt x="2" y="77"/>
                  <a:pt x="8" y="64"/>
                </a:cubicBezTo>
                <a:cubicBezTo>
                  <a:pt x="13" y="52"/>
                  <a:pt x="21" y="40"/>
                  <a:pt x="30" y="30"/>
                </a:cubicBezTo>
                <a:cubicBezTo>
                  <a:pt x="40" y="21"/>
                  <a:pt x="52" y="13"/>
                  <a:pt x="64" y="8"/>
                </a:cubicBezTo>
                <a:cubicBezTo>
                  <a:pt x="77" y="2"/>
                  <a:pt x="91" y="0"/>
                  <a:pt x="104" y="0"/>
                </a:cubicBezTo>
                <a:lnTo>
                  <a:pt x="139" y="0"/>
                </a:lnTo>
                <a:lnTo>
                  <a:pt x="139" y="35"/>
                </a:lnTo>
                <a:lnTo>
                  <a:pt x="104" y="35"/>
                </a:lnTo>
                <a:cubicBezTo>
                  <a:pt x="95" y="35"/>
                  <a:pt x="86" y="36"/>
                  <a:pt x="78" y="40"/>
                </a:cubicBezTo>
                <a:cubicBezTo>
                  <a:pt x="69" y="44"/>
                  <a:pt x="62" y="49"/>
                  <a:pt x="55" y="55"/>
                </a:cubicBezTo>
                <a:cubicBezTo>
                  <a:pt x="49" y="62"/>
                  <a:pt x="43" y="69"/>
                  <a:pt x="40" y="78"/>
                </a:cubicBezTo>
                <a:cubicBezTo>
                  <a:pt x="36" y="86"/>
                  <a:pt x="35" y="95"/>
                  <a:pt x="35" y="106"/>
                </a:cubicBezTo>
                <a:cubicBezTo>
                  <a:pt x="35" y="115"/>
                  <a:pt x="36" y="124"/>
                  <a:pt x="40" y="132"/>
                </a:cubicBezTo>
                <a:cubicBezTo>
                  <a:pt x="43" y="141"/>
                  <a:pt x="49" y="148"/>
                  <a:pt x="55" y="155"/>
                </a:cubicBezTo>
                <a:cubicBezTo>
                  <a:pt x="62" y="161"/>
                  <a:pt x="69" y="166"/>
                  <a:pt x="78" y="170"/>
                </a:cubicBezTo>
                <a:cubicBezTo>
                  <a:pt x="86" y="174"/>
                  <a:pt x="95" y="175"/>
                  <a:pt x="104" y="175"/>
                </a:cubicBezTo>
                <a:lnTo>
                  <a:pt x="315" y="175"/>
                </a:lnTo>
                <a:lnTo>
                  <a:pt x="315" y="21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" name=""/>
          <p:cNvSpPr/>
          <p:nvPr/>
        </p:nvSpPr>
        <p:spPr>
          <a:xfrm>
            <a:off x="6066360" y="2246760"/>
            <a:ext cx="50760" cy="50760"/>
          </a:xfrm>
          <a:custGeom>
            <a:avLst/>
            <a:gdLst/>
            <a:ahLst/>
            <a:rect l="0" t="0" r="r" b="b"/>
            <a:pathLst>
              <a:path w="141" h="141">
                <a:moveTo>
                  <a:pt x="141" y="141"/>
                </a:moveTo>
                <a:lnTo>
                  <a:pt x="0" y="141"/>
                </a:lnTo>
                <a:lnTo>
                  <a:pt x="0" y="0"/>
                </a:lnTo>
                <a:lnTo>
                  <a:pt x="141" y="0"/>
                </a:lnTo>
                <a:lnTo>
                  <a:pt x="141" y="141"/>
                </a:lnTo>
                <a:moveTo>
                  <a:pt x="35" y="106"/>
                </a:moveTo>
                <a:lnTo>
                  <a:pt x="106" y="106"/>
                </a:lnTo>
                <a:lnTo>
                  <a:pt x="106" y="35"/>
                </a:lnTo>
                <a:lnTo>
                  <a:pt x="35" y="35"/>
                </a:lnTo>
                <a:lnTo>
                  <a:pt x="35" y="106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3" name=""/>
          <p:cNvSpPr/>
          <p:nvPr/>
        </p:nvSpPr>
        <p:spPr>
          <a:xfrm>
            <a:off x="6003720" y="2184120"/>
            <a:ext cx="176040" cy="94680"/>
          </a:xfrm>
          <a:custGeom>
            <a:avLst/>
            <a:gdLst/>
            <a:ahLst/>
            <a:rect l="0" t="0" r="r" b="b"/>
            <a:pathLst>
              <a:path w="489" h="263">
                <a:moveTo>
                  <a:pt x="385" y="263"/>
                </a:moveTo>
                <a:lnTo>
                  <a:pt x="350" y="263"/>
                </a:lnTo>
                <a:lnTo>
                  <a:pt x="350" y="228"/>
                </a:lnTo>
                <a:lnTo>
                  <a:pt x="385" y="228"/>
                </a:lnTo>
                <a:cubicBezTo>
                  <a:pt x="394" y="228"/>
                  <a:pt x="403" y="226"/>
                  <a:pt x="411" y="222"/>
                </a:cubicBezTo>
                <a:cubicBezTo>
                  <a:pt x="420" y="219"/>
                  <a:pt x="428" y="214"/>
                  <a:pt x="434" y="207"/>
                </a:cubicBezTo>
                <a:cubicBezTo>
                  <a:pt x="441" y="201"/>
                  <a:pt x="446" y="193"/>
                  <a:pt x="449" y="185"/>
                </a:cubicBezTo>
                <a:cubicBezTo>
                  <a:pt x="453" y="176"/>
                  <a:pt x="454" y="167"/>
                  <a:pt x="454" y="158"/>
                </a:cubicBezTo>
                <a:cubicBezTo>
                  <a:pt x="454" y="149"/>
                  <a:pt x="453" y="140"/>
                  <a:pt x="449" y="131"/>
                </a:cubicBezTo>
                <a:cubicBezTo>
                  <a:pt x="446" y="123"/>
                  <a:pt x="441" y="115"/>
                  <a:pt x="434" y="109"/>
                </a:cubicBezTo>
                <a:cubicBezTo>
                  <a:pt x="428" y="102"/>
                  <a:pt x="420" y="97"/>
                  <a:pt x="411" y="93"/>
                </a:cubicBezTo>
                <a:cubicBezTo>
                  <a:pt x="403" y="90"/>
                  <a:pt x="394" y="88"/>
                  <a:pt x="385" y="88"/>
                </a:cubicBezTo>
                <a:lnTo>
                  <a:pt x="175" y="88"/>
                </a:lnTo>
                <a:lnTo>
                  <a:pt x="175" y="52"/>
                </a:lnTo>
                <a:lnTo>
                  <a:pt x="385" y="52"/>
                </a:lnTo>
                <a:cubicBezTo>
                  <a:pt x="399" y="52"/>
                  <a:pt x="412" y="55"/>
                  <a:pt x="425" y="60"/>
                </a:cubicBezTo>
                <a:cubicBezTo>
                  <a:pt x="438" y="66"/>
                  <a:pt x="449" y="74"/>
                  <a:pt x="459" y="84"/>
                </a:cubicBezTo>
                <a:cubicBezTo>
                  <a:pt x="469" y="94"/>
                  <a:pt x="476" y="105"/>
                  <a:pt x="481" y="118"/>
                </a:cubicBezTo>
                <a:cubicBezTo>
                  <a:pt x="487" y="131"/>
                  <a:pt x="489" y="144"/>
                  <a:pt x="489" y="158"/>
                </a:cubicBezTo>
                <a:cubicBezTo>
                  <a:pt x="489" y="172"/>
                  <a:pt x="487" y="185"/>
                  <a:pt x="481" y="198"/>
                </a:cubicBezTo>
                <a:cubicBezTo>
                  <a:pt x="476" y="211"/>
                  <a:pt x="469" y="222"/>
                  <a:pt x="459" y="232"/>
                </a:cubicBezTo>
                <a:cubicBezTo>
                  <a:pt x="449" y="242"/>
                  <a:pt x="438" y="249"/>
                  <a:pt x="425" y="255"/>
                </a:cubicBezTo>
                <a:cubicBezTo>
                  <a:pt x="412" y="260"/>
                  <a:pt x="399" y="263"/>
                  <a:pt x="385" y="263"/>
                </a:cubicBezTo>
                <a:moveTo>
                  <a:pt x="139" y="141"/>
                </a:moveTo>
                <a:lnTo>
                  <a:pt x="0" y="141"/>
                </a:lnTo>
                <a:lnTo>
                  <a:pt x="0" y="0"/>
                </a:lnTo>
                <a:lnTo>
                  <a:pt x="139" y="0"/>
                </a:lnTo>
                <a:lnTo>
                  <a:pt x="139" y="141"/>
                </a:lnTo>
                <a:moveTo>
                  <a:pt x="35" y="106"/>
                </a:moveTo>
                <a:lnTo>
                  <a:pt x="104" y="106"/>
                </a:lnTo>
                <a:lnTo>
                  <a:pt x="104" y="35"/>
                </a:lnTo>
                <a:lnTo>
                  <a:pt x="35" y="35"/>
                </a:lnTo>
                <a:lnTo>
                  <a:pt x="35" y="106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5986800" y="1714680"/>
            <a:ext cx="110880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schema's · toegang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5986800" y="2395800"/>
            <a:ext cx="214812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10" spc="-1" strike="noStrike">
                <a:solidFill>
                  <a:srgbClr val="1a1a2e"/>
                </a:solidFill>
                <a:latin typeface="Arial"/>
                <a:ea typeface="Arial"/>
              </a:rPr>
              <a:t>Drie koppelingen, in volgorde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5986800" y="2552760"/>
            <a:ext cx="24451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1 onderwijscatalogus en planningssysteem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5986800" y="2714760"/>
            <a:ext cx="282780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2 onderwijscatalogus met studentvolgsysteem en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5986800" y="2867040"/>
            <a:ext cx="83736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kernregistratie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" name=""/>
          <p:cNvSpPr/>
          <p:nvPr/>
        </p:nvSpPr>
        <p:spPr>
          <a:xfrm>
            <a:off x="6091560" y="3498480"/>
            <a:ext cx="75600" cy="107280"/>
          </a:xfrm>
          <a:custGeom>
            <a:avLst/>
            <a:gdLst/>
            <a:ahLst/>
            <a:rect l="0" t="0" r="r" b="b"/>
            <a:pathLst>
              <a:path w="210" h="298">
                <a:moveTo>
                  <a:pt x="0" y="0"/>
                </a:moveTo>
                <a:lnTo>
                  <a:pt x="0" y="35"/>
                </a:lnTo>
                <a:lnTo>
                  <a:pt x="176" y="35"/>
                </a:lnTo>
                <a:lnTo>
                  <a:pt x="176" y="298"/>
                </a:lnTo>
                <a:lnTo>
                  <a:pt x="210" y="298"/>
                </a:lnTo>
                <a:lnTo>
                  <a:pt x="210" y="35"/>
                </a:lnTo>
                <a:cubicBezTo>
                  <a:pt x="210" y="30"/>
                  <a:pt x="210" y="26"/>
                  <a:pt x="208" y="22"/>
                </a:cubicBezTo>
                <a:cubicBezTo>
                  <a:pt x="206" y="17"/>
                  <a:pt x="204" y="14"/>
                  <a:pt x="200" y="10"/>
                </a:cubicBezTo>
                <a:cubicBezTo>
                  <a:pt x="197" y="7"/>
                  <a:pt x="193" y="5"/>
                  <a:pt x="189" y="3"/>
                </a:cubicBezTo>
                <a:cubicBezTo>
                  <a:pt x="185" y="1"/>
                  <a:pt x="180" y="0"/>
                  <a:pt x="176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" name=""/>
          <p:cNvSpPr/>
          <p:nvPr/>
        </p:nvSpPr>
        <p:spPr>
          <a:xfrm>
            <a:off x="6060240" y="3529800"/>
            <a:ext cx="75600" cy="107280"/>
          </a:xfrm>
          <a:custGeom>
            <a:avLst/>
            <a:gdLst/>
            <a:ahLst/>
            <a:rect l="0" t="0" r="r" b="b"/>
            <a:pathLst>
              <a:path w="210" h="298">
                <a:moveTo>
                  <a:pt x="0" y="0"/>
                </a:moveTo>
                <a:lnTo>
                  <a:pt x="0" y="35"/>
                </a:lnTo>
                <a:lnTo>
                  <a:pt x="174" y="35"/>
                </a:lnTo>
                <a:lnTo>
                  <a:pt x="174" y="298"/>
                </a:lnTo>
                <a:lnTo>
                  <a:pt x="210" y="298"/>
                </a:lnTo>
                <a:lnTo>
                  <a:pt x="210" y="35"/>
                </a:lnTo>
                <a:cubicBezTo>
                  <a:pt x="210" y="31"/>
                  <a:pt x="209" y="26"/>
                  <a:pt x="208" y="22"/>
                </a:cubicBezTo>
                <a:cubicBezTo>
                  <a:pt x="206" y="18"/>
                  <a:pt x="203" y="14"/>
                  <a:pt x="199" y="11"/>
                </a:cubicBezTo>
                <a:cubicBezTo>
                  <a:pt x="196" y="7"/>
                  <a:pt x="192" y="5"/>
                  <a:pt x="188" y="3"/>
                </a:cubicBezTo>
                <a:cubicBezTo>
                  <a:pt x="183" y="1"/>
                  <a:pt x="179" y="0"/>
                  <a:pt x="174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" name=""/>
          <p:cNvSpPr/>
          <p:nvPr/>
        </p:nvSpPr>
        <p:spPr>
          <a:xfrm>
            <a:off x="6016320" y="3561480"/>
            <a:ext cx="88200" cy="113400"/>
          </a:xfrm>
          <a:custGeom>
            <a:avLst/>
            <a:gdLst/>
            <a:ahLst/>
            <a:rect l="0" t="0" r="r" b="b"/>
            <a:pathLst>
              <a:path w="245" h="315">
                <a:moveTo>
                  <a:pt x="36" y="0"/>
                </a:moveTo>
                <a:lnTo>
                  <a:pt x="210" y="0"/>
                </a:lnTo>
                <a:cubicBezTo>
                  <a:pt x="215" y="0"/>
                  <a:pt x="219" y="1"/>
                  <a:pt x="223" y="2"/>
                </a:cubicBezTo>
                <a:cubicBezTo>
                  <a:pt x="228" y="4"/>
                  <a:pt x="231" y="7"/>
                  <a:pt x="235" y="10"/>
                </a:cubicBezTo>
                <a:cubicBezTo>
                  <a:pt x="238" y="13"/>
                  <a:pt x="241" y="17"/>
                  <a:pt x="242" y="21"/>
                </a:cubicBezTo>
                <a:cubicBezTo>
                  <a:pt x="244" y="26"/>
                  <a:pt x="245" y="30"/>
                  <a:pt x="245" y="35"/>
                </a:cubicBezTo>
                <a:lnTo>
                  <a:pt x="245" y="279"/>
                </a:lnTo>
                <a:cubicBezTo>
                  <a:pt x="245" y="284"/>
                  <a:pt x="244" y="288"/>
                  <a:pt x="242" y="292"/>
                </a:cubicBezTo>
                <a:cubicBezTo>
                  <a:pt x="241" y="297"/>
                  <a:pt x="238" y="300"/>
                  <a:pt x="235" y="304"/>
                </a:cubicBezTo>
                <a:cubicBezTo>
                  <a:pt x="231" y="307"/>
                  <a:pt x="228" y="309"/>
                  <a:pt x="223" y="311"/>
                </a:cubicBezTo>
                <a:cubicBezTo>
                  <a:pt x="219" y="314"/>
                  <a:pt x="215" y="315"/>
                  <a:pt x="210" y="315"/>
                </a:cubicBezTo>
                <a:lnTo>
                  <a:pt x="36" y="315"/>
                </a:lnTo>
                <a:cubicBezTo>
                  <a:pt x="31" y="315"/>
                  <a:pt x="26" y="314"/>
                  <a:pt x="22" y="311"/>
                </a:cubicBezTo>
                <a:cubicBezTo>
                  <a:pt x="18" y="309"/>
                  <a:pt x="14" y="307"/>
                  <a:pt x="11" y="304"/>
                </a:cubicBezTo>
                <a:cubicBezTo>
                  <a:pt x="8" y="300"/>
                  <a:pt x="5" y="297"/>
                  <a:pt x="3" y="292"/>
                </a:cubicBezTo>
                <a:cubicBezTo>
                  <a:pt x="0" y="288"/>
                  <a:pt x="0" y="284"/>
                  <a:pt x="0" y="279"/>
                </a:cubicBezTo>
                <a:lnTo>
                  <a:pt x="0" y="35"/>
                </a:lnTo>
                <a:cubicBezTo>
                  <a:pt x="0" y="30"/>
                  <a:pt x="0" y="26"/>
                  <a:pt x="3" y="21"/>
                </a:cubicBezTo>
                <a:cubicBezTo>
                  <a:pt x="5" y="17"/>
                  <a:pt x="8" y="13"/>
                  <a:pt x="11" y="10"/>
                </a:cubicBezTo>
                <a:cubicBezTo>
                  <a:pt x="14" y="7"/>
                  <a:pt x="18" y="4"/>
                  <a:pt x="22" y="2"/>
                </a:cubicBezTo>
                <a:cubicBezTo>
                  <a:pt x="26" y="1"/>
                  <a:pt x="31" y="0"/>
                  <a:pt x="36" y="0"/>
                </a:cubicBezTo>
                <a:moveTo>
                  <a:pt x="210" y="35"/>
                </a:moveTo>
                <a:lnTo>
                  <a:pt x="36" y="35"/>
                </a:lnTo>
                <a:lnTo>
                  <a:pt x="36" y="279"/>
                </a:lnTo>
                <a:lnTo>
                  <a:pt x="210" y="279"/>
                </a:lnTo>
                <a:lnTo>
                  <a:pt x="210" y="35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5986800" y="3029040"/>
            <a:ext cx="219528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3 onderwijscatalogus en leeromgeving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5986800" y="3710160"/>
            <a:ext cx="263880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10" spc="-1" strike="noStrike">
                <a:solidFill>
                  <a:srgbClr val="1a1a2e"/>
                </a:solidFill>
                <a:latin typeface="Arial"/>
                <a:ea typeface="Arial"/>
              </a:rPr>
              <a:t>Waaraan een implementatie voldoet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5986800" y="3876840"/>
            <a:ext cx="30913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per koppeling en berichtstroom een eigen versie · een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" name=""/>
          <p:cNvSpPr/>
          <p:nvPr/>
        </p:nvSpPr>
        <p:spPr>
          <a:xfrm>
            <a:off x="5995800" y="4243320"/>
            <a:ext cx="2372040" cy="219240"/>
          </a:xfrm>
          <a:custGeom>
            <a:avLst/>
            <a:gdLst/>
            <a:ahLst/>
            <a:rect l="0" t="0" r="r" b="b"/>
            <a:pathLst>
              <a:path w="6589" h="609">
                <a:moveTo>
                  <a:pt x="0" y="305"/>
                </a:moveTo>
                <a:cubicBezTo>
                  <a:pt x="0" y="285"/>
                  <a:pt x="2" y="265"/>
                  <a:pt x="6" y="246"/>
                </a:cubicBezTo>
                <a:cubicBezTo>
                  <a:pt x="10" y="226"/>
                  <a:pt x="16" y="207"/>
                  <a:pt x="23" y="189"/>
                </a:cubicBezTo>
                <a:cubicBezTo>
                  <a:pt x="31" y="170"/>
                  <a:pt x="40" y="153"/>
                  <a:pt x="51" y="136"/>
                </a:cubicBezTo>
                <a:cubicBezTo>
                  <a:pt x="62" y="119"/>
                  <a:pt x="75" y="104"/>
                  <a:pt x="89" y="90"/>
                </a:cubicBezTo>
                <a:cubicBezTo>
                  <a:pt x="103" y="76"/>
                  <a:pt x="119" y="62"/>
                  <a:pt x="135" y="51"/>
                </a:cubicBezTo>
                <a:cubicBezTo>
                  <a:pt x="152" y="40"/>
                  <a:pt x="169" y="30"/>
                  <a:pt x="188" y="23"/>
                </a:cubicBezTo>
                <a:cubicBezTo>
                  <a:pt x="206" y="15"/>
                  <a:pt x="225" y="9"/>
                  <a:pt x="245" y="6"/>
                </a:cubicBezTo>
                <a:cubicBezTo>
                  <a:pt x="265" y="2"/>
                  <a:pt x="284" y="0"/>
                  <a:pt x="304" y="0"/>
                </a:cubicBezTo>
                <a:lnTo>
                  <a:pt x="6284" y="0"/>
                </a:lnTo>
                <a:cubicBezTo>
                  <a:pt x="6304" y="0"/>
                  <a:pt x="6324" y="2"/>
                  <a:pt x="6343" y="6"/>
                </a:cubicBezTo>
                <a:cubicBezTo>
                  <a:pt x="6363" y="9"/>
                  <a:pt x="6382" y="15"/>
                  <a:pt x="6400" y="23"/>
                </a:cubicBezTo>
                <a:cubicBezTo>
                  <a:pt x="6420" y="30"/>
                  <a:pt x="6437" y="40"/>
                  <a:pt x="6454" y="51"/>
                </a:cubicBezTo>
                <a:cubicBezTo>
                  <a:pt x="6471" y="62"/>
                  <a:pt x="6486" y="76"/>
                  <a:pt x="6500" y="90"/>
                </a:cubicBezTo>
                <a:cubicBezTo>
                  <a:pt x="6514" y="104"/>
                  <a:pt x="6527" y="119"/>
                  <a:pt x="6538" y="136"/>
                </a:cubicBezTo>
                <a:cubicBezTo>
                  <a:pt x="6549" y="153"/>
                  <a:pt x="6558" y="170"/>
                  <a:pt x="6566" y="189"/>
                </a:cubicBezTo>
                <a:cubicBezTo>
                  <a:pt x="6574" y="207"/>
                  <a:pt x="6579" y="226"/>
                  <a:pt x="6583" y="246"/>
                </a:cubicBezTo>
                <a:cubicBezTo>
                  <a:pt x="6587" y="265"/>
                  <a:pt x="6589" y="285"/>
                  <a:pt x="6589" y="305"/>
                </a:cubicBezTo>
                <a:cubicBezTo>
                  <a:pt x="6589" y="325"/>
                  <a:pt x="6587" y="345"/>
                  <a:pt x="6583" y="364"/>
                </a:cubicBezTo>
                <a:cubicBezTo>
                  <a:pt x="6579" y="384"/>
                  <a:pt x="6574" y="403"/>
                  <a:pt x="6566" y="421"/>
                </a:cubicBezTo>
                <a:cubicBezTo>
                  <a:pt x="6558" y="440"/>
                  <a:pt x="6549" y="457"/>
                  <a:pt x="6538" y="474"/>
                </a:cubicBezTo>
                <a:cubicBezTo>
                  <a:pt x="6527" y="491"/>
                  <a:pt x="6514" y="506"/>
                  <a:pt x="6500" y="520"/>
                </a:cubicBezTo>
                <a:cubicBezTo>
                  <a:pt x="6486" y="534"/>
                  <a:pt x="6471" y="547"/>
                  <a:pt x="6454" y="558"/>
                </a:cubicBezTo>
                <a:cubicBezTo>
                  <a:pt x="6437" y="569"/>
                  <a:pt x="6420" y="578"/>
                  <a:pt x="6400" y="586"/>
                </a:cubicBezTo>
                <a:cubicBezTo>
                  <a:pt x="6382" y="594"/>
                  <a:pt x="6363" y="599"/>
                  <a:pt x="6343" y="603"/>
                </a:cubicBezTo>
                <a:cubicBezTo>
                  <a:pt x="6324" y="607"/>
                  <a:pt x="6304" y="609"/>
                  <a:pt x="6284" y="609"/>
                </a:cubicBezTo>
                <a:lnTo>
                  <a:pt x="304" y="609"/>
                </a:lnTo>
                <a:cubicBezTo>
                  <a:pt x="284" y="609"/>
                  <a:pt x="265" y="607"/>
                  <a:pt x="245" y="603"/>
                </a:cubicBezTo>
                <a:cubicBezTo>
                  <a:pt x="225" y="599"/>
                  <a:pt x="206" y="594"/>
                  <a:pt x="188" y="586"/>
                </a:cubicBezTo>
                <a:cubicBezTo>
                  <a:pt x="169" y="578"/>
                  <a:pt x="152" y="569"/>
                  <a:pt x="135" y="558"/>
                </a:cubicBezTo>
                <a:cubicBezTo>
                  <a:pt x="119" y="547"/>
                  <a:pt x="103" y="534"/>
                  <a:pt x="89" y="520"/>
                </a:cubicBezTo>
                <a:cubicBezTo>
                  <a:pt x="75" y="506"/>
                  <a:pt x="62" y="491"/>
                  <a:pt x="51" y="474"/>
                </a:cubicBezTo>
                <a:cubicBezTo>
                  <a:pt x="40" y="457"/>
                  <a:pt x="31" y="440"/>
                  <a:pt x="23" y="421"/>
                </a:cubicBezTo>
                <a:cubicBezTo>
                  <a:pt x="16" y="403"/>
                  <a:pt x="10" y="384"/>
                  <a:pt x="6" y="364"/>
                </a:cubicBezTo>
                <a:cubicBezTo>
                  <a:pt x="2" y="345"/>
                  <a:pt x="0" y="325"/>
                  <a:pt x="0" y="305"/>
                </a:cubicBezTo>
                <a:close/>
              </a:path>
            </a:pathLst>
          </a:custGeom>
          <a:solidFill>
            <a:srgbClr val="f7f8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" name=""/>
          <p:cNvSpPr/>
          <p:nvPr/>
        </p:nvSpPr>
        <p:spPr>
          <a:xfrm>
            <a:off x="5995800" y="4243320"/>
            <a:ext cx="2372040" cy="219240"/>
          </a:xfrm>
          <a:custGeom>
            <a:avLst/>
            <a:gdLst/>
            <a:ahLst/>
            <a:rect l="0" t="0" r="r" b="b"/>
            <a:pathLst>
              <a:path w="6589" h="609">
                <a:moveTo>
                  <a:pt x="0" y="305"/>
                </a:moveTo>
                <a:cubicBezTo>
                  <a:pt x="0" y="285"/>
                  <a:pt x="2" y="265"/>
                  <a:pt x="6" y="246"/>
                </a:cubicBezTo>
                <a:cubicBezTo>
                  <a:pt x="10" y="226"/>
                  <a:pt x="16" y="207"/>
                  <a:pt x="23" y="189"/>
                </a:cubicBezTo>
                <a:cubicBezTo>
                  <a:pt x="31" y="170"/>
                  <a:pt x="40" y="153"/>
                  <a:pt x="51" y="136"/>
                </a:cubicBezTo>
                <a:cubicBezTo>
                  <a:pt x="62" y="119"/>
                  <a:pt x="75" y="104"/>
                  <a:pt x="89" y="90"/>
                </a:cubicBezTo>
                <a:cubicBezTo>
                  <a:pt x="103" y="76"/>
                  <a:pt x="119" y="62"/>
                  <a:pt x="135" y="51"/>
                </a:cubicBezTo>
                <a:cubicBezTo>
                  <a:pt x="152" y="40"/>
                  <a:pt x="169" y="30"/>
                  <a:pt x="188" y="23"/>
                </a:cubicBezTo>
                <a:cubicBezTo>
                  <a:pt x="206" y="15"/>
                  <a:pt x="225" y="9"/>
                  <a:pt x="245" y="6"/>
                </a:cubicBezTo>
                <a:cubicBezTo>
                  <a:pt x="265" y="2"/>
                  <a:pt x="284" y="0"/>
                  <a:pt x="304" y="0"/>
                </a:cubicBezTo>
                <a:lnTo>
                  <a:pt x="6284" y="0"/>
                </a:lnTo>
                <a:cubicBezTo>
                  <a:pt x="6304" y="0"/>
                  <a:pt x="6324" y="2"/>
                  <a:pt x="6343" y="6"/>
                </a:cubicBezTo>
                <a:cubicBezTo>
                  <a:pt x="6363" y="9"/>
                  <a:pt x="6382" y="15"/>
                  <a:pt x="6400" y="23"/>
                </a:cubicBezTo>
                <a:cubicBezTo>
                  <a:pt x="6420" y="30"/>
                  <a:pt x="6437" y="40"/>
                  <a:pt x="6454" y="51"/>
                </a:cubicBezTo>
                <a:cubicBezTo>
                  <a:pt x="6471" y="62"/>
                  <a:pt x="6486" y="76"/>
                  <a:pt x="6500" y="90"/>
                </a:cubicBezTo>
                <a:cubicBezTo>
                  <a:pt x="6514" y="104"/>
                  <a:pt x="6527" y="119"/>
                  <a:pt x="6538" y="136"/>
                </a:cubicBezTo>
                <a:cubicBezTo>
                  <a:pt x="6549" y="153"/>
                  <a:pt x="6558" y="170"/>
                  <a:pt x="6566" y="189"/>
                </a:cubicBezTo>
                <a:cubicBezTo>
                  <a:pt x="6574" y="207"/>
                  <a:pt x="6579" y="226"/>
                  <a:pt x="6583" y="246"/>
                </a:cubicBezTo>
                <a:cubicBezTo>
                  <a:pt x="6587" y="265"/>
                  <a:pt x="6589" y="285"/>
                  <a:pt x="6589" y="305"/>
                </a:cubicBezTo>
                <a:cubicBezTo>
                  <a:pt x="6589" y="325"/>
                  <a:pt x="6587" y="345"/>
                  <a:pt x="6583" y="364"/>
                </a:cubicBezTo>
                <a:cubicBezTo>
                  <a:pt x="6579" y="384"/>
                  <a:pt x="6574" y="403"/>
                  <a:pt x="6566" y="421"/>
                </a:cubicBezTo>
                <a:cubicBezTo>
                  <a:pt x="6558" y="440"/>
                  <a:pt x="6549" y="457"/>
                  <a:pt x="6538" y="474"/>
                </a:cubicBezTo>
                <a:cubicBezTo>
                  <a:pt x="6527" y="491"/>
                  <a:pt x="6514" y="506"/>
                  <a:pt x="6500" y="520"/>
                </a:cubicBezTo>
                <a:cubicBezTo>
                  <a:pt x="6486" y="534"/>
                  <a:pt x="6471" y="547"/>
                  <a:pt x="6454" y="558"/>
                </a:cubicBezTo>
                <a:cubicBezTo>
                  <a:pt x="6437" y="569"/>
                  <a:pt x="6420" y="578"/>
                  <a:pt x="6400" y="586"/>
                </a:cubicBezTo>
                <a:cubicBezTo>
                  <a:pt x="6382" y="594"/>
                  <a:pt x="6363" y="599"/>
                  <a:pt x="6343" y="603"/>
                </a:cubicBezTo>
                <a:cubicBezTo>
                  <a:pt x="6324" y="607"/>
                  <a:pt x="6304" y="609"/>
                  <a:pt x="6284" y="609"/>
                </a:cubicBezTo>
                <a:lnTo>
                  <a:pt x="304" y="609"/>
                </a:lnTo>
                <a:cubicBezTo>
                  <a:pt x="284" y="609"/>
                  <a:pt x="265" y="607"/>
                  <a:pt x="245" y="603"/>
                </a:cubicBezTo>
                <a:cubicBezTo>
                  <a:pt x="225" y="599"/>
                  <a:pt x="206" y="594"/>
                  <a:pt x="188" y="586"/>
                </a:cubicBezTo>
                <a:cubicBezTo>
                  <a:pt x="169" y="578"/>
                  <a:pt x="152" y="569"/>
                  <a:pt x="135" y="558"/>
                </a:cubicBezTo>
                <a:cubicBezTo>
                  <a:pt x="119" y="547"/>
                  <a:pt x="103" y="534"/>
                  <a:pt x="89" y="520"/>
                </a:cubicBezTo>
                <a:cubicBezTo>
                  <a:pt x="75" y="506"/>
                  <a:pt x="62" y="491"/>
                  <a:pt x="51" y="474"/>
                </a:cubicBezTo>
                <a:cubicBezTo>
                  <a:pt x="40" y="457"/>
                  <a:pt x="31" y="440"/>
                  <a:pt x="23" y="421"/>
                </a:cubicBezTo>
                <a:cubicBezTo>
                  <a:pt x="16" y="403"/>
                  <a:pt x="10" y="384"/>
                  <a:pt x="6" y="364"/>
                </a:cubicBezTo>
                <a:cubicBezTo>
                  <a:pt x="2" y="345"/>
                  <a:pt x="0" y="325"/>
                  <a:pt x="0" y="305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5986800" y="4029120"/>
            <a:ext cx="139680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nieuwe eis komt ernaast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6087960" y="4289040"/>
            <a:ext cx="25290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b2a6b"/>
                </a:solidFill>
                <a:latin typeface="Arial"/>
                <a:ea typeface="Arial"/>
              </a:rPr>
              <a:t>catalogus en planning · aanbod melden · v1.2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3757680" y="4690080"/>
            <a:ext cx="199116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6b7280"/>
                </a:solidFill>
                <a:latin typeface="Arial"/>
                <a:ea typeface="Arial"/>
              </a:rPr>
              <a:t>Status: concept in afstemming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85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 txBox="1"/>
          <p:nvPr/>
        </p:nvSpPr>
        <p:spPr>
          <a:xfrm>
            <a:off x="287640" y="100800"/>
            <a:ext cx="43412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Leerroute 1 als proces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" name=""/>
          <p:cNvSpPr/>
          <p:nvPr/>
        </p:nvSpPr>
        <p:spPr>
          <a:xfrm>
            <a:off x="4667040" y="2290320"/>
            <a:ext cx="0" cy="199440"/>
          </a:xfrm>
          <a:custGeom>
            <a:avLst/>
            <a:gdLst/>
            <a:ahLst/>
            <a:rect l="0" t="0" r="r" b="b"/>
            <a:pathLst>
              <a:path fill="none" w="0" h="554">
                <a:moveTo>
                  <a:pt x="0" y="0"/>
                </a:moveTo>
                <a:lnTo>
                  <a:pt x="0" y="50"/>
                </a:lnTo>
                <a:cubicBezTo>
                  <a:pt x="0" y="101"/>
                  <a:pt x="0" y="201"/>
                  <a:pt x="0" y="293"/>
                </a:cubicBezTo>
                <a:cubicBezTo>
                  <a:pt x="0" y="385"/>
                  <a:pt x="0" y="469"/>
                  <a:pt x="0" y="511"/>
                </a:cubicBezTo>
                <a:lnTo>
                  <a:pt x="0" y="554"/>
                </a:lnTo>
              </a:path>
            </a:pathLst>
          </a:custGeom>
          <a:ln w="4320">
            <a:solidFill>
              <a:srgbClr val="dd784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" name=""/>
          <p:cNvSpPr/>
          <p:nvPr/>
        </p:nvSpPr>
        <p:spPr>
          <a:xfrm>
            <a:off x="4649760" y="2472120"/>
            <a:ext cx="34920" cy="35280"/>
          </a:xfrm>
          <a:custGeom>
            <a:avLst/>
            <a:gdLst/>
            <a:ahLst/>
            <a:rect l="0" t="0" r="r" b="b"/>
            <a:pathLst>
              <a:path w="97" h="98">
                <a:moveTo>
                  <a:pt x="97" y="0"/>
                </a:moveTo>
                <a:lnTo>
                  <a:pt x="48" y="98"/>
                </a:lnTo>
                <a:lnTo>
                  <a:pt x="0" y="0"/>
                </a:lnTo>
                <a:lnTo>
                  <a:pt x="97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" name=""/>
          <p:cNvSpPr/>
          <p:nvPr/>
        </p:nvSpPr>
        <p:spPr>
          <a:xfrm>
            <a:off x="4646880" y="2470680"/>
            <a:ext cx="40680" cy="40320"/>
          </a:xfrm>
          <a:custGeom>
            <a:avLst/>
            <a:gdLst/>
            <a:ahLst/>
            <a:rect l="0" t="0" r="r" b="b"/>
            <a:pathLst>
              <a:path w="113" h="112">
                <a:moveTo>
                  <a:pt x="105" y="15"/>
                </a:moveTo>
                <a:lnTo>
                  <a:pt x="101" y="24"/>
                </a:lnTo>
                <a:lnTo>
                  <a:pt x="92" y="20"/>
                </a:lnTo>
                <a:lnTo>
                  <a:pt x="97" y="11"/>
                </a:lnTo>
                <a:lnTo>
                  <a:pt x="105" y="15"/>
                </a:lnTo>
                <a:moveTo>
                  <a:pt x="101" y="24"/>
                </a:moveTo>
                <a:lnTo>
                  <a:pt x="97" y="32"/>
                </a:lnTo>
                <a:lnTo>
                  <a:pt x="88" y="28"/>
                </a:lnTo>
                <a:lnTo>
                  <a:pt x="92" y="20"/>
                </a:lnTo>
                <a:lnTo>
                  <a:pt x="101" y="24"/>
                </a:lnTo>
                <a:moveTo>
                  <a:pt x="97" y="32"/>
                </a:moveTo>
                <a:lnTo>
                  <a:pt x="92" y="41"/>
                </a:lnTo>
                <a:lnTo>
                  <a:pt x="84" y="37"/>
                </a:lnTo>
                <a:lnTo>
                  <a:pt x="88" y="28"/>
                </a:lnTo>
                <a:lnTo>
                  <a:pt x="97" y="32"/>
                </a:lnTo>
                <a:moveTo>
                  <a:pt x="92" y="41"/>
                </a:moveTo>
                <a:lnTo>
                  <a:pt x="88" y="50"/>
                </a:lnTo>
                <a:lnTo>
                  <a:pt x="79" y="45"/>
                </a:lnTo>
                <a:lnTo>
                  <a:pt x="84" y="37"/>
                </a:lnTo>
                <a:lnTo>
                  <a:pt x="92" y="41"/>
                </a:lnTo>
                <a:moveTo>
                  <a:pt x="88" y="50"/>
                </a:moveTo>
                <a:lnTo>
                  <a:pt x="84" y="58"/>
                </a:lnTo>
                <a:lnTo>
                  <a:pt x="75" y="54"/>
                </a:lnTo>
                <a:lnTo>
                  <a:pt x="79" y="45"/>
                </a:lnTo>
                <a:lnTo>
                  <a:pt x="88" y="50"/>
                </a:lnTo>
                <a:moveTo>
                  <a:pt x="84" y="58"/>
                </a:moveTo>
                <a:lnTo>
                  <a:pt x="79" y="67"/>
                </a:lnTo>
                <a:lnTo>
                  <a:pt x="71" y="63"/>
                </a:lnTo>
                <a:lnTo>
                  <a:pt x="75" y="54"/>
                </a:lnTo>
                <a:lnTo>
                  <a:pt x="84" y="58"/>
                </a:lnTo>
                <a:moveTo>
                  <a:pt x="79" y="67"/>
                </a:moveTo>
                <a:lnTo>
                  <a:pt x="75" y="76"/>
                </a:lnTo>
                <a:lnTo>
                  <a:pt x="66" y="71"/>
                </a:lnTo>
                <a:lnTo>
                  <a:pt x="71" y="63"/>
                </a:lnTo>
                <a:lnTo>
                  <a:pt x="79" y="67"/>
                </a:lnTo>
                <a:moveTo>
                  <a:pt x="75" y="76"/>
                </a:moveTo>
                <a:lnTo>
                  <a:pt x="71" y="85"/>
                </a:lnTo>
                <a:lnTo>
                  <a:pt x="62" y="81"/>
                </a:lnTo>
                <a:lnTo>
                  <a:pt x="66" y="71"/>
                </a:lnTo>
                <a:lnTo>
                  <a:pt x="75" y="76"/>
                </a:lnTo>
                <a:moveTo>
                  <a:pt x="71" y="85"/>
                </a:moveTo>
                <a:lnTo>
                  <a:pt x="66" y="94"/>
                </a:lnTo>
                <a:lnTo>
                  <a:pt x="58" y="89"/>
                </a:lnTo>
                <a:lnTo>
                  <a:pt x="62" y="81"/>
                </a:lnTo>
                <a:lnTo>
                  <a:pt x="71" y="85"/>
                </a:lnTo>
                <a:moveTo>
                  <a:pt x="66" y="94"/>
                </a:moveTo>
                <a:lnTo>
                  <a:pt x="62" y="102"/>
                </a:lnTo>
                <a:lnTo>
                  <a:pt x="54" y="98"/>
                </a:lnTo>
                <a:lnTo>
                  <a:pt x="58" y="89"/>
                </a:lnTo>
                <a:lnTo>
                  <a:pt x="66" y="94"/>
                </a:lnTo>
                <a:moveTo>
                  <a:pt x="62" y="102"/>
                </a:moveTo>
                <a:lnTo>
                  <a:pt x="57" y="112"/>
                </a:lnTo>
                <a:lnTo>
                  <a:pt x="49" y="97"/>
                </a:lnTo>
                <a:lnTo>
                  <a:pt x="58" y="92"/>
                </a:lnTo>
                <a:lnTo>
                  <a:pt x="61" y="100"/>
                </a:lnTo>
                <a:lnTo>
                  <a:pt x="57" y="102"/>
                </a:lnTo>
                <a:lnTo>
                  <a:pt x="53" y="100"/>
                </a:lnTo>
                <a:lnTo>
                  <a:pt x="54" y="98"/>
                </a:lnTo>
                <a:lnTo>
                  <a:pt x="62" y="102"/>
                </a:lnTo>
                <a:moveTo>
                  <a:pt x="49" y="97"/>
                </a:moveTo>
                <a:lnTo>
                  <a:pt x="45" y="88"/>
                </a:lnTo>
                <a:lnTo>
                  <a:pt x="54" y="84"/>
                </a:lnTo>
                <a:lnTo>
                  <a:pt x="58" y="92"/>
                </a:lnTo>
                <a:lnTo>
                  <a:pt x="49" y="97"/>
                </a:lnTo>
                <a:moveTo>
                  <a:pt x="45" y="88"/>
                </a:moveTo>
                <a:lnTo>
                  <a:pt x="41" y="80"/>
                </a:lnTo>
                <a:lnTo>
                  <a:pt x="49" y="74"/>
                </a:lnTo>
                <a:lnTo>
                  <a:pt x="54" y="84"/>
                </a:lnTo>
                <a:lnTo>
                  <a:pt x="45" y="88"/>
                </a:lnTo>
                <a:moveTo>
                  <a:pt x="41" y="80"/>
                </a:moveTo>
                <a:lnTo>
                  <a:pt x="36" y="70"/>
                </a:lnTo>
                <a:lnTo>
                  <a:pt x="45" y="66"/>
                </a:lnTo>
                <a:lnTo>
                  <a:pt x="49" y="74"/>
                </a:lnTo>
                <a:lnTo>
                  <a:pt x="41" y="80"/>
                </a:lnTo>
                <a:moveTo>
                  <a:pt x="36" y="70"/>
                </a:moveTo>
                <a:lnTo>
                  <a:pt x="32" y="61"/>
                </a:lnTo>
                <a:lnTo>
                  <a:pt x="41" y="57"/>
                </a:lnTo>
                <a:lnTo>
                  <a:pt x="45" y="66"/>
                </a:lnTo>
                <a:lnTo>
                  <a:pt x="36" y="70"/>
                </a:lnTo>
                <a:moveTo>
                  <a:pt x="32" y="61"/>
                </a:moveTo>
                <a:lnTo>
                  <a:pt x="28" y="53"/>
                </a:lnTo>
                <a:lnTo>
                  <a:pt x="36" y="48"/>
                </a:lnTo>
                <a:lnTo>
                  <a:pt x="41" y="57"/>
                </a:lnTo>
                <a:lnTo>
                  <a:pt x="32" y="61"/>
                </a:lnTo>
                <a:moveTo>
                  <a:pt x="28" y="53"/>
                </a:moveTo>
                <a:lnTo>
                  <a:pt x="22" y="44"/>
                </a:lnTo>
                <a:lnTo>
                  <a:pt x="32" y="40"/>
                </a:lnTo>
                <a:lnTo>
                  <a:pt x="36" y="48"/>
                </a:lnTo>
                <a:lnTo>
                  <a:pt x="28" y="53"/>
                </a:lnTo>
                <a:moveTo>
                  <a:pt x="22" y="44"/>
                </a:moveTo>
                <a:lnTo>
                  <a:pt x="18" y="36"/>
                </a:lnTo>
                <a:lnTo>
                  <a:pt x="28" y="31"/>
                </a:lnTo>
                <a:lnTo>
                  <a:pt x="32" y="40"/>
                </a:lnTo>
                <a:lnTo>
                  <a:pt x="22" y="44"/>
                </a:lnTo>
                <a:moveTo>
                  <a:pt x="18" y="36"/>
                </a:moveTo>
                <a:lnTo>
                  <a:pt x="14" y="27"/>
                </a:lnTo>
                <a:lnTo>
                  <a:pt x="22" y="23"/>
                </a:lnTo>
                <a:lnTo>
                  <a:pt x="28" y="31"/>
                </a:lnTo>
                <a:lnTo>
                  <a:pt x="18" y="36"/>
                </a:lnTo>
                <a:moveTo>
                  <a:pt x="14" y="27"/>
                </a:moveTo>
                <a:lnTo>
                  <a:pt x="10" y="18"/>
                </a:lnTo>
                <a:lnTo>
                  <a:pt x="18" y="14"/>
                </a:lnTo>
                <a:lnTo>
                  <a:pt x="22" y="23"/>
                </a:lnTo>
                <a:lnTo>
                  <a:pt x="14" y="27"/>
                </a:lnTo>
                <a:moveTo>
                  <a:pt x="10" y="18"/>
                </a:moveTo>
                <a:lnTo>
                  <a:pt x="5" y="10"/>
                </a:lnTo>
                <a:lnTo>
                  <a:pt x="14" y="5"/>
                </a:lnTo>
                <a:lnTo>
                  <a:pt x="18" y="14"/>
                </a:lnTo>
                <a:lnTo>
                  <a:pt x="10" y="18"/>
                </a:lnTo>
                <a:moveTo>
                  <a:pt x="5" y="10"/>
                </a:moveTo>
                <a:lnTo>
                  <a:pt x="0" y="0"/>
                </a:lnTo>
                <a:lnTo>
                  <a:pt x="14" y="0"/>
                </a:lnTo>
                <a:lnTo>
                  <a:pt x="14" y="9"/>
                </a:lnTo>
                <a:lnTo>
                  <a:pt x="8" y="9"/>
                </a:lnTo>
                <a:lnTo>
                  <a:pt x="8" y="4"/>
                </a:lnTo>
                <a:lnTo>
                  <a:pt x="12" y="2"/>
                </a:lnTo>
                <a:lnTo>
                  <a:pt x="14" y="5"/>
                </a:lnTo>
                <a:lnTo>
                  <a:pt x="5" y="10"/>
                </a:lnTo>
                <a:moveTo>
                  <a:pt x="14" y="0"/>
                </a:moveTo>
                <a:lnTo>
                  <a:pt x="25" y="0"/>
                </a:lnTo>
                <a:lnTo>
                  <a:pt x="25" y="9"/>
                </a:lnTo>
                <a:lnTo>
                  <a:pt x="14" y="9"/>
                </a:lnTo>
                <a:lnTo>
                  <a:pt x="14" y="0"/>
                </a:lnTo>
                <a:moveTo>
                  <a:pt x="25" y="0"/>
                </a:moveTo>
                <a:lnTo>
                  <a:pt x="34" y="0"/>
                </a:lnTo>
                <a:lnTo>
                  <a:pt x="34" y="9"/>
                </a:lnTo>
                <a:lnTo>
                  <a:pt x="25" y="9"/>
                </a:lnTo>
                <a:lnTo>
                  <a:pt x="25" y="0"/>
                </a:lnTo>
                <a:moveTo>
                  <a:pt x="34" y="0"/>
                </a:moveTo>
                <a:lnTo>
                  <a:pt x="44" y="0"/>
                </a:lnTo>
                <a:lnTo>
                  <a:pt x="44" y="9"/>
                </a:lnTo>
                <a:lnTo>
                  <a:pt x="34" y="9"/>
                </a:lnTo>
                <a:lnTo>
                  <a:pt x="34" y="0"/>
                </a:lnTo>
                <a:moveTo>
                  <a:pt x="44" y="0"/>
                </a:moveTo>
                <a:lnTo>
                  <a:pt x="54" y="0"/>
                </a:lnTo>
                <a:lnTo>
                  <a:pt x="54" y="9"/>
                </a:lnTo>
                <a:lnTo>
                  <a:pt x="44" y="9"/>
                </a:lnTo>
                <a:lnTo>
                  <a:pt x="44" y="0"/>
                </a:lnTo>
                <a:moveTo>
                  <a:pt x="54" y="0"/>
                </a:moveTo>
                <a:lnTo>
                  <a:pt x="63" y="0"/>
                </a:lnTo>
                <a:lnTo>
                  <a:pt x="63" y="9"/>
                </a:lnTo>
                <a:lnTo>
                  <a:pt x="54" y="9"/>
                </a:lnTo>
                <a:lnTo>
                  <a:pt x="54" y="0"/>
                </a:lnTo>
                <a:moveTo>
                  <a:pt x="63" y="0"/>
                </a:moveTo>
                <a:lnTo>
                  <a:pt x="73" y="0"/>
                </a:lnTo>
                <a:lnTo>
                  <a:pt x="73" y="9"/>
                </a:lnTo>
                <a:lnTo>
                  <a:pt x="63" y="9"/>
                </a:lnTo>
                <a:lnTo>
                  <a:pt x="63" y="0"/>
                </a:lnTo>
                <a:moveTo>
                  <a:pt x="73" y="0"/>
                </a:moveTo>
                <a:lnTo>
                  <a:pt x="82" y="0"/>
                </a:lnTo>
                <a:lnTo>
                  <a:pt x="82" y="9"/>
                </a:lnTo>
                <a:lnTo>
                  <a:pt x="73" y="9"/>
                </a:lnTo>
                <a:lnTo>
                  <a:pt x="73" y="0"/>
                </a:lnTo>
                <a:moveTo>
                  <a:pt x="82" y="0"/>
                </a:moveTo>
                <a:lnTo>
                  <a:pt x="92" y="0"/>
                </a:lnTo>
                <a:lnTo>
                  <a:pt x="92" y="9"/>
                </a:lnTo>
                <a:lnTo>
                  <a:pt x="82" y="9"/>
                </a:lnTo>
                <a:lnTo>
                  <a:pt x="82" y="0"/>
                </a:lnTo>
                <a:moveTo>
                  <a:pt x="92" y="0"/>
                </a:moveTo>
                <a:lnTo>
                  <a:pt x="102" y="0"/>
                </a:lnTo>
                <a:lnTo>
                  <a:pt x="102" y="9"/>
                </a:lnTo>
                <a:lnTo>
                  <a:pt x="92" y="9"/>
                </a:lnTo>
                <a:lnTo>
                  <a:pt x="92" y="0"/>
                </a:lnTo>
                <a:moveTo>
                  <a:pt x="102" y="0"/>
                </a:moveTo>
                <a:lnTo>
                  <a:pt x="113" y="0"/>
                </a:lnTo>
                <a:lnTo>
                  <a:pt x="105" y="15"/>
                </a:lnTo>
                <a:lnTo>
                  <a:pt x="97" y="11"/>
                </a:lnTo>
                <a:lnTo>
                  <a:pt x="101" y="2"/>
                </a:lnTo>
                <a:lnTo>
                  <a:pt x="105" y="4"/>
                </a:lnTo>
                <a:lnTo>
                  <a:pt x="105" y="9"/>
                </a:lnTo>
                <a:lnTo>
                  <a:pt x="102" y="9"/>
                </a:lnTo>
                <a:lnTo>
                  <a:pt x="102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" name=""/>
          <p:cNvSpPr/>
          <p:nvPr/>
        </p:nvSpPr>
        <p:spPr>
          <a:xfrm>
            <a:off x="3413520" y="2507040"/>
            <a:ext cx="2507400" cy="530640"/>
          </a:xfrm>
          <a:custGeom>
            <a:avLst/>
            <a:gdLst/>
            <a:ahLst/>
            <a:rect l="0" t="0" r="r" b="b"/>
            <a:pathLst>
              <a:path w="6965" h="1474">
                <a:moveTo>
                  <a:pt x="0" y="0"/>
                </a:moveTo>
                <a:lnTo>
                  <a:pt x="6965" y="0"/>
                </a:lnTo>
                <a:lnTo>
                  <a:pt x="6965" y="1474"/>
                </a:lnTo>
                <a:lnTo>
                  <a:pt x="0" y="14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" name=""/>
          <p:cNvSpPr/>
          <p:nvPr/>
        </p:nvSpPr>
        <p:spPr>
          <a:xfrm>
            <a:off x="3413520" y="2507040"/>
            <a:ext cx="2507400" cy="530640"/>
          </a:xfrm>
          <a:custGeom>
            <a:avLst/>
            <a:gdLst/>
            <a:ahLst/>
            <a:rect l="0" t="0" r="r" b="b"/>
            <a:pathLst>
              <a:path w="6965" h="1474">
                <a:moveTo>
                  <a:pt x="0" y="0"/>
                </a:moveTo>
                <a:lnTo>
                  <a:pt x="6965" y="0"/>
                </a:lnTo>
                <a:lnTo>
                  <a:pt x="6965" y="1474"/>
                </a:lnTo>
                <a:lnTo>
                  <a:pt x="0" y="1474"/>
                </a:lnTo>
                <a:lnTo>
                  <a:pt x="0" y="0"/>
                </a:lnTo>
                <a:close/>
              </a:path>
            </a:pathLst>
          </a:custGeom>
          <a:noFill/>
          <a:ln w="4320">
            <a:solidFill>
              <a:srgbClr val="e5e5e5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304920" y="689400"/>
            <a:ext cx="308232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6b7280"/>
                </a:solidFill>
                <a:latin typeface="Arial"/>
                <a:ea typeface="Arial"/>
              </a:rPr>
              <a:t>Ontwerp en planning: twee van de zeven rollen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" name=""/>
          <p:cNvSpPr/>
          <p:nvPr/>
        </p:nvSpPr>
        <p:spPr>
          <a:xfrm>
            <a:off x="4589280" y="2772000"/>
            <a:ext cx="307440" cy="0"/>
          </a:xfrm>
          <a:custGeom>
            <a:avLst/>
            <a:gdLst/>
            <a:ahLst/>
            <a:rect l="0" t="0" r="r" b="b"/>
            <a:pathLst>
              <a:path fill="none" w="854" h="0">
                <a:moveTo>
                  <a:pt x="0" y="0"/>
                </a:moveTo>
                <a:lnTo>
                  <a:pt x="75" y="0"/>
                </a:lnTo>
                <a:cubicBezTo>
                  <a:pt x="150" y="0"/>
                  <a:pt x="300" y="0"/>
                  <a:pt x="443" y="0"/>
                </a:cubicBezTo>
                <a:cubicBezTo>
                  <a:pt x="585" y="0"/>
                  <a:pt x="719" y="0"/>
                  <a:pt x="786" y="0"/>
                </a:cubicBezTo>
                <a:lnTo>
                  <a:pt x="854" y="0"/>
                </a:lnTo>
              </a:path>
            </a:pathLst>
          </a:custGeom>
          <a:ln w="4320">
            <a:solidFill>
              <a:srgbClr val="dd784b"/>
            </a:solidFill>
            <a:miter/>
          </a:ln>
        </p:spPr>
        <p:txBody>
          <a:bodyPr lIns="2160" rIns="2160" tIns="-2160" bIns="-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" name=""/>
          <p:cNvSpPr/>
          <p:nvPr/>
        </p:nvSpPr>
        <p:spPr>
          <a:xfrm>
            <a:off x="4879080" y="2754720"/>
            <a:ext cx="35280" cy="34920"/>
          </a:xfrm>
          <a:custGeom>
            <a:avLst/>
            <a:gdLst/>
            <a:ahLst/>
            <a:rect l="0" t="0" r="r" b="b"/>
            <a:pathLst>
              <a:path w="98" h="97">
                <a:moveTo>
                  <a:pt x="0" y="0"/>
                </a:moveTo>
                <a:lnTo>
                  <a:pt x="98" y="48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" name=""/>
          <p:cNvSpPr/>
          <p:nvPr/>
        </p:nvSpPr>
        <p:spPr>
          <a:xfrm>
            <a:off x="4877640" y="2751840"/>
            <a:ext cx="40320" cy="40680"/>
          </a:xfrm>
          <a:custGeom>
            <a:avLst/>
            <a:gdLst/>
            <a:ahLst/>
            <a:rect l="0" t="0" r="r" b="b"/>
            <a:pathLst>
              <a:path w="112" h="113">
                <a:moveTo>
                  <a:pt x="15" y="8"/>
                </a:moveTo>
                <a:lnTo>
                  <a:pt x="24" y="13"/>
                </a:lnTo>
                <a:lnTo>
                  <a:pt x="20" y="21"/>
                </a:lnTo>
                <a:lnTo>
                  <a:pt x="11" y="17"/>
                </a:lnTo>
                <a:lnTo>
                  <a:pt x="15" y="8"/>
                </a:lnTo>
                <a:moveTo>
                  <a:pt x="24" y="13"/>
                </a:moveTo>
                <a:lnTo>
                  <a:pt x="32" y="17"/>
                </a:lnTo>
                <a:lnTo>
                  <a:pt x="28" y="25"/>
                </a:lnTo>
                <a:lnTo>
                  <a:pt x="20" y="21"/>
                </a:lnTo>
                <a:lnTo>
                  <a:pt x="24" y="13"/>
                </a:lnTo>
                <a:moveTo>
                  <a:pt x="32" y="17"/>
                </a:moveTo>
                <a:lnTo>
                  <a:pt x="41" y="21"/>
                </a:lnTo>
                <a:lnTo>
                  <a:pt x="37" y="30"/>
                </a:lnTo>
                <a:lnTo>
                  <a:pt x="28" y="25"/>
                </a:lnTo>
                <a:lnTo>
                  <a:pt x="32" y="17"/>
                </a:lnTo>
                <a:moveTo>
                  <a:pt x="41" y="21"/>
                </a:moveTo>
                <a:lnTo>
                  <a:pt x="51" y="25"/>
                </a:lnTo>
                <a:lnTo>
                  <a:pt x="45" y="34"/>
                </a:lnTo>
                <a:lnTo>
                  <a:pt x="37" y="30"/>
                </a:lnTo>
                <a:lnTo>
                  <a:pt x="41" y="21"/>
                </a:lnTo>
                <a:moveTo>
                  <a:pt x="51" y="25"/>
                </a:moveTo>
                <a:lnTo>
                  <a:pt x="59" y="30"/>
                </a:lnTo>
                <a:lnTo>
                  <a:pt x="55" y="38"/>
                </a:lnTo>
                <a:lnTo>
                  <a:pt x="45" y="34"/>
                </a:lnTo>
                <a:lnTo>
                  <a:pt x="51" y="25"/>
                </a:lnTo>
                <a:moveTo>
                  <a:pt x="59" y="30"/>
                </a:moveTo>
                <a:lnTo>
                  <a:pt x="68" y="34"/>
                </a:lnTo>
                <a:lnTo>
                  <a:pt x="64" y="43"/>
                </a:lnTo>
                <a:lnTo>
                  <a:pt x="55" y="38"/>
                </a:lnTo>
                <a:lnTo>
                  <a:pt x="59" y="30"/>
                </a:lnTo>
                <a:moveTo>
                  <a:pt x="68" y="34"/>
                </a:moveTo>
                <a:lnTo>
                  <a:pt x="76" y="38"/>
                </a:lnTo>
                <a:lnTo>
                  <a:pt x="72" y="47"/>
                </a:lnTo>
                <a:lnTo>
                  <a:pt x="64" y="43"/>
                </a:lnTo>
                <a:lnTo>
                  <a:pt x="68" y="34"/>
                </a:lnTo>
                <a:moveTo>
                  <a:pt x="76" y="38"/>
                </a:moveTo>
                <a:lnTo>
                  <a:pt x="85" y="43"/>
                </a:lnTo>
                <a:lnTo>
                  <a:pt x="81" y="51"/>
                </a:lnTo>
                <a:lnTo>
                  <a:pt x="72" y="47"/>
                </a:lnTo>
                <a:lnTo>
                  <a:pt x="76" y="38"/>
                </a:lnTo>
                <a:moveTo>
                  <a:pt x="85" y="43"/>
                </a:moveTo>
                <a:lnTo>
                  <a:pt x="94" y="47"/>
                </a:lnTo>
                <a:lnTo>
                  <a:pt x="89" y="56"/>
                </a:lnTo>
                <a:lnTo>
                  <a:pt x="81" y="51"/>
                </a:lnTo>
                <a:lnTo>
                  <a:pt x="85" y="43"/>
                </a:lnTo>
                <a:moveTo>
                  <a:pt x="94" y="47"/>
                </a:moveTo>
                <a:lnTo>
                  <a:pt x="102" y="51"/>
                </a:lnTo>
                <a:lnTo>
                  <a:pt x="98" y="60"/>
                </a:lnTo>
                <a:lnTo>
                  <a:pt x="89" y="56"/>
                </a:lnTo>
                <a:lnTo>
                  <a:pt x="94" y="47"/>
                </a:lnTo>
                <a:moveTo>
                  <a:pt x="102" y="51"/>
                </a:moveTo>
                <a:lnTo>
                  <a:pt x="112" y="56"/>
                </a:lnTo>
                <a:lnTo>
                  <a:pt x="97" y="64"/>
                </a:lnTo>
                <a:lnTo>
                  <a:pt x="92" y="56"/>
                </a:lnTo>
                <a:lnTo>
                  <a:pt x="100" y="52"/>
                </a:lnTo>
                <a:lnTo>
                  <a:pt x="102" y="56"/>
                </a:lnTo>
                <a:lnTo>
                  <a:pt x="100" y="61"/>
                </a:lnTo>
                <a:lnTo>
                  <a:pt x="98" y="60"/>
                </a:lnTo>
                <a:lnTo>
                  <a:pt x="102" y="51"/>
                </a:lnTo>
                <a:moveTo>
                  <a:pt x="97" y="64"/>
                </a:moveTo>
                <a:lnTo>
                  <a:pt x="88" y="69"/>
                </a:lnTo>
                <a:lnTo>
                  <a:pt x="84" y="60"/>
                </a:lnTo>
                <a:lnTo>
                  <a:pt x="92" y="56"/>
                </a:lnTo>
                <a:lnTo>
                  <a:pt x="97" y="64"/>
                </a:lnTo>
                <a:moveTo>
                  <a:pt x="88" y="69"/>
                </a:moveTo>
                <a:lnTo>
                  <a:pt x="80" y="74"/>
                </a:lnTo>
                <a:lnTo>
                  <a:pt x="75" y="64"/>
                </a:lnTo>
                <a:lnTo>
                  <a:pt x="84" y="60"/>
                </a:lnTo>
                <a:lnTo>
                  <a:pt x="88" y="69"/>
                </a:lnTo>
                <a:moveTo>
                  <a:pt x="80" y="74"/>
                </a:moveTo>
                <a:lnTo>
                  <a:pt x="71" y="78"/>
                </a:lnTo>
                <a:lnTo>
                  <a:pt x="67" y="69"/>
                </a:lnTo>
                <a:lnTo>
                  <a:pt x="75" y="64"/>
                </a:lnTo>
                <a:lnTo>
                  <a:pt x="80" y="74"/>
                </a:lnTo>
                <a:moveTo>
                  <a:pt x="71" y="78"/>
                </a:moveTo>
                <a:lnTo>
                  <a:pt x="62" y="82"/>
                </a:lnTo>
                <a:lnTo>
                  <a:pt x="58" y="74"/>
                </a:lnTo>
                <a:lnTo>
                  <a:pt x="67" y="69"/>
                </a:lnTo>
                <a:lnTo>
                  <a:pt x="71" y="78"/>
                </a:lnTo>
                <a:moveTo>
                  <a:pt x="62" y="82"/>
                </a:moveTo>
                <a:lnTo>
                  <a:pt x="54" y="87"/>
                </a:lnTo>
                <a:lnTo>
                  <a:pt x="48" y="78"/>
                </a:lnTo>
                <a:lnTo>
                  <a:pt x="58" y="74"/>
                </a:lnTo>
                <a:lnTo>
                  <a:pt x="62" y="82"/>
                </a:lnTo>
                <a:moveTo>
                  <a:pt x="54" y="87"/>
                </a:moveTo>
                <a:lnTo>
                  <a:pt x="44" y="91"/>
                </a:lnTo>
                <a:lnTo>
                  <a:pt x="40" y="82"/>
                </a:lnTo>
                <a:lnTo>
                  <a:pt x="48" y="78"/>
                </a:lnTo>
                <a:lnTo>
                  <a:pt x="54" y="87"/>
                </a:lnTo>
                <a:moveTo>
                  <a:pt x="44" y="91"/>
                </a:moveTo>
                <a:lnTo>
                  <a:pt x="36" y="95"/>
                </a:lnTo>
                <a:lnTo>
                  <a:pt x="31" y="87"/>
                </a:lnTo>
                <a:lnTo>
                  <a:pt x="40" y="82"/>
                </a:lnTo>
                <a:lnTo>
                  <a:pt x="44" y="91"/>
                </a:lnTo>
                <a:moveTo>
                  <a:pt x="36" y="95"/>
                </a:moveTo>
                <a:lnTo>
                  <a:pt x="27" y="100"/>
                </a:lnTo>
                <a:lnTo>
                  <a:pt x="23" y="91"/>
                </a:lnTo>
                <a:lnTo>
                  <a:pt x="31" y="87"/>
                </a:lnTo>
                <a:lnTo>
                  <a:pt x="36" y="95"/>
                </a:lnTo>
                <a:moveTo>
                  <a:pt x="27" y="100"/>
                </a:moveTo>
                <a:lnTo>
                  <a:pt x="18" y="104"/>
                </a:lnTo>
                <a:lnTo>
                  <a:pt x="14" y="95"/>
                </a:lnTo>
                <a:lnTo>
                  <a:pt x="23" y="91"/>
                </a:lnTo>
                <a:lnTo>
                  <a:pt x="27" y="100"/>
                </a:lnTo>
                <a:moveTo>
                  <a:pt x="18" y="104"/>
                </a:moveTo>
                <a:lnTo>
                  <a:pt x="10" y="108"/>
                </a:lnTo>
                <a:lnTo>
                  <a:pt x="5" y="100"/>
                </a:lnTo>
                <a:lnTo>
                  <a:pt x="14" y="95"/>
                </a:lnTo>
                <a:lnTo>
                  <a:pt x="18" y="104"/>
                </a:lnTo>
                <a:moveTo>
                  <a:pt x="10" y="108"/>
                </a:moveTo>
                <a:lnTo>
                  <a:pt x="0" y="113"/>
                </a:lnTo>
                <a:lnTo>
                  <a:pt x="0" y="99"/>
                </a:lnTo>
                <a:lnTo>
                  <a:pt x="9" y="99"/>
                </a:lnTo>
                <a:lnTo>
                  <a:pt x="9" y="105"/>
                </a:lnTo>
                <a:lnTo>
                  <a:pt x="4" y="105"/>
                </a:lnTo>
                <a:lnTo>
                  <a:pt x="2" y="101"/>
                </a:lnTo>
                <a:lnTo>
                  <a:pt x="5" y="100"/>
                </a:lnTo>
                <a:lnTo>
                  <a:pt x="10" y="108"/>
                </a:lnTo>
                <a:moveTo>
                  <a:pt x="0" y="99"/>
                </a:moveTo>
                <a:lnTo>
                  <a:pt x="0" y="90"/>
                </a:lnTo>
                <a:lnTo>
                  <a:pt x="9" y="90"/>
                </a:lnTo>
                <a:lnTo>
                  <a:pt x="9" y="99"/>
                </a:lnTo>
                <a:lnTo>
                  <a:pt x="0" y="99"/>
                </a:lnTo>
                <a:moveTo>
                  <a:pt x="0" y="90"/>
                </a:moveTo>
                <a:lnTo>
                  <a:pt x="0" y="80"/>
                </a:lnTo>
                <a:lnTo>
                  <a:pt x="9" y="80"/>
                </a:lnTo>
                <a:lnTo>
                  <a:pt x="9" y="90"/>
                </a:lnTo>
                <a:lnTo>
                  <a:pt x="0" y="90"/>
                </a:lnTo>
                <a:moveTo>
                  <a:pt x="0" y="80"/>
                </a:moveTo>
                <a:lnTo>
                  <a:pt x="0" y="69"/>
                </a:lnTo>
                <a:lnTo>
                  <a:pt x="9" y="69"/>
                </a:lnTo>
                <a:lnTo>
                  <a:pt x="9" y="80"/>
                </a:lnTo>
                <a:lnTo>
                  <a:pt x="0" y="80"/>
                </a:lnTo>
                <a:moveTo>
                  <a:pt x="0" y="69"/>
                </a:moveTo>
                <a:lnTo>
                  <a:pt x="0" y="60"/>
                </a:lnTo>
                <a:lnTo>
                  <a:pt x="9" y="60"/>
                </a:lnTo>
                <a:lnTo>
                  <a:pt x="9" y="69"/>
                </a:lnTo>
                <a:lnTo>
                  <a:pt x="0" y="69"/>
                </a:lnTo>
                <a:moveTo>
                  <a:pt x="0" y="60"/>
                </a:moveTo>
                <a:lnTo>
                  <a:pt x="0" y="50"/>
                </a:lnTo>
                <a:lnTo>
                  <a:pt x="9" y="50"/>
                </a:lnTo>
                <a:lnTo>
                  <a:pt x="9" y="60"/>
                </a:lnTo>
                <a:lnTo>
                  <a:pt x="0" y="60"/>
                </a:lnTo>
                <a:moveTo>
                  <a:pt x="0" y="50"/>
                </a:moveTo>
                <a:lnTo>
                  <a:pt x="0" y="41"/>
                </a:lnTo>
                <a:lnTo>
                  <a:pt x="9" y="41"/>
                </a:lnTo>
                <a:lnTo>
                  <a:pt x="9" y="50"/>
                </a:lnTo>
                <a:lnTo>
                  <a:pt x="0" y="50"/>
                </a:lnTo>
                <a:moveTo>
                  <a:pt x="0" y="41"/>
                </a:moveTo>
                <a:lnTo>
                  <a:pt x="0" y="31"/>
                </a:lnTo>
                <a:lnTo>
                  <a:pt x="9" y="31"/>
                </a:lnTo>
                <a:lnTo>
                  <a:pt x="9" y="41"/>
                </a:lnTo>
                <a:lnTo>
                  <a:pt x="0" y="41"/>
                </a:lnTo>
                <a:moveTo>
                  <a:pt x="0" y="31"/>
                </a:moveTo>
                <a:lnTo>
                  <a:pt x="0" y="21"/>
                </a:lnTo>
                <a:lnTo>
                  <a:pt x="9" y="21"/>
                </a:lnTo>
                <a:lnTo>
                  <a:pt x="9" y="31"/>
                </a:lnTo>
                <a:lnTo>
                  <a:pt x="0" y="31"/>
                </a:lnTo>
                <a:moveTo>
                  <a:pt x="0" y="21"/>
                </a:moveTo>
                <a:lnTo>
                  <a:pt x="0" y="12"/>
                </a:lnTo>
                <a:lnTo>
                  <a:pt x="9" y="12"/>
                </a:lnTo>
                <a:lnTo>
                  <a:pt x="9" y="21"/>
                </a:lnTo>
                <a:lnTo>
                  <a:pt x="0" y="21"/>
                </a:lnTo>
                <a:moveTo>
                  <a:pt x="0" y="12"/>
                </a:moveTo>
                <a:lnTo>
                  <a:pt x="0" y="0"/>
                </a:lnTo>
                <a:lnTo>
                  <a:pt x="15" y="8"/>
                </a:lnTo>
                <a:lnTo>
                  <a:pt x="11" y="17"/>
                </a:lnTo>
                <a:lnTo>
                  <a:pt x="2" y="13"/>
                </a:lnTo>
                <a:lnTo>
                  <a:pt x="4" y="8"/>
                </a:lnTo>
                <a:lnTo>
                  <a:pt x="9" y="8"/>
                </a:lnTo>
                <a:lnTo>
                  <a:pt x="9" y="12"/>
                </a:lnTo>
                <a:lnTo>
                  <a:pt x="0" y="12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" name=""/>
          <p:cNvSpPr/>
          <p:nvPr/>
        </p:nvSpPr>
        <p:spPr>
          <a:xfrm>
            <a:off x="3575880" y="2658600"/>
            <a:ext cx="1013760" cy="227520"/>
          </a:xfrm>
          <a:custGeom>
            <a:avLst/>
            <a:gdLst/>
            <a:ahLst/>
            <a:rect l="0" t="0" r="r" b="b"/>
            <a:pathLst>
              <a:path w="2816" h="632">
                <a:moveTo>
                  <a:pt x="0" y="0"/>
                </a:moveTo>
                <a:lnTo>
                  <a:pt x="2816" y="0"/>
                </a:lnTo>
                <a:lnTo>
                  <a:pt x="2816" y="632"/>
                </a:lnTo>
                <a:lnTo>
                  <a:pt x="0" y="6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9" name=""/>
          <p:cNvSpPr/>
          <p:nvPr/>
        </p:nvSpPr>
        <p:spPr>
          <a:xfrm>
            <a:off x="3575880" y="2658600"/>
            <a:ext cx="1013760" cy="227520"/>
          </a:xfrm>
          <a:custGeom>
            <a:avLst/>
            <a:gdLst/>
            <a:ahLst/>
            <a:rect l="0" t="0" r="r" b="b"/>
            <a:pathLst>
              <a:path w="2816" h="632">
                <a:moveTo>
                  <a:pt x="0" y="0"/>
                </a:moveTo>
                <a:lnTo>
                  <a:pt x="2816" y="0"/>
                </a:lnTo>
                <a:lnTo>
                  <a:pt x="2816" y="632"/>
                </a:lnTo>
                <a:lnTo>
                  <a:pt x="0" y="632"/>
                </a:lnTo>
                <a:lnTo>
                  <a:pt x="0" y="0"/>
                </a:lnTo>
                <a:close/>
              </a:path>
            </a:pathLst>
          </a:custGeom>
          <a:noFill/>
          <a:ln w="4320">
            <a:solidFill>
              <a:srgbClr val="3d68ec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4556880" y="2516040"/>
            <a:ext cx="247680" cy="7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10" spc="-1" strike="noStrike">
                <a:solidFill>
                  <a:srgbClr val="000000"/>
                </a:solidFill>
                <a:latin typeface="Arial"/>
                <a:ea typeface="Arial"/>
              </a:rPr>
              <a:t>Planner</a:t>
            </a:r>
            <a:endParaRPr b="0" lang="en-US" sz="5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1" name=""/>
          <p:cNvSpPr/>
          <p:nvPr/>
        </p:nvSpPr>
        <p:spPr>
          <a:xfrm>
            <a:off x="4914000" y="2658600"/>
            <a:ext cx="844560" cy="227520"/>
          </a:xfrm>
          <a:custGeom>
            <a:avLst/>
            <a:gdLst/>
            <a:ahLst/>
            <a:rect l="0" t="0" r="r" b="b"/>
            <a:pathLst>
              <a:path w="2346" h="632">
                <a:moveTo>
                  <a:pt x="0" y="0"/>
                </a:moveTo>
                <a:lnTo>
                  <a:pt x="2346" y="0"/>
                </a:lnTo>
                <a:lnTo>
                  <a:pt x="2346" y="632"/>
                </a:lnTo>
                <a:lnTo>
                  <a:pt x="0" y="6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2" name=""/>
          <p:cNvSpPr/>
          <p:nvPr/>
        </p:nvSpPr>
        <p:spPr>
          <a:xfrm>
            <a:off x="4914000" y="2658600"/>
            <a:ext cx="844560" cy="227520"/>
          </a:xfrm>
          <a:custGeom>
            <a:avLst/>
            <a:gdLst/>
            <a:ahLst/>
            <a:rect l="0" t="0" r="r" b="b"/>
            <a:pathLst>
              <a:path w="2346" h="632">
                <a:moveTo>
                  <a:pt x="0" y="0"/>
                </a:moveTo>
                <a:lnTo>
                  <a:pt x="2346" y="0"/>
                </a:lnTo>
                <a:lnTo>
                  <a:pt x="2346" y="632"/>
                </a:lnTo>
                <a:lnTo>
                  <a:pt x="0" y="632"/>
                </a:lnTo>
                <a:lnTo>
                  <a:pt x="0" y="0"/>
                </a:lnTo>
                <a:close/>
              </a:path>
            </a:pathLst>
          </a:custGeom>
          <a:noFill/>
          <a:ln w="4320">
            <a:solidFill>
              <a:srgbClr val="3d68ec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3705840" y="2732760"/>
            <a:ext cx="838800" cy="7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10" spc="-1" strike="noStrike">
                <a:solidFill>
                  <a:srgbClr val="1b2a6b"/>
                </a:solidFill>
                <a:latin typeface="Arial"/>
                <a:ea typeface="Arial"/>
              </a:rPr>
              <a:t>Strategische jaarplanning</a:t>
            </a:r>
            <a:endParaRPr b="0" lang="en-US" sz="5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4" name=""/>
          <p:cNvSpPr/>
          <p:nvPr/>
        </p:nvSpPr>
        <p:spPr>
          <a:xfrm>
            <a:off x="339120" y="1662480"/>
            <a:ext cx="8656200" cy="628200"/>
          </a:xfrm>
          <a:custGeom>
            <a:avLst/>
            <a:gdLst/>
            <a:ahLst/>
            <a:rect l="0" t="0" r="r" b="b"/>
            <a:pathLst>
              <a:path w="24045" h="1745">
                <a:moveTo>
                  <a:pt x="0" y="0"/>
                </a:moveTo>
                <a:lnTo>
                  <a:pt x="24045" y="0"/>
                </a:lnTo>
                <a:lnTo>
                  <a:pt x="24045" y="1745"/>
                </a:lnTo>
                <a:lnTo>
                  <a:pt x="0" y="17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5" name=""/>
          <p:cNvSpPr/>
          <p:nvPr/>
        </p:nvSpPr>
        <p:spPr>
          <a:xfrm>
            <a:off x="339120" y="1662480"/>
            <a:ext cx="8656200" cy="628200"/>
          </a:xfrm>
          <a:custGeom>
            <a:avLst/>
            <a:gdLst/>
            <a:ahLst/>
            <a:rect l="0" t="0" r="r" b="b"/>
            <a:pathLst>
              <a:path w="24045" h="1745">
                <a:moveTo>
                  <a:pt x="0" y="0"/>
                </a:moveTo>
                <a:lnTo>
                  <a:pt x="24045" y="0"/>
                </a:lnTo>
                <a:lnTo>
                  <a:pt x="24045" y="1745"/>
                </a:lnTo>
                <a:lnTo>
                  <a:pt x="0" y="1745"/>
                </a:lnTo>
                <a:lnTo>
                  <a:pt x="0" y="0"/>
                </a:lnTo>
                <a:close/>
              </a:path>
            </a:pathLst>
          </a:custGeom>
          <a:noFill/>
          <a:ln w="4320">
            <a:solidFill>
              <a:srgbClr val="e5e5e5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5043960" y="2732760"/>
            <a:ext cx="649800" cy="7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10" spc="-1" strike="noStrike">
                <a:solidFill>
                  <a:srgbClr val="1b2a6b"/>
                </a:solidFill>
                <a:latin typeface="Arial"/>
                <a:ea typeface="Arial"/>
              </a:rPr>
              <a:t>Team-inzetplanning</a:t>
            </a:r>
            <a:endParaRPr b="0" lang="en-US" sz="5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7" name=""/>
          <p:cNvSpPr/>
          <p:nvPr/>
        </p:nvSpPr>
        <p:spPr>
          <a:xfrm>
            <a:off x="1579680" y="1976400"/>
            <a:ext cx="307440" cy="0"/>
          </a:xfrm>
          <a:custGeom>
            <a:avLst/>
            <a:gdLst/>
            <a:ahLst/>
            <a:rect l="0" t="0" r="r" b="b"/>
            <a:pathLst>
              <a:path fill="none" w="854" h="0">
                <a:moveTo>
                  <a:pt x="0" y="0"/>
                </a:moveTo>
                <a:lnTo>
                  <a:pt x="75" y="0"/>
                </a:lnTo>
                <a:cubicBezTo>
                  <a:pt x="151" y="0"/>
                  <a:pt x="301" y="0"/>
                  <a:pt x="443" y="0"/>
                </a:cubicBezTo>
                <a:cubicBezTo>
                  <a:pt x="586" y="0"/>
                  <a:pt x="720" y="0"/>
                  <a:pt x="787" y="0"/>
                </a:cubicBezTo>
                <a:lnTo>
                  <a:pt x="854" y="0"/>
                </a:lnTo>
              </a:path>
            </a:pathLst>
          </a:custGeom>
          <a:ln w="4320">
            <a:solidFill>
              <a:srgbClr val="dd784b"/>
            </a:solidFill>
            <a:miter/>
          </a:ln>
        </p:spPr>
        <p:txBody>
          <a:bodyPr lIns="2160" rIns="2160" tIns="-2160" bIns="-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8" name=""/>
          <p:cNvSpPr/>
          <p:nvPr/>
        </p:nvSpPr>
        <p:spPr>
          <a:xfrm>
            <a:off x="1869840" y="1959120"/>
            <a:ext cx="34920" cy="34920"/>
          </a:xfrm>
          <a:custGeom>
            <a:avLst/>
            <a:gdLst/>
            <a:ahLst/>
            <a:rect l="0" t="0" r="r" b="b"/>
            <a:pathLst>
              <a:path w="97" h="97">
                <a:moveTo>
                  <a:pt x="0" y="0"/>
                </a:moveTo>
                <a:lnTo>
                  <a:pt x="97" y="48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9" name=""/>
          <p:cNvSpPr/>
          <p:nvPr/>
        </p:nvSpPr>
        <p:spPr>
          <a:xfrm>
            <a:off x="1868040" y="1956240"/>
            <a:ext cx="40680" cy="40680"/>
          </a:xfrm>
          <a:custGeom>
            <a:avLst/>
            <a:gdLst/>
            <a:ahLst/>
            <a:rect l="0" t="0" r="r" b="b"/>
            <a:pathLst>
              <a:path w="113" h="113">
                <a:moveTo>
                  <a:pt x="16" y="8"/>
                </a:moveTo>
                <a:lnTo>
                  <a:pt x="25" y="12"/>
                </a:lnTo>
                <a:lnTo>
                  <a:pt x="20" y="21"/>
                </a:lnTo>
                <a:lnTo>
                  <a:pt x="12" y="17"/>
                </a:lnTo>
                <a:lnTo>
                  <a:pt x="16" y="8"/>
                </a:lnTo>
                <a:moveTo>
                  <a:pt x="25" y="12"/>
                </a:moveTo>
                <a:lnTo>
                  <a:pt x="33" y="17"/>
                </a:lnTo>
                <a:lnTo>
                  <a:pt x="29" y="25"/>
                </a:lnTo>
                <a:lnTo>
                  <a:pt x="20" y="21"/>
                </a:lnTo>
                <a:lnTo>
                  <a:pt x="25" y="12"/>
                </a:lnTo>
                <a:moveTo>
                  <a:pt x="33" y="17"/>
                </a:moveTo>
                <a:lnTo>
                  <a:pt x="42" y="21"/>
                </a:lnTo>
                <a:lnTo>
                  <a:pt x="37" y="30"/>
                </a:lnTo>
                <a:lnTo>
                  <a:pt x="29" y="25"/>
                </a:lnTo>
                <a:lnTo>
                  <a:pt x="33" y="17"/>
                </a:lnTo>
                <a:moveTo>
                  <a:pt x="42" y="21"/>
                </a:moveTo>
                <a:lnTo>
                  <a:pt x="50" y="25"/>
                </a:lnTo>
                <a:lnTo>
                  <a:pt x="46" y="34"/>
                </a:lnTo>
                <a:lnTo>
                  <a:pt x="37" y="30"/>
                </a:lnTo>
                <a:lnTo>
                  <a:pt x="42" y="21"/>
                </a:lnTo>
                <a:moveTo>
                  <a:pt x="50" y="25"/>
                </a:moveTo>
                <a:lnTo>
                  <a:pt x="59" y="30"/>
                </a:lnTo>
                <a:lnTo>
                  <a:pt x="55" y="38"/>
                </a:lnTo>
                <a:lnTo>
                  <a:pt x="46" y="34"/>
                </a:lnTo>
                <a:lnTo>
                  <a:pt x="50" y="25"/>
                </a:lnTo>
                <a:moveTo>
                  <a:pt x="59" y="30"/>
                </a:moveTo>
                <a:lnTo>
                  <a:pt x="68" y="34"/>
                </a:lnTo>
                <a:lnTo>
                  <a:pt x="63" y="43"/>
                </a:lnTo>
                <a:lnTo>
                  <a:pt x="55" y="38"/>
                </a:lnTo>
                <a:lnTo>
                  <a:pt x="59" y="30"/>
                </a:lnTo>
                <a:moveTo>
                  <a:pt x="68" y="34"/>
                </a:moveTo>
                <a:lnTo>
                  <a:pt x="76" y="38"/>
                </a:lnTo>
                <a:lnTo>
                  <a:pt x="72" y="47"/>
                </a:lnTo>
                <a:lnTo>
                  <a:pt x="63" y="43"/>
                </a:lnTo>
                <a:lnTo>
                  <a:pt x="68" y="34"/>
                </a:lnTo>
                <a:moveTo>
                  <a:pt x="76" y="38"/>
                </a:moveTo>
                <a:lnTo>
                  <a:pt x="86" y="43"/>
                </a:lnTo>
                <a:lnTo>
                  <a:pt x="80" y="51"/>
                </a:lnTo>
                <a:lnTo>
                  <a:pt x="72" y="47"/>
                </a:lnTo>
                <a:lnTo>
                  <a:pt x="76" y="38"/>
                </a:lnTo>
                <a:moveTo>
                  <a:pt x="86" y="43"/>
                </a:moveTo>
                <a:lnTo>
                  <a:pt x="94" y="47"/>
                </a:lnTo>
                <a:lnTo>
                  <a:pt x="90" y="56"/>
                </a:lnTo>
                <a:lnTo>
                  <a:pt x="80" y="51"/>
                </a:lnTo>
                <a:lnTo>
                  <a:pt x="86" y="43"/>
                </a:lnTo>
                <a:moveTo>
                  <a:pt x="94" y="47"/>
                </a:moveTo>
                <a:lnTo>
                  <a:pt x="103" y="51"/>
                </a:lnTo>
                <a:lnTo>
                  <a:pt x="99" y="60"/>
                </a:lnTo>
                <a:lnTo>
                  <a:pt x="90" y="56"/>
                </a:lnTo>
                <a:lnTo>
                  <a:pt x="94" y="47"/>
                </a:lnTo>
                <a:moveTo>
                  <a:pt x="103" y="51"/>
                </a:moveTo>
                <a:lnTo>
                  <a:pt x="113" y="56"/>
                </a:lnTo>
                <a:lnTo>
                  <a:pt x="98" y="65"/>
                </a:lnTo>
                <a:lnTo>
                  <a:pt x="93" y="56"/>
                </a:lnTo>
                <a:lnTo>
                  <a:pt x="100" y="52"/>
                </a:lnTo>
                <a:lnTo>
                  <a:pt x="102" y="56"/>
                </a:lnTo>
                <a:lnTo>
                  <a:pt x="100" y="62"/>
                </a:lnTo>
                <a:lnTo>
                  <a:pt x="99" y="60"/>
                </a:lnTo>
                <a:lnTo>
                  <a:pt x="103" y="51"/>
                </a:lnTo>
                <a:moveTo>
                  <a:pt x="98" y="65"/>
                </a:moveTo>
                <a:lnTo>
                  <a:pt x="89" y="69"/>
                </a:lnTo>
                <a:lnTo>
                  <a:pt x="85" y="60"/>
                </a:lnTo>
                <a:lnTo>
                  <a:pt x="93" y="56"/>
                </a:lnTo>
                <a:lnTo>
                  <a:pt x="98" y="65"/>
                </a:lnTo>
                <a:moveTo>
                  <a:pt x="89" y="69"/>
                </a:moveTo>
                <a:lnTo>
                  <a:pt x="79" y="74"/>
                </a:lnTo>
                <a:lnTo>
                  <a:pt x="75" y="65"/>
                </a:lnTo>
                <a:lnTo>
                  <a:pt x="85" y="60"/>
                </a:lnTo>
                <a:lnTo>
                  <a:pt x="89" y="69"/>
                </a:lnTo>
                <a:moveTo>
                  <a:pt x="79" y="74"/>
                </a:moveTo>
                <a:lnTo>
                  <a:pt x="71" y="78"/>
                </a:lnTo>
                <a:lnTo>
                  <a:pt x="66" y="69"/>
                </a:lnTo>
                <a:lnTo>
                  <a:pt x="75" y="65"/>
                </a:lnTo>
                <a:lnTo>
                  <a:pt x="79" y="74"/>
                </a:lnTo>
                <a:moveTo>
                  <a:pt x="71" y="78"/>
                </a:moveTo>
                <a:lnTo>
                  <a:pt x="62" y="82"/>
                </a:lnTo>
                <a:lnTo>
                  <a:pt x="58" y="74"/>
                </a:lnTo>
                <a:lnTo>
                  <a:pt x="66" y="69"/>
                </a:lnTo>
                <a:lnTo>
                  <a:pt x="71" y="78"/>
                </a:lnTo>
                <a:moveTo>
                  <a:pt x="62" y="82"/>
                </a:moveTo>
                <a:lnTo>
                  <a:pt x="53" y="87"/>
                </a:lnTo>
                <a:lnTo>
                  <a:pt x="49" y="78"/>
                </a:lnTo>
                <a:lnTo>
                  <a:pt x="58" y="74"/>
                </a:lnTo>
                <a:lnTo>
                  <a:pt x="62" y="82"/>
                </a:lnTo>
                <a:moveTo>
                  <a:pt x="53" y="87"/>
                </a:moveTo>
                <a:lnTo>
                  <a:pt x="45" y="91"/>
                </a:lnTo>
                <a:lnTo>
                  <a:pt x="41" y="82"/>
                </a:lnTo>
                <a:lnTo>
                  <a:pt x="49" y="78"/>
                </a:lnTo>
                <a:lnTo>
                  <a:pt x="53" y="87"/>
                </a:lnTo>
                <a:moveTo>
                  <a:pt x="45" y="91"/>
                </a:moveTo>
                <a:lnTo>
                  <a:pt x="36" y="95"/>
                </a:lnTo>
                <a:lnTo>
                  <a:pt x="32" y="87"/>
                </a:lnTo>
                <a:lnTo>
                  <a:pt x="41" y="82"/>
                </a:lnTo>
                <a:lnTo>
                  <a:pt x="45" y="91"/>
                </a:lnTo>
                <a:moveTo>
                  <a:pt x="36" y="95"/>
                </a:moveTo>
                <a:lnTo>
                  <a:pt x="28" y="100"/>
                </a:lnTo>
                <a:lnTo>
                  <a:pt x="23" y="91"/>
                </a:lnTo>
                <a:lnTo>
                  <a:pt x="32" y="87"/>
                </a:lnTo>
                <a:lnTo>
                  <a:pt x="36" y="95"/>
                </a:lnTo>
                <a:moveTo>
                  <a:pt x="28" y="100"/>
                </a:moveTo>
                <a:lnTo>
                  <a:pt x="19" y="104"/>
                </a:lnTo>
                <a:lnTo>
                  <a:pt x="15" y="95"/>
                </a:lnTo>
                <a:lnTo>
                  <a:pt x="23" y="91"/>
                </a:lnTo>
                <a:lnTo>
                  <a:pt x="28" y="100"/>
                </a:lnTo>
                <a:moveTo>
                  <a:pt x="19" y="104"/>
                </a:moveTo>
                <a:lnTo>
                  <a:pt x="10" y="108"/>
                </a:lnTo>
                <a:lnTo>
                  <a:pt x="6" y="100"/>
                </a:lnTo>
                <a:lnTo>
                  <a:pt x="15" y="95"/>
                </a:lnTo>
                <a:lnTo>
                  <a:pt x="19" y="104"/>
                </a:lnTo>
                <a:moveTo>
                  <a:pt x="10" y="108"/>
                </a:moveTo>
                <a:lnTo>
                  <a:pt x="0" y="113"/>
                </a:lnTo>
                <a:lnTo>
                  <a:pt x="0" y="99"/>
                </a:lnTo>
                <a:lnTo>
                  <a:pt x="10" y="99"/>
                </a:lnTo>
                <a:lnTo>
                  <a:pt x="10" y="105"/>
                </a:lnTo>
                <a:lnTo>
                  <a:pt x="5" y="105"/>
                </a:lnTo>
                <a:lnTo>
                  <a:pt x="3" y="101"/>
                </a:lnTo>
                <a:lnTo>
                  <a:pt x="6" y="100"/>
                </a:lnTo>
                <a:lnTo>
                  <a:pt x="10" y="108"/>
                </a:lnTo>
                <a:moveTo>
                  <a:pt x="0" y="99"/>
                </a:moveTo>
                <a:lnTo>
                  <a:pt x="0" y="90"/>
                </a:lnTo>
                <a:lnTo>
                  <a:pt x="10" y="90"/>
                </a:lnTo>
                <a:lnTo>
                  <a:pt x="10" y="99"/>
                </a:lnTo>
                <a:lnTo>
                  <a:pt x="0" y="99"/>
                </a:lnTo>
                <a:moveTo>
                  <a:pt x="0" y="90"/>
                </a:moveTo>
                <a:lnTo>
                  <a:pt x="0" y="80"/>
                </a:lnTo>
                <a:lnTo>
                  <a:pt x="10" y="80"/>
                </a:lnTo>
                <a:lnTo>
                  <a:pt x="10" y="90"/>
                </a:lnTo>
                <a:lnTo>
                  <a:pt x="0" y="90"/>
                </a:lnTo>
                <a:moveTo>
                  <a:pt x="0" y="80"/>
                </a:moveTo>
                <a:lnTo>
                  <a:pt x="0" y="70"/>
                </a:lnTo>
                <a:lnTo>
                  <a:pt x="10" y="70"/>
                </a:lnTo>
                <a:lnTo>
                  <a:pt x="10" y="80"/>
                </a:lnTo>
                <a:lnTo>
                  <a:pt x="0" y="80"/>
                </a:lnTo>
                <a:moveTo>
                  <a:pt x="0" y="70"/>
                </a:moveTo>
                <a:lnTo>
                  <a:pt x="0" y="60"/>
                </a:lnTo>
                <a:lnTo>
                  <a:pt x="10" y="60"/>
                </a:lnTo>
                <a:lnTo>
                  <a:pt x="10" y="70"/>
                </a:lnTo>
                <a:lnTo>
                  <a:pt x="0" y="70"/>
                </a:lnTo>
                <a:moveTo>
                  <a:pt x="0" y="60"/>
                </a:moveTo>
                <a:lnTo>
                  <a:pt x="0" y="50"/>
                </a:lnTo>
                <a:lnTo>
                  <a:pt x="10" y="50"/>
                </a:lnTo>
                <a:lnTo>
                  <a:pt x="10" y="60"/>
                </a:lnTo>
                <a:lnTo>
                  <a:pt x="0" y="60"/>
                </a:lnTo>
                <a:moveTo>
                  <a:pt x="0" y="50"/>
                </a:moveTo>
                <a:lnTo>
                  <a:pt x="0" y="41"/>
                </a:lnTo>
                <a:lnTo>
                  <a:pt x="10" y="41"/>
                </a:lnTo>
                <a:lnTo>
                  <a:pt x="10" y="50"/>
                </a:lnTo>
                <a:lnTo>
                  <a:pt x="0" y="50"/>
                </a:lnTo>
                <a:moveTo>
                  <a:pt x="0" y="41"/>
                </a:moveTo>
                <a:lnTo>
                  <a:pt x="0" y="31"/>
                </a:lnTo>
                <a:lnTo>
                  <a:pt x="10" y="31"/>
                </a:lnTo>
                <a:lnTo>
                  <a:pt x="10" y="41"/>
                </a:lnTo>
                <a:lnTo>
                  <a:pt x="0" y="41"/>
                </a:lnTo>
                <a:moveTo>
                  <a:pt x="0" y="31"/>
                </a:moveTo>
                <a:lnTo>
                  <a:pt x="0" y="21"/>
                </a:lnTo>
                <a:lnTo>
                  <a:pt x="10" y="21"/>
                </a:lnTo>
                <a:lnTo>
                  <a:pt x="10" y="31"/>
                </a:lnTo>
                <a:lnTo>
                  <a:pt x="0" y="31"/>
                </a:lnTo>
                <a:moveTo>
                  <a:pt x="0" y="21"/>
                </a:moveTo>
                <a:lnTo>
                  <a:pt x="0" y="12"/>
                </a:lnTo>
                <a:lnTo>
                  <a:pt x="10" y="12"/>
                </a:lnTo>
                <a:lnTo>
                  <a:pt x="10" y="21"/>
                </a:lnTo>
                <a:lnTo>
                  <a:pt x="0" y="21"/>
                </a:lnTo>
                <a:moveTo>
                  <a:pt x="0" y="12"/>
                </a:moveTo>
                <a:lnTo>
                  <a:pt x="0" y="0"/>
                </a:lnTo>
                <a:lnTo>
                  <a:pt x="16" y="8"/>
                </a:lnTo>
                <a:lnTo>
                  <a:pt x="12" y="17"/>
                </a:lnTo>
                <a:lnTo>
                  <a:pt x="3" y="12"/>
                </a:lnTo>
                <a:lnTo>
                  <a:pt x="5" y="8"/>
                </a:lnTo>
                <a:lnTo>
                  <a:pt x="10" y="8"/>
                </a:lnTo>
                <a:lnTo>
                  <a:pt x="10" y="12"/>
                </a:lnTo>
                <a:lnTo>
                  <a:pt x="0" y="12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0" name=""/>
          <p:cNvSpPr/>
          <p:nvPr/>
        </p:nvSpPr>
        <p:spPr>
          <a:xfrm>
            <a:off x="3030480" y="1976400"/>
            <a:ext cx="307440" cy="0"/>
          </a:xfrm>
          <a:custGeom>
            <a:avLst/>
            <a:gdLst/>
            <a:ahLst/>
            <a:rect l="0" t="0" r="r" b="b"/>
            <a:pathLst>
              <a:path fill="none" w="854" h="0">
                <a:moveTo>
                  <a:pt x="0" y="0"/>
                </a:moveTo>
                <a:lnTo>
                  <a:pt x="75" y="0"/>
                </a:lnTo>
                <a:cubicBezTo>
                  <a:pt x="150" y="0"/>
                  <a:pt x="300" y="0"/>
                  <a:pt x="443" y="0"/>
                </a:cubicBezTo>
                <a:cubicBezTo>
                  <a:pt x="585" y="0"/>
                  <a:pt x="719" y="0"/>
                  <a:pt x="786" y="0"/>
                </a:cubicBezTo>
                <a:lnTo>
                  <a:pt x="854" y="0"/>
                </a:lnTo>
              </a:path>
            </a:pathLst>
          </a:custGeom>
          <a:ln w="4320">
            <a:solidFill>
              <a:srgbClr val="dd784b"/>
            </a:solidFill>
            <a:miter/>
          </a:ln>
        </p:spPr>
        <p:txBody>
          <a:bodyPr lIns="2160" rIns="2160" tIns="-2160" bIns="-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1" name=""/>
          <p:cNvSpPr/>
          <p:nvPr/>
        </p:nvSpPr>
        <p:spPr>
          <a:xfrm>
            <a:off x="3320280" y="1959120"/>
            <a:ext cx="35280" cy="34920"/>
          </a:xfrm>
          <a:custGeom>
            <a:avLst/>
            <a:gdLst/>
            <a:ahLst/>
            <a:rect l="0" t="0" r="r" b="b"/>
            <a:pathLst>
              <a:path w="98" h="97">
                <a:moveTo>
                  <a:pt x="0" y="0"/>
                </a:moveTo>
                <a:lnTo>
                  <a:pt x="98" y="48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2" name=""/>
          <p:cNvSpPr/>
          <p:nvPr/>
        </p:nvSpPr>
        <p:spPr>
          <a:xfrm>
            <a:off x="3318840" y="1956240"/>
            <a:ext cx="40320" cy="40680"/>
          </a:xfrm>
          <a:custGeom>
            <a:avLst/>
            <a:gdLst/>
            <a:ahLst/>
            <a:rect l="0" t="0" r="r" b="b"/>
            <a:pathLst>
              <a:path w="112" h="113">
                <a:moveTo>
                  <a:pt x="15" y="8"/>
                </a:moveTo>
                <a:lnTo>
                  <a:pt x="24" y="12"/>
                </a:lnTo>
                <a:lnTo>
                  <a:pt x="20" y="21"/>
                </a:lnTo>
                <a:lnTo>
                  <a:pt x="11" y="17"/>
                </a:lnTo>
                <a:lnTo>
                  <a:pt x="15" y="8"/>
                </a:lnTo>
                <a:moveTo>
                  <a:pt x="24" y="12"/>
                </a:moveTo>
                <a:lnTo>
                  <a:pt x="32" y="17"/>
                </a:lnTo>
                <a:lnTo>
                  <a:pt x="28" y="25"/>
                </a:lnTo>
                <a:lnTo>
                  <a:pt x="20" y="21"/>
                </a:lnTo>
                <a:lnTo>
                  <a:pt x="24" y="12"/>
                </a:lnTo>
                <a:moveTo>
                  <a:pt x="32" y="17"/>
                </a:moveTo>
                <a:lnTo>
                  <a:pt x="41" y="21"/>
                </a:lnTo>
                <a:lnTo>
                  <a:pt x="37" y="30"/>
                </a:lnTo>
                <a:lnTo>
                  <a:pt x="28" y="25"/>
                </a:lnTo>
                <a:lnTo>
                  <a:pt x="32" y="17"/>
                </a:lnTo>
                <a:moveTo>
                  <a:pt x="41" y="21"/>
                </a:moveTo>
                <a:lnTo>
                  <a:pt x="51" y="25"/>
                </a:lnTo>
                <a:lnTo>
                  <a:pt x="45" y="34"/>
                </a:lnTo>
                <a:lnTo>
                  <a:pt x="37" y="30"/>
                </a:lnTo>
                <a:lnTo>
                  <a:pt x="41" y="21"/>
                </a:lnTo>
                <a:moveTo>
                  <a:pt x="51" y="25"/>
                </a:moveTo>
                <a:lnTo>
                  <a:pt x="59" y="30"/>
                </a:lnTo>
                <a:lnTo>
                  <a:pt x="55" y="38"/>
                </a:lnTo>
                <a:lnTo>
                  <a:pt x="45" y="34"/>
                </a:lnTo>
                <a:lnTo>
                  <a:pt x="51" y="25"/>
                </a:lnTo>
                <a:moveTo>
                  <a:pt x="59" y="30"/>
                </a:moveTo>
                <a:lnTo>
                  <a:pt x="68" y="34"/>
                </a:lnTo>
                <a:lnTo>
                  <a:pt x="64" y="43"/>
                </a:lnTo>
                <a:lnTo>
                  <a:pt x="55" y="38"/>
                </a:lnTo>
                <a:lnTo>
                  <a:pt x="59" y="30"/>
                </a:lnTo>
                <a:moveTo>
                  <a:pt x="68" y="34"/>
                </a:moveTo>
                <a:lnTo>
                  <a:pt x="76" y="38"/>
                </a:lnTo>
                <a:lnTo>
                  <a:pt x="72" y="47"/>
                </a:lnTo>
                <a:lnTo>
                  <a:pt x="64" y="43"/>
                </a:lnTo>
                <a:lnTo>
                  <a:pt x="68" y="34"/>
                </a:lnTo>
                <a:moveTo>
                  <a:pt x="76" y="38"/>
                </a:moveTo>
                <a:lnTo>
                  <a:pt x="85" y="43"/>
                </a:lnTo>
                <a:lnTo>
                  <a:pt x="81" y="51"/>
                </a:lnTo>
                <a:lnTo>
                  <a:pt x="72" y="47"/>
                </a:lnTo>
                <a:lnTo>
                  <a:pt x="76" y="38"/>
                </a:lnTo>
                <a:moveTo>
                  <a:pt x="85" y="43"/>
                </a:moveTo>
                <a:lnTo>
                  <a:pt x="94" y="47"/>
                </a:lnTo>
                <a:lnTo>
                  <a:pt x="89" y="56"/>
                </a:lnTo>
                <a:lnTo>
                  <a:pt x="81" y="51"/>
                </a:lnTo>
                <a:lnTo>
                  <a:pt x="85" y="43"/>
                </a:lnTo>
                <a:moveTo>
                  <a:pt x="94" y="47"/>
                </a:moveTo>
                <a:lnTo>
                  <a:pt x="102" y="51"/>
                </a:lnTo>
                <a:lnTo>
                  <a:pt x="98" y="60"/>
                </a:lnTo>
                <a:lnTo>
                  <a:pt x="89" y="56"/>
                </a:lnTo>
                <a:lnTo>
                  <a:pt x="94" y="47"/>
                </a:lnTo>
                <a:moveTo>
                  <a:pt x="102" y="51"/>
                </a:moveTo>
                <a:lnTo>
                  <a:pt x="112" y="56"/>
                </a:lnTo>
                <a:lnTo>
                  <a:pt x="97" y="65"/>
                </a:lnTo>
                <a:lnTo>
                  <a:pt x="92" y="56"/>
                </a:lnTo>
                <a:lnTo>
                  <a:pt x="100" y="52"/>
                </a:lnTo>
                <a:lnTo>
                  <a:pt x="102" y="56"/>
                </a:lnTo>
                <a:lnTo>
                  <a:pt x="100" y="62"/>
                </a:lnTo>
                <a:lnTo>
                  <a:pt x="98" y="60"/>
                </a:lnTo>
                <a:lnTo>
                  <a:pt x="102" y="51"/>
                </a:lnTo>
                <a:moveTo>
                  <a:pt x="97" y="65"/>
                </a:moveTo>
                <a:lnTo>
                  <a:pt x="88" y="69"/>
                </a:lnTo>
                <a:lnTo>
                  <a:pt x="84" y="60"/>
                </a:lnTo>
                <a:lnTo>
                  <a:pt x="92" y="56"/>
                </a:lnTo>
                <a:lnTo>
                  <a:pt x="97" y="65"/>
                </a:lnTo>
                <a:moveTo>
                  <a:pt x="88" y="69"/>
                </a:moveTo>
                <a:lnTo>
                  <a:pt x="80" y="74"/>
                </a:lnTo>
                <a:lnTo>
                  <a:pt x="75" y="65"/>
                </a:lnTo>
                <a:lnTo>
                  <a:pt x="84" y="60"/>
                </a:lnTo>
                <a:lnTo>
                  <a:pt x="88" y="69"/>
                </a:lnTo>
                <a:moveTo>
                  <a:pt x="80" y="74"/>
                </a:moveTo>
                <a:lnTo>
                  <a:pt x="71" y="78"/>
                </a:lnTo>
                <a:lnTo>
                  <a:pt x="67" y="69"/>
                </a:lnTo>
                <a:lnTo>
                  <a:pt x="75" y="65"/>
                </a:lnTo>
                <a:lnTo>
                  <a:pt x="80" y="74"/>
                </a:lnTo>
                <a:moveTo>
                  <a:pt x="71" y="78"/>
                </a:moveTo>
                <a:lnTo>
                  <a:pt x="62" y="82"/>
                </a:lnTo>
                <a:lnTo>
                  <a:pt x="58" y="74"/>
                </a:lnTo>
                <a:lnTo>
                  <a:pt x="67" y="69"/>
                </a:lnTo>
                <a:lnTo>
                  <a:pt x="71" y="78"/>
                </a:lnTo>
                <a:moveTo>
                  <a:pt x="62" y="82"/>
                </a:moveTo>
                <a:lnTo>
                  <a:pt x="54" y="87"/>
                </a:lnTo>
                <a:lnTo>
                  <a:pt x="48" y="78"/>
                </a:lnTo>
                <a:lnTo>
                  <a:pt x="58" y="74"/>
                </a:lnTo>
                <a:lnTo>
                  <a:pt x="62" y="82"/>
                </a:lnTo>
                <a:moveTo>
                  <a:pt x="54" y="87"/>
                </a:moveTo>
                <a:lnTo>
                  <a:pt x="44" y="91"/>
                </a:lnTo>
                <a:lnTo>
                  <a:pt x="40" y="82"/>
                </a:lnTo>
                <a:lnTo>
                  <a:pt x="48" y="78"/>
                </a:lnTo>
                <a:lnTo>
                  <a:pt x="54" y="87"/>
                </a:lnTo>
                <a:moveTo>
                  <a:pt x="44" y="91"/>
                </a:moveTo>
                <a:lnTo>
                  <a:pt x="36" y="95"/>
                </a:lnTo>
                <a:lnTo>
                  <a:pt x="31" y="87"/>
                </a:lnTo>
                <a:lnTo>
                  <a:pt x="40" y="82"/>
                </a:lnTo>
                <a:lnTo>
                  <a:pt x="44" y="91"/>
                </a:lnTo>
                <a:moveTo>
                  <a:pt x="36" y="95"/>
                </a:moveTo>
                <a:lnTo>
                  <a:pt x="27" y="100"/>
                </a:lnTo>
                <a:lnTo>
                  <a:pt x="23" y="91"/>
                </a:lnTo>
                <a:lnTo>
                  <a:pt x="31" y="87"/>
                </a:lnTo>
                <a:lnTo>
                  <a:pt x="36" y="95"/>
                </a:lnTo>
                <a:moveTo>
                  <a:pt x="27" y="100"/>
                </a:moveTo>
                <a:lnTo>
                  <a:pt x="18" y="104"/>
                </a:lnTo>
                <a:lnTo>
                  <a:pt x="14" y="95"/>
                </a:lnTo>
                <a:lnTo>
                  <a:pt x="23" y="91"/>
                </a:lnTo>
                <a:lnTo>
                  <a:pt x="27" y="100"/>
                </a:lnTo>
                <a:moveTo>
                  <a:pt x="18" y="104"/>
                </a:moveTo>
                <a:lnTo>
                  <a:pt x="10" y="108"/>
                </a:lnTo>
                <a:lnTo>
                  <a:pt x="5" y="100"/>
                </a:lnTo>
                <a:lnTo>
                  <a:pt x="14" y="95"/>
                </a:lnTo>
                <a:lnTo>
                  <a:pt x="18" y="104"/>
                </a:lnTo>
                <a:moveTo>
                  <a:pt x="10" y="108"/>
                </a:moveTo>
                <a:lnTo>
                  <a:pt x="0" y="113"/>
                </a:lnTo>
                <a:lnTo>
                  <a:pt x="0" y="99"/>
                </a:lnTo>
                <a:lnTo>
                  <a:pt x="9" y="99"/>
                </a:lnTo>
                <a:lnTo>
                  <a:pt x="9" y="105"/>
                </a:lnTo>
                <a:lnTo>
                  <a:pt x="4" y="105"/>
                </a:lnTo>
                <a:lnTo>
                  <a:pt x="2" y="101"/>
                </a:lnTo>
                <a:lnTo>
                  <a:pt x="5" y="100"/>
                </a:lnTo>
                <a:lnTo>
                  <a:pt x="10" y="108"/>
                </a:lnTo>
                <a:moveTo>
                  <a:pt x="0" y="99"/>
                </a:moveTo>
                <a:lnTo>
                  <a:pt x="0" y="90"/>
                </a:lnTo>
                <a:lnTo>
                  <a:pt x="9" y="90"/>
                </a:lnTo>
                <a:lnTo>
                  <a:pt x="9" y="99"/>
                </a:lnTo>
                <a:lnTo>
                  <a:pt x="0" y="99"/>
                </a:lnTo>
                <a:moveTo>
                  <a:pt x="0" y="90"/>
                </a:moveTo>
                <a:lnTo>
                  <a:pt x="0" y="80"/>
                </a:lnTo>
                <a:lnTo>
                  <a:pt x="9" y="80"/>
                </a:lnTo>
                <a:lnTo>
                  <a:pt x="9" y="90"/>
                </a:lnTo>
                <a:lnTo>
                  <a:pt x="0" y="90"/>
                </a:lnTo>
                <a:moveTo>
                  <a:pt x="0" y="80"/>
                </a:moveTo>
                <a:lnTo>
                  <a:pt x="0" y="70"/>
                </a:lnTo>
                <a:lnTo>
                  <a:pt x="9" y="70"/>
                </a:lnTo>
                <a:lnTo>
                  <a:pt x="9" y="80"/>
                </a:lnTo>
                <a:lnTo>
                  <a:pt x="0" y="80"/>
                </a:lnTo>
                <a:moveTo>
                  <a:pt x="0" y="70"/>
                </a:moveTo>
                <a:lnTo>
                  <a:pt x="0" y="60"/>
                </a:lnTo>
                <a:lnTo>
                  <a:pt x="9" y="60"/>
                </a:lnTo>
                <a:lnTo>
                  <a:pt x="9" y="70"/>
                </a:lnTo>
                <a:lnTo>
                  <a:pt x="0" y="70"/>
                </a:lnTo>
                <a:moveTo>
                  <a:pt x="0" y="60"/>
                </a:moveTo>
                <a:lnTo>
                  <a:pt x="0" y="50"/>
                </a:lnTo>
                <a:lnTo>
                  <a:pt x="9" y="50"/>
                </a:lnTo>
                <a:lnTo>
                  <a:pt x="9" y="60"/>
                </a:lnTo>
                <a:lnTo>
                  <a:pt x="0" y="60"/>
                </a:lnTo>
                <a:moveTo>
                  <a:pt x="0" y="50"/>
                </a:moveTo>
                <a:lnTo>
                  <a:pt x="0" y="41"/>
                </a:lnTo>
                <a:lnTo>
                  <a:pt x="9" y="41"/>
                </a:lnTo>
                <a:lnTo>
                  <a:pt x="9" y="50"/>
                </a:lnTo>
                <a:lnTo>
                  <a:pt x="0" y="50"/>
                </a:lnTo>
                <a:moveTo>
                  <a:pt x="0" y="41"/>
                </a:moveTo>
                <a:lnTo>
                  <a:pt x="0" y="31"/>
                </a:lnTo>
                <a:lnTo>
                  <a:pt x="9" y="31"/>
                </a:lnTo>
                <a:lnTo>
                  <a:pt x="9" y="41"/>
                </a:lnTo>
                <a:lnTo>
                  <a:pt x="0" y="41"/>
                </a:lnTo>
                <a:moveTo>
                  <a:pt x="0" y="31"/>
                </a:moveTo>
                <a:lnTo>
                  <a:pt x="0" y="21"/>
                </a:lnTo>
                <a:lnTo>
                  <a:pt x="9" y="21"/>
                </a:lnTo>
                <a:lnTo>
                  <a:pt x="9" y="31"/>
                </a:lnTo>
                <a:lnTo>
                  <a:pt x="0" y="31"/>
                </a:lnTo>
                <a:moveTo>
                  <a:pt x="0" y="21"/>
                </a:moveTo>
                <a:lnTo>
                  <a:pt x="0" y="12"/>
                </a:lnTo>
                <a:lnTo>
                  <a:pt x="9" y="12"/>
                </a:lnTo>
                <a:lnTo>
                  <a:pt x="9" y="21"/>
                </a:lnTo>
                <a:lnTo>
                  <a:pt x="0" y="21"/>
                </a:lnTo>
                <a:moveTo>
                  <a:pt x="0" y="12"/>
                </a:moveTo>
                <a:lnTo>
                  <a:pt x="0" y="0"/>
                </a:lnTo>
                <a:lnTo>
                  <a:pt x="15" y="8"/>
                </a:lnTo>
                <a:lnTo>
                  <a:pt x="11" y="17"/>
                </a:lnTo>
                <a:lnTo>
                  <a:pt x="2" y="12"/>
                </a:lnTo>
                <a:lnTo>
                  <a:pt x="4" y="8"/>
                </a:lnTo>
                <a:lnTo>
                  <a:pt x="9" y="8"/>
                </a:lnTo>
                <a:lnTo>
                  <a:pt x="9" y="12"/>
                </a:lnTo>
                <a:lnTo>
                  <a:pt x="0" y="12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3" name=""/>
          <p:cNvSpPr/>
          <p:nvPr/>
        </p:nvSpPr>
        <p:spPr>
          <a:xfrm>
            <a:off x="4480920" y="1976400"/>
            <a:ext cx="307440" cy="0"/>
          </a:xfrm>
          <a:custGeom>
            <a:avLst/>
            <a:gdLst/>
            <a:ahLst/>
            <a:rect l="0" t="0" r="r" b="b"/>
            <a:pathLst>
              <a:path fill="none" w="854" h="0">
                <a:moveTo>
                  <a:pt x="0" y="0"/>
                </a:moveTo>
                <a:lnTo>
                  <a:pt x="75" y="0"/>
                </a:lnTo>
                <a:cubicBezTo>
                  <a:pt x="150" y="0"/>
                  <a:pt x="301" y="0"/>
                  <a:pt x="443" y="0"/>
                </a:cubicBezTo>
                <a:cubicBezTo>
                  <a:pt x="585" y="0"/>
                  <a:pt x="720" y="0"/>
                  <a:pt x="787" y="0"/>
                </a:cubicBezTo>
                <a:lnTo>
                  <a:pt x="854" y="0"/>
                </a:lnTo>
              </a:path>
            </a:pathLst>
          </a:custGeom>
          <a:ln w="4320">
            <a:solidFill>
              <a:srgbClr val="dd784b"/>
            </a:solidFill>
            <a:miter/>
          </a:ln>
        </p:spPr>
        <p:txBody>
          <a:bodyPr lIns="2160" rIns="2160" tIns="-2160" bIns="-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4" name=""/>
          <p:cNvSpPr/>
          <p:nvPr/>
        </p:nvSpPr>
        <p:spPr>
          <a:xfrm>
            <a:off x="4771080" y="1959120"/>
            <a:ext cx="34920" cy="34920"/>
          </a:xfrm>
          <a:custGeom>
            <a:avLst/>
            <a:gdLst/>
            <a:ahLst/>
            <a:rect l="0" t="0" r="r" b="b"/>
            <a:pathLst>
              <a:path w="97" h="97">
                <a:moveTo>
                  <a:pt x="0" y="0"/>
                </a:moveTo>
                <a:lnTo>
                  <a:pt x="97" y="48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5" name=""/>
          <p:cNvSpPr/>
          <p:nvPr/>
        </p:nvSpPr>
        <p:spPr>
          <a:xfrm>
            <a:off x="4769280" y="1956240"/>
            <a:ext cx="40680" cy="40680"/>
          </a:xfrm>
          <a:custGeom>
            <a:avLst/>
            <a:gdLst/>
            <a:ahLst/>
            <a:rect l="0" t="0" r="r" b="b"/>
            <a:pathLst>
              <a:path w="113" h="113">
                <a:moveTo>
                  <a:pt x="16" y="8"/>
                </a:moveTo>
                <a:lnTo>
                  <a:pt x="25" y="12"/>
                </a:lnTo>
                <a:lnTo>
                  <a:pt x="21" y="21"/>
                </a:lnTo>
                <a:lnTo>
                  <a:pt x="11" y="17"/>
                </a:lnTo>
                <a:lnTo>
                  <a:pt x="16" y="8"/>
                </a:lnTo>
                <a:moveTo>
                  <a:pt x="25" y="12"/>
                </a:moveTo>
                <a:lnTo>
                  <a:pt x="34" y="17"/>
                </a:lnTo>
                <a:lnTo>
                  <a:pt x="29" y="25"/>
                </a:lnTo>
                <a:lnTo>
                  <a:pt x="21" y="21"/>
                </a:lnTo>
                <a:lnTo>
                  <a:pt x="25" y="12"/>
                </a:lnTo>
                <a:moveTo>
                  <a:pt x="34" y="17"/>
                </a:moveTo>
                <a:lnTo>
                  <a:pt x="42" y="21"/>
                </a:lnTo>
                <a:lnTo>
                  <a:pt x="38" y="30"/>
                </a:lnTo>
                <a:lnTo>
                  <a:pt x="29" y="25"/>
                </a:lnTo>
                <a:lnTo>
                  <a:pt x="34" y="17"/>
                </a:lnTo>
                <a:moveTo>
                  <a:pt x="42" y="21"/>
                </a:moveTo>
                <a:lnTo>
                  <a:pt x="51" y="25"/>
                </a:lnTo>
                <a:lnTo>
                  <a:pt x="47" y="34"/>
                </a:lnTo>
                <a:lnTo>
                  <a:pt x="38" y="30"/>
                </a:lnTo>
                <a:lnTo>
                  <a:pt x="42" y="21"/>
                </a:lnTo>
                <a:moveTo>
                  <a:pt x="51" y="25"/>
                </a:moveTo>
                <a:lnTo>
                  <a:pt x="60" y="30"/>
                </a:lnTo>
                <a:lnTo>
                  <a:pt x="55" y="38"/>
                </a:lnTo>
                <a:lnTo>
                  <a:pt x="47" y="34"/>
                </a:lnTo>
                <a:lnTo>
                  <a:pt x="51" y="25"/>
                </a:lnTo>
                <a:moveTo>
                  <a:pt x="60" y="30"/>
                </a:moveTo>
                <a:lnTo>
                  <a:pt x="68" y="34"/>
                </a:lnTo>
                <a:lnTo>
                  <a:pt x="64" y="43"/>
                </a:lnTo>
                <a:lnTo>
                  <a:pt x="55" y="38"/>
                </a:lnTo>
                <a:lnTo>
                  <a:pt x="60" y="30"/>
                </a:lnTo>
                <a:moveTo>
                  <a:pt x="68" y="34"/>
                </a:moveTo>
                <a:lnTo>
                  <a:pt x="77" y="38"/>
                </a:lnTo>
                <a:lnTo>
                  <a:pt x="72" y="47"/>
                </a:lnTo>
                <a:lnTo>
                  <a:pt x="64" y="43"/>
                </a:lnTo>
                <a:lnTo>
                  <a:pt x="68" y="34"/>
                </a:lnTo>
                <a:moveTo>
                  <a:pt x="77" y="38"/>
                </a:moveTo>
                <a:lnTo>
                  <a:pt x="85" y="43"/>
                </a:lnTo>
                <a:lnTo>
                  <a:pt x="81" y="51"/>
                </a:lnTo>
                <a:lnTo>
                  <a:pt x="72" y="47"/>
                </a:lnTo>
                <a:lnTo>
                  <a:pt x="77" y="38"/>
                </a:lnTo>
                <a:moveTo>
                  <a:pt x="85" y="43"/>
                </a:moveTo>
                <a:lnTo>
                  <a:pt x="94" y="47"/>
                </a:lnTo>
                <a:lnTo>
                  <a:pt x="90" y="56"/>
                </a:lnTo>
                <a:lnTo>
                  <a:pt x="81" y="51"/>
                </a:lnTo>
                <a:lnTo>
                  <a:pt x="85" y="43"/>
                </a:lnTo>
                <a:moveTo>
                  <a:pt x="94" y="47"/>
                </a:moveTo>
                <a:lnTo>
                  <a:pt x="103" y="51"/>
                </a:lnTo>
                <a:lnTo>
                  <a:pt x="98" y="60"/>
                </a:lnTo>
                <a:lnTo>
                  <a:pt x="90" y="56"/>
                </a:lnTo>
                <a:lnTo>
                  <a:pt x="94" y="47"/>
                </a:lnTo>
                <a:moveTo>
                  <a:pt x="103" y="51"/>
                </a:moveTo>
                <a:lnTo>
                  <a:pt x="113" y="56"/>
                </a:lnTo>
                <a:lnTo>
                  <a:pt x="97" y="65"/>
                </a:lnTo>
                <a:lnTo>
                  <a:pt x="93" y="56"/>
                </a:lnTo>
                <a:lnTo>
                  <a:pt x="100" y="52"/>
                </a:lnTo>
                <a:lnTo>
                  <a:pt x="102" y="56"/>
                </a:lnTo>
                <a:lnTo>
                  <a:pt x="100" y="62"/>
                </a:lnTo>
                <a:lnTo>
                  <a:pt x="98" y="60"/>
                </a:lnTo>
                <a:lnTo>
                  <a:pt x="103" y="51"/>
                </a:lnTo>
                <a:moveTo>
                  <a:pt x="97" y="65"/>
                </a:moveTo>
                <a:lnTo>
                  <a:pt x="88" y="69"/>
                </a:lnTo>
                <a:lnTo>
                  <a:pt x="84" y="60"/>
                </a:lnTo>
                <a:lnTo>
                  <a:pt x="93" y="56"/>
                </a:lnTo>
                <a:lnTo>
                  <a:pt x="97" y="65"/>
                </a:lnTo>
                <a:moveTo>
                  <a:pt x="88" y="69"/>
                </a:moveTo>
                <a:lnTo>
                  <a:pt x="80" y="74"/>
                </a:lnTo>
                <a:lnTo>
                  <a:pt x="76" y="65"/>
                </a:lnTo>
                <a:lnTo>
                  <a:pt x="84" y="60"/>
                </a:lnTo>
                <a:lnTo>
                  <a:pt x="88" y="69"/>
                </a:lnTo>
                <a:moveTo>
                  <a:pt x="80" y="74"/>
                </a:moveTo>
                <a:lnTo>
                  <a:pt x="71" y="78"/>
                </a:lnTo>
                <a:lnTo>
                  <a:pt x="67" y="69"/>
                </a:lnTo>
                <a:lnTo>
                  <a:pt x="76" y="65"/>
                </a:lnTo>
                <a:lnTo>
                  <a:pt x="80" y="74"/>
                </a:lnTo>
                <a:moveTo>
                  <a:pt x="71" y="78"/>
                </a:moveTo>
                <a:lnTo>
                  <a:pt x="63" y="82"/>
                </a:lnTo>
                <a:lnTo>
                  <a:pt x="58" y="74"/>
                </a:lnTo>
                <a:lnTo>
                  <a:pt x="67" y="69"/>
                </a:lnTo>
                <a:lnTo>
                  <a:pt x="71" y="78"/>
                </a:lnTo>
                <a:moveTo>
                  <a:pt x="63" y="82"/>
                </a:moveTo>
                <a:lnTo>
                  <a:pt x="54" y="87"/>
                </a:lnTo>
                <a:lnTo>
                  <a:pt x="50" y="78"/>
                </a:lnTo>
                <a:lnTo>
                  <a:pt x="58" y="74"/>
                </a:lnTo>
                <a:lnTo>
                  <a:pt x="63" y="82"/>
                </a:lnTo>
                <a:moveTo>
                  <a:pt x="54" y="87"/>
                </a:moveTo>
                <a:lnTo>
                  <a:pt x="45" y="91"/>
                </a:lnTo>
                <a:lnTo>
                  <a:pt x="41" y="82"/>
                </a:lnTo>
                <a:lnTo>
                  <a:pt x="50" y="78"/>
                </a:lnTo>
                <a:lnTo>
                  <a:pt x="54" y="87"/>
                </a:lnTo>
                <a:moveTo>
                  <a:pt x="45" y="91"/>
                </a:moveTo>
                <a:lnTo>
                  <a:pt x="37" y="95"/>
                </a:lnTo>
                <a:lnTo>
                  <a:pt x="33" y="87"/>
                </a:lnTo>
                <a:lnTo>
                  <a:pt x="41" y="82"/>
                </a:lnTo>
                <a:lnTo>
                  <a:pt x="45" y="91"/>
                </a:lnTo>
                <a:moveTo>
                  <a:pt x="37" y="95"/>
                </a:moveTo>
                <a:lnTo>
                  <a:pt x="28" y="100"/>
                </a:lnTo>
                <a:lnTo>
                  <a:pt x="24" y="91"/>
                </a:lnTo>
                <a:lnTo>
                  <a:pt x="33" y="87"/>
                </a:lnTo>
                <a:lnTo>
                  <a:pt x="37" y="95"/>
                </a:lnTo>
                <a:moveTo>
                  <a:pt x="28" y="100"/>
                </a:moveTo>
                <a:lnTo>
                  <a:pt x="20" y="104"/>
                </a:lnTo>
                <a:lnTo>
                  <a:pt x="14" y="95"/>
                </a:lnTo>
                <a:lnTo>
                  <a:pt x="24" y="91"/>
                </a:lnTo>
                <a:lnTo>
                  <a:pt x="28" y="100"/>
                </a:lnTo>
                <a:moveTo>
                  <a:pt x="20" y="104"/>
                </a:moveTo>
                <a:lnTo>
                  <a:pt x="10" y="108"/>
                </a:lnTo>
                <a:lnTo>
                  <a:pt x="6" y="100"/>
                </a:lnTo>
                <a:lnTo>
                  <a:pt x="14" y="95"/>
                </a:lnTo>
                <a:lnTo>
                  <a:pt x="20" y="104"/>
                </a:lnTo>
                <a:moveTo>
                  <a:pt x="10" y="108"/>
                </a:moveTo>
                <a:lnTo>
                  <a:pt x="0" y="113"/>
                </a:lnTo>
                <a:lnTo>
                  <a:pt x="0" y="99"/>
                </a:lnTo>
                <a:lnTo>
                  <a:pt x="10" y="99"/>
                </a:lnTo>
                <a:lnTo>
                  <a:pt x="10" y="105"/>
                </a:lnTo>
                <a:lnTo>
                  <a:pt x="5" y="105"/>
                </a:lnTo>
                <a:lnTo>
                  <a:pt x="3" y="101"/>
                </a:lnTo>
                <a:lnTo>
                  <a:pt x="6" y="100"/>
                </a:lnTo>
                <a:lnTo>
                  <a:pt x="10" y="108"/>
                </a:lnTo>
                <a:moveTo>
                  <a:pt x="0" y="99"/>
                </a:moveTo>
                <a:lnTo>
                  <a:pt x="0" y="90"/>
                </a:lnTo>
                <a:lnTo>
                  <a:pt x="10" y="90"/>
                </a:lnTo>
                <a:lnTo>
                  <a:pt x="10" y="99"/>
                </a:lnTo>
                <a:lnTo>
                  <a:pt x="0" y="99"/>
                </a:lnTo>
                <a:moveTo>
                  <a:pt x="0" y="90"/>
                </a:moveTo>
                <a:lnTo>
                  <a:pt x="0" y="80"/>
                </a:lnTo>
                <a:lnTo>
                  <a:pt x="10" y="80"/>
                </a:lnTo>
                <a:lnTo>
                  <a:pt x="10" y="90"/>
                </a:lnTo>
                <a:lnTo>
                  <a:pt x="0" y="90"/>
                </a:lnTo>
                <a:moveTo>
                  <a:pt x="0" y="80"/>
                </a:moveTo>
                <a:lnTo>
                  <a:pt x="0" y="70"/>
                </a:lnTo>
                <a:lnTo>
                  <a:pt x="10" y="70"/>
                </a:lnTo>
                <a:lnTo>
                  <a:pt x="10" y="80"/>
                </a:lnTo>
                <a:lnTo>
                  <a:pt x="0" y="80"/>
                </a:lnTo>
                <a:moveTo>
                  <a:pt x="0" y="70"/>
                </a:moveTo>
                <a:lnTo>
                  <a:pt x="0" y="60"/>
                </a:lnTo>
                <a:lnTo>
                  <a:pt x="10" y="60"/>
                </a:lnTo>
                <a:lnTo>
                  <a:pt x="10" y="70"/>
                </a:lnTo>
                <a:lnTo>
                  <a:pt x="0" y="70"/>
                </a:lnTo>
                <a:moveTo>
                  <a:pt x="0" y="60"/>
                </a:moveTo>
                <a:lnTo>
                  <a:pt x="0" y="50"/>
                </a:lnTo>
                <a:lnTo>
                  <a:pt x="10" y="50"/>
                </a:lnTo>
                <a:lnTo>
                  <a:pt x="10" y="60"/>
                </a:lnTo>
                <a:lnTo>
                  <a:pt x="0" y="60"/>
                </a:lnTo>
                <a:moveTo>
                  <a:pt x="0" y="50"/>
                </a:moveTo>
                <a:lnTo>
                  <a:pt x="0" y="41"/>
                </a:lnTo>
                <a:lnTo>
                  <a:pt x="10" y="41"/>
                </a:lnTo>
                <a:lnTo>
                  <a:pt x="10" y="50"/>
                </a:lnTo>
                <a:lnTo>
                  <a:pt x="0" y="50"/>
                </a:lnTo>
                <a:moveTo>
                  <a:pt x="0" y="41"/>
                </a:moveTo>
                <a:lnTo>
                  <a:pt x="0" y="31"/>
                </a:lnTo>
                <a:lnTo>
                  <a:pt x="10" y="31"/>
                </a:lnTo>
                <a:lnTo>
                  <a:pt x="10" y="41"/>
                </a:lnTo>
                <a:lnTo>
                  <a:pt x="0" y="41"/>
                </a:lnTo>
                <a:moveTo>
                  <a:pt x="0" y="31"/>
                </a:moveTo>
                <a:lnTo>
                  <a:pt x="0" y="21"/>
                </a:lnTo>
                <a:lnTo>
                  <a:pt x="10" y="21"/>
                </a:lnTo>
                <a:lnTo>
                  <a:pt x="10" y="31"/>
                </a:lnTo>
                <a:lnTo>
                  <a:pt x="0" y="31"/>
                </a:lnTo>
                <a:moveTo>
                  <a:pt x="0" y="21"/>
                </a:moveTo>
                <a:lnTo>
                  <a:pt x="0" y="12"/>
                </a:lnTo>
                <a:lnTo>
                  <a:pt x="10" y="12"/>
                </a:lnTo>
                <a:lnTo>
                  <a:pt x="10" y="21"/>
                </a:lnTo>
                <a:lnTo>
                  <a:pt x="0" y="21"/>
                </a:lnTo>
                <a:moveTo>
                  <a:pt x="0" y="12"/>
                </a:moveTo>
                <a:lnTo>
                  <a:pt x="0" y="0"/>
                </a:lnTo>
                <a:lnTo>
                  <a:pt x="16" y="8"/>
                </a:lnTo>
                <a:lnTo>
                  <a:pt x="11" y="17"/>
                </a:lnTo>
                <a:lnTo>
                  <a:pt x="3" y="12"/>
                </a:lnTo>
                <a:lnTo>
                  <a:pt x="5" y="8"/>
                </a:lnTo>
                <a:lnTo>
                  <a:pt x="10" y="8"/>
                </a:lnTo>
                <a:lnTo>
                  <a:pt x="10" y="12"/>
                </a:lnTo>
                <a:lnTo>
                  <a:pt x="0" y="12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6" name=""/>
          <p:cNvSpPr/>
          <p:nvPr/>
        </p:nvSpPr>
        <p:spPr>
          <a:xfrm>
            <a:off x="5931360" y="1976400"/>
            <a:ext cx="307440" cy="0"/>
          </a:xfrm>
          <a:custGeom>
            <a:avLst/>
            <a:gdLst/>
            <a:ahLst/>
            <a:rect l="0" t="0" r="r" b="b"/>
            <a:pathLst>
              <a:path fill="none" w="854" h="0">
                <a:moveTo>
                  <a:pt x="0" y="0"/>
                </a:moveTo>
                <a:lnTo>
                  <a:pt x="75" y="0"/>
                </a:lnTo>
                <a:cubicBezTo>
                  <a:pt x="151" y="0"/>
                  <a:pt x="301" y="0"/>
                  <a:pt x="443" y="0"/>
                </a:cubicBezTo>
                <a:cubicBezTo>
                  <a:pt x="586" y="0"/>
                  <a:pt x="720" y="0"/>
                  <a:pt x="787" y="0"/>
                </a:cubicBezTo>
                <a:lnTo>
                  <a:pt x="854" y="0"/>
                </a:lnTo>
              </a:path>
            </a:pathLst>
          </a:custGeom>
          <a:ln w="4320">
            <a:solidFill>
              <a:srgbClr val="dd784b"/>
            </a:solidFill>
            <a:miter/>
          </a:ln>
        </p:spPr>
        <p:txBody>
          <a:bodyPr lIns="2160" rIns="2160" tIns="-2160" bIns="-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7" name=""/>
          <p:cNvSpPr/>
          <p:nvPr/>
        </p:nvSpPr>
        <p:spPr>
          <a:xfrm>
            <a:off x="6221520" y="1959120"/>
            <a:ext cx="34920" cy="34920"/>
          </a:xfrm>
          <a:custGeom>
            <a:avLst/>
            <a:gdLst/>
            <a:ahLst/>
            <a:rect l="0" t="0" r="r" b="b"/>
            <a:pathLst>
              <a:path w="97" h="97">
                <a:moveTo>
                  <a:pt x="0" y="0"/>
                </a:moveTo>
                <a:lnTo>
                  <a:pt x="97" y="48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8" name=""/>
          <p:cNvSpPr/>
          <p:nvPr/>
        </p:nvSpPr>
        <p:spPr>
          <a:xfrm>
            <a:off x="6219720" y="1956240"/>
            <a:ext cx="40680" cy="40680"/>
          </a:xfrm>
          <a:custGeom>
            <a:avLst/>
            <a:gdLst/>
            <a:ahLst/>
            <a:rect l="0" t="0" r="r" b="b"/>
            <a:pathLst>
              <a:path w="113" h="113">
                <a:moveTo>
                  <a:pt x="16" y="8"/>
                </a:moveTo>
                <a:lnTo>
                  <a:pt x="24" y="12"/>
                </a:lnTo>
                <a:lnTo>
                  <a:pt x="20" y="21"/>
                </a:lnTo>
                <a:lnTo>
                  <a:pt x="11" y="17"/>
                </a:lnTo>
                <a:lnTo>
                  <a:pt x="16" y="8"/>
                </a:lnTo>
                <a:moveTo>
                  <a:pt x="24" y="12"/>
                </a:moveTo>
                <a:lnTo>
                  <a:pt x="33" y="17"/>
                </a:lnTo>
                <a:lnTo>
                  <a:pt x="29" y="25"/>
                </a:lnTo>
                <a:lnTo>
                  <a:pt x="20" y="21"/>
                </a:lnTo>
                <a:lnTo>
                  <a:pt x="24" y="12"/>
                </a:lnTo>
                <a:moveTo>
                  <a:pt x="33" y="17"/>
                </a:moveTo>
                <a:lnTo>
                  <a:pt x="42" y="21"/>
                </a:lnTo>
                <a:lnTo>
                  <a:pt x="37" y="30"/>
                </a:lnTo>
                <a:lnTo>
                  <a:pt x="29" y="25"/>
                </a:lnTo>
                <a:lnTo>
                  <a:pt x="33" y="17"/>
                </a:lnTo>
                <a:moveTo>
                  <a:pt x="42" y="21"/>
                </a:moveTo>
                <a:lnTo>
                  <a:pt x="50" y="25"/>
                </a:lnTo>
                <a:lnTo>
                  <a:pt x="46" y="34"/>
                </a:lnTo>
                <a:lnTo>
                  <a:pt x="37" y="30"/>
                </a:lnTo>
                <a:lnTo>
                  <a:pt x="42" y="21"/>
                </a:lnTo>
                <a:moveTo>
                  <a:pt x="50" y="25"/>
                </a:moveTo>
                <a:lnTo>
                  <a:pt x="59" y="30"/>
                </a:lnTo>
                <a:lnTo>
                  <a:pt x="55" y="38"/>
                </a:lnTo>
                <a:lnTo>
                  <a:pt x="46" y="34"/>
                </a:lnTo>
                <a:lnTo>
                  <a:pt x="50" y="25"/>
                </a:lnTo>
                <a:moveTo>
                  <a:pt x="59" y="30"/>
                </a:moveTo>
                <a:lnTo>
                  <a:pt x="67" y="34"/>
                </a:lnTo>
                <a:lnTo>
                  <a:pt x="63" y="43"/>
                </a:lnTo>
                <a:lnTo>
                  <a:pt x="55" y="38"/>
                </a:lnTo>
                <a:lnTo>
                  <a:pt x="59" y="30"/>
                </a:lnTo>
                <a:moveTo>
                  <a:pt x="67" y="34"/>
                </a:moveTo>
                <a:lnTo>
                  <a:pt x="76" y="38"/>
                </a:lnTo>
                <a:lnTo>
                  <a:pt x="72" y="47"/>
                </a:lnTo>
                <a:lnTo>
                  <a:pt x="63" y="43"/>
                </a:lnTo>
                <a:lnTo>
                  <a:pt x="67" y="34"/>
                </a:lnTo>
                <a:moveTo>
                  <a:pt x="76" y="38"/>
                </a:moveTo>
                <a:lnTo>
                  <a:pt x="85" y="43"/>
                </a:lnTo>
                <a:lnTo>
                  <a:pt x="80" y="51"/>
                </a:lnTo>
                <a:lnTo>
                  <a:pt x="72" y="47"/>
                </a:lnTo>
                <a:lnTo>
                  <a:pt x="76" y="38"/>
                </a:lnTo>
                <a:moveTo>
                  <a:pt x="85" y="43"/>
                </a:moveTo>
                <a:lnTo>
                  <a:pt x="93" y="47"/>
                </a:lnTo>
                <a:lnTo>
                  <a:pt x="89" y="56"/>
                </a:lnTo>
                <a:lnTo>
                  <a:pt x="80" y="51"/>
                </a:lnTo>
                <a:lnTo>
                  <a:pt x="85" y="43"/>
                </a:lnTo>
                <a:moveTo>
                  <a:pt x="93" y="47"/>
                </a:moveTo>
                <a:lnTo>
                  <a:pt x="103" y="51"/>
                </a:lnTo>
                <a:lnTo>
                  <a:pt x="99" y="60"/>
                </a:lnTo>
                <a:lnTo>
                  <a:pt x="89" y="56"/>
                </a:lnTo>
                <a:lnTo>
                  <a:pt x="93" y="47"/>
                </a:lnTo>
                <a:moveTo>
                  <a:pt x="103" y="51"/>
                </a:moveTo>
                <a:lnTo>
                  <a:pt x="113" y="56"/>
                </a:lnTo>
                <a:lnTo>
                  <a:pt x="97" y="65"/>
                </a:lnTo>
                <a:lnTo>
                  <a:pt x="92" y="56"/>
                </a:lnTo>
                <a:lnTo>
                  <a:pt x="100" y="52"/>
                </a:lnTo>
                <a:lnTo>
                  <a:pt x="102" y="56"/>
                </a:lnTo>
                <a:lnTo>
                  <a:pt x="100" y="62"/>
                </a:lnTo>
                <a:lnTo>
                  <a:pt x="99" y="60"/>
                </a:lnTo>
                <a:lnTo>
                  <a:pt x="103" y="51"/>
                </a:lnTo>
                <a:moveTo>
                  <a:pt x="97" y="65"/>
                </a:moveTo>
                <a:lnTo>
                  <a:pt x="88" y="69"/>
                </a:lnTo>
                <a:lnTo>
                  <a:pt x="83" y="60"/>
                </a:lnTo>
                <a:lnTo>
                  <a:pt x="92" y="56"/>
                </a:lnTo>
                <a:lnTo>
                  <a:pt x="97" y="65"/>
                </a:lnTo>
                <a:moveTo>
                  <a:pt x="88" y="69"/>
                </a:moveTo>
                <a:lnTo>
                  <a:pt x="79" y="74"/>
                </a:lnTo>
                <a:lnTo>
                  <a:pt x="75" y="65"/>
                </a:lnTo>
                <a:lnTo>
                  <a:pt x="83" y="60"/>
                </a:lnTo>
                <a:lnTo>
                  <a:pt x="88" y="69"/>
                </a:lnTo>
                <a:moveTo>
                  <a:pt x="79" y="74"/>
                </a:moveTo>
                <a:lnTo>
                  <a:pt x="71" y="78"/>
                </a:lnTo>
                <a:lnTo>
                  <a:pt x="66" y="69"/>
                </a:lnTo>
                <a:lnTo>
                  <a:pt x="75" y="65"/>
                </a:lnTo>
                <a:lnTo>
                  <a:pt x="79" y="74"/>
                </a:lnTo>
                <a:moveTo>
                  <a:pt x="71" y="78"/>
                </a:moveTo>
                <a:lnTo>
                  <a:pt x="62" y="82"/>
                </a:lnTo>
                <a:lnTo>
                  <a:pt x="58" y="74"/>
                </a:lnTo>
                <a:lnTo>
                  <a:pt x="66" y="69"/>
                </a:lnTo>
                <a:lnTo>
                  <a:pt x="71" y="78"/>
                </a:lnTo>
                <a:moveTo>
                  <a:pt x="62" y="82"/>
                </a:moveTo>
                <a:lnTo>
                  <a:pt x="53" y="87"/>
                </a:lnTo>
                <a:lnTo>
                  <a:pt x="49" y="78"/>
                </a:lnTo>
                <a:lnTo>
                  <a:pt x="58" y="74"/>
                </a:lnTo>
                <a:lnTo>
                  <a:pt x="62" y="82"/>
                </a:lnTo>
                <a:moveTo>
                  <a:pt x="53" y="87"/>
                </a:moveTo>
                <a:lnTo>
                  <a:pt x="45" y="91"/>
                </a:lnTo>
                <a:lnTo>
                  <a:pt x="40" y="82"/>
                </a:lnTo>
                <a:lnTo>
                  <a:pt x="49" y="78"/>
                </a:lnTo>
                <a:lnTo>
                  <a:pt x="53" y="87"/>
                </a:lnTo>
                <a:moveTo>
                  <a:pt x="45" y="91"/>
                </a:moveTo>
                <a:lnTo>
                  <a:pt x="36" y="95"/>
                </a:lnTo>
                <a:lnTo>
                  <a:pt x="32" y="87"/>
                </a:lnTo>
                <a:lnTo>
                  <a:pt x="40" y="82"/>
                </a:lnTo>
                <a:lnTo>
                  <a:pt x="45" y="91"/>
                </a:lnTo>
                <a:moveTo>
                  <a:pt x="36" y="95"/>
                </a:moveTo>
                <a:lnTo>
                  <a:pt x="27" y="100"/>
                </a:lnTo>
                <a:lnTo>
                  <a:pt x="23" y="91"/>
                </a:lnTo>
                <a:lnTo>
                  <a:pt x="32" y="87"/>
                </a:lnTo>
                <a:lnTo>
                  <a:pt x="36" y="95"/>
                </a:lnTo>
                <a:moveTo>
                  <a:pt x="27" y="100"/>
                </a:moveTo>
                <a:lnTo>
                  <a:pt x="19" y="104"/>
                </a:lnTo>
                <a:lnTo>
                  <a:pt x="15" y="95"/>
                </a:lnTo>
                <a:lnTo>
                  <a:pt x="23" y="91"/>
                </a:lnTo>
                <a:lnTo>
                  <a:pt x="27" y="100"/>
                </a:lnTo>
                <a:moveTo>
                  <a:pt x="19" y="104"/>
                </a:moveTo>
                <a:lnTo>
                  <a:pt x="10" y="108"/>
                </a:lnTo>
                <a:lnTo>
                  <a:pt x="6" y="100"/>
                </a:lnTo>
                <a:lnTo>
                  <a:pt x="15" y="95"/>
                </a:lnTo>
                <a:lnTo>
                  <a:pt x="19" y="104"/>
                </a:lnTo>
                <a:moveTo>
                  <a:pt x="10" y="108"/>
                </a:moveTo>
                <a:lnTo>
                  <a:pt x="0" y="113"/>
                </a:lnTo>
                <a:lnTo>
                  <a:pt x="0" y="99"/>
                </a:lnTo>
                <a:lnTo>
                  <a:pt x="10" y="99"/>
                </a:lnTo>
                <a:lnTo>
                  <a:pt x="10" y="105"/>
                </a:lnTo>
                <a:lnTo>
                  <a:pt x="5" y="105"/>
                </a:lnTo>
                <a:lnTo>
                  <a:pt x="3" y="101"/>
                </a:lnTo>
                <a:lnTo>
                  <a:pt x="6" y="100"/>
                </a:lnTo>
                <a:lnTo>
                  <a:pt x="10" y="108"/>
                </a:lnTo>
                <a:moveTo>
                  <a:pt x="0" y="99"/>
                </a:moveTo>
                <a:lnTo>
                  <a:pt x="0" y="90"/>
                </a:lnTo>
                <a:lnTo>
                  <a:pt x="10" y="90"/>
                </a:lnTo>
                <a:lnTo>
                  <a:pt x="10" y="99"/>
                </a:lnTo>
                <a:lnTo>
                  <a:pt x="0" y="99"/>
                </a:lnTo>
                <a:moveTo>
                  <a:pt x="0" y="90"/>
                </a:moveTo>
                <a:lnTo>
                  <a:pt x="0" y="80"/>
                </a:lnTo>
                <a:lnTo>
                  <a:pt x="10" y="80"/>
                </a:lnTo>
                <a:lnTo>
                  <a:pt x="10" y="90"/>
                </a:lnTo>
                <a:lnTo>
                  <a:pt x="0" y="90"/>
                </a:lnTo>
                <a:moveTo>
                  <a:pt x="0" y="80"/>
                </a:moveTo>
                <a:lnTo>
                  <a:pt x="0" y="70"/>
                </a:lnTo>
                <a:lnTo>
                  <a:pt x="10" y="70"/>
                </a:lnTo>
                <a:lnTo>
                  <a:pt x="10" y="80"/>
                </a:lnTo>
                <a:lnTo>
                  <a:pt x="0" y="80"/>
                </a:lnTo>
                <a:moveTo>
                  <a:pt x="0" y="70"/>
                </a:moveTo>
                <a:lnTo>
                  <a:pt x="0" y="60"/>
                </a:lnTo>
                <a:lnTo>
                  <a:pt x="10" y="60"/>
                </a:lnTo>
                <a:lnTo>
                  <a:pt x="10" y="70"/>
                </a:lnTo>
                <a:lnTo>
                  <a:pt x="0" y="70"/>
                </a:lnTo>
                <a:moveTo>
                  <a:pt x="0" y="60"/>
                </a:moveTo>
                <a:lnTo>
                  <a:pt x="0" y="50"/>
                </a:lnTo>
                <a:lnTo>
                  <a:pt x="10" y="50"/>
                </a:lnTo>
                <a:lnTo>
                  <a:pt x="10" y="60"/>
                </a:lnTo>
                <a:lnTo>
                  <a:pt x="0" y="60"/>
                </a:lnTo>
                <a:moveTo>
                  <a:pt x="0" y="50"/>
                </a:moveTo>
                <a:lnTo>
                  <a:pt x="0" y="41"/>
                </a:lnTo>
                <a:lnTo>
                  <a:pt x="10" y="41"/>
                </a:lnTo>
                <a:lnTo>
                  <a:pt x="10" y="50"/>
                </a:lnTo>
                <a:lnTo>
                  <a:pt x="0" y="50"/>
                </a:lnTo>
                <a:moveTo>
                  <a:pt x="0" y="41"/>
                </a:moveTo>
                <a:lnTo>
                  <a:pt x="0" y="31"/>
                </a:lnTo>
                <a:lnTo>
                  <a:pt x="10" y="31"/>
                </a:lnTo>
                <a:lnTo>
                  <a:pt x="10" y="41"/>
                </a:lnTo>
                <a:lnTo>
                  <a:pt x="0" y="41"/>
                </a:lnTo>
                <a:moveTo>
                  <a:pt x="0" y="31"/>
                </a:moveTo>
                <a:lnTo>
                  <a:pt x="0" y="21"/>
                </a:lnTo>
                <a:lnTo>
                  <a:pt x="10" y="21"/>
                </a:lnTo>
                <a:lnTo>
                  <a:pt x="10" y="31"/>
                </a:lnTo>
                <a:lnTo>
                  <a:pt x="0" y="31"/>
                </a:lnTo>
                <a:moveTo>
                  <a:pt x="0" y="21"/>
                </a:moveTo>
                <a:lnTo>
                  <a:pt x="0" y="12"/>
                </a:lnTo>
                <a:lnTo>
                  <a:pt x="10" y="12"/>
                </a:lnTo>
                <a:lnTo>
                  <a:pt x="10" y="21"/>
                </a:lnTo>
                <a:lnTo>
                  <a:pt x="0" y="21"/>
                </a:lnTo>
                <a:moveTo>
                  <a:pt x="0" y="12"/>
                </a:moveTo>
                <a:lnTo>
                  <a:pt x="0" y="0"/>
                </a:lnTo>
                <a:lnTo>
                  <a:pt x="16" y="8"/>
                </a:lnTo>
                <a:lnTo>
                  <a:pt x="11" y="17"/>
                </a:lnTo>
                <a:lnTo>
                  <a:pt x="3" y="12"/>
                </a:lnTo>
                <a:lnTo>
                  <a:pt x="5" y="8"/>
                </a:lnTo>
                <a:lnTo>
                  <a:pt x="10" y="8"/>
                </a:lnTo>
                <a:lnTo>
                  <a:pt x="10" y="12"/>
                </a:lnTo>
                <a:lnTo>
                  <a:pt x="0" y="12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9" name=""/>
          <p:cNvSpPr/>
          <p:nvPr/>
        </p:nvSpPr>
        <p:spPr>
          <a:xfrm>
            <a:off x="7381800" y="1976400"/>
            <a:ext cx="307440" cy="0"/>
          </a:xfrm>
          <a:custGeom>
            <a:avLst/>
            <a:gdLst/>
            <a:ahLst/>
            <a:rect l="0" t="0" r="r" b="b"/>
            <a:pathLst>
              <a:path fill="none" w="854" h="0">
                <a:moveTo>
                  <a:pt x="0" y="0"/>
                </a:moveTo>
                <a:lnTo>
                  <a:pt x="76" y="0"/>
                </a:lnTo>
                <a:cubicBezTo>
                  <a:pt x="151" y="0"/>
                  <a:pt x="301" y="0"/>
                  <a:pt x="443" y="0"/>
                </a:cubicBezTo>
                <a:cubicBezTo>
                  <a:pt x="586" y="0"/>
                  <a:pt x="720" y="0"/>
                  <a:pt x="787" y="0"/>
                </a:cubicBezTo>
                <a:lnTo>
                  <a:pt x="854" y="0"/>
                </a:lnTo>
              </a:path>
            </a:pathLst>
          </a:custGeom>
          <a:ln w="4320">
            <a:solidFill>
              <a:srgbClr val="dd784b"/>
            </a:solidFill>
            <a:miter/>
          </a:ln>
        </p:spPr>
        <p:txBody>
          <a:bodyPr lIns="2160" rIns="2160" tIns="-2160" bIns="-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0" name=""/>
          <p:cNvSpPr/>
          <p:nvPr/>
        </p:nvSpPr>
        <p:spPr>
          <a:xfrm>
            <a:off x="7671960" y="1959120"/>
            <a:ext cx="35280" cy="34920"/>
          </a:xfrm>
          <a:custGeom>
            <a:avLst/>
            <a:gdLst/>
            <a:ahLst/>
            <a:rect l="0" t="0" r="r" b="b"/>
            <a:pathLst>
              <a:path w="98" h="97">
                <a:moveTo>
                  <a:pt x="0" y="0"/>
                </a:moveTo>
                <a:lnTo>
                  <a:pt x="98" y="48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1" name=""/>
          <p:cNvSpPr/>
          <p:nvPr/>
        </p:nvSpPr>
        <p:spPr>
          <a:xfrm>
            <a:off x="7670520" y="1956240"/>
            <a:ext cx="40320" cy="40680"/>
          </a:xfrm>
          <a:custGeom>
            <a:avLst/>
            <a:gdLst/>
            <a:ahLst/>
            <a:rect l="0" t="0" r="r" b="b"/>
            <a:pathLst>
              <a:path w="112" h="113">
                <a:moveTo>
                  <a:pt x="15" y="8"/>
                </a:moveTo>
                <a:lnTo>
                  <a:pt x="24" y="12"/>
                </a:lnTo>
                <a:lnTo>
                  <a:pt x="19" y="21"/>
                </a:lnTo>
                <a:lnTo>
                  <a:pt x="11" y="17"/>
                </a:lnTo>
                <a:lnTo>
                  <a:pt x="15" y="8"/>
                </a:lnTo>
                <a:moveTo>
                  <a:pt x="24" y="12"/>
                </a:moveTo>
                <a:lnTo>
                  <a:pt x="32" y="17"/>
                </a:lnTo>
                <a:lnTo>
                  <a:pt x="28" y="25"/>
                </a:lnTo>
                <a:lnTo>
                  <a:pt x="19" y="21"/>
                </a:lnTo>
                <a:lnTo>
                  <a:pt x="24" y="12"/>
                </a:lnTo>
                <a:moveTo>
                  <a:pt x="32" y="17"/>
                </a:moveTo>
                <a:lnTo>
                  <a:pt x="41" y="21"/>
                </a:lnTo>
                <a:lnTo>
                  <a:pt x="37" y="30"/>
                </a:lnTo>
                <a:lnTo>
                  <a:pt x="28" y="25"/>
                </a:lnTo>
                <a:lnTo>
                  <a:pt x="32" y="17"/>
                </a:lnTo>
                <a:moveTo>
                  <a:pt x="41" y="21"/>
                </a:moveTo>
                <a:lnTo>
                  <a:pt x="49" y="25"/>
                </a:lnTo>
                <a:lnTo>
                  <a:pt x="45" y="34"/>
                </a:lnTo>
                <a:lnTo>
                  <a:pt x="37" y="30"/>
                </a:lnTo>
                <a:lnTo>
                  <a:pt x="41" y="21"/>
                </a:lnTo>
                <a:moveTo>
                  <a:pt x="49" y="25"/>
                </a:moveTo>
                <a:lnTo>
                  <a:pt x="58" y="30"/>
                </a:lnTo>
                <a:lnTo>
                  <a:pt x="54" y="38"/>
                </a:lnTo>
                <a:lnTo>
                  <a:pt x="45" y="34"/>
                </a:lnTo>
                <a:lnTo>
                  <a:pt x="49" y="25"/>
                </a:lnTo>
                <a:moveTo>
                  <a:pt x="58" y="30"/>
                </a:moveTo>
                <a:lnTo>
                  <a:pt x="68" y="34"/>
                </a:lnTo>
                <a:lnTo>
                  <a:pt x="63" y="43"/>
                </a:lnTo>
                <a:lnTo>
                  <a:pt x="54" y="38"/>
                </a:lnTo>
                <a:lnTo>
                  <a:pt x="58" y="30"/>
                </a:lnTo>
                <a:moveTo>
                  <a:pt x="68" y="34"/>
                </a:moveTo>
                <a:lnTo>
                  <a:pt x="76" y="38"/>
                </a:lnTo>
                <a:lnTo>
                  <a:pt x="72" y="47"/>
                </a:lnTo>
                <a:lnTo>
                  <a:pt x="63" y="43"/>
                </a:lnTo>
                <a:lnTo>
                  <a:pt x="68" y="34"/>
                </a:lnTo>
                <a:moveTo>
                  <a:pt x="76" y="38"/>
                </a:moveTo>
                <a:lnTo>
                  <a:pt x="85" y="43"/>
                </a:lnTo>
                <a:lnTo>
                  <a:pt x="81" y="51"/>
                </a:lnTo>
                <a:lnTo>
                  <a:pt x="72" y="47"/>
                </a:lnTo>
                <a:lnTo>
                  <a:pt x="76" y="38"/>
                </a:lnTo>
                <a:moveTo>
                  <a:pt x="85" y="43"/>
                </a:moveTo>
                <a:lnTo>
                  <a:pt x="94" y="47"/>
                </a:lnTo>
                <a:lnTo>
                  <a:pt x="89" y="56"/>
                </a:lnTo>
                <a:lnTo>
                  <a:pt x="81" y="51"/>
                </a:lnTo>
                <a:lnTo>
                  <a:pt x="85" y="43"/>
                </a:lnTo>
                <a:moveTo>
                  <a:pt x="94" y="47"/>
                </a:moveTo>
                <a:lnTo>
                  <a:pt x="102" y="51"/>
                </a:lnTo>
                <a:lnTo>
                  <a:pt x="98" y="60"/>
                </a:lnTo>
                <a:lnTo>
                  <a:pt x="89" y="56"/>
                </a:lnTo>
                <a:lnTo>
                  <a:pt x="94" y="47"/>
                </a:lnTo>
                <a:moveTo>
                  <a:pt x="102" y="51"/>
                </a:moveTo>
                <a:lnTo>
                  <a:pt x="112" y="56"/>
                </a:lnTo>
                <a:lnTo>
                  <a:pt x="97" y="65"/>
                </a:lnTo>
                <a:lnTo>
                  <a:pt x="92" y="56"/>
                </a:lnTo>
                <a:lnTo>
                  <a:pt x="99" y="52"/>
                </a:lnTo>
                <a:lnTo>
                  <a:pt x="102" y="56"/>
                </a:lnTo>
                <a:lnTo>
                  <a:pt x="99" y="62"/>
                </a:lnTo>
                <a:lnTo>
                  <a:pt x="98" y="60"/>
                </a:lnTo>
                <a:lnTo>
                  <a:pt x="102" y="51"/>
                </a:lnTo>
                <a:moveTo>
                  <a:pt x="97" y="65"/>
                </a:moveTo>
                <a:lnTo>
                  <a:pt x="88" y="69"/>
                </a:lnTo>
                <a:lnTo>
                  <a:pt x="84" y="60"/>
                </a:lnTo>
                <a:lnTo>
                  <a:pt x="92" y="56"/>
                </a:lnTo>
                <a:lnTo>
                  <a:pt x="97" y="65"/>
                </a:lnTo>
                <a:moveTo>
                  <a:pt x="88" y="69"/>
                </a:moveTo>
                <a:lnTo>
                  <a:pt x="79" y="74"/>
                </a:lnTo>
                <a:lnTo>
                  <a:pt x="75" y="65"/>
                </a:lnTo>
                <a:lnTo>
                  <a:pt x="84" y="60"/>
                </a:lnTo>
                <a:lnTo>
                  <a:pt x="88" y="69"/>
                </a:lnTo>
                <a:moveTo>
                  <a:pt x="79" y="74"/>
                </a:moveTo>
                <a:lnTo>
                  <a:pt x="71" y="78"/>
                </a:lnTo>
                <a:lnTo>
                  <a:pt x="67" y="69"/>
                </a:lnTo>
                <a:lnTo>
                  <a:pt x="75" y="65"/>
                </a:lnTo>
                <a:lnTo>
                  <a:pt x="79" y="74"/>
                </a:lnTo>
                <a:moveTo>
                  <a:pt x="71" y="78"/>
                </a:moveTo>
                <a:lnTo>
                  <a:pt x="62" y="82"/>
                </a:lnTo>
                <a:lnTo>
                  <a:pt x="57" y="74"/>
                </a:lnTo>
                <a:lnTo>
                  <a:pt x="67" y="69"/>
                </a:lnTo>
                <a:lnTo>
                  <a:pt x="71" y="78"/>
                </a:lnTo>
                <a:moveTo>
                  <a:pt x="62" y="82"/>
                </a:moveTo>
                <a:lnTo>
                  <a:pt x="53" y="87"/>
                </a:lnTo>
                <a:lnTo>
                  <a:pt x="48" y="78"/>
                </a:lnTo>
                <a:lnTo>
                  <a:pt x="57" y="74"/>
                </a:lnTo>
                <a:lnTo>
                  <a:pt x="62" y="82"/>
                </a:lnTo>
                <a:moveTo>
                  <a:pt x="53" y="87"/>
                </a:moveTo>
                <a:lnTo>
                  <a:pt x="44" y="91"/>
                </a:lnTo>
                <a:lnTo>
                  <a:pt x="40" y="82"/>
                </a:lnTo>
                <a:lnTo>
                  <a:pt x="48" y="78"/>
                </a:lnTo>
                <a:lnTo>
                  <a:pt x="53" y="87"/>
                </a:lnTo>
                <a:moveTo>
                  <a:pt x="44" y="91"/>
                </a:moveTo>
                <a:lnTo>
                  <a:pt x="35" y="95"/>
                </a:lnTo>
                <a:lnTo>
                  <a:pt x="31" y="87"/>
                </a:lnTo>
                <a:lnTo>
                  <a:pt x="40" y="82"/>
                </a:lnTo>
                <a:lnTo>
                  <a:pt x="44" y="91"/>
                </a:lnTo>
                <a:moveTo>
                  <a:pt x="35" y="95"/>
                </a:moveTo>
                <a:lnTo>
                  <a:pt x="27" y="100"/>
                </a:lnTo>
                <a:lnTo>
                  <a:pt x="22" y="91"/>
                </a:lnTo>
                <a:lnTo>
                  <a:pt x="31" y="87"/>
                </a:lnTo>
                <a:lnTo>
                  <a:pt x="35" y="95"/>
                </a:lnTo>
                <a:moveTo>
                  <a:pt x="27" y="100"/>
                </a:moveTo>
                <a:lnTo>
                  <a:pt x="18" y="104"/>
                </a:lnTo>
                <a:lnTo>
                  <a:pt x="14" y="95"/>
                </a:lnTo>
                <a:lnTo>
                  <a:pt x="22" y="91"/>
                </a:lnTo>
                <a:lnTo>
                  <a:pt x="27" y="100"/>
                </a:lnTo>
                <a:moveTo>
                  <a:pt x="18" y="104"/>
                </a:moveTo>
                <a:lnTo>
                  <a:pt x="10" y="108"/>
                </a:lnTo>
                <a:lnTo>
                  <a:pt x="5" y="100"/>
                </a:lnTo>
                <a:lnTo>
                  <a:pt x="14" y="95"/>
                </a:lnTo>
                <a:lnTo>
                  <a:pt x="18" y="104"/>
                </a:lnTo>
                <a:moveTo>
                  <a:pt x="10" y="108"/>
                </a:moveTo>
                <a:lnTo>
                  <a:pt x="0" y="113"/>
                </a:lnTo>
                <a:lnTo>
                  <a:pt x="0" y="99"/>
                </a:lnTo>
                <a:lnTo>
                  <a:pt x="9" y="99"/>
                </a:lnTo>
                <a:lnTo>
                  <a:pt x="9" y="105"/>
                </a:lnTo>
                <a:lnTo>
                  <a:pt x="4" y="105"/>
                </a:lnTo>
                <a:lnTo>
                  <a:pt x="2" y="101"/>
                </a:lnTo>
                <a:lnTo>
                  <a:pt x="5" y="100"/>
                </a:lnTo>
                <a:lnTo>
                  <a:pt x="10" y="108"/>
                </a:lnTo>
                <a:moveTo>
                  <a:pt x="0" y="99"/>
                </a:moveTo>
                <a:lnTo>
                  <a:pt x="0" y="90"/>
                </a:lnTo>
                <a:lnTo>
                  <a:pt x="9" y="90"/>
                </a:lnTo>
                <a:lnTo>
                  <a:pt x="9" y="99"/>
                </a:lnTo>
                <a:lnTo>
                  <a:pt x="0" y="99"/>
                </a:lnTo>
                <a:moveTo>
                  <a:pt x="0" y="90"/>
                </a:moveTo>
                <a:lnTo>
                  <a:pt x="0" y="80"/>
                </a:lnTo>
                <a:lnTo>
                  <a:pt x="9" y="80"/>
                </a:lnTo>
                <a:lnTo>
                  <a:pt x="9" y="90"/>
                </a:lnTo>
                <a:lnTo>
                  <a:pt x="0" y="90"/>
                </a:lnTo>
                <a:moveTo>
                  <a:pt x="0" y="80"/>
                </a:moveTo>
                <a:lnTo>
                  <a:pt x="0" y="70"/>
                </a:lnTo>
                <a:lnTo>
                  <a:pt x="9" y="70"/>
                </a:lnTo>
                <a:lnTo>
                  <a:pt x="9" y="80"/>
                </a:lnTo>
                <a:lnTo>
                  <a:pt x="0" y="80"/>
                </a:lnTo>
                <a:moveTo>
                  <a:pt x="0" y="70"/>
                </a:moveTo>
                <a:lnTo>
                  <a:pt x="0" y="60"/>
                </a:lnTo>
                <a:lnTo>
                  <a:pt x="9" y="60"/>
                </a:lnTo>
                <a:lnTo>
                  <a:pt x="9" y="70"/>
                </a:lnTo>
                <a:lnTo>
                  <a:pt x="0" y="70"/>
                </a:lnTo>
                <a:moveTo>
                  <a:pt x="0" y="60"/>
                </a:moveTo>
                <a:lnTo>
                  <a:pt x="0" y="50"/>
                </a:lnTo>
                <a:lnTo>
                  <a:pt x="9" y="50"/>
                </a:lnTo>
                <a:lnTo>
                  <a:pt x="9" y="60"/>
                </a:lnTo>
                <a:lnTo>
                  <a:pt x="0" y="60"/>
                </a:lnTo>
                <a:moveTo>
                  <a:pt x="0" y="50"/>
                </a:moveTo>
                <a:lnTo>
                  <a:pt x="0" y="41"/>
                </a:lnTo>
                <a:lnTo>
                  <a:pt x="9" y="41"/>
                </a:lnTo>
                <a:lnTo>
                  <a:pt x="9" y="50"/>
                </a:lnTo>
                <a:lnTo>
                  <a:pt x="0" y="50"/>
                </a:lnTo>
                <a:moveTo>
                  <a:pt x="0" y="41"/>
                </a:moveTo>
                <a:lnTo>
                  <a:pt x="0" y="31"/>
                </a:lnTo>
                <a:lnTo>
                  <a:pt x="9" y="31"/>
                </a:lnTo>
                <a:lnTo>
                  <a:pt x="9" y="41"/>
                </a:lnTo>
                <a:lnTo>
                  <a:pt x="0" y="41"/>
                </a:lnTo>
                <a:moveTo>
                  <a:pt x="0" y="31"/>
                </a:moveTo>
                <a:lnTo>
                  <a:pt x="0" y="21"/>
                </a:lnTo>
                <a:lnTo>
                  <a:pt x="9" y="21"/>
                </a:lnTo>
                <a:lnTo>
                  <a:pt x="9" y="31"/>
                </a:lnTo>
                <a:lnTo>
                  <a:pt x="0" y="31"/>
                </a:lnTo>
                <a:moveTo>
                  <a:pt x="0" y="21"/>
                </a:moveTo>
                <a:lnTo>
                  <a:pt x="0" y="12"/>
                </a:lnTo>
                <a:lnTo>
                  <a:pt x="9" y="12"/>
                </a:lnTo>
                <a:lnTo>
                  <a:pt x="9" y="21"/>
                </a:lnTo>
                <a:lnTo>
                  <a:pt x="0" y="21"/>
                </a:lnTo>
                <a:moveTo>
                  <a:pt x="0" y="12"/>
                </a:moveTo>
                <a:lnTo>
                  <a:pt x="0" y="0"/>
                </a:lnTo>
                <a:lnTo>
                  <a:pt x="15" y="8"/>
                </a:lnTo>
                <a:lnTo>
                  <a:pt x="11" y="17"/>
                </a:lnTo>
                <a:lnTo>
                  <a:pt x="2" y="12"/>
                </a:lnTo>
                <a:lnTo>
                  <a:pt x="4" y="8"/>
                </a:lnTo>
                <a:lnTo>
                  <a:pt x="9" y="8"/>
                </a:lnTo>
                <a:lnTo>
                  <a:pt x="9" y="12"/>
                </a:lnTo>
                <a:lnTo>
                  <a:pt x="0" y="12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2" name=""/>
          <p:cNvSpPr/>
          <p:nvPr/>
        </p:nvSpPr>
        <p:spPr>
          <a:xfrm>
            <a:off x="501480" y="1863000"/>
            <a:ext cx="1078560" cy="227520"/>
          </a:xfrm>
          <a:custGeom>
            <a:avLst/>
            <a:gdLst/>
            <a:ahLst/>
            <a:rect l="0" t="0" r="r" b="b"/>
            <a:pathLst>
              <a:path w="2996" h="632">
                <a:moveTo>
                  <a:pt x="0" y="0"/>
                </a:moveTo>
                <a:lnTo>
                  <a:pt x="2996" y="0"/>
                </a:lnTo>
                <a:lnTo>
                  <a:pt x="2996" y="632"/>
                </a:lnTo>
                <a:lnTo>
                  <a:pt x="0" y="6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3" name=""/>
          <p:cNvSpPr/>
          <p:nvPr/>
        </p:nvSpPr>
        <p:spPr>
          <a:xfrm>
            <a:off x="501480" y="1863000"/>
            <a:ext cx="1078560" cy="227520"/>
          </a:xfrm>
          <a:custGeom>
            <a:avLst/>
            <a:gdLst/>
            <a:ahLst/>
            <a:rect l="0" t="0" r="r" b="b"/>
            <a:pathLst>
              <a:path w="2996" h="632">
                <a:moveTo>
                  <a:pt x="0" y="0"/>
                </a:moveTo>
                <a:lnTo>
                  <a:pt x="2996" y="0"/>
                </a:lnTo>
                <a:lnTo>
                  <a:pt x="2996" y="632"/>
                </a:lnTo>
                <a:lnTo>
                  <a:pt x="0" y="632"/>
                </a:lnTo>
                <a:lnTo>
                  <a:pt x="0" y="0"/>
                </a:lnTo>
                <a:close/>
              </a:path>
            </a:pathLst>
          </a:custGeom>
          <a:noFill/>
          <a:ln w="4320">
            <a:solidFill>
              <a:srgbClr val="3d68ec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4368600" y="1671840"/>
            <a:ext cx="660600" cy="7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10" spc="-1" strike="noStrike">
                <a:solidFill>
                  <a:srgbClr val="000000"/>
                </a:solidFill>
                <a:latin typeface="Arial"/>
                <a:ea typeface="Arial"/>
              </a:rPr>
              <a:t>Onderwijsontwerper</a:t>
            </a:r>
            <a:endParaRPr b="0" lang="en-US" sz="5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5" name=""/>
          <p:cNvSpPr/>
          <p:nvPr/>
        </p:nvSpPr>
        <p:spPr>
          <a:xfrm>
            <a:off x="1904400" y="1814040"/>
            <a:ext cx="1126440" cy="325080"/>
          </a:xfrm>
          <a:custGeom>
            <a:avLst/>
            <a:gdLst/>
            <a:ahLst/>
            <a:rect l="0" t="0" r="r" b="b"/>
            <a:pathLst>
              <a:path w="3129" h="903">
                <a:moveTo>
                  <a:pt x="0" y="0"/>
                </a:moveTo>
                <a:lnTo>
                  <a:pt x="3129" y="0"/>
                </a:lnTo>
                <a:lnTo>
                  <a:pt x="3129" y="903"/>
                </a:lnTo>
                <a:lnTo>
                  <a:pt x="0" y="9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6" name=""/>
          <p:cNvSpPr/>
          <p:nvPr/>
        </p:nvSpPr>
        <p:spPr>
          <a:xfrm>
            <a:off x="1904400" y="1814040"/>
            <a:ext cx="1126440" cy="325080"/>
          </a:xfrm>
          <a:custGeom>
            <a:avLst/>
            <a:gdLst/>
            <a:ahLst/>
            <a:rect l="0" t="0" r="r" b="b"/>
            <a:pathLst>
              <a:path w="3129" h="903">
                <a:moveTo>
                  <a:pt x="0" y="0"/>
                </a:moveTo>
                <a:lnTo>
                  <a:pt x="3129" y="0"/>
                </a:lnTo>
                <a:lnTo>
                  <a:pt x="3129" y="903"/>
                </a:lnTo>
                <a:lnTo>
                  <a:pt x="0" y="903"/>
                </a:lnTo>
                <a:lnTo>
                  <a:pt x="0" y="0"/>
                </a:lnTo>
                <a:close/>
              </a:path>
            </a:pathLst>
          </a:custGeom>
          <a:noFill/>
          <a:ln w="4320">
            <a:solidFill>
              <a:srgbClr val="3d68ec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631800" y="1936800"/>
            <a:ext cx="939600" cy="7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10" spc="-1" strike="noStrike">
                <a:solidFill>
                  <a:srgbClr val="1b2a6b"/>
                </a:solidFill>
                <a:latin typeface="Arial"/>
                <a:ea typeface="Arial"/>
              </a:rPr>
              <a:t>Kwaliﬁcatiekader analyseren</a:t>
            </a:r>
            <a:endParaRPr b="0" lang="en-US" sz="5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2144880" y="1888200"/>
            <a:ext cx="724680" cy="7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10" spc="-1" strike="noStrike">
                <a:solidFill>
                  <a:srgbClr val="1b2a6b"/>
                </a:solidFill>
                <a:latin typeface="Arial"/>
                <a:ea typeface="Arial"/>
              </a:rPr>
              <a:t>Opleiding speciﬁcatie </a:t>
            </a:r>
            <a:endParaRPr b="0" lang="en-US" sz="5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9" name=""/>
          <p:cNvSpPr/>
          <p:nvPr/>
        </p:nvSpPr>
        <p:spPr>
          <a:xfrm>
            <a:off x="3355200" y="1814040"/>
            <a:ext cx="1126080" cy="325080"/>
          </a:xfrm>
          <a:custGeom>
            <a:avLst/>
            <a:gdLst/>
            <a:ahLst/>
            <a:rect l="0" t="0" r="r" b="b"/>
            <a:pathLst>
              <a:path w="3128" h="903">
                <a:moveTo>
                  <a:pt x="0" y="0"/>
                </a:moveTo>
                <a:lnTo>
                  <a:pt x="3128" y="0"/>
                </a:lnTo>
                <a:lnTo>
                  <a:pt x="3128" y="903"/>
                </a:lnTo>
                <a:lnTo>
                  <a:pt x="0" y="9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0" name=""/>
          <p:cNvSpPr/>
          <p:nvPr/>
        </p:nvSpPr>
        <p:spPr>
          <a:xfrm>
            <a:off x="3355200" y="1814040"/>
            <a:ext cx="1126080" cy="325080"/>
          </a:xfrm>
          <a:custGeom>
            <a:avLst/>
            <a:gdLst/>
            <a:ahLst/>
            <a:rect l="0" t="0" r="r" b="b"/>
            <a:pathLst>
              <a:path w="3128" h="903">
                <a:moveTo>
                  <a:pt x="0" y="0"/>
                </a:moveTo>
                <a:lnTo>
                  <a:pt x="3128" y="0"/>
                </a:lnTo>
                <a:lnTo>
                  <a:pt x="3128" y="903"/>
                </a:lnTo>
                <a:lnTo>
                  <a:pt x="0" y="903"/>
                </a:lnTo>
                <a:lnTo>
                  <a:pt x="0" y="0"/>
                </a:lnTo>
                <a:close/>
              </a:path>
            </a:pathLst>
          </a:custGeom>
          <a:noFill/>
          <a:ln w="4320">
            <a:solidFill>
              <a:srgbClr val="3d68ec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2300760" y="1987920"/>
            <a:ext cx="375480" cy="7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10" spc="-1" strike="noStrike">
                <a:solidFill>
                  <a:srgbClr val="1b2a6b"/>
                </a:solidFill>
                <a:latin typeface="Arial"/>
                <a:ea typeface="Arial"/>
              </a:rPr>
              <a:t>beschrijven</a:t>
            </a:r>
            <a:endParaRPr b="0" lang="en-US" sz="5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3578400" y="1888200"/>
            <a:ext cx="750600" cy="7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10" spc="-1" strike="noStrike">
                <a:solidFill>
                  <a:srgbClr val="1b2a6b"/>
                </a:solidFill>
                <a:latin typeface="Arial"/>
                <a:ea typeface="Arial"/>
              </a:rPr>
              <a:t>Opleidingsprogramma </a:t>
            </a:r>
            <a:endParaRPr b="0" lang="en-US" sz="5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3" name=""/>
          <p:cNvSpPr/>
          <p:nvPr/>
        </p:nvSpPr>
        <p:spPr>
          <a:xfrm>
            <a:off x="4805640" y="1814040"/>
            <a:ext cx="1126080" cy="325080"/>
          </a:xfrm>
          <a:custGeom>
            <a:avLst/>
            <a:gdLst/>
            <a:ahLst/>
            <a:rect l="0" t="0" r="r" b="b"/>
            <a:pathLst>
              <a:path w="3128" h="903">
                <a:moveTo>
                  <a:pt x="0" y="0"/>
                </a:moveTo>
                <a:lnTo>
                  <a:pt x="3128" y="0"/>
                </a:lnTo>
                <a:lnTo>
                  <a:pt x="3128" y="903"/>
                </a:lnTo>
                <a:lnTo>
                  <a:pt x="0" y="9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4" name=""/>
          <p:cNvSpPr/>
          <p:nvPr/>
        </p:nvSpPr>
        <p:spPr>
          <a:xfrm>
            <a:off x="4805640" y="1814040"/>
            <a:ext cx="1126080" cy="325080"/>
          </a:xfrm>
          <a:custGeom>
            <a:avLst/>
            <a:gdLst/>
            <a:ahLst/>
            <a:rect l="0" t="0" r="r" b="b"/>
            <a:pathLst>
              <a:path w="3128" h="903">
                <a:moveTo>
                  <a:pt x="0" y="0"/>
                </a:moveTo>
                <a:lnTo>
                  <a:pt x="3128" y="0"/>
                </a:lnTo>
                <a:lnTo>
                  <a:pt x="3128" y="903"/>
                </a:lnTo>
                <a:lnTo>
                  <a:pt x="0" y="903"/>
                </a:lnTo>
                <a:lnTo>
                  <a:pt x="0" y="0"/>
                </a:lnTo>
                <a:close/>
              </a:path>
            </a:pathLst>
          </a:custGeom>
          <a:noFill/>
          <a:ln w="4320">
            <a:solidFill>
              <a:srgbClr val="3d68ec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3576240" y="1987920"/>
            <a:ext cx="767160" cy="7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10" spc="-1" strike="noStrike">
                <a:solidFill>
                  <a:srgbClr val="1b2a6b"/>
                </a:solidFill>
                <a:latin typeface="Arial"/>
                <a:ea typeface="Arial"/>
              </a:rPr>
              <a:t>speciﬁcatie beschrijven</a:t>
            </a:r>
            <a:endParaRPr b="0" lang="en-US" sz="5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5097960" y="1888200"/>
            <a:ext cx="607320" cy="7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10" spc="-1" strike="noStrike">
                <a:solidFill>
                  <a:srgbClr val="1b2a6b"/>
                </a:solidFill>
                <a:latin typeface="Arial"/>
                <a:ea typeface="Arial"/>
              </a:rPr>
              <a:t>Onderwijseenheid </a:t>
            </a:r>
            <a:endParaRPr b="0" lang="en-US" sz="5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7" name=""/>
          <p:cNvSpPr/>
          <p:nvPr/>
        </p:nvSpPr>
        <p:spPr>
          <a:xfrm>
            <a:off x="6256080" y="1814040"/>
            <a:ext cx="1126080" cy="325080"/>
          </a:xfrm>
          <a:custGeom>
            <a:avLst/>
            <a:gdLst/>
            <a:ahLst/>
            <a:rect l="0" t="0" r="r" b="b"/>
            <a:pathLst>
              <a:path w="3128" h="903">
                <a:moveTo>
                  <a:pt x="0" y="0"/>
                </a:moveTo>
                <a:lnTo>
                  <a:pt x="3128" y="0"/>
                </a:lnTo>
                <a:lnTo>
                  <a:pt x="3128" y="903"/>
                </a:lnTo>
                <a:lnTo>
                  <a:pt x="0" y="9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8" name=""/>
          <p:cNvSpPr/>
          <p:nvPr/>
        </p:nvSpPr>
        <p:spPr>
          <a:xfrm>
            <a:off x="6256080" y="1814040"/>
            <a:ext cx="1126080" cy="325080"/>
          </a:xfrm>
          <a:custGeom>
            <a:avLst/>
            <a:gdLst/>
            <a:ahLst/>
            <a:rect l="0" t="0" r="r" b="b"/>
            <a:pathLst>
              <a:path w="3128" h="903">
                <a:moveTo>
                  <a:pt x="0" y="0"/>
                </a:moveTo>
                <a:lnTo>
                  <a:pt x="3128" y="0"/>
                </a:lnTo>
                <a:lnTo>
                  <a:pt x="3128" y="903"/>
                </a:lnTo>
                <a:lnTo>
                  <a:pt x="0" y="903"/>
                </a:lnTo>
                <a:lnTo>
                  <a:pt x="0" y="0"/>
                </a:lnTo>
                <a:close/>
              </a:path>
            </a:pathLst>
          </a:custGeom>
          <a:noFill/>
          <a:ln w="4320">
            <a:solidFill>
              <a:srgbClr val="3d68ec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5009400" y="1987920"/>
            <a:ext cx="801000" cy="7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10" spc="-1" strike="noStrike">
                <a:solidFill>
                  <a:srgbClr val="1b2a6b"/>
                </a:solidFill>
                <a:latin typeface="Arial"/>
                <a:ea typeface="Arial"/>
              </a:rPr>
              <a:t>speciﬁcaties beschrijven</a:t>
            </a:r>
            <a:endParaRPr b="0" lang="en-US" sz="5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6410160" y="1888200"/>
            <a:ext cx="918000" cy="7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10" spc="-1" strike="noStrike">
                <a:solidFill>
                  <a:srgbClr val="1b2a6b"/>
                </a:solidFill>
                <a:latin typeface="Arial"/>
                <a:ea typeface="Arial"/>
              </a:rPr>
              <a:t>Leeronderdeel speciﬁcaties </a:t>
            </a:r>
            <a:endParaRPr b="0" lang="en-US" sz="5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1" name=""/>
          <p:cNvSpPr/>
          <p:nvPr/>
        </p:nvSpPr>
        <p:spPr>
          <a:xfrm>
            <a:off x="7706880" y="1814040"/>
            <a:ext cx="1126080" cy="325080"/>
          </a:xfrm>
          <a:custGeom>
            <a:avLst/>
            <a:gdLst/>
            <a:ahLst/>
            <a:rect l="0" t="0" r="r" b="b"/>
            <a:pathLst>
              <a:path w="3128" h="903">
                <a:moveTo>
                  <a:pt x="0" y="0"/>
                </a:moveTo>
                <a:lnTo>
                  <a:pt x="3128" y="0"/>
                </a:lnTo>
                <a:lnTo>
                  <a:pt x="3128" y="903"/>
                </a:lnTo>
                <a:lnTo>
                  <a:pt x="0" y="9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2" name=""/>
          <p:cNvSpPr/>
          <p:nvPr/>
        </p:nvSpPr>
        <p:spPr>
          <a:xfrm>
            <a:off x="7706880" y="1814040"/>
            <a:ext cx="1126080" cy="325080"/>
          </a:xfrm>
          <a:custGeom>
            <a:avLst/>
            <a:gdLst/>
            <a:ahLst/>
            <a:rect l="0" t="0" r="r" b="b"/>
            <a:pathLst>
              <a:path w="3128" h="903">
                <a:moveTo>
                  <a:pt x="0" y="0"/>
                </a:moveTo>
                <a:lnTo>
                  <a:pt x="3128" y="0"/>
                </a:lnTo>
                <a:lnTo>
                  <a:pt x="3128" y="903"/>
                </a:lnTo>
                <a:lnTo>
                  <a:pt x="0" y="903"/>
                </a:lnTo>
                <a:lnTo>
                  <a:pt x="0" y="0"/>
                </a:lnTo>
                <a:close/>
              </a:path>
            </a:pathLst>
          </a:custGeom>
          <a:noFill/>
          <a:ln w="4320">
            <a:solidFill>
              <a:srgbClr val="3d68ec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6652440" y="1987920"/>
            <a:ext cx="375480" cy="7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10" spc="-1" strike="noStrike">
                <a:solidFill>
                  <a:srgbClr val="1b2a6b"/>
                </a:solidFill>
                <a:latin typeface="Arial"/>
                <a:ea typeface="Arial"/>
              </a:rPr>
              <a:t>beschrijven</a:t>
            </a:r>
            <a:endParaRPr b="0" lang="en-US" sz="5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7929720" y="1888200"/>
            <a:ext cx="750600" cy="7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10" spc="-1" strike="noStrike">
                <a:solidFill>
                  <a:srgbClr val="1b2a6b"/>
                </a:solidFill>
                <a:latin typeface="Arial"/>
                <a:ea typeface="Arial"/>
              </a:rPr>
              <a:t>Onderwijsspeciﬁcaties </a:t>
            </a:r>
            <a:endParaRPr b="0" lang="en-US" sz="5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5" name=""/>
          <p:cNvSpPr/>
          <p:nvPr/>
        </p:nvSpPr>
        <p:spPr>
          <a:xfrm>
            <a:off x="804600" y="3976560"/>
            <a:ext cx="886320" cy="286200"/>
          </a:xfrm>
          <a:custGeom>
            <a:avLst/>
            <a:gdLst/>
            <a:ahLst/>
            <a:rect l="0" t="0" r="r" b="b"/>
            <a:pathLst>
              <a:path w="2462" h="795">
                <a:moveTo>
                  <a:pt x="0" y="649"/>
                </a:moveTo>
                <a:lnTo>
                  <a:pt x="0" y="119"/>
                </a:lnTo>
                <a:cubicBezTo>
                  <a:pt x="0" y="103"/>
                  <a:pt x="4" y="88"/>
                  <a:pt x="11" y="73"/>
                </a:cubicBezTo>
                <a:cubicBezTo>
                  <a:pt x="19" y="59"/>
                  <a:pt x="29" y="46"/>
                  <a:pt x="43" y="35"/>
                </a:cubicBezTo>
                <a:cubicBezTo>
                  <a:pt x="56" y="24"/>
                  <a:pt x="72" y="15"/>
                  <a:pt x="90" y="9"/>
                </a:cubicBezTo>
                <a:cubicBezTo>
                  <a:pt x="108" y="3"/>
                  <a:pt x="126" y="0"/>
                  <a:pt x="146" y="0"/>
                </a:cubicBezTo>
                <a:lnTo>
                  <a:pt x="2316" y="0"/>
                </a:lnTo>
                <a:cubicBezTo>
                  <a:pt x="2336" y="0"/>
                  <a:pt x="2354" y="3"/>
                  <a:pt x="2372" y="9"/>
                </a:cubicBezTo>
                <a:cubicBezTo>
                  <a:pt x="2390" y="15"/>
                  <a:pt x="2406" y="24"/>
                  <a:pt x="2419" y="35"/>
                </a:cubicBezTo>
                <a:cubicBezTo>
                  <a:pt x="2433" y="46"/>
                  <a:pt x="2443" y="59"/>
                  <a:pt x="2451" y="73"/>
                </a:cubicBezTo>
                <a:cubicBezTo>
                  <a:pt x="2458" y="88"/>
                  <a:pt x="2462" y="103"/>
                  <a:pt x="2462" y="119"/>
                </a:cubicBezTo>
                <a:lnTo>
                  <a:pt x="2462" y="649"/>
                </a:lnTo>
                <a:cubicBezTo>
                  <a:pt x="2462" y="659"/>
                  <a:pt x="2461" y="668"/>
                  <a:pt x="2459" y="677"/>
                </a:cubicBezTo>
                <a:cubicBezTo>
                  <a:pt x="2457" y="687"/>
                  <a:pt x="2454" y="696"/>
                  <a:pt x="2451" y="705"/>
                </a:cubicBezTo>
                <a:cubicBezTo>
                  <a:pt x="2447" y="714"/>
                  <a:pt x="2443" y="722"/>
                  <a:pt x="2437" y="730"/>
                </a:cubicBezTo>
                <a:cubicBezTo>
                  <a:pt x="2432" y="738"/>
                  <a:pt x="2426" y="745"/>
                  <a:pt x="2419" y="752"/>
                </a:cubicBezTo>
                <a:cubicBezTo>
                  <a:pt x="2412" y="759"/>
                  <a:pt x="2405" y="765"/>
                  <a:pt x="2397" y="770"/>
                </a:cubicBezTo>
                <a:cubicBezTo>
                  <a:pt x="2389" y="775"/>
                  <a:pt x="2381" y="780"/>
                  <a:pt x="2372" y="784"/>
                </a:cubicBezTo>
                <a:cubicBezTo>
                  <a:pt x="2363" y="787"/>
                  <a:pt x="2354" y="790"/>
                  <a:pt x="2345" y="792"/>
                </a:cubicBezTo>
                <a:cubicBezTo>
                  <a:pt x="2335" y="794"/>
                  <a:pt x="2326" y="795"/>
                  <a:pt x="2316" y="795"/>
                </a:cubicBezTo>
                <a:lnTo>
                  <a:pt x="146" y="795"/>
                </a:lnTo>
                <a:cubicBezTo>
                  <a:pt x="136" y="795"/>
                  <a:pt x="127" y="794"/>
                  <a:pt x="117" y="792"/>
                </a:cubicBezTo>
                <a:cubicBezTo>
                  <a:pt x="108" y="790"/>
                  <a:pt x="99" y="787"/>
                  <a:pt x="90" y="784"/>
                </a:cubicBezTo>
                <a:cubicBezTo>
                  <a:pt x="81" y="780"/>
                  <a:pt x="73" y="775"/>
                  <a:pt x="65" y="770"/>
                </a:cubicBezTo>
                <a:cubicBezTo>
                  <a:pt x="57" y="765"/>
                  <a:pt x="50" y="759"/>
                  <a:pt x="43" y="752"/>
                </a:cubicBezTo>
                <a:cubicBezTo>
                  <a:pt x="36" y="745"/>
                  <a:pt x="30" y="738"/>
                  <a:pt x="25" y="730"/>
                </a:cubicBezTo>
                <a:cubicBezTo>
                  <a:pt x="19" y="722"/>
                  <a:pt x="15" y="714"/>
                  <a:pt x="11" y="705"/>
                </a:cubicBezTo>
                <a:cubicBezTo>
                  <a:pt x="8" y="696"/>
                  <a:pt x="5" y="687"/>
                  <a:pt x="3" y="677"/>
                </a:cubicBezTo>
                <a:cubicBezTo>
                  <a:pt x="1" y="668"/>
                  <a:pt x="0" y="659"/>
                  <a:pt x="0" y="64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6" name=""/>
          <p:cNvSpPr/>
          <p:nvPr/>
        </p:nvSpPr>
        <p:spPr>
          <a:xfrm>
            <a:off x="799920" y="3962160"/>
            <a:ext cx="895680" cy="305280"/>
          </a:xfrm>
          <a:custGeom>
            <a:avLst/>
            <a:gdLst/>
            <a:ahLst/>
            <a:rect l="0" t="0" r="r" b="b"/>
            <a:pathLst>
              <a:path w="2488" h="848">
                <a:moveTo>
                  <a:pt x="0" y="0"/>
                </a:moveTo>
                <a:lnTo>
                  <a:pt x="2488" y="0"/>
                </a:lnTo>
                <a:lnTo>
                  <a:pt x="248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7" name=""/>
          <p:cNvSpPr/>
          <p:nvPr/>
        </p:nvSpPr>
        <p:spPr>
          <a:xfrm>
            <a:off x="799920" y="3962160"/>
            <a:ext cx="895680" cy="305280"/>
          </a:xfrm>
          <a:custGeom>
            <a:avLst/>
            <a:gdLst/>
            <a:ahLst/>
            <a:rect l="0" t="0" r="r" b="b"/>
            <a:pathLst>
              <a:path w="2488" h="848">
                <a:moveTo>
                  <a:pt x="0" y="0"/>
                </a:moveTo>
                <a:lnTo>
                  <a:pt x="2488" y="0"/>
                </a:lnTo>
                <a:lnTo>
                  <a:pt x="248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8" name=""/>
          <p:cNvSpPr/>
          <p:nvPr/>
        </p:nvSpPr>
        <p:spPr>
          <a:xfrm>
            <a:off x="799920" y="3962160"/>
            <a:ext cx="895680" cy="305280"/>
          </a:xfrm>
          <a:custGeom>
            <a:avLst/>
            <a:gdLst/>
            <a:ahLst/>
            <a:rect l="0" t="0" r="r" b="b"/>
            <a:pathLst>
              <a:path w="2488" h="848">
                <a:moveTo>
                  <a:pt x="0" y="0"/>
                </a:moveTo>
                <a:lnTo>
                  <a:pt x="2488" y="0"/>
                </a:lnTo>
                <a:lnTo>
                  <a:pt x="248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9" name=""/>
          <p:cNvSpPr/>
          <p:nvPr/>
        </p:nvSpPr>
        <p:spPr>
          <a:xfrm>
            <a:off x="799920" y="3962160"/>
            <a:ext cx="895680" cy="305280"/>
          </a:xfrm>
          <a:custGeom>
            <a:avLst/>
            <a:gdLst/>
            <a:ahLst/>
            <a:rect l="0" t="0" r="r" b="b"/>
            <a:pathLst>
              <a:path w="2488" h="848">
                <a:moveTo>
                  <a:pt x="0" y="0"/>
                </a:moveTo>
                <a:lnTo>
                  <a:pt x="2488" y="0"/>
                </a:lnTo>
                <a:lnTo>
                  <a:pt x="248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8118360" y="1987920"/>
            <a:ext cx="345240" cy="7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10" spc="-1" strike="noStrike">
                <a:solidFill>
                  <a:srgbClr val="1b2a6b"/>
                </a:solidFill>
                <a:latin typeface="Arial"/>
                <a:ea typeface="Arial"/>
              </a:rPr>
              <a:t>publiceren</a:t>
            </a:r>
            <a:endParaRPr b="0" lang="en-US" sz="5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1" name=""/>
          <p:cNvSpPr/>
          <p:nvPr/>
        </p:nvSpPr>
        <p:spPr>
          <a:xfrm>
            <a:off x="1757160" y="3976560"/>
            <a:ext cx="1972080" cy="286200"/>
          </a:xfrm>
          <a:custGeom>
            <a:avLst/>
            <a:gdLst/>
            <a:ahLst/>
            <a:rect l="0" t="0" r="r" b="b"/>
            <a:pathLst>
              <a:path w="5478" h="795">
                <a:moveTo>
                  <a:pt x="0" y="649"/>
                </a:moveTo>
                <a:lnTo>
                  <a:pt x="0" y="119"/>
                </a:lnTo>
                <a:cubicBezTo>
                  <a:pt x="0" y="103"/>
                  <a:pt x="4" y="88"/>
                  <a:pt x="11" y="73"/>
                </a:cubicBezTo>
                <a:cubicBezTo>
                  <a:pt x="19" y="59"/>
                  <a:pt x="29" y="46"/>
                  <a:pt x="43" y="35"/>
                </a:cubicBezTo>
                <a:cubicBezTo>
                  <a:pt x="56" y="24"/>
                  <a:pt x="72" y="15"/>
                  <a:pt x="90" y="9"/>
                </a:cubicBezTo>
                <a:cubicBezTo>
                  <a:pt x="108" y="3"/>
                  <a:pt x="126" y="0"/>
                  <a:pt x="146" y="0"/>
                </a:cubicBezTo>
                <a:lnTo>
                  <a:pt x="5332" y="0"/>
                </a:lnTo>
                <a:cubicBezTo>
                  <a:pt x="5352" y="0"/>
                  <a:pt x="5370" y="3"/>
                  <a:pt x="5388" y="9"/>
                </a:cubicBezTo>
                <a:cubicBezTo>
                  <a:pt x="5406" y="15"/>
                  <a:pt x="5422" y="24"/>
                  <a:pt x="5435" y="35"/>
                </a:cubicBezTo>
                <a:cubicBezTo>
                  <a:pt x="5449" y="46"/>
                  <a:pt x="5459" y="59"/>
                  <a:pt x="5467" y="73"/>
                </a:cubicBezTo>
                <a:cubicBezTo>
                  <a:pt x="5474" y="88"/>
                  <a:pt x="5478" y="103"/>
                  <a:pt x="5478" y="119"/>
                </a:cubicBezTo>
                <a:lnTo>
                  <a:pt x="5478" y="649"/>
                </a:lnTo>
                <a:cubicBezTo>
                  <a:pt x="5478" y="659"/>
                  <a:pt x="5477" y="668"/>
                  <a:pt x="5475" y="677"/>
                </a:cubicBezTo>
                <a:cubicBezTo>
                  <a:pt x="5473" y="687"/>
                  <a:pt x="5471" y="696"/>
                  <a:pt x="5467" y="705"/>
                </a:cubicBezTo>
                <a:cubicBezTo>
                  <a:pt x="5463" y="714"/>
                  <a:pt x="5459" y="722"/>
                  <a:pt x="5453" y="730"/>
                </a:cubicBezTo>
                <a:cubicBezTo>
                  <a:pt x="5448" y="738"/>
                  <a:pt x="5442" y="745"/>
                  <a:pt x="5435" y="752"/>
                </a:cubicBezTo>
                <a:cubicBezTo>
                  <a:pt x="5429" y="759"/>
                  <a:pt x="5421" y="765"/>
                  <a:pt x="5413" y="770"/>
                </a:cubicBezTo>
                <a:cubicBezTo>
                  <a:pt x="5405" y="775"/>
                  <a:pt x="5397" y="780"/>
                  <a:pt x="5388" y="784"/>
                </a:cubicBezTo>
                <a:cubicBezTo>
                  <a:pt x="5379" y="787"/>
                  <a:pt x="5370" y="790"/>
                  <a:pt x="5361" y="792"/>
                </a:cubicBezTo>
                <a:cubicBezTo>
                  <a:pt x="5351" y="794"/>
                  <a:pt x="5342" y="795"/>
                  <a:pt x="5332" y="795"/>
                </a:cubicBezTo>
                <a:lnTo>
                  <a:pt x="146" y="795"/>
                </a:lnTo>
                <a:cubicBezTo>
                  <a:pt x="136" y="795"/>
                  <a:pt x="127" y="794"/>
                  <a:pt x="117" y="792"/>
                </a:cubicBezTo>
                <a:cubicBezTo>
                  <a:pt x="108" y="790"/>
                  <a:pt x="99" y="787"/>
                  <a:pt x="90" y="784"/>
                </a:cubicBezTo>
                <a:cubicBezTo>
                  <a:pt x="81" y="780"/>
                  <a:pt x="73" y="775"/>
                  <a:pt x="65" y="770"/>
                </a:cubicBezTo>
                <a:cubicBezTo>
                  <a:pt x="57" y="765"/>
                  <a:pt x="49" y="759"/>
                  <a:pt x="43" y="752"/>
                </a:cubicBezTo>
                <a:cubicBezTo>
                  <a:pt x="36" y="745"/>
                  <a:pt x="30" y="738"/>
                  <a:pt x="25" y="730"/>
                </a:cubicBezTo>
                <a:cubicBezTo>
                  <a:pt x="19" y="722"/>
                  <a:pt x="15" y="714"/>
                  <a:pt x="11" y="705"/>
                </a:cubicBezTo>
                <a:cubicBezTo>
                  <a:pt x="7" y="696"/>
                  <a:pt x="5" y="687"/>
                  <a:pt x="3" y="677"/>
                </a:cubicBezTo>
                <a:cubicBezTo>
                  <a:pt x="1" y="668"/>
                  <a:pt x="0" y="659"/>
                  <a:pt x="0" y="64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2" name=""/>
          <p:cNvSpPr/>
          <p:nvPr/>
        </p:nvSpPr>
        <p:spPr>
          <a:xfrm>
            <a:off x="1752480" y="3962160"/>
            <a:ext cx="1981440" cy="305280"/>
          </a:xfrm>
          <a:custGeom>
            <a:avLst/>
            <a:gdLst/>
            <a:ahLst/>
            <a:rect l="0" t="0" r="r" b="b"/>
            <a:pathLst>
              <a:path w="5504" h="848">
                <a:moveTo>
                  <a:pt x="0" y="0"/>
                </a:moveTo>
                <a:lnTo>
                  <a:pt x="5504" y="0"/>
                </a:lnTo>
                <a:lnTo>
                  <a:pt x="5504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3" name=""/>
          <p:cNvSpPr/>
          <p:nvPr/>
        </p:nvSpPr>
        <p:spPr>
          <a:xfrm>
            <a:off x="1752480" y="3962160"/>
            <a:ext cx="1981440" cy="305280"/>
          </a:xfrm>
          <a:custGeom>
            <a:avLst/>
            <a:gdLst/>
            <a:ahLst/>
            <a:rect l="0" t="0" r="r" b="b"/>
            <a:pathLst>
              <a:path w="5504" h="848">
                <a:moveTo>
                  <a:pt x="0" y="0"/>
                </a:moveTo>
                <a:lnTo>
                  <a:pt x="5504" y="0"/>
                </a:lnTo>
                <a:lnTo>
                  <a:pt x="5504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4" name=""/>
          <p:cNvSpPr/>
          <p:nvPr/>
        </p:nvSpPr>
        <p:spPr>
          <a:xfrm>
            <a:off x="1752480" y="3962160"/>
            <a:ext cx="1981440" cy="305280"/>
          </a:xfrm>
          <a:custGeom>
            <a:avLst/>
            <a:gdLst/>
            <a:ahLst/>
            <a:rect l="0" t="0" r="r" b="b"/>
            <a:pathLst>
              <a:path w="5504" h="848">
                <a:moveTo>
                  <a:pt x="0" y="0"/>
                </a:moveTo>
                <a:lnTo>
                  <a:pt x="5504" y="0"/>
                </a:lnTo>
                <a:lnTo>
                  <a:pt x="5504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5" name=""/>
          <p:cNvSpPr/>
          <p:nvPr/>
        </p:nvSpPr>
        <p:spPr>
          <a:xfrm>
            <a:off x="1752480" y="3962160"/>
            <a:ext cx="1981440" cy="305280"/>
          </a:xfrm>
          <a:custGeom>
            <a:avLst/>
            <a:gdLst/>
            <a:ahLst/>
            <a:rect l="0" t="0" r="r" b="b"/>
            <a:pathLst>
              <a:path w="5504" h="848">
                <a:moveTo>
                  <a:pt x="0" y="0"/>
                </a:moveTo>
                <a:lnTo>
                  <a:pt x="5504" y="0"/>
                </a:lnTo>
                <a:lnTo>
                  <a:pt x="5504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898560" y="4055040"/>
            <a:ext cx="84348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10" spc="-1" strike="noStrike">
                <a:solidFill>
                  <a:srgbClr val="1b2a6b"/>
                </a:solidFill>
                <a:latin typeface="Arial"/>
                <a:ea typeface="Arial"/>
              </a:rPr>
              <a:t>1 Ontwerpen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7" name=""/>
          <p:cNvSpPr/>
          <p:nvPr/>
        </p:nvSpPr>
        <p:spPr>
          <a:xfrm>
            <a:off x="3795480" y="3976560"/>
            <a:ext cx="1343520" cy="286200"/>
          </a:xfrm>
          <a:custGeom>
            <a:avLst/>
            <a:gdLst/>
            <a:ahLst/>
            <a:rect l="0" t="0" r="r" b="b"/>
            <a:pathLst>
              <a:path w="3732" h="795">
                <a:moveTo>
                  <a:pt x="0" y="649"/>
                </a:moveTo>
                <a:lnTo>
                  <a:pt x="0" y="119"/>
                </a:lnTo>
                <a:cubicBezTo>
                  <a:pt x="0" y="103"/>
                  <a:pt x="4" y="88"/>
                  <a:pt x="11" y="73"/>
                </a:cubicBezTo>
                <a:cubicBezTo>
                  <a:pt x="19" y="59"/>
                  <a:pt x="29" y="46"/>
                  <a:pt x="43" y="35"/>
                </a:cubicBezTo>
                <a:cubicBezTo>
                  <a:pt x="56" y="24"/>
                  <a:pt x="72" y="15"/>
                  <a:pt x="90" y="9"/>
                </a:cubicBezTo>
                <a:cubicBezTo>
                  <a:pt x="108" y="3"/>
                  <a:pt x="126" y="0"/>
                  <a:pt x="146" y="0"/>
                </a:cubicBezTo>
                <a:lnTo>
                  <a:pt x="3586" y="0"/>
                </a:lnTo>
                <a:cubicBezTo>
                  <a:pt x="3606" y="0"/>
                  <a:pt x="3624" y="3"/>
                  <a:pt x="3642" y="9"/>
                </a:cubicBezTo>
                <a:cubicBezTo>
                  <a:pt x="3660" y="15"/>
                  <a:pt x="3676" y="24"/>
                  <a:pt x="3689" y="35"/>
                </a:cubicBezTo>
                <a:cubicBezTo>
                  <a:pt x="3703" y="46"/>
                  <a:pt x="3713" y="59"/>
                  <a:pt x="3721" y="73"/>
                </a:cubicBezTo>
                <a:cubicBezTo>
                  <a:pt x="3728" y="88"/>
                  <a:pt x="3732" y="103"/>
                  <a:pt x="3732" y="119"/>
                </a:cubicBezTo>
                <a:lnTo>
                  <a:pt x="3732" y="649"/>
                </a:lnTo>
                <a:cubicBezTo>
                  <a:pt x="3732" y="659"/>
                  <a:pt x="3731" y="668"/>
                  <a:pt x="3729" y="677"/>
                </a:cubicBezTo>
                <a:cubicBezTo>
                  <a:pt x="3727" y="687"/>
                  <a:pt x="3724" y="696"/>
                  <a:pt x="3721" y="705"/>
                </a:cubicBezTo>
                <a:cubicBezTo>
                  <a:pt x="3717" y="714"/>
                  <a:pt x="3713" y="722"/>
                  <a:pt x="3707" y="730"/>
                </a:cubicBezTo>
                <a:cubicBezTo>
                  <a:pt x="3702" y="738"/>
                  <a:pt x="3696" y="745"/>
                  <a:pt x="3689" y="752"/>
                </a:cubicBezTo>
                <a:cubicBezTo>
                  <a:pt x="3682" y="759"/>
                  <a:pt x="3675" y="765"/>
                  <a:pt x="3667" y="770"/>
                </a:cubicBezTo>
                <a:cubicBezTo>
                  <a:pt x="3659" y="775"/>
                  <a:pt x="3651" y="780"/>
                  <a:pt x="3642" y="784"/>
                </a:cubicBezTo>
                <a:cubicBezTo>
                  <a:pt x="3633" y="787"/>
                  <a:pt x="3624" y="790"/>
                  <a:pt x="3615" y="792"/>
                </a:cubicBezTo>
                <a:cubicBezTo>
                  <a:pt x="3605" y="794"/>
                  <a:pt x="3596" y="795"/>
                  <a:pt x="3586" y="795"/>
                </a:cubicBezTo>
                <a:lnTo>
                  <a:pt x="146" y="795"/>
                </a:lnTo>
                <a:cubicBezTo>
                  <a:pt x="136" y="795"/>
                  <a:pt x="127" y="794"/>
                  <a:pt x="117" y="792"/>
                </a:cubicBezTo>
                <a:cubicBezTo>
                  <a:pt x="108" y="790"/>
                  <a:pt x="99" y="787"/>
                  <a:pt x="90" y="784"/>
                </a:cubicBezTo>
                <a:cubicBezTo>
                  <a:pt x="81" y="780"/>
                  <a:pt x="73" y="775"/>
                  <a:pt x="65" y="770"/>
                </a:cubicBezTo>
                <a:cubicBezTo>
                  <a:pt x="57" y="765"/>
                  <a:pt x="50" y="759"/>
                  <a:pt x="43" y="752"/>
                </a:cubicBezTo>
                <a:cubicBezTo>
                  <a:pt x="36" y="745"/>
                  <a:pt x="30" y="738"/>
                  <a:pt x="25" y="730"/>
                </a:cubicBezTo>
                <a:cubicBezTo>
                  <a:pt x="19" y="722"/>
                  <a:pt x="15" y="714"/>
                  <a:pt x="11" y="705"/>
                </a:cubicBezTo>
                <a:cubicBezTo>
                  <a:pt x="8" y="696"/>
                  <a:pt x="5" y="687"/>
                  <a:pt x="3" y="677"/>
                </a:cubicBezTo>
                <a:cubicBezTo>
                  <a:pt x="1" y="668"/>
                  <a:pt x="0" y="659"/>
                  <a:pt x="0" y="64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8" name=""/>
          <p:cNvSpPr/>
          <p:nvPr/>
        </p:nvSpPr>
        <p:spPr>
          <a:xfrm>
            <a:off x="3790800" y="3962160"/>
            <a:ext cx="1352880" cy="305280"/>
          </a:xfrm>
          <a:custGeom>
            <a:avLst/>
            <a:gdLst/>
            <a:ahLst/>
            <a:rect l="0" t="0" r="r" b="b"/>
            <a:pathLst>
              <a:path w="3758" h="848">
                <a:moveTo>
                  <a:pt x="0" y="0"/>
                </a:moveTo>
                <a:lnTo>
                  <a:pt x="3758" y="0"/>
                </a:lnTo>
                <a:lnTo>
                  <a:pt x="375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9" name=""/>
          <p:cNvSpPr/>
          <p:nvPr/>
        </p:nvSpPr>
        <p:spPr>
          <a:xfrm>
            <a:off x="3790800" y="3962160"/>
            <a:ext cx="1352880" cy="305280"/>
          </a:xfrm>
          <a:custGeom>
            <a:avLst/>
            <a:gdLst/>
            <a:ahLst/>
            <a:rect l="0" t="0" r="r" b="b"/>
            <a:pathLst>
              <a:path w="3758" h="848">
                <a:moveTo>
                  <a:pt x="0" y="0"/>
                </a:moveTo>
                <a:lnTo>
                  <a:pt x="3758" y="0"/>
                </a:lnTo>
                <a:lnTo>
                  <a:pt x="375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0" name=""/>
          <p:cNvSpPr/>
          <p:nvPr/>
        </p:nvSpPr>
        <p:spPr>
          <a:xfrm>
            <a:off x="3790800" y="3962160"/>
            <a:ext cx="1352880" cy="305280"/>
          </a:xfrm>
          <a:custGeom>
            <a:avLst/>
            <a:gdLst/>
            <a:ahLst/>
            <a:rect l="0" t="0" r="r" b="b"/>
            <a:pathLst>
              <a:path w="3758" h="848">
                <a:moveTo>
                  <a:pt x="0" y="0"/>
                </a:moveTo>
                <a:lnTo>
                  <a:pt x="3758" y="0"/>
                </a:lnTo>
                <a:lnTo>
                  <a:pt x="375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1" name=""/>
          <p:cNvSpPr/>
          <p:nvPr/>
        </p:nvSpPr>
        <p:spPr>
          <a:xfrm>
            <a:off x="3790800" y="3962160"/>
            <a:ext cx="1352880" cy="305280"/>
          </a:xfrm>
          <a:custGeom>
            <a:avLst/>
            <a:gdLst/>
            <a:ahLst/>
            <a:rect l="0" t="0" r="r" b="b"/>
            <a:pathLst>
              <a:path w="3758" h="848">
                <a:moveTo>
                  <a:pt x="0" y="0"/>
                </a:moveTo>
                <a:lnTo>
                  <a:pt x="3758" y="0"/>
                </a:lnTo>
                <a:lnTo>
                  <a:pt x="375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1856520" y="4055040"/>
            <a:ext cx="210996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10" spc="-1" strike="noStrike">
                <a:solidFill>
                  <a:srgbClr val="1b2a6b"/>
                </a:solidFill>
                <a:latin typeface="Arial"/>
                <a:ea typeface="Arial"/>
              </a:rPr>
              <a:t>2 Publiceren en planbaar maken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3" name=""/>
          <p:cNvSpPr/>
          <p:nvPr/>
        </p:nvSpPr>
        <p:spPr>
          <a:xfrm>
            <a:off x="5205240" y="3976560"/>
            <a:ext cx="1629000" cy="286200"/>
          </a:xfrm>
          <a:custGeom>
            <a:avLst/>
            <a:gdLst/>
            <a:ahLst/>
            <a:rect l="0" t="0" r="r" b="b"/>
            <a:pathLst>
              <a:path w="4525" h="795">
                <a:moveTo>
                  <a:pt x="0" y="649"/>
                </a:moveTo>
                <a:lnTo>
                  <a:pt x="0" y="119"/>
                </a:lnTo>
                <a:cubicBezTo>
                  <a:pt x="0" y="103"/>
                  <a:pt x="4" y="88"/>
                  <a:pt x="11" y="73"/>
                </a:cubicBezTo>
                <a:cubicBezTo>
                  <a:pt x="18" y="59"/>
                  <a:pt x="29" y="46"/>
                  <a:pt x="43" y="35"/>
                </a:cubicBezTo>
                <a:cubicBezTo>
                  <a:pt x="56" y="24"/>
                  <a:pt x="72" y="15"/>
                  <a:pt x="90" y="9"/>
                </a:cubicBezTo>
                <a:cubicBezTo>
                  <a:pt x="108" y="3"/>
                  <a:pt x="126" y="0"/>
                  <a:pt x="145" y="0"/>
                </a:cubicBezTo>
                <a:lnTo>
                  <a:pt x="4380" y="0"/>
                </a:lnTo>
                <a:cubicBezTo>
                  <a:pt x="4399" y="0"/>
                  <a:pt x="4418" y="3"/>
                  <a:pt x="4436" y="9"/>
                </a:cubicBezTo>
                <a:cubicBezTo>
                  <a:pt x="4453" y="15"/>
                  <a:pt x="4469" y="24"/>
                  <a:pt x="4483" y="35"/>
                </a:cubicBezTo>
                <a:cubicBezTo>
                  <a:pt x="4496" y="46"/>
                  <a:pt x="4507" y="59"/>
                  <a:pt x="4514" y="73"/>
                </a:cubicBezTo>
                <a:cubicBezTo>
                  <a:pt x="4522" y="88"/>
                  <a:pt x="4525" y="103"/>
                  <a:pt x="4525" y="119"/>
                </a:cubicBezTo>
                <a:lnTo>
                  <a:pt x="4525" y="649"/>
                </a:lnTo>
                <a:cubicBezTo>
                  <a:pt x="4525" y="659"/>
                  <a:pt x="4524" y="668"/>
                  <a:pt x="4523" y="677"/>
                </a:cubicBezTo>
                <a:cubicBezTo>
                  <a:pt x="4521" y="687"/>
                  <a:pt x="4518" y="696"/>
                  <a:pt x="4514" y="705"/>
                </a:cubicBezTo>
                <a:cubicBezTo>
                  <a:pt x="4511" y="714"/>
                  <a:pt x="4506" y="722"/>
                  <a:pt x="4501" y="730"/>
                </a:cubicBezTo>
                <a:cubicBezTo>
                  <a:pt x="4496" y="738"/>
                  <a:pt x="4489" y="745"/>
                  <a:pt x="4483" y="752"/>
                </a:cubicBezTo>
                <a:cubicBezTo>
                  <a:pt x="4476" y="759"/>
                  <a:pt x="4469" y="765"/>
                  <a:pt x="4461" y="770"/>
                </a:cubicBezTo>
                <a:cubicBezTo>
                  <a:pt x="4453" y="775"/>
                  <a:pt x="4444" y="780"/>
                  <a:pt x="4436" y="784"/>
                </a:cubicBezTo>
                <a:cubicBezTo>
                  <a:pt x="4427" y="787"/>
                  <a:pt x="4418" y="790"/>
                  <a:pt x="4408" y="792"/>
                </a:cubicBezTo>
                <a:cubicBezTo>
                  <a:pt x="4399" y="794"/>
                  <a:pt x="4389" y="795"/>
                  <a:pt x="4380" y="795"/>
                </a:cubicBezTo>
                <a:lnTo>
                  <a:pt x="145" y="795"/>
                </a:lnTo>
                <a:cubicBezTo>
                  <a:pt x="136" y="795"/>
                  <a:pt x="126" y="794"/>
                  <a:pt x="117" y="792"/>
                </a:cubicBezTo>
                <a:cubicBezTo>
                  <a:pt x="108" y="790"/>
                  <a:pt x="99" y="787"/>
                  <a:pt x="90" y="784"/>
                </a:cubicBezTo>
                <a:cubicBezTo>
                  <a:pt x="81" y="780"/>
                  <a:pt x="73" y="775"/>
                  <a:pt x="65" y="770"/>
                </a:cubicBezTo>
                <a:cubicBezTo>
                  <a:pt x="57" y="765"/>
                  <a:pt x="49" y="759"/>
                  <a:pt x="43" y="752"/>
                </a:cubicBezTo>
                <a:cubicBezTo>
                  <a:pt x="36" y="745"/>
                  <a:pt x="30" y="738"/>
                  <a:pt x="25" y="730"/>
                </a:cubicBezTo>
                <a:cubicBezTo>
                  <a:pt x="19" y="722"/>
                  <a:pt x="15" y="714"/>
                  <a:pt x="11" y="705"/>
                </a:cubicBezTo>
                <a:cubicBezTo>
                  <a:pt x="7" y="696"/>
                  <a:pt x="5" y="687"/>
                  <a:pt x="3" y="677"/>
                </a:cubicBezTo>
                <a:cubicBezTo>
                  <a:pt x="1" y="668"/>
                  <a:pt x="0" y="659"/>
                  <a:pt x="0" y="64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4" name=""/>
          <p:cNvSpPr/>
          <p:nvPr/>
        </p:nvSpPr>
        <p:spPr>
          <a:xfrm>
            <a:off x="5200560" y="3962160"/>
            <a:ext cx="1638720" cy="305280"/>
          </a:xfrm>
          <a:custGeom>
            <a:avLst/>
            <a:gdLst/>
            <a:ahLst/>
            <a:rect l="0" t="0" r="r" b="b"/>
            <a:pathLst>
              <a:path w="4552" h="848">
                <a:moveTo>
                  <a:pt x="0" y="0"/>
                </a:moveTo>
                <a:lnTo>
                  <a:pt x="4552" y="0"/>
                </a:lnTo>
                <a:lnTo>
                  <a:pt x="4552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5" name=""/>
          <p:cNvSpPr/>
          <p:nvPr/>
        </p:nvSpPr>
        <p:spPr>
          <a:xfrm>
            <a:off x="5200560" y="3962160"/>
            <a:ext cx="1638720" cy="305280"/>
          </a:xfrm>
          <a:custGeom>
            <a:avLst/>
            <a:gdLst/>
            <a:ahLst/>
            <a:rect l="0" t="0" r="r" b="b"/>
            <a:pathLst>
              <a:path w="4552" h="848">
                <a:moveTo>
                  <a:pt x="0" y="0"/>
                </a:moveTo>
                <a:lnTo>
                  <a:pt x="4552" y="0"/>
                </a:lnTo>
                <a:lnTo>
                  <a:pt x="4552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6" name=""/>
          <p:cNvSpPr/>
          <p:nvPr/>
        </p:nvSpPr>
        <p:spPr>
          <a:xfrm>
            <a:off x="5200560" y="3962160"/>
            <a:ext cx="1638720" cy="305280"/>
          </a:xfrm>
          <a:custGeom>
            <a:avLst/>
            <a:gdLst/>
            <a:ahLst/>
            <a:rect l="0" t="0" r="r" b="b"/>
            <a:pathLst>
              <a:path w="4552" h="848">
                <a:moveTo>
                  <a:pt x="0" y="0"/>
                </a:moveTo>
                <a:lnTo>
                  <a:pt x="4552" y="0"/>
                </a:lnTo>
                <a:lnTo>
                  <a:pt x="4552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7" name=""/>
          <p:cNvSpPr/>
          <p:nvPr/>
        </p:nvSpPr>
        <p:spPr>
          <a:xfrm>
            <a:off x="5200560" y="3962160"/>
            <a:ext cx="1638720" cy="305280"/>
          </a:xfrm>
          <a:custGeom>
            <a:avLst/>
            <a:gdLst/>
            <a:ahLst/>
            <a:rect l="0" t="0" r="r" b="b"/>
            <a:pathLst>
              <a:path w="4552" h="848">
                <a:moveTo>
                  <a:pt x="0" y="0"/>
                </a:moveTo>
                <a:lnTo>
                  <a:pt x="4552" y="0"/>
                </a:lnTo>
                <a:lnTo>
                  <a:pt x="4552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3890880" y="4055040"/>
            <a:ext cx="138132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10" spc="-1" strike="noStrike">
                <a:solidFill>
                  <a:srgbClr val="1b2a6b"/>
                </a:solidFill>
                <a:latin typeface="Arial"/>
                <a:ea typeface="Arial"/>
              </a:rPr>
              <a:t>3 Intake en plaatsing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9" name=""/>
          <p:cNvSpPr/>
          <p:nvPr/>
        </p:nvSpPr>
        <p:spPr>
          <a:xfrm>
            <a:off x="6900840" y="3976560"/>
            <a:ext cx="1629000" cy="286200"/>
          </a:xfrm>
          <a:custGeom>
            <a:avLst/>
            <a:gdLst/>
            <a:ahLst/>
            <a:rect l="0" t="0" r="r" b="b"/>
            <a:pathLst>
              <a:path w="4525" h="795">
                <a:moveTo>
                  <a:pt x="0" y="649"/>
                </a:moveTo>
                <a:lnTo>
                  <a:pt x="0" y="119"/>
                </a:lnTo>
                <a:cubicBezTo>
                  <a:pt x="0" y="103"/>
                  <a:pt x="3" y="88"/>
                  <a:pt x="11" y="73"/>
                </a:cubicBezTo>
                <a:cubicBezTo>
                  <a:pt x="18" y="59"/>
                  <a:pt x="29" y="46"/>
                  <a:pt x="42" y="35"/>
                </a:cubicBezTo>
                <a:cubicBezTo>
                  <a:pt x="56" y="24"/>
                  <a:pt x="72" y="15"/>
                  <a:pt x="89" y="9"/>
                </a:cubicBezTo>
                <a:cubicBezTo>
                  <a:pt x="107" y="3"/>
                  <a:pt x="126" y="0"/>
                  <a:pt x="145" y="0"/>
                </a:cubicBezTo>
                <a:lnTo>
                  <a:pt x="4379" y="0"/>
                </a:lnTo>
                <a:cubicBezTo>
                  <a:pt x="4399" y="0"/>
                  <a:pt x="4417" y="3"/>
                  <a:pt x="4435" y="9"/>
                </a:cubicBezTo>
                <a:cubicBezTo>
                  <a:pt x="4453" y="15"/>
                  <a:pt x="4469" y="24"/>
                  <a:pt x="4482" y="35"/>
                </a:cubicBezTo>
                <a:cubicBezTo>
                  <a:pt x="4496" y="46"/>
                  <a:pt x="4506" y="59"/>
                  <a:pt x="4514" y="73"/>
                </a:cubicBezTo>
                <a:cubicBezTo>
                  <a:pt x="4521" y="88"/>
                  <a:pt x="4525" y="103"/>
                  <a:pt x="4525" y="119"/>
                </a:cubicBezTo>
                <a:lnTo>
                  <a:pt x="4525" y="649"/>
                </a:lnTo>
                <a:cubicBezTo>
                  <a:pt x="4525" y="659"/>
                  <a:pt x="4524" y="668"/>
                  <a:pt x="4522" y="677"/>
                </a:cubicBezTo>
                <a:cubicBezTo>
                  <a:pt x="4520" y="687"/>
                  <a:pt x="4518" y="696"/>
                  <a:pt x="4514" y="705"/>
                </a:cubicBezTo>
                <a:cubicBezTo>
                  <a:pt x="4510" y="714"/>
                  <a:pt x="4506" y="722"/>
                  <a:pt x="4500" y="730"/>
                </a:cubicBezTo>
                <a:cubicBezTo>
                  <a:pt x="4495" y="738"/>
                  <a:pt x="4489" y="745"/>
                  <a:pt x="4482" y="752"/>
                </a:cubicBezTo>
                <a:cubicBezTo>
                  <a:pt x="4476" y="759"/>
                  <a:pt x="4468" y="765"/>
                  <a:pt x="4460" y="770"/>
                </a:cubicBezTo>
                <a:cubicBezTo>
                  <a:pt x="4452" y="775"/>
                  <a:pt x="4444" y="780"/>
                  <a:pt x="4435" y="784"/>
                </a:cubicBezTo>
                <a:cubicBezTo>
                  <a:pt x="4426" y="787"/>
                  <a:pt x="4417" y="790"/>
                  <a:pt x="4408" y="792"/>
                </a:cubicBezTo>
                <a:cubicBezTo>
                  <a:pt x="4398" y="794"/>
                  <a:pt x="4389" y="795"/>
                  <a:pt x="4379" y="795"/>
                </a:cubicBezTo>
                <a:lnTo>
                  <a:pt x="145" y="795"/>
                </a:lnTo>
                <a:cubicBezTo>
                  <a:pt x="136" y="795"/>
                  <a:pt x="126" y="794"/>
                  <a:pt x="117" y="792"/>
                </a:cubicBezTo>
                <a:cubicBezTo>
                  <a:pt x="107" y="790"/>
                  <a:pt x="98" y="787"/>
                  <a:pt x="89" y="784"/>
                </a:cubicBezTo>
                <a:cubicBezTo>
                  <a:pt x="81" y="780"/>
                  <a:pt x="72" y="775"/>
                  <a:pt x="64" y="770"/>
                </a:cubicBezTo>
                <a:cubicBezTo>
                  <a:pt x="56" y="765"/>
                  <a:pt x="49" y="759"/>
                  <a:pt x="42" y="752"/>
                </a:cubicBezTo>
                <a:cubicBezTo>
                  <a:pt x="35" y="745"/>
                  <a:pt x="29" y="738"/>
                  <a:pt x="24" y="730"/>
                </a:cubicBezTo>
                <a:cubicBezTo>
                  <a:pt x="19" y="722"/>
                  <a:pt x="14" y="714"/>
                  <a:pt x="11" y="705"/>
                </a:cubicBezTo>
                <a:cubicBezTo>
                  <a:pt x="7" y="696"/>
                  <a:pt x="4" y="687"/>
                  <a:pt x="2" y="677"/>
                </a:cubicBezTo>
                <a:cubicBezTo>
                  <a:pt x="0" y="668"/>
                  <a:pt x="0" y="659"/>
                  <a:pt x="0" y="64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0" name=""/>
          <p:cNvSpPr/>
          <p:nvPr/>
        </p:nvSpPr>
        <p:spPr>
          <a:xfrm>
            <a:off x="6895800" y="3962160"/>
            <a:ext cx="1638720" cy="305280"/>
          </a:xfrm>
          <a:custGeom>
            <a:avLst/>
            <a:gdLst/>
            <a:ahLst/>
            <a:rect l="0" t="0" r="r" b="b"/>
            <a:pathLst>
              <a:path w="4552" h="848">
                <a:moveTo>
                  <a:pt x="0" y="0"/>
                </a:moveTo>
                <a:lnTo>
                  <a:pt x="4552" y="0"/>
                </a:lnTo>
                <a:lnTo>
                  <a:pt x="4552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1" name=""/>
          <p:cNvSpPr/>
          <p:nvPr/>
        </p:nvSpPr>
        <p:spPr>
          <a:xfrm>
            <a:off x="6895800" y="3962160"/>
            <a:ext cx="1638720" cy="305280"/>
          </a:xfrm>
          <a:custGeom>
            <a:avLst/>
            <a:gdLst/>
            <a:ahLst/>
            <a:rect l="0" t="0" r="r" b="b"/>
            <a:pathLst>
              <a:path w="4552" h="848">
                <a:moveTo>
                  <a:pt x="0" y="0"/>
                </a:moveTo>
                <a:lnTo>
                  <a:pt x="4552" y="0"/>
                </a:lnTo>
                <a:lnTo>
                  <a:pt x="4552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2" name=""/>
          <p:cNvSpPr/>
          <p:nvPr/>
        </p:nvSpPr>
        <p:spPr>
          <a:xfrm>
            <a:off x="6895800" y="3962160"/>
            <a:ext cx="1638720" cy="305280"/>
          </a:xfrm>
          <a:custGeom>
            <a:avLst/>
            <a:gdLst/>
            <a:ahLst/>
            <a:rect l="0" t="0" r="r" b="b"/>
            <a:pathLst>
              <a:path w="4552" h="848">
                <a:moveTo>
                  <a:pt x="0" y="0"/>
                </a:moveTo>
                <a:lnTo>
                  <a:pt x="4552" y="0"/>
                </a:lnTo>
                <a:lnTo>
                  <a:pt x="4552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3" name=""/>
          <p:cNvSpPr/>
          <p:nvPr/>
        </p:nvSpPr>
        <p:spPr>
          <a:xfrm>
            <a:off x="6895800" y="3962160"/>
            <a:ext cx="1638720" cy="305280"/>
          </a:xfrm>
          <a:custGeom>
            <a:avLst/>
            <a:gdLst/>
            <a:ahLst/>
            <a:rect l="0" t="0" r="r" b="b"/>
            <a:pathLst>
              <a:path w="4552" h="848">
                <a:moveTo>
                  <a:pt x="0" y="0"/>
                </a:moveTo>
                <a:lnTo>
                  <a:pt x="4552" y="0"/>
                </a:lnTo>
                <a:lnTo>
                  <a:pt x="4552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5306040" y="4055040"/>
            <a:ext cx="172116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10" spc="-1" strike="noStrike">
                <a:solidFill>
                  <a:srgbClr val="1b2a6b"/>
                </a:solidFill>
                <a:latin typeface="Arial"/>
                <a:ea typeface="Arial"/>
              </a:rPr>
              <a:t>4 Detailleren en roosteren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5" name=""/>
          <p:cNvSpPr/>
          <p:nvPr/>
        </p:nvSpPr>
        <p:spPr>
          <a:xfrm>
            <a:off x="2528640" y="4338360"/>
            <a:ext cx="1410120" cy="286200"/>
          </a:xfrm>
          <a:custGeom>
            <a:avLst/>
            <a:gdLst/>
            <a:ahLst/>
            <a:rect l="0" t="0" r="r" b="b"/>
            <a:pathLst>
              <a:path w="3917" h="795">
                <a:moveTo>
                  <a:pt x="0" y="649"/>
                </a:moveTo>
                <a:lnTo>
                  <a:pt x="0" y="119"/>
                </a:lnTo>
                <a:cubicBezTo>
                  <a:pt x="0" y="104"/>
                  <a:pt x="4" y="88"/>
                  <a:pt x="11" y="74"/>
                </a:cubicBezTo>
                <a:cubicBezTo>
                  <a:pt x="19" y="59"/>
                  <a:pt x="29" y="46"/>
                  <a:pt x="43" y="35"/>
                </a:cubicBezTo>
                <a:cubicBezTo>
                  <a:pt x="56" y="24"/>
                  <a:pt x="72" y="15"/>
                  <a:pt x="90" y="9"/>
                </a:cubicBezTo>
                <a:cubicBezTo>
                  <a:pt x="108" y="3"/>
                  <a:pt x="126" y="0"/>
                  <a:pt x="146" y="0"/>
                </a:cubicBezTo>
                <a:lnTo>
                  <a:pt x="3771" y="0"/>
                </a:lnTo>
                <a:cubicBezTo>
                  <a:pt x="3791" y="0"/>
                  <a:pt x="3809" y="3"/>
                  <a:pt x="3827" y="9"/>
                </a:cubicBezTo>
                <a:cubicBezTo>
                  <a:pt x="3845" y="15"/>
                  <a:pt x="3861" y="24"/>
                  <a:pt x="3874" y="35"/>
                </a:cubicBezTo>
                <a:cubicBezTo>
                  <a:pt x="3888" y="46"/>
                  <a:pt x="3899" y="59"/>
                  <a:pt x="3906" y="74"/>
                </a:cubicBezTo>
                <a:cubicBezTo>
                  <a:pt x="3913" y="88"/>
                  <a:pt x="3917" y="104"/>
                  <a:pt x="3917" y="119"/>
                </a:cubicBezTo>
                <a:lnTo>
                  <a:pt x="3917" y="649"/>
                </a:lnTo>
                <a:cubicBezTo>
                  <a:pt x="3917" y="659"/>
                  <a:pt x="3916" y="669"/>
                  <a:pt x="3914" y="678"/>
                </a:cubicBezTo>
                <a:cubicBezTo>
                  <a:pt x="3912" y="687"/>
                  <a:pt x="3910" y="696"/>
                  <a:pt x="3906" y="705"/>
                </a:cubicBezTo>
                <a:cubicBezTo>
                  <a:pt x="3902" y="714"/>
                  <a:pt x="3898" y="722"/>
                  <a:pt x="3892" y="730"/>
                </a:cubicBezTo>
                <a:cubicBezTo>
                  <a:pt x="3887" y="738"/>
                  <a:pt x="3881" y="746"/>
                  <a:pt x="3874" y="752"/>
                </a:cubicBezTo>
                <a:cubicBezTo>
                  <a:pt x="3868" y="759"/>
                  <a:pt x="3860" y="765"/>
                  <a:pt x="3852" y="770"/>
                </a:cubicBezTo>
                <a:cubicBezTo>
                  <a:pt x="3844" y="776"/>
                  <a:pt x="3836" y="780"/>
                  <a:pt x="3827" y="784"/>
                </a:cubicBezTo>
                <a:cubicBezTo>
                  <a:pt x="3818" y="788"/>
                  <a:pt x="3809" y="790"/>
                  <a:pt x="3800" y="792"/>
                </a:cubicBezTo>
                <a:cubicBezTo>
                  <a:pt x="3791" y="794"/>
                  <a:pt x="3781" y="795"/>
                  <a:pt x="3771" y="795"/>
                </a:cubicBezTo>
                <a:lnTo>
                  <a:pt x="146" y="795"/>
                </a:lnTo>
                <a:cubicBezTo>
                  <a:pt x="136" y="795"/>
                  <a:pt x="127" y="794"/>
                  <a:pt x="117" y="792"/>
                </a:cubicBezTo>
                <a:cubicBezTo>
                  <a:pt x="108" y="790"/>
                  <a:pt x="99" y="788"/>
                  <a:pt x="90" y="784"/>
                </a:cubicBezTo>
                <a:cubicBezTo>
                  <a:pt x="81" y="780"/>
                  <a:pt x="73" y="776"/>
                  <a:pt x="65" y="770"/>
                </a:cubicBezTo>
                <a:cubicBezTo>
                  <a:pt x="57" y="765"/>
                  <a:pt x="50" y="759"/>
                  <a:pt x="43" y="752"/>
                </a:cubicBezTo>
                <a:cubicBezTo>
                  <a:pt x="36" y="746"/>
                  <a:pt x="30" y="738"/>
                  <a:pt x="25" y="730"/>
                </a:cubicBezTo>
                <a:cubicBezTo>
                  <a:pt x="19" y="722"/>
                  <a:pt x="15" y="714"/>
                  <a:pt x="11" y="705"/>
                </a:cubicBezTo>
                <a:cubicBezTo>
                  <a:pt x="8" y="696"/>
                  <a:pt x="5" y="687"/>
                  <a:pt x="3" y="678"/>
                </a:cubicBezTo>
                <a:cubicBezTo>
                  <a:pt x="1" y="669"/>
                  <a:pt x="0" y="659"/>
                  <a:pt x="0" y="64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6" name=""/>
          <p:cNvSpPr/>
          <p:nvPr/>
        </p:nvSpPr>
        <p:spPr>
          <a:xfrm>
            <a:off x="2523960" y="4324320"/>
            <a:ext cx="1419480" cy="304920"/>
          </a:xfrm>
          <a:custGeom>
            <a:avLst/>
            <a:gdLst/>
            <a:ahLst/>
            <a:rect l="0" t="0" r="r" b="b"/>
            <a:pathLst>
              <a:path w="3943" h="847">
                <a:moveTo>
                  <a:pt x="0" y="0"/>
                </a:moveTo>
                <a:lnTo>
                  <a:pt x="3943" y="0"/>
                </a:lnTo>
                <a:lnTo>
                  <a:pt x="3943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7" name=""/>
          <p:cNvSpPr/>
          <p:nvPr/>
        </p:nvSpPr>
        <p:spPr>
          <a:xfrm>
            <a:off x="2523960" y="4324320"/>
            <a:ext cx="1419480" cy="304920"/>
          </a:xfrm>
          <a:custGeom>
            <a:avLst/>
            <a:gdLst/>
            <a:ahLst/>
            <a:rect l="0" t="0" r="r" b="b"/>
            <a:pathLst>
              <a:path w="3943" h="847">
                <a:moveTo>
                  <a:pt x="0" y="0"/>
                </a:moveTo>
                <a:lnTo>
                  <a:pt x="3943" y="0"/>
                </a:lnTo>
                <a:lnTo>
                  <a:pt x="3943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8" name=""/>
          <p:cNvSpPr/>
          <p:nvPr/>
        </p:nvSpPr>
        <p:spPr>
          <a:xfrm>
            <a:off x="2523960" y="4324320"/>
            <a:ext cx="1419480" cy="304920"/>
          </a:xfrm>
          <a:custGeom>
            <a:avLst/>
            <a:gdLst/>
            <a:ahLst/>
            <a:rect l="0" t="0" r="r" b="b"/>
            <a:pathLst>
              <a:path w="3943" h="847">
                <a:moveTo>
                  <a:pt x="0" y="0"/>
                </a:moveTo>
                <a:lnTo>
                  <a:pt x="3943" y="0"/>
                </a:lnTo>
                <a:lnTo>
                  <a:pt x="3943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9" name=""/>
          <p:cNvSpPr/>
          <p:nvPr/>
        </p:nvSpPr>
        <p:spPr>
          <a:xfrm>
            <a:off x="2523960" y="4324320"/>
            <a:ext cx="1419480" cy="304920"/>
          </a:xfrm>
          <a:custGeom>
            <a:avLst/>
            <a:gdLst/>
            <a:ahLst/>
            <a:rect l="0" t="0" r="r" b="b"/>
            <a:pathLst>
              <a:path w="3943" h="847">
                <a:moveTo>
                  <a:pt x="0" y="0"/>
                </a:moveTo>
                <a:lnTo>
                  <a:pt x="3943" y="0"/>
                </a:lnTo>
                <a:lnTo>
                  <a:pt x="3943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0" name=""/>
          <p:cNvSpPr/>
          <p:nvPr/>
        </p:nvSpPr>
        <p:spPr>
          <a:xfrm>
            <a:off x="2639160" y="4410720"/>
            <a:ext cx="144000" cy="154440"/>
          </a:xfrm>
          <a:custGeom>
            <a:avLst/>
            <a:gdLst/>
            <a:ahLst/>
            <a:rect l="0" t="0" r="r" b="b"/>
            <a:pathLst>
              <a:path w="400" h="429">
                <a:moveTo>
                  <a:pt x="393" y="289"/>
                </a:moveTo>
                <a:lnTo>
                  <a:pt x="364" y="236"/>
                </a:lnTo>
                <a:lnTo>
                  <a:pt x="339" y="249"/>
                </a:lnTo>
                <a:lnTo>
                  <a:pt x="368" y="303"/>
                </a:lnTo>
                <a:cubicBezTo>
                  <a:pt x="373" y="312"/>
                  <a:pt x="373" y="321"/>
                  <a:pt x="368" y="329"/>
                </a:cubicBezTo>
                <a:cubicBezTo>
                  <a:pt x="363" y="338"/>
                  <a:pt x="355" y="342"/>
                  <a:pt x="345" y="342"/>
                </a:cubicBezTo>
                <a:lnTo>
                  <a:pt x="241" y="342"/>
                </a:lnTo>
                <a:lnTo>
                  <a:pt x="278" y="305"/>
                </a:lnTo>
                <a:lnTo>
                  <a:pt x="258" y="285"/>
                </a:lnTo>
                <a:lnTo>
                  <a:pt x="186" y="357"/>
                </a:lnTo>
                <a:lnTo>
                  <a:pt x="258" y="429"/>
                </a:lnTo>
                <a:lnTo>
                  <a:pt x="278" y="409"/>
                </a:lnTo>
                <a:lnTo>
                  <a:pt x="241" y="371"/>
                </a:lnTo>
                <a:lnTo>
                  <a:pt x="345" y="371"/>
                </a:lnTo>
                <a:cubicBezTo>
                  <a:pt x="355" y="371"/>
                  <a:pt x="364" y="369"/>
                  <a:pt x="372" y="364"/>
                </a:cubicBezTo>
                <a:cubicBezTo>
                  <a:pt x="381" y="359"/>
                  <a:pt x="388" y="352"/>
                  <a:pt x="393" y="344"/>
                </a:cubicBezTo>
                <a:cubicBezTo>
                  <a:pt x="398" y="335"/>
                  <a:pt x="400" y="326"/>
                  <a:pt x="400" y="316"/>
                </a:cubicBezTo>
                <a:cubicBezTo>
                  <a:pt x="400" y="307"/>
                  <a:pt x="398" y="297"/>
                  <a:pt x="393" y="289"/>
                </a:cubicBezTo>
                <a:moveTo>
                  <a:pt x="56" y="342"/>
                </a:moveTo>
                <a:cubicBezTo>
                  <a:pt x="45" y="342"/>
                  <a:pt x="37" y="338"/>
                  <a:pt x="32" y="329"/>
                </a:cubicBezTo>
                <a:cubicBezTo>
                  <a:pt x="27" y="321"/>
                  <a:pt x="27" y="312"/>
                  <a:pt x="32" y="303"/>
                </a:cubicBezTo>
                <a:lnTo>
                  <a:pt x="91" y="197"/>
                </a:lnTo>
                <a:lnTo>
                  <a:pt x="106" y="247"/>
                </a:lnTo>
                <a:lnTo>
                  <a:pt x="133" y="239"/>
                </a:lnTo>
                <a:lnTo>
                  <a:pt x="105" y="143"/>
                </a:lnTo>
                <a:lnTo>
                  <a:pt x="7" y="171"/>
                </a:lnTo>
                <a:lnTo>
                  <a:pt x="15" y="199"/>
                </a:lnTo>
                <a:lnTo>
                  <a:pt x="66" y="184"/>
                </a:lnTo>
                <a:lnTo>
                  <a:pt x="7" y="289"/>
                </a:lnTo>
                <a:cubicBezTo>
                  <a:pt x="2" y="297"/>
                  <a:pt x="-1" y="307"/>
                  <a:pt x="0" y="316"/>
                </a:cubicBezTo>
                <a:cubicBezTo>
                  <a:pt x="0" y="326"/>
                  <a:pt x="2" y="335"/>
                  <a:pt x="7" y="344"/>
                </a:cubicBezTo>
                <a:cubicBezTo>
                  <a:pt x="12" y="352"/>
                  <a:pt x="19" y="359"/>
                  <a:pt x="27" y="364"/>
                </a:cubicBezTo>
                <a:cubicBezTo>
                  <a:pt x="36" y="369"/>
                  <a:pt x="45" y="371"/>
                  <a:pt x="56" y="371"/>
                </a:cubicBezTo>
                <a:lnTo>
                  <a:pt x="143" y="371"/>
                </a:lnTo>
                <a:lnTo>
                  <a:pt x="143" y="342"/>
                </a:lnTo>
                <a:lnTo>
                  <a:pt x="56" y="342"/>
                </a:lnTo>
                <a:moveTo>
                  <a:pt x="336" y="109"/>
                </a:moveTo>
                <a:lnTo>
                  <a:pt x="321" y="159"/>
                </a:lnTo>
                <a:lnTo>
                  <a:pt x="248" y="28"/>
                </a:lnTo>
                <a:cubicBezTo>
                  <a:pt x="238" y="10"/>
                  <a:pt x="221" y="0"/>
                  <a:pt x="200" y="0"/>
                </a:cubicBezTo>
                <a:cubicBezTo>
                  <a:pt x="180" y="0"/>
                  <a:pt x="162" y="10"/>
                  <a:pt x="153" y="28"/>
                </a:cubicBezTo>
                <a:lnTo>
                  <a:pt x="109" y="107"/>
                </a:lnTo>
                <a:lnTo>
                  <a:pt x="134" y="121"/>
                </a:lnTo>
                <a:lnTo>
                  <a:pt x="178" y="42"/>
                </a:lnTo>
                <a:cubicBezTo>
                  <a:pt x="182" y="33"/>
                  <a:pt x="191" y="28"/>
                  <a:pt x="200" y="28"/>
                </a:cubicBezTo>
                <a:cubicBezTo>
                  <a:pt x="210" y="28"/>
                  <a:pt x="219" y="33"/>
                  <a:pt x="223" y="42"/>
                </a:cubicBezTo>
                <a:lnTo>
                  <a:pt x="296" y="173"/>
                </a:lnTo>
                <a:lnTo>
                  <a:pt x="246" y="158"/>
                </a:lnTo>
                <a:lnTo>
                  <a:pt x="238" y="185"/>
                </a:lnTo>
                <a:lnTo>
                  <a:pt x="335" y="214"/>
                </a:lnTo>
                <a:lnTo>
                  <a:pt x="363" y="117"/>
                </a:lnTo>
                <a:lnTo>
                  <a:pt x="336" y="109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6997680" y="4055040"/>
            <a:ext cx="172908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10" spc="-1" strike="noStrike">
                <a:solidFill>
                  <a:srgbClr val="1b2a6b"/>
                </a:solidFill>
                <a:latin typeface="Arial"/>
                <a:ea typeface="Arial"/>
              </a:rPr>
              <a:t>5 Uitvoeren en begeleiden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2" name=""/>
          <p:cNvSpPr/>
          <p:nvPr/>
        </p:nvSpPr>
        <p:spPr>
          <a:xfrm>
            <a:off x="4005000" y="4338360"/>
            <a:ext cx="972000" cy="286200"/>
          </a:xfrm>
          <a:custGeom>
            <a:avLst/>
            <a:gdLst/>
            <a:ahLst/>
            <a:rect l="0" t="0" r="r" b="b"/>
            <a:pathLst>
              <a:path w="2700" h="795">
                <a:moveTo>
                  <a:pt x="0" y="649"/>
                </a:moveTo>
                <a:lnTo>
                  <a:pt x="0" y="119"/>
                </a:lnTo>
                <a:cubicBezTo>
                  <a:pt x="0" y="104"/>
                  <a:pt x="4" y="88"/>
                  <a:pt x="11" y="74"/>
                </a:cubicBezTo>
                <a:cubicBezTo>
                  <a:pt x="19" y="59"/>
                  <a:pt x="29" y="46"/>
                  <a:pt x="43" y="35"/>
                </a:cubicBezTo>
                <a:cubicBezTo>
                  <a:pt x="56" y="24"/>
                  <a:pt x="72" y="15"/>
                  <a:pt x="90" y="9"/>
                </a:cubicBezTo>
                <a:cubicBezTo>
                  <a:pt x="108" y="3"/>
                  <a:pt x="126" y="0"/>
                  <a:pt x="146" y="0"/>
                </a:cubicBezTo>
                <a:lnTo>
                  <a:pt x="2554" y="0"/>
                </a:lnTo>
                <a:cubicBezTo>
                  <a:pt x="2574" y="0"/>
                  <a:pt x="2592" y="3"/>
                  <a:pt x="2610" y="9"/>
                </a:cubicBezTo>
                <a:cubicBezTo>
                  <a:pt x="2628" y="15"/>
                  <a:pt x="2644" y="24"/>
                  <a:pt x="2657" y="35"/>
                </a:cubicBezTo>
                <a:cubicBezTo>
                  <a:pt x="2671" y="46"/>
                  <a:pt x="2682" y="59"/>
                  <a:pt x="2689" y="74"/>
                </a:cubicBezTo>
                <a:cubicBezTo>
                  <a:pt x="2696" y="88"/>
                  <a:pt x="2700" y="104"/>
                  <a:pt x="2700" y="119"/>
                </a:cubicBezTo>
                <a:lnTo>
                  <a:pt x="2700" y="649"/>
                </a:lnTo>
                <a:cubicBezTo>
                  <a:pt x="2700" y="659"/>
                  <a:pt x="2699" y="669"/>
                  <a:pt x="2697" y="678"/>
                </a:cubicBezTo>
                <a:cubicBezTo>
                  <a:pt x="2695" y="687"/>
                  <a:pt x="2693" y="696"/>
                  <a:pt x="2689" y="705"/>
                </a:cubicBezTo>
                <a:cubicBezTo>
                  <a:pt x="2685" y="714"/>
                  <a:pt x="2681" y="722"/>
                  <a:pt x="2675" y="730"/>
                </a:cubicBezTo>
                <a:cubicBezTo>
                  <a:pt x="2670" y="738"/>
                  <a:pt x="2664" y="746"/>
                  <a:pt x="2657" y="752"/>
                </a:cubicBezTo>
                <a:cubicBezTo>
                  <a:pt x="2651" y="759"/>
                  <a:pt x="2643" y="765"/>
                  <a:pt x="2635" y="770"/>
                </a:cubicBezTo>
                <a:cubicBezTo>
                  <a:pt x="2627" y="776"/>
                  <a:pt x="2619" y="780"/>
                  <a:pt x="2610" y="784"/>
                </a:cubicBezTo>
                <a:cubicBezTo>
                  <a:pt x="2601" y="788"/>
                  <a:pt x="2592" y="790"/>
                  <a:pt x="2583" y="792"/>
                </a:cubicBezTo>
                <a:cubicBezTo>
                  <a:pt x="2573" y="794"/>
                  <a:pt x="2564" y="795"/>
                  <a:pt x="2554" y="795"/>
                </a:cubicBezTo>
                <a:lnTo>
                  <a:pt x="146" y="795"/>
                </a:lnTo>
                <a:cubicBezTo>
                  <a:pt x="136" y="795"/>
                  <a:pt x="127" y="794"/>
                  <a:pt x="117" y="792"/>
                </a:cubicBezTo>
                <a:cubicBezTo>
                  <a:pt x="108" y="790"/>
                  <a:pt x="99" y="788"/>
                  <a:pt x="90" y="784"/>
                </a:cubicBezTo>
                <a:cubicBezTo>
                  <a:pt x="81" y="780"/>
                  <a:pt x="73" y="776"/>
                  <a:pt x="65" y="770"/>
                </a:cubicBezTo>
                <a:cubicBezTo>
                  <a:pt x="57" y="765"/>
                  <a:pt x="50" y="759"/>
                  <a:pt x="43" y="752"/>
                </a:cubicBezTo>
                <a:cubicBezTo>
                  <a:pt x="36" y="746"/>
                  <a:pt x="30" y="738"/>
                  <a:pt x="25" y="730"/>
                </a:cubicBezTo>
                <a:cubicBezTo>
                  <a:pt x="19" y="722"/>
                  <a:pt x="15" y="714"/>
                  <a:pt x="11" y="705"/>
                </a:cubicBezTo>
                <a:cubicBezTo>
                  <a:pt x="8" y="696"/>
                  <a:pt x="5" y="687"/>
                  <a:pt x="3" y="678"/>
                </a:cubicBezTo>
                <a:cubicBezTo>
                  <a:pt x="1" y="669"/>
                  <a:pt x="0" y="659"/>
                  <a:pt x="0" y="64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3" name=""/>
          <p:cNvSpPr/>
          <p:nvPr/>
        </p:nvSpPr>
        <p:spPr>
          <a:xfrm>
            <a:off x="4000320" y="4324320"/>
            <a:ext cx="981360" cy="304920"/>
          </a:xfrm>
          <a:custGeom>
            <a:avLst/>
            <a:gdLst/>
            <a:ahLst/>
            <a:rect l="0" t="0" r="r" b="b"/>
            <a:pathLst>
              <a:path w="2726" h="847">
                <a:moveTo>
                  <a:pt x="0" y="0"/>
                </a:moveTo>
                <a:lnTo>
                  <a:pt x="2726" y="0"/>
                </a:lnTo>
                <a:lnTo>
                  <a:pt x="2726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4" name=""/>
          <p:cNvSpPr/>
          <p:nvPr/>
        </p:nvSpPr>
        <p:spPr>
          <a:xfrm>
            <a:off x="4000320" y="4324320"/>
            <a:ext cx="981360" cy="304920"/>
          </a:xfrm>
          <a:custGeom>
            <a:avLst/>
            <a:gdLst/>
            <a:ahLst/>
            <a:rect l="0" t="0" r="r" b="b"/>
            <a:pathLst>
              <a:path w="2726" h="847">
                <a:moveTo>
                  <a:pt x="0" y="0"/>
                </a:moveTo>
                <a:lnTo>
                  <a:pt x="2726" y="0"/>
                </a:lnTo>
                <a:lnTo>
                  <a:pt x="2726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5" name=""/>
          <p:cNvSpPr/>
          <p:nvPr/>
        </p:nvSpPr>
        <p:spPr>
          <a:xfrm>
            <a:off x="4000320" y="4324320"/>
            <a:ext cx="981360" cy="304920"/>
          </a:xfrm>
          <a:custGeom>
            <a:avLst/>
            <a:gdLst/>
            <a:ahLst/>
            <a:rect l="0" t="0" r="r" b="b"/>
            <a:pathLst>
              <a:path w="2726" h="847">
                <a:moveTo>
                  <a:pt x="0" y="0"/>
                </a:moveTo>
                <a:lnTo>
                  <a:pt x="2726" y="0"/>
                </a:lnTo>
                <a:lnTo>
                  <a:pt x="2726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6" name=""/>
          <p:cNvSpPr/>
          <p:nvPr/>
        </p:nvSpPr>
        <p:spPr>
          <a:xfrm>
            <a:off x="4000320" y="4324320"/>
            <a:ext cx="981360" cy="304920"/>
          </a:xfrm>
          <a:custGeom>
            <a:avLst/>
            <a:gdLst/>
            <a:ahLst/>
            <a:rect l="0" t="0" r="r" b="b"/>
            <a:pathLst>
              <a:path w="2726" h="847">
                <a:moveTo>
                  <a:pt x="0" y="0"/>
                </a:moveTo>
                <a:lnTo>
                  <a:pt x="2726" y="0"/>
                </a:lnTo>
                <a:lnTo>
                  <a:pt x="2726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7" name=""/>
          <p:cNvSpPr/>
          <p:nvPr/>
        </p:nvSpPr>
        <p:spPr>
          <a:xfrm>
            <a:off x="4115520" y="4410720"/>
            <a:ext cx="144000" cy="154440"/>
          </a:xfrm>
          <a:custGeom>
            <a:avLst/>
            <a:gdLst/>
            <a:ahLst/>
            <a:rect l="0" t="0" r="r" b="b"/>
            <a:pathLst>
              <a:path w="400" h="429">
                <a:moveTo>
                  <a:pt x="393" y="289"/>
                </a:moveTo>
                <a:lnTo>
                  <a:pt x="364" y="236"/>
                </a:lnTo>
                <a:lnTo>
                  <a:pt x="338" y="249"/>
                </a:lnTo>
                <a:lnTo>
                  <a:pt x="368" y="303"/>
                </a:lnTo>
                <a:cubicBezTo>
                  <a:pt x="373" y="312"/>
                  <a:pt x="373" y="321"/>
                  <a:pt x="368" y="329"/>
                </a:cubicBezTo>
                <a:cubicBezTo>
                  <a:pt x="363" y="338"/>
                  <a:pt x="355" y="342"/>
                  <a:pt x="345" y="342"/>
                </a:cubicBezTo>
                <a:lnTo>
                  <a:pt x="240" y="342"/>
                </a:lnTo>
                <a:lnTo>
                  <a:pt x="277" y="305"/>
                </a:lnTo>
                <a:lnTo>
                  <a:pt x="257" y="285"/>
                </a:lnTo>
                <a:lnTo>
                  <a:pt x="185" y="357"/>
                </a:lnTo>
                <a:lnTo>
                  <a:pt x="257" y="429"/>
                </a:lnTo>
                <a:lnTo>
                  <a:pt x="277" y="409"/>
                </a:lnTo>
                <a:lnTo>
                  <a:pt x="240" y="371"/>
                </a:lnTo>
                <a:lnTo>
                  <a:pt x="345" y="371"/>
                </a:lnTo>
                <a:cubicBezTo>
                  <a:pt x="355" y="371"/>
                  <a:pt x="364" y="369"/>
                  <a:pt x="372" y="364"/>
                </a:cubicBezTo>
                <a:cubicBezTo>
                  <a:pt x="381" y="359"/>
                  <a:pt x="388" y="352"/>
                  <a:pt x="393" y="344"/>
                </a:cubicBezTo>
                <a:cubicBezTo>
                  <a:pt x="398" y="335"/>
                  <a:pt x="400" y="326"/>
                  <a:pt x="400" y="316"/>
                </a:cubicBezTo>
                <a:cubicBezTo>
                  <a:pt x="400" y="307"/>
                  <a:pt x="398" y="297"/>
                  <a:pt x="393" y="289"/>
                </a:cubicBezTo>
                <a:moveTo>
                  <a:pt x="55" y="342"/>
                </a:moveTo>
                <a:cubicBezTo>
                  <a:pt x="45" y="342"/>
                  <a:pt x="37" y="338"/>
                  <a:pt x="32" y="329"/>
                </a:cubicBezTo>
                <a:cubicBezTo>
                  <a:pt x="27" y="321"/>
                  <a:pt x="27" y="312"/>
                  <a:pt x="32" y="303"/>
                </a:cubicBezTo>
                <a:lnTo>
                  <a:pt x="90" y="197"/>
                </a:lnTo>
                <a:lnTo>
                  <a:pt x="105" y="247"/>
                </a:lnTo>
                <a:lnTo>
                  <a:pt x="133" y="239"/>
                </a:lnTo>
                <a:lnTo>
                  <a:pt x="104" y="143"/>
                </a:lnTo>
                <a:lnTo>
                  <a:pt x="7" y="171"/>
                </a:lnTo>
                <a:lnTo>
                  <a:pt x="15" y="199"/>
                </a:lnTo>
                <a:lnTo>
                  <a:pt x="65" y="184"/>
                </a:lnTo>
                <a:lnTo>
                  <a:pt x="7" y="289"/>
                </a:lnTo>
                <a:cubicBezTo>
                  <a:pt x="2" y="297"/>
                  <a:pt x="-1" y="307"/>
                  <a:pt x="0" y="316"/>
                </a:cubicBezTo>
                <a:cubicBezTo>
                  <a:pt x="0" y="326"/>
                  <a:pt x="2" y="335"/>
                  <a:pt x="7" y="344"/>
                </a:cubicBezTo>
                <a:cubicBezTo>
                  <a:pt x="12" y="352"/>
                  <a:pt x="19" y="359"/>
                  <a:pt x="27" y="364"/>
                </a:cubicBezTo>
                <a:cubicBezTo>
                  <a:pt x="36" y="369"/>
                  <a:pt x="45" y="371"/>
                  <a:pt x="55" y="371"/>
                </a:cubicBezTo>
                <a:lnTo>
                  <a:pt x="142" y="371"/>
                </a:lnTo>
                <a:lnTo>
                  <a:pt x="142" y="342"/>
                </a:lnTo>
                <a:lnTo>
                  <a:pt x="55" y="342"/>
                </a:lnTo>
                <a:moveTo>
                  <a:pt x="335" y="109"/>
                </a:moveTo>
                <a:lnTo>
                  <a:pt x="320" y="159"/>
                </a:lnTo>
                <a:lnTo>
                  <a:pt x="247" y="28"/>
                </a:lnTo>
                <a:cubicBezTo>
                  <a:pt x="237" y="10"/>
                  <a:pt x="220" y="0"/>
                  <a:pt x="199" y="0"/>
                </a:cubicBezTo>
                <a:cubicBezTo>
                  <a:pt x="179" y="0"/>
                  <a:pt x="161" y="10"/>
                  <a:pt x="152" y="28"/>
                </a:cubicBezTo>
                <a:lnTo>
                  <a:pt x="108" y="107"/>
                </a:lnTo>
                <a:lnTo>
                  <a:pt x="133" y="121"/>
                </a:lnTo>
                <a:lnTo>
                  <a:pt x="177" y="42"/>
                </a:lnTo>
                <a:cubicBezTo>
                  <a:pt x="181" y="33"/>
                  <a:pt x="190" y="28"/>
                  <a:pt x="199" y="28"/>
                </a:cubicBezTo>
                <a:cubicBezTo>
                  <a:pt x="209" y="28"/>
                  <a:pt x="218" y="33"/>
                  <a:pt x="222" y="42"/>
                </a:cubicBezTo>
                <a:lnTo>
                  <a:pt x="295" y="173"/>
                </a:lnTo>
                <a:lnTo>
                  <a:pt x="245" y="158"/>
                </a:lnTo>
                <a:lnTo>
                  <a:pt x="237" y="185"/>
                </a:lnTo>
                <a:lnTo>
                  <a:pt x="334" y="214"/>
                </a:lnTo>
                <a:lnTo>
                  <a:pt x="364" y="117"/>
                </a:lnTo>
                <a:lnTo>
                  <a:pt x="335" y="109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2828160" y="4416840"/>
            <a:ext cx="121680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10" spc="-1" strike="noStrike">
                <a:solidFill>
                  <a:srgbClr val="dd784b"/>
                </a:solidFill>
                <a:latin typeface="Arial"/>
                <a:ea typeface="Arial"/>
              </a:rPr>
              <a:t>6 Keuzemomenten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9" name=""/>
          <p:cNvSpPr/>
          <p:nvPr/>
        </p:nvSpPr>
        <p:spPr>
          <a:xfrm>
            <a:off x="5052960" y="4338360"/>
            <a:ext cx="1752840" cy="286200"/>
          </a:xfrm>
          <a:custGeom>
            <a:avLst/>
            <a:gdLst/>
            <a:ahLst/>
            <a:rect l="0" t="0" r="r" b="b"/>
            <a:pathLst>
              <a:path w="4869" h="795">
                <a:moveTo>
                  <a:pt x="0" y="649"/>
                </a:moveTo>
                <a:lnTo>
                  <a:pt x="0" y="119"/>
                </a:lnTo>
                <a:cubicBezTo>
                  <a:pt x="0" y="104"/>
                  <a:pt x="3" y="88"/>
                  <a:pt x="11" y="74"/>
                </a:cubicBezTo>
                <a:cubicBezTo>
                  <a:pt x="18" y="59"/>
                  <a:pt x="29" y="46"/>
                  <a:pt x="42" y="35"/>
                </a:cubicBezTo>
                <a:cubicBezTo>
                  <a:pt x="56" y="24"/>
                  <a:pt x="72" y="15"/>
                  <a:pt x="89" y="9"/>
                </a:cubicBezTo>
                <a:cubicBezTo>
                  <a:pt x="107" y="3"/>
                  <a:pt x="126" y="0"/>
                  <a:pt x="145" y="0"/>
                </a:cubicBezTo>
                <a:lnTo>
                  <a:pt x="4723" y="0"/>
                </a:lnTo>
                <a:cubicBezTo>
                  <a:pt x="4743" y="0"/>
                  <a:pt x="4761" y="3"/>
                  <a:pt x="4779" y="9"/>
                </a:cubicBezTo>
                <a:cubicBezTo>
                  <a:pt x="4797" y="15"/>
                  <a:pt x="4813" y="24"/>
                  <a:pt x="4826" y="35"/>
                </a:cubicBezTo>
                <a:cubicBezTo>
                  <a:pt x="4840" y="46"/>
                  <a:pt x="4851" y="59"/>
                  <a:pt x="4858" y="74"/>
                </a:cubicBezTo>
                <a:cubicBezTo>
                  <a:pt x="4865" y="88"/>
                  <a:pt x="4869" y="104"/>
                  <a:pt x="4869" y="119"/>
                </a:cubicBezTo>
                <a:lnTo>
                  <a:pt x="4869" y="649"/>
                </a:lnTo>
                <a:cubicBezTo>
                  <a:pt x="4869" y="659"/>
                  <a:pt x="4868" y="669"/>
                  <a:pt x="4866" y="678"/>
                </a:cubicBezTo>
                <a:cubicBezTo>
                  <a:pt x="4864" y="687"/>
                  <a:pt x="4862" y="696"/>
                  <a:pt x="4858" y="705"/>
                </a:cubicBezTo>
                <a:cubicBezTo>
                  <a:pt x="4854" y="714"/>
                  <a:pt x="4850" y="722"/>
                  <a:pt x="4844" y="730"/>
                </a:cubicBezTo>
                <a:cubicBezTo>
                  <a:pt x="4839" y="738"/>
                  <a:pt x="4833" y="746"/>
                  <a:pt x="4826" y="752"/>
                </a:cubicBezTo>
                <a:cubicBezTo>
                  <a:pt x="4820" y="759"/>
                  <a:pt x="4812" y="765"/>
                  <a:pt x="4804" y="770"/>
                </a:cubicBezTo>
                <a:cubicBezTo>
                  <a:pt x="4796" y="776"/>
                  <a:pt x="4788" y="780"/>
                  <a:pt x="4779" y="784"/>
                </a:cubicBezTo>
                <a:cubicBezTo>
                  <a:pt x="4770" y="788"/>
                  <a:pt x="4761" y="790"/>
                  <a:pt x="4752" y="792"/>
                </a:cubicBezTo>
                <a:cubicBezTo>
                  <a:pt x="4742" y="794"/>
                  <a:pt x="4733" y="795"/>
                  <a:pt x="4723" y="795"/>
                </a:cubicBezTo>
                <a:lnTo>
                  <a:pt x="145" y="795"/>
                </a:lnTo>
                <a:cubicBezTo>
                  <a:pt x="136" y="795"/>
                  <a:pt x="126" y="794"/>
                  <a:pt x="117" y="792"/>
                </a:cubicBezTo>
                <a:cubicBezTo>
                  <a:pt x="107" y="790"/>
                  <a:pt x="98" y="788"/>
                  <a:pt x="89" y="784"/>
                </a:cubicBezTo>
                <a:cubicBezTo>
                  <a:pt x="81" y="780"/>
                  <a:pt x="72" y="776"/>
                  <a:pt x="64" y="770"/>
                </a:cubicBezTo>
                <a:cubicBezTo>
                  <a:pt x="56" y="765"/>
                  <a:pt x="49" y="759"/>
                  <a:pt x="42" y="752"/>
                </a:cubicBezTo>
                <a:cubicBezTo>
                  <a:pt x="36" y="746"/>
                  <a:pt x="29" y="738"/>
                  <a:pt x="24" y="730"/>
                </a:cubicBezTo>
                <a:cubicBezTo>
                  <a:pt x="19" y="722"/>
                  <a:pt x="14" y="714"/>
                  <a:pt x="11" y="705"/>
                </a:cubicBezTo>
                <a:cubicBezTo>
                  <a:pt x="7" y="696"/>
                  <a:pt x="4" y="687"/>
                  <a:pt x="2" y="678"/>
                </a:cubicBezTo>
                <a:cubicBezTo>
                  <a:pt x="1" y="669"/>
                  <a:pt x="0" y="659"/>
                  <a:pt x="0" y="64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0" name=""/>
          <p:cNvSpPr/>
          <p:nvPr/>
        </p:nvSpPr>
        <p:spPr>
          <a:xfrm>
            <a:off x="5047920" y="4324320"/>
            <a:ext cx="1762560" cy="304920"/>
          </a:xfrm>
          <a:custGeom>
            <a:avLst/>
            <a:gdLst/>
            <a:ahLst/>
            <a:rect l="0" t="0" r="r" b="b"/>
            <a:pathLst>
              <a:path w="4896" h="847">
                <a:moveTo>
                  <a:pt x="0" y="0"/>
                </a:moveTo>
                <a:lnTo>
                  <a:pt x="4896" y="0"/>
                </a:lnTo>
                <a:lnTo>
                  <a:pt x="4896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1" name=""/>
          <p:cNvSpPr/>
          <p:nvPr/>
        </p:nvSpPr>
        <p:spPr>
          <a:xfrm>
            <a:off x="5047920" y="4324320"/>
            <a:ext cx="1762560" cy="304920"/>
          </a:xfrm>
          <a:custGeom>
            <a:avLst/>
            <a:gdLst/>
            <a:ahLst/>
            <a:rect l="0" t="0" r="r" b="b"/>
            <a:pathLst>
              <a:path w="4896" h="847">
                <a:moveTo>
                  <a:pt x="0" y="0"/>
                </a:moveTo>
                <a:lnTo>
                  <a:pt x="4896" y="0"/>
                </a:lnTo>
                <a:lnTo>
                  <a:pt x="4896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2" name=""/>
          <p:cNvSpPr/>
          <p:nvPr/>
        </p:nvSpPr>
        <p:spPr>
          <a:xfrm>
            <a:off x="5047920" y="4324320"/>
            <a:ext cx="1762560" cy="304920"/>
          </a:xfrm>
          <a:custGeom>
            <a:avLst/>
            <a:gdLst/>
            <a:ahLst/>
            <a:rect l="0" t="0" r="r" b="b"/>
            <a:pathLst>
              <a:path w="4896" h="847">
                <a:moveTo>
                  <a:pt x="0" y="0"/>
                </a:moveTo>
                <a:lnTo>
                  <a:pt x="4896" y="0"/>
                </a:lnTo>
                <a:lnTo>
                  <a:pt x="4896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3" name=""/>
          <p:cNvSpPr/>
          <p:nvPr/>
        </p:nvSpPr>
        <p:spPr>
          <a:xfrm>
            <a:off x="5047920" y="4324320"/>
            <a:ext cx="1762560" cy="304920"/>
          </a:xfrm>
          <a:custGeom>
            <a:avLst/>
            <a:gdLst/>
            <a:ahLst/>
            <a:rect l="0" t="0" r="r" b="b"/>
            <a:pathLst>
              <a:path w="4896" h="847">
                <a:moveTo>
                  <a:pt x="0" y="0"/>
                </a:moveTo>
                <a:lnTo>
                  <a:pt x="4896" y="0"/>
                </a:lnTo>
                <a:lnTo>
                  <a:pt x="4896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4303080" y="4416840"/>
            <a:ext cx="71244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10" spc="-1" strike="noStrike">
                <a:solidFill>
                  <a:srgbClr val="dd784b"/>
                </a:solidFill>
                <a:latin typeface="Arial"/>
                <a:ea typeface="Arial"/>
              </a:rPr>
              <a:t>7 Bijsturen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5146920" y="4416840"/>
            <a:ext cx="187380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10" spc="-1" strike="noStrike">
                <a:solidFill>
                  <a:srgbClr val="1b2a6b"/>
                </a:solidFill>
                <a:latin typeface="Arial"/>
                <a:ea typeface="Arial"/>
              </a:rPr>
              <a:t>8 Examineren en diplomeren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2233440" y="4746960"/>
            <a:ext cx="537588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6b7280"/>
                </a:solidFill>
                <a:latin typeface="Arial"/>
                <a:ea typeface="Arial"/>
              </a:rPr>
              <a:t>Per stap vastgelegd: welke gegevens ontstaan, en tussen welke systemen zij gaan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7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3833640" y="4995000"/>
            <a:ext cx="183240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Status: concept in afstemming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03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30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306" name=""/>
          <p:cNvSpPr/>
          <p:nvPr/>
        </p:nvSpPr>
        <p:spPr>
          <a:xfrm>
            <a:off x="456840" y="2705040"/>
            <a:ext cx="2039040" cy="628920"/>
          </a:xfrm>
          <a:custGeom>
            <a:avLst/>
            <a:gdLst/>
            <a:ahLst/>
            <a:rect l="0" t="0" r="r" b="b"/>
            <a:pathLst>
              <a:path w="5664" h="1747">
                <a:moveTo>
                  <a:pt x="0" y="0"/>
                </a:moveTo>
                <a:lnTo>
                  <a:pt x="5664" y="0"/>
                </a:lnTo>
                <a:lnTo>
                  <a:pt x="5664" y="1747"/>
                </a:lnTo>
                <a:lnTo>
                  <a:pt x="0" y="17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7" name=""/>
          <p:cNvSpPr/>
          <p:nvPr/>
        </p:nvSpPr>
        <p:spPr>
          <a:xfrm>
            <a:off x="456840" y="2705040"/>
            <a:ext cx="2039040" cy="38160"/>
          </a:xfrm>
          <a:custGeom>
            <a:avLst/>
            <a:gdLst/>
            <a:ahLst/>
            <a:rect l="0" t="0" r="r" b="b"/>
            <a:pathLst>
              <a:path w="5664" h="106">
                <a:moveTo>
                  <a:pt x="0" y="0"/>
                </a:moveTo>
                <a:lnTo>
                  <a:pt x="5664" y="0"/>
                </a:lnTo>
                <a:lnTo>
                  <a:pt x="5664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8" name=""/>
          <p:cNvSpPr/>
          <p:nvPr/>
        </p:nvSpPr>
        <p:spPr>
          <a:xfrm>
            <a:off x="456840" y="3323880"/>
            <a:ext cx="2039040" cy="10080"/>
          </a:xfrm>
          <a:custGeom>
            <a:avLst/>
            <a:gdLst/>
            <a:ahLst/>
            <a:rect l="0" t="0" r="r" b="b"/>
            <a:pathLst>
              <a:path w="5664" h="28">
                <a:moveTo>
                  <a:pt x="0" y="0"/>
                </a:moveTo>
                <a:lnTo>
                  <a:pt x="5664" y="0"/>
                </a:lnTo>
                <a:lnTo>
                  <a:pt x="56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9" name=""/>
          <p:cNvSpPr/>
          <p:nvPr/>
        </p:nvSpPr>
        <p:spPr>
          <a:xfrm>
            <a:off x="2485800" y="2705040"/>
            <a:ext cx="10080" cy="628920"/>
          </a:xfrm>
          <a:custGeom>
            <a:avLst/>
            <a:gdLst/>
            <a:ahLst/>
            <a:rect l="0" t="0" r="r" b="b"/>
            <a:pathLst>
              <a:path w="28" h="1747">
                <a:moveTo>
                  <a:pt x="0" y="105"/>
                </a:moveTo>
                <a:lnTo>
                  <a:pt x="0" y="1747"/>
                </a:lnTo>
                <a:lnTo>
                  <a:pt x="28" y="1747"/>
                </a:lnTo>
                <a:lnTo>
                  <a:pt x="28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0" name=""/>
          <p:cNvSpPr/>
          <p:nvPr/>
        </p:nvSpPr>
        <p:spPr>
          <a:xfrm>
            <a:off x="456840" y="2705040"/>
            <a:ext cx="10080" cy="628920"/>
          </a:xfrm>
          <a:custGeom>
            <a:avLst/>
            <a:gdLst/>
            <a:ahLst/>
            <a:rect l="0" t="0" r="r" b="b"/>
            <a:pathLst>
              <a:path w="28" h="1747">
                <a:moveTo>
                  <a:pt x="0" y="0"/>
                </a:moveTo>
                <a:lnTo>
                  <a:pt x="0" y="1747"/>
                </a:lnTo>
                <a:lnTo>
                  <a:pt x="28" y="1747"/>
                </a:lnTo>
                <a:lnTo>
                  <a:pt x="28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1" name=""/>
          <p:cNvSpPr/>
          <p:nvPr/>
        </p:nvSpPr>
        <p:spPr>
          <a:xfrm>
            <a:off x="456840" y="3400200"/>
            <a:ext cx="2039040" cy="486000"/>
          </a:xfrm>
          <a:custGeom>
            <a:avLst/>
            <a:gdLst/>
            <a:ahLst/>
            <a:rect l="0" t="0" r="r" b="b"/>
            <a:pathLst>
              <a:path w="5664" h="1350">
                <a:moveTo>
                  <a:pt x="0" y="0"/>
                </a:moveTo>
                <a:lnTo>
                  <a:pt x="5664" y="0"/>
                </a:lnTo>
                <a:lnTo>
                  <a:pt x="5664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2" name=""/>
          <p:cNvSpPr/>
          <p:nvPr/>
        </p:nvSpPr>
        <p:spPr>
          <a:xfrm>
            <a:off x="456840" y="3400200"/>
            <a:ext cx="2039040" cy="38520"/>
          </a:xfrm>
          <a:custGeom>
            <a:avLst/>
            <a:gdLst/>
            <a:ahLst/>
            <a:rect l="0" t="0" r="r" b="b"/>
            <a:pathLst>
              <a:path w="5664" h="107">
                <a:moveTo>
                  <a:pt x="0" y="0"/>
                </a:moveTo>
                <a:lnTo>
                  <a:pt x="5664" y="0"/>
                </a:lnTo>
                <a:lnTo>
                  <a:pt x="5664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3" name=""/>
          <p:cNvSpPr/>
          <p:nvPr/>
        </p:nvSpPr>
        <p:spPr>
          <a:xfrm>
            <a:off x="456840" y="3876480"/>
            <a:ext cx="2039040" cy="9720"/>
          </a:xfrm>
          <a:custGeom>
            <a:avLst/>
            <a:gdLst/>
            <a:ahLst/>
            <a:rect l="0" t="0" r="r" b="b"/>
            <a:pathLst>
              <a:path w="5664" h="27">
                <a:moveTo>
                  <a:pt x="0" y="0"/>
                </a:moveTo>
                <a:lnTo>
                  <a:pt x="5664" y="0"/>
                </a:lnTo>
                <a:lnTo>
                  <a:pt x="56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4" name=""/>
          <p:cNvSpPr/>
          <p:nvPr/>
        </p:nvSpPr>
        <p:spPr>
          <a:xfrm>
            <a:off x="2485800" y="340020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106"/>
                </a:moveTo>
                <a:lnTo>
                  <a:pt x="0" y="1350"/>
                </a:lnTo>
                <a:lnTo>
                  <a:pt x="28" y="1350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5" name=""/>
          <p:cNvSpPr/>
          <p:nvPr/>
        </p:nvSpPr>
        <p:spPr>
          <a:xfrm>
            <a:off x="456840" y="340020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0" y="1350"/>
                </a:lnTo>
                <a:lnTo>
                  <a:pt x="28" y="1350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6" name=""/>
          <p:cNvSpPr/>
          <p:nvPr/>
        </p:nvSpPr>
        <p:spPr>
          <a:xfrm>
            <a:off x="456840" y="1981080"/>
            <a:ext cx="981720" cy="648000"/>
          </a:xfrm>
          <a:custGeom>
            <a:avLst/>
            <a:gdLst/>
            <a:ahLst/>
            <a:rect l="0" t="0" r="r" b="b"/>
            <a:pathLst>
              <a:path w="2727" h="1800">
                <a:moveTo>
                  <a:pt x="0" y="0"/>
                </a:moveTo>
                <a:lnTo>
                  <a:pt x="2727" y="0"/>
                </a:lnTo>
                <a:lnTo>
                  <a:pt x="2727" y="1800"/>
                </a:lnTo>
                <a:lnTo>
                  <a:pt x="0" y="1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7" name=""/>
          <p:cNvSpPr/>
          <p:nvPr/>
        </p:nvSpPr>
        <p:spPr>
          <a:xfrm>
            <a:off x="456840" y="1981080"/>
            <a:ext cx="981720" cy="38520"/>
          </a:xfrm>
          <a:custGeom>
            <a:avLst/>
            <a:gdLst/>
            <a:ahLst/>
            <a:rect l="0" t="0" r="r" b="b"/>
            <a:pathLst>
              <a:path w="2727" h="107">
                <a:moveTo>
                  <a:pt x="0" y="0"/>
                </a:moveTo>
                <a:lnTo>
                  <a:pt x="2727" y="0"/>
                </a:lnTo>
                <a:lnTo>
                  <a:pt x="2727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8" name=""/>
          <p:cNvSpPr/>
          <p:nvPr/>
        </p:nvSpPr>
        <p:spPr>
          <a:xfrm>
            <a:off x="456840" y="2619360"/>
            <a:ext cx="981720" cy="9720"/>
          </a:xfrm>
          <a:custGeom>
            <a:avLst/>
            <a:gdLst/>
            <a:ahLst/>
            <a:rect l="0" t="0" r="r" b="b"/>
            <a:pathLst>
              <a:path w="2727" h="27">
                <a:moveTo>
                  <a:pt x="0" y="0"/>
                </a:moveTo>
                <a:lnTo>
                  <a:pt x="2727" y="0"/>
                </a:lnTo>
                <a:lnTo>
                  <a:pt x="27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9" name=""/>
          <p:cNvSpPr/>
          <p:nvPr/>
        </p:nvSpPr>
        <p:spPr>
          <a:xfrm>
            <a:off x="1428480" y="1981080"/>
            <a:ext cx="10080" cy="648000"/>
          </a:xfrm>
          <a:custGeom>
            <a:avLst/>
            <a:gdLst/>
            <a:ahLst/>
            <a:rect l="0" t="0" r="r" b="b"/>
            <a:pathLst>
              <a:path w="28" h="1800">
                <a:moveTo>
                  <a:pt x="0" y="106"/>
                </a:moveTo>
                <a:lnTo>
                  <a:pt x="0" y="1800"/>
                </a:lnTo>
                <a:lnTo>
                  <a:pt x="28" y="1800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0" name=""/>
          <p:cNvSpPr/>
          <p:nvPr/>
        </p:nvSpPr>
        <p:spPr>
          <a:xfrm>
            <a:off x="456840" y="1981080"/>
            <a:ext cx="10080" cy="648000"/>
          </a:xfrm>
          <a:custGeom>
            <a:avLst/>
            <a:gdLst/>
            <a:ahLst/>
            <a:rect l="0" t="0" r="r" b="b"/>
            <a:pathLst>
              <a:path w="28" h="1800">
                <a:moveTo>
                  <a:pt x="0" y="0"/>
                </a:moveTo>
                <a:lnTo>
                  <a:pt x="0" y="1800"/>
                </a:lnTo>
                <a:lnTo>
                  <a:pt x="28" y="1800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439920" y="615240"/>
            <a:ext cx="69699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De conceptuele laag, in afstemming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830520" y="2068920"/>
            <a:ext cx="296280" cy="24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679" spc="-1" strike="noStrike">
                <a:solidFill>
                  <a:srgbClr val="3d68ec"/>
                </a:solidFill>
                <a:latin typeface="Arial"/>
                <a:ea typeface="Arial"/>
              </a:rPr>
              <a:t>73</a:t>
            </a:r>
            <a:endParaRPr b="0" lang="en-US" sz="167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616320" y="2297520"/>
            <a:ext cx="74592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1a1a2e"/>
                </a:solidFill>
                <a:latin typeface="Arial"/>
                <a:ea typeface="Arial"/>
              </a:rPr>
              <a:t>begrippen met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4" name=""/>
          <p:cNvSpPr/>
          <p:nvPr/>
        </p:nvSpPr>
        <p:spPr>
          <a:xfrm>
            <a:off x="1514160" y="1981080"/>
            <a:ext cx="981720" cy="648000"/>
          </a:xfrm>
          <a:custGeom>
            <a:avLst/>
            <a:gdLst/>
            <a:ahLst/>
            <a:rect l="0" t="0" r="r" b="b"/>
            <a:pathLst>
              <a:path w="2727" h="1800">
                <a:moveTo>
                  <a:pt x="0" y="0"/>
                </a:moveTo>
                <a:lnTo>
                  <a:pt x="2727" y="0"/>
                </a:lnTo>
                <a:lnTo>
                  <a:pt x="2727" y="1800"/>
                </a:lnTo>
                <a:lnTo>
                  <a:pt x="0" y="1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5" name=""/>
          <p:cNvSpPr/>
          <p:nvPr/>
        </p:nvSpPr>
        <p:spPr>
          <a:xfrm>
            <a:off x="1514160" y="1981080"/>
            <a:ext cx="981720" cy="38520"/>
          </a:xfrm>
          <a:custGeom>
            <a:avLst/>
            <a:gdLst/>
            <a:ahLst/>
            <a:rect l="0" t="0" r="r" b="b"/>
            <a:pathLst>
              <a:path w="2727" h="107">
                <a:moveTo>
                  <a:pt x="0" y="0"/>
                </a:moveTo>
                <a:lnTo>
                  <a:pt x="2727" y="0"/>
                </a:lnTo>
                <a:lnTo>
                  <a:pt x="2727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6" name=""/>
          <p:cNvSpPr/>
          <p:nvPr/>
        </p:nvSpPr>
        <p:spPr>
          <a:xfrm>
            <a:off x="1514160" y="2619360"/>
            <a:ext cx="981720" cy="9720"/>
          </a:xfrm>
          <a:custGeom>
            <a:avLst/>
            <a:gdLst/>
            <a:ahLst/>
            <a:rect l="0" t="0" r="r" b="b"/>
            <a:pathLst>
              <a:path w="2727" h="27">
                <a:moveTo>
                  <a:pt x="0" y="0"/>
                </a:moveTo>
                <a:lnTo>
                  <a:pt x="2727" y="0"/>
                </a:lnTo>
                <a:lnTo>
                  <a:pt x="27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7" name=""/>
          <p:cNvSpPr/>
          <p:nvPr/>
        </p:nvSpPr>
        <p:spPr>
          <a:xfrm>
            <a:off x="2485800" y="1981080"/>
            <a:ext cx="10080" cy="648000"/>
          </a:xfrm>
          <a:custGeom>
            <a:avLst/>
            <a:gdLst/>
            <a:ahLst/>
            <a:rect l="0" t="0" r="r" b="b"/>
            <a:pathLst>
              <a:path w="28" h="1800">
                <a:moveTo>
                  <a:pt x="0" y="106"/>
                </a:moveTo>
                <a:lnTo>
                  <a:pt x="0" y="1800"/>
                </a:lnTo>
                <a:lnTo>
                  <a:pt x="28" y="1800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8" name=""/>
          <p:cNvSpPr/>
          <p:nvPr/>
        </p:nvSpPr>
        <p:spPr>
          <a:xfrm>
            <a:off x="1514160" y="1981080"/>
            <a:ext cx="10080" cy="648000"/>
          </a:xfrm>
          <a:custGeom>
            <a:avLst/>
            <a:gdLst/>
            <a:ahLst/>
            <a:rect l="0" t="0" r="r" b="b"/>
            <a:pathLst>
              <a:path w="28" h="1800">
                <a:moveTo>
                  <a:pt x="0" y="0"/>
                </a:moveTo>
                <a:lnTo>
                  <a:pt x="0" y="1800"/>
                </a:lnTo>
                <a:lnTo>
                  <a:pt x="28" y="1800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768600" y="2430720"/>
            <a:ext cx="41220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1a1a2e"/>
                </a:solidFill>
                <a:latin typeface="Arial"/>
                <a:ea typeface="Arial"/>
              </a:rPr>
              <a:t>deﬁnitie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1878840" y="2068920"/>
            <a:ext cx="296280" cy="24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679" spc="-1" strike="noStrike">
                <a:solidFill>
                  <a:srgbClr val="dd784b"/>
                </a:solidFill>
                <a:latin typeface="Arial"/>
                <a:ea typeface="Arial"/>
              </a:rPr>
              <a:t>66</a:t>
            </a:r>
            <a:endParaRPr b="0" lang="en-US" sz="167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1669320" y="2297520"/>
            <a:ext cx="75816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1a1a2e"/>
                </a:solidFill>
                <a:latin typeface="Arial"/>
                <a:ea typeface="Arial"/>
              </a:rPr>
              <a:t>objecten in het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1859760" y="2430720"/>
            <a:ext cx="31320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1a1a2e"/>
                </a:solidFill>
                <a:latin typeface="Arial"/>
                <a:ea typeface="Arial"/>
              </a:rPr>
              <a:t>model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558000" y="2815560"/>
            <a:ext cx="19803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Afgeleid uit leerroute 1, naast MORA,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558000" y="2968200"/>
            <a:ext cx="19299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ROSA en HORA via klus 53 van MBO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558000" y="3110760"/>
            <a:ext cx="4428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Digitaal.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558000" y="3511080"/>
            <a:ext cx="20152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Open: grens koppeling en koppelvlak,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7" name=""/>
          <p:cNvSpPr/>
          <p:nvPr/>
        </p:nvSpPr>
        <p:spPr>
          <a:xfrm>
            <a:off x="2633400" y="1233360"/>
            <a:ext cx="6239160" cy="3191040"/>
          </a:xfrm>
          <a:custGeom>
            <a:avLst/>
            <a:gdLst/>
            <a:ahLst/>
            <a:rect l="0" t="0" r="r" b="b"/>
            <a:pathLst>
              <a:path w="17331" h="8864">
                <a:moveTo>
                  <a:pt x="0" y="871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7186" y="0"/>
                </a:lnTo>
                <a:cubicBezTo>
                  <a:pt x="17195" y="0"/>
                  <a:pt x="17205" y="1"/>
                  <a:pt x="17214" y="3"/>
                </a:cubicBezTo>
                <a:cubicBezTo>
                  <a:pt x="17224" y="5"/>
                  <a:pt x="17233" y="7"/>
                  <a:pt x="17242" y="11"/>
                </a:cubicBezTo>
                <a:cubicBezTo>
                  <a:pt x="17250" y="15"/>
                  <a:pt x="17259" y="19"/>
                  <a:pt x="17267" y="24"/>
                </a:cubicBezTo>
                <a:cubicBezTo>
                  <a:pt x="17275" y="30"/>
                  <a:pt x="17282" y="36"/>
                  <a:pt x="17289" y="42"/>
                </a:cubicBezTo>
                <a:cubicBezTo>
                  <a:pt x="17296" y="49"/>
                  <a:pt x="17302" y="57"/>
                  <a:pt x="17307" y="65"/>
                </a:cubicBezTo>
                <a:cubicBezTo>
                  <a:pt x="17312" y="72"/>
                  <a:pt x="17317" y="81"/>
                  <a:pt x="17320" y="90"/>
                </a:cubicBezTo>
                <a:cubicBezTo>
                  <a:pt x="17324" y="99"/>
                  <a:pt x="17327" y="108"/>
                  <a:pt x="17329" y="117"/>
                </a:cubicBezTo>
                <a:cubicBezTo>
                  <a:pt x="17331" y="126"/>
                  <a:pt x="17331" y="136"/>
                  <a:pt x="17331" y="145"/>
                </a:cubicBezTo>
                <a:lnTo>
                  <a:pt x="17331" y="8719"/>
                </a:lnTo>
                <a:cubicBezTo>
                  <a:pt x="17331" y="8728"/>
                  <a:pt x="17331" y="8738"/>
                  <a:pt x="17329" y="8747"/>
                </a:cubicBezTo>
                <a:cubicBezTo>
                  <a:pt x="17327" y="8757"/>
                  <a:pt x="17324" y="8766"/>
                  <a:pt x="17320" y="8775"/>
                </a:cubicBezTo>
                <a:cubicBezTo>
                  <a:pt x="17317" y="8783"/>
                  <a:pt x="17312" y="8792"/>
                  <a:pt x="17307" y="8800"/>
                </a:cubicBezTo>
                <a:cubicBezTo>
                  <a:pt x="17302" y="8808"/>
                  <a:pt x="17296" y="8815"/>
                  <a:pt x="17289" y="8822"/>
                </a:cubicBezTo>
                <a:cubicBezTo>
                  <a:pt x="17282" y="8829"/>
                  <a:pt x="17275" y="8835"/>
                  <a:pt x="17267" y="8840"/>
                </a:cubicBezTo>
                <a:cubicBezTo>
                  <a:pt x="17259" y="8845"/>
                  <a:pt x="17250" y="8850"/>
                  <a:pt x="17242" y="8853"/>
                </a:cubicBezTo>
                <a:cubicBezTo>
                  <a:pt x="17233" y="8857"/>
                  <a:pt x="17224" y="8860"/>
                  <a:pt x="17214" y="8862"/>
                </a:cubicBezTo>
                <a:cubicBezTo>
                  <a:pt x="17205" y="8863"/>
                  <a:pt x="17195" y="8864"/>
                  <a:pt x="17186" y="8864"/>
                </a:cubicBezTo>
                <a:lnTo>
                  <a:pt x="146" y="8864"/>
                </a:lnTo>
                <a:cubicBezTo>
                  <a:pt x="136" y="8864"/>
                  <a:pt x="127" y="8863"/>
                  <a:pt x="117" y="8862"/>
                </a:cubicBezTo>
                <a:cubicBezTo>
                  <a:pt x="108" y="8860"/>
                  <a:pt x="99" y="8857"/>
                  <a:pt x="90" y="8853"/>
                </a:cubicBezTo>
                <a:cubicBezTo>
                  <a:pt x="81" y="8850"/>
                  <a:pt x="73" y="8845"/>
                  <a:pt x="65" y="8840"/>
                </a:cubicBezTo>
                <a:cubicBezTo>
                  <a:pt x="57" y="8835"/>
                  <a:pt x="50" y="8829"/>
                  <a:pt x="43" y="8822"/>
                </a:cubicBezTo>
                <a:cubicBezTo>
                  <a:pt x="36" y="8815"/>
                  <a:pt x="30" y="8808"/>
                  <a:pt x="25" y="8800"/>
                </a:cubicBezTo>
                <a:cubicBezTo>
                  <a:pt x="19" y="8792"/>
                  <a:pt x="15" y="8783"/>
                  <a:pt x="11" y="8775"/>
                </a:cubicBezTo>
                <a:cubicBezTo>
                  <a:pt x="8" y="8766"/>
                  <a:pt x="5" y="8757"/>
                  <a:pt x="3" y="8747"/>
                </a:cubicBezTo>
                <a:cubicBezTo>
                  <a:pt x="1" y="8738"/>
                  <a:pt x="0" y="8728"/>
                  <a:pt x="0" y="8719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338" name="" descr=""/>
          <p:cNvPicPr/>
          <p:nvPr/>
        </p:nvPicPr>
        <p:blipFill>
          <a:blip r:embed="rId2"/>
          <a:stretch/>
        </p:blipFill>
        <p:spPr>
          <a:xfrm>
            <a:off x="3619440" y="1238400"/>
            <a:ext cx="4276440" cy="3180960"/>
          </a:xfrm>
          <a:prstGeom prst="rect">
            <a:avLst/>
          </a:prstGeom>
          <a:ln w="0">
            <a:noFill/>
          </a:ln>
        </p:spPr>
      </p:pic>
      <p:sp>
        <p:nvSpPr>
          <p:cNvPr id="339" name=""/>
          <p:cNvSpPr txBox="1"/>
          <p:nvPr/>
        </p:nvSpPr>
        <p:spPr>
          <a:xfrm>
            <a:off x="558000" y="3663360"/>
            <a:ext cx="9165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en hoe ﬁjnmazig.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0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4892400" y="4489200"/>
            <a:ext cx="19530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Informatiemodel OKx v0.1, concept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46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348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349" name=""/>
          <p:cNvSpPr/>
          <p:nvPr/>
        </p:nvSpPr>
        <p:spPr>
          <a:xfrm>
            <a:off x="461880" y="1081080"/>
            <a:ext cx="6277320" cy="3191040"/>
          </a:xfrm>
          <a:custGeom>
            <a:avLst/>
            <a:gdLst/>
            <a:ahLst/>
            <a:rect l="0" t="0" r="r" b="b"/>
            <a:pathLst>
              <a:path w="17437" h="8864">
                <a:moveTo>
                  <a:pt x="0" y="8719"/>
                </a:moveTo>
                <a:lnTo>
                  <a:pt x="0" y="145"/>
                </a:lnTo>
                <a:cubicBezTo>
                  <a:pt x="0" y="135"/>
                  <a:pt x="1" y="126"/>
                  <a:pt x="3" y="117"/>
                </a:cubicBezTo>
                <a:cubicBezTo>
                  <a:pt x="4" y="107"/>
                  <a:pt x="7" y="98"/>
                  <a:pt x="11" y="89"/>
                </a:cubicBezTo>
                <a:cubicBezTo>
                  <a:pt x="14" y="81"/>
                  <a:pt x="19" y="72"/>
                  <a:pt x="24" y="64"/>
                </a:cubicBezTo>
                <a:cubicBezTo>
                  <a:pt x="30" y="56"/>
                  <a:pt x="36" y="49"/>
                  <a:pt x="42" y="42"/>
                </a:cubicBezTo>
                <a:cubicBezTo>
                  <a:pt x="49" y="35"/>
                  <a:pt x="56" y="29"/>
                  <a:pt x="64" y="24"/>
                </a:cubicBezTo>
                <a:cubicBezTo>
                  <a:pt x="72" y="19"/>
                  <a:pt x="81" y="14"/>
                  <a:pt x="90" y="11"/>
                </a:cubicBezTo>
                <a:cubicBezTo>
                  <a:pt x="98" y="7"/>
                  <a:pt x="107" y="4"/>
                  <a:pt x="117" y="2"/>
                </a:cubicBezTo>
                <a:cubicBezTo>
                  <a:pt x="126" y="0"/>
                  <a:pt x="136" y="0"/>
                  <a:pt x="145" y="0"/>
                </a:cubicBezTo>
                <a:lnTo>
                  <a:pt x="17291" y="0"/>
                </a:lnTo>
                <a:cubicBezTo>
                  <a:pt x="17301" y="0"/>
                  <a:pt x="17310" y="0"/>
                  <a:pt x="17320" y="2"/>
                </a:cubicBezTo>
                <a:cubicBezTo>
                  <a:pt x="17329" y="4"/>
                  <a:pt x="17338" y="7"/>
                  <a:pt x="17347" y="11"/>
                </a:cubicBezTo>
                <a:cubicBezTo>
                  <a:pt x="17356" y="14"/>
                  <a:pt x="17364" y="19"/>
                  <a:pt x="17372" y="24"/>
                </a:cubicBezTo>
                <a:cubicBezTo>
                  <a:pt x="17380" y="29"/>
                  <a:pt x="17387" y="35"/>
                  <a:pt x="17394" y="42"/>
                </a:cubicBezTo>
                <a:cubicBezTo>
                  <a:pt x="17401" y="49"/>
                  <a:pt x="17407" y="56"/>
                  <a:pt x="17412" y="64"/>
                </a:cubicBezTo>
                <a:cubicBezTo>
                  <a:pt x="17418" y="72"/>
                  <a:pt x="17422" y="81"/>
                  <a:pt x="17426" y="89"/>
                </a:cubicBezTo>
                <a:cubicBezTo>
                  <a:pt x="17429" y="98"/>
                  <a:pt x="17432" y="107"/>
                  <a:pt x="17434" y="117"/>
                </a:cubicBezTo>
                <a:cubicBezTo>
                  <a:pt x="17436" y="126"/>
                  <a:pt x="17437" y="135"/>
                  <a:pt x="17437" y="145"/>
                </a:cubicBezTo>
                <a:lnTo>
                  <a:pt x="17437" y="8719"/>
                </a:lnTo>
                <a:cubicBezTo>
                  <a:pt x="17437" y="8728"/>
                  <a:pt x="17436" y="8738"/>
                  <a:pt x="17434" y="8747"/>
                </a:cubicBezTo>
                <a:cubicBezTo>
                  <a:pt x="17432" y="8756"/>
                  <a:pt x="17429" y="8765"/>
                  <a:pt x="17426" y="8774"/>
                </a:cubicBezTo>
                <a:cubicBezTo>
                  <a:pt x="17422" y="8783"/>
                  <a:pt x="17418" y="8791"/>
                  <a:pt x="17412" y="8799"/>
                </a:cubicBezTo>
                <a:cubicBezTo>
                  <a:pt x="17407" y="8807"/>
                  <a:pt x="17401" y="8815"/>
                  <a:pt x="17394" y="8821"/>
                </a:cubicBezTo>
                <a:cubicBezTo>
                  <a:pt x="17387" y="8828"/>
                  <a:pt x="17380" y="8834"/>
                  <a:pt x="17372" y="8840"/>
                </a:cubicBezTo>
                <a:cubicBezTo>
                  <a:pt x="17364" y="8845"/>
                  <a:pt x="17356" y="8849"/>
                  <a:pt x="17347" y="8853"/>
                </a:cubicBezTo>
                <a:cubicBezTo>
                  <a:pt x="17338" y="8857"/>
                  <a:pt x="17329" y="8859"/>
                  <a:pt x="17320" y="8861"/>
                </a:cubicBezTo>
                <a:cubicBezTo>
                  <a:pt x="17310" y="8863"/>
                  <a:pt x="17301" y="8864"/>
                  <a:pt x="17291" y="8864"/>
                </a:cubicBezTo>
                <a:lnTo>
                  <a:pt x="145" y="8864"/>
                </a:lnTo>
                <a:cubicBezTo>
                  <a:pt x="136" y="8864"/>
                  <a:pt x="126" y="8863"/>
                  <a:pt x="117" y="8861"/>
                </a:cubicBezTo>
                <a:cubicBezTo>
                  <a:pt x="107" y="8859"/>
                  <a:pt x="98" y="8857"/>
                  <a:pt x="90" y="8853"/>
                </a:cubicBezTo>
                <a:cubicBezTo>
                  <a:pt x="81" y="8849"/>
                  <a:pt x="72" y="8845"/>
                  <a:pt x="64" y="8840"/>
                </a:cubicBezTo>
                <a:cubicBezTo>
                  <a:pt x="56" y="8834"/>
                  <a:pt x="49" y="8828"/>
                  <a:pt x="42" y="8821"/>
                </a:cubicBezTo>
                <a:cubicBezTo>
                  <a:pt x="36" y="8815"/>
                  <a:pt x="30" y="8807"/>
                  <a:pt x="24" y="8799"/>
                </a:cubicBezTo>
                <a:cubicBezTo>
                  <a:pt x="19" y="8791"/>
                  <a:pt x="14" y="8783"/>
                  <a:pt x="11" y="8774"/>
                </a:cubicBezTo>
                <a:cubicBezTo>
                  <a:pt x="7" y="8765"/>
                  <a:pt x="4" y="8756"/>
                  <a:pt x="3" y="8747"/>
                </a:cubicBezTo>
                <a:cubicBezTo>
                  <a:pt x="1" y="8738"/>
                  <a:pt x="0" y="8728"/>
                  <a:pt x="0" y="87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0" name=""/>
          <p:cNvSpPr/>
          <p:nvPr/>
        </p:nvSpPr>
        <p:spPr>
          <a:xfrm>
            <a:off x="461880" y="1081080"/>
            <a:ext cx="6277320" cy="3191040"/>
          </a:xfrm>
          <a:custGeom>
            <a:avLst/>
            <a:gdLst/>
            <a:ahLst/>
            <a:rect l="0" t="0" r="r" b="b"/>
            <a:pathLst>
              <a:path w="17437" h="8864">
                <a:moveTo>
                  <a:pt x="0" y="8719"/>
                </a:moveTo>
                <a:lnTo>
                  <a:pt x="0" y="145"/>
                </a:lnTo>
                <a:cubicBezTo>
                  <a:pt x="0" y="135"/>
                  <a:pt x="1" y="126"/>
                  <a:pt x="3" y="117"/>
                </a:cubicBezTo>
                <a:cubicBezTo>
                  <a:pt x="4" y="107"/>
                  <a:pt x="7" y="98"/>
                  <a:pt x="11" y="89"/>
                </a:cubicBezTo>
                <a:cubicBezTo>
                  <a:pt x="14" y="81"/>
                  <a:pt x="19" y="72"/>
                  <a:pt x="24" y="64"/>
                </a:cubicBezTo>
                <a:cubicBezTo>
                  <a:pt x="30" y="56"/>
                  <a:pt x="36" y="49"/>
                  <a:pt x="42" y="42"/>
                </a:cubicBezTo>
                <a:cubicBezTo>
                  <a:pt x="49" y="35"/>
                  <a:pt x="56" y="29"/>
                  <a:pt x="64" y="24"/>
                </a:cubicBezTo>
                <a:cubicBezTo>
                  <a:pt x="72" y="19"/>
                  <a:pt x="81" y="14"/>
                  <a:pt x="90" y="11"/>
                </a:cubicBezTo>
                <a:cubicBezTo>
                  <a:pt x="98" y="7"/>
                  <a:pt x="107" y="4"/>
                  <a:pt x="117" y="2"/>
                </a:cubicBezTo>
                <a:cubicBezTo>
                  <a:pt x="126" y="0"/>
                  <a:pt x="136" y="0"/>
                  <a:pt x="145" y="0"/>
                </a:cubicBezTo>
                <a:lnTo>
                  <a:pt x="17291" y="0"/>
                </a:lnTo>
                <a:cubicBezTo>
                  <a:pt x="17301" y="0"/>
                  <a:pt x="17310" y="0"/>
                  <a:pt x="17320" y="2"/>
                </a:cubicBezTo>
                <a:cubicBezTo>
                  <a:pt x="17329" y="4"/>
                  <a:pt x="17338" y="7"/>
                  <a:pt x="17347" y="11"/>
                </a:cubicBezTo>
                <a:cubicBezTo>
                  <a:pt x="17356" y="14"/>
                  <a:pt x="17364" y="19"/>
                  <a:pt x="17372" y="24"/>
                </a:cubicBezTo>
                <a:cubicBezTo>
                  <a:pt x="17380" y="29"/>
                  <a:pt x="17387" y="35"/>
                  <a:pt x="17394" y="42"/>
                </a:cubicBezTo>
                <a:cubicBezTo>
                  <a:pt x="17401" y="49"/>
                  <a:pt x="17407" y="56"/>
                  <a:pt x="17412" y="64"/>
                </a:cubicBezTo>
                <a:cubicBezTo>
                  <a:pt x="17418" y="72"/>
                  <a:pt x="17422" y="81"/>
                  <a:pt x="17426" y="89"/>
                </a:cubicBezTo>
                <a:cubicBezTo>
                  <a:pt x="17429" y="98"/>
                  <a:pt x="17432" y="107"/>
                  <a:pt x="17434" y="117"/>
                </a:cubicBezTo>
                <a:cubicBezTo>
                  <a:pt x="17436" y="126"/>
                  <a:pt x="17437" y="135"/>
                  <a:pt x="17437" y="145"/>
                </a:cubicBezTo>
                <a:lnTo>
                  <a:pt x="17437" y="8719"/>
                </a:lnTo>
                <a:cubicBezTo>
                  <a:pt x="17437" y="8728"/>
                  <a:pt x="17436" y="8738"/>
                  <a:pt x="17434" y="8747"/>
                </a:cubicBezTo>
                <a:cubicBezTo>
                  <a:pt x="17432" y="8756"/>
                  <a:pt x="17429" y="8765"/>
                  <a:pt x="17426" y="8774"/>
                </a:cubicBezTo>
                <a:cubicBezTo>
                  <a:pt x="17422" y="8783"/>
                  <a:pt x="17418" y="8791"/>
                  <a:pt x="17412" y="8799"/>
                </a:cubicBezTo>
                <a:cubicBezTo>
                  <a:pt x="17407" y="8807"/>
                  <a:pt x="17401" y="8815"/>
                  <a:pt x="17394" y="8821"/>
                </a:cubicBezTo>
                <a:cubicBezTo>
                  <a:pt x="17387" y="8828"/>
                  <a:pt x="17380" y="8834"/>
                  <a:pt x="17372" y="8840"/>
                </a:cubicBezTo>
                <a:cubicBezTo>
                  <a:pt x="17364" y="8845"/>
                  <a:pt x="17356" y="8849"/>
                  <a:pt x="17347" y="8853"/>
                </a:cubicBezTo>
                <a:cubicBezTo>
                  <a:pt x="17338" y="8857"/>
                  <a:pt x="17329" y="8859"/>
                  <a:pt x="17320" y="8861"/>
                </a:cubicBezTo>
                <a:cubicBezTo>
                  <a:pt x="17310" y="8863"/>
                  <a:pt x="17301" y="8864"/>
                  <a:pt x="17291" y="8864"/>
                </a:cubicBezTo>
                <a:lnTo>
                  <a:pt x="145" y="8864"/>
                </a:lnTo>
                <a:cubicBezTo>
                  <a:pt x="136" y="8864"/>
                  <a:pt x="126" y="8863"/>
                  <a:pt x="117" y="8861"/>
                </a:cubicBezTo>
                <a:cubicBezTo>
                  <a:pt x="107" y="8859"/>
                  <a:pt x="98" y="8857"/>
                  <a:pt x="90" y="8853"/>
                </a:cubicBezTo>
                <a:cubicBezTo>
                  <a:pt x="81" y="8849"/>
                  <a:pt x="72" y="8845"/>
                  <a:pt x="64" y="8840"/>
                </a:cubicBezTo>
                <a:cubicBezTo>
                  <a:pt x="56" y="8834"/>
                  <a:pt x="49" y="8828"/>
                  <a:pt x="42" y="8821"/>
                </a:cubicBezTo>
                <a:cubicBezTo>
                  <a:pt x="36" y="8815"/>
                  <a:pt x="30" y="8807"/>
                  <a:pt x="24" y="8799"/>
                </a:cubicBezTo>
                <a:cubicBezTo>
                  <a:pt x="19" y="8791"/>
                  <a:pt x="14" y="8783"/>
                  <a:pt x="11" y="8774"/>
                </a:cubicBezTo>
                <a:cubicBezTo>
                  <a:pt x="7" y="8765"/>
                  <a:pt x="4" y="8756"/>
                  <a:pt x="3" y="8747"/>
                </a:cubicBezTo>
                <a:cubicBezTo>
                  <a:pt x="1" y="8738"/>
                  <a:pt x="0" y="8728"/>
                  <a:pt x="0" y="8719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1" name=""/>
          <p:cNvSpPr/>
          <p:nvPr/>
        </p:nvSpPr>
        <p:spPr>
          <a:xfrm>
            <a:off x="1563840" y="1087560"/>
            <a:ext cx="4073040" cy="3177720"/>
          </a:xfrm>
          <a:custGeom>
            <a:avLst/>
            <a:gdLst/>
            <a:ahLst/>
            <a:rect l="0" t="0" r="r" b="b"/>
            <a:pathLst>
              <a:path w="11314" h="8827">
                <a:moveTo>
                  <a:pt x="111" y="0"/>
                </a:moveTo>
                <a:lnTo>
                  <a:pt x="11204" y="0"/>
                </a:lnTo>
                <a:cubicBezTo>
                  <a:pt x="11218" y="0"/>
                  <a:pt x="11232" y="3"/>
                  <a:pt x="11246" y="9"/>
                </a:cubicBezTo>
                <a:cubicBezTo>
                  <a:pt x="11260" y="14"/>
                  <a:pt x="11272" y="22"/>
                  <a:pt x="11282" y="33"/>
                </a:cubicBezTo>
                <a:cubicBezTo>
                  <a:pt x="11292" y="43"/>
                  <a:pt x="11300" y="55"/>
                  <a:pt x="11306" y="69"/>
                </a:cubicBezTo>
                <a:cubicBezTo>
                  <a:pt x="11311" y="82"/>
                  <a:pt x="11314" y="96"/>
                  <a:pt x="11314" y="111"/>
                </a:cubicBezTo>
                <a:lnTo>
                  <a:pt x="11314" y="8716"/>
                </a:lnTo>
                <a:cubicBezTo>
                  <a:pt x="11314" y="8731"/>
                  <a:pt x="11311" y="8745"/>
                  <a:pt x="11306" y="8759"/>
                </a:cubicBezTo>
                <a:cubicBezTo>
                  <a:pt x="11300" y="8772"/>
                  <a:pt x="11292" y="8784"/>
                  <a:pt x="11282" y="8795"/>
                </a:cubicBezTo>
                <a:cubicBezTo>
                  <a:pt x="11272" y="8805"/>
                  <a:pt x="11260" y="8813"/>
                  <a:pt x="11246" y="8819"/>
                </a:cubicBezTo>
                <a:cubicBezTo>
                  <a:pt x="11232" y="8824"/>
                  <a:pt x="11218" y="8827"/>
                  <a:pt x="11204" y="8827"/>
                </a:cubicBezTo>
                <a:lnTo>
                  <a:pt x="111" y="8827"/>
                </a:lnTo>
                <a:cubicBezTo>
                  <a:pt x="96" y="8827"/>
                  <a:pt x="82" y="8824"/>
                  <a:pt x="68" y="8819"/>
                </a:cubicBezTo>
                <a:cubicBezTo>
                  <a:pt x="55" y="8813"/>
                  <a:pt x="43" y="8805"/>
                  <a:pt x="33" y="8795"/>
                </a:cubicBezTo>
                <a:cubicBezTo>
                  <a:pt x="22" y="8784"/>
                  <a:pt x="14" y="8772"/>
                  <a:pt x="9" y="8759"/>
                </a:cubicBezTo>
                <a:cubicBezTo>
                  <a:pt x="3" y="8745"/>
                  <a:pt x="0" y="8731"/>
                  <a:pt x="0" y="8716"/>
                </a:cubicBezTo>
                <a:lnTo>
                  <a:pt x="0" y="111"/>
                </a:lnTo>
                <a:cubicBezTo>
                  <a:pt x="0" y="96"/>
                  <a:pt x="3" y="82"/>
                  <a:pt x="9" y="69"/>
                </a:cubicBezTo>
                <a:cubicBezTo>
                  <a:pt x="14" y="55"/>
                  <a:pt x="22" y="43"/>
                  <a:pt x="33" y="33"/>
                </a:cubicBezTo>
                <a:cubicBezTo>
                  <a:pt x="43" y="22"/>
                  <a:pt x="55" y="14"/>
                  <a:pt x="68" y="9"/>
                </a:cubicBezTo>
                <a:cubicBezTo>
                  <a:pt x="82" y="3"/>
                  <a:pt x="96" y="0"/>
                  <a:pt x="11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2" name=""/>
          <p:cNvSpPr/>
          <p:nvPr/>
        </p:nvSpPr>
        <p:spPr>
          <a:xfrm>
            <a:off x="1563840" y="1087560"/>
            <a:ext cx="4073040" cy="3177720"/>
          </a:xfrm>
          <a:custGeom>
            <a:avLst/>
            <a:gdLst/>
            <a:ahLst/>
            <a:rect l="0" t="0" r="r" b="b"/>
            <a:pathLst>
              <a:path w="11314" h="8827">
                <a:moveTo>
                  <a:pt x="111" y="0"/>
                </a:moveTo>
                <a:lnTo>
                  <a:pt x="11204" y="0"/>
                </a:lnTo>
                <a:cubicBezTo>
                  <a:pt x="11218" y="0"/>
                  <a:pt x="11232" y="3"/>
                  <a:pt x="11246" y="9"/>
                </a:cubicBezTo>
                <a:cubicBezTo>
                  <a:pt x="11260" y="14"/>
                  <a:pt x="11272" y="22"/>
                  <a:pt x="11282" y="33"/>
                </a:cubicBezTo>
                <a:cubicBezTo>
                  <a:pt x="11292" y="43"/>
                  <a:pt x="11300" y="55"/>
                  <a:pt x="11306" y="69"/>
                </a:cubicBezTo>
                <a:cubicBezTo>
                  <a:pt x="11311" y="82"/>
                  <a:pt x="11314" y="96"/>
                  <a:pt x="11314" y="111"/>
                </a:cubicBezTo>
                <a:lnTo>
                  <a:pt x="11314" y="8716"/>
                </a:lnTo>
                <a:cubicBezTo>
                  <a:pt x="11314" y="8731"/>
                  <a:pt x="11311" y="8745"/>
                  <a:pt x="11306" y="8759"/>
                </a:cubicBezTo>
                <a:cubicBezTo>
                  <a:pt x="11300" y="8772"/>
                  <a:pt x="11292" y="8784"/>
                  <a:pt x="11282" y="8795"/>
                </a:cubicBezTo>
                <a:cubicBezTo>
                  <a:pt x="11272" y="8805"/>
                  <a:pt x="11260" y="8813"/>
                  <a:pt x="11246" y="8819"/>
                </a:cubicBezTo>
                <a:cubicBezTo>
                  <a:pt x="11232" y="8824"/>
                  <a:pt x="11218" y="8827"/>
                  <a:pt x="11204" y="8827"/>
                </a:cubicBezTo>
                <a:lnTo>
                  <a:pt x="111" y="8827"/>
                </a:lnTo>
                <a:cubicBezTo>
                  <a:pt x="96" y="8827"/>
                  <a:pt x="82" y="8824"/>
                  <a:pt x="68" y="8819"/>
                </a:cubicBezTo>
                <a:cubicBezTo>
                  <a:pt x="55" y="8813"/>
                  <a:pt x="43" y="8805"/>
                  <a:pt x="33" y="8795"/>
                </a:cubicBezTo>
                <a:cubicBezTo>
                  <a:pt x="22" y="8784"/>
                  <a:pt x="14" y="8772"/>
                  <a:pt x="9" y="8759"/>
                </a:cubicBezTo>
                <a:cubicBezTo>
                  <a:pt x="3" y="8745"/>
                  <a:pt x="0" y="8731"/>
                  <a:pt x="0" y="8716"/>
                </a:cubicBezTo>
                <a:lnTo>
                  <a:pt x="0" y="111"/>
                </a:lnTo>
                <a:cubicBezTo>
                  <a:pt x="0" y="96"/>
                  <a:pt x="3" y="82"/>
                  <a:pt x="9" y="69"/>
                </a:cubicBezTo>
                <a:cubicBezTo>
                  <a:pt x="14" y="55"/>
                  <a:pt x="22" y="43"/>
                  <a:pt x="33" y="33"/>
                </a:cubicBezTo>
                <a:cubicBezTo>
                  <a:pt x="43" y="22"/>
                  <a:pt x="55" y="14"/>
                  <a:pt x="68" y="9"/>
                </a:cubicBezTo>
                <a:cubicBezTo>
                  <a:pt x="82" y="3"/>
                  <a:pt x="96" y="0"/>
                  <a:pt x="111" y="0"/>
                </a:cubicBezTo>
                <a:close/>
              </a:path>
            </a:pathLst>
          </a:custGeom>
          <a:noFill/>
          <a:ln w="3960">
            <a:solidFill>
              <a:srgbClr val="d8ddda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439920" y="462960"/>
            <a:ext cx="74088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Veriﬁëren met voorbeelduitwerkingen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4" name=""/>
          <p:cNvSpPr/>
          <p:nvPr/>
        </p:nvSpPr>
        <p:spPr>
          <a:xfrm>
            <a:off x="1562040" y="1085760"/>
            <a:ext cx="16200" cy="3181680"/>
          </a:xfrm>
          <a:custGeom>
            <a:avLst/>
            <a:gdLst/>
            <a:ahLst/>
            <a:rect l="0" t="0" r="r" b="b"/>
            <a:pathLst>
              <a:path w="45" h="8838">
                <a:moveTo>
                  <a:pt x="0" y="0"/>
                </a:moveTo>
                <a:lnTo>
                  <a:pt x="45" y="0"/>
                </a:lnTo>
                <a:lnTo>
                  <a:pt x="45" y="8838"/>
                </a:lnTo>
                <a:lnTo>
                  <a:pt x="0" y="8838"/>
                </a:lnTo>
                <a:lnTo>
                  <a:pt x="0" y="0"/>
                </a:lnTo>
                <a:close/>
              </a:path>
            </a:pathLst>
          </a:custGeom>
          <a:solidFill>
            <a:srgbClr val="5aa8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5" name=""/>
          <p:cNvSpPr/>
          <p:nvPr/>
        </p:nvSpPr>
        <p:spPr>
          <a:xfrm>
            <a:off x="1609560" y="1301040"/>
            <a:ext cx="235440" cy="75960"/>
          </a:xfrm>
          <a:custGeom>
            <a:avLst/>
            <a:gdLst/>
            <a:ahLst/>
            <a:rect l="0" t="0" r="r" b="b"/>
            <a:pathLst>
              <a:path w="654" h="211">
                <a:moveTo>
                  <a:pt x="45" y="0"/>
                </a:moveTo>
                <a:lnTo>
                  <a:pt x="610" y="0"/>
                </a:lnTo>
                <a:cubicBezTo>
                  <a:pt x="615" y="0"/>
                  <a:pt x="621" y="1"/>
                  <a:pt x="627" y="3"/>
                </a:cubicBezTo>
                <a:cubicBezTo>
                  <a:pt x="632" y="5"/>
                  <a:pt x="637" y="9"/>
                  <a:pt x="641" y="13"/>
                </a:cubicBezTo>
                <a:cubicBezTo>
                  <a:pt x="645" y="17"/>
                  <a:pt x="648" y="22"/>
                  <a:pt x="650" y="27"/>
                </a:cubicBezTo>
                <a:cubicBezTo>
                  <a:pt x="653" y="33"/>
                  <a:pt x="654" y="38"/>
                  <a:pt x="654" y="44"/>
                </a:cubicBezTo>
                <a:lnTo>
                  <a:pt x="654" y="167"/>
                </a:lnTo>
                <a:cubicBezTo>
                  <a:pt x="654" y="173"/>
                  <a:pt x="653" y="178"/>
                  <a:pt x="650" y="184"/>
                </a:cubicBezTo>
                <a:cubicBezTo>
                  <a:pt x="648" y="189"/>
                  <a:pt x="645" y="194"/>
                  <a:pt x="641" y="198"/>
                </a:cubicBezTo>
                <a:cubicBezTo>
                  <a:pt x="637" y="202"/>
                  <a:pt x="632" y="206"/>
                  <a:pt x="627" y="208"/>
                </a:cubicBezTo>
                <a:cubicBezTo>
                  <a:pt x="621" y="210"/>
                  <a:pt x="615" y="211"/>
                  <a:pt x="610" y="211"/>
                </a:cubicBezTo>
                <a:lnTo>
                  <a:pt x="45" y="211"/>
                </a:lnTo>
                <a:cubicBezTo>
                  <a:pt x="39" y="211"/>
                  <a:pt x="33" y="210"/>
                  <a:pt x="28" y="208"/>
                </a:cubicBezTo>
                <a:cubicBezTo>
                  <a:pt x="22" y="206"/>
                  <a:pt x="17" y="202"/>
                  <a:pt x="13" y="198"/>
                </a:cubicBezTo>
                <a:cubicBezTo>
                  <a:pt x="9" y="194"/>
                  <a:pt x="6" y="189"/>
                  <a:pt x="4" y="184"/>
                </a:cubicBezTo>
                <a:cubicBezTo>
                  <a:pt x="1" y="178"/>
                  <a:pt x="0" y="173"/>
                  <a:pt x="0" y="167"/>
                </a:cubicBezTo>
                <a:lnTo>
                  <a:pt x="0" y="44"/>
                </a:lnTo>
                <a:cubicBezTo>
                  <a:pt x="0" y="38"/>
                  <a:pt x="1" y="33"/>
                  <a:pt x="4" y="27"/>
                </a:cubicBezTo>
                <a:cubicBezTo>
                  <a:pt x="6" y="22"/>
                  <a:pt x="9" y="17"/>
                  <a:pt x="13" y="13"/>
                </a:cubicBezTo>
                <a:cubicBezTo>
                  <a:pt x="17" y="9"/>
                  <a:pt x="22" y="5"/>
                  <a:pt x="28" y="3"/>
                </a:cubicBezTo>
                <a:cubicBezTo>
                  <a:pt x="33" y="1"/>
                  <a:pt x="39" y="0"/>
                  <a:pt x="4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6" name=""/>
          <p:cNvSpPr/>
          <p:nvPr/>
        </p:nvSpPr>
        <p:spPr>
          <a:xfrm>
            <a:off x="1609560" y="1301040"/>
            <a:ext cx="235440" cy="75960"/>
          </a:xfrm>
          <a:custGeom>
            <a:avLst/>
            <a:gdLst/>
            <a:ahLst/>
            <a:rect l="0" t="0" r="r" b="b"/>
            <a:pathLst>
              <a:path w="654" h="211">
                <a:moveTo>
                  <a:pt x="45" y="0"/>
                </a:moveTo>
                <a:lnTo>
                  <a:pt x="610" y="0"/>
                </a:lnTo>
                <a:cubicBezTo>
                  <a:pt x="615" y="0"/>
                  <a:pt x="621" y="1"/>
                  <a:pt x="627" y="3"/>
                </a:cubicBezTo>
                <a:cubicBezTo>
                  <a:pt x="632" y="5"/>
                  <a:pt x="637" y="9"/>
                  <a:pt x="641" y="13"/>
                </a:cubicBezTo>
                <a:cubicBezTo>
                  <a:pt x="645" y="17"/>
                  <a:pt x="648" y="22"/>
                  <a:pt x="650" y="27"/>
                </a:cubicBezTo>
                <a:cubicBezTo>
                  <a:pt x="653" y="33"/>
                  <a:pt x="654" y="38"/>
                  <a:pt x="654" y="44"/>
                </a:cubicBezTo>
                <a:lnTo>
                  <a:pt x="654" y="167"/>
                </a:lnTo>
                <a:cubicBezTo>
                  <a:pt x="654" y="173"/>
                  <a:pt x="653" y="178"/>
                  <a:pt x="650" y="184"/>
                </a:cubicBezTo>
                <a:cubicBezTo>
                  <a:pt x="648" y="189"/>
                  <a:pt x="645" y="194"/>
                  <a:pt x="641" y="198"/>
                </a:cubicBezTo>
                <a:cubicBezTo>
                  <a:pt x="637" y="202"/>
                  <a:pt x="632" y="206"/>
                  <a:pt x="627" y="208"/>
                </a:cubicBezTo>
                <a:cubicBezTo>
                  <a:pt x="621" y="210"/>
                  <a:pt x="615" y="211"/>
                  <a:pt x="610" y="211"/>
                </a:cubicBezTo>
                <a:lnTo>
                  <a:pt x="45" y="211"/>
                </a:lnTo>
                <a:cubicBezTo>
                  <a:pt x="39" y="211"/>
                  <a:pt x="33" y="210"/>
                  <a:pt x="28" y="208"/>
                </a:cubicBezTo>
                <a:cubicBezTo>
                  <a:pt x="22" y="206"/>
                  <a:pt x="17" y="202"/>
                  <a:pt x="13" y="198"/>
                </a:cubicBezTo>
                <a:cubicBezTo>
                  <a:pt x="9" y="194"/>
                  <a:pt x="6" y="189"/>
                  <a:pt x="4" y="184"/>
                </a:cubicBezTo>
                <a:cubicBezTo>
                  <a:pt x="1" y="178"/>
                  <a:pt x="0" y="173"/>
                  <a:pt x="0" y="167"/>
                </a:cubicBezTo>
                <a:lnTo>
                  <a:pt x="0" y="44"/>
                </a:lnTo>
                <a:cubicBezTo>
                  <a:pt x="0" y="38"/>
                  <a:pt x="1" y="33"/>
                  <a:pt x="4" y="27"/>
                </a:cubicBezTo>
                <a:cubicBezTo>
                  <a:pt x="6" y="22"/>
                  <a:pt x="9" y="17"/>
                  <a:pt x="13" y="13"/>
                </a:cubicBezTo>
                <a:cubicBezTo>
                  <a:pt x="17" y="9"/>
                  <a:pt x="22" y="5"/>
                  <a:pt x="28" y="3"/>
                </a:cubicBezTo>
                <a:cubicBezTo>
                  <a:pt x="33" y="1"/>
                  <a:pt x="39" y="0"/>
                  <a:pt x="45" y="0"/>
                </a:cubicBezTo>
                <a:close/>
              </a:path>
            </a:pathLst>
          </a:custGeom>
          <a:noFill/>
          <a:ln w="3960">
            <a:solidFill>
              <a:srgbClr val="c8ccc9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1609920" y="1118160"/>
            <a:ext cx="1802160" cy="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69" spc="-1" strike="noStrike">
                <a:solidFill>
                  <a:srgbClr val="1c1c1c"/>
                </a:solidFill>
                <a:latin typeface="DejaVuSans"/>
                <a:ea typeface="DejaVuSans"/>
              </a:rPr>
              <a:t>F2-07 - Het geplande aanbod terug naar de catalogus</a:t>
            </a:r>
            <a:endParaRPr b="0" lang="en-US" sz="46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8" name=""/>
          <p:cNvSpPr/>
          <p:nvPr/>
        </p:nvSpPr>
        <p:spPr>
          <a:xfrm>
            <a:off x="1892520" y="1245240"/>
            <a:ext cx="756720" cy="191520"/>
          </a:xfrm>
          <a:custGeom>
            <a:avLst/>
            <a:gdLst/>
            <a:ahLst/>
            <a:rect l="0" t="0" r="r" b="b"/>
            <a:pathLst>
              <a:path w="2102" h="532">
                <a:moveTo>
                  <a:pt x="0" y="0"/>
                </a:moveTo>
                <a:lnTo>
                  <a:pt x="2102" y="0"/>
                </a:lnTo>
                <a:lnTo>
                  <a:pt x="2102" y="532"/>
                </a:lnTo>
                <a:lnTo>
                  <a:pt x="0" y="532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9" name=""/>
          <p:cNvSpPr/>
          <p:nvPr/>
        </p:nvSpPr>
        <p:spPr>
          <a:xfrm>
            <a:off x="1892520" y="1245240"/>
            <a:ext cx="756720" cy="191520"/>
          </a:xfrm>
          <a:custGeom>
            <a:avLst/>
            <a:gdLst/>
            <a:ahLst/>
            <a:rect l="0" t="0" r="r" b="b"/>
            <a:pathLst>
              <a:path w="2102" h="532">
                <a:moveTo>
                  <a:pt x="0" y="0"/>
                </a:moveTo>
                <a:lnTo>
                  <a:pt x="2102" y="0"/>
                </a:lnTo>
                <a:lnTo>
                  <a:pt x="2102" y="532"/>
                </a:lnTo>
                <a:lnTo>
                  <a:pt x="0" y="532"/>
                </a:lnTo>
                <a:lnTo>
                  <a:pt x="0" y="0"/>
                </a:lnTo>
                <a:close/>
              </a:path>
            </a:pathLst>
          </a:custGeom>
          <a:noFill/>
          <a:ln w="3960">
            <a:solidFill>
              <a:srgbClr val="5aa8a8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0" name=""/>
          <p:cNvSpPr/>
          <p:nvPr/>
        </p:nvSpPr>
        <p:spPr>
          <a:xfrm>
            <a:off x="2577240" y="1272960"/>
            <a:ext cx="39960" cy="48240"/>
          </a:xfrm>
          <a:custGeom>
            <a:avLst/>
            <a:gdLst/>
            <a:ahLst/>
            <a:rect l="0" t="0" r="r" b="b"/>
            <a:pathLst>
              <a:path w="111" h="134">
                <a:moveTo>
                  <a:pt x="0" y="0"/>
                </a:moveTo>
                <a:lnTo>
                  <a:pt x="111" y="0"/>
                </a:lnTo>
                <a:lnTo>
                  <a:pt x="111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444444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1" name=""/>
          <p:cNvSpPr/>
          <p:nvPr/>
        </p:nvSpPr>
        <p:spPr>
          <a:xfrm>
            <a:off x="2569320" y="1280880"/>
            <a:ext cx="16200" cy="10440"/>
          </a:xfrm>
          <a:custGeom>
            <a:avLst/>
            <a:gdLst/>
            <a:ahLst/>
            <a:rect l="0" t="0" r="r" b="b"/>
            <a:pathLst>
              <a:path w="45" h="29">
                <a:moveTo>
                  <a:pt x="0" y="0"/>
                </a:moveTo>
                <a:lnTo>
                  <a:pt x="45" y="0"/>
                </a:lnTo>
                <a:lnTo>
                  <a:pt x="45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444444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2" name=""/>
          <p:cNvSpPr/>
          <p:nvPr/>
        </p:nvSpPr>
        <p:spPr>
          <a:xfrm>
            <a:off x="2569320" y="1298880"/>
            <a:ext cx="16200" cy="10440"/>
          </a:xfrm>
          <a:custGeom>
            <a:avLst/>
            <a:gdLst/>
            <a:ahLst/>
            <a:rect l="0" t="0" r="r" b="b"/>
            <a:pathLst>
              <a:path w="45" h="29">
                <a:moveTo>
                  <a:pt x="0" y="0"/>
                </a:moveTo>
                <a:lnTo>
                  <a:pt x="45" y="0"/>
                </a:lnTo>
                <a:lnTo>
                  <a:pt x="45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444444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1641600" y="1308600"/>
            <a:ext cx="18648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5b6663"/>
                </a:solidFill>
                <a:latin typeface="DejaVuSans"/>
                <a:ea typeface="DejaVuSans"/>
              </a:rPr>
              <a:t>OC-P&amp;R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1932480" y="1272600"/>
            <a:ext cx="8748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2a5a5a"/>
                </a:solidFill>
                <a:latin typeface="DejaVuSans"/>
                <a:ea typeface="DejaVuSans"/>
              </a:rPr>
              <a:t>van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5" name=""/>
          <p:cNvSpPr/>
          <p:nvPr/>
        </p:nvSpPr>
        <p:spPr>
          <a:xfrm>
            <a:off x="2673000" y="1337040"/>
            <a:ext cx="1652400" cy="8280"/>
          </a:xfrm>
          <a:custGeom>
            <a:avLst/>
            <a:gdLst/>
            <a:ahLst/>
            <a:rect l="0" t="0" r="r" b="b"/>
            <a:pathLst>
              <a:path w="4590" h="23">
                <a:moveTo>
                  <a:pt x="0" y="0"/>
                </a:moveTo>
                <a:lnTo>
                  <a:pt x="55" y="0"/>
                </a:lnTo>
                <a:lnTo>
                  <a:pt x="55" y="23"/>
                </a:lnTo>
                <a:lnTo>
                  <a:pt x="0" y="23"/>
                </a:lnTo>
                <a:lnTo>
                  <a:pt x="0" y="0"/>
                </a:lnTo>
                <a:moveTo>
                  <a:pt x="99" y="0"/>
                </a:moveTo>
                <a:lnTo>
                  <a:pt x="154" y="0"/>
                </a:lnTo>
                <a:lnTo>
                  <a:pt x="154" y="23"/>
                </a:lnTo>
                <a:lnTo>
                  <a:pt x="99" y="23"/>
                </a:lnTo>
                <a:lnTo>
                  <a:pt x="99" y="0"/>
                </a:lnTo>
                <a:moveTo>
                  <a:pt x="199" y="0"/>
                </a:moveTo>
                <a:lnTo>
                  <a:pt x="254" y="0"/>
                </a:lnTo>
                <a:lnTo>
                  <a:pt x="254" y="23"/>
                </a:lnTo>
                <a:lnTo>
                  <a:pt x="199" y="23"/>
                </a:lnTo>
                <a:lnTo>
                  <a:pt x="199" y="0"/>
                </a:lnTo>
                <a:moveTo>
                  <a:pt x="298" y="0"/>
                </a:moveTo>
                <a:lnTo>
                  <a:pt x="353" y="0"/>
                </a:lnTo>
                <a:lnTo>
                  <a:pt x="353" y="23"/>
                </a:lnTo>
                <a:lnTo>
                  <a:pt x="298" y="23"/>
                </a:lnTo>
                <a:lnTo>
                  <a:pt x="298" y="0"/>
                </a:lnTo>
                <a:moveTo>
                  <a:pt x="398" y="0"/>
                </a:moveTo>
                <a:lnTo>
                  <a:pt x="453" y="0"/>
                </a:lnTo>
                <a:lnTo>
                  <a:pt x="453" y="23"/>
                </a:lnTo>
                <a:lnTo>
                  <a:pt x="398" y="23"/>
                </a:lnTo>
                <a:lnTo>
                  <a:pt x="398" y="0"/>
                </a:lnTo>
                <a:moveTo>
                  <a:pt x="497" y="0"/>
                </a:moveTo>
                <a:lnTo>
                  <a:pt x="552" y="0"/>
                </a:lnTo>
                <a:lnTo>
                  <a:pt x="552" y="23"/>
                </a:lnTo>
                <a:lnTo>
                  <a:pt x="497" y="23"/>
                </a:lnTo>
                <a:lnTo>
                  <a:pt x="497" y="0"/>
                </a:lnTo>
                <a:moveTo>
                  <a:pt x="597" y="0"/>
                </a:moveTo>
                <a:lnTo>
                  <a:pt x="652" y="0"/>
                </a:lnTo>
                <a:lnTo>
                  <a:pt x="652" y="23"/>
                </a:lnTo>
                <a:lnTo>
                  <a:pt x="597" y="23"/>
                </a:lnTo>
                <a:lnTo>
                  <a:pt x="597" y="0"/>
                </a:lnTo>
                <a:moveTo>
                  <a:pt x="696" y="0"/>
                </a:moveTo>
                <a:lnTo>
                  <a:pt x="751" y="0"/>
                </a:lnTo>
                <a:lnTo>
                  <a:pt x="751" y="23"/>
                </a:lnTo>
                <a:lnTo>
                  <a:pt x="696" y="23"/>
                </a:lnTo>
                <a:lnTo>
                  <a:pt x="696" y="0"/>
                </a:lnTo>
                <a:moveTo>
                  <a:pt x="796" y="0"/>
                </a:moveTo>
                <a:lnTo>
                  <a:pt x="851" y="0"/>
                </a:lnTo>
                <a:lnTo>
                  <a:pt x="851" y="23"/>
                </a:lnTo>
                <a:lnTo>
                  <a:pt x="796" y="23"/>
                </a:lnTo>
                <a:lnTo>
                  <a:pt x="796" y="0"/>
                </a:lnTo>
                <a:moveTo>
                  <a:pt x="895" y="0"/>
                </a:moveTo>
                <a:lnTo>
                  <a:pt x="951" y="0"/>
                </a:lnTo>
                <a:lnTo>
                  <a:pt x="951" y="23"/>
                </a:lnTo>
                <a:lnTo>
                  <a:pt x="895" y="23"/>
                </a:lnTo>
                <a:lnTo>
                  <a:pt x="895" y="0"/>
                </a:lnTo>
                <a:moveTo>
                  <a:pt x="995" y="0"/>
                </a:moveTo>
                <a:lnTo>
                  <a:pt x="1050" y="0"/>
                </a:lnTo>
                <a:lnTo>
                  <a:pt x="1050" y="23"/>
                </a:lnTo>
                <a:lnTo>
                  <a:pt x="995" y="23"/>
                </a:lnTo>
                <a:lnTo>
                  <a:pt x="995" y="0"/>
                </a:lnTo>
                <a:moveTo>
                  <a:pt x="1094" y="0"/>
                </a:moveTo>
                <a:lnTo>
                  <a:pt x="1150" y="0"/>
                </a:lnTo>
                <a:lnTo>
                  <a:pt x="1150" y="23"/>
                </a:lnTo>
                <a:lnTo>
                  <a:pt x="1094" y="23"/>
                </a:lnTo>
                <a:lnTo>
                  <a:pt x="1094" y="0"/>
                </a:lnTo>
                <a:moveTo>
                  <a:pt x="1194" y="0"/>
                </a:moveTo>
                <a:lnTo>
                  <a:pt x="1249" y="0"/>
                </a:lnTo>
                <a:lnTo>
                  <a:pt x="1249" y="23"/>
                </a:lnTo>
                <a:lnTo>
                  <a:pt x="1194" y="23"/>
                </a:lnTo>
                <a:lnTo>
                  <a:pt x="1194" y="0"/>
                </a:lnTo>
                <a:moveTo>
                  <a:pt x="1293" y="0"/>
                </a:moveTo>
                <a:lnTo>
                  <a:pt x="1349" y="0"/>
                </a:lnTo>
                <a:lnTo>
                  <a:pt x="1349" y="23"/>
                </a:lnTo>
                <a:lnTo>
                  <a:pt x="1293" y="23"/>
                </a:lnTo>
                <a:lnTo>
                  <a:pt x="1293" y="0"/>
                </a:lnTo>
                <a:moveTo>
                  <a:pt x="1393" y="0"/>
                </a:moveTo>
                <a:lnTo>
                  <a:pt x="1448" y="0"/>
                </a:lnTo>
                <a:lnTo>
                  <a:pt x="1448" y="23"/>
                </a:lnTo>
                <a:lnTo>
                  <a:pt x="1393" y="23"/>
                </a:lnTo>
                <a:lnTo>
                  <a:pt x="1393" y="0"/>
                </a:lnTo>
                <a:moveTo>
                  <a:pt x="1492" y="0"/>
                </a:moveTo>
                <a:lnTo>
                  <a:pt x="1548" y="0"/>
                </a:lnTo>
                <a:lnTo>
                  <a:pt x="1548" y="23"/>
                </a:lnTo>
                <a:lnTo>
                  <a:pt x="1492" y="23"/>
                </a:lnTo>
                <a:lnTo>
                  <a:pt x="1492" y="0"/>
                </a:lnTo>
                <a:moveTo>
                  <a:pt x="1592" y="0"/>
                </a:moveTo>
                <a:lnTo>
                  <a:pt x="1647" y="0"/>
                </a:lnTo>
                <a:lnTo>
                  <a:pt x="1647" y="23"/>
                </a:lnTo>
                <a:lnTo>
                  <a:pt x="1592" y="23"/>
                </a:lnTo>
                <a:lnTo>
                  <a:pt x="1592" y="0"/>
                </a:lnTo>
                <a:moveTo>
                  <a:pt x="1691" y="0"/>
                </a:moveTo>
                <a:lnTo>
                  <a:pt x="1747" y="0"/>
                </a:lnTo>
                <a:lnTo>
                  <a:pt x="1747" y="23"/>
                </a:lnTo>
                <a:lnTo>
                  <a:pt x="1691" y="23"/>
                </a:lnTo>
                <a:lnTo>
                  <a:pt x="1691" y="0"/>
                </a:lnTo>
                <a:moveTo>
                  <a:pt x="1791" y="0"/>
                </a:moveTo>
                <a:lnTo>
                  <a:pt x="1846" y="0"/>
                </a:lnTo>
                <a:lnTo>
                  <a:pt x="1846" y="23"/>
                </a:lnTo>
                <a:lnTo>
                  <a:pt x="1791" y="23"/>
                </a:lnTo>
                <a:lnTo>
                  <a:pt x="1791" y="0"/>
                </a:lnTo>
                <a:moveTo>
                  <a:pt x="1891" y="0"/>
                </a:moveTo>
                <a:lnTo>
                  <a:pt x="1946" y="0"/>
                </a:lnTo>
                <a:lnTo>
                  <a:pt x="1946" y="23"/>
                </a:lnTo>
                <a:lnTo>
                  <a:pt x="1891" y="23"/>
                </a:lnTo>
                <a:lnTo>
                  <a:pt x="1891" y="0"/>
                </a:lnTo>
                <a:moveTo>
                  <a:pt x="1990" y="0"/>
                </a:moveTo>
                <a:lnTo>
                  <a:pt x="2045" y="0"/>
                </a:lnTo>
                <a:lnTo>
                  <a:pt x="2045" y="23"/>
                </a:lnTo>
                <a:lnTo>
                  <a:pt x="1990" y="23"/>
                </a:lnTo>
                <a:lnTo>
                  <a:pt x="1990" y="0"/>
                </a:lnTo>
                <a:moveTo>
                  <a:pt x="2090" y="0"/>
                </a:moveTo>
                <a:lnTo>
                  <a:pt x="2145" y="0"/>
                </a:lnTo>
                <a:lnTo>
                  <a:pt x="2145" y="23"/>
                </a:lnTo>
                <a:lnTo>
                  <a:pt x="2090" y="23"/>
                </a:lnTo>
                <a:lnTo>
                  <a:pt x="2090" y="0"/>
                </a:lnTo>
                <a:moveTo>
                  <a:pt x="2189" y="0"/>
                </a:moveTo>
                <a:lnTo>
                  <a:pt x="2244" y="0"/>
                </a:lnTo>
                <a:lnTo>
                  <a:pt x="2244" y="23"/>
                </a:lnTo>
                <a:lnTo>
                  <a:pt x="2189" y="23"/>
                </a:lnTo>
                <a:lnTo>
                  <a:pt x="2189" y="0"/>
                </a:lnTo>
                <a:moveTo>
                  <a:pt x="2289" y="0"/>
                </a:moveTo>
                <a:lnTo>
                  <a:pt x="2344" y="0"/>
                </a:lnTo>
                <a:lnTo>
                  <a:pt x="2344" y="23"/>
                </a:lnTo>
                <a:lnTo>
                  <a:pt x="2289" y="23"/>
                </a:lnTo>
                <a:lnTo>
                  <a:pt x="2289" y="0"/>
                </a:lnTo>
                <a:moveTo>
                  <a:pt x="2388" y="0"/>
                </a:moveTo>
                <a:lnTo>
                  <a:pt x="2443" y="0"/>
                </a:lnTo>
                <a:lnTo>
                  <a:pt x="2443" y="23"/>
                </a:lnTo>
                <a:lnTo>
                  <a:pt x="2388" y="23"/>
                </a:lnTo>
                <a:lnTo>
                  <a:pt x="2388" y="0"/>
                </a:lnTo>
                <a:moveTo>
                  <a:pt x="2488" y="0"/>
                </a:moveTo>
                <a:lnTo>
                  <a:pt x="2543" y="0"/>
                </a:lnTo>
                <a:lnTo>
                  <a:pt x="2543" y="23"/>
                </a:lnTo>
                <a:lnTo>
                  <a:pt x="2488" y="23"/>
                </a:lnTo>
                <a:lnTo>
                  <a:pt x="2488" y="0"/>
                </a:lnTo>
                <a:moveTo>
                  <a:pt x="2587" y="0"/>
                </a:moveTo>
                <a:lnTo>
                  <a:pt x="2643" y="0"/>
                </a:lnTo>
                <a:lnTo>
                  <a:pt x="2643" y="23"/>
                </a:lnTo>
                <a:lnTo>
                  <a:pt x="2587" y="23"/>
                </a:lnTo>
                <a:lnTo>
                  <a:pt x="2587" y="0"/>
                </a:lnTo>
                <a:moveTo>
                  <a:pt x="2687" y="0"/>
                </a:moveTo>
                <a:lnTo>
                  <a:pt x="2742" y="0"/>
                </a:lnTo>
                <a:lnTo>
                  <a:pt x="2742" y="23"/>
                </a:lnTo>
                <a:lnTo>
                  <a:pt x="2687" y="23"/>
                </a:lnTo>
                <a:lnTo>
                  <a:pt x="2687" y="0"/>
                </a:lnTo>
                <a:moveTo>
                  <a:pt x="2786" y="0"/>
                </a:moveTo>
                <a:lnTo>
                  <a:pt x="2842" y="0"/>
                </a:lnTo>
                <a:lnTo>
                  <a:pt x="2842" y="23"/>
                </a:lnTo>
                <a:lnTo>
                  <a:pt x="2786" y="23"/>
                </a:lnTo>
                <a:lnTo>
                  <a:pt x="2786" y="0"/>
                </a:lnTo>
                <a:moveTo>
                  <a:pt x="2886" y="0"/>
                </a:moveTo>
                <a:lnTo>
                  <a:pt x="2941" y="0"/>
                </a:lnTo>
                <a:lnTo>
                  <a:pt x="2941" y="23"/>
                </a:lnTo>
                <a:lnTo>
                  <a:pt x="2886" y="23"/>
                </a:lnTo>
                <a:lnTo>
                  <a:pt x="2886" y="0"/>
                </a:lnTo>
                <a:moveTo>
                  <a:pt x="2985" y="0"/>
                </a:moveTo>
                <a:lnTo>
                  <a:pt x="3041" y="0"/>
                </a:lnTo>
                <a:lnTo>
                  <a:pt x="3041" y="23"/>
                </a:lnTo>
                <a:lnTo>
                  <a:pt x="2985" y="23"/>
                </a:lnTo>
                <a:lnTo>
                  <a:pt x="2985" y="0"/>
                </a:lnTo>
                <a:moveTo>
                  <a:pt x="3085" y="0"/>
                </a:moveTo>
                <a:lnTo>
                  <a:pt x="3140" y="0"/>
                </a:lnTo>
                <a:lnTo>
                  <a:pt x="3140" y="23"/>
                </a:lnTo>
                <a:lnTo>
                  <a:pt x="3085" y="23"/>
                </a:lnTo>
                <a:lnTo>
                  <a:pt x="3085" y="0"/>
                </a:lnTo>
                <a:moveTo>
                  <a:pt x="3184" y="0"/>
                </a:moveTo>
                <a:lnTo>
                  <a:pt x="3240" y="0"/>
                </a:lnTo>
                <a:lnTo>
                  <a:pt x="3240" y="23"/>
                </a:lnTo>
                <a:lnTo>
                  <a:pt x="3184" y="23"/>
                </a:lnTo>
                <a:lnTo>
                  <a:pt x="3184" y="0"/>
                </a:lnTo>
                <a:moveTo>
                  <a:pt x="3284" y="0"/>
                </a:moveTo>
                <a:lnTo>
                  <a:pt x="3339" y="0"/>
                </a:lnTo>
                <a:lnTo>
                  <a:pt x="3339" y="23"/>
                </a:lnTo>
                <a:lnTo>
                  <a:pt x="3284" y="23"/>
                </a:lnTo>
                <a:lnTo>
                  <a:pt x="3284" y="0"/>
                </a:lnTo>
                <a:moveTo>
                  <a:pt x="3383" y="0"/>
                </a:moveTo>
                <a:lnTo>
                  <a:pt x="3439" y="0"/>
                </a:lnTo>
                <a:lnTo>
                  <a:pt x="3439" y="23"/>
                </a:lnTo>
                <a:lnTo>
                  <a:pt x="3383" y="23"/>
                </a:lnTo>
                <a:lnTo>
                  <a:pt x="3383" y="0"/>
                </a:lnTo>
                <a:moveTo>
                  <a:pt x="3483" y="0"/>
                </a:moveTo>
                <a:lnTo>
                  <a:pt x="3538" y="0"/>
                </a:lnTo>
                <a:lnTo>
                  <a:pt x="3538" y="23"/>
                </a:lnTo>
                <a:lnTo>
                  <a:pt x="3483" y="23"/>
                </a:lnTo>
                <a:lnTo>
                  <a:pt x="3483" y="0"/>
                </a:lnTo>
                <a:moveTo>
                  <a:pt x="3583" y="0"/>
                </a:moveTo>
                <a:lnTo>
                  <a:pt x="3638" y="0"/>
                </a:lnTo>
                <a:lnTo>
                  <a:pt x="3638" y="23"/>
                </a:lnTo>
                <a:lnTo>
                  <a:pt x="3583" y="23"/>
                </a:lnTo>
                <a:lnTo>
                  <a:pt x="3583" y="0"/>
                </a:lnTo>
                <a:moveTo>
                  <a:pt x="3682" y="0"/>
                </a:moveTo>
                <a:lnTo>
                  <a:pt x="3737" y="0"/>
                </a:lnTo>
                <a:lnTo>
                  <a:pt x="3737" y="23"/>
                </a:lnTo>
                <a:lnTo>
                  <a:pt x="3682" y="23"/>
                </a:lnTo>
                <a:lnTo>
                  <a:pt x="3682" y="0"/>
                </a:lnTo>
                <a:moveTo>
                  <a:pt x="3782" y="0"/>
                </a:moveTo>
                <a:lnTo>
                  <a:pt x="3837" y="0"/>
                </a:lnTo>
                <a:lnTo>
                  <a:pt x="3837" y="23"/>
                </a:lnTo>
                <a:lnTo>
                  <a:pt x="3782" y="23"/>
                </a:lnTo>
                <a:lnTo>
                  <a:pt x="3782" y="0"/>
                </a:lnTo>
                <a:moveTo>
                  <a:pt x="3881" y="0"/>
                </a:moveTo>
                <a:lnTo>
                  <a:pt x="3936" y="0"/>
                </a:lnTo>
                <a:lnTo>
                  <a:pt x="3936" y="23"/>
                </a:lnTo>
                <a:lnTo>
                  <a:pt x="3881" y="23"/>
                </a:lnTo>
                <a:lnTo>
                  <a:pt x="3881" y="0"/>
                </a:lnTo>
                <a:moveTo>
                  <a:pt x="3981" y="0"/>
                </a:moveTo>
                <a:lnTo>
                  <a:pt x="4036" y="0"/>
                </a:lnTo>
                <a:lnTo>
                  <a:pt x="4036" y="23"/>
                </a:lnTo>
                <a:lnTo>
                  <a:pt x="3981" y="23"/>
                </a:lnTo>
                <a:lnTo>
                  <a:pt x="3981" y="0"/>
                </a:lnTo>
                <a:moveTo>
                  <a:pt x="4081" y="0"/>
                </a:moveTo>
                <a:lnTo>
                  <a:pt x="4136" y="0"/>
                </a:lnTo>
                <a:lnTo>
                  <a:pt x="4136" y="23"/>
                </a:lnTo>
                <a:lnTo>
                  <a:pt x="4081" y="23"/>
                </a:lnTo>
                <a:lnTo>
                  <a:pt x="4081" y="0"/>
                </a:lnTo>
                <a:moveTo>
                  <a:pt x="4181" y="0"/>
                </a:moveTo>
                <a:lnTo>
                  <a:pt x="4236" y="0"/>
                </a:lnTo>
                <a:lnTo>
                  <a:pt x="4236" y="23"/>
                </a:lnTo>
                <a:lnTo>
                  <a:pt x="4181" y="23"/>
                </a:lnTo>
                <a:lnTo>
                  <a:pt x="4181" y="0"/>
                </a:lnTo>
                <a:moveTo>
                  <a:pt x="4280" y="0"/>
                </a:moveTo>
                <a:lnTo>
                  <a:pt x="4336" y="0"/>
                </a:lnTo>
                <a:lnTo>
                  <a:pt x="4336" y="23"/>
                </a:lnTo>
                <a:lnTo>
                  <a:pt x="4280" y="23"/>
                </a:lnTo>
                <a:lnTo>
                  <a:pt x="4280" y="0"/>
                </a:lnTo>
                <a:moveTo>
                  <a:pt x="4380" y="0"/>
                </a:moveTo>
                <a:lnTo>
                  <a:pt x="4435" y="0"/>
                </a:lnTo>
                <a:lnTo>
                  <a:pt x="4435" y="23"/>
                </a:lnTo>
                <a:lnTo>
                  <a:pt x="4380" y="23"/>
                </a:lnTo>
                <a:lnTo>
                  <a:pt x="4380" y="0"/>
                </a:lnTo>
                <a:moveTo>
                  <a:pt x="4479" y="0"/>
                </a:moveTo>
                <a:lnTo>
                  <a:pt x="4535" y="0"/>
                </a:lnTo>
                <a:lnTo>
                  <a:pt x="4535" y="23"/>
                </a:lnTo>
                <a:lnTo>
                  <a:pt x="4479" y="23"/>
                </a:lnTo>
                <a:lnTo>
                  <a:pt x="4479" y="0"/>
                </a:lnTo>
                <a:moveTo>
                  <a:pt x="4579" y="0"/>
                </a:moveTo>
                <a:lnTo>
                  <a:pt x="4590" y="0"/>
                </a:lnTo>
                <a:lnTo>
                  <a:pt x="4590" y="23"/>
                </a:lnTo>
                <a:lnTo>
                  <a:pt x="4579" y="23"/>
                </a:lnTo>
                <a:lnTo>
                  <a:pt x="4579" y="0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6" name=""/>
          <p:cNvSpPr/>
          <p:nvPr/>
        </p:nvSpPr>
        <p:spPr>
          <a:xfrm>
            <a:off x="4317120" y="1316880"/>
            <a:ext cx="40320" cy="48240"/>
          </a:xfrm>
          <a:custGeom>
            <a:avLst/>
            <a:gdLst/>
            <a:ahLst/>
            <a:rect l="0" t="0" r="r" b="b"/>
            <a:pathLst>
              <a:path w="112" h="134">
                <a:moveTo>
                  <a:pt x="0" y="0"/>
                </a:moveTo>
                <a:lnTo>
                  <a:pt x="112" y="67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7" name=""/>
          <p:cNvSpPr/>
          <p:nvPr/>
        </p:nvSpPr>
        <p:spPr>
          <a:xfrm>
            <a:off x="4364640" y="1245240"/>
            <a:ext cx="828360" cy="191520"/>
          </a:xfrm>
          <a:custGeom>
            <a:avLst/>
            <a:gdLst/>
            <a:ahLst/>
            <a:rect l="0" t="0" r="r" b="b"/>
            <a:pathLst>
              <a:path w="2301" h="532">
                <a:moveTo>
                  <a:pt x="0" y="0"/>
                </a:moveTo>
                <a:lnTo>
                  <a:pt x="2301" y="0"/>
                </a:lnTo>
                <a:lnTo>
                  <a:pt x="2301" y="532"/>
                </a:lnTo>
                <a:lnTo>
                  <a:pt x="0" y="532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8" name=""/>
          <p:cNvSpPr/>
          <p:nvPr/>
        </p:nvSpPr>
        <p:spPr>
          <a:xfrm>
            <a:off x="4364640" y="1245240"/>
            <a:ext cx="828360" cy="191520"/>
          </a:xfrm>
          <a:custGeom>
            <a:avLst/>
            <a:gdLst/>
            <a:ahLst/>
            <a:rect l="0" t="0" r="r" b="b"/>
            <a:pathLst>
              <a:path w="2301" h="532">
                <a:moveTo>
                  <a:pt x="0" y="0"/>
                </a:moveTo>
                <a:lnTo>
                  <a:pt x="2301" y="0"/>
                </a:lnTo>
                <a:lnTo>
                  <a:pt x="2301" y="532"/>
                </a:lnTo>
                <a:lnTo>
                  <a:pt x="0" y="532"/>
                </a:lnTo>
                <a:lnTo>
                  <a:pt x="0" y="0"/>
                </a:lnTo>
                <a:close/>
              </a:path>
            </a:pathLst>
          </a:custGeom>
          <a:noFill/>
          <a:ln w="3960">
            <a:solidFill>
              <a:srgbClr val="5aa8a8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9" name=""/>
          <p:cNvSpPr/>
          <p:nvPr/>
        </p:nvSpPr>
        <p:spPr>
          <a:xfrm>
            <a:off x="5121000" y="1272960"/>
            <a:ext cx="40320" cy="48240"/>
          </a:xfrm>
          <a:custGeom>
            <a:avLst/>
            <a:gdLst/>
            <a:ahLst/>
            <a:rect l="0" t="0" r="r" b="b"/>
            <a:pathLst>
              <a:path w="112" h="134">
                <a:moveTo>
                  <a:pt x="0" y="0"/>
                </a:moveTo>
                <a:lnTo>
                  <a:pt x="112" y="0"/>
                </a:lnTo>
                <a:lnTo>
                  <a:pt x="112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444444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0" name=""/>
          <p:cNvSpPr/>
          <p:nvPr/>
        </p:nvSpPr>
        <p:spPr>
          <a:xfrm>
            <a:off x="5113080" y="1280880"/>
            <a:ext cx="16200" cy="10440"/>
          </a:xfrm>
          <a:custGeom>
            <a:avLst/>
            <a:gdLst/>
            <a:ahLst/>
            <a:rect l="0" t="0" r="r" b="b"/>
            <a:pathLst>
              <a:path w="45" h="29">
                <a:moveTo>
                  <a:pt x="0" y="0"/>
                </a:moveTo>
                <a:lnTo>
                  <a:pt x="45" y="0"/>
                </a:lnTo>
                <a:lnTo>
                  <a:pt x="45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444444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1" name=""/>
          <p:cNvSpPr/>
          <p:nvPr/>
        </p:nvSpPr>
        <p:spPr>
          <a:xfrm>
            <a:off x="5113080" y="1298880"/>
            <a:ext cx="16200" cy="10440"/>
          </a:xfrm>
          <a:custGeom>
            <a:avLst/>
            <a:gdLst/>
            <a:ahLst/>
            <a:rect l="0" t="0" r="r" b="b"/>
            <a:pathLst>
              <a:path w="45" h="29">
                <a:moveTo>
                  <a:pt x="0" y="0"/>
                </a:moveTo>
                <a:lnTo>
                  <a:pt x="45" y="0"/>
                </a:lnTo>
                <a:lnTo>
                  <a:pt x="45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444444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1932480" y="1337040"/>
            <a:ext cx="57816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40" spc="-1" strike="noStrike">
                <a:solidFill>
                  <a:srgbClr val="1c1c1c"/>
                </a:solidFill>
                <a:latin typeface="DejaVuSans"/>
                <a:ea typeface="DejaVuSans"/>
              </a:rPr>
              <a:t>Planningssysteem</a:t>
            </a:r>
            <a:endParaRPr b="0" lang="en-US" sz="4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4404600" y="1272600"/>
            <a:ext cx="10908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2a5a5a"/>
                </a:solidFill>
                <a:latin typeface="DejaVuSans"/>
                <a:ea typeface="DejaVuSans"/>
              </a:rPr>
              <a:t>naar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4" name=""/>
          <p:cNvSpPr/>
          <p:nvPr/>
        </p:nvSpPr>
        <p:spPr>
          <a:xfrm>
            <a:off x="1609560" y="1444680"/>
            <a:ext cx="1696320" cy="75960"/>
          </a:xfrm>
          <a:custGeom>
            <a:avLst/>
            <a:gdLst/>
            <a:ahLst/>
            <a:rect l="0" t="0" r="r" b="b"/>
            <a:pathLst>
              <a:path w="4712" h="211">
                <a:moveTo>
                  <a:pt x="100" y="0"/>
                </a:moveTo>
                <a:lnTo>
                  <a:pt x="4613" y="0"/>
                </a:lnTo>
                <a:cubicBezTo>
                  <a:pt x="4626" y="0"/>
                  <a:pt x="4639" y="2"/>
                  <a:pt x="4651" y="7"/>
                </a:cubicBezTo>
                <a:cubicBezTo>
                  <a:pt x="4663" y="12"/>
                  <a:pt x="4674" y="19"/>
                  <a:pt x="4683" y="29"/>
                </a:cubicBezTo>
                <a:cubicBezTo>
                  <a:pt x="4693" y="38"/>
                  <a:pt x="4700" y="49"/>
                  <a:pt x="4705" y="61"/>
                </a:cubicBezTo>
                <a:cubicBezTo>
                  <a:pt x="4710" y="73"/>
                  <a:pt x="4712" y="87"/>
                  <a:pt x="4712" y="100"/>
                </a:cubicBezTo>
                <a:lnTo>
                  <a:pt x="4712" y="111"/>
                </a:lnTo>
                <a:cubicBezTo>
                  <a:pt x="4712" y="124"/>
                  <a:pt x="4710" y="137"/>
                  <a:pt x="4705" y="149"/>
                </a:cubicBezTo>
                <a:cubicBezTo>
                  <a:pt x="4700" y="162"/>
                  <a:pt x="4693" y="172"/>
                  <a:pt x="4683" y="182"/>
                </a:cubicBezTo>
                <a:cubicBezTo>
                  <a:pt x="4674" y="191"/>
                  <a:pt x="4663" y="198"/>
                  <a:pt x="4651" y="203"/>
                </a:cubicBezTo>
                <a:cubicBezTo>
                  <a:pt x="4639" y="208"/>
                  <a:pt x="4626" y="211"/>
                  <a:pt x="4613" y="211"/>
                </a:cubicBezTo>
                <a:lnTo>
                  <a:pt x="100" y="211"/>
                </a:lnTo>
                <a:cubicBezTo>
                  <a:pt x="87" y="211"/>
                  <a:pt x="74" y="208"/>
                  <a:pt x="62" y="203"/>
                </a:cubicBezTo>
                <a:cubicBezTo>
                  <a:pt x="50" y="198"/>
                  <a:pt x="39" y="191"/>
                  <a:pt x="30" y="182"/>
                </a:cubicBezTo>
                <a:cubicBezTo>
                  <a:pt x="20" y="172"/>
                  <a:pt x="13" y="162"/>
                  <a:pt x="8" y="149"/>
                </a:cubicBezTo>
                <a:cubicBezTo>
                  <a:pt x="3" y="137"/>
                  <a:pt x="0" y="124"/>
                  <a:pt x="0" y="111"/>
                </a:cubicBezTo>
                <a:lnTo>
                  <a:pt x="0" y="100"/>
                </a:lnTo>
                <a:cubicBezTo>
                  <a:pt x="0" y="87"/>
                  <a:pt x="3" y="73"/>
                  <a:pt x="8" y="61"/>
                </a:cubicBezTo>
                <a:cubicBezTo>
                  <a:pt x="13" y="49"/>
                  <a:pt x="20" y="38"/>
                  <a:pt x="30" y="29"/>
                </a:cubicBezTo>
                <a:cubicBezTo>
                  <a:pt x="39" y="19"/>
                  <a:pt x="50" y="12"/>
                  <a:pt x="62" y="7"/>
                </a:cubicBezTo>
                <a:cubicBezTo>
                  <a:pt x="74" y="2"/>
                  <a:pt x="87" y="0"/>
                  <a:pt x="10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5" name=""/>
          <p:cNvSpPr/>
          <p:nvPr/>
        </p:nvSpPr>
        <p:spPr>
          <a:xfrm>
            <a:off x="1607760" y="1442520"/>
            <a:ext cx="1700280" cy="79920"/>
          </a:xfrm>
          <a:custGeom>
            <a:avLst/>
            <a:gdLst/>
            <a:ahLst/>
            <a:rect l="0" t="0" r="r" b="b"/>
            <a:pathLst>
              <a:path w="4723" h="222">
                <a:moveTo>
                  <a:pt x="149" y="0"/>
                </a:moveTo>
                <a:lnTo>
                  <a:pt x="171" y="0"/>
                </a:lnTo>
                <a:lnTo>
                  <a:pt x="171" y="11"/>
                </a:lnTo>
                <a:lnTo>
                  <a:pt x="149" y="11"/>
                </a:lnTo>
                <a:lnTo>
                  <a:pt x="149" y="0"/>
                </a:lnTo>
                <a:moveTo>
                  <a:pt x="193" y="0"/>
                </a:moveTo>
                <a:lnTo>
                  <a:pt x="215" y="0"/>
                </a:lnTo>
                <a:lnTo>
                  <a:pt x="215" y="11"/>
                </a:lnTo>
                <a:lnTo>
                  <a:pt x="193" y="11"/>
                </a:lnTo>
                <a:lnTo>
                  <a:pt x="193" y="0"/>
                </a:lnTo>
                <a:moveTo>
                  <a:pt x="238" y="0"/>
                </a:moveTo>
                <a:lnTo>
                  <a:pt x="260" y="0"/>
                </a:lnTo>
                <a:lnTo>
                  <a:pt x="260" y="11"/>
                </a:lnTo>
                <a:lnTo>
                  <a:pt x="238" y="11"/>
                </a:lnTo>
                <a:lnTo>
                  <a:pt x="238" y="0"/>
                </a:lnTo>
                <a:moveTo>
                  <a:pt x="282" y="0"/>
                </a:moveTo>
                <a:lnTo>
                  <a:pt x="304" y="0"/>
                </a:lnTo>
                <a:lnTo>
                  <a:pt x="304" y="11"/>
                </a:lnTo>
                <a:lnTo>
                  <a:pt x="282" y="11"/>
                </a:lnTo>
                <a:lnTo>
                  <a:pt x="282" y="0"/>
                </a:lnTo>
                <a:moveTo>
                  <a:pt x="326" y="0"/>
                </a:moveTo>
                <a:lnTo>
                  <a:pt x="348" y="0"/>
                </a:lnTo>
                <a:lnTo>
                  <a:pt x="348" y="11"/>
                </a:lnTo>
                <a:lnTo>
                  <a:pt x="326" y="11"/>
                </a:lnTo>
                <a:lnTo>
                  <a:pt x="326" y="0"/>
                </a:lnTo>
                <a:moveTo>
                  <a:pt x="370" y="0"/>
                </a:moveTo>
                <a:lnTo>
                  <a:pt x="392" y="0"/>
                </a:lnTo>
                <a:lnTo>
                  <a:pt x="392" y="11"/>
                </a:lnTo>
                <a:lnTo>
                  <a:pt x="370" y="11"/>
                </a:lnTo>
                <a:lnTo>
                  <a:pt x="370" y="0"/>
                </a:lnTo>
                <a:moveTo>
                  <a:pt x="415" y="0"/>
                </a:moveTo>
                <a:lnTo>
                  <a:pt x="437" y="0"/>
                </a:lnTo>
                <a:lnTo>
                  <a:pt x="437" y="11"/>
                </a:lnTo>
                <a:lnTo>
                  <a:pt x="415" y="11"/>
                </a:lnTo>
                <a:lnTo>
                  <a:pt x="415" y="0"/>
                </a:lnTo>
                <a:moveTo>
                  <a:pt x="459" y="0"/>
                </a:moveTo>
                <a:lnTo>
                  <a:pt x="481" y="0"/>
                </a:lnTo>
                <a:lnTo>
                  <a:pt x="481" y="11"/>
                </a:lnTo>
                <a:lnTo>
                  <a:pt x="459" y="11"/>
                </a:lnTo>
                <a:lnTo>
                  <a:pt x="459" y="0"/>
                </a:lnTo>
                <a:moveTo>
                  <a:pt x="503" y="0"/>
                </a:moveTo>
                <a:lnTo>
                  <a:pt x="525" y="0"/>
                </a:lnTo>
                <a:lnTo>
                  <a:pt x="525" y="11"/>
                </a:lnTo>
                <a:lnTo>
                  <a:pt x="503" y="11"/>
                </a:lnTo>
                <a:lnTo>
                  <a:pt x="503" y="0"/>
                </a:lnTo>
                <a:moveTo>
                  <a:pt x="547" y="0"/>
                </a:moveTo>
                <a:lnTo>
                  <a:pt x="569" y="0"/>
                </a:lnTo>
                <a:lnTo>
                  <a:pt x="569" y="11"/>
                </a:lnTo>
                <a:lnTo>
                  <a:pt x="547" y="11"/>
                </a:lnTo>
                <a:lnTo>
                  <a:pt x="547" y="0"/>
                </a:lnTo>
                <a:moveTo>
                  <a:pt x="591" y="0"/>
                </a:moveTo>
                <a:lnTo>
                  <a:pt x="614" y="0"/>
                </a:lnTo>
                <a:lnTo>
                  <a:pt x="614" y="11"/>
                </a:lnTo>
                <a:lnTo>
                  <a:pt x="591" y="11"/>
                </a:lnTo>
                <a:lnTo>
                  <a:pt x="591" y="0"/>
                </a:lnTo>
                <a:moveTo>
                  <a:pt x="636" y="0"/>
                </a:moveTo>
                <a:lnTo>
                  <a:pt x="658" y="0"/>
                </a:lnTo>
                <a:lnTo>
                  <a:pt x="658" y="11"/>
                </a:lnTo>
                <a:lnTo>
                  <a:pt x="636" y="11"/>
                </a:lnTo>
                <a:lnTo>
                  <a:pt x="636" y="0"/>
                </a:lnTo>
                <a:moveTo>
                  <a:pt x="680" y="0"/>
                </a:moveTo>
                <a:lnTo>
                  <a:pt x="702" y="0"/>
                </a:lnTo>
                <a:lnTo>
                  <a:pt x="702" y="11"/>
                </a:lnTo>
                <a:lnTo>
                  <a:pt x="680" y="11"/>
                </a:lnTo>
                <a:lnTo>
                  <a:pt x="680" y="0"/>
                </a:lnTo>
                <a:moveTo>
                  <a:pt x="724" y="0"/>
                </a:moveTo>
                <a:lnTo>
                  <a:pt x="746" y="0"/>
                </a:lnTo>
                <a:lnTo>
                  <a:pt x="746" y="11"/>
                </a:lnTo>
                <a:lnTo>
                  <a:pt x="724" y="11"/>
                </a:lnTo>
                <a:lnTo>
                  <a:pt x="724" y="0"/>
                </a:lnTo>
                <a:moveTo>
                  <a:pt x="768" y="0"/>
                </a:moveTo>
                <a:lnTo>
                  <a:pt x="791" y="0"/>
                </a:lnTo>
                <a:lnTo>
                  <a:pt x="791" y="11"/>
                </a:lnTo>
                <a:lnTo>
                  <a:pt x="768" y="11"/>
                </a:lnTo>
                <a:lnTo>
                  <a:pt x="768" y="0"/>
                </a:lnTo>
                <a:moveTo>
                  <a:pt x="813" y="0"/>
                </a:moveTo>
                <a:lnTo>
                  <a:pt x="835" y="0"/>
                </a:lnTo>
                <a:lnTo>
                  <a:pt x="835" y="11"/>
                </a:lnTo>
                <a:lnTo>
                  <a:pt x="813" y="11"/>
                </a:lnTo>
                <a:lnTo>
                  <a:pt x="813" y="0"/>
                </a:lnTo>
                <a:moveTo>
                  <a:pt x="857" y="0"/>
                </a:moveTo>
                <a:lnTo>
                  <a:pt x="879" y="0"/>
                </a:lnTo>
                <a:lnTo>
                  <a:pt x="879" y="11"/>
                </a:lnTo>
                <a:lnTo>
                  <a:pt x="857" y="11"/>
                </a:lnTo>
                <a:lnTo>
                  <a:pt x="857" y="0"/>
                </a:lnTo>
                <a:moveTo>
                  <a:pt x="901" y="0"/>
                </a:moveTo>
                <a:lnTo>
                  <a:pt x="923" y="0"/>
                </a:lnTo>
                <a:lnTo>
                  <a:pt x="923" y="11"/>
                </a:lnTo>
                <a:lnTo>
                  <a:pt x="901" y="11"/>
                </a:lnTo>
                <a:lnTo>
                  <a:pt x="901" y="0"/>
                </a:lnTo>
                <a:moveTo>
                  <a:pt x="945" y="0"/>
                </a:moveTo>
                <a:lnTo>
                  <a:pt x="967" y="0"/>
                </a:lnTo>
                <a:lnTo>
                  <a:pt x="967" y="11"/>
                </a:lnTo>
                <a:lnTo>
                  <a:pt x="945" y="11"/>
                </a:lnTo>
                <a:lnTo>
                  <a:pt x="945" y="0"/>
                </a:lnTo>
                <a:moveTo>
                  <a:pt x="990" y="0"/>
                </a:moveTo>
                <a:lnTo>
                  <a:pt x="1012" y="0"/>
                </a:lnTo>
                <a:lnTo>
                  <a:pt x="1012" y="11"/>
                </a:lnTo>
                <a:lnTo>
                  <a:pt x="990" y="11"/>
                </a:lnTo>
                <a:lnTo>
                  <a:pt x="990" y="0"/>
                </a:lnTo>
                <a:moveTo>
                  <a:pt x="1034" y="0"/>
                </a:moveTo>
                <a:lnTo>
                  <a:pt x="1056" y="0"/>
                </a:lnTo>
                <a:lnTo>
                  <a:pt x="1056" y="11"/>
                </a:lnTo>
                <a:lnTo>
                  <a:pt x="1034" y="11"/>
                </a:lnTo>
                <a:lnTo>
                  <a:pt x="1034" y="0"/>
                </a:lnTo>
                <a:moveTo>
                  <a:pt x="1078" y="0"/>
                </a:moveTo>
                <a:lnTo>
                  <a:pt x="1100" y="0"/>
                </a:lnTo>
                <a:lnTo>
                  <a:pt x="1100" y="11"/>
                </a:lnTo>
                <a:lnTo>
                  <a:pt x="1078" y="11"/>
                </a:lnTo>
                <a:lnTo>
                  <a:pt x="1078" y="0"/>
                </a:lnTo>
                <a:moveTo>
                  <a:pt x="1122" y="0"/>
                </a:moveTo>
                <a:lnTo>
                  <a:pt x="1144" y="0"/>
                </a:lnTo>
                <a:lnTo>
                  <a:pt x="1144" y="11"/>
                </a:lnTo>
                <a:lnTo>
                  <a:pt x="1122" y="11"/>
                </a:lnTo>
                <a:lnTo>
                  <a:pt x="1122" y="0"/>
                </a:lnTo>
                <a:moveTo>
                  <a:pt x="1167" y="0"/>
                </a:moveTo>
                <a:lnTo>
                  <a:pt x="1189" y="0"/>
                </a:lnTo>
                <a:lnTo>
                  <a:pt x="1189" y="11"/>
                </a:lnTo>
                <a:lnTo>
                  <a:pt x="1167" y="11"/>
                </a:lnTo>
                <a:lnTo>
                  <a:pt x="1167" y="0"/>
                </a:lnTo>
                <a:moveTo>
                  <a:pt x="1211" y="0"/>
                </a:moveTo>
                <a:lnTo>
                  <a:pt x="1233" y="0"/>
                </a:lnTo>
                <a:lnTo>
                  <a:pt x="1233" y="11"/>
                </a:lnTo>
                <a:lnTo>
                  <a:pt x="1211" y="11"/>
                </a:lnTo>
                <a:lnTo>
                  <a:pt x="1211" y="0"/>
                </a:lnTo>
                <a:moveTo>
                  <a:pt x="1255" y="0"/>
                </a:moveTo>
                <a:lnTo>
                  <a:pt x="1277" y="0"/>
                </a:lnTo>
                <a:lnTo>
                  <a:pt x="1277" y="11"/>
                </a:lnTo>
                <a:lnTo>
                  <a:pt x="1255" y="11"/>
                </a:lnTo>
                <a:lnTo>
                  <a:pt x="1255" y="0"/>
                </a:lnTo>
                <a:moveTo>
                  <a:pt x="1299" y="0"/>
                </a:moveTo>
                <a:lnTo>
                  <a:pt x="1321" y="0"/>
                </a:lnTo>
                <a:lnTo>
                  <a:pt x="1321" y="11"/>
                </a:lnTo>
                <a:lnTo>
                  <a:pt x="1299" y="11"/>
                </a:lnTo>
                <a:lnTo>
                  <a:pt x="1299" y="0"/>
                </a:lnTo>
                <a:moveTo>
                  <a:pt x="1343" y="0"/>
                </a:moveTo>
                <a:lnTo>
                  <a:pt x="1366" y="0"/>
                </a:lnTo>
                <a:lnTo>
                  <a:pt x="1366" y="11"/>
                </a:lnTo>
                <a:lnTo>
                  <a:pt x="1343" y="11"/>
                </a:lnTo>
                <a:lnTo>
                  <a:pt x="1343" y="0"/>
                </a:lnTo>
                <a:moveTo>
                  <a:pt x="1388" y="0"/>
                </a:moveTo>
                <a:lnTo>
                  <a:pt x="1410" y="0"/>
                </a:lnTo>
                <a:lnTo>
                  <a:pt x="1410" y="11"/>
                </a:lnTo>
                <a:lnTo>
                  <a:pt x="1388" y="11"/>
                </a:lnTo>
                <a:lnTo>
                  <a:pt x="1388" y="0"/>
                </a:lnTo>
                <a:moveTo>
                  <a:pt x="1432" y="0"/>
                </a:moveTo>
                <a:lnTo>
                  <a:pt x="1454" y="0"/>
                </a:lnTo>
                <a:lnTo>
                  <a:pt x="1454" y="11"/>
                </a:lnTo>
                <a:lnTo>
                  <a:pt x="1432" y="11"/>
                </a:lnTo>
                <a:lnTo>
                  <a:pt x="1432" y="0"/>
                </a:lnTo>
                <a:moveTo>
                  <a:pt x="1476" y="0"/>
                </a:moveTo>
                <a:lnTo>
                  <a:pt x="1498" y="0"/>
                </a:lnTo>
                <a:lnTo>
                  <a:pt x="1498" y="11"/>
                </a:lnTo>
                <a:lnTo>
                  <a:pt x="1476" y="11"/>
                </a:lnTo>
                <a:lnTo>
                  <a:pt x="1476" y="0"/>
                </a:lnTo>
                <a:moveTo>
                  <a:pt x="1520" y="0"/>
                </a:moveTo>
                <a:lnTo>
                  <a:pt x="1543" y="0"/>
                </a:lnTo>
                <a:lnTo>
                  <a:pt x="1543" y="11"/>
                </a:lnTo>
                <a:lnTo>
                  <a:pt x="1520" y="11"/>
                </a:lnTo>
                <a:lnTo>
                  <a:pt x="1520" y="0"/>
                </a:lnTo>
                <a:moveTo>
                  <a:pt x="1565" y="0"/>
                </a:moveTo>
                <a:lnTo>
                  <a:pt x="1587" y="0"/>
                </a:lnTo>
                <a:lnTo>
                  <a:pt x="1587" y="11"/>
                </a:lnTo>
                <a:lnTo>
                  <a:pt x="1565" y="11"/>
                </a:lnTo>
                <a:lnTo>
                  <a:pt x="1565" y="0"/>
                </a:lnTo>
                <a:moveTo>
                  <a:pt x="1609" y="0"/>
                </a:moveTo>
                <a:lnTo>
                  <a:pt x="1631" y="0"/>
                </a:lnTo>
                <a:lnTo>
                  <a:pt x="1631" y="11"/>
                </a:lnTo>
                <a:lnTo>
                  <a:pt x="1609" y="11"/>
                </a:lnTo>
                <a:lnTo>
                  <a:pt x="1609" y="0"/>
                </a:lnTo>
                <a:moveTo>
                  <a:pt x="1653" y="0"/>
                </a:moveTo>
                <a:lnTo>
                  <a:pt x="1675" y="0"/>
                </a:lnTo>
                <a:lnTo>
                  <a:pt x="1675" y="11"/>
                </a:lnTo>
                <a:lnTo>
                  <a:pt x="1653" y="11"/>
                </a:lnTo>
                <a:lnTo>
                  <a:pt x="1653" y="0"/>
                </a:lnTo>
                <a:moveTo>
                  <a:pt x="1697" y="0"/>
                </a:moveTo>
                <a:lnTo>
                  <a:pt x="1719" y="0"/>
                </a:lnTo>
                <a:lnTo>
                  <a:pt x="1719" y="11"/>
                </a:lnTo>
                <a:lnTo>
                  <a:pt x="1697" y="11"/>
                </a:lnTo>
                <a:lnTo>
                  <a:pt x="1697" y="0"/>
                </a:lnTo>
                <a:moveTo>
                  <a:pt x="1742" y="0"/>
                </a:moveTo>
                <a:lnTo>
                  <a:pt x="1764" y="0"/>
                </a:lnTo>
                <a:lnTo>
                  <a:pt x="1764" y="11"/>
                </a:lnTo>
                <a:lnTo>
                  <a:pt x="1742" y="11"/>
                </a:lnTo>
                <a:lnTo>
                  <a:pt x="1742" y="0"/>
                </a:lnTo>
                <a:moveTo>
                  <a:pt x="1786" y="0"/>
                </a:moveTo>
                <a:lnTo>
                  <a:pt x="1808" y="0"/>
                </a:lnTo>
                <a:lnTo>
                  <a:pt x="1808" y="11"/>
                </a:lnTo>
                <a:lnTo>
                  <a:pt x="1786" y="11"/>
                </a:lnTo>
                <a:lnTo>
                  <a:pt x="1786" y="0"/>
                </a:lnTo>
                <a:moveTo>
                  <a:pt x="1830" y="0"/>
                </a:moveTo>
                <a:lnTo>
                  <a:pt x="1852" y="0"/>
                </a:lnTo>
                <a:lnTo>
                  <a:pt x="1852" y="11"/>
                </a:lnTo>
                <a:lnTo>
                  <a:pt x="1830" y="11"/>
                </a:lnTo>
                <a:lnTo>
                  <a:pt x="1830" y="0"/>
                </a:lnTo>
                <a:moveTo>
                  <a:pt x="1874" y="0"/>
                </a:moveTo>
                <a:lnTo>
                  <a:pt x="1896" y="0"/>
                </a:lnTo>
                <a:lnTo>
                  <a:pt x="1896" y="11"/>
                </a:lnTo>
                <a:lnTo>
                  <a:pt x="1874" y="11"/>
                </a:lnTo>
                <a:lnTo>
                  <a:pt x="1874" y="0"/>
                </a:lnTo>
                <a:moveTo>
                  <a:pt x="1919" y="0"/>
                </a:moveTo>
                <a:lnTo>
                  <a:pt x="1941" y="0"/>
                </a:lnTo>
                <a:lnTo>
                  <a:pt x="1941" y="11"/>
                </a:lnTo>
                <a:lnTo>
                  <a:pt x="1919" y="11"/>
                </a:lnTo>
                <a:lnTo>
                  <a:pt x="1919" y="0"/>
                </a:lnTo>
                <a:moveTo>
                  <a:pt x="1963" y="0"/>
                </a:moveTo>
                <a:lnTo>
                  <a:pt x="1985" y="0"/>
                </a:lnTo>
                <a:lnTo>
                  <a:pt x="1985" y="11"/>
                </a:lnTo>
                <a:lnTo>
                  <a:pt x="1963" y="11"/>
                </a:lnTo>
                <a:lnTo>
                  <a:pt x="1963" y="0"/>
                </a:lnTo>
                <a:moveTo>
                  <a:pt x="2007" y="0"/>
                </a:moveTo>
                <a:lnTo>
                  <a:pt x="2029" y="0"/>
                </a:lnTo>
                <a:lnTo>
                  <a:pt x="2029" y="11"/>
                </a:lnTo>
                <a:lnTo>
                  <a:pt x="2007" y="11"/>
                </a:lnTo>
                <a:lnTo>
                  <a:pt x="2007" y="0"/>
                </a:lnTo>
                <a:moveTo>
                  <a:pt x="2051" y="0"/>
                </a:moveTo>
                <a:lnTo>
                  <a:pt x="2073" y="0"/>
                </a:lnTo>
                <a:lnTo>
                  <a:pt x="2073" y="11"/>
                </a:lnTo>
                <a:lnTo>
                  <a:pt x="2051" y="11"/>
                </a:lnTo>
                <a:lnTo>
                  <a:pt x="2051" y="0"/>
                </a:lnTo>
                <a:moveTo>
                  <a:pt x="2095" y="0"/>
                </a:moveTo>
                <a:lnTo>
                  <a:pt x="2118" y="0"/>
                </a:lnTo>
                <a:lnTo>
                  <a:pt x="2118" y="11"/>
                </a:lnTo>
                <a:lnTo>
                  <a:pt x="2095" y="11"/>
                </a:lnTo>
                <a:lnTo>
                  <a:pt x="2095" y="0"/>
                </a:lnTo>
                <a:moveTo>
                  <a:pt x="2140" y="0"/>
                </a:moveTo>
                <a:lnTo>
                  <a:pt x="2162" y="0"/>
                </a:lnTo>
                <a:lnTo>
                  <a:pt x="2162" y="11"/>
                </a:lnTo>
                <a:lnTo>
                  <a:pt x="2140" y="11"/>
                </a:lnTo>
                <a:lnTo>
                  <a:pt x="2140" y="0"/>
                </a:lnTo>
                <a:moveTo>
                  <a:pt x="2184" y="0"/>
                </a:moveTo>
                <a:lnTo>
                  <a:pt x="2206" y="0"/>
                </a:lnTo>
                <a:lnTo>
                  <a:pt x="2206" y="11"/>
                </a:lnTo>
                <a:lnTo>
                  <a:pt x="2184" y="11"/>
                </a:lnTo>
                <a:lnTo>
                  <a:pt x="2184" y="0"/>
                </a:lnTo>
                <a:moveTo>
                  <a:pt x="2228" y="0"/>
                </a:moveTo>
                <a:lnTo>
                  <a:pt x="2250" y="0"/>
                </a:lnTo>
                <a:lnTo>
                  <a:pt x="2250" y="11"/>
                </a:lnTo>
                <a:lnTo>
                  <a:pt x="2228" y="11"/>
                </a:lnTo>
                <a:lnTo>
                  <a:pt x="2228" y="0"/>
                </a:lnTo>
                <a:moveTo>
                  <a:pt x="2272" y="0"/>
                </a:moveTo>
                <a:lnTo>
                  <a:pt x="2295" y="0"/>
                </a:lnTo>
                <a:lnTo>
                  <a:pt x="2295" y="11"/>
                </a:lnTo>
                <a:lnTo>
                  <a:pt x="2272" y="11"/>
                </a:lnTo>
                <a:lnTo>
                  <a:pt x="2272" y="0"/>
                </a:lnTo>
                <a:moveTo>
                  <a:pt x="2317" y="0"/>
                </a:moveTo>
                <a:lnTo>
                  <a:pt x="2339" y="0"/>
                </a:lnTo>
                <a:lnTo>
                  <a:pt x="2339" y="11"/>
                </a:lnTo>
                <a:lnTo>
                  <a:pt x="2317" y="11"/>
                </a:lnTo>
                <a:lnTo>
                  <a:pt x="2317" y="0"/>
                </a:lnTo>
                <a:moveTo>
                  <a:pt x="2361" y="0"/>
                </a:moveTo>
                <a:lnTo>
                  <a:pt x="2383" y="0"/>
                </a:lnTo>
                <a:lnTo>
                  <a:pt x="2383" y="11"/>
                </a:lnTo>
                <a:lnTo>
                  <a:pt x="2361" y="11"/>
                </a:lnTo>
                <a:lnTo>
                  <a:pt x="2361" y="0"/>
                </a:lnTo>
                <a:moveTo>
                  <a:pt x="2405" y="0"/>
                </a:moveTo>
                <a:lnTo>
                  <a:pt x="2427" y="0"/>
                </a:lnTo>
                <a:lnTo>
                  <a:pt x="2427" y="11"/>
                </a:lnTo>
                <a:lnTo>
                  <a:pt x="2405" y="11"/>
                </a:lnTo>
                <a:lnTo>
                  <a:pt x="2405" y="0"/>
                </a:lnTo>
                <a:moveTo>
                  <a:pt x="2449" y="0"/>
                </a:moveTo>
                <a:lnTo>
                  <a:pt x="2471" y="0"/>
                </a:lnTo>
                <a:lnTo>
                  <a:pt x="2471" y="11"/>
                </a:lnTo>
                <a:lnTo>
                  <a:pt x="2449" y="11"/>
                </a:lnTo>
                <a:lnTo>
                  <a:pt x="2449" y="0"/>
                </a:lnTo>
                <a:moveTo>
                  <a:pt x="2494" y="0"/>
                </a:moveTo>
                <a:lnTo>
                  <a:pt x="2516" y="0"/>
                </a:lnTo>
                <a:lnTo>
                  <a:pt x="2516" y="11"/>
                </a:lnTo>
                <a:lnTo>
                  <a:pt x="2494" y="11"/>
                </a:lnTo>
                <a:lnTo>
                  <a:pt x="2494" y="0"/>
                </a:lnTo>
                <a:moveTo>
                  <a:pt x="2538" y="0"/>
                </a:moveTo>
                <a:lnTo>
                  <a:pt x="2560" y="0"/>
                </a:lnTo>
                <a:lnTo>
                  <a:pt x="2560" y="11"/>
                </a:lnTo>
                <a:lnTo>
                  <a:pt x="2538" y="11"/>
                </a:lnTo>
                <a:lnTo>
                  <a:pt x="2538" y="0"/>
                </a:lnTo>
                <a:moveTo>
                  <a:pt x="2582" y="0"/>
                </a:moveTo>
                <a:lnTo>
                  <a:pt x="2604" y="0"/>
                </a:lnTo>
                <a:lnTo>
                  <a:pt x="2604" y="11"/>
                </a:lnTo>
                <a:lnTo>
                  <a:pt x="2582" y="11"/>
                </a:lnTo>
                <a:lnTo>
                  <a:pt x="2582" y="0"/>
                </a:lnTo>
                <a:moveTo>
                  <a:pt x="2627" y="0"/>
                </a:moveTo>
                <a:lnTo>
                  <a:pt x="2649" y="0"/>
                </a:lnTo>
                <a:lnTo>
                  <a:pt x="2649" y="11"/>
                </a:lnTo>
                <a:lnTo>
                  <a:pt x="2627" y="11"/>
                </a:lnTo>
                <a:lnTo>
                  <a:pt x="2627" y="0"/>
                </a:lnTo>
                <a:moveTo>
                  <a:pt x="2672" y="0"/>
                </a:moveTo>
                <a:lnTo>
                  <a:pt x="2694" y="0"/>
                </a:lnTo>
                <a:lnTo>
                  <a:pt x="2694" y="11"/>
                </a:lnTo>
                <a:lnTo>
                  <a:pt x="2672" y="11"/>
                </a:lnTo>
                <a:lnTo>
                  <a:pt x="2672" y="0"/>
                </a:lnTo>
                <a:moveTo>
                  <a:pt x="2716" y="0"/>
                </a:moveTo>
                <a:lnTo>
                  <a:pt x="2738" y="0"/>
                </a:lnTo>
                <a:lnTo>
                  <a:pt x="2738" y="11"/>
                </a:lnTo>
                <a:lnTo>
                  <a:pt x="2716" y="11"/>
                </a:lnTo>
                <a:lnTo>
                  <a:pt x="2716" y="0"/>
                </a:lnTo>
                <a:moveTo>
                  <a:pt x="2760" y="0"/>
                </a:moveTo>
                <a:lnTo>
                  <a:pt x="2782" y="0"/>
                </a:lnTo>
                <a:lnTo>
                  <a:pt x="2782" y="11"/>
                </a:lnTo>
                <a:lnTo>
                  <a:pt x="2760" y="11"/>
                </a:lnTo>
                <a:lnTo>
                  <a:pt x="2760" y="0"/>
                </a:lnTo>
                <a:moveTo>
                  <a:pt x="2804" y="0"/>
                </a:moveTo>
                <a:lnTo>
                  <a:pt x="2826" y="0"/>
                </a:lnTo>
                <a:lnTo>
                  <a:pt x="2826" y="11"/>
                </a:lnTo>
                <a:lnTo>
                  <a:pt x="2804" y="11"/>
                </a:lnTo>
                <a:lnTo>
                  <a:pt x="2804" y="0"/>
                </a:lnTo>
                <a:moveTo>
                  <a:pt x="2848" y="0"/>
                </a:moveTo>
                <a:lnTo>
                  <a:pt x="2871" y="0"/>
                </a:lnTo>
                <a:lnTo>
                  <a:pt x="2871" y="11"/>
                </a:lnTo>
                <a:lnTo>
                  <a:pt x="2848" y="11"/>
                </a:lnTo>
                <a:lnTo>
                  <a:pt x="2848" y="0"/>
                </a:lnTo>
                <a:moveTo>
                  <a:pt x="2893" y="0"/>
                </a:moveTo>
                <a:lnTo>
                  <a:pt x="2915" y="0"/>
                </a:lnTo>
                <a:lnTo>
                  <a:pt x="2915" y="11"/>
                </a:lnTo>
                <a:lnTo>
                  <a:pt x="2893" y="11"/>
                </a:lnTo>
                <a:lnTo>
                  <a:pt x="2893" y="0"/>
                </a:lnTo>
                <a:moveTo>
                  <a:pt x="2937" y="0"/>
                </a:moveTo>
                <a:lnTo>
                  <a:pt x="2959" y="0"/>
                </a:lnTo>
                <a:lnTo>
                  <a:pt x="2959" y="11"/>
                </a:lnTo>
                <a:lnTo>
                  <a:pt x="2937" y="11"/>
                </a:lnTo>
                <a:lnTo>
                  <a:pt x="2937" y="0"/>
                </a:lnTo>
                <a:moveTo>
                  <a:pt x="2981" y="0"/>
                </a:moveTo>
                <a:lnTo>
                  <a:pt x="3003" y="0"/>
                </a:lnTo>
                <a:lnTo>
                  <a:pt x="3003" y="11"/>
                </a:lnTo>
                <a:lnTo>
                  <a:pt x="2981" y="11"/>
                </a:lnTo>
                <a:lnTo>
                  <a:pt x="2981" y="0"/>
                </a:lnTo>
                <a:moveTo>
                  <a:pt x="3025" y="0"/>
                </a:moveTo>
                <a:lnTo>
                  <a:pt x="3048" y="0"/>
                </a:lnTo>
                <a:lnTo>
                  <a:pt x="3048" y="11"/>
                </a:lnTo>
                <a:lnTo>
                  <a:pt x="3025" y="11"/>
                </a:lnTo>
                <a:lnTo>
                  <a:pt x="3025" y="0"/>
                </a:lnTo>
                <a:moveTo>
                  <a:pt x="3070" y="0"/>
                </a:moveTo>
                <a:lnTo>
                  <a:pt x="3092" y="0"/>
                </a:lnTo>
                <a:lnTo>
                  <a:pt x="3092" y="11"/>
                </a:lnTo>
                <a:lnTo>
                  <a:pt x="3070" y="11"/>
                </a:lnTo>
                <a:lnTo>
                  <a:pt x="3070" y="0"/>
                </a:lnTo>
                <a:moveTo>
                  <a:pt x="3114" y="0"/>
                </a:moveTo>
                <a:lnTo>
                  <a:pt x="3136" y="0"/>
                </a:lnTo>
                <a:lnTo>
                  <a:pt x="3136" y="11"/>
                </a:lnTo>
                <a:lnTo>
                  <a:pt x="3114" y="11"/>
                </a:lnTo>
                <a:lnTo>
                  <a:pt x="3114" y="0"/>
                </a:lnTo>
                <a:moveTo>
                  <a:pt x="3158" y="0"/>
                </a:moveTo>
                <a:lnTo>
                  <a:pt x="3180" y="0"/>
                </a:lnTo>
                <a:lnTo>
                  <a:pt x="3180" y="11"/>
                </a:lnTo>
                <a:lnTo>
                  <a:pt x="3158" y="11"/>
                </a:lnTo>
                <a:lnTo>
                  <a:pt x="3158" y="0"/>
                </a:lnTo>
                <a:moveTo>
                  <a:pt x="3202" y="0"/>
                </a:moveTo>
                <a:lnTo>
                  <a:pt x="3224" y="0"/>
                </a:lnTo>
                <a:lnTo>
                  <a:pt x="3224" y="11"/>
                </a:lnTo>
                <a:lnTo>
                  <a:pt x="3202" y="11"/>
                </a:lnTo>
                <a:lnTo>
                  <a:pt x="3202" y="0"/>
                </a:lnTo>
                <a:moveTo>
                  <a:pt x="3247" y="0"/>
                </a:moveTo>
                <a:lnTo>
                  <a:pt x="3269" y="0"/>
                </a:lnTo>
                <a:lnTo>
                  <a:pt x="3269" y="11"/>
                </a:lnTo>
                <a:lnTo>
                  <a:pt x="3247" y="11"/>
                </a:lnTo>
                <a:lnTo>
                  <a:pt x="3247" y="0"/>
                </a:lnTo>
                <a:moveTo>
                  <a:pt x="3291" y="0"/>
                </a:moveTo>
                <a:lnTo>
                  <a:pt x="3313" y="0"/>
                </a:lnTo>
                <a:lnTo>
                  <a:pt x="3313" y="11"/>
                </a:lnTo>
                <a:lnTo>
                  <a:pt x="3291" y="11"/>
                </a:lnTo>
                <a:lnTo>
                  <a:pt x="3291" y="0"/>
                </a:lnTo>
                <a:moveTo>
                  <a:pt x="3335" y="0"/>
                </a:moveTo>
                <a:lnTo>
                  <a:pt x="3357" y="0"/>
                </a:lnTo>
                <a:lnTo>
                  <a:pt x="3357" y="11"/>
                </a:lnTo>
                <a:lnTo>
                  <a:pt x="3335" y="11"/>
                </a:lnTo>
                <a:lnTo>
                  <a:pt x="3335" y="0"/>
                </a:lnTo>
                <a:moveTo>
                  <a:pt x="3379" y="0"/>
                </a:moveTo>
                <a:lnTo>
                  <a:pt x="3401" y="0"/>
                </a:lnTo>
                <a:lnTo>
                  <a:pt x="3401" y="11"/>
                </a:lnTo>
                <a:lnTo>
                  <a:pt x="3379" y="11"/>
                </a:lnTo>
                <a:lnTo>
                  <a:pt x="3379" y="0"/>
                </a:lnTo>
                <a:moveTo>
                  <a:pt x="3424" y="0"/>
                </a:moveTo>
                <a:lnTo>
                  <a:pt x="3446" y="0"/>
                </a:lnTo>
                <a:lnTo>
                  <a:pt x="3446" y="11"/>
                </a:lnTo>
                <a:lnTo>
                  <a:pt x="3424" y="11"/>
                </a:lnTo>
                <a:lnTo>
                  <a:pt x="3424" y="0"/>
                </a:lnTo>
                <a:moveTo>
                  <a:pt x="3468" y="0"/>
                </a:moveTo>
                <a:lnTo>
                  <a:pt x="3490" y="0"/>
                </a:lnTo>
                <a:lnTo>
                  <a:pt x="3490" y="11"/>
                </a:lnTo>
                <a:lnTo>
                  <a:pt x="3468" y="11"/>
                </a:lnTo>
                <a:lnTo>
                  <a:pt x="3468" y="0"/>
                </a:lnTo>
                <a:moveTo>
                  <a:pt x="3512" y="0"/>
                </a:moveTo>
                <a:lnTo>
                  <a:pt x="3534" y="0"/>
                </a:lnTo>
                <a:lnTo>
                  <a:pt x="3534" y="11"/>
                </a:lnTo>
                <a:lnTo>
                  <a:pt x="3512" y="11"/>
                </a:lnTo>
                <a:lnTo>
                  <a:pt x="3512" y="0"/>
                </a:lnTo>
                <a:moveTo>
                  <a:pt x="3556" y="0"/>
                </a:moveTo>
                <a:lnTo>
                  <a:pt x="3578" y="0"/>
                </a:lnTo>
                <a:lnTo>
                  <a:pt x="3578" y="11"/>
                </a:lnTo>
                <a:lnTo>
                  <a:pt x="3556" y="11"/>
                </a:lnTo>
                <a:lnTo>
                  <a:pt x="3556" y="0"/>
                </a:lnTo>
                <a:moveTo>
                  <a:pt x="3600" y="0"/>
                </a:moveTo>
                <a:lnTo>
                  <a:pt x="3623" y="0"/>
                </a:lnTo>
                <a:lnTo>
                  <a:pt x="3623" y="11"/>
                </a:lnTo>
                <a:lnTo>
                  <a:pt x="3600" y="11"/>
                </a:lnTo>
                <a:lnTo>
                  <a:pt x="3600" y="0"/>
                </a:lnTo>
                <a:moveTo>
                  <a:pt x="3645" y="0"/>
                </a:moveTo>
                <a:lnTo>
                  <a:pt x="3667" y="0"/>
                </a:lnTo>
                <a:lnTo>
                  <a:pt x="3667" y="11"/>
                </a:lnTo>
                <a:lnTo>
                  <a:pt x="3645" y="11"/>
                </a:lnTo>
                <a:lnTo>
                  <a:pt x="3645" y="0"/>
                </a:lnTo>
                <a:moveTo>
                  <a:pt x="3689" y="0"/>
                </a:moveTo>
                <a:lnTo>
                  <a:pt x="3711" y="0"/>
                </a:lnTo>
                <a:lnTo>
                  <a:pt x="3711" y="11"/>
                </a:lnTo>
                <a:lnTo>
                  <a:pt x="3689" y="11"/>
                </a:lnTo>
                <a:lnTo>
                  <a:pt x="3689" y="0"/>
                </a:lnTo>
                <a:moveTo>
                  <a:pt x="3733" y="0"/>
                </a:moveTo>
                <a:lnTo>
                  <a:pt x="3755" y="0"/>
                </a:lnTo>
                <a:lnTo>
                  <a:pt x="3755" y="11"/>
                </a:lnTo>
                <a:lnTo>
                  <a:pt x="3733" y="11"/>
                </a:lnTo>
                <a:lnTo>
                  <a:pt x="3733" y="0"/>
                </a:lnTo>
                <a:moveTo>
                  <a:pt x="3777" y="0"/>
                </a:moveTo>
                <a:lnTo>
                  <a:pt x="3800" y="0"/>
                </a:lnTo>
                <a:lnTo>
                  <a:pt x="3800" y="11"/>
                </a:lnTo>
                <a:lnTo>
                  <a:pt x="3777" y="11"/>
                </a:lnTo>
                <a:lnTo>
                  <a:pt x="3777" y="0"/>
                </a:lnTo>
                <a:moveTo>
                  <a:pt x="3822" y="0"/>
                </a:moveTo>
                <a:lnTo>
                  <a:pt x="3844" y="0"/>
                </a:lnTo>
                <a:lnTo>
                  <a:pt x="3844" y="11"/>
                </a:lnTo>
                <a:lnTo>
                  <a:pt x="3822" y="11"/>
                </a:lnTo>
                <a:lnTo>
                  <a:pt x="3822" y="0"/>
                </a:lnTo>
                <a:moveTo>
                  <a:pt x="3866" y="0"/>
                </a:moveTo>
                <a:lnTo>
                  <a:pt x="3888" y="0"/>
                </a:lnTo>
                <a:lnTo>
                  <a:pt x="3888" y="11"/>
                </a:lnTo>
                <a:lnTo>
                  <a:pt x="3866" y="11"/>
                </a:lnTo>
                <a:lnTo>
                  <a:pt x="3866" y="0"/>
                </a:lnTo>
                <a:moveTo>
                  <a:pt x="3910" y="0"/>
                </a:moveTo>
                <a:lnTo>
                  <a:pt x="3932" y="0"/>
                </a:lnTo>
                <a:lnTo>
                  <a:pt x="3932" y="11"/>
                </a:lnTo>
                <a:lnTo>
                  <a:pt x="3910" y="11"/>
                </a:lnTo>
                <a:lnTo>
                  <a:pt x="3910" y="0"/>
                </a:lnTo>
                <a:moveTo>
                  <a:pt x="3954" y="0"/>
                </a:moveTo>
                <a:lnTo>
                  <a:pt x="3976" y="0"/>
                </a:lnTo>
                <a:lnTo>
                  <a:pt x="3976" y="11"/>
                </a:lnTo>
                <a:lnTo>
                  <a:pt x="3954" y="11"/>
                </a:lnTo>
                <a:lnTo>
                  <a:pt x="3954" y="0"/>
                </a:lnTo>
                <a:moveTo>
                  <a:pt x="3999" y="0"/>
                </a:moveTo>
                <a:lnTo>
                  <a:pt x="4021" y="0"/>
                </a:lnTo>
                <a:lnTo>
                  <a:pt x="4021" y="11"/>
                </a:lnTo>
                <a:lnTo>
                  <a:pt x="3999" y="11"/>
                </a:lnTo>
                <a:lnTo>
                  <a:pt x="3999" y="0"/>
                </a:lnTo>
                <a:moveTo>
                  <a:pt x="4043" y="0"/>
                </a:moveTo>
                <a:lnTo>
                  <a:pt x="4065" y="0"/>
                </a:lnTo>
                <a:lnTo>
                  <a:pt x="4065" y="11"/>
                </a:lnTo>
                <a:lnTo>
                  <a:pt x="4043" y="11"/>
                </a:lnTo>
                <a:lnTo>
                  <a:pt x="4043" y="0"/>
                </a:lnTo>
                <a:moveTo>
                  <a:pt x="4087" y="0"/>
                </a:moveTo>
                <a:lnTo>
                  <a:pt x="4109" y="0"/>
                </a:lnTo>
                <a:lnTo>
                  <a:pt x="4109" y="11"/>
                </a:lnTo>
                <a:lnTo>
                  <a:pt x="4087" y="11"/>
                </a:lnTo>
                <a:lnTo>
                  <a:pt x="4087" y="0"/>
                </a:lnTo>
                <a:moveTo>
                  <a:pt x="4131" y="0"/>
                </a:moveTo>
                <a:lnTo>
                  <a:pt x="4153" y="0"/>
                </a:lnTo>
                <a:lnTo>
                  <a:pt x="4153" y="11"/>
                </a:lnTo>
                <a:lnTo>
                  <a:pt x="4131" y="11"/>
                </a:lnTo>
                <a:lnTo>
                  <a:pt x="4131" y="0"/>
                </a:lnTo>
                <a:moveTo>
                  <a:pt x="4176" y="0"/>
                </a:moveTo>
                <a:lnTo>
                  <a:pt x="4198" y="0"/>
                </a:lnTo>
                <a:lnTo>
                  <a:pt x="4198" y="11"/>
                </a:lnTo>
                <a:lnTo>
                  <a:pt x="4176" y="11"/>
                </a:lnTo>
                <a:lnTo>
                  <a:pt x="4176" y="0"/>
                </a:lnTo>
                <a:moveTo>
                  <a:pt x="4220" y="0"/>
                </a:moveTo>
                <a:lnTo>
                  <a:pt x="4242" y="0"/>
                </a:lnTo>
                <a:lnTo>
                  <a:pt x="4242" y="11"/>
                </a:lnTo>
                <a:lnTo>
                  <a:pt x="4220" y="11"/>
                </a:lnTo>
                <a:lnTo>
                  <a:pt x="4220" y="0"/>
                </a:lnTo>
                <a:moveTo>
                  <a:pt x="4264" y="0"/>
                </a:moveTo>
                <a:lnTo>
                  <a:pt x="4286" y="0"/>
                </a:lnTo>
                <a:lnTo>
                  <a:pt x="4286" y="11"/>
                </a:lnTo>
                <a:lnTo>
                  <a:pt x="4264" y="11"/>
                </a:lnTo>
                <a:lnTo>
                  <a:pt x="4264" y="0"/>
                </a:lnTo>
                <a:moveTo>
                  <a:pt x="4308" y="0"/>
                </a:moveTo>
                <a:lnTo>
                  <a:pt x="4330" y="0"/>
                </a:lnTo>
                <a:lnTo>
                  <a:pt x="4330" y="11"/>
                </a:lnTo>
                <a:lnTo>
                  <a:pt x="4308" y="11"/>
                </a:lnTo>
                <a:lnTo>
                  <a:pt x="4308" y="0"/>
                </a:lnTo>
                <a:moveTo>
                  <a:pt x="4352" y="0"/>
                </a:moveTo>
                <a:lnTo>
                  <a:pt x="4375" y="0"/>
                </a:lnTo>
                <a:lnTo>
                  <a:pt x="4375" y="11"/>
                </a:lnTo>
                <a:lnTo>
                  <a:pt x="4352" y="11"/>
                </a:lnTo>
                <a:lnTo>
                  <a:pt x="4352" y="0"/>
                </a:lnTo>
                <a:moveTo>
                  <a:pt x="4397" y="0"/>
                </a:moveTo>
                <a:lnTo>
                  <a:pt x="4419" y="0"/>
                </a:lnTo>
                <a:lnTo>
                  <a:pt x="4419" y="11"/>
                </a:lnTo>
                <a:lnTo>
                  <a:pt x="4397" y="11"/>
                </a:lnTo>
                <a:lnTo>
                  <a:pt x="4397" y="0"/>
                </a:lnTo>
                <a:moveTo>
                  <a:pt x="4441" y="0"/>
                </a:moveTo>
                <a:lnTo>
                  <a:pt x="4463" y="0"/>
                </a:lnTo>
                <a:lnTo>
                  <a:pt x="4463" y="11"/>
                </a:lnTo>
                <a:lnTo>
                  <a:pt x="4441" y="11"/>
                </a:lnTo>
                <a:lnTo>
                  <a:pt x="4441" y="0"/>
                </a:lnTo>
                <a:moveTo>
                  <a:pt x="4485" y="0"/>
                </a:moveTo>
                <a:lnTo>
                  <a:pt x="4507" y="0"/>
                </a:lnTo>
                <a:lnTo>
                  <a:pt x="4507" y="11"/>
                </a:lnTo>
                <a:lnTo>
                  <a:pt x="4485" y="11"/>
                </a:lnTo>
                <a:lnTo>
                  <a:pt x="4485" y="0"/>
                </a:lnTo>
                <a:moveTo>
                  <a:pt x="4529" y="0"/>
                </a:moveTo>
                <a:lnTo>
                  <a:pt x="4552" y="0"/>
                </a:lnTo>
                <a:lnTo>
                  <a:pt x="4552" y="11"/>
                </a:lnTo>
                <a:lnTo>
                  <a:pt x="4529" y="11"/>
                </a:lnTo>
                <a:lnTo>
                  <a:pt x="4529" y="0"/>
                </a:lnTo>
                <a:moveTo>
                  <a:pt x="4574" y="0"/>
                </a:moveTo>
                <a:lnTo>
                  <a:pt x="4596" y="0"/>
                </a:lnTo>
                <a:lnTo>
                  <a:pt x="4596" y="11"/>
                </a:lnTo>
                <a:lnTo>
                  <a:pt x="4574" y="11"/>
                </a:lnTo>
                <a:lnTo>
                  <a:pt x="4574" y="0"/>
                </a:lnTo>
                <a:moveTo>
                  <a:pt x="4618" y="0"/>
                </a:moveTo>
                <a:cubicBezTo>
                  <a:pt x="4626" y="0"/>
                  <a:pt x="4633" y="1"/>
                  <a:pt x="4641" y="2"/>
                </a:cubicBezTo>
                <a:lnTo>
                  <a:pt x="4638" y="13"/>
                </a:lnTo>
                <a:cubicBezTo>
                  <a:pt x="4632" y="12"/>
                  <a:pt x="4625" y="11"/>
                  <a:pt x="4618" y="11"/>
                </a:cubicBezTo>
                <a:lnTo>
                  <a:pt x="4618" y="0"/>
                </a:lnTo>
                <a:moveTo>
                  <a:pt x="4663" y="10"/>
                </a:moveTo>
                <a:cubicBezTo>
                  <a:pt x="4670" y="14"/>
                  <a:pt x="4677" y="18"/>
                  <a:pt x="4683" y="23"/>
                </a:cubicBezTo>
                <a:lnTo>
                  <a:pt x="4676" y="31"/>
                </a:lnTo>
                <a:cubicBezTo>
                  <a:pt x="4671" y="27"/>
                  <a:pt x="4665" y="23"/>
                  <a:pt x="4658" y="20"/>
                </a:cubicBezTo>
                <a:lnTo>
                  <a:pt x="4663" y="10"/>
                </a:lnTo>
                <a:moveTo>
                  <a:pt x="4700" y="39"/>
                </a:moveTo>
                <a:cubicBezTo>
                  <a:pt x="4705" y="46"/>
                  <a:pt x="4709" y="52"/>
                  <a:pt x="4712" y="59"/>
                </a:cubicBezTo>
                <a:lnTo>
                  <a:pt x="4702" y="64"/>
                </a:lnTo>
                <a:cubicBezTo>
                  <a:pt x="4699" y="58"/>
                  <a:pt x="4696" y="52"/>
                  <a:pt x="4691" y="46"/>
                </a:cubicBezTo>
                <a:lnTo>
                  <a:pt x="4700" y="39"/>
                </a:lnTo>
                <a:moveTo>
                  <a:pt x="4720" y="83"/>
                </a:moveTo>
                <a:cubicBezTo>
                  <a:pt x="4722" y="90"/>
                  <a:pt x="4723" y="98"/>
                  <a:pt x="4723" y="106"/>
                </a:cubicBezTo>
                <a:lnTo>
                  <a:pt x="4712" y="106"/>
                </a:lnTo>
                <a:cubicBezTo>
                  <a:pt x="4712" y="99"/>
                  <a:pt x="4711" y="92"/>
                  <a:pt x="4710" y="85"/>
                </a:cubicBezTo>
                <a:lnTo>
                  <a:pt x="4720" y="83"/>
                </a:lnTo>
                <a:moveTo>
                  <a:pt x="4722" y="128"/>
                </a:moveTo>
                <a:cubicBezTo>
                  <a:pt x="4722" y="136"/>
                  <a:pt x="4720" y="144"/>
                  <a:pt x="4717" y="151"/>
                </a:cubicBezTo>
                <a:lnTo>
                  <a:pt x="4707" y="148"/>
                </a:lnTo>
                <a:cubicBezTo>
                  <a:pt x="4709" y="141"/>
                  <a:pt x="4711" y="134"/>
                  <a:pt x="4711" y="127"/>
                </a:cubicBezTo>
                <a:lnTo>
                  <a:pt x="4722" y="128"/>
                </a:lnTo>
                <a:moveTo>
                  <a:pt x="4707" y="172"/>
                </a:moveTo>
                <a:cubicBezTo>
                  <a:pt x="4703" y="179"/>
                  <a:pt x="4698" y="185"/>
                  <a:pt x="4693" y="191"/>
                </a:cubicBezTo>
                <a:lnTo>
                  <a:pt x="4685" y="183"/>
                </a:lnTo>
                <a:cubicBezTo>
                  <a:pt x="4690" y="178"/>
                  <a:pt x="4694" y="173"/>
                  <a:pt x="4698" y="167"/>
                </a:cubicBezTo>
                <a:lnTo>
                  <a:pt x="4707" y="172"/>
                </a:lnTo>
                <a:moveTo>
                  <a:pt x="4674" y="206"/>
                </a:moveTo>
                <a:cubicBezTo>
                  <a:pt x="4668" y="210"/>
                  <a:pt x="4661" y="214"/>
                  <a:pt x="4653" y="216"/>
                </a:cubicBezTo>
                <a:lnTo>
                  <a:pt x="4650" y="206"/>
                </a:lnTo>
                <a:cubicBezTo>
                  <a:pt x="4656" y="203"/>
                  <a:pt x="4662" y="200"/>
                  <a:pt x="4668" y="197"/>
                </a:cubicBezTo>
                <a:lnTo>
                  <a:pt x="4674" y="206"/>
                </a:lnTo>
                <a:moveTo>
                  <a:pt x="4630" y="222"/>
                </a:moveTo>
                <a:cubicBezTo>
                  <a:pt x="4626" y="222"/>
                  <a:pt x="4622" y="222"/>
                  <a:pt x="4618" y="222"/>
                </a:cubicBezTo>
                <a:lnTo>
                  <a:pt x="4608" y="222"/>
                </a:lnTo>
                <a:lnTo>
                  <a:pt x="4608" y="211"/>
                </a:lnTo>
                <a:lnTo>
                  <a:pt x="4618" y="211"/>
                </a:lnTo>
                <a:cubicBezTo>
                  <a:pt x="4622" y="211"/>
                  <a:pt x="4625" y="211"/>
                  <a:pt x="4629" y="211"/>
                </a:cubicBezTo>
                <a:lnTo>
                  <a:pt x="4630" y="222"/>
                </a:lnTo>
                <a:moveTo>
                  <a:pt x="4586" y="222"/>
                </a:moveTo>
                <a:lnTo>
                  <a:pt x="4564" y="222"/>
                </a:lnTo>
                <a:lnTo>
                  <a:pt x="4564" y="211"/>
                </a:lnTo>
                <a:lnTo>
                  <a:pt x="4586" y="211"/>
                </a:lnTo>
                <a:lnTo>
                  <a:pt x="4586" y="222"/>
                </a:lnTo>
                <a:moveTo>
                  <a:pt x="4541" y="222"/>
                </a:moveTo>
                <a:lnTo>
                  <a:pt x="4519" y="222"/>
                </a:lnTo>
                <a:lnTo>
                  <a:pt x="4519" y="211"/>
                </a:lnTo>
                <a:lnTo>
                  <a:pt x="4541" y="211"/>
                </a:lnTo>
                <a:lnTo>
                  <a:pt x="4541" y="222"/>
                </a:lnTo>
                <a:moveTo>
                  <a:pt x="4497" y="222"/>
                </a:moveTo>
                <a:lnTo>
                  <a:pt x="4475" y="222"/>
                </a:lnTo>
                <a:lnTo>
                  <a:pt x="4475" y="211"/>
                </a:lnTo>
                <a:lnTo>
                  <a:pt x="4497" y="211"/>
                </a:lnTo>
                <a:lnTo>
                  <a:pt x="4497" y="222"/>
                </a:lnTo>
                <a:moveTo>
                  <a:pt x="4453" y="222"/>
                </a:moveTo>
                <a:lnTo>
                  <a:pt x="4431" y="222"/>
                </a:lnTo>
                <a:lnTo>
                  <a:pt x="4431" y="211"/>
                </a:lnTo>
                <a:lnTo>
                  <a:pt x="4453" y="211"/>
                </a:lnTo>
                <a:lnTo>
                  <a:pt x="4453" y="222"/>
                </a:lnTo>
                <a:moveTo>
                  <a:pt x="4409" y="222"/>
                </a:moveTo>
                <a:lnTo>
                  <a:pt x="4387" y="222"/>
                </a:lnTo>
                <a:lnTo>
                  <a:pt x="4387" y="211"/>
                </a:lnTo>
                <a:lnTo>
                  <a:pt x="4409" y="211"/>
                </a:lnTo>
                <a:lnTo>
                  <a:pt x="4409" y="222"/>
                </a:lnTo>
                <a:moveTo>
                  <a:pt x="4365" y="222"/>
                </a:moveTo>
                <a:lnTo>
                  <a:pt x="4342" y="222"/>
                </a:lnTo>
                <a:lnTo>
                  <a:pt x="4342" y="211"/>
                </a:lnTo>
                <a:lnTo>
                  <a:pt x="4365" y="211"/>
                </a:lnTo>
                <a:lnTo>
                  <a:pt x="4365" y="222"/>
                </a:lnTo>
                <a:moveTo>
                  <a:pt x="4320" y="222"/>
                </a:moveTo>
                <a:lnTo>
                  <a:pt x="4298" y="222"/>
                </a:lnTo>
                <a:lnTo>
                  <a:pt x="4298" y="211"/>
                </a:lnTo>
                <a:lnTo>
                  <a:pt x="4320" y="211"/>
                </a:lnTo>
                <a:lnTo>
                  <a:pt x="4320" y="222"/>
                </a:lnTo>
                <a:moveTo>
                  <a:pt x="4276" y="222"/>
                </a:moveTo>
                <a:lnTo>
                  <a:pt x="4254" y="222"/>
                </a:lnTo>
                <a:lnTo>
                  <a:pt x="4254" y="211"/>
                </a:lnTo>
                <a:lnTo>
                  <a:pt x="4276" y="211"/>
                </a:lnTo>
                <a:lnTo>
                  <a:pt x="4276" y="222"/>
                </a:lnTo>
                <a:moveTo>
                  <a:pt x="4232" y="222"/>
                </a:moveTo>
                <a:lnTo>
                  <a:pt x="4210" y="222"/>
                </a:lnTo>
                <a:lnTo>
                  <a:pt x="4210" y="211"/>
                </a:lnTo>
                <a:lnTo>
                  <a:pt x="4232" y="211"/>
                </a:lnTo>
                <a:lnTo>
                  <a:pt x="4232" y="222"/>
                </a:lnTo>
                <a:moveTo>
                  <a:pt x="4188" y="222"/>
                </a:moveTo>
                <a:lnTo>
                  <a:pt x="4165" y="222"/>
                </a:lnTo>
                <a:lnTo>
                  <a:pt x="4165" y="211"/>
                </a:lnTo>
                <a:lnTo>
                  <a:pt x="4188" y="211"/>
                </a:lnTo>
                <a:lnTo>
                  <a:pt x="4188" y="222"/>
                </a:lnTo>
                <a:moveTo>
                  <a:pt x="4143" y="222"/>
                </a:moveTo>
                <a:lnTo>
                  <a:pt x="4121" y="222"/>
                </a:lnTo>
                <a:lnTo>
                  <a:pt x="4121" y="211"/>
                </a:lnTo>
                <a:lnTo>
                  <a:pt x="4143" y="211"/>
                </a:lnTo>
                <a:lnTo>
                  <a:pt x="4143" y="222"/>
                </a:lnTo>
                <a:moveTo>
                  <a:pt x="4099" y="222"/>
                </a:moveTo>
                <a:lnTo>
                  <a:pt x="4077" y="222"/>
                </a:lnTo>
                <a:lnTo>
                  <a:pt x="4077" y="211"/>
                </a:lnTo>
                <a:lnTo>
                  <a:pt x="4099" y="211"/>
                </a:lnTo>
                <a:lnTo>
                  <a:pt x="4099" y="222"/>
                </a:lnTo>
                <a:moveTo>
                  <a:pt x="4055" y="222"/>
                </a:moveTo>
                <a:lnTo>
                  <a:pt x="4033" y="222"/>
                </a:lnTo>
                <a:lnTo>
                  <a:pt x="4033" y="211"/>
                </a:lnTo>
                <a:lnTo>
                  <a:pt x="4055" y="211"/>
                </a:lnTo>
                <a:lnTo>
                  <a:pt x="4055" y="222"/>
                </a:lnTo>
                <a:moveTo>
                  <a:pt x="4011" y="222"/>
                </a:moveTo>
                <a:lnTo>
                  <a:pt x="3989" y="222"/>
                </a:lnTo>
                <a:lnTo>
                  <a:pt x="3989" y="211"/>
                </a:lnTo>
                <a:lnTo>
                  <a:pt x="4011" y="211"/>
                </a:lnTo>
                <a:lnTo>
                  <a:pt x="4011" y="222"/>
                </a:lnTo>
                <a:moveTo>
                  <a:pt x="3966" y="222"/>
                </a:moveTo>
                <a:lnTo>
                  <a:pt x="3944" y="222"/>
                </a:lnTo>
                <a:lnTo>
                  <a:pt x="3944" y="211"/>
                </a:lnTo>
                <a:lnTo>
                  <a:pt x="3966" y="211"/>
                </a:lnTo>
                <a:lnTo>
                  <a:pt x="3966" y="222"/>
                </a:lnTo>
                <a:moveTo>
                  <a:pt x="3922" y="222"/>
                </a:moveTo>
                <a:lnTo>
                  <a:pt x="3900" y="222"/>
                </a:lnTo>
                <a:lnTo>
                  <a:pt x="3900" y="211"/>
                </a:lnTo>
                <a:lnTo>
                  <a:pt x="3922" y="211"/>
                </a:lnTo>
                <a:lnTo>
                  <a:pt x="3922" y="222"/>
                </a:lnTo>
                <a:moveTo>
                  <a:pt x="3878" y="222"/>
                </a:moveTo>
                <a:lnTo>
                  <a:pt x="3856" y="222"/>
                </a:lnTo>
                <a:lnTo>
                  <a:pt x="3856" y="211"/>
                </a:lnTo>
                <a:lnTo>
                  <a:pt x="3878" y="211"/>
                </a:lnTo>
                <a:lnTo>
                  <a:pt x="3878" y="222"/>
                </a:lnTo>
                <a:moveTo>
                  <a:pt x="3834" y="222"/>
                </a:moveTo>
                <a:lnTo>
                  <a:pt x="3812" y="222"/>
                </a:lnTo>
                <a:lnTo>
                  <a:pt x="3812" y="211"/>
                </a:lnTo>
                <a:lnTo>
                  <a:pt x="3834" y="211"/>
                </a:lnTo>
                <a:lnTo>
                  <a:pt x="3834" y="222"/>
                </a:lnTo>
                <a:moveTo>
                  <a:pt x="3789" y="222"/>
                </a:moveTo>
                <a:lnTo>
                  <a:pt x="3767" y="222"/>
                </a:lnTo>
                <a:lnTo>
                  <a:pt x="3767" y="211"/>
                </a:lnTo>
                <a:lnTo>
                  <a:pt x="3789" y="211"/>
                </a:lnTo>
                <a:lnTo>
                  <a:pt x="3789" y="222"/>
                </a:lnTo>
                <a:moveTo>
                  <a:pt x="3745" y="222"/>
                </a:moveTo>
                <a:lnTo>
                  <a:pt x="3723" y="222"/>
                </a:lnTo>
                <a:lnTo>
                  <a:pt x="3723" y="211"/>
                </a:lnTo>
                <a:lnTo>
                  <a:pt x="3745" y="211"/>
                </a:lnTo>
                <a:lnTo>
                  <a:pt x="3745" y="222"/>
                </a:lnTo>
                <a:moveTo>
                  <a:pt x="3701" y="222"/>
                </a:moveTo>
                <a:lnTo>
                  <a:pt x="3679" y="222"/>
                </a:lnTo>
                <a:lnTo>
                  <a:pt x="3679" y="211"/>
                </a:lnTo>
                <a:lnTo>
                  <a:pt x="3701" y="211"/>
                </a:lnTo>
                <a:lnTo>
                  <a:pt x="3701" y="222"/>
                </a:lnTo>
                <a:moveTo>
                  <a:pt x="3657" y="222"/>
                </a:moveTo>
                <a:lnTo>
                  <a:pt x="3635" y="222"/>
                </a:lnTo>
                <a:lnTo>
                  <a:pt x="3635" y="211"/>
                </a:lnTo>
                <a:lnTo>
                  <a:pt x="3657" y="211"/>
                </a:lnTo>
                <a:lnTo>
                  <a:pt x="3657" y="222"/>
                </a:lnTo>
                <a:moveTo>
                  <a:pt x="3613" y="222"/>
                </a:moveTo>
                <a:lnTo>
                  <a:pt x="3590" y="222"/>
                </a:lnTo>
                <a:lnTo>
                  <a:pt x="3590" y="211"/>
                </a:lnTo>
                <a:lnTo>
                  <a:pt x="3613" y="211"/>
                </a:lnTo>
                <a:lnTo>
                  <a:pt x="3613" y="222"/>
                </a:lnTo>
                <a:moveTo>
                  <a:pt x="3568" y="222"/>
                </a:moveTo>
                <a:lnTo>
                  <a:pt x="3546" y="222"/>
                </a:lnTo>
                <a:lnTo>
                  <a:pt x="3546" y="211"/>
                </a:lnTo>
                <a:lnTo>
                  <a:pt x="3568" y="211"/>
                </a:lnTo>
                <a:lnTo>
                  <a:pt x="3568" y="222"/>
                </a:lnTo>
                <a:moveTo>
                  <a:pt x="3524" y="222"/>
                </a:moveTo>
                <a:lnTo>
                  <a:pt x="3502" y="222"/>
                </a:lnTo>
                <a:lnTo>
                  <a:pt x="3502" y="211"/>
                </a:lnTo>
                <a:lnTo>
                  <a:pt x="3524" y="211"/>
                </a:lnTo>
                <a:lnTo>
                  <a:pt x="3524" y="222"/>
                </a:lnTo>
                <a:moveTo>
                  <a:pt x="3480" y="222"/>
                </a:moveTo>
                <a:lnTo>
                  <a:pt x="3458" y="222"/>
                </a:lnTo>
                <a:lnTo>
                  <a:pt x="3458" y="211"/>
                </a:lnTo>
                <a:lnTo>
                  <a:pt x="3480" y="211"/>
                </a:lnTo>
                <a:lnTo>
                  <a:pt x="3480" y="222"/>
                </a:lnTo>
                <a:moveTo>
                  <a:pt x="3436" y="222"/>
                </a:moveTo>
                <a:lnTo>
                  <a:pt x="3413" y="222"/>
                </a:lnTo>
                <a:lnTo>
                  <a:pt x="3413" y="211"/>
                </a:lnTo>
                <a:lnTo>
                  <a:pt x="3436" y="211"/>
                </a:lnTo>
                <a:lnTo>
                  <a:pt x="3436" y="222"/>
                </a:lnTo>
                <a:moveTo>
                  <a:pt x="3391" y="222"/>
                </a:moveTo>
                <a:lnTo>
                  <a:pt x="3369" y="222"/>
                </a:lnTo>
                <a:lnTo>
                  <a:pt x="3369" y="211"/>
                </a:lnTo>
                <a:lnTo>
                  <a:pt x="3391" y="211"/>
                </a:lnTo>
                <a:lnTo>
                  <a:pt x="3391" y="222"/>
                </a:lnTo>
                <a:moveTo>
                  <a:pt x="3347" y="222"/>
                </a:moveTo>
                <a:lnTo>
                  <a:pt x="3325" y="222"/>
                </a:lnTo>
                <a:lnTo>
                  <a:pt x="3325" y="211"/>
                </a:lnTo>
                <a:lnTo>
                  <a:pt x="3347" y="211"/>
                </a:lnTo>
                <a:lnTo>
                  <a:pt x="3347" y="222"/>
                </a:lnTo>
                <a:moveTo>
                  <a:pt x="3303" y="222"/>
                </a:moveTo>
                <a:lnTo>
                  <a:pt x="3281" y="222"/>
                </a:lnTo>
                <a:lnTo>
                  <a:pt x="3281" y="211"/>
                </a:lnTo>
                <a:lnTo>
                  <a:pt x="3303" y="211"/>
                </a:lnTo>
                <a:lnTo>
                  <a:pt x="3303" y="222"/>
                </a:lnTo>
                <a:moveTo>
                  <a:pt x="3259" y="222"/>
                </a:moveTo>
                <a:lnTo>
                  <a:pt x="3237" y="222"/>
                </a:lnTo>
                <a:lnTo>
                  <a:pt x="3237" y="211"/>
                </a:lnTo>
                <a:lnTo>
                  <a:pt x="3259" y="211"/>
                </a:lnTo>
                <a:lnTo>
                  <a:pt x="3259" y="222"/>
                </a:lnTo>
                <a:moveTo>
                  <a:pt x="3214" y="222"/>
                </a:moveTo>
                <a:lnTo>
                  <a:pt x="3192" y="222"/>
                </a:lnTo>
                <a:lnTo>
                  <a:pt x="3192" y="211"/>
                </a:lnTo>
                <a:lnTo>
                  <a:pt x="3214" y="211"/>
                </a:lnTo>
                <a:lnTo>
                  <a:pt x="3214" y="222"/>
                </a:lnTo>
                <a:moveTo>
                  <a:pt x="3170" y="222"/>
                </a:moveTo>
                <a:lnTo>
                  <a:pt x="3148" y="222"/>
                </a:lnTo>
                <a:lnTo>
                  <a:pt x="3148" y="211"/>
                </a:lnTo>
                <a:lnTo>
                  <a:pt x="3170" y="211"/>
                </a:lnTo>
                <a:lnTo>
                  <a:pt x="3170" y="222"/>
                </a:lnTo>
                <a:moveTo>
                  <a:pt x="3126" y="222"/>
                </a:moveTo>
                <a:lnTo>
                  <a:pt x="3104" y="222"/>
                </a:lnTo>
                <a:lnTo>
                  <a:pt x="3104" y="211"/>
                </a:lnTo>
                <a:lnTo>
                  <a:pt x="3126" y="211"/>
                </a:lnTo>
                <a:lnTo>
                  <a:pt x="3126" y="222"/>
                </a:lnTo>
                <a:moveTo>
                  <a:pt x="3082" y="222"/>
                </a:moveTo>
                <a:lnTo>
                  <a:pt x="3060" y="222"/>
                </a:lnTo>
                <a:lnTo>
                  <a:pt x="3060" y="211"/>
                </a:lnTo>
                <a:lnTo>
                  <a:pt x="3082" y="211"/>
                </a:lnTo>
                <a:lnTo>
                  <a:pt x="3082" y="222"/>
                </a:lnTo>
                <a:moveTo>
                  <a:pt x="3037" y="222"/>
                </a:moveTo>
                <a:lnTo>
                  <a:pt x="3015" y="222"/>
                </a:lnTo>
                <a:lnTo>
                  <a:pt x="3015" y="211"/>
                </a:lnTo>
                <a:lnTo>
                  <a:pt x="3037" y="211"/>
                </a:lnTo>
                <a:lnTo>
                  <a:pt x="3037" y="222"/>
                </a:lnTo>
                <a:moveTo>
                  <a:pt x="2993" y="222"/>
                </a:moveTo>
                <a:lnTo>
                  <a:pt x="2971" y="222"/>
                </a:lnTo>
                <a:lnTo>
                  <a:pt x="2971" y="211"/>
                </a:lnTo>
                <a:lnTo>
                  <a:pt x="2993" y="211"/>
                </a:lnTo>
                <a:lnTo>
                  <a:pt x="2993" y="222"/>
                </a:lnTo>
                <a:moveTo>
                  <a:pt x="2949" y="222"/>
                </a:moveTo>
                <a:lnTo>
                  <a:pt x="2927" y="222"/>
                </a:lnTo>
                <a:lnTo>
                  <a:pt x="2927" y="211"/>
                </a:lnTo>
                <a:lnTo>
                  <a:pt x="2949" y="211"/>
                </a:lnTo>
                <a:lnTo>
                  <a:pt x="2949" y="222"/>
                </a:lnTo>
                <a:moveTo>
                  <a:pt x="2905" y="222"/>
                </a:moveTo>
                <a:lnTo>
                  <a:pt x="2883" y="222"/>
                </a:lnTo>
                <a:lnTo>
                  <a:pt x="2883" y="211"/>
                </a:lnTo>
                <a:lnTo>
                  <a:pt x="2905" y="211"/>
                </a:lnTo>
                <a:lnTo>
                  <a:pt x="2905" y="222"/>
                </a:lnTo>
                <a:moveTo>
                  <a:pt x="2861" y="222"/>
                </a:moveTo>
                <a:lnTo>
                  <a:pt x="2838" y="222"/>
                </a:lnTo>
                <a:lnTo>
                  <a:pt x="2838" y="211"/>
                </a:lnTo>
                <a:lnTo>
                  <a:pt x="2861" y="211"/>
                </a:lnTo>
                <a:lnTo>
                  <a:pt x="2861" y="222"/>
                </a:lnTo>
                <a:moveTo>
                  <a:pt x="2816" y="222"/>
                </a:moveTo>
                <a:lnTo>
                  <a:pt x="2794" y="222"/>
                </a:lnTo>
                <a:lnTo>
                  <a:pt x="2794" y="211"/>
                </a:lnTo>
                <a:lnTo>
                  <a:pt x="2816" y="211"/>
                </a:lnTo>
                <a:lnTo>
                  <a:pt x="2816" y="222"/>
                </a:lnTo>
                <a:moveTo>
                  <a:pt x="2772" y="222"/>
                </a:moveTo>
                <a:lnTo>
                  <a:pt x="2750" y="222"/>
                </a:lnTo>
                <a:lnTo>
                  <a:pt x="2750" y="211"/>
                </a:lnTo>
                <a:lnTo>
                  <a:pt x="2772" y="211"/>
                </a:lnTo>
                <a:lnTo>
                  <a:pt x="2772" y="222"/>
                </a:lnTo>
                <a:moveTo>
                  <a:pt x="2728" y="222"/>
                </a:moveTo>
                <a:lnTo>
                  <a:pt x="2706" y="222"/>
                </a:lnTo>
                <a:lnTo>
                  <a:pt x="2706" y="211"/>
                </a:lnTo>
                <a:lnTo>
                  <a:pt x="2728" y="211"/>
                </a:lnTo>
                <a:lnTo>
                  <a:pt x="2728" y="222"/>
                </a:lnTo>
                <a:moveTo>
                  <a:pt x="2684" y="222"/>
                </a:moveTo>
                <a:lnTo>
                  <a:pt x="2661" y="222"/>
                </a:lnTo>
                <a:lnTo>
                  <a:pt x="2661" y="211"/>
                </a:lnTo>
                <a:lnTo>
                  <a:pt x="2684" y="211"/>
                </a:lnTo>
                <a:lnTo>
                  <a:pt x="2684" y="222"/>
                </a:lnTo>
                <a:moveTo>
                  <a:pt x="2639" y="222"/>
                </a:moveTo>
                <a:lnTo>
                  <a:pt x="2616" y="222"/>
                </a:lnTo>
                <a:lnTo>
                  <a:pt x="2616" y="211"/>
                </a:lnTo>
                <a:lnTo>
                  <a:pt x="2639" y="211"/>
                </a:lnTo>
                <a:lnTo>
                  <a:pt x="2639" y="222"/>
                </a:lnTo>
                <a:moveTo>
                  <a:pt x="2594" y="222"/>
                </a:moveTo>
                <a:lnTo>
                  <a:pt x="2572" y="222"/>
                </a:lnTo>
                <a:lnTo>
                  <a:pt x="2572" y="211"/>
                </a:lnTo>
                <a:lnTo>
                  <a:pt x="2594" y="211"/>
                </a:lnTo>
                <a:lnTo>
                  <a:pt x="2594" y="222"/>
                </a:lnTo>
                <a:moveTo>
                  <a:pt x="2550" y="222"/>
                </a:moveTo>
                <a:lnTo>
                  <a:pt x="2528" y="222"/>
                </a:lnTo>
                <a:lnTo>
                  <a:pt x="2528" y="211"/>
                </a:lnTo>
                <a:lnTo>
                  <a:pt x="2550" y="211"/>
                </a:lnTo>
                <a:lnTo>
                  <a:pt x="2550" y="222"/>
                </a:lnTo>
                <a:moveTo>
                  <a:pt x="2506" y="222"/>
                </a:moveTo>
                <a:lnTo>
                  <a:pt x="2484" y="222"/>
                </a:lnTo>
                <a:lnTo>
                  <a:pt x="2484" y="211"/>
                </a:lnTo>
                <a:lnTo>
                  <a:pt x="2506" y="211"/>
                </a:lnTo>
                <a:lnTo>
                  <a:pt x="2506" y="222"/>
                </a:lnTo>
                <a:moveTo>
                  <a:pt x="2461" y="222"/>
                </a:moveTo>
                <a:lnTo>
                  <a:pt x="2439" y="222"/>
                </a:lnTo>
                <a:lnTo>
                  <a:pt x="2439" y="211"/>
                </a:lnTo>
                <a:lnTo>
                  <a:pt x="2461" y="211"/>
                </a:lnTo>
                <a:lnTo>
                  <a:pt x="2461" y="222"/>
                </a:lnTo>
                <a:moveTo>
                  <a:pt x="2417" y="222"/>
                </a:moveTo>
                <a:lnTo>
                  <a:pt x="2395" y="222"/>
                </a:lnTo>
                <a:lnTo>
                  <a:pt x="2395" y="211"/>
                </a:lnTo>
                <a:lnTo>
                  <a:pt x="2417" y="211"/>
                </a:lnTo>
                <a:lnTo>
                  <a:pt x="2417" y="222"/>
                </a:lnTo>
                <a:moveTo>
                  <a:pt x="2373" y="222"/>
                </a:moveTo>
                <a:lnTo>
                  <a:pt x="2351" y="222"/>
                </a:lnTo>
                <a:lnTo>
                  <a:pt x="2351" y="211"/>
                </a:lnTo>
                <a:lnTo>
                  <a:pt x="2373" y="211"/>
                </a:lnTo>
                <a:lnTo>
                  <a:pt x="2373" y="222"/>
                </a:lnTo>
                <a:moveTo>
                  <a:pt x="2329" y="222"/>
                </a:moveTo>
                <a:lnTo>
                  <a:pt x="2307" y="222"/>
                </a:lnTo>
                <a:lnTo>
                  <a:pt x="2307" y="211"/>
                </a:lnTo>
                <a:lnTo>
                  <a:pt x="2329" y="211"/>
                </a:lnTo>
                <a:lnTo>
                  <a:pt x="2329" y="222"/>
                </a:lnTo>
                <a:moveTo>
                  <a:pt x="2284" y="222"/>
                </a:moveTo>
                <a:lnTo>
                  <a:pt x="2262" y="222"/>
                </a:lnTo>
                <a:lnTo>
                  <a:pt x="2262" y="211"/>
                </a:lnTo>
                <a:lnTo>
                  <a:pt x="2284" y="211"/>
                </a:lnTo>
                <a:lnTo>
                  <a:pt x="2284" y="222"/>
                </a:lnTo>
                <a:moveTo>
                  <a:pt x="2240" y="222"/>
                </a:moveTo>
                <a:lnTo>
                  <a:pt x="2218" y="222"/>
                </a:lnTo>
                <a:lnTo>
                  <a:pt x="2218" y="211"/>
                </a:lnTo>
                <a:lnTo>
                  <a:pt x="2240" y="211"/>
                </a:lnTo>
                <a:lnTo>
                  <a:pt x="2240" y="222"/>
                </a:lnTo>
                <a:moveTo>
                  <a:pt x="2196" y="222"/>
                </a:moveTo>
                <a:lnTo>
                  <a:pt x="2174" y="222"/>
                </a:lnTo>
                <a:lnTo>
                  <a:pt x="2174" y="211"/>
                </a:lnTo>
                <a:lnTo>
                  <a:pt x="2196" y="211"/>
                </a:lnTo>
                <a:lnTo>
                  <a:pt x="2196" y="222"/>
                </a:lnTo>
                <a:moveTo>
                  <a:pt x="2152" y="222"/>
                </a:moveTo>
                <a:lnTo>
                  <a:pt x="2130" y="222"/>
                </a:lnTo>
                <a:lnTo>
                  <a:pt x="2130" y="211"/>
                </a:lnTo>
                <a:lnTo>
                  <a:pt x="2152" y="211"/>
                </a:lnTo>
                <a:lnTo>
                  <a:pt x="2152" y="222"/>
                </a:lnTo>
                <a:moveTo>
                  <a:pt x="2108" y="222"/>
                </a:moveTo>
                <a:lnTo>
                  <a:pt x="2085" y="222"/>
                </a:lnTo>
                <a:lnTo>
                  <a:pt x="2085" y="211"/>
                </a:lnTo>
                <a:lnTo>
                  <a:pt x="2108" y="211"/>
                </a:lnTo>
                <a:lnTo>
                  <a:pt x="2108" y="222"/>
                </a:lnTo>
                <a:moveTo>
                  <a:pt x="2063" y="222"/>
                </a:moveTo>
                <a:lnTo>
                  <a:pt x="2041" y="222"/>
                </a:lnTo>
                <a:lnTo>
                  <a:pt x="2041" y="211"/>
                </a:lnTo>
                <a:lnTo>
                  <a:pt x="2063" y="211"/>
                </a:lnTo>
                <a:lnTo>
                  <a:pt x="2063" y="222"/>
                </a:lnTo>
                <a:moveTo>
                  <a:pt x="2019" y="222"/>
                </a:moveTo>
                <a:lnTo>
                  <a:pt x="1997" y="222"/>
                </a:lnTo>
                <a:lnTo>
                  <a:pt x="1997" y="211"/>
                </a:lnTo>
                <a:lnTo>
                  <a:pt x="2019" y="211"/>
                </a:lnTo>
                <a:lnTo>
                  <a:pt x="2019" y="222"/>
                </a:lnTo>
                <a:moveTo>
                  <a:pt x="1975" y="222"/>
                </a:moveTo>
                <a:lnTo>
                  <a:pt x="1953" y="222"/>
                </a:lnTo>
                <a:lnTo>
                  <a:pt x="1953" y="211"/>
                </a:lnTo>
                <a:lnTo>
                  <a:pt x="1975" y="211"/>
                </a:lnTo>
                <a:lnTo>
                  <a:pt x="1975" y="222"/>
                </a:lnTo>
                <a:moveTo>
                  <a:pt x="1931" y="222"/>
                </a:moveTo>
                <a:lnTo>
                  <a:pt x="1908" y="222"/>
                </a:lnTo>
                <a:lnTo>
                  <a:pt x="1908" y="211"/>
                </a:lnTo>
                <a:lnTo>
                  <a:pt x="1931" y="211"/>
                </a:lnTo>
                <a:lnTo>
                  <a:pt x="1931" y="222"/>
                </a:lnTo>
                <a:moveTo>
                  <a:pt x="1886" y="222"/>
                </a:moveTo>
                <a:lnTo>
                  <a:pt x="1864" y="222"/>
                </a:lnTo>
                <a:lnTo>
                  <a:pt x="1864" y="211"/>
                </a:lnTo>
                <a:lnTo>
                  <a:pt x="1886" y="211"/>
                </a:lnTo>
                <a:lnTo>
                  <a:pt x="1886" y="222"/>
                </a:lnTo>
                <a:moveTo>
                  <a:pt x="1842" y="222"/>
                </a:moveTo>
                <a:lnTo>
                  <a:pt x="1820" y="222"/>
                </a:lnTo>
                <a:lnTo>
                  <a:pt x="1820" y="211"/>
                </a:lnTo>
                <a:lnTo>
                  <a:pt x="1842" y="211"/>
                </a:lnTo>
                <a:lnTo>
                  <a:pt x="1842" y="222"/>
                </a:lnTo>
                <a:moveTo>
                  <a:pt x="1798" y="222"/>
                </a:moveTo>
                <a:lnTo>
                  <a:pt x="1776" y="222"/>
                </a:lnTo>
                <a:lnTo>
                  <a:pt x="1776" y="211"/>
                </a:lnTo>
                <a:lnTo>
                  <a:pt x="1798" y="211"/>
                </a:lnTo>
                <a:lnTo>
                  <a:pt x="1798" y="222"/>
                </a:lnTo>
                <a:moveTo>
                  <a:pt x="1754" y="222"/>
                </a:moveTo>
                <a:lnTo>
                  <a:pt x="1732" y="222"/>
                </a:lnTo>
                <a:lnTo>
                  <a:pt x="1732" y="211"/>
                </a:lnTo>
                <a:lnTo>
                  <a:pt x="1754" y="211"/>
                </a:lnTo>
                <a:lnTo>
                  <a:pt x="1754" y="222"/>
                </a:lnTo>
                <a:moveTo>
                  <a:pt x="1709" y="222"/>
                </a:moveTo>
                <a:lnTo>
                  <a:pt x="1687" y="222"/>
                </a:lnTo>
                <a:lnTo>
                  <a:pt x="1687" y="211"/>
                </a:lnTo>
                <a:lnTo>
                  <a:pt x="1709" y="211"/>
                </a:lnTo>
                <a:lnTo>
                  <a:pt x="1709" y="222"/>
                </a:lnTo>
                <a:moveTo>
                  <a:pt x="1665" y="222"/>
                </a:moveTo>
                <a:lnTo>
                  <a:pt x="1643" y="222"/>
                </a:lnTo>
                <a:lnTo>
                  <a:pt x="1643" y="211"/>
                </a:lnTo>
                <a:lnTo>
                  <a:pt x="1665" y="211"/>
                </a:lnTo>
                <a:lnTo>
                  <a:pt x="1665" y="222"/>
                </a:lnTo>
                <a:moveTo>
                  <a:pt x="1621" y="222"/>
                </a:moveTo>
                <a:lnTo>
                  <a:pt x="1599" y="222"/>
                </a:lnTo>
                <a:lnTo>
                  <a:pt x="1599" y="211"/>
                </a:lnTo>
                <a:lnTo>
                  <a:pt x="1621" y="211"/>
                </a:lnTo>
                <a:lnTo>
                  <a:pt x="1621" y="222"/>
                </a:lnTo>
                <a:moveTo>
                  <a:pt x="1577" y="222"/>
                </a:moveTo>
                <a:lnTo>
                  <a:pt x="1555" y="222"/>
                </a:lnTo>
                <a:lnTo>
                  <a:pt x="1555" y="211"/>
                </a:lnTo>
                <a:lnTo>
                  <a:pt x="1577" y="211"/>
                </a:lnTo>
                <a:lnTo>
                  <a:pt x="1577" y="222"/>
                </a:lnTo>
                <a:moveTo>
                  <a:pt x="1532" y="222"/>
                </a:moveTo>
                <a:lnTo>
                  <a:pt x="1510" y="222"/>
                </a:lnTo>
                <a:lnTo>
                  <a:pt x="1510" y="211"/>
                </a:lnTo>
                <a:lnTo>
                  <a:pt x="1532" y="211"/>
                </a:lnTo>
                <a:lnTo>
                  <a:pt x="1532" y="222"/>
                </a:lnTo>
                <a:moveTo>
                  <a:pt x="1488" y="222"/>
                </a:moveTo>
                <a:lnTo>
                  <a:pt x="1466" y="222"/>
                </a:lnTo>
                <a:lnTo>
                  <a:pt x="1466" y="211"/>
                </a:lnTo>
                <a:lnTo>
                  <a:pt x="1488" y="211"/>
                </a:lnTo>
                <a:lnTo>
                  <a:pt x="1488" y="222"/>
                </a:lnTo>
                <a:moveTo>
                  <a:pt x="1444" y="222"/>
                </a:moveTo>
                <a:lnTo>
                  <a:pt x="1422" y="222"/>
                </a:lnTo>
                <a:lnTo>
                  <a:pt x="1422" y="211"/>
                </a:lnTo>
                <a:lnTo>
                  <a:pt x="1444" y="211"/>
                </a:lnTo>
                <a:lnTo>
                  <a:pt x="1444" y="222"/>
                </a:lnTo>
                <a:moveTo>
                  <a:pt x="1400" y="222"/>
                </a:moveTo>
                <a:lnTo>
                  <a:pt x="1378" y="222"/>
                </a:lnTo>
                <a:lnTo>
                  <a:pt x="1378" y="211"/>
                </a:lnTo>
                <a:lnTo>
                  <a:pt x="1400" y="211"/>
                </a:lnTo>
                <a:lnTo>
                  <a:pt x="1400" y="222"/>
                </a:lnTo>
                <a:moveTo>
                  <a:pt x="1356" y="222"/>
                </a:moveTo>
                <a:lnTo>
                  <a:pt x="1333" y="222"/>
                </a:lnTo>
                <a:lnTo>
                  <a:pt x="1333" y="211"/>
                </a:lnTo>
                <a:lnTo>
                  <a:pt x="1356" y="211"/>
                </a:lnTo>
                <a:lnTo>
                  <a:pt x="1356" y="222"/>
                </a:lnTo>
                <a:moveTo>
                  <a:pt x="1311" y="222"/>
                </a:moveTo>
                <a:lnTo>
                  <a:pt x="1289" y="222"/>
                </a:lnTo>
                <a:lnTo>
                  <a:pt x="1289" y="211"/>
                </a:lnTo>
                <a:lnTo>
                  <a:pt x="1311" y="211"/>
                </a:lnTo>
                <a:lnTo>
                  <a:pt x="1311" y="222"/>
                </a:lnTo>
                <a:moveTo>
                  <a:pt x="1267" y="222"/>
                </a:moveTo>
                <a:lnTo>
                  <a:pt x="1245" y="222"/>
                </a:lnTo>
                <a:lnTo>
                  <a:pt x="1245" y="211"/>
                </a:lnTo>
                <a:lnTo>
                  <a:pt x="1267" y="211"/>
                </a:lnTo>
                <a:lnTo>
                  <a:pt x="1267" y="222"/>
                </a:lnTo>
                <a:moveTo>
                  <a:pt x="1223" y="222"/>
                </a:moveTo>
                <a:lnTo>
                  <a:pt x="1201" y="222"/>
                </a:lnTo>
                <a:lnTo>
                  <a:pt x="1201" y="211"/>
                </a:lnTo>
                <a:lnTo>
                  <a:pt x="1223" y="211"/>
                </a:lnTo>
                <a:lnTo>
                  <a:pt x="1223" y="222"/>
                </a:lnTo>
                <a:moveTo>
                  <a:pt x="1179" y="222"/>
                </a:moveTo>
                <a:lnTo>
                  <a:pt x="1157" y="222"/>
                </a:lnTo>
                <a:lnTo>
                  <a:pt x="1157" y="211"/>
                </a:lnTo>
                <a:lnTo>
                  <a:pt x="1179" y="211"/>
                </a:lnTo>
                <a:lnTo>
                  <a:pt x="1179" y="222"/>
                </a:lnTo>
                <a:moveTo>
                  <a:pt x="1134" y="222"/>
                </a:moveTo>
                <a:lnTo>
                  <a:pt x="1112" y="222"/>
                </a:lnTo>
                <a:lnTo>
                  <a:pt x="1112" y="211"/>
                </a:lnTo>
                <a:lnTo>
                  <a:pt x="1134" y="211"/>
                </a:lnTo>
                <a:lnTo>
                  <a:pt x="1134" y="222"/>
                </a:lnTo>
                <a:moveTo>
                  <a:pt x="1090" y="222"/>
                </a:moveTo>
                <a:lnTo>
                  <a:pt x="1068" y="222"/>
                </a:lnTo>
                <a:lnTo>
                  <a:pt x="1068" y="211"/>
                </a:lnTo>
                <a:lnTo>
                  <a:pt x="1090" y="211"/>
                </a:lnTo>
                <a:lnTo>
                  <a:pt x="1090" y="222"/>
                </a:lnTo>
                <a:moveTo>
                  <a:pt x="1046" y="222"/>
                </a:moveTo>
                <a:lnTo>
                  <a:pt x="1024" y="222"/>
                </a:lnTo>
                <a:lnTo>
                  <a:pt x="1024" y="211"/>
                </a:lnTo>
                <a:lnTo>
                  <a:pt x="1046" y="211"/>
                </a:lnTo>
                <a:lnTo>
                  <a:pt x="1046" y="222"/>
                </a:lnTo>
                <a:moveTo>
                  <a:pt x="1002" y="222"/>
                </a:moveTo>
                <a:lnTo>
                  <a:pt x="980" y="222"/>
                </a:lnTo>
                <a:lnTo>
                  <a:pt x="980" y="211"/>
                </a:lnTo>
                <a:lnTo>
                  <a:pt x="1002" y="211"/>
                </a:lnTo>
                <a:lnTo>
                  <a:pt x="1002" y="222"/>
                </a:lnTo>
                <a:moveTo>
                  <a:pt x="957" y="222"/>
                </a:moveTo>
                <a:lnTo>
                  <a:pt x="935" y="222"/>
                </a:lnTo>
                <a:lnTo>
                  <a:pt x="935" y="211"/>
                </a:lnTo>
                <a:lnTo>
                  <a:pt x="957" y="211"/>
                </a:lnTo>
                <a:lnTo>
                  <a:pt x="957" y="222"/>
                </a:lnTo>
                <a:moveTo>
                  <a:pt x="913" y="222"/>
                </a:moveTo>
                <a:lnTo>
                  <a:pt x="891" y="222"/>
                </a:lnTo>
                <a:lnTo>
                  <a:pt x="891" y="211"/>
                </a:lnTo>
                <a:lnTo>
                  <a:pt x="913" y="211"/>
                </a:lnTo>
                <a:lnTo>
                  <a:pt x="913" y="222"/>
                </a:lnTo>
                <a:moveTo>
                  <a:pt x="869" y="222"/>
                </a:moveTo>
                <a:lnTo>
                  <a:pt x="847" y="222"/>
                </a:lnTo>
                <a:lnTo>
                  <a:pt x="847" y="211"/>
                </a:lnTo>
                <a:lnTo>
                  <a:pt x="869" y="211"/>
                </a:lnTo>
                <a:lnTo>
                  <a:pt x="869" y="222"/>
                </a:lnTo>
                <a:moveTo>
                  <a:pt x="825" y="222"/>
                </a:moveTo>
                <a:lnTo>
                  <a:pt x="803" y="222"/>
                </a:lnTo>
                <a:lnTo>
                  <a:pt x="803" y="211"/>
                </a:lnTo>
                <a:lnTo>
                  <a:pt x="825" y="211"/>
                </a:lnTo>
                <a:lnTo>
                  <a:pt x="825" y="222"/>
                </a:lnTo>
                <a:moveTo>
                  <a:pt x="781" y="222"/>
                </a:moveTo>
                <a:lnTo>
                  <a:pt x="758" y="222"/>
                </a:lnTo>
                <a:lnTo>
                  <a:pt x="758" y="211"/>
                </a:lnTo>
                <a:lnTo>
                  <a:pt x="781" y="211"/>
                </a:lnTo>
                <a:lnTo>
                  <a:pt x="781" y="222"/>
                </a:lnTo>
                <a:moveTo>
                  <a:pt x="736" y="222"/>
                </a:moveTo>
                <a:lnTo>
                  <a:pt x="714" y="222"/>
                </a:lnTo>
                <a:lnTo>
                  <a:pt x="714" y="211"/>
                </a:lnTo>
                <a:lnTo>
                  <a:pt x="736" y="211"/>
                </a:lnTo>
                <a:lnTo>
                  <a:pt x="736" y="222"/>
                </a:lnTo>
                <a:moveTo>
                  <a:pt x="692" y="222"/>
                </a:moveTo>
                <a:lnTo>
                  <a:pt x="670" y="222"/>
                </a:lnTo>
                <a:lnTo>
                  <a:pt x="670" y="211"/>
                </a:lnTo>
                <a:lnTo>
                  <a:pt x="692" y="211"/>
                </a:lnTo>
                <a:lnTo>
                  <a:pt x="692" y="222"/>
                </a:lnTo>
                <a:moveTo>
                  <a:pt x="648" y="222"/>
                </a:moveTo>
                <a:lnTo>
                  <a:pt x="626" y="222"/>
                </a:lnTo>
                <a:lnTo>
                  <a:pt x="626" y="211"/>
                </a:lnTo>
                <a:lnTo>
                  <a:pt x="648" y="211"/>
                </a:lnTo>
                <a:lnTo>
                  <a:pt x="648" y="222"/>
                </a:lnTo>
                <a:moveTo>
                  <a:pt x="604" y="222"/>
                </a:moveTo>
                <a:lnTo>
                  <a:pt x="581" y="222"/>
                </a:lnTo>
                <a:lnTo>
                  <a:pt x="581" y="211"/>
                </a:lnTo>
                <a:lnTo>
                  <a:pt x="604" y="211"/>
                </a:lnTo>
                <a:lnTo>
                  <a:pt x="604" y="222"/>
                </a:lnTo>
                <a:moveTo>
                  <a:pt x="559" y="222"/>
                </a:moveTo>
                <a:lnTo>
                  <a:pt x="537" y="222"/>
                </a:lnTo>
                <a:lnTo>
                  <a:pt x="537" y="211"/>
                </a:lnTo>
                <a:lnTo>
                  <a:pt x="559" y="211"/>
                </a:lnTo>
                <a:lnTo>
                  <a:pt x="559" y="222"/>
                </a:lnTo>
                <a:moveTo>
                  <a:pt x="515" y="222"/>
                </a:moveTo>
                <a:lnTo>
                  <a:pt x="493" y="222"/>
                </a:lnTo>
                <a:lnTo>
                  <a:pt x="493" y="211"/>
                </a:lnTo>
                <a:lnTo>
                  <a:pt x="515" y="211"/>
                </a:lnTo>
                <a:lnTo>
                  <a:pt x="515" y="222"/>
                </a:lnTo>
                <a:moveTo>
                  <a:pt x="471" y="222"/>
                </a:moveTo>
                <a:lnTo>
                  <a:pt x="449" y="222"/>
                </a:lnTo>
                <a:lnTo>
                  <a:pt x="449" y="211"/>
                </a:lnTo>
                <a:lnTo>
                  <a:pt x="471" y="211"/>
                </a:lnTo>
                <a:lnTo>
                  <a:pt x="471" y="222"/>
                </a:lnTo>
                <a:moveTo>
                  <a:pt x="427" y="222"/>
                </a:moveTo>
                <a:lnTo>
                  <a:pt x="405" y="222"/>
                </a:lnTo>
                <a:lnTo>
                  <a:pt x="405" y="211"/>
                </a:lnTo>
                <a:lnTo>
                  <a:pt x="427" y="211"/>
                </a:lnTo>
                <a:lnTo>
                  <a:pt x="427" y="222"/>
                </a:lnTo>
                <a:moveTo>
                  <a:pt x="382" y="222"/>
                </a:moveTo>
                <a:lnTo>
                  <a:pt x="360" y="222"/>
                </a:lnTo>
                <a:lnTo>
                  <a:pt x="360" y="211"/>
                </a:lnTo>
                <a:lnTo>
                  <a:pt x="382" y="211"/>
                </a:lnTo>
                <a:lnTo>
                  <a:pt x="382" y="222"/>
                </a:lnTo>
                <a:moveTo>
                  <a:pt x="338" y="222"/>
                </a:moveTo>
                <a:lnTo>
                  <a:pt x="316" y="222"/>
                </a:lnTo>
                <a:lnTo>
                  <a:pt x="316" y="211"/>
                </a:lnTo>
                <a:lnTo>
                  <a:pt x="338" y="211"/>
                </a:lnTo>
                <a:lnTo>
                  <a:pt x="338" y="222"/>
                </a:lnTo>
                <a:moveTo>
                  <a:pt x="294" y="222"/>
                </a:moveTo>
                <a:lnTo>
                  <a:pt x="272" y="222"/>
                </a:lnTo>
                <a:lnTo>
                  <a:pt x="272" y="211"/>
                </a:lnTo>
                <a:lnTo>
                  <a:pt x="294" y="211"/>
                </a:lnTo>
                <a:lnTo>
                  <a:pt x="294" y="222"/>
                </a:lnTo>
                <a:moveTo>
                  <a:pt x="250" y="222"/>
                </a:moveTo>
                <a:lnTo>
                  <a:pt x="228" y="222"/>
                </a:lnTo>
                <a:lnTo>
                  <a:pt x="228" y="211"/>
                </a:lnTo>
                <a:lnTo>
                  <a:pt x="250" y="211"/>
                </a:lnTo>
                <a:lnTo>
                  <a:pt x="250" y="222"/>
                </a:lnTo>
                <a:moveTo>
                  <a:pt x="205" y="222"/>
                </a:moveTo>
                <a:lnTo>
                  <a:pt x="183" y="222"/>
                </a:lnTo>
                <a:lnTo>
                  <a:pt x="183" y="211"/>
                </a:lnTo>
                <a:lnTo>
                  <a:pt x="205" y="211"/>
                </a:lnTo>
                <a:lnTo>
                  <a:pt x="205" y="222"/>
                </a:lnTo>
                <a:moveTo>
                  <a:pt x="161" y="222"/>
                </a:moveTo>
                <a:lnTo>
                  <a:pt x="139" y="222"/>
                </a:lnTo>
                <a:lnTo>
                  <a:pt x="139" y="211"/>
                </a:lnTo>
                <a:lnTo>
                  <a:pt x="161" y="211"/>
                </a:lnTo>
                <a:lnTo>
                  <a:pt x="161" y="222"/>
                </a:lnTo>
                <a:moveTo>
                  <a:pt x="117" y="222"/>
                </a:moveTo>
                <a:lnTo>
                  <a:pt x="105" y="222"/>
                </a:lnTo>
                <a:cubicBezTo>
                  <a:pt x="102" y="222"/>
                  <a:pt x="98" y="222"/>
                  <a:pt x="95" y="222"/>
                </a:cubicBezTo>
                <a:lnTo>
                  <a:pt x="96" y="211"/>
                </a:lnTo>
                <a:cubicBezTo>
                  <a:pt x="99" y="211"/>
                  <a:pt x="102" y="211"/>
                  <a:pt x="105" y="211"/>
                </a:cubicBezTo>
                <a:lnTo>
                  <a:pt x="117" y="211"/>
                </a:lnTo>
                <a:lnTo>
                  <a:pt x="117" y="222"/>
                </a:lnTo>
                <a:moveTo>
                  <a:pt x="72" y="217"/>
                </a:moveTo>
                <a:cubicBezTo>
                  <a:pt x="64" y="215"/>
                  <a:pt x="57" y="211"/>
                  <a:pt x="50" y="207"/>
                </a:cubicBezTo>
                <a:lnTo>
                  <a:pt x="56" y="198"/>
                </a:lnTo>
                <a:cubicBezTo>
                  <a:pt x="62" y="201"/>
                  <a:pt x="68" y="204"/>
                  <a:pt x="75" y="207"/>
                </a:cubicBezTo>
                <a:lnTo>
                  <a:pt x="72" y="217"/>
                </a:lnTo>
                <a:moveTo>
                  <a:pt x="32" y="193"/>
                </a:moveTo>
                <a:cubicBezTo>
                  <a:pt x="26" y="187"/>
                  <a:pt x="21" y="181"/>
                  <a:pt x="17" y="174"/>
                </a:cubicBezTo>
                <a:lnTo>
                  <a:pt x="26" y="168"/>
                </a:lnTo>
                <a:cubicBezTo>
                  <a:pt x="30" y="174"/>
                  <a:pt x="34" y="180"/>
                  <a:pt x="39" y="185"/>
                </a:cubicBezTo>
                <a:lnTo>
                  <a:pt x="32" y="193"/>
                </a:lnTo>
                <a:moveTo>
                  <a:pt x="6" y="153"/>
                </a:moveTo>
                <a:cubicBezTo>
                  <a:pt x="3" y="146"/>
                  <a:pt x="2" y="138"/>
                  <a:pt x="1" y="130"/>
                </a:cubicBezTo>
                <a:lnTo>
                  <a:pt x="12" y="129"/>
                </a:lnTo>
                <a:cubicBezTo>
                  <a:pt x="12" y="136"/>
                  <a:pt x="14" y="143"/>
                  <a:pt x="17" y="149"/>
                </a:cubicBezTo>
                <a:lnTo>
                  <a:pt x="6" y="153"/>
                </a:lnTo>
                <a:moveTo>
                  <a:pt x="0" y="108"/>
                </a:moveTo>
                <a:lnTo>
                  <a:pt x="0" y="106"/>
                </a:lnTo>
                <a:cubicBezTo>
                  <a:pt x="0" y="99"/>
                  <a:pt x="1" y="92"/>
                  <a:pt x="2" y="85"/>
                </a:cubicBezTo>
                <a:lnTo>
                  <a:pt x="13" y="87"/>
                </a:lnTo>
                <a:cubicBezTo>
                  <a:pt x="12" y="93"/>
                  <a:pt x="11" y="100"/>
                  <a:pt x="11" y="106"/>
                </a:cubicBezTo>
                <a:lnTo>
                  <a:pt x="11" y="108"/>
                </a:lnTo>
                <a:lnTo>
                  <a:pt x="0" y="108"/>
                </a:lnTo>
                <a:moveTo>
                  <a:pt x="9" y="61"/>
                </a:moveTo>
                <a:cubicBezTo>
                  <a:pt x="13" y="54"/>
                  <a:pt x="17" y="47"/>
                  <a:pt x="22" y="41"/>
                </a:cubicBezTo>
                <a:lnTo>
                  <a:pt x="30" y="48"/>
                </a:lnTo>
                <a:cubicBezTo>
                  <a:pt x="26" y="54"/>
                  <a:pt x="22" y="60"/>
                  <a:pt x="19" y="66"/>
                </a:cubicBezTo>
                <a:lnTo>
                  <a:pt x="9" y="61"/>
                </a:lnTo>
                <a:moveTo>
                  <a:pt x="38" y="24"/>
                </a:moveTo>
                <a:cubicBezTo>
                  <a:pt x="44" y="19"/>
                  <a:pt x="51" y="15"/>
                  <a:pt x="58" y="11"/>
                </a:cubicBezTo>
                <a:lnTo>
                  <a:pt x="63" y="21"/>
                </a:lnTo>
                <a:cubicBezTo>
                  <a:pt x="56" y="24"/>
                  <a:pt x="50" y="28"/>
                  <a:pt x="45" y="33"/>
                </a:cubicBezTo>
                <a:lnTo>
                  <a:pt x="38" y="24"/>
                </a:lnTo>
                <a:moveTo>
                  <a:pt x="80" y="3"/>
                </a:moveTo>
                <a:cubicBezTo>
                  <a:pt x="88" y="1"/>
                  <a:pt x="95" y="0"/>
                  <a:pt x="103" y="0"/>
                </a:cubicBezTo>
                <a:lnTo>
                  <a:pt x="103" y="11"/>
                </a:lnTo>
                <a:cubicBezTo>
                  <a:pt x="96" y="11"/>
                  <a:pt x="89" y="12"/>
                  <a:pt x="83" y="14"/>
                </a:cubicBezTo>
                <a:lnTo>
                  <a:pt x="80" y="3"/>
                </a:lnTo>
                <a:moveTo>
                  <a:pt x="105" y="0"/>
                </a:moveTo>
                <a:lnTo>
                  <a:pt x="127" y="0"/>
                </a:lnTo>
                <a:lnTo>
                  <a:pt x="127" y="11"/>
                </a:lnTo>
                <a:lnTo>
                  <a:pt x="105" y="11"/>
                </a:lnTo>
                <a:lnTo>
                  <a:pt x="105" y="0"/>
                </a:lnTo>
                <a:close/>
              </a:path>
            </a:pathLst>
          </a:custGeom>
          <a:solidFill>
            <a:srgbClr val="c8cc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4404600" y="1337040"/>
            <a:ext cx="62568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40" spc="-1" strike="noStrike">
                <a:solidFill>
                  <a:srgbClr val="1c1c1c"/>
                </a:solidFill>
                <a:latin typeface="DejaVuSans"/>
                <a:ea typeface="DejaVuSans"/>
              </a:rPr>
              <a:t>Onderwijscatalogus</a:t>
            </a:r>
            <a:endParaRPr b="0" lang="en-US" sz="4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7" name=""/>
          <p:cNvSpPr/>
          <p:nvPr/>
        </p:nvSpPr>
        <p:spPr>
          <a:xfrm>
            <a:off x="2725560" y="1341000"/>
            <a:ext cx="6480" cy="203400"/>
          </a:xfrm>
          <a:custGeom>
            <a:avLst/>
            <a:gdLst/>
            <a:ahLst/>
            <a:rect l="0" t="0" r="r" b="b"/>
            <a:pathLst>
              <a:path w="18" h="565">
                <a:moveTo>
                  <a:pt x="18" y="0"/>
                </a:moveTo>
                <a:lnTo>
                  <a:pt x="18" y="33"/>
                </a:lnTo>
                <a:lnTo>
                  <a:pt x="0" y="33"/>
                </a:lnTo>
                <a:lnTo>
                  <a:pt x="0" y="0"/>
                </a:lnTo>
                <a:lnTo>
                  <a:pt x="18" y="0"/>
                </a:lnTo>
                <a:moveTo>
                  <a:pt x="18" y="66"/>
                </a:moveTo>
                <a:lnTo>
                  <a:pt x="18" y="99"/>
                </a:lnTo>
                <a:lnTo>
                  <a:pt x="0" y="99"/>
                </a:lnTo>
                <a:lnTo>
                  <a:pt x="0" y="66"/>
                </a:lnTo>
                <a:lnTo>
                  <a:pt x="18" y="66"/>
                </a:lnTo>
                <a:moveTo>
                  <a:pt x="18" y="132"/>
                </a:moveTo>
                <a:lnTo>
                  <a:pt x="18" y="166"/>
                </a:lnTo>
                <a:lnTo>
                  <a:pt x="0" y="166"/>
                </a:lnTo>
                <a:lnTo>
                  <a:pt x="0" y="132"/>
                </a:lnTo>
                <a:lnTo>
                  <a:pt x="18" y="132"/>
                </a:lnTo>
                <a:moveTo>
                  <a:pt x="18" y="199"/>
                </a:moveTo>
                <a:lnTo>
                  <a:pt x="18" y="232"/>
                </a:lnTo>
                <a:lnTo>
                  <a:pt x="0" y="232"/>
                </a:lnTo>
                <a:lnTo>
                  <a:pt x="0" y="199"/>
                </a:lnTo>
                <a:lnTo>
                  <a:pt x="18" y="199"/>
                </a:lnTo>
                <a:moveTo>
                  <a:pt x="18" y="265"/>
                </a:moveTo>
                <a:lnTo>
                  <a:pt x="18" y="299"/>
                </a:lnTo>
                <a:lnTo>
                  <a:pt x="0" y="299"/>
                </a:lnTo>
                <a:lnTo>
                  <a:pt x="0" y="265"/>
                </a:lnTo>
                <a:lnTo>
                  <a:pt x="18" y="265"/>
                </a:lnTo>
                <a:moveTo>
                  <a:pt x="18" y="332"/>
                </a:moveTo>
                <a:lnTo>
                  <a:pt x="18" y="365"/>
                </a:lnTo>
                <a:lnTo>
                  <a:pt x="0" y="365"/>
                </a:lnTo>
                <a:lnTo>
                  <a:pt x="0" y="332"/>
                </a:lnTo>
                <a:lnTo>
                  <a:pt x="18" y="332"/>
                </a:lnTo>
                <a:moveTo>
                  <a:pt x="18" y="398"/>
                </a:moveTo>
                <a:lnTo>
                  <a:pt x="18" y="431"/>
                </a:lnTo>
                <a:lnTo>
                  <a:pt x="0" y="431"/>
                </a:lnTo>
                <a:lnTo>
                  <a:pt x="0" y="398"/>
                </a:lnTo>
                <a:lnTo>
                  <a:pt x="18" y="398"/>
                </a:lnTo>
                <a:moveTo>
                  <a:pt x="18" y="465"/>
                </a:moveTo>
                <a:lnTo>
                  <a:pt x="18" y="498"/>
                </a:lnTo>
                <a:lnTo>
                  <a:pt x="0" y="498"/>
                </a:lnTo>
                <a:lnTo>
                  <a:pt x="0" y="465"/>
                </a:lnTo>
                <a:lnTo>
                  <a:pt x="18" y="465"/>
                </a:lnTo>
                <a:moveTo>
                  <a:pt x="18" y="532"/>
                </a:moveTo>
                <a:lnTo>
                  <a:pt x="18" y="565"/>
                </a:lnTo>
                <a:lnTo>
                  <a:pt x="0" y="565"/>
                </a:lnTo>
                <a:lnTo>
                  <a:pt x="0" y="532"/>
                </a:lnTo>
                <a:lnTo>
                  <a:pt x="18" y="532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8" name=""/>
          <p:cNvSpPr/>
          <p:nvPr/>
        </p:nvSpPr>
        <p:spPr>
          <a:xfrm>
            <a:off x="1813680" y="1572120"/>
            <a:ext cx="6480" cy="1997640"/>
          </a:xfrm>
          <a:custGeom>
            <a:avLst/>
            <a:gdLst/>
            <a:ahLst/>
            <a:rect l="0" t="0" r="r" b="b"/>
            <a:pathLst>
              <a:path w="18" h="5549">
                <a:moveTo>
                  <a:pt x="18" y="0"/>
                </a:moveTo>
                <a:lnTo>
                  <a:pt x="18" y="33"/>
                </a:lnTo>
                <a:lnTo>
                  <a:pt x="0" y="33"/>
                </a:lnTo>
                <a:lnTo>
                  <a:pt x="0" y="0"/>
                </a:lnTo>
                <a:lnTo>
                  <a:pt x="18" y="0"/>
                </a:lnTo>
                <a:moveTo>
                  <a:pt x="18" y="66"/>
                </a:moveTo>
                <a:lnTo>
                  <a:pt x="18" y="100"/>
                </a:lnTo>
                <a:lnTo>
                  <a:pt x="0" y="100"/>
                </a:lnTo>
                <a:lnTo>
                  <a:pt x="0" y="66"/>
                </a:lnTo>
                <a:lnTo>
                  <a:pt x="18" y="66"/>
                </a:lnTo>
                <a:moveTo>
                  <a:pt x="18" y="133"/>
                </a:moveTo>
                <a:lnTo>
                  <a:pt x="18" y="166"/>
                </a:lnTo>
                <a:lnTo>
                  <a:pt x="0" y="166"/>
                </a:lnTo>
                <a:lnTo>
                  <a:pt x="0" y="133"/>
                </a:lnTo>
                <a:lnTo>
                  <a:pt x="18" y="133"/>
                </a:lnTo>
                <a:moveTo>
                  <a:pt x="18" y="199"/>
                </a:moveTo>
                <a:lnTo>
                  <a:pt x="18" y="232"/>
                </a:lnTo>
                <a:lnTo>
                  <a:pt x="0" y="232"/>
                </a:lnTo>
                <a:lnTo>
                  <a:pt x="0" y="199"/>
                </a:lnTo>
                <a:lnTo>
                  <a:pt x="18" y="199"/>
                </a:lnTo>
                <a:moveTo>
                  <a:pt x="18" y="266"/>
                </a:moveTo>
                <a:lnTo>
                  <a:pt x="18" y="299"/>
                </a:lnTo>
                <a:lnTo>
                  <a:pt x="0" y="299"/>
                </a:lnTo>
                <a:lnTo>
                  <a:pt x="0" y="266"/>
                </a:lnTo>
                <a:lnTo>
                  <a:pt x="18" y="266"/>
                </a:lnTo>
                <a:moveTo>
                  <a:pt x="18" y="332"/>
                </a:moveTo>
                <a:lnTo>
                  <a:pt x="18" y="365"/>
                </a:lnTo>
                <a:lnTo>
                  <a:pt x="0" y="365"/>
                </a:lnTo>
                <a:lnTo>
                  <a:pt x="0" y="332"/>
                </a:lnTo>
                <a:lnTo>
                  <a:pt x="18" y="332"/>
                </a:lnTo>
                <a:moveTo>
                  <a:pt x="18" y="399"/>
                </a:moveTo>
                <a:lnTo>
                  <a:pt x="18" y="432"/>
                </a:lnTo>
                <a:lnTo>
                  <a:pt x="0" y="432"/>
                </a:lnTo>
                <a:lnTo>
                  <a:pt x="0" y="399"/>
                </a:lnTo>
                <a:lnTo>
                  <a:pt x="18" y="399"/>
                </a:lnTo>
                <a:moveTo>
                  <a:pt x="18" y="465"/>
                </a:moveTo>
                <a:lnTo>
                  <a:pt x="18" y="498"/>
                </a:lnTo>
                <a:lnTo>
                  <a:pt x="0" y="498"/>
                </a:lnTo>
                <a:lnTo>
                  <a:pt x="0" y="465"/>
                </a:lnTo>
                <a:lnTo>
                  <a:pt x="18" y="465"/>
                </a:lnTo>
                <a:moveTo>
                  <a:pt x="18" y="531"/>
                </a:moveTo>
                <a:lnTo>
                  <a:pt x="18" y="565"/>
                </a:lnTo>
                <a:lnTo>
                  <a:pt x="0" y="565"/>
                </a:lnTo>
                <a:lnTo>
                  <a:pt x="0" y="531"/>
                </a:lnTo>
                <a:lnTo>
                  <a:pt x="18" y="531"/>
                </a:lnTo>
                <a:moveTo>
                  <a:pt x="18" y="598"/>
                </a:moveTo>
                <a:lnTo>
                  <a:pt x="18" y="631"/>
                </a:lnTo>
                <a:lnTo>
                  <a:pt x="0" y="631"/>
                </a:lnTo>
                <a:lnTo>
                  <a:pt x="0" y="598"/>
                </a:lnTo>
                <a:lnTo>
                  <a:pt x="18" y="598"/>
                </a:lnTo>
                <a:moveTo>
                  <a:pt x="18" y="664"/>
                </a:moveTo>
                <a:lnTo>
                  <a:pt x="18" y="698"/>
                </a:lnTo>
                <a:lnTo>
                  <a:pt x="0" y="698"/>
                </a:lnTo>
                <a:lnTo>
                  <a:pt x="0" y="664"/>
                </a:lnTo>
                <a:lnTo>
                  <a:pt x="18" y="664"/>
                </a:lnTo>
                <a:moveTo>
                  <a:pt x="18" y="731"/>
                </a:moveTo>
                <a:lnTo>
                  <a:pt x="18" y="764"/>
                </a:lnTo>
                <a:lnTo>
                  <a:pt x="0" y="764"/>
                </a:lnTo>
                <a:lnTo>
                  <a:pt x="0" y="731"/>
                </a:lnTo>
                <a:lnTo>
                  <a:pt x="18" y="731"/>
                </a:lnTo>
                <a:moveTo>
                  <a:pt x="18" y="797"/>
                </a:moveTo>
                <a:lnTo>
                  <a:pt x="18" y="830"/>
                </a:lnTo>
                <a:lnTo>
                  <a:pt x="0" y="830"/>
                </a:lnTo>
                <a:lnTo>
                  <a:pt x="0" y="797"/>
                </a:lnTo>
                <a:lnTo>
                  <a:pt x="18" y="797"/>
                </a:lnTo>
                <a:moveTo>
                  <a:pt x="18" y="864"/>
                </a:moveTo>
                <a:lnTo>
                  <a:pt x="18" y="897"/>
                </a:lnTo>
                <a:lnTo>
                  <a:pt x="0" y="897"/>
                </a:lnTo>
                <a:lnTo>
                  <a:pt x="0" y="864"/>
                </a:lnTo>
                <a:lnTo>
                  <a:pt x="18" y="864"/>
                </a:lnTo>
                <a:moveTo>
                  <a:pt x="18" y="930"/>
                </a:moveTo>
                <a:lnTo>
                  <a:pt x="18" y="963"/>
                </a:lnTo>
                <a:lnTo>
                  <a:pt x="0" y="963"/>
                </a:lnTo>
                <a:lnTo>
                  <a:pt x="0" y="930"/>
                </a:lnTo>
                <a:lnTo>
                  <a:pt x="18" y="930"/>
                </a:lnTo>
                <a:moveTo>
                  <a:pt x="18" y="997"/>
                </a:moveTo>
                <a:lnTo>
                  <a:pt x="18" y="1030"/>
                </a:lnTo>
                <a:lnTo>
                  <a:pt x="0" y="1030"/>
                </a:lnTo>
                <a:lnTo>
                  <a:pt x="0" y="997"/>
                </a:lnTo>
                <a:lnTo>
                  <a:pt x="18" y="997"/>
                </a:lnTo>
                <a:moveTo>
                  <a:pt x="18" y="1063"/>
                </a:moveTo>
                <a:lnTo>
                  <a:pt x="18" y="1096"/>
                </a:lnTo>
                <a:lnTo>
                  <a:pt x="0" y="1096"/>
                </a:lnTo>
                <a:lnTo>
                  <a:pt x="0" y="1063"/>
                </a:lnTo>
                <a:lnTo>
                  <a:pt x="18" y="1063"/>
                </a:lnTo>
                <a:moveTo>
                  <a:pt x="18" y="1129"/>
                </a:moveTo>
                <a:lnTo>
                  <a:pt x="18" y="1163"/>
                </a:lnTo>
                <a:lnTo>
                  <a:pt x="0" y="1163"/>
                </a:lnTo>
                <a:lnTo>
                  <a:pt x="0" y="1129"/>
                </a:lnTo>
                <a:lnTo>
                  <a:pt x="18" y="1129"/>
                </a:lnTo>
                <a:moveTo>
                  <a:pt x="18" y="1196"/>
                </a:moveTo>
                <a:lnTo>
                  <a:pt x="18" y="1229"/>
                </a:lnTo>
                <a:lnTo>
                  <a:pt x="0" y="1229"/>
                </a:lnTo>
                <a:lnTo>
                  <a:pt x="0" y="1196"/>
                </a:lnTo>
                <a:lnTo>
                  <a:pt x="18" y="1196"/>
                </a:lnTo>
                <a:moveTo>
                  <a:pt x="18" y="1262"/>
                </a:moveTo>
                <a:lnTo>
                  <a:pt x="18" y="1296"/>
                </a:lnTo>
                <a:lnTo>
                  <a:pt x="0" y="1296"/>
                </a:lnTo>
                <a:lnTo>
                  <a:pt x="0" y="1262"/>
                </a:lnTo>
                <a:lnTo>
                  <a:pt x="18" y="1262"/>
                </a:lnTo>
                <a:moveTo>
                  <a:pt x="18" y="1329"/>
                </a:moveTo>
                <a:lnTo>
                  <a:pt x="18" y="1362"/>
                </a:lnTo>
                <a:lnTo>
                  <a:pt x="0" y="1362"/>
                </a:lnTo>
                <a:lnTo>
                  <a:pt x="0" y="1329"/>
                </a:lnTo>
                <a:lnTo>
                  <a:pt x="18" y="1329"/>
                </a:lnTo>
                <a:moveTo>
                  <a:pt x="18" y="1395"/>
                </a:moveTo>
                <a:lnTo>
                  <a:pt x="18" y="1428"/>
                </a:lnTo>
                <a:lnTo>
                  <a:pt x="0" y="1428"/>
                </a:lnTo>
                <a:lnTo>
                  <a:pt x="0" y="1395"/>
                </a:lnTo>
                <a:lnTo>
                  <a:pt x="18" y="1395"/>
                </a:lnTo>
                <a:moveTo>
                  <a:pt x="18" y="1462"/>
                </a:moveTo>
                <a:lnTo>
                  <a:pt x="18" y="1495"/>
                </a:lnTo>
                <a:lnTo>
                  <a:pt x="0" y="1495"/>
                </a:lnTo>
                <a:lnTo>
                  <a:pt x="0" y="1462"/>
                </a:lnTo>
                <a:lnTo>
                  <a:pt x="18" y="1462"/>
                </a:lnTo>
                <a:moveTo>
                  <a:pt x="18" y="1528"/>
                </a:moveTo>
                <a:lnTo>
                  <a:pt x="18" y="1561"/>
                </a:lnTo>
                <a:lnTo>
                  <a:pt x="0" y="1561"/>
                </a:lnTo>
                <a:lnTo>
                  <a:pt x="0" y="1528"/>
                </a:lnTo>
                <a:lnTo>
                  <a:pt x="18" y="1528"/>
                </a:lnTo>
                <a:moveTo>
                  <a:pt x="18" y="1594"/>
                </a:moveTo>
                <a:lnTo>
                  <a:pt x="18" y="1628"/>
                </a:lnTo>
                <a:lnTo>
                  <a:pt x="0" y="1628"/>
                </a:lnTo>
                <a:lnTo>
                  <a:pt x="0" y="1594"/>
                </a:lnTo>
                <a:lnTo>
                  <a:pt x="18" y="1594"/>
                </a:lnTo>
                <a:moveTo>
                  <a:pt x="18" y="1661"/>
                </a:moveTo>
                <a:lnTo>
                  <a:pt x="18" y="1694"/>
                </a:lnTo>
                <a:lnTo>
                  <a:pt x="0" y="1694"/>
                </a:lnTo>
                <a:lnTo>
                  <a:pt x="0" y="1661"/>
                </a:lnTo>
                <a:lnTo>
                  <a:pt x="18" y="1661"/>
                </a:lnTo>
                <a:moveTo>
                  <a:pt x="18" y="1727"/>
                </a:moveTo>
                <a:lnTo>
                  <a:pt x="18" y="1761"/>
                </a:lnTo>
                <a:lnTo>
                  <a:pt x="0" y="1761"/>
                </a:lnTo>
                <a:lnTo>
                  <a:pt x="0" y="1727"/>
                </a:lnTo>
                <a:lnTo>
                  <a:pt x="18" y="1727"/>
                </a:lnTo>
                <a:moveTo>
                  <a:pt x="18" y="1794"/>
                </a:moveTo>
                <a:lnTo>
                  <a:pt x="18" y="1827"/>
                </a:lnTo>
                <a:lnTo>
                  <a:pt x="0" y="1827"/>
                </a:lnTo>
                <a:lnTo>
                  <a:pt x="0" y="1794"/>
                </a:lnTo>
                <a:lnTo>
                  <a:pt x="18" y="1794"/>
                </a:lnTo>
                <a:moveTo>
                  <a:pt x="18" y="1860"/>
                </a:moveTo>
                <a:lnTo>
                  <a:pt x="18" y="1893"/>
                </a:lnTo>
                <a:lnTo>
                  <a:pt x="0" y="1893"/>
                </a:lnTo>
                <a:lnTo>
                  <a:pt x="0" y="1860"/>
                </a:lnTo>
                <a:lnTo>
                  <a:pt x="18" y="1860"/>
                </a:lnTo>
                <a:moveTo>
                  <a:pt x="18" y="1927"/>
                </a:moveTo>
                <a:lnTo>
                  <a:pt x="18" y="1960"/>
                </a:lnTo>
                <a:lnTo>
                  <a:pt x="0" y="1960"/>
                </a:lnTo>
                <a:lnTo>
                  <a:pt x="0" y="1927"/>
                </a:lnTo>
                <a:lnTo>
                  <a:pt x="18" y="1927"/>
                </a:lnTo>
                <a:moveTo>
                  <a:pt x="18" y="1993"/>
                </a:moveTo>
                <a:lnTo>
                  <a:pt x="18" y="2026"/>
                </a:lnTo>
                <a:lnTo>
                  <a:pt x="0" y="2026"/>
                </a:lnTo>
                <a:lnTo>
                  <a:pt x="0" y="1993"/>
                </a:lnTo>
                <a:lnTo>
                  <a:pt x="18" y="1993"/>
                </a:lnTo>
                <a:moveTo>
                  <a:pt x="18" y="2060"/>
                </a:moveTo>
                <a:lnTo>
                  <a:pt x="18" y="2093"/>
                </a:lnTo>
                <a:lnTo>
                  <a:pt x="0" y="2093"/>
                </a:lnTo>
                <a:lnTo>
                  <a:pt x="0" y="2060"/>
                </a:lnTo>
                <a:lnTo>
                  <a:pt x="18" y="2060"/>
                </a:lnTo>
                <a:moveTo>
                  <a:pt x="18" y="2126"/>
                </a:moveTo>
                <a:lnTo>
                  <a:pt x="18" y="2159"/>
                </a:lnTo>
                <a:lnTo>
                  <a:pt x="0" y="2159"/>
                </a:lnTo>
                <a:lnTo>
                  <a:pt x="0" y="2126"/>
                </a:lnTo>
                <a:lnTo>
                  <a:pt x="18" y="2126"/>
                </a:lnTo>
                <a:moveTo>
                  <a:pt x="18" y="2192"/>
                </a:moveTo>
                <a:lnTo>
                  <a:pt x="18" y="2226"/>
                </a:lnTo>
                <a:lnTo>
                  <a:pt x="0" y="2226"/>
                </a:lnTo>
                <a:lnTo>
                  <a:pt x="0" y="2192"/>
                </a:lnTo>
                <a:lnTo>
                  <a:pt x="18" y="2192"/>
                </a:lnTo>
                <a:moveTo>
                  <a:pt x="18" y="2259"/>
                </a:moveTo>
                <a:lnTo>
                  <a:pt x="18" y="2292"/>
                </a:lnTo>
                <a:lnTo>
                  <a:pt x="0" y="2292"/>
                </a:lnTo>
                <a:lnTo>
                  <a:pt x="0" y="2259"/>
                </a:lnTo>
                <a:lnTo>
                  <a:pt x="18" y="2259"/>
                </a:lnTo>
                <a:moveTo>
                  <a:pt x="18" y="2325"/>
                </a:moveTo>
                <a:lnTo>
                  <a:pt x="18" y="2359"/>
                </a:lnTo>
                <a:lnTo>
                  <a:pt x="0" y="2359"/>
                </a:lnTo>
                <a:lnTo>
                  <a:pt x="0" y="2325"/>
                </a:lnTo>
                <a:lnTo>
                  <a:pt x="18" y="2325"/>
                </a:lnTo>
                <a:moveTo>
                  <a:pt x="18" y="2392"/>
                </a:moveTo>
                <a:lnTo>
                  <a:pt x="18" y="2425"/>
                </a:lnTo>
                <a:lnTo>
                  <a:pt x="0" y="2425"/>
                </a:lnTo>
                <a:lnTo>
                  <a:pt x="0" y="2392"/>
                </a:lnTo>
                <a:lnTo>
                  <a:pt x="18" y="2392"/>
                </a:lnTo>
                <a:moveTo>
                  <a:pt x="18" y="2458"/>
                </a:moveTo>
                <a:lnTo>
                  <a:pt x="18" y="2491"/>
                </a:lnTo>
                <a:lnTo>
                  <a:pt x="0" y="2491"/>
                </a:lnTo>
                <a:lnTo>
                  <a:pt x="0" y="2458"/>
                </a:lnTo>
                <a:lnTo>
                  <a:pt x="18" y="2458"/>
                </a:lnTo>
                <a:moveTo>
                  <a:pt x="18" y="2525"/>
                </a:moveTo>
                <a:lnTo>
                  <a:pt x="18" y="2558"/>
                </a:lnTo>
                <a:lnTo>
                  <a:pt x="0" y="2558"/>
                </a:lnTo>
                <a:lnTo>
                  <a:pt x="0" y="2525"/>
                </a:lnTo>
                <a:lnTo>
                  <a:pt x="18" y="2525"/>
                </a:lnTo>
                <a:moveTo>
                  <a:pt x="18" y="2591"/>
                </a:moveTo>
                <a:lnTo>
                  <a:pt x="18" y="2624"/>
                </a:lnTo>
                <a:lnTo>
                  <a:pt x="0" y="2624"/>
                </a:lnTo>
                <a:lnTo>
                  <a:pt x="0" y="2591"/>
                </a:lnTo>
                <a:lnTo>
                  <a:pt x="18" y="2591"/>
                </a:lnTo>
                <a:moveTo>
                  <a:pt x="18" y="2658"/>
                </a:moveTo>
                <a:lnTo>
                  <a:pt x="18" y="2691"/>
                </a:lnTo>
                <a:lnTo>
                  <a:pt x="0" y="2691"/>
                </a:lnTo>
                <a:lnTo>
                  <a:pt x="0" y="2658"/>
                </a:lnTo>
                <a:lnTo>
                  <a:pt x="18" y="2658"/>
                </a:lnTo>
                <a:moveTo>
                  <a:pt x="18" y="2724"/>
                </a:moveTo>
                <a:lnTo>
                  <a:pt x="18" y="2757"/>
                </a:lnTo>
                <a:lnTo>
                  <a:pt x="0" y="2757"/>
                </a:lnTo>
                <a:lnTo>
                  <a:pt x="0" y="2724"/>
                </a:lnTo>
                <a:lnTo>
                  <a:pt x="18" y="2724"/>
                </a:lnTo>
                <a:moveTo>
                  <a:pt x="18" y="2790"/>
                </a:moveTo>
                <a:lnTo>
                  <a:pt x="18" y="2824"/>
                </a:lnTo>
                <a:lnTo>
                  <a:pt x="0" y="2824"/>
                </a:lnTo>
                <a:lnTo>
                  <a:pt x="0" y="2790"/>
                </a:lnTo>
                <a:lnTo>
                  <a:pt x="18" y="2790"/>
                </a:lnTo>
                <a:moveTo>
                  <a:pt x="18" y="2857"/>
                </a:moveTo>
                <a:lnTo>
                  <a:pt x="18" y="2890"/>
                </a:lnTo>
                <a:lnTo>
                  <a:pt x="0" y="2890"/>
                </a:lnTo>
                <a:lnTo>
                  <a:pt x="0" y="2857"/>
                </a:lnTo>
                <a:lnTo>
                  <a:pt x="18" y="2857"/>
                </a:lnTo>
                <a:moveTo>
                  <a:pt x="18" y="2923"/>
                </a:moveTo>
                <a:lnTo>
                  <a:pt x="18" y="2957"/>
                </a:lnTo>
                <a:lnTo>
                  <a:pt x="0" y="2957"/>
                </a:lnTo>
                <a:lnTo>
                  <a:pt x="0" y="2923"/>
                </a:lnTo>
                <a:lnTo>
                  <a:pt x="18" y="2923"/>
                </a:lnTo>
                <a:moveTo>
                  <a:pt x="18" y="2990"/>
                </a:moveTo>
                <a:lnTo>
                  <a:pt x="18" y="3023"/>
                </a:lnTo>
                <a:lnTo>
                  <a:pt x="0" y="3023"/>
                </a:lnTo>
                <a:lnTo>
                  <a:pt x="0" y="2990"/>
                </a:lnTo>
                <a:lnTo>
                  <a:pt x="18" y="2990"/>
                </a:lnTo>
                <a:moveTo>
                  <a:pt x="18" y="3056"/>
                </a:moveTo>
                <a:lnTo>
                  <a:pt x="18" y="3089"/>
                </a:lnTo>
                <a:lnTo>
                  <a:pt x="0" y="3089"/>
                </a:lnTo>
                <a:lnTo>
                  <a:pt x="0" y="3056"/>
                </a:lnTo>
                <a:lnTo>
                  <a:pt x="18" y="3056"/>
                </a:lnTo>
                <a:moveTo>
                  <a:pt x="18" y="3123"/>
                </a:moveTo>
                <a:lnTo>
                  <a:pt x="18" y="3156"/>
                </a:lnTo>
                <a:lnTo>
                  <a:pt x="0" y="3156"/>
                </a:lnTo>
                <a:lnTo>
                  <a:pt x="0" y="3123"/>
                </a:lnTo>
                <a:lnTo>
                  <a:pt x="18" y="3123"/>
                </a:lnTo>
                <a:moveTo>
                  <a:pt x="18" y="3189"/>
                </a:moveTo>
                <a:lnTo>
                  <a:pt x="18" y="3222"/>
                </a:lnTo>
                <a:lnTo>
                  <a:pt x="0" y="3222"/>
                </a:lnTo>
                <a:lnTo>
                  <a:pt x="0" y="3189"/>
                </a:lnTo>
                <a:lnTo>
                  <a:pt x="18" y="3189"/>
                </a:lnTo>
                <a:moveTo>
                  <a:pt x="18" y="3256"/>
                </a:moveTo>
                <a:lnTo>
                  <a:pt x="18" y="3289"/>
                </a:lnTo>
                <a:lnTo>
                  <a:pt x="0" y="3289"/>
                </a:lnTo>
                <a:lnTo>
                  <a:pt x="0" y="3256"/>
                </a:lnTo>
                <a:lnTo>
                  <a:pt x="18" y="3256"/>
                </a:lnTo>
                <a:moveTo>
                  <a:pt x="18" y="3322"/>
                </a:moveTo>
                <a:lnTo>
                  <a:pt x="18" y="3355"/>
                </a:lnTo>
                <a:lnTo>
                  <a:pt x="0" y="3355"/>
                </a:lnTo>
                <a:lnTo>
                  <a:pt x="0" y="3322"/>
                </a:lnTo>
                <a:lnTo>
                  <a:pt x="18" y="3322"/>
                </a:lnTo>
                <a:moveTo>
                  <a:pt x="18" y="3388"/>
                </a:moveTo>
                <a:lnTo>
                  <a:pt x="18" y="3422"/>
                </a:lnTo>
                <a:lnTo>
                  <a:pt x="0" y="3422"/>
                </a:lnTo>
                <a:lnTo>
                  <a:pt x="0" y="3388"/>
                </a:lnTo>
                <a:lnTo>
                  <a:pt x="18" y="3388"/>
                </a:lnTo>
                <a:moveTo>
                  <a:pt x="18" y="3455"/>
                </a:moveTo>
                <a:lnTo>
                  <a:pt x="18" y="3488"/>
                </a:lnTo>
                <a:lnTo>
                  <a:pt x="0" y="3488"/>
                </a:lnTo>
                <a:lnTo>
                  <a:pt x="0" y="3455"/>
                </a:lnTo>
                <a:lnTo>
                  <a:pt x="18" y="3455"/>
                </a:lnTo>
                <a:moveTo>
                  <a:pt x="18" y="3521"/>
                </a:moveTo>
                <a:lnTo>
                  <a:pt x="18" y="3555"/>
                </a:lnTo>
                <a:lnTo>
                  <a:pt x="0" y="3555"/>
                </a:lnTo>
                <a:lnTo>
                  <a:pt x="0" y="3521"/>
                </a:lnTo>
                <a:lnTo>
                  <a:pt x="18" y="3521"/>
                </a:lnTo>
                <a:moveTo>
                  <a:pt x="18" y="3588"/>
                </a:moveTo>
                <a:lnTo>
                  <a:pt x="18" y="3621"/>
                </a:lnTo>
                <a:lnTo>
                  <a:pt x="0" y="3621"/>
                </a:lnTo>
                <a:lnTo>
                  <a:pt x="0" y="3588"/>
                </a:lnTo>
                <a:lnTo>
                  <a:pt x="18" y="3588"/>
                </a:lnTo>
                <a:moveTo>
                  <a:pt x="18" y="3654"/>
                </a:moveTo>
                <a:lnTo>
                  <a:pt x="18" y="3687"/>
                </a:lnTo>
                <a:lnTo>
                  <a:pt x="0" y="3687"/>
                </a:lnTo>
                <a:lnTo>
                  <a:pt x="0" y="3654"/>
                </a:lnTo>
                <a:lnTo>
                  <a:pt x="18" y="3654"/>
                </a:lnTo>
                <a:moveTo>
                  <a:pt x="18" y="3721"/>
                </a:moveTo>
                <a:lnTo>
                  <a:pt x="18" y="3754"/>
                </a:lnTo>
                <a:lnTo>
                  <a:pt x="0" y="3754"/>
                </a:lnTo>
                <a:lnTo>
                  <a:pt x="0" y="3721"/>
                </a:lnTo>
                <a:lnTo>
                  <a:pt x="18" y="3721"/>
                </a:lnTo>
                <a:moveTo>
                  <a:pt x="18" y="3787"/>
                </a:moveTo>
                <a:lnTo>
                  <a:pt x="18" y="3820"/>
                </a:lnTo>
                <a:lnTo>
                  <a:pt x="0" y="3820"/>
                </a:lnTo>
                <a:lnTo>
                  <a:pt x="0" y="3787"/>
                </a:lnTo>
                <a:lnTo>
                  <a:pt x="18" y="3787"/>
                </a:lnTo>
                <a:moveTo>
                  <a:pt x="18" y="3854"/>
                </a:moveTo>
                <a:lnTo>
                  <a:pt x="18" y="3887"/>
                </a:lnTo>
                <a:lnTo>
                  <a:pt x="0" y="3887"/>
                </a:lnTo>
                <a:lnTo>
                  <a:pt x="0" y="3854"/>
                </a:lnTo>
                <a:lnTo>
                  <a:pt x="18" y="3854"/>
                </a:lnTo>
                <a:moveTo>
                  <a:pt x="18" y="3920"/>
                </a:moveTo>
                <a:lnTo>
                  <a:pt x="18" y="3953"/>
                </a:lnTo>
                <a:lnTo>
                  <a:pt x="0" y="3953"/>
                </a:lnTo>
                <a:lnTo>
                  <a:pt x="0" y="3920"/>
                </a:lnTo>
                <a:lnTo>
                  <a:pt x="18" y="3920"/>
                </a:lnTo>
                <a:moveTo>
                  <a:pt x="18" y="3987"/>
                </a:moveTo>
                <a:lnTo>
                  <a:pt x="18" y="4021"/>
                </a:lnTo>
                <a:lnTo>
                  <a:pt x="0" y="4021"/>
                </a:lnTo>
                <a:lnTo>
                  <a:pt x="0" y="3987"/>
                </a:lnTo>
                <a:lnTo>
                  <a:pt x="18" y="3987"/>
                </a:lnTo>
                <a:moveTo>
                  <a:pt x="18" y="4054"/>
                </a:moveTo>
                <a:lnTo>
                  <a:pt x="18" y="4087"/>
                </a:lnTo>
                <a:lnTo>
                  <a:pt x="0" y="4087"/>
                </a:lnTo>
                <a:lnTo>
                  <a:pt x="0" y="4054"/>
                </a:lnTo>
                <a:lnTo>
                  <a:pt x="18" y="4054"/>
                </a:lnTo>
                <a:moveTo>
                  <a:pt x="18" y="4120"/>
                </a:moveTo>
                <a:lnTo>
                  <a:pt x="18" y="4154"/>
                </a:lnTo>
                <a:lnTo>
                  <a:pt x="0" y="4154"/>
                </a:lnTo>
                <a:lnTo>
                  <a:pt x="0" y="4120"/>
                </a:lnTo>
                <a:lnTo>
                  <a:pt x="18" y="4120"/>
                </a:lnTo>
                <a:moveTo>
                  <a:pt x="18" y="4187"/>
                </a:moveTo>
                <a:lnTo>
                  <a:pt x="18" y="4220"/>
                </a:lnTo>
                <a:lnTo>
                  <a:pt x="0" y="4220"/>
                </a:lnTo>
                <a:lnTo>
                  <a:pt x="0" y="4187"/>
                </a:lnTo>
                <a:lnTo>
                  <a:pt x="18" y="4187"/>
                </a:lnTo>
                <a:moveTo>
                  <a:pt x="18" y="4253"/>
                </a:moveTo>
                <a:lnTo>
                  <a:pt x="18" y="4286"/>
                </a:lnTo>
                <a:lnTo>
                  <a:pt x="0" y="4286"/>
                </a:lnTo>
                <a:lnTo>
                  <a:pt x="0" y="4253"/>
                </a:lnTo>
                <a:lnTo>
                  <a:pt x="18" y="4253"/>
                </a:lnTo>
                <a:moveTo>
                  <a:pt x="18" y="4320"/>
                </a:moveTo>
                <a:lnTo>
                  <a:pt x="18" y="4353"/>
                </a:lnTo>
                <a:lnTo>
                  <a:pt x="0" y="4353"/>
                </a:lnTo>
                <a:lnTo>
                  <a:pt x="0" y="4320"/>
                </a:lnTo>
                <a:lnTo>
                  <a:pt x="18" y="4320"/>
                </a:lnTo>
                <a:moveTo>
                  <a:pt x="18" y="4386"/>
                </a:moveTo>
                <a:lnTo>
                  <a:pt x="18" y="4419"/>
                </a:lnTo>
                <a:lnTo>
                  <a:pt x="0" y="4419"/>
                </a:lnTo>
                <a:lnTo>
                  <a:pt x="0" y="4386"/>
                </a:lnTo>
                <a:lnTo>
                  <a:pt x="18" y="4386"/>
                </a:lnTo>
                <a:moveTo>
                  <a:pt x="18" y="4453"/>
                </a:moveTo>
                <a:lnTo>
                  <a:pt x="18" y="4486"/>
                </a:lnTo>
                <a:lnTo>
                  <a:pt x="0" y="4486"/>
                </a:lnTo>
                <a:lnTo>
                  <a:pt x="0" y="4453"/>
                </a:lnTo>
                <a:lnTo>
                  <a:pt x="18" y="4453"/>
                </a:lnTo>
                <a:moveTo>
                  <a:pt x="18" y="4519"/>
                </a:moveTo>
                <a:lnTo>
                  <a:pt x="18" y="4552"/>
                </a:lnTo>
                <a:lnTo>
                  <a:pt x="0" y="4552"/>
                </a:lnTo>
                <a:lnTo>
                  <a:pt x="0" y="4519"/>
                </a:lnTo>
                <a:lnTo>
                  <a:pt x="18" y="4519"/>
                </a:lnTo>
                <a:moveTo>
                  <a:pt x="18" y="4585"/>
                </a:moveTo>
                <a:lnTo>
                  <a:pt x="18" y="4619"/>
                </a:lnTo>
                <a:lnTo>
                  <a:pt x="0" y="4619"/>
                </a:lnTo>
                <a:lnTo>
                  <a:pt x="0" y="4585"/>
                </a:lnTo>
                <a:lnTo>
                  <a:pt x="18" y="4585"/>
                </a:lnTo>
                <a:moveTo>
                  <a:pt x="18" y="4652"/>
                </a:moveTo>
                <a:lnTo>
                  <a:pt x="18" y="4685"/>
                </a:lnTo>
                <a:lnTo>
                  <a:pt x="0" y="4685"/>
                </a:lnTo>
                <a:lnTo>
                  <a:pt x="0" y="4652"/>
                </a:lnTo>
                <a:lnTo>
                  <a:pt x="18" y="4652"/>
                </a:lnTo>
                <a:moveTo>
                  <a:pt x="18" y="4718"/>
                </a:moveTo>
                <a:lnTo>
                  <a:pt x="18" y="4751"/>
                </a:lnTo>
                <a:lnTo>
                  <a:pt x="0" y="4751"/>
                </a:lnTo>
                <a:lnTo>
                  <a:pt x="0" y="4718"/>
                </a:lnTo>
                <a:lnTo>
                  <a:pt x="18" y="4718"/>
                </a:lnTo>
                <a:moveTo>
                  <a:pt x="18" y="4785"/>
                </a:moveTo>
                <a:lnTo>
                  <a:pt x="18" y="4818"/>
                </a:lnTo>
                <a:lnTo>
                  <a:pt x="0" y="4818"/>
                </a:lnTo>
                <a:lnTo>
                  <a:pt x="0" y="4785"/>
                </a:lnTo>
                <a:lnTo>
                  <a:pt x="18" y="4785"/>
                </a:lnTo>
                <a:moveTo>
                  <a:pt x="18" y="4851"/>
                </a:moveTo>
                <a:lnTo>
                  <a:pt x="18" y="4884"/>
                </a:lnTo>
                <a:lnTo>
                  <a:pt x="0" y="4884"/>
                </a:lnTo>
                <a:lnTo>
                  <a:pt x="0" y="4851"/>
                </a:lnTo>
                <a:lnTo>
                  <a:pt x="18" y="4851"/>
                </a:lnTo>
                <a:moveTo>
                  <a:pt x="18" y="4918"/>
                </a:moveTo>
                <a:lnTo>
                  <a:pt x="18" y="4951"/>
                </a:lnTo>
                <a:lnTo>
                  <a:pt x="0" y="4951"/>
                </a:lnTo>
                <a:lnTo>
                  <a:pt x="0" y="4918"/>
                </a:lnTo>
                <a:lnTo>
                  <a:pt x="18" y="4918"/>
                </a:lnTo>
                <a:moveTo>
                  <a:pt x="18" y="4984"/>
                </a:moveTo>
                <a:lnTo>
                  <a:pt x="18" y="5017"/>
                </a:lnTo>
                <a:lnTo>
                  <a:pt x="0" y="5017"/>
                </a:lnTo>
                <a:lnTo>
                  <a:pt x="0" y="4984"/>
                </a:lnTo>
                <a:lnTo>
                  <a:pt x="18" y="4984"/>
                </a:lnTo>
                <a:moveTo>
                  <a:pt x="18" y="5050"/>
                </a:moveTo>
                <a:lnTo>
                  <a:pt x="18" y="5084"/>
                </a:lnTo>
                <a:lnTo>
                  <a:pt x="0" y="5084"/>
                </a:lnTo>
                <a:lnTo>
                  <a:pt x="0" y="5050"/>
                </a:lnTo>
                <a:lnTo>
                  <a:pt x="18" y="5050"/>
                </a:lnTo>
                <a:moveTo>
                  <a:pt x="18" y="5117"/>
                </a:moveTo>
                <a:lnTo>
                  <a:pt x="18" y="5150"/>
                </a:lnTo>
                <a:lnTo>
                  <a:pt x="0" y="5150"/>
                </a:lnTo>
                <a:lnTo>
                  <a:pt x="0" y="5117"/>
                </a:lnTo>
                <a:lnTo>
                  <a:pt x="18" y="5117"/>
                </a:lnTo>
                <a:moveTo>
                  <a:pt x="18" y="5183"/>
                </a:moveTo>
                <a:lnTo>
                  <a:pt x="18" y="5217"/>
                </a:lnTo>
                <a:lnTo>
                  <a:pt x="0" y="5217"/>
                </a:lnTo>
                <a:lnTo>
                  <a:pt x="0" y="5183"/>
                </a:lnTo>
                <a:lnTo>
                  <a:pt x="18" y="5183"/>
                </a:lnTo>
                <a:moveTo>
                  <a:pt x="18" y="5250"/>
                </a:moveTo>
                <a:lnTo>
                  <a:pt x="18" y="5283"/>
                </a:lnTo>
                <a:lnTo>
                  <a:pt x="0" y="5283"/>
                </a:lnTo>
                <a:lnTo>
                  <a:pt x="0" y="5250"/>
                </a:lnTo>
                <a:lnTo>
                  <a:pt x="18" y="5250"/>
                </a:lnTo>
                <a:moveTo>
                  <a:pt x="18" y="5316"/>
                </a:moveTo>
                <a:lnTo>
                  <a:pt x="18" y="5349"/>
                </a:lnTo>
                <a:lnTo>
                  <a:pt x="0" y="5349"/>
                </a:lnTo>
                <a:lnTo>
                  <a:pt x="0" y="5316"/>
                </a:lnTo>
                <a:lnTo>
                  <a:pt x="18" y="5316"/>
                </a:lnTo>
                <a:moveTo>
                  <a:pt x="18" y="5383"/>
                </a:moveTo>
                <a:lnTo>
                  <a:pt x="18" y="5416"/>
                </a:lnTo>
                <a:lnTo>
                  <a:pt x="0" y="5416"/>
                </a:lnTo>
                <a:lnTo>
                  <a:pt x="0" y="5383"/>
                </a:lnTo>
                <a:lnTo>
                  <a:pt x="18" y="5383"/>
                </a:lnTo>
                <a:moveTo>
                  <a:pt x="18" y="5449"/>
                </a:moveTo>
                <a:lnTo>
                  <a:pt x="18" y="5482"/>
                </a:lnTo>
                <a:lnTo>
                  <a:pt x="0" y="5482"/>
                </a:lnTo>
                <a:lnTo>
                  <a:pt x="0" y="5449"/>
                </a:lnTo>
                <a:lnTo>
                  <a:pt x="18" y="5449"/>
                </a:lnTo>
                <a:moveTo>
                  <a:pt x="18" y="5516"/>
                </a:moveTo>
                <a:lnTo>
                  <a:pt x="18" y="5549"/>
                </a:lnTo>
                <a:lnTo>
                  <a:pt x="0" y="5549"/>
                </a:lnTo>
                <a:lnTo>
                  <a:pt x="0" y="5516"/>
                </a:lnTo>
                <a:lnTo>
                  <a:pt x="18" y="5516"/>
                </a:lnTo>
                <a:close/>
              </a:path>
            </a:pathLst>
          </a:custGeom>
          <a:solidFill>
            <a:srgbClr val="2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9" name=""/>
          <p:cNvSpPr/>
          <p:nvPr/>
        </p:nvSpPr>
        <p:spPr>
          <a:xfrm>
            <a:off x="1721160" y="1572120"/>
            <a:ext cx="3471840" cy="1901880"/>
          </a:xfrm>
          <a:custGeom>
            <a:avLst/>
            <a:gdLst/>
            <a:ahLst/>
            <a:rect l="0" t="0" r="r" b="b"/>
            <a:pathLst>
              <a:path w="9644" h="5283">
                <a:moveTo>
                  <a:pt x="0" y="0"/>
                </a:moveTo>
                <a:lnTo>
                  <a:pt x="9644" y="0"/>
                </a:lnTo>
                <a:lnTo>
                  <a:pt x="9644" y="5283"/>
                </a:lnTo>
                <a:lnTo>
                  <a:pt x="0" y="5283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0" name=""/>
          <p:cNvSpPr/>
          <p:nvPr/>
        </p:nvSpPr>
        <p:spPr>
          <a:xfrm>
            <a:off x="1721160" y="1572120"/>
            <a:ext cx="3471840" cy="1901880"/>
          </a:xfrm>
          <a:custGeom>
            <a:avLst/>
            <a:gdLst/>
            <a:ahLst/>
            <a:rect l="0" t="0" r="r" b="b"/>
            <a:pathLst>
              <a:path w="9644" h="5283">
                <a:moveTo>
                  <a:pt x="0" y="0"/>
                </a:moveTo>
                <a:lnTo>
                  <a:pt x="9644" y="0"/>
                </a:lnTo>
                <a:lnTo>
                  <a:pt x="9644" y="5283"/>
                </a:lnTo>
                <a:lnTo>
                  <a:pt x="0" y="5283"/>
                </a:lnTo>
                <a:lnTo>
                  <a:pt x="0" y="0"/>
                </a:lnTo>
                <a:close/>
              </a:path>
            </a:pathLst>
          </a:custGeom>
          <a:noFill/>
          <a:ln w="3960">
            <a:solidFill>
              <a:srgbClr val="a8a85a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1" name=""/>
          <p:cNvSpPr/>
          <p:nvPr/>
        </p:nvSpPr>
        <p:spPr>
          <a:xfrm>
            <a:off x="5113080" y="1603800"/>
            <a:ext cx="48240" cy="40320"/>
          </a:xfrm>
          <a:custGeom>
            <a:avLst/>
            <a:gdLst/>
            <a:ahLst/>
            <a:rect l="0" t="0" r="r" b="b"/>
            <a:pathLst>
              <a:path w="134" h="112">
                <a:moveTo>
                  <a:pt x="0" y="0"/>
                </a:moveTo>
                <a:lnTo>
                  <a:pt x="134" y="0"/>
                </a:lnTo>
                <a:lnTo>
                  <a:pt x="134" y="112"/>
                </a:lnTo>
                <a:lnTo>
                  <a:pt x="0" y="112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444444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2" name=""/>
          <p:cNvSpPr/>
          <p:nvPr/>
        </p:nvSpPr>
        <p:spPr>
          <a:xfrm>
            <a:off x="5113080" y="1617840"/>
            <a:ext cx="47880" cy="0"/>
          </a:xfrm>
          <a:prstGeom prst="line">
            <a:avLst/>
          </a:prstGeom>
          <a:ln w="50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1641600" y="1455840"/>
            <a:ext cx="14576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5b6663"/>
                </a:solidFill>
                <a:latin typeface="DejaVuSans"/>
                <a:ea typeface="DejaVuSans"/>
              </a:rPr>
              <a:t>na: Gepland aanbod terugleveren aan de onderwijscatalogus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1761120" y="1599480"/>
            <a:ext cx="7671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5a5a2a"/>
                </a:solidFill>
                <a:latin typeface="DejaVuSans"/>
                <a:ea typeface="DejaVuSans"/>
              </a:rPr>
              <a:t>Opleidingsaanbod van Instelling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5" name=""/>
          <p:cNvSpPr/>
          <p:nvPr/>
        </p:nvSpPr>
        <p:spPr>
          <a:xfrm>
            <a:off x="1776960" y="1807200"/>
            <a:ext cx="3376440" cy="1626840"/>
          </a:xfrm>
          <a:custGeom>
            <a:avLst/>
            <a:gdLst/>
            <a:ahLst/>
            <a:rect l="0" t="0" r="r" b="b"/>
            <a:pathLst>
              <a:path w="9379" h="4519">
                <a:moveTo>
                  <a:pt x="0" y="0"/>
                </a:moveTo>
                <a:lnTo>
                  <a:pt x="9379" y="0"/>
                </a:lnTo>
                <a:lnTo>
                  <a:pt x="9379" y="4519"/>
                </a:lnTo>
                <a:lnTo>
                  <a:pt x="0" y="4519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6" name=""/>
          <p:cNvSpPr/>
          <p:nvPr/>
        </p:nvSpPr>
        <p:spPr>
          <a:xfrm>
            <a:off x="1776960" y="1807200"/>
            <a:ext cx="3376440" cy="1626840"/>
          </a:xfrm>
          <a:custGeom>
            <a:avLst/>
            <a:gdLst/>
            <a:ahLst/>
            <a:rect l="0" t="0" r="r" b="b"/>
            <a:pathLst>
              <a:path w="9379" h="4519">
                <a:moveTo>
                  <a:pt x="0" y="0"/>
                </a:moveTo>
                <a:lnTo>
                  <a:pt x="9379" y="0"/>
                </a:lnTo>
                <a:lnTo>
                  <a:pt x="9379" y="4519"/>
                </a:lnTo>
                <a:lnTo>
                  <a:pt x="0" y="4519"/>
                </a:lnTo>
                <a:lnTo>
                  <a:pt x="0" y="0"/>
                </a:lnTo>
                <a:close/>
              </a:path>
            </a:pathLst>
          </a:custGeom>
          <a:noFill/>
          <a:ln w="3960">
            <a:solidFill>
              <a:srgbClr val="a8a85a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7" name=""/>
          <p:cNvSpPr/>
          <p:nvPr/>
        </p:nvSpPr>
        <p:spPr>
          <a:xfrm>
            <a:off x="5073120" y="1839240"/>
            <a:ext cx="48240" cy="40320"/>
          </a:xfrm>
          <a:custGeom>
            <a:avLst/>
            <a:gdLst/>
            <a:ahLst/>
            <a:rect l="0" t="0" r="r" b="b"/>
            <a:pathLst>
              <a:path w="134" h="112">
                <a:moveTo>
                  <a:pt x="0" y="0"/>
                </a:moveTo>
                <a:lnTo>
                  <a:pt x="134" y="0"/>
                </a:lnTo>
                <a:lnTo>
                  <a:pt x="134" y="112"/>
                </a:lnTo>
                <a:lnTo>
                  <a:pt x="0" y="112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444444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8" name=""/>
          <p:cNvSpPr/>
          <p:nvPr/>
        </p:nvSpPr>
        <p:spPr>
          <a:xfrm>
            <a:off x="5073120" y="1853280"/>
            <a:ext cx="47880" cy="0"/>
          </a:xfrm>
          <a:prstGeom prst="line">
            <a:avLst/>
          </a:prstGeom>
          <a:ln w="50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1761120" y="1663920"/>
            <a:ext cx="89820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40" spc="-1" strike="noStrike">
                <a:solidFill>
                  <a:srgbClr val="1c1c1c"/>
                </a:solidFill>
                <a:latin typeface="DejaVuSans"/>
                <a:ea typeface="DejaVuSans"/>
              </a:rPr>
              <a:t>ROC Leren Zonder Drempels</a:t>
            </a:r>
            <a:endParaRPr b="0" lang="en-US" sz="4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1816920" y="1834920"/>
            <a:ext cx="40752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5a5a2a"/>
                </a:solidFill>
                <a:latin typeface="DejaVuSans"/>
                <a:ea typeface="DejaVuSans"/>
              </a:rPr>
              <a:t>Opleidingaanbod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1" name=""/>
          <p:cNvSpPr/>
          <p:nvPr/>
        </p:nvSpPr>
        <p:spPr>
          <a:xfrm>
            <a:off x="1832760" y="2178000"/>
            <a:ext cx="3280680" cy="1216440"/>
          </a:xfrm>
          <a:custGeom>
            <a:avLst/>
            <a:gdLst/>
            <a:ahLst/>
            <a:rect l="0" t="0" r="r" b="b"/>
            <a:pathLst>
              <a:path w="9113" h="3379">
                <a:moveTo>
                  <a:pt x="0" y="0"/>
                </a:moveTo>
                <a:lnTo>
                  <a:pt x="9113" y="0"/>
                </a:lnTo>
                <a:lnTo>
                  <a:pt x="9113" y="3379"/>
                </a:lnTo>
                <a:lnTo>
                  <a:pt x="0" y="3379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2" name=""/>
          <p:cNvSpPr/>
          <p:nvPr/>
        </p:nvSpPr>
        <p:spPr>
          <a:xfrm>
            <a:off x="1832760" y="2178000"/>
            <a:ext cx="3280680" cy="1216440"/>
          </a:xfrm>
          <a:custGeom>
            <a:avLst/>
            <a:gdLst/>
            <a:ahLst/>
            <a:rect l="0" t="0" r="r" b="b"/>
            <a:pathLst>
              <a:path w="9113" h="3379">
                <a:moveTo>
                  <a:pt x="0" y="0"/>
                </a:moveTo>
                <a:lnTo>
                  <a:pt x="9113" y="0"/>
                </a:lnTo>
                <a:lnTo>
                  <a:pt x="9113" y="3379"/>
                </a:lnTo>
                <a:lnTo>
                  <a:pt x="0" y="3379"/>
                </a:lnTo>
                <a:lnTo>
                  <a:pt x="0" y="0"/>
                </a:lnTo>
                <a:close/>
              </a:path>
            </a:pathLst>
          </a:custGeom>
          <a:noFill/>
          <a:ln w="3960">
            <a:solidFill>
              <a:srgbClr val="a8a85a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3" name=""/>
          <p:cNvSpPr/>
          <p:nvPr/>
        </p:nvSpPr>
        <p:spPr>
          <a:xfrm>
            <a:off x="5033520" y="2210040"/>
            <a:ext cx="48240" cy="39960"/>
          </a:xfrm>
          <a:custGeom>
            <a:avLst/>
            <a:gdLst/>
            <a:ahLst/>
            <a:rect l="0" t="0" r="r" b="b"/>
            <a:pathLst>
              <a:path w="134" h="111">
                <a:moveTo>
                  <a:pt x="0" y="0"/>
                </a:moveTo>
                <a:lnTo>
                  <a:pt x="134" y="0"/>
                </a:lnTo>
                <a:lnTo>
                  <a:pt x="134" y="111"/>
                </a:lnTo>
                <a:lnTo>
                  <a:pt x="0" y="111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444444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4" name=""/>
          <p:cNvSpPr/>
          <p:nvPr/>
        </p:nvSpPr>
        <p:spPr>
          <a:xfrm>
            <a:off x="5033520" y="2223720"/>
            <a:ext cx="47880" cy="0"/>
          </a:xfrm>
          <a:prstGeom prst="line">
            <a:avLst/>
          </a:prstGeom>
          <a:ln w="50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1816920" y="1899000"/>
            <a:ext cx="175320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40" spc="-1" strike="noStrike">
                <a:solidFill>
                  <a:srgbClr val="1c1c1c"/>
                </a:solidFill>
                <a:latin typeface="DejaVuSans"/>
                <a:ea typeface="DejaVuSans"/>
              </a:rPr>
              <a:t>Apothekersassistent 2026: vier perioden, 120 plaatsen</a:t>
            </a:r>
            <a:endParaRPr b="0" lang="en-US" sz="4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1872720" y="2205360"/>
            <a:ext cx="72612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5a5a2a"/>
                </a:solidFill>
                <a:latin typeface="DejaVuSans"/>
                <a:ea typeface="DejaVuSans"/>
              </a:rPr>
              <a:t>Opleidingsprogramma aanbod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7" name=""/>
          <p:cNvSpPr/>
          <p:nvPr/>
        </p:nvSpPr>
        <p:spPr>
          <a:xfrm>
            <a:off x="1888200" y="2548800"/>
            <a:ext cx="3185280" cy="805680"/>
          </a:xfrm>
          <a:custGeom>
            <a:avLst/>
            <a:gdLst/>
            <a:ahLst/>
            <a:rect l="0" t="0" r="r" b="b"/>
            <a:pathLst>
              <a:path w="8848" h="2238">
                <a:moveTo>
                  <a:pt x="0" y="0"/>
                </a:moveTo>
                <a:lnTo>
                  <a:pt x="8848" y="0"/>
                </a:lnTo>
                <a:lnTo>
                  <a:pt x="8848" y="2238"/>
                </a:lnTo>
                <a:lnTo>
                  <a:pt x="0" y="2238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8" name=""/>
          <p:cNvSpPr/>
          <p:nvPr/>
        </p:nvSpPr>
        <p:spPr>
          <a:xfrm>
            <a:off x="1888200" y="2548800"/>
            <a:ext cx="3185280" cy="805680"/>
          </a:xfrm>
          <a:custGeom>
            <a:avLst/>
            <a:gdLst/>
            <a:ahLst/>
            <a:rect l="0" t="0" r="r" b="b"/>
            <a:pathLst>
              <a:path w="8848" h="2238">
                <a:moveTo>
                  <a:pt x="0" y="0"/>
                </a:moveTo>
                <a:lnTo>
                  <a:pt x="8848" y="0"/>
                </a:lnTo>
                <a:lnTo>
                  <a:pt x="8848" y="2238"/>
                </a:lnTo>
                <a:lnTo>
                  <a:pt x="0" y="2238"/>
                </a:lnTo>
                <a:lnTo>
                  <a:pt x="0" y="0"/>
                </a:lnTo>
                <a:close/>
              </a:path>
            </a:pathLst>
          </a:custGeom>
          <a:noFill/>
          <a:ln w="3960">
            <a:solidFill>
              <a:srgbClr val="a8a85a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9" name=""/>
          <p:cNvSpPr/>
          <p:nvPr/>
        </p:nvSpPr>
        <p:spPr>
          <a:xfrm>
            <a:off x="4993560" y="2580840"/>
            <a:ext cx="48240" cy="39960"/>
          </a:xfrm>
          <a:custGeom>
            <a:avLst/>
            <a:gdLst/>
            <a:ahLst/>
            <a:rect l="0" t="0" r="r" b="b"/>
            <a:pathLst>
              <a:path w="134" h="111">
                <a:moveTo>
                  <a:pt x="0" y="0"/>
                </a:moveTo>
                <a:lnTo>
                  <a:pt x="134" y="0"/>
                </a:lnTo>
                <a:lnTo>
                  <a:pt x="134" y="111"/>
                </a:lnTo>
                <a:lnTo>
                  <a:pt x="0" y="111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444444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0" name=""/>
          <p:cNvSpPr/>
          <p:nvPr/>
        </p:nvSpPr>
        <p:spPr>
          <a:xfrm>
            <a:off x="4993560" y="2594520"/>
            <a:ext cx="47880" cy="0"/>
          </a:xfrm>
          <a:prstGeom prst="line">
            <a:avLst/>
          </a:prstGeom>
          <a:ln w="50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1872720" y="2269800"/>
            <a:ext cx="130680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40" spc="-1" strike="noStrike">
                <a:solidFill>
                  <a:srgbClr val="1c1c1c"/>
                </a:solidFill>
                <a:latin typeface="DejaVuSans"/>
                <a:ea typeface="DejaVuSans"/>
              </a:rPr>
              <a:t>Regulier BOL 2026: 18 tot 120 studenten</a:t>
            </a:r>
            <a:endParaRPr b="0" lang="en-US" sz="4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1928160" y="2576160"/>
            <a:ext cx="6224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5a5a2a"/>
                </a:solidFill>
                <a:latin typeface="DejaVuSans"/>
                <a:ea typeface="DejaVuSans"/>
              </a:rPr>
              <a:t>Onderwijseenheid aanbod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3" name=""/>
          <p:cNvSpPr/>
          <p:nvPr/>
        </p:nvSpPr>
        <p:spPr>
          <a:xfrm>
            <a:off x="1944000" y="2919600"/>
            <a:ext cx="3089880" cy="394920"/>
          </a:xfrm>
          <a:custGeom>
            <a:avLst/>
            <a:gdLst/>
            <a:ahLst/>
            <a:rect l="0" t="0" r="r" b="b"/>
            <a:pathLst>
              <a:path w="8583" h="1097">
                <a:moveTo>
                  <a:pt x="0" y="0"/>
                </a:moveTo>
                <a:lnTo>
                  <a:pt x="8583" y="0"/>
                </a:lnTo>
                <a:lnTo>
                  <a:pt x="8583" y="1097"/>
                </a:lnTo>
                <a:lnTo>
                  <a:pt x="0" y="1097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4" name=""/>
          <p:cNvSpPr/>
          <p:nvPr/>
        </p:nvSpPr>
        <p:spPr>
          <a:xfrm>
            <a:off x="1944000" y="2919600"/>
            <a:ext cx="3089880" cy="394920"/>
          </a:xfrm>
          <a:custGeom>
            <a:avLst/>
            <a:gdLst/>
            <a:ahLst/>
            <a:rect l="0" t="0" r="r" b="b"/>
            <a:pathLst>
              <a:path w="8583" h="1097">
                <a:moveTo>
                  <a:pt x="0" y="0"/>
                </a:moveTo>
                <a:lnTo>
                  <a:pt x="8583" y="0"/>
                </a:lnTo>
                <a:lnTo>
                  <a:pt x="8583" y="1097"/>
                </a:lnTo>
                <a:lnTo>
                  <a:pt x="0" y="1097"/>
                </a:lnTo>
                <a:lnTo>
                  <a:pt x="0" y="0"/>
                </a:lnTo>
                <a:close/>
              </a:path>
            </a:pathLst>
          </a:custGeom>
          <a:noFill/>
          <a:ln w="3960">
            <a:solidFill>
              <a:srgbClr val="a8a85a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5" name=""/>
          <p:cNvSpPr/>
          <p:nvPr/>
        </p:nvSpPr>
        <p:spPr>
          <a:xfrm>
            <a:off x="4953960" y="2951280"/>
            <a:ext cx="47880" cy="40320"/>
          </a:xfrm>
          <a:custGeom>
            <a:avLst/>
            <a:gdLst/>
            <a:ahLst/>
            <a:rect l="0" t="0" r="r" b="b"/>
            <a:pathLst>
              <a:path w="133" h="112">
                <a:moveTo>
                  <a:pt x="0" y="0"/>
                </a:moveTo>
                <a:lnTo>
                  <a:pt x="133" y="0"/>
                </a:lnTo>
                <a:lnTo>
                  <a:pt x="133" y="112"/>
                </a:lnTo>
                <a:lnTo>
                  <a:pt x="0" y="112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444444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6" name=""/>
          <p:cNvSpPr/>
          <p:nvPr/>
        </p:nvSpPr>
        <p:spPr>
          <a:xfrm>
            <a:off x="4953960" y="2965320"/>
            <a:ext cx="47520" cy="0"/>
          </a:xfrm>
          <a:prstGeom prst="line">
            <a:avLst/>
          </a:prstGeom>
          <a:ln w="50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1928160" y="2640600"/>
            <a:ext cx="105084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40" spc="-1" strike="noStrike">
                <a:solidFill>
                  <a:srgbClr val="1c1c1c"/>
                </a:solidFill>
                <a:latin typeface="DejaVuSans"/>
                <a:ea typeface="DejaVuSans"/>
              </a:rPr>
              <a:t>B1-K1, leerjaar 1, periode 1 tot 4</a:t>
            </a:r>
            <a:endParaRPr b="0" lang="en-US" sz="4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1983960" y="2946960"/>
            <a:ext cx="3999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5a5a2a"/>
                </a:solidFill>
                <a:latin typeface="DejaVuSans"/>
                <a:ea typeface="DejaVuSans"/>
              </a:rPr>
              <a:t>Leergelegenheid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1983960" y="3011400"/>
            <a:ext cx="136620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40" spc="-1" strike="noStrike">
                <a:solidFill>
                  <a:srgbClr val="1c1c1c"/>
                </a:solidFill>
                <a:latin typeface="DejaVuSans"/>
                <a:ea typeface="DejaVuSans"/>
              </a:rPr>
              <a:t>B1-K1-W1, periode 1, twee groepen van 24</a:t>
            </a:r>
            <a:endParaRPr b="0" lang="en-US" sz="4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1983960" y="3086640"/>
            <a:ext cx="66672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5b6663"/>
                </a:solidFill>
                <a:latin typeface="DejaVuSans"/>
                <a:ea typeface="DejaVuSans"/>
              </a:rPr>
              <a:t>toestand: ﬁjnmazig gepland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1983960" y="3154320"/>
            <a:ext cx="17060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5b6663"/>
                </a:solidFill>
                <a:latin typeface="DejaVuSans"/>
                <a:ea typeface="DejaVuSans"/>
              </a:rPr>
              <a:t>Leeronderdeel speciﬁcatie hangt aan: B1-K1-W1 Baliegesprek en triage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1983960" y="3222000"/>
            <a:ext cx="246492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5b6663"/>
                </a:solidFill>
                <a:latin typeface="DejaVuSans"/>
                <a:ea typeface="DejaVuSans"/>
              </a:rPr>
              <a:t>Verzoek tot Aanbod / Intekening op speciﬁcatie Leidt tot: Planopgave Apothekersassistent, cohort 2026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1928160" y="2715840"/>
            <a:ext cx="4334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5b6663"/>
                </a:solidFill>
                <a:latin typeface="DejaVuSans"/>
                <a:ea typeface="DejaVuSans"/>
              </a:rPr>
              <a:t>toestand: gepland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1928160" y="2783520"/>
            <a:ext cx="12596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5b6663"/>
                </a:solidFill>
                <a:latin typeface="DejaVuSans"/>
                <a:ea typeface="DejaVuSans"/>
              </a:rPr>
              <a:t>Onderwijseenheid speciﬁcatie hangt aan: Blok B1-K1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1928160" y="2851200"/>
            <a:ext cx="246492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5b6663"/>
                </a:solidFill>
                <a:latin typeface="DejaVuSans"/>
                <a:ea typeface="DejaVuSans"/>
              </a:rPr>
              <a:t>Verzoek tot Aanbod / Intekening op speciﬁcatie Leidt tot: Planopgave Apothekersassistent, cohort 2026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1872720" y="2345040"/>
            <a:ext cx="4334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5b6663"/>
                </a:solidFill>
                <a:latin typeface="DejaVuSans"/>
                <a:ea typeface="DejaVuSans"/>
              </a:rPr>
              <a:t>toestand: gepland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1872720" y="2412720"/>
            <a:ext cx="16038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5b6663"/>
                </a:solidFill>
                <a:latin typeface="DejaVuSans"/>
                <a:ea typeface="DejaVuSans"/>
              </a:rPr>
              <a:t>Opleidingsprogramma speciﬁcatie hangt aan: BOL voltijd, planbaar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1872720" y="2480400"/>
            <a:ext cx="246492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5b6663"/>
                </a:solidFill>
                <a:latin typeface="DejaVuSans"/>
                <a:ea typeface="DejaVuSans"/>
              </a:rPr>
              <a:t>Verzoek tot Aanbod / Intekening op speciﬁcatie Leidt tot: Planopgave Apothekersassistent, cohort 2026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1816920" y="1974240"/>
            <a:ext cx="43344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5b6663"/>
                </a:solidFill>
                <a:latin typeface="DejaVuSans"/>
                <a:ea typeface="DejaVuSans"/>
              </a:rPr>
              <a:t>toestand: gepland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1816920" y="2041920"/>
            <a:ext cx="164052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5b6663"/>
                </a:solidFill>
                <a:latin typeface="DejaVuSans"/>
                <a:ea typeface="DejaVuSans"/>
              </a:rPr>
              <a:t>Opleiding speciﬁcatie hangt aan: Apothekersassistent, versie 2026.1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1816920" y="2109960"/>
            <a:ext cx="246492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5b6663"/>
                </a:solidFill>
                <a:latin typeface="DejaVuSans"/>
                <a:ea typeface="DejaVuSans"/>
              </a:rPr>
              <a:t>Verzoek tot Aanbod / Intekening op speciﬁcatie Leidt tot: Planopgave Apothekersassistent, cohort 2026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2" name=""/>
          <p:cNvSpPr/>
          <p:nvPr/>
        </p:nvSpPr>
        <p:spPr>
          <a:xfrm>
            <a:off x="1721160" y="3585240"/>
            <a:ext cx="3089880" cy="394920"/>
          </a:xfrm>
          <a:custGeom>
            <a:avLst/>
            <a:gdLst/>
            <a:ahLst/>
            <a:rect l="0" t="0" r="r" b="b"/>
            <a:pathLst>
              <a:path w="8583" h="1097">
                <a:moveTo>
                  <a:pt x="0" y="0"/>
                </a:moveTo>
                <a:lnTo>
                  <a:pt x="8583" y="0"/>
                </a:lnTo>
                <a:lnTo>
                  <a:pt x="8583" y="1097"/>
                </a:lnTo>
                <a:lnTo>
                  <a:pt x="0" y="1097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3" name=""/>
          <p:cNvSpPr/>
          <p:nvPr/>
        </p:nvSpPr>
        <p:spPr>
          <a:xfrm>
            <a:off x="1721160" y="3585240"/>
            <a:ext cx="3089880" cy="394920"/>
          </a:xfrm>
          <a:custGeom>
            <a:avLst/>
            <a:gdLst/>
            <a:ahLst/>
            <a:rect l="0" t="0" r="r" b="b"/>
            <a:pathLst>
              <a:path w="8583" h="1097">
                <a:moveTo>
                  <a:pt x="0" y="0"/>
                </a:moveTo>
                <a:lnTo>
                  <a:pt x="8583" y="0"/>
                </a:lnTo>
                <a:lnTo>
                  <a:pt x="8583" y="1097"/>
                </a:lnTo>
                <a:lnTo>
                  <a:pt x="0" y="1097"/>
                </a:lnTo>
                <a:lnTo>
                  <a:pt x="0" y="0"/>
                </a:lnTo>
                <a:close/>
              </a:path>
            </a:pathLst>
          </a:custGeom>
          <a:noFill/>
          <a:ln w="3960">
            <a:solidFill>
              <a:srgbClr val="a8a85a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4" name=""/>
          <p:cNvSpPr/>
          <p:nvPr/>
        </p:nvSpPr>
        <p:spPr>
          <a:xfrm>
            <a:off x="4730760" y="3617280"/>
            <a:ext cx="48240" cy="39960"/>
          </a:xfrm>
          <a:custGeom>
            <a:avLst/>
            <a:gdLst/>
            <a:ahLst/>
            <a:rect l="0" t="0" r="r" b="b"/>
            <a:pathLst>
              <a:path w="134" h="111">
                <a:moveTo>
                  <a:pt x="0" y="0"/>
                </a:moveTo>
                <a:lnTo>
                  <a:pt x="134" y="0"/>
                </a:lnTo>
                <a:lnTo>
                  <a:pt x="134" y="111"/>
                </a:lnTo>
                <a:lnTo>
                  <a:pt x="0" y="111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444444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5" name=""/>
          <p:cNvSpPr/>
          <p:nvPr/>
        </p:nvSpPr>
        <p:spPr>
          <a:xfrm>
            <a:off x="4730760" y="3630960"/>
            <a:ext cx="47880" cy="0"/>
          </a:xfrm>
          <a:prstGeom prst="line">
            <a:avLst/>
          </a:prstGeom>
          <a:ln w="504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1761120" y="1739160"/>
            <a:ext cx="42300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5b6663"/>
                </a:solidFill>
                <a:latin typeface="DejaVuSans"/>
                <a:ea typeface="DejaVuSans"/>
              </a:rPr>
              <a:t>toestand: intentie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1761120" y="3612960"/>
            <a:ext cx="42588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5a5a2a"/>
                </a:solidFill>
                <a:latin typeface="DejaVuSans"/>
                <a:ea typeface="DejaVuSans"/>
              </a:rPr>
              <a:t>Toetsgelegenheid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1761120" y="3677400"/>
            <a:ext cx="162072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40" spc="-1" strike="noStrike">
                <a:solidFill>
                  <a:srgbClr val="1c1c1c"/>
                </a:solidFill>
                <a:latin typeface="DejaVuSans"/>
                <a:ea typeface="DejaVuSans"/>
              </a:rPr>
              <a:t>Praktijktoets baliegesprek (OSCE), einde periode 1</a:t>
            </a:r>
            <a:endParaRPr b="0" lang="en-US" sz="4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1761120" y="3752280"/>
            <a:ext cx="66672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5b6663"/>
                </a:solidFill>
                <a:latin typeface="DejaVuSans"/>
                <a:ea typeface="DejaVuSans"/>
              </a:rPr>
              <a:t>toestand: ﬁjnmazig gepland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1761120" y="3819960"/>
            <a:ext cx="156276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5b6663"/>
                </a:solidFill>
                <a:latin typeface="DejaVuSans"/>
                <a:ea typeface="DejaVuSans"/>
              </a:rPr>
              <a:t>Toetsonderdeel speciﬁcatie hangt aan: Praktijktoets baliegesprek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1761120" y="3888000"/>
            <a:ext cx="2464920" cy="5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70" spc="-1" strike="noStrike">
                <a:solidFill>
                  <a:srgbClr val="5b6663"/>
                </a:solidFill>
                <a:latin typeface="DejaVuSans"/>
                <a:ea typeface="DejaVuSans"/>
              </a:rPr>
              <a:t>Verzoek tot Aanbod / Intekening op speciﬁcatie Leidt tot: Planopgave Apothekersassistent, cohort 2026</a:t>
            </a:r>
            <a:endParaRPr b="0" lang="en-US" sz="3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1609920" y="4016160"/>
            <a:ext cx="347256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40" spc="-1" strike="noStrike">
                <a:solidFill>
                  <a:srgbClr val="5b6663"/>
                </a:solidFill>
                <a:latin typeface="DejaVuSans"/>
                <a:ea typeface="DejaVuSans"/>
              </a:rPr>
              <a:t>Het geplande aanbod gaat terug naar de catalogus, met per laag de verwijzing naar de speciﬁcatie waarvan het aanbod is</a:t>
            </a:r>
            <a:endParaRPr b="0" lang="en-US" sz="4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1609920" y="4091760"/>
            <a:ext cx="339012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40" spc="-1" strike="noStrike">
                <a:solidFill>
                  <a:srgbClr val="5b6663"/>
                </a:solidFill>
                <a:latin typeface="DejaVuSans"/>
                <a:ea typeface="DejaVuSans"/>
              </a:rPr>
              <a:t>gemaakt en naar het verzoek dat ertoe leidde. De catalogus houdt daarmee speciﬁcatie en aanbod naast elkaar: wat is</a:t>
            </a:r>
            <a:endParaRPr b="0" lang="en-US" sz="4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1609920" y="4167360"/>
            <a:ext cx="1983600" cy="6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40" spc="-1" strike="noStrike">
                <a:solidFill>
                  <a:srgbClr val="5b6663"/>
                </a:solidFill>
                <a:latin typeface="DejaVuSans"/>
                <a:ea typeface="DejaVuSans"/>
              </a:rPr>
              <a:t>ontworpen, en wanneer het met hoeveel plaatsen wordt aangeboden.</a:t>
            </a:r>
            <a:endParaRPr b="0" lang="en-US" sz="4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5" name=""/>
          <p:cNvSpPr/>
          <p:nvPr/>
        </p:nvSpPr>
        <p:spPr>
          <a:xfrm>
            <a:off x="6876720" y="1819080"/>
            <a:ext cx="2000880" cy="495720"/>
          </a:xfrm>
          <a:custGeom>
            <a:avLst/>
            <a:gdLst/>
            <a:ahLst/>
            <a:rect l="0" t="0" r="r" b="b"/>
            <a:pathLst>
              <a:path w="5558" h="1377">
                <a:moveTo>
                  <a:pt x="0" y="0"/>
                </a:moveTo>
                <a:lnTo>
                  <a:pt x="5558" y="0"/>
                </a:lnTo>
                <a:lnTo>
                  <a:pt x="555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6" name=""/>
          <p:cNvSpPr/>
          <p:nvPr/>
        </p:nvSpPr>
        <p:spPr>
          <a:xfrm>
            <a:off x="6876720" y="1819080"/>
            <a:ext cx="2000880" cy="38520"/>
          </a:xfrm>
          <a:custGeom>
            <a:avLst/>
            <a:gdLst/>
            <a:ahLst/>
            <a:rect l="0" t="0" r="r" b="b"/>
            <a:pathLst>
              <a:path w="5558" h="107">
                <a:moveTo>
                  <a:pt x="0" y="0"/>
                </a:moveTo>
                <a:lnTo>
                  <a:pt x="5558" y="0"/>
                </a:lnTo>
                <a:lnTo>
                  <a:pt x="5558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7" name=""/>
          <p:cNvSpPr/>
          <p:nvPr/>
        </p:nvSpPr>
        <p:spPr>
          <a:xfrm>
            <a:off x="6876720" y="2304720"/>
            <a:ext cx="2000880" cy="10080"/>
          </a:xfrm>
          <a:custGeom>
            <a:avLst/>
            <a:gdLst/>
            <a:ahLst/>
            <a:rect l="0" t="0" r="r" b="b"/>
            <a:pathLst>
              <a:path w="5558" h="28">
                <a:moveTo>
                  <a:pt x="0" y="0"/>
                </a:moveTo>
                <a:lnTo>
                  <a:pt x="5558" y="0"/>
                </a:lnTo>
                <a:lnTo>
                  <a:pt x="55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8" name=""/>
          <p:cNvSpPr/>
          <p:nvPr/>
        </p:nvSpPr>
        <p:spPr>
          <a:xfrm>
            <a:off x="8867520" y="181908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106"/>
                </a:moveTo>
                <a:lnTo>
                  <a:pt x="0" y="1377"/>
                </a:lnTo>
                <a:lnTo>
                  <a:pt x="28" y="1377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9" name=""/>
          <p:cNvSpPr/>
          <p:nvPr/>
        </p:nvSpPr>
        <p:spPr>
          <a:xfrm>
            <a:off x="6876720" y="181908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0" y="1377"/>
                </a:lnTo>
                <a:lnTo>
                  <a:pt x="28" y="1377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0" name=""/>
          <p:cNvSpPr/>
          <p:nvPr/>
        </p:nvSpPr>
        <p:spPr>
          <a:xfrm>
            <a:off x="6876720" y="2381040"/>
            <a:ext cx="2000880" cy="638640"/>
          </a:xfrm>
          <a:custGeom>
            <a:avLst/>
            <a:gdLst/>
            <a:ahLst/>
            <a:rect l="0" t="0" r="r" b="b"/>
            <a:pathLst>
              <a:path w="5558" h="1774">
                <a:moveTo>
                  <a:pt x="0" y="0"/>
                </a:moveTo>
                <a:lnTo>
                  <a:pt x="5558" y="0"/>
                </a:lnTo>
                <a:lnTo>
                  <a:pt x="5558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1" name=""/>
          <p:cNvSpPr/>
          <p:nvPr/>
        </p:nvSpPr>
        <p:spPr>
          <a:xfrm>
            <a:off x="6876720" y="2381040"/>
            <a:ext cx="2000880" cy="38520"/>
          </a:xfrm>
          <a:custGeom>
            <a:avLst/>
            <a:gdLst/>
            <a:ahLst/>
            <a:rect l="0" t="0" r="r" b="b"/>
            <a:pathLst>
              <a:path w="5558" h="107">
                <a:moveTo>
                  <a:pt x="0" y="0"/>
                </a:moveTo>
                <a:lnTo>
                  <a:pt x="5558" y="0"/>
                </a:lnTo>
                <a:lnTo>
                  <a:pt x="5558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2" name=""/>
          <p:cNvSpPr/>
          <p:nvPr/>
        </p:nvSpPr>
        <p:spPr>
          <a:xfrm>
            <a:off x="6876720" y="3009600"/>
            <a:ext cx="2000880" cy="10080"/>
          </a:xfrm>
          <a:custGeom>
            <a:avLst/>
            <a:gdLst/>
            <a:ahLst/>
            <a:rect l="0" t="0" r="r" b="b"/>
            <a:pathLst>
              <a:path w="5558" h="28">
                <a:moveTo>
                  <a:pt x="0" y="0"/>
                </a:moveTo>
                <a:lnTo>
                  <a:pt x="5558" y="0"/>
                </a:lnTo>
                <a:lnTo>
                  <a:pt x="55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3" name=""/>
          <p:cNvSpPr/>
          <p:nvPr/>
        </p:nvSpPr>
        <p:spPr>
          <a:xfrm>
            <a:off x="8867520" y="2381040"/>
            <a:ext cx="10080" cy="638640"/>
          </a:xfrm>
          <a:custGeom>
            <a:avLst/>
            <a:gdLst/>
            <a:ahLst/>
            <a:rect l="0" t="0" r="r" b="b"/>
            <a:pathLst>
              <a:path w="28" h="1774">
                <a:moveTo>
                  <a:pt x="0" y="106"/>
                </a:moveTo>
                <a:lnTo>
                  <a:pt x="0" y="1774"/>
                </a:lnTo>
                <a:lnTo>
                  <a:pt x="28" y="1774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4" name=""/>
          <p:cNvSpPr/>
          <p:nvPr/>
        </p:nvSpPr>
        <p:spPr>
          <a:xfrm>
            <a:off x="6876720" y="2381040"/>
            <a:ext cx="10080" cy="638640"/>
          </a:xfrm>
          <a:custGeom>
            <a:avLst/>
            <a:gdLst/>
            <a:ahLst/>
            <a:rect l="0" t="0" r="r" b="b"/>
            <a:pathLst>
              <a:path w="28" h="1774">
                <a:moveTo>
                  <a:pt x="0" y="0"/>
                </a:moveTo>
                <a:lnTo>
                  <a:pt x="0" y="1774"/>
                </a:lnTo>
                <a:lnTo>
                  <a:pt x="28" y="1774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5" name=""/>
          <p:cNvSpPr/>
          <p:nvPr/>
        </p:nvSpPr>
        <p:spPr>
          <a:xfrm>
            <a:off x="6876720" y="3085920"/>
            <a:ext cx="2000880" cy="648000"/>
          </a:xfrm>
          <a:custGeom>
            <a:avLst/>
            <a:gdLst/>
            <a:ahLst/>
            <a:rect l="0" t="0" r="r" b="b"/>
            <a:pathLst>
              <a:path w="5558" h="1800">
                <a:moveTo>
                  <a:pt x="0" y="0"/>
                </a:moveTo>
                <a:lnTo>
                  <a:pt x="5558" y="0"/>
                </a:lnTo>
                <a:lnTo>
                  <a:pt x="5558" y="1800"/>
                </a:lnTo>
                <a:lnTo>
                  <a:pt x="0" y="1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6" name=""/>
          <p:cNvSpPr/>
          <p:nvPr/>
        </p:nvSpPr>
        <p:spPr>
          <a:xfrm>
            <a:off x="6876720" y="3085920"/>
            <a:ext cx="2000880" cy="38520"/>
          </a:xfrm>
          <a:custGeom>
            <a:avLst/>
            <a:gdLst/>
            <a:ahLst/>
            <a:rect l="0" t="0" r="r" b="b"/>
            <a:pathLst>
              <a:path w="5558" h="107">
                <a:moveTo>
                  <a:pt x="0" y="0"/>
                </a:moveTo>
                <a:lnTo>
                  <a:pt x="5558" y="0"/>
                </a:lnTo>
                <a:lnTo>
                  <a:pt x="5558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7" name=""/>
          <p:cNvSpPr/>
          <p:nvPr/>
        </p:nvSpPr>
        <p:spPr>
          <a:xfrm>
            <a:off x="6876720" y="3724200"/>
            <a:ext cx="2000880" cy="9720"/>
          </a:xfrm>
          <a:custGeom>
            <a:avLst/>
            <a:gdLst/>
            <a:ahLst/>
            <a:rect l="0" t="0" r="r" b="b"/>
            <a:pathLst>
              <a:path w="5558" h="27">
                <a:moveTo>
                  <a:pt x="0" y="0"/>
                </a:moveTo>
                <a:lnTo>
                  <a:pt x="5558" y="0"/>
                </a:lnTo>
                <a:lnTo>
                  <a:pt x="55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8" name=""/>
          <p:cNvSpPr/>
          <p:nvPr/>
        </p:nvSpPr>
        <p:spPr>
          <a:xfrm>
            <a:off x="8867520" y="3085920"/>
            <a:ext cx="10080" cy="648000"/>
          </a:xfrm>
          <a:custGeom>
            <a:avLst/>
            <a:gdLst/>
            <a:ahLst/>
            <a:rect l="0" t="0" r="r" b="b"/>
            <a:pathLst>
              <a:path w="28" h="1800">
                <a:moveTo>
                  <a:pt x="0" y="106"/>
                </a:moveTo>
                <a:lnTo>
                  <a:pt x="0" y="1800"/>
                </a:lnTo>
                <a:lnTo>
                  <a:pt x="28" y="1800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9" name=""/>
          <p:cNvSpPr/>
          <p:nvPr/>
        </p:nvSpPr>
        <p:spPr>
          <a:xfrm>
            <a:off x="6876720" y="3085920"/>
            <a:ext cx="10080" cy="648000"/>
          </a:xfrm>
          <a:custGeom>
            <a:avLst/>
            <a:gdLst/>
            <a:ahLst/>
            <a:rect l="0" t="0" r="r" b="b"/>
            <a:pathLst>
              <a:path w="28" h="1800">
                <a:moveTo>
                  <a:pt x="0" y="0"/>
                </a:moveTo>
                <a:lnTo>
                  <a:pt x="0" y="1800"/>
                </a:lnTo>
                <a:lnTo>
                  <a:pt x="28" y="1800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1932840" y="4330080"/>
            <a:ext cx="39020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6b7280"/>
                </a:solidFill>
                <a:latin typeface="Arial"/>
                <a:ea typeface="Arial"/>
              </a:rPr>
              <a:t>Een stap uit de uitwerking: het geplande aanbod terug naar de catalogus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6980040" y="1933560"/>
            <a:ext cx="120456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3d68ec"/>
                </a:solidFill>
                <a:latin typeface="Arial"/>
                <a:ea typeface="Arial"/>
              </a:rPr>
              <a:t>Voorbeelden nodig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6980040" y="2094480"/>
            <a:ext cx="162540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1a1a2e"/>
                </a:solidFill>
                <a:latin typeface="Arial"/>
                <a:ea typeface="Arial"/>
              </a:rPr>
              <a:t>een model alleen blijft abstract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6980040" y="2495520"/>
            <a:ext cx="125964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3d68ec"/>
                </a:solidFill>
                <a:latin typeface="Arial"/>
                <a:ea typeface="Arial"/>
              </a:rPr>
              <a:t>Een echte opleiding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6980040" y="2656440"/>
            <a:ext cx="172440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1a1a2e"/>
                </a:solidFill>
                <a:latin typeface="Arial"/>
                <a:ea typeface="Arial"/>
              </a:rPr>
              <a:t>apothekersassistent, ontwerp tot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6980040" y="2809080"/>
            <a:ext cx="41832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1a1a2e"/>
                </a:solidFill>
                <a:latin typeface="Arial"/>
                <a:ea typeface="Arial"/>
              </a:rPr>
              <a:t>diploma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6980040" y="3200400"/>
            <a:ext cx="154908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3d68ec"/>
                </a:solidFill>
                <a:latin typeface="Arial"/>
                <a:ea typeface="Arial"/>
              </a:rPr>
              <a:t>Veriﬁëren bij scholen en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6980040" y="3353040"/>
            <a:ext cx="77940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3d68ec"/>
                </a:solidFill>
                <a:latin typeface="Arial"/>
                <a:ea typeface="Arial"/>
              </a:rPr>
              <a:t>leveranciers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6980040" y="3513960"/>
            <a:ext cx="184320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1a1a2e"/>
                </a:solidFill>
                <a:latin typeface="Arial"/>
                <a:ea typeface="Arial"/>
              </a:rPr>
              <a:t>herkennen zij het, ontbreekt er iets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9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3757680" y="4623120"/>
            <a:ext cx="199116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6b7280"/>
                </a:solidFill>
                <a:latin typeface="Arial"/>
                <a:ea typeface="Arial"/>
              </a:rPr>
              <a:t>Status: concept in afstemming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65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467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468" name=""/>
          <p:cNvSpPr txBox="1"/>
          <p:nvPr/>
        </p:nvSpPr>
        <p:spPr>
          <a:xfrm>
            <a:off x="439920" y="291240"/>
            <a:ext cx="44247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Van beeld naar bericht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9" name=""/>
          <p:cNvSpPr/>
          <p:nvPr/>
        </p:nvSpPr>
        <p:spPr>
          <a:xfrm>
            <a:off x="456840" y="1161720"/>
            <a:ext cx="4229640" cy="2315160"/>
          </a:xfrm>
          <a:custGeom>
            <a:avLst/>
            <a:gdLst/>
            <a:ahLst/>
            <a:rect l="0" t="0" r="r" b="b"/>
            <a:pathLst>
              <a:path w="11749" h="6431">
                <a:moveTo>
                  <a:pt x="0" y="0"/>
                </a:moveTo>
                <a:lnTo>
                  <a:pt x="11749" y="0"/>
                </a:lnTo>
                <a:lnTo>
                  <a:pt x="11749" y="6431"/>
                </a:lnTo>
                <a:lnTo>
                  <a:pt x="0" y="64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0" name=""/>
          <p:cNvSpPr/>
          <p:nvPr/>
        </p:nvSpPr>
        <p:spPr>
          <a:xfrm>
            <a:off x="456840" y="1161720"/>
            <a:ext cx="4229640" cy="38520"/>
          </a:xfrm>
          <a:custGeom>
            <a:avLst/>
            <a:gdLst/>
            <a:ahLst/>
            <a:rect l="0" t="0" r="r" b="b"/>
            <a:pathLst>
              <a:path w="11749" h="107">
                <a:moveTo>
                  <a:pt x="0" y="0"/>
                </a:moveTo>
                <a:lnTo>
                  <a:pt x="11749" y="0"/>
                </a:lnTo>
                <a:lnTo>
                  <a:pt x="1174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1" name=""/>
          <p:cNvSpPr/>
          <p:nvPr/>
        </p:nvSpPr>
        <p:spPr>
          <a:xfrm>
            <a:off x="456840" y="3466800"/>
            <a:ext cx="4229640" cy="10080"/>
          </a:xfrm>
          <a:custGeom>
            <a:avLst/>
            <a:gdLst/>
            <a:ahLst/>
            <a:rect l="0" t="0" r="r" b="b"/>
            <a:pathLst>
              <a:path w="11749" h="28">
                <a:moveTo>
                  <a:pt x="0" y="0"/>
                </a:moveTo>
                <a:lnTo>
                  <a:pt x="11749" y="0"/>
                </a:lnTo>
                <a:lnTo>
                  <a:pt x="1174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2" name=""/>
          <p:cNvSpPr/>
          <p:nvPr/>
        </p:nvSpPr>
        <p:spPr>
          <a:xfrm>
            <a:off x="4676760" y="1161720"/>
            <a:ext cx="9720" cy="2315160"/>
          </a:xfrm>
          <a:custGeom>
            <a:avLst/>
            <a:gdLst/>
            <a:ahLst/>
            <a:rect l="0" t="0" r="r" b="b"/>
            <a:pathLst>
              <a:path w="27" h="6431">
                <a:moveTo>
                  <a:pt x="0" y="106"/>
                </a:moveTo>
                <a:lnTo>
                  <a:pt x="0" y="6431"/>
                </a:lnTo>
                <a:lnTo>
                  <a:pt x="27" y="6431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3" name=""/>
          <p:cNvSpPr/>
          <p:nvPr/>
        </p:nvSpPr>
        <p:spPr>
          <a:xfrm>
            <a:off x="456840" y="1161720"/>
            <a:ext cx="10080" cy="2315160"/>
          </a:xfrm>
          <a:custGeom>
            <a:avLst/>
            <a:gdLst/>
            <a:ahLst/>
            <a:rect l="0" t="0" r="r" b="b"/>
            <a:pathLst>
              <a:path w="28" h="6431">
                <a:moveTo>
                  <a:pt x="0" y="0"/>
                </a:moveTo>
                <a:lnTo>
                  <a:pt x="0" y="6431"/>
                </a:lnTo>
                <a:lnTo>
                  <a:pt x="28" y="6431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4" name=""/>
          <p:cNvSpPr/>
          <p:nvPr/>
        </p:nvSpPr>
        <p:spPr>
          <a:xfrm>
            <a:off x="456840" y="3581280"/>
            <a:ext cx="4229640" cy="438480"/>
          </a:xfrm>
          <a:custGeom>
            <a:avLst/>
            <a:gdLst/>
            <a:ahLst/>
            <a:rect l="0" t="0" r="r" b="b"/>
            <a:pathLst>
              <a:path w="11749" h="1218">
                <a:moveTo>
                  <a:pt x="0" y="0"/>
                </a:moveTo>
                <a:lnTo>
                  <a:pt x="11749" y="0"/>
                </a:lnTo>
                <a:lnTo>
                  <a:pt x="11749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5" name=""/>
          <p:cNvSpPr/>
          <p:nvPr/>
        </p:nvSpPr>
        <p:spPr>
          <a:xfrm>
            <a:off x="456840" y="3581280"/>
            <a:ext cx="4229640" cy="38520"/>
          </a:xfrm>
          <a:custGeom>
            <a:avLst/>
            <a:gdLst/>
            <a:ahLst/>
            <a:rect l="0" t="0" r="r" b="b"/>
            <a:pathLst>
              <a:path w="11749" h="107">
                <a:moveTo>
                  <a:pt x="0" y="0"/>
                </a:moveTo>
                <a:lnTo>
                  <a:pt x="11749" y="0"/>
                </a:lnTo>
                <a:lnTo>
                  <a:pt x="1174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6" name=""/>
          <p:cNvSpPr/>
          <p:nvPr/>
        </p:nvSpPr>
        <p:spPr>
          <a:xfrm>
            <a:off x="456840" y="4009680"/>
            <a:ext cx="4229640" cy="10080"/>
          </a:xfrm>
          <a:custGeom>
            <a:avLst/>
            <a:gdLst/>
            <a:ahLst/>
            <a:rect l="0" t="0" r="r" b="b"/>
            <a:pathLst>
              <a:path w="11749" h="28">
                <a:moveTo>
                  <a:pt x="0" y="0"/>
                </a:moveTo>
                <a:lnTo>
                  <a:pt x="11749" y="0"/>
                </a:lnTo>
                <a:lnTo>
                  <a:pt x="1174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7" name=""/>
          <p:cNvSpPr/>
          <p:nvPr/>
        </p:nvSpPr>
        <p:spPr>
          <a:xfrm>
            <a:off x="4676760" y="35812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106"/>
                </a:moveTo>
                <a:lnTo>
                  <a:pt x="0" y="1218"/>
                </a:lnTo>
                <a:lnTo>
                  <a:pt x="27" y="1218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8" name=""/>
          <p:cNvSpPr/>
          <p:nvPr/>
        </p:nvSpPr>
        <p:spPr>
          <a:xfrm>
            <a:off x="456840" y="358128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0" y="1218"/>
                </a:lnTo>
                <a:lnTo>
                  <a:pt x="28" y="1218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457200" y="879840"/>
            <a:ext cx="18324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6b7280"/>
                </a:solidFill>
                <a:latin typeface="Arial"/>
                <a:ea typeface="Arial"/>
              </a:rPr>
              <a:t>Dezelfde stap, als koppeling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0" name=""/>
          <p:cNvSpPr/>
          <p:nvPr/>
        </p:nvSpPr>
        <p:spPr>
          <a:xfrm>
            <a:off x="3232080" y="2940480"/>
            <a:ext cx="1015200" cy="372960"/>
          </a:xfrm>
          <a:custGeom>
            <a:avLst/>
            <a:gdLst/>
            <a:ahLst/>
            <a:rect l="0" t="0" r="r" b="b"/>
            <a:pathLst>
              <a:path w="2820" h="1036">
                <a:moveTo>
                  <a:pt x="47" y="0"/>
                </a:moveTo>
                <a:lnTo>
                  <a:pt x="2772" y="0"/>
                </a:lnTo>
                <a:cubicBezTo>
                  <a:pt x="2778" y="0"/>
                  <a:pt x="2784" y="1"/>
                  <a:pt x="2790" y="3"/>
                </a:cubicBezTo>
                <a:cubicBezTo>
                  <a:pt x="2796" y="6"/>
                  <a:pt x="2801" y="9"/>
                  <a:pt x="2806" y="14"/>
                </a:cubicBezTo>
                <a:cubicBezTo>
                  <a:pt x="2810" y="18"/>
                  <a:pt x="2814" y="23"/>
                  <a:pt x="2816" y="29"/>
                </a:cubicBezTo>
                <a:cubicBezTo>
                  <a:pt x="2819" y="35"/>
                  <a:pt x="2820" y="41"/>
                  <a:pt x="2820" y="47"/>
                </a:cubicBezTo>
                <a:lnTo>
                  <a:pt x="2820" y="988"/>
                </a:lnTo>
                <a:cubicBezTo>
                  <a:pt x="2820" y="994"/>
                  <a:pt x="2819" y="1001"/>
                  <a:pt x="2816" y="1006"/>
                </a:cubicBezTo>
                <a:cubicBezTo>
                  <a:pt x="2814" y="1012"/>
                  <a:pt x="2810" y="1017"/>
                  <a:pt x="2806" y="1022"/>
                </a:cubicBezTo>
                <a:cubicBezTo>
                  <a:pt x="2801" y="1026"/>
                  <a:pt x="2796" y="1030"/>
                  <a:pt x="2790" y="1032"/>
                </a:cubicBezTo>
                <a:cubicBezTo>
                  <a:pt x="2784" y="1035"/>
                  <a:pt x="2778" y="1036"/>
                  <a:pt x="2772" y="1036"/>
                </a:cubicBezTo>
                <a:lnTo>
                  <a:pt x="47" y="1036"/>
                </a:lnTo>
                <a:cubicBezTo>
                  <a:pt x="41" y="1036"/>
                  <a:pt x="35" y="1035"/>
                  <a:pt x="29" y="1032"/>
                </a:cubicBezTo>
                <a:cubicBezTo>
                  <a:pt x="23" y="1030"/>
                  <a:pt x="18" y="1026"/>
                  <a:pt x="14" y="1022"/>
                </a:cubicBezTo>
                <a:cubicBezTo>
                  <a:pt x="9" y="1017"/>
                  <a:pt x="6" y="1012"/>
                  <a:pt x="3" y="1006"/>
                </a:cubicBezTo>
                <a:cubicBezTo>
                  <a:pt x="1" y="1001"/>
                  <a:pt x="0" y="994"/>
                  <a:pt x="0" y="988"/>
                </a:cubicBezTo>
                <a:lnTo>
                  <a:pt x="0" y="47"/>
                </a:lnTo>
                <a:cubicBezTo>
                  <a:pt x="0" y="41"/>
                  <a:pt x="1" y="35"/>
                  <a:pt x="3" y="29"/>
                </a:cubicBezTo>
                <a:cubicBezTo>
                  <a:pt x="6" y="23"/>
                  <a:pt x="9" y="18"/>
                  <a:pt x="14" y="14"/>
                </a:cubicBezTo>
                <a:cubicBezTo>
                  <a:pt x="18" y="9"/>
                  <a:pt x="23" y="6"/>
                  <a:pt x="29" y="3"/>
                </a:cubicBezTo>
                <a:cubicBezTo>
                  <a:pt x="35" y="1"/>
                  <a:pt x="41" y="0"/>
                  <a:pt x="47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1" name=""/>
          <p:cNvSpPr/>
          <p:nvPr/>
        </p:nvSpPr>
        <p:spPr>
          <a:xfrm>
            <a:off x="3232080" y="2940480"/>
            <a:ext cx="1015200" cy="372960"/>
          </a:xfrm>
          <a:custGeom>
            <a:avLst/>
            <a:gdLst/>
            <a:ahLst/>
            <a:rect l="0" t="0" r="r" b="b"/>
            <a:pathLst>
              <a:path w="2820" h="1036">
                <a:moveTo>
                  <a:pt x="47" y="0"/>
                </a:moveTo>
                <a:lnTo>
                  <a:pt x="2772" y="0"/>
                </a:lnTo>
                <a:cubicBezTo>
                  <a:pt x="2778" y="0"/>
                  <a:pt x="2784" y="1"/>
                  <a:pt x="2790" y="3"/>
                </a:cubicBezTo>
                <a:cubicBezTo>
                  <a:pt x="2796" y="6"/>
                  <a:pt x="2801" y="9"/>
                  <a:pt x="2806" y="14"/>
                </a:cubicBezTo>
                <a:cubicBezTo>
                  <a:pt x="2810" y="18"/>
                  <a:pt x="2814" y="23"/>
                  <a:pt x="2816" y="29"/>
                </a:cubicBezTo>
                <a:cubicBezTo>
                  <a:pt x="2819" y="35"/>
                  <a:pt x="2820" y="41"/>
                  <a:pt x="2820" y="47"/>
                </a:cubicBezTo>
                <a:lnTo>
                  <a:pt x="2820" y="988"/>
                </a:lnTo>
                <a:cubicBezTo>
                  <a:pt x="2820" y="994"/>
                  <a:pt x="2819" y="1001"/>
                  <a:pt x="2816" y="1006"/>
                </a:cubicBezTo>
                <a:cubicBezTo>
                  <a:pt x="2814" y="1012"/>
                  <a:pt x="2810" y="1017"/>
                  <a:pt x="2806" y="1022"/>
                </a:cubicBezTo>
                <a:cubicBezTo>
                  <a:pt x="2801" y="1026"/>
                  <a:pt x="2796" y="1030"/>
                  <a:pt x="2790" y="1032"/>
                </a:cubicBezTo>
                <a:cubicBezTo>
                  <a:pt x="2784" y="1035"/>
                  <a:pt x="2778" y="1036"/>
                  <a:pt x="2772" y="1036"/>
                </a:cubicBezTo>
                <a:lnTo>
                  <a:pt x="47" y="1036"/>
                </a:lnTo>
                <a:cubicBezTo>
                  <a:pt x="41" y="1036"/>
                  <a:pt x="35" y="1035"/>
                  <a:pt x="29" y="1032"/>
                </a:cubicBezTo>
                <a:cubicBezTo>
                  <a:pt x="23" y="1030"/>
                  <a:pt x="18" y="1026"/>
                  <a:pt x="14" y="1022"/>
                </a:cubicBezTo>
                <a:cubicBezTo>
                  <a:pt x="9" y="1017"/>
                  <a:pt x="6" y="1012"/>
                  <a:pt x="3" y="1006"/>
                </a:cubicBezTo>
                <a:cubicBezTo>
                  <a:pt x="1" y="1001"/>
                  <a:pt x="0" y="994"/>
                  <a:pt x="0" y="988"/>
                </a:cubicBezTo>
                <a:lnTo>
                  <a:pt x="0" y="47"/>
                </a:lnTo>
                <a:cubicBezTo>
                  <a:pt x="0" y="41"/>
                  <a:pt x="1" y="35"/>
                  <a:pt x="3" y="29"/>
                </a:cubicBezTo>
                <a:cubicBezTo>
                  <a:pt x="6" y="23"/>
                  <a:pt x="9" y="18"/>
                  <a:pt x="14" y="14"/>
                </a:cubicBezTo>
                <a:cubicBezTo>
                  <a:pt x="18" y="9"/>
                  <a:pt x="23" y="6"/>
                  <a:pt x="29" y="3"/>
                </a:cubicBezTo>
                <a:cubicBezTo>
                  <a:pt x="35" y="1"/>
                  <a:pt x="41" y="0"/>
                  <a:pt x="47" y="0"/>
                </a:cubicBezTo>
                <a:close/>
              </a:path>
            </a:pathLst>
          </a:custGeom>
          <a:noFill/>
          <a:ln w="5400">
            <a:solidFill>
              <a:srgbClr val="3d68ec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603720" y="1327320"/>
            <a:ext cx="7704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Interactie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3" name=""/>
          <p:cNvSpPr/>
          <p:nvPr/>
        </p:nvSpPr>
        <p:spPr>
          <a:xfrm>
            <a:off x="886680" y="2940480"/>
            <a:ext cx="946440" cy="372960"/>
          </a:xfrm>
          <a:custGeom>
            <a:avLst/>
            <a:gdLst/>
            <a:ahLst/>
            <a:rect l="0" t="0" r="r" b="b"/>
            <a:pathLst>
              <a:path w="2629" h="1036">
                <a:moveTo>
                  <a:pt x="48" y="0"/>
                </a:moveTo>
                <a:lnTo>
                  <a:pt x="2581" y="0"/>
                </a:lnTo>
                <a:cubicBezTo>
                  <a:pt x="2588" y="0"/>
                  <a:pt x="2594" y="1"/>
                  <a:pt x="2599" y="3"/>
                </a:cubicBezTo>
                <a:cubicBezTo>
                  <a:pt x="2605" y="6"/>
                  <a:pt x="2611" y="9"/>
                  <a:pt x="2615" y="14"/>
                </a:cubicBezTo>
                <a:cubicBezTo>
                  <a:pt x="2619" y="18"/>
                  <a:pt x="2623" y="23"/>
                  <a:pt x="2625" y="29"/>
                </a:cubicBezTo>
                <a:cubicBezTo>
                  <a:pt x="2628" y="35"/>
                  <a:pt x="2629" y="41"/>
                  <a:pt x="2629" y="47"/>
                </a:cubicBezTo>
                <a:lnTo>
                  <a:pt x="2629" y="988"/>
                </a:lnTo>
                <a:cubicBezTo>
                  <a:pt x="2629" y="994"/>
                  <a:pt x="2628" y="1001"/>
                  <a:pt x="2625" y="1006"/>
                </a:cubicBezTo>
                <a:cubicBezTo>
                  <a:pt x="2623" y="1012"/>
                  <a:pt x="2619" y="1017"/>
                  <a:pt x="2615" y="1022"/>
                </a:cubicBezTo>
                <a:cubicBezTo>
                  <a:pt x="2611" y="1026"/>
                  <a:pt x="2605" y="1030"/>
                  <a:pt x="2599" y="1032"/>
                </a:cubicBezTo>
                <a:cubicBezTo>
                  <a:pt x="2594" y="1035"/>
                  <a:pt x="2588" y="1036"/>
                  <a:pt x="2581" y="1036"/>
                </a:cubicBezTo>
                <a:lnTo>
                  <a:pt x="48" y="1036"/>
                </a:lnTo>
                <a:cubicBezTo>
                  <a:pt x="41" y="1036"/>
                  <a:pt x="35" y="1035"/>
                  <a:pt x="29" y="1032"/>
                </a:cubicBezTo>
                <a:cubicBezTo>
                  <a:pt x="23" y="1030"/>
                  <a:pt x="18" y="1026"/>
                  <a:pt x="14" y="1022"/>
                </a:cubicBezTo>
                <a:cubicBezTo>
                  <a:pt x="9" y="1017"/>
                  <a:pt x="6" y="1012"/>
                  <a:pt x="3" y="1006"/>
                </a:cubicBezTo>
                <a:cubicBezTo>
                  <a:pt x="1" y="1001"/>
                  <a:pt x="0" y="994"/>
                  <a:pt x="0" y="988"/>
                </a:cubicBezTo>
                <a:lnTo>
                  <a:pt x="0" y="47"/>
                </a:lnTo>
                <a:cubicBezTo>
                  <a:pt x="0" y="41"/>
                  <a:pt x="1" y="35"/>
                  <a:pt x="3" y="29"/>
                </a:cubicBezTo>
                <a:cubicBezTo>
                  <a:pt x="6" y="23"/>
                  <a:pt x="9" y="18"/>
                  <a:pt x="14" y="14"/>
                </a:cubicBezTo>
                <a:cubicBezTo>
                  <a:pt x="18" y="9"/>
                  <a:pt x="23" y="6"/>
                  <a:pt x="29" y="3"/>
                </a:cubicBezTo>
                <a:cubicBezTo>
                  <a:pt x="35" y="1"/>
                  <a:pt x="41" y="0"/>
                  <a:pt x="48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4" name=""/>
          <p:cNvSpPr/>
          <p:nvPr/>
        </p:nvSpPr>
        <p:spPr>
          <a:xfrm>
            <a:off x="886680" y="2940480"/>
            <a:ext cx="946440" cy="372960"/>
          </a:xfrm>
          <a:custGeom>
            <a:avLst/>
            <a:gdLst/>
            <a:ahLst/>
            <a:rect l="0" t="0" r="r" b="b"/>
            <a:pathLst>
              <a:path w="2629" h="1036">
                <a:moveTo>
                  <a:pt x="48" y="0"/>
                </a:moveTo>
                <a:lnTo>
                  <a:pt x="2581" y="0"/>
                </a:lnTo>
                <a:cubicBezTo>
                  <a:pt x="2588" y="0"/>
                  <a:pt x="2594" y="1"/>
                  <a:pt x="2599" y="3"/>
                </a:cubicBezTo>
                <a:cubicBezTo>
                  <a:pt x="2605" y="6"/>
                  <a:pt x="2611" y="9"/>
                  <a:pt x="2615" y="14"/>
                </a:cubicBezTo>
                <a:cubicBezTo>
                  <a:pt x="2619" y="18"/>
                  <a:pt x="2623" y="23"/>
                  <a:pt x="2625" y="29"/>
                </a:cubicBezTo>
                <a:cubicBezTo>
                  <a:pt x="2628" y="35"/>
                  <a:pt x="2629" y="41"/>
                  <a:pt x="2629" y="47"/>
                </a:cubicBezTo>
                <a:lnTo>
                  <a:pt x="2629" y="988"/>
                </a:lnTo>
                <a:cubicBezTo>
                  <a:pt x="2629" y="994"/>
                  <a:pt x="2628" y="1001"/>
                  <a:pt x="2625" y="1006"/>
                </a:cubicBezTo>
                <a:cubicBezTo>
                  <a:pt x="2623" y="1012"/>
                  <a:pt x="2619" y="1017"/>
                  <a:pt x="2615" y="1022"/>
                </a:cubicBezTo>
                <a:cubicBezTo>
                  <a:pt x="2611" y="1026"/>
                  <a:pt x="2605" y="1030"/>
                  <a:pt x="2599" y="1032"/>
                </a:cubicBezTo>
                <a:cubicBezTo>
                  <a:pt x="2594" y="1035"/>
                  <a:pt x="2588" y="1036"/>
                  <a:pt x="2581" y="1036"/>
                </a:cubicBezTo>
                <a:lnTo>
                  <a:pt x="48" y="1036"/>
                </a:lnTo>
                <a:cubicBezTo>
                  <a:pt x="41" y="1036"/>
                  <a:pt x="35" y="1035"/>
                  <a:pt x="29" y="1032"/>
                </a:cubicBezTo>
                <a:cubicBezTo>
                  <a:pt x="23" y="1030"/>
                  <a:pt x="18" y="1026"/>
                  <a:pt x="14" y="1022"/>
                </a:cubicBezTo>
                <a:cubicBezTo>
                  <a:pt x="9" y="1017"/>
                  <a:pt x="6" y="1012"/>
                  <a:pt x="3" y="1006"/>
                </a:cubicBezTo>
                <a:cubicBezTo>
                  <a:pt x="1" y="1001"/>
                  <a:pt x="0" y="994"/>
                  <a:pt x="0" y="988"/>
                </a:cubicBezTo>
                <a:lnTo>
                  <a:pt x="0" y="47"/>
                </a:lnTo>
                <a:cubicBezTo>
                  <a:pt x="0" y="41"/>
                  <a:pt x="1" y="35"/>
                  <a:pt x="3" y="29"/>
                </a:cubicBezTo>
                <a:cubicBezTo>
                  <a:pt x="6" y="23"/>
                  <a:pt x="9" y="18"/>
                  <a:pt x="14" y="14"/>
                </a:cubicBezTo>
                <a:cubicBezTo>
                  <a:pt x="18" y="9"/>
                  <a:pt x="23" y="6"/>
                  <a:pt x="29" y="3"/>
                </a:cubicBezTo>
                <a:cubicBezTo>
                  <a:pt x="35" y="1"/>
                  <a:pt x="41" y="0"/>
                  <a:pt x="48" y="0"/>
                </a:cubicBezTo>
                <a:close/>
              </a:path>
            </a:pathLst>
          </a:custGeom>
          <a:noFill/>
          <a:ln w="5400">
            <a:solidFill>
              <a:srgbClr val="3d68ec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3330000" y="3079800"/>
            <a:ext cx="901440" cy="10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20" spc="-1" strike="noStrike">
                <a:solidFill>
                  <a:srgbClr val="1b2a6b"/>
                </a:solidFill>
                <a:latin typeface="Arial"/>
                <a:ea typeface="Arial"/>
              </a:rPr>
              <a:t>Onderwijscatalogus</a:t>
            </a:r>
            <a:endParaRPr b="0" lang="en-US" sz="7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6" name=""/>
          <p:cNvSpPr/>
          <p:nvPr/>
        </p:nvSpPr>
        <p:spPr>
          <a:xfrm>
            <a:off x="3739320" y="1999800"/>
            <a:ext cx="0" cy="940680"/>
          </a:xfrm>
          <a:prstGeom prst="line">
            <a:avLst/>
          </a:prstGeom>
          <a:ln w="11160">
            <a:solidFill>
              <a:srgbClr val="9ca3a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7" name=""/>
          <p:cNvSpPr/>
          <p:nvPr/>
        </p:nvSpPr>
        <p:spPr>
          <a:xfrm>
            <a:off x="3232080" y="1627200"/>
            <a:ext cx="1015200" cy="372960"/>
          </a:xfrm>
          <a:custGeom>
            <a:avLst/>
            <a:gdLst/>
            <a:ahLst/>
            <a:rect l="0" t="0" r="r" b="b"/>
            <a:pathLst>
              <a:path w="2820" h="1036">
                <a:moveTo>
                  <a:pt x="47" y="0"/>
                </a:moveTo>
                <a:lnTo>
                  <a:pt x="2772" y="0"/>
                </a:lnTo>
                <a:cubicBezTo>
                  <a:pt x="2778" y="0"/>
                  <a:pt x="2784" y="1"/>
                  <a:pt x="2790" y="4"/>
                </a:cubicBezTo>
                <a:cubicBezTo>
                  <a:pt x="2796" y="6"/>
                  <a:pt x="2801" y="9"/>
                  <a:pt x="2806" y="14"/>
                </a:cubicBezTo>
                <a:cubicBezTo>
                  <a:pt x="2810" y="18"/>
                  <a:pt x="2814" y="24"/>
                  <a:pt x="2816" y="29"/>
                </a:cubicBezTo>
                <a:cubicBezTo>
                  <a:pt x="2819" y="35"/>
                  <a:pt x="2820" y="41"/>
                  <a:pt x="2820" y="48"/>
                </a:cubicBezTo>
                <a:lnTo>
                  <a:pt x="2820" y="988"/>
                </a:lnTo>
                <a:cubicBezTo>
                  <a:pt x="2820" y="995"/>
                  <a:pt x="2819" y="1001"/>
                  <a:pt x="2816" y="1007"/>
                </a:cubicBezTo>
                <a:cubicBezTo>
                  <a:pt x="2814" y="1013"/>
                  <a:pt x="2810" y="1018"/>
                  <a:pt x="2806" y="1022"/>
                </a:cubicBezTo>
                <a:cubicBezTo>
                  <a:pt x="2801" y="1027"/>
                  <a:pt x="2796" y="1030"/>
                  <a:pt x="2790" y="1033"/>
                </a:cubicBezTo>
                <a:cubicBezTo>
                  <a:pt x="2784" y="1035"/>
                  <a:pt x="2778" y="1036"/>
                  <a:pt x="2772" y="1036"/>
                </a:cubicBezTo>
                <a:lnTo>
                  <a:pt x="47" y="1036"/>
                </a:lnTo>
                <a:cubicBezTo>
                  <a:pt x="41" y="1036"/>
                  <a:pt x="35" y="1035"/>
                  <a:pt x="29" y="1033"/>
                </a:cubicBezTo>
                <a:cubicBezTo>
                  <a:pt x="23" y="1030"/>
                  <a:pt x="18" y="1027"/>
                  <a:pt x="14" y="1022"/>
                </a:cubicBezTo>
                <a:cubicBezTo>
                  <a:pt x="9" y="1018"/>
                  <a:pt x="6" y="1013"/>
                  <a:pt x="3" y="1007"/>
                </a:cubicBezTo>
                <a:cubicBezTo>
                  <a:pt x="1" y="1001"/>
                  <a:pt x="0" y="995"/>
                  <a:pt x="0" y="988"/>
                </a:cubicBezTo>
                <a:lnTo>
                  <a:pt x="0" y="48"/>
                </a:lnTo>
                <a:cubicBezTo>
                  <a:pt x="0" y="41"/>
                  <a:pt x="1" y="35"/>
                  <a:pt x="3" y="29"/>
                </a:cubicBezTo>
                <a:cubicBezTo>
                  <a:pt x="6" y="24"/>
                  <a:pt x="9" y="18"/>
                  <a:pt x="14" y="14"/>
                </a:cubicBezTo>
                <a:cubicBezTo>
                  <a:pt x="18" y="9"/>
                  <a:pt x="23" y="6"/>
                  <a:pt x="29" y="4"/>
                </a:cubicBezTo>
                <a:cubicBezTo>
                  <a:pt x="35" y="1"/>
                  <a:pt x="41" y="0"/>
                  <a:pt x="47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8" name=""/>
          <p:cNvSpPr/>
          <p:nvPr/>
        </p:nvSpPr>
        <p:spPr>
          <a:xfrm>
            <a:off x="3232080" y="1627200"/>
            <a:ext cx="1015200" cy="372960"/>
          </a:xfrm>
          <a:custGeom>
            <a:avLst/>
            <a:gdLst/>
            <a:ahLst/>
            <a:rect l="0" t="0" r="r" b="b"/>
            <a:pathLst>
              <a:path w="2820" h="1036">
                <a:moveTo>
                  <a:pt x="47" y="0"/>
                </a:moveTo>
                <a:lnTo>
                  <a:pt x="2772" y="0"/>
                </a:lnTo>
                <a:cubicBezTo>
                  <a:pt x="2778" y="0"/>
                  <a:pt x="2784" y="1"/>
                  <a:pt x="2790" y="4"/>
                </a:cubicBezTo>
                <a:cubicBezTo>
                  <a:pt x="2796" y="6"/>
                  <a:pt x="2801" y="9"/>
                  <a:pt x="2806" y="14"/>
                </a:cubicBezTo>
                <a:cubicBezTo>
                  <a:pt x="2810" y="18"/>
                  <a:pt x="2814" y="24"/>
                  <a:pt x="2816" y="29"/>
                </a:cubicBezTo>
                <a:cubicBezTo>
                  <a:pt x="2819" y="35"/>
                  <a:pt x="2820" y="41"/>
                  <a:pt x="2820" y="48"/>
                </a:cubicBezTo>
                <a:lnTo>
                  <a:pt x="2820" y="988"/>
                </a:lnTo>
                <a:cubicBezTo>
                  <a:pt x="2820" y="995"/>
                  <a:pt x="2819" y="1001"/>
                  <a:pt x="2816" y="1007"/>
                </a:cubicBezTo>
                <a:cubicBezTo>
                  <a:pt x="2814" y="1013"/>
                  <a:pt x="2810" y="1018"/>
                  <a:pt x="2806" y="1022"/>
                </a:cubicBezTo>
                <a:cubicBezTo>
                  <a:pt x="2801" y="1027"/>
                  <a:pt x="2796" y="1030"/>
                  <a:pt x="2790" y="1033"/>
                </a:cubicBezTo>
                <a:cubicBezTo>
                  <a:pt x="2784" y="1035"/>
                  <a:pt x="2778" y="1036"/>
                  <a:pt x="2772" y="1036"/>
                </a:cubicBezTo>
                <a:lnTo>
                  <a:pt x="47" y="1036"/>
                </a:lnTo>
                <a:cubicBezTo>
                  <a:pt x="41" y="1036"/>
                  <a:pt x="35" y="1035"/>
                  <a:pt x="29" y="1033"/>
                </a:cubicBezTo>
                <a:cubicBezTo>
                  <a:pt x="23" y="1030"/>
                  <a:pt x="18" y="1027"/>
                  <a:pt x="14" y="1022"/>
                </a:cubicBezTo>
                <a:cubicBezTo>
                  <a:pt x="9" y="1018"/>
                  <a:pt x="6" y="1013"/>
                  <a:pt x="3" y="1007"/>
                </a:cubicBezTo>
                <a:cubicBezTo>
                  <a:pt x="1" y="1001"/>
                  <a:pt x="0" y="995"/>
                  <a:pt x="0" y="988"/>
                </a:cubicBezTo>
                <a:lnTo>
                  <a:pt x="0" y="48"/>
                </a:lnTo>
                <a:cubicBezTo>
                  <a:pt x="0" y="41"/>
                  <a:pt x="1" y="35"/>
                  <a:pt x="3" y="29"/>
                </a:cubicBezTo>
                <a:cubicBezTo>
                  <a:pt x="6" y="24"/>
                  <a:pt x="9" y="18"/>
                  <a:pt x="14" y="14"/>
                </a:cubicBezTo>
                <a:cubicBezTo>
                  <a:pt x="18" y="9"/>
                  <a:pt x="23" y="6"/>
                  <a:pt x="29" y="4"/>
                </a:cubicBezTo>
                <a:cubicBezTo>
                  <a:pt x="35" y="1"/>
                  <a:pt x="41" y="0"/>
                  <a:pt x="47" y="0"/>
                </a:cubicBezTo>
                <a:close/>
              </a:path>
            </a:pathLst>
          </a:custGeom>
          <a:noFill/>
          <a:ln w="5400">
            <a:solidFill>
              <a:srgbClr val="3d68ec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983520" y="3079800"/>
            <a:ext cx="829800" cy="10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20" spc="-1" strike="noStrike">
                <a:solidFill>
                  <a:srgbClr val="1b2a6b"/>
                </a:solidFill>
                <a:latin typeface="Arial"/>
                <a:ea typeface="Arial"/>
              </a:rPr>
              <a:t>Planningssysteem</a:t>
            </a:r>
            <a:endParaRPr b="0" lang="en-US" sz="7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0" name=""/>
          <p:cNvSpPr/>
          <p:nvPr/>
        </p:nvSpPr>
        <p:spPr>
          <a:xfrm>
            <a:off x="1359720" y="1999800"/>
            <a:ext cx="0" cy="940680"/>
          </a:xfrm>
          <a:prstGeom prst="line">
            <a:avLst/>
          </a:prstGeom>
          <a:ln w="11160">
            <a:solidFill>
              <a:srgbClr val="9ca3a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1" name=""/>
          <p:cNvSpPr/>
          <p:nvPr/>
        </p:nvSpPr>
        <p:spPr>
          <a:xfrm>
            <a:off x="886680" y="1627200"/>
            <a:ext cx="946440" cy="372960"/>
          </a:xfrm>
          <a:custGeom>
            <a:avLst/>
            <a:gdLst/>
            <a:ahLst/>
            <a:rect l="0" t="0" r="r" b="b"/>
            <a:pathLst>
              <a:path w="2629" h="1036">
                <a:moveTo>
                  <a:pt x="48" y="0"/>
                </a:moveTo>
                <a:lnTo>
                  <a:pt x="2581" y="0"/>
                </a:lnTo>
                <a:cubicBezTo>
                  <a:pt x="2588" y="0"/>
                  <a:pt x="2594" y="1"/>
                  <a:pt x="2599" y="4"/>
                </a:cubicBezTo>
                <a:cubicBezTo>
                  <a:pt x="2605" y="6"/>
                  <a:pt x="2611" y="9"/>
                  <a:pt x="2615" y="14"/>
                </a:cubicBezTo>
                <a:cubicBezTo>
                  <a:pt x="2619" y="18"/>
                  <a:pt x="2623" y="24"/>
                  <a:pt x="2625" y="29"/>
                </a:cubicBezTo>
                <a:cubicBezTo>
                  <a:pt x="2628" y="35"/>
                  <a:pt x="2629" y="41"/>
                  <a:pt x="2629" y="48"/>
                </a:cubicBezTo>
                <a:lnTo>
                  <a:pt x="2629" y="988"/>
                </a:lnTo>
                <a:cubicBezTo>
                  <a:pt x="2629" y="995"/>
                  <a:pt x="2628" y="1001"/>
                  <a:pt x="2625" y="1007"/>
                </a:cubicBezTo>
                <a:cubicBezTo>
                  <a:pt x="2623" y="1013"/>
                  <a:pt x="2619" y="1018"/>
                  <a:pt x="2615" y="1022"/>
                </a:cubicBezTo>
                <a:cubicBezTo>
                  <a:pt x="2611" y="1027"/>
                  <a:pt x="2605" y="1030"/>
                  <a:pt x="2599" y="1033"/>
                </a:cubicBezTo>
                <a:cubicBezTo>
                  <a:pt x="2594" y="1035"/>
                  <a:pt x="2588" y="1036"/>
                  <a:pt x="2581" y="1036"/>
                </a:cubicBezTo>
                <a:lnTo>
                  <a:pt x="48" y="1036"/>
                </a:lnTo>
                <a:cubicBezTo>
                  <a:pt x="41" y="1036"/>
                  <a:pt x="35" y="1035"/>
                  <a:pt x="29" y="1033"/>
                </a:cubicBezTo>
                <a:cubicBezTo>
                  <a:pt x="23" y="1030"/>
                  <a:pt x="18" y="1027"/>
                  <a:pt x="14" y="1022"/>
                </a:cubicBezTo>
                <a:cubicBezTo>
                  <a:pt x="9" y="1018"/>
                  <a:pt x="6" y="1013"/>
                  <a:pt x="3" y="1007"/>
                </a:cubicBezTo>
                <a:cubicBezTo>
                  <a:pt x="1" y="1001"/>
                  <a:pt x="0" y="995"/>
                  <a:pt x="0" y="988"/>
                </a:cubicBezTo>
                <a:lnTo>
                  <a:pt x="0" y="48"/>
                </a:lnTo>
                <a:cubicBezTo>
                  <a:pt x="0" y="41"/>
                  <a:pt x="1" y="35"/>
                  <a:pt x="3" y="29"/>
                </a:cubicBezTo>
                <a:cubicBezTo>
                  <a:pt x="6" y="24"/>
                  <a:pt x="9" y="18"/>
                  <a:pt x="14" y="14"/>
                </a:cubicBezTo>
                <a:cubicBezTo>
                  <a:pt x="18" y="9"/>
                  <a:pt x="23" y="6"/>
                  <a:pt x="29" y="4"/>
                </a:cubicBezTo>
                <a:cubicBezTo>
                  <a:pt x="35" y="1"/>
                  <a:pt x="41" y="0"/>
                  <a:pt x="48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2" name=""/>
          <p:cNvSpPr/>
          <p:nvPr/>
        </p:nvSpPr>
        <p:spPr>
          <a:xfrm>
            <a:off x="886680" y="1627200"/>
            <a:ext cx="946440" cy="372960"/>
          </a:xfrm>
          <a:custGeom>
            <a:avLst/>
            <a:gdLst/>
            <a:ahLst/>
            <a:rect l="0" t="0" r="r" b="b"/>
            <a:pathLst>
              <a:path w="2629" h="1036">
                <a:moveTo>
                  <a:pt x="48" y="0"/>
                </a:moveTo>
                <a:lnTo>
                  <a:pt x="2581" y="0"/>
                </a:lnTo>
                <a:cubicBezTo>
                  <a:pt x="2588" y="0"/>
                  <a:pt x="2594" y="1"/>
                  <a:pt x="2599" y="4"/>
                </a:cubicBezTo>
                <a:cubicBezTo>
                  <a:pt x="2605" y="6"/>
                  <a:pt x="2611" y="9"/>
                  <a:pt x="2615" y="14"/>
                </a:cubicBezTo>
                <a:cubicBezTo>
                  <a:pt x="2619" y="18"/>
                  <a:pt x="2623" y="24"/>
                  <a:pt x="2625" y="29"/>
                </a:cubicBezTo>
                <a:cubicBezTo>
                  <a:pt x="2628" y="35"/>
                  <a:pt x="2629" y="41"/>
                  <a:pt x="2629" y="48"/>
                </a:cubicBezTo>
                <a:lnTo>
                  <a:pt x="2629" y="988"/>
                </a:lnTo>
                <a:cubicBezTo>
                  <a:pt x="2629" y="995"/>
                  <a:pt x="2628" y="1001"/>
                  <a:pt x="2625" y="1007"/>
                </a:cubicBezTo>
                <a:cubicBezTo>
                  <a:pt x="2623" y="1013"/>
                  <a:pt x="2619" y="1018"/>
                  <a:pt x="2615" y="1022"/>
                </a:cubicBezTo>
                <a:cubicBezTo>
                  <a:pt x="2611" y="1027"/>
                  <a:pt x="2605" y="1030"/>
                  <a:pt x="2599" y="1033"/>
                </a:cubicBezTo>
                <a:cubicBezTo>
                  <a:pt x="2594" y="1035"/>
                  <a:pt x="2588" y="1036"/>
                  <a:pt x="2581" y="1036"/>
                </a:cubicBezTo>
                <a:lnTo>
                  <a:pt x="48" y="1036"/>
                </a:lnTo>
                <a:cubicBezTo>
                  <a:pt x="41" y="1036"/>
                  <a:pt x="35" y="1035"/>
                  <a:pt x="29" y="1033"/>
                </a:cubicBezTo>
                <a:cubicBezTo>
                  <a:pt x="23" y="1030"/>
                  <a:pt x="18" y="1027"/>
                  <a:pt x="14" y="1022"/>
                </a:cubicBezTo>
                <a:cubicBezTo>
                  <a:pt x="9" y="1018"/>
                  <a:pt x="6" y="1013"/>
                  <a:pt x="3" y="1007"/>
                </a:cubicBezTo>
                <a:cubicBezTo>
                  <a:pt x="1" y="1001"/>
                  <a:pt x="0" y="995"/>
                  <a:pt x="0" y="988"/>
                </a:cubicBezTo>
                <a:lnTo>
                  <a:pt x="0" y="48"/>
                </a:lnTo>
                <a:cubicBezTo>
                  <a:pt x="0" y="41"/>
                  <a:pt x="1" y="35"/>
                  <a:pt x="3" y="29"/>
                </a:cubicBezTo>
                <a:cubicBezTo>
                  <a:pt x="6" y="24"/>
                  <a:pt x="9" y="18"/>
                  <a:pt x="14" y="14"/>
                </a:cubicBezTo>
                <a:cubicBezTo>
                  <a:pt x="18" y="9"/>
                  <a:pt x="23" y="6"/>
                  <a:pt x="29" y="4"/>
                </a:cubicBezTo>
                <a:cubicBezTo>
                  <a:pt x="35" y="1"/>
                  <a:pt x="41" y="0"/>
                  <a:pt x="48" y="0"/>
                </a:cubicBezTo>
                <a:close/>
              </a:path>
            </a:pathLst>
          </a:custGeom>
          <a:noFill/>
          <a:ln w="5400">
            <a:solidFill>
              <a:srgbClr val="3d68ec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3330000" y="1766520"/>
            <a:ext cx="901440" cy="10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20" spc="-1" strike="noStrike">
                <a:solidFill>
                  <a:srgbClr val="1b2a6b"/>
                </a:solidFill>
                <a:latin typeface="Arial"/>
                <a:ea typeface="Arial"/>
              </a:rPr>
              <a:t>Onderwijscatalogus</a:t>
            </a:r>
            <a:endParaRPr b="0" lang="en-US" sz="7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983520" y="1766520"/>
            <a:ext cx="829800" cy="10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20" spc="-1" strike="noStrike">
                <a:solidFill>
                  <a:srgbClr val="1b2a6b"/>
                </a:solidFill>
                <a:latin typeface="Arial"/>
                <a:ea typeface="Arial"/>
              </a:rPr>
              <a:t>Planningssysteem</a:t>
            </a:r>
            <a:endParaRPr b="0" lang="en-US" sz="7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5" name=""/>
          <p:cNvSpPr/>
          <p:nvPr/>
        </p:nvSpPr>
        <p:spPr>
          <a:xfrm>
            <a:off x="1365480" y="2275200"/>
            <a:ext cx="2350800" cy="0"/>
          </a:xfrm>
          <a:prstGeom prst="line">
            <a:avLst/>
          </a:prstGeom>
          <a:ln w="8280">
            <a:solidFill>
              <a:srgbClr val="dd784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rIns="3960" tIns="-3960" bIns="-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6" name=""/>
          <p:cNvSpPr/>
          <p:nvPr/>
        </p:nvSpPr>
        <p:spPr>
          <a:xfrm>
            <a:off x="3665520" y="2246400"/>
            <a:ext cx="63360" cy="57600"/>
          </a:xfrm>
          <a:custGeom>
            <a:avLst/>
            <a:gdLst/>
            <a:ahLst/>
            <a:rect l="0" t="0" r="r" b="b"/>
            <a:pathLst>
              <a:path w="176" h="160">
                <a:moveTo>
                  <a:pt x="0" y="0"/>
                </a:moveTo>
                <a:lnTo>
                  <a:pt x="176" y="81"/>
                </a:lnTo>
                <a:lnTo>
                  <a:pt x="16" y="160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5400">
            <a:solidFill>
              <a:srgbClr val="dd784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2024640" y="2116800"/>
            <a:ext cx="1172520" cy="10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20" spc="-1" strike="noStrike">
                <a:solidFill>
                  <a:srgbClr val="374151"/>
                </a:solidFill>
                <a:latin typeface="Arial"/>
                <a:ea typeface="Arial"/>
              </a:rPr>
              <a:t>melding: aanbod gepland</a:t>
            </a:r>
            <a:endParaRPr b="0" lang="en-US" sz="7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8" name=""/>
          <p:cNvSpPr/>
          <p:nvPr/>
        </p:nvSpPr>
        <p:spPr>
          <a:xfrm flipH="1">
            <a:off x="1382760" y="2550240"/>
            <a:ext cx="2350800" cy="0"/>
          </a:xfrm>
          <a:prstGeom prst="line">
            <a:avLst/>
          </a:prstGeom>
          <a:ln w="8280">
            <a:solidFill>
              <a:srgbClr val="dd784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rIns="3960" tIns="-3960" bIns="-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9" name=""/>
          <p:cNvSpPr/>
          <p:nvPr/>
        </p:nvSpPr>
        <p:spPr>
          <a:xfrm>
            <a:off x="1370520" y="2521800"/>
            <a:ext cx="63360" cy="57600"/>
          </a:xfrm>
          <a:custGeom>
            <a:avLst/>
            <a:gdLst/>
            <a:ahLst/>
            <a:rect l="0" t="0" r="r" b="b"/>
            <a:pathLst>
              <a:path w="176" h="160">
                <a:moveTo>
                  <a:pt x="176" y="160"/>
                </a:moveTo>
                <a:lnTo>
                  <a:pt x="0" y="80"/>
                </a:lnTo>
                <a:lnTo>
                  <a:pt x="160" y="0"/>
                </a:lnTo>
                <a:lnTo>
                  <a:pt x="176" y="160"/>
                </a:lnTo>
                <a:close/>
              </a:path>
            </a:pathLst>
          </a:custGeom>
          <a:solidFill>
            <a:srgbClr val="dd784b"/>
          </a:solidFill>
          <a:ln w="5400">
            <a:solidFill>
              <a:srgbClr val="dd784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2118240" y="2392200"/>
            <a:ext cx="995760" cy="10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20" spc="-1" strike="noStrike">
                <a:solidFill>
                  <a:srgbClr val="374151"/>
                </a:solidFill>
                <a:latin typeface="Arial"/>
                <a:ea typeface="Arial"/>
              </a:rPr>
              <a:t>vraagt het aanbod op</a:t>
            </a:r>
            <a:endParaRPr b="0" lang="en-US" sz="7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1" name=""/>
          <p:cNvSpPr/>
          <p:nvPr/>
        </p:nvSpPr>
        <p:spPr>
          <a:xfrm>
            <a:off x="1365480" y="2821320"/>
            <a:ext cx="2351160" cy="9000"/>
          </a:xfrm>
          <a:custGeom>
            <a:avLst/>
            <a:gdLst/>
            <a:ahLst/>
            <a:rect l="0" t="0" r="r" b="b"/>
            <a:pathLst>
              <a:path w="6531" h="25">
                <a:moveTo>
                  <a:pt x="0" y="0"/>
                </a:moveTo>
                <a:lnTo>
                  <a:pt x="48" y="0"/>
                </a:lnTo>
                <a:lnTo>
                  <a:pt x="48" y="25"/>
                </a:lnTo>
                <a:lnTo>
                  <a:pt x="0" y="25"/>
                </a:lnTo>
                <a:lnTo>
                  <a:pt x="0" y="0"/>
                </a:lnTo>
                <a:moveTo>
                  <a:pt x="95" y="0"/>
                </a:moveTo>
                <a:lnTo>
                  <a:pt x="143" y="0"/>
                </a:lnTo>
                <a:lnTo>
                  <a:pt x="143" y="25"/>
                </a:lnTo>
                <a:lnTo>
                  <a:pt x="95" y="25"/>
                </a:lnTo>
                <a:lnTo>
                  <a:pt x="95" y="0"/>
                </a:lnTo>
                <a:moveTo>
                  <a:pt x="191" y="0"/>
                </a:moveTo>
                <a:lnTo>
                  <a:pt x="239" y="0"/>
                </a:lnTo>
                <a:lnTo>
                  <a:pt x="239" y="25"/>
                </a:lnTo>
                <a:lnTo>
                  <a:pt x="191" y="25"/>
                </a:lnTo>
                <a:lnTo>
                  <a:pt x="191" y="0"/>
                </a:lnTo>
                <a:moveTo>
                  <a:pt x="287" y="0"/>
                </a:moveTo>
                <a:lnTo>
                  <a:pt x="334" y="0"/>
                </a:lnTo>
                <a:lnTo>
                  <a:pt x="334" y="25"/>
                </a:lnTo>
                <a:lnTo>
                  <a:pt x="287" y="25"/>
                </a:lnTo>
                <a:lnTo>
                  <a:pt x="287" y="0"/>
                </a:lnTo>
                <a:moveTo>
                  <a:pt x="382" y="0"/>
                </a:moveTo>
                <a:lnTo>
                  <a:pt x="430" y="0"/>
                </a:lnTo>
                <a:lnTo>
                  <a:pt x="430" y="25"/>
                </a:lnTo>
                <a:lnTo>
                  <a:pt x="382" y="25"/>
                </a:lnTo>
                <a:lnTo>
                  <a:pt x="382" y="0"/>
                </a:lnTo>
                <a:moveTo>
                  <a:pt x="478" y="0"/>
                </a:moveTo>
                <a:lnTo>
                  <a:pt x="525" y="0"/>
                </a:lnTo>
                <a:lnTo>
                  <a:pt x="525" y="25"/>
                </a:lnTo>
                <a:lnTo>
                  <a:pt x="478" y="25"/>
                </a:lnTo>
                <a:lnTo>
                  <a:pt x="478" y="0"/>
                </a:lnTo>
                <a:moveTo>
                  <a:pt x="573" y="0"/>
                </a:moveTo>
                <a:lnTo>
                  <a:pt x="621" y="0"/>
                </a:lnTo>
                <a:lnTo>
                  <a:pt x="621" y="25"/>
                </a:lnTo>
                <a:lnTo>
                  <a:pt x="573" y="25"/>
                </a:lnTo>
                <a:lnTo>
                  <a:pt x="573" y="0"/>
                </a:lnTo>
                <a:moveTo>
                  <a:pt x="669" y="0"/>
                </a:moveTo>
                <a:lnTo>
                  <a:pt x="717" y="0"/>
                </a:lnTo>
                <a:lnTo>
                  <a:pt x="717" y="25"/>
                </a:lnTo>
                <a:lnTo>
                  <a:pt x="669" y="25"/>
                </a:lnTo>
                <a:lnTo>
                  <a:pt x="669" y="0"/>
                </a:lnTo>
                <a:moveTo>
                  <a:pt x="764" y="0"/>
                </a:moveTo>
                <a:lnTo>
                  <a:pt x="812" y="0"/>
                </a:lnTo>
                <a:lnTo>
                  <a:pt x="812" y="25"/>
                </a:lnTo>
                <a:lnTo>
                  <a:pt x="764" y="25"/>
                </a:lnTo>
                <a:lnTo>
                  <a:pt x="764" y="0"/>
                </a:lnTo>
                <a:moveTo>
                  <a:pt x="860" y="0"/>
                </a:moveTo>
                <a:lnTo>
                  <a:pt x="908" y="0"/>
                </a:lnTo>
                <a:lnTo>
                  <a:pt x="908" y="25"/>
                </a:lnTo>
                <a:lnTo>
                  <a:pt x="860" y="25"/>
                </a:lnTo>
                <a:lnTo>
                  <a:pt x="860" y="0"/>
                </a:lnTo>
                <a:moveTo>
                  <a:pt x="956" y="0"/>
                </a:moveTo>
                <a:lnTo>
                  <a:pt x="1003" y="0"/>
                </a:lnTo>
                <a:lnTo>
                  <a:pt x="1003" y="25"/>
                </a:lnTo>
                <a:lnTo>
                  <a:pt x="956" y="25"/>
                </a:lnTo>
                <a:lnTo>
                  <a:pt x="956" y="0"/>
                </a:lnTo>
                <a:moveTo>
                  <a:pt x="1051" y="0"/>
                </a:moveTo>
                <a:lnTo>
                  <a:pt x="1099" y="0"/>
                </a:lnTo>
                <a:lnTo>
                  <a:pt x="1099" y="25"/>
                </a:lnTo>
                <a:lnTo>
                  <a:pt x="1051" y="25"/>
                </a:lnTo>
                <a:lnTo>
                  <a:pt x="1051" y="0"/>
                </a:lnTo>
                <a:moveTo>
                  <a:pt x="1147" y="0"/>
                </a:moveTo>
                <a:lnTo>
                  <a:pt x="1194" y="0"/>
                </a:lnTo>
                <a:lnTo>
                  <a:pt x="1194" y="25"/>
                </a:lnTo>
                <a:lnTo>
                  <a:pt x="1147" y="25"/>
                </a:lnTo>
                <a:lnTo>
                  <a:pt x="1147" y="0"/>
                </a:lnTo>
                <a:moveTo>
                  <a:pt x="1242" y="0"/>
                </a:moveTo>
                <a:lnTo>
                  <a:pt x="1290" y="0"/>
                </a:lnTo>
                <a:lnTo>
                  <a:pt x="1290" y="25"/>
                </a:lnTo>
                <a:lnTo>
                  <a:pt x="1242" y="25"/>
                </a:lnTo>
                <a:lnTo>
                  <a:pt x="1242" y="0"/>
                </a:lnTo>
                <a:moveTo>
                  <a:pt x="1338" y="0"/>
                </a:moveTo>
                <a:lnTo>
                  <a:pt x="1386" y="0"/>
                </a:lnTo>
                <a:lnTo>
                  <a:pt x="1386" y="25"/>
                </a:lnTo>
                <a:lnTo>
                  <a:pt x="1338" y="25"/>
                </a:lnTo>
                <a:lnTo>
                  <a:pt x="1338" y="0"/>
                </a:lnTo>
                <a:moveTo>
                  <a:pt x="1433" y="0"/>
                </a:moveTo>
                <a:lnTo>
                  <a:pt x="1481" y="0"/>
                </a:lnTo>
                <a:lnTo>
                  <a:pt x="1481" y="25"/>
                </a:lnTo>
                <a:lnTo>
                  <a:pt x="1433" y="25"/>
                </a:lnTo>
                <a:lnTo>
                  <a:pt x="1433" y="0"/>
                </a:lnTo>
                <a:moveTo>
                  <a:pt x="1529" y="0"/>
                </a:moveTo>
                <a:lnTo>
                  <a:pt x="1577" y="0"/>
                </a:lnTo>
                <a:lnTo>
                  <a:pt x="1577" y="25"/>
                </a:lnTo>
                <a:lnTo>
                  <a:pt x="1529" y="25"/>
                </a:lnTo>
                <a:lnTo>
                  <a:pt x="1529" y="0"/>
                </a:lnTo>
                <a:moveTo>
                  <a:pt x="1625" y="0"/>
                </a:moveTo>
                <a:lnTo>
                  <a:pt x="1672" y="0"/>
                </a:lnTo>
                <a:lnTo>
                  <a:pt x="1672" y="25"/>
                </a:lnTo>
                <a:lnTo>
                  <a:pt x="1625" y="25"/>
                </a:lnTo>
                <a:lnTo>
                  <a:pt x="1625" y="0"/>
                </a:lnTo>
                <a:moveTo>
                  <a:pt x="1720" y="0"/>
                </a:moveTo>
                <a:lnTo>
                  <a:pt x="1768" y="0"/>
                </a:lnTo>
                <a:lnTo>
                  <a:pt x="1768" y="25"/>
                </a:lnTo>
                <a:lnTo>
                  <a:pt x="1720" y="25"/>
                </a:lnTo>
                <a:lnTo>
                  <a:pt x="1720" y="0"/>
                </a:lnTo>
                <a:moveTo>
                  <a:pt x="1816" y="0"/>
                </a:moveTo>
                <a:lnTo>
                  <a:pt x="1863" y="0"/>
                </a:lnTo>
                <a:lnTo>
                  <a:pt x="1863" y="25"/>
                </a:lnTo>
                <a:lnTo>
                  <a:pt x="1816" y="25"/>
                </a:lnTo>
                <a:lnTo>
                  <a:pt x="1816" y="0"/>
                </a:lnTo>
                <a:moveTo>
                  <a:pt x="1911" y="0"/>
                </a:moveTo>
                <a:lnTo>
                  <a:pt x="1959" y="0"/>
                </a:lnTo>
                <a:lnTo>
                  <a:pt x="1959" y="25"/>
                </a:lnTo>
                <a:lnTo>
                  <a:pt x="1911" y="25"/>
                </a:lnTo>
                <a:lnTo>
                  <a:pt x="1911" y="0"/>
                </a:lnTo>
                <a:moveTo>
                  <a:pt x="2007" y="0"/>
                </a:moveTo>
                <a:lnTo>
                  <a:pt x="2055" y="0"/>
                </a:lnTo>
                <a:lnTo>
                  <a:pt x="2055" y="25"/>
                </a:lnTo>
                <a:lnTo>
                  <a:pt x="2007" y="25"/>
                </a:lnTo>
                <a:lnTo>
                  <a:pt x="2007" y="0"/>
                </a:lnTo>
                <a:moveTo>
                  <a:pt x="2102" y="0"/>
                </a:moveTo>
                <a:lnTo>
                  <a:pt x="2150" y="0"/>
                </a:lnTo>
                <a:lnTo>
                  <a:pt x="2150" y="25"/>
                </a:lnTo>
                <a:lnTo>
                  <a:pt x="2102" y="25"/>
                </a:lnTo>
                <a:lnTo>
                  <a:pt x="2102" y="0"/>
                </a:lnTo>
                <a:moveTo>
                  <a:pt x="2198" y="0"/>
                </a:moveTo>
                <a:lnTo>
                  <a:pt x="2246" y="0"/>
                </a:lnTo>
                <a:lnTo>
                  <a:pt x="2246" y="25"/>
                </a:lnTo>
                <a:lnTo>
                  <a:pt x="2198" y="25"/>
                </a:lnTo>
                <a:lnTo>
                  <a:pt x="2198" y="0"/>
                </a:lnTo>
                <a:moveTo>
                  <a:pt x="2294" y="0"/>
                </a:moveTo>
                <a:lnTo>
                  <a:pt x="2341" y="0"/>
                </a:lnTo>
                <a:lnTo>
                  <a:pt x="2341" y="25"/>
                </a:lnTo>
                <a:lnTo>
                  <a:pt x="2294" y="25"/>
                </a:lnTo>
                <a:lnTo>
                  <a:pt x="2294" y="0"/>
                </a:lnTo>
                <a:moveTo>
                  <a:pt x="2389" y="0"/>
                </a:moveTo>
                <a:lnTo>
                  <a:pt x="2437" y="0"/>
                </a:lnTo>
                <a:lnTo>
                  <a:pt x="2437" y="25"/>
                </a:lnTo>
                <a:lnTo>
                  <a:pt x="2389" y="25"/>
                </a:lnTo>
                <a:lnTo>
                  <a:pt x="2389" y="0"/>
                </a:lnTo>
                <a:moveTo>
                  <a:pt x="2485" y="0"/>
                </a:moveTo>
                <a:lnTo>
                  <a:pt x="2532" y="0"/>
                </a:lnTo>
                <a:lnTo>
                  <a:pt x="2532" y="25"/>
                </a:lnTo>
                <a:lnTo>
                  <a:pt x="2485" y="25"/>
                </a:lnTo>
                <a:lnTo>
                  <a:pt x="2485" y="0"/>
                </a:lnTo>
                <a:moveTo>
                  <a:pt x="2580" y="0"/>
                </a:moveTo>
                <a:lnTo>
                  <a:pt x="2628" y="0"/>
                </a:lnTo>
                <a:lnTo>
                  <a:pt x="2628" y="25"/>
                </a:lnTo>
                <a:lnTo>
                  <a:pt x="2580" y="25"/>
                </a:lnTo>
                <a:lnTo>
                  <a:pt x="2580" y="0"/>
                </a:lnTo>
                <a:moveTo>
                  <a:pt x="2676" y="0"/>
                </a:moveTo>
                <a:lnTo>
                  <a:pt x="2724" y="0"/>
                </a:lnTo>
                <a:lnTo>
                  <a:pt x="2724" y="25"/>
                </a:lnTo>
                <a:lnTo>
                  <a:pt x="2676" y="25"/>
                </a:lnTo>
                <a:lnTo>
                  <a:pt x="2676" y="0"/>
                </a:lnTo>
                <a:moveTo>
                  <a:pt x="2771" y="0"/>
                </a:moveTo>
                <a:lnTo>
                  <a:pt x="2819" y="0"/>
                </a:lnTo>
                <a:lnTo>
                  <a:pt x="2819" y="25"/>
                </a:lnTo>
                <a:lnTo>
                  <a:pt x="2771" y="25"/>
                </a:lnTo>
                <a:lnTo>
                  <a:pt x="2771" y="0"/>
                </a:lnTo>
                <a:moveTo>
                  <a:pt x="2867" y="0"/>
                </a:moveTo>
                <a:lnTo>
                  <a:pt x="2915" y="0"/>
                </a:lnTo>
                <a:lnTo>
                  <a:pt x="2915" y="25"/>
                </a:lnTo>
                <a:lnTo>
                  <a:pt x="2867" y="25"/>
                </a:lnTo>
                <a:lnTo>
                  <a:pt x="2867" y="0"/>
                </a:lnTo>
                <a:moveTo>
                  <a:pt x="2962" y="0"/>
                </a:moveTo>
                <a:lnTo>
                  <a:pt x="3010" y="0"/>
                </a:lnTo>
                <a:lnTo>
                  <a:pt x="3010" y="25"/>
                </a:lnTo>
                <a:lnTo>
                  <a:pt x="2962" y="25"/>
                </a:lnTo>
                <a:lnTo>
                  <a:pt x="2962" y="0"/>
                </a:lnTo>
                <a:moveTo>
                  <a:pt x="3058" y="0"/>
                </a:moveTo>
                <a:lnTo>
                  <a:pt x="3106" y="0"/>
                </a:lnTo>
                <a:lnTo>
                  <a:pt x="3106" y="25"/>
                </a:lnTo>
                <a:lnTo>
                  <a:pt x="3058" y="25"/>
                </a:lnTo>
                <a:lnTo>
                  <a:pt x="3058" y="0"/>
                </a:lnTo>
                <a:moveTo>
                  <a:pt x="3154" y="0"/>
                </a:moveTo>
                <a:lnTo>
                  <a:pt x="3201" y="0"/>
                </a:lnTo>
                <a:lnTo>
                  <a:pt x="3201" y="25"/>
                </a:lnTo>
                <a:lnTo>
                  <a:pt x="3154" y="25"/>
                </a:lnTo>
                <a:lnTo>
                  <a:pt x="3154" y="0"/>
                </a:lnTo>
                <a:moveTo>
                  <a:pt x="3249" y="0"/>
                </a:moveTo>
                <a:lnTo>
                  <a:pt x="3297" y="0"/>
                </a:lnTo>
                <a:lnTo>
                  <a:pt x="3297" y="25"/>
                </a:lnTo>
                <a:lnTo>
                  <a:pt x="3249" y="25"/>
                </a:lnTo>
                <a:lnTo>
                  <a:pt x="3249" y="0"/>
                </a:lnTo>
                <a:moveTo>
                  <a:pt x="3345" y="0"/>
                </a:moveTo>
                <a:lnTo>
                  <a:pt x="3393" y="0"/>
                </a:lnTo>
                <a:lnTo>
                  <a:pt x="3393" y="25"/>
                </a:lnTo>
                <a:lnTo>
                  <a:pt x="3345" y="25"/>
                </a:lnTo>
                <a:lnTo>
                  <a:pt x="3345" y="0"/>
                </a:lnTo>
                <a:moveTo>
                  <a:pt x="3440" y="0"/>
                </a:moveTo>
                <a:lnTo>
                  <a:pt x="3488" y="0"/>
                </a:lnTo>
                <a:lnTo>
                  <a:pt x="3488" y="25"/>
                </a:lnTo>
                <a:lnTo>
                  <a:pt x="3440" y="25"/>
                </a:lnTo>
                <a:lnTo>
                  <a:pt x="3440" y="0"/>
                </a:lnTo>
                <a:moveTo>
                  <a:pt x="3536" y="0"/>
                </a:moveTo>
                <a:lnTo>
                  <a:pt x="3584" y="0"/>
                </a:lnTo>
                <a:lnTo>
                  <a:pt x="3584" y="25"/>
                </a:lnTo>
                <a:lnTo>
                  <a:pt x="3536" y="25"/>
                </a:lnTo>
                <a:lnTo>
                  <a:pt x="3536" y="0"/>
                </a:lnTo>
                <a:moveTo>
                  <a:pt x="3631" y="0"/>
                </a:moveTo>
                <a:lnTo>
                  <a:pt x="3679" y="0"/>
                </a:lnTo>
                <a:lnTo>
                  <a:pt x="3679" y="25"/>
                </a:lnTo>
                <a:lnTo>
                  <a:pt x="3631" y="25"/>
                </a:lnTo>
                <a:lnTo>
                  <a:pt x="3631" y="0"/>
                </a:lnTo>
                <a:moveTo>
                  <a:pt x="3727" y="0"/>
                </a:moveTo>
                <a:lnTo>
                  <a:pt x="3775" y="0"/>
                </a:lnTo>
                <a:lnTo>
                  <a:pt x="3775" y="25"/>
                </a:lnTo>
                <a:lnTo>
                  <a:pt x="3727" y="25"/>
                </a:lnTo>
                <a:lnTo>
                  <a:pt x="3727" y="0"/>
                </a:lnTo>
                <a:moveTo>
                  <a:pt x="3823" y="0"/>
                </a:moveTo>
                <a:lnTo>
                  <a:pt x="3870" y="0"/>
                </a:lnTo>
                <a:lnTo>
                  <a:pt x="3870" y="25"/>
                </a:lnTo>
                <a:lnTo>
                  <a:pt x="3823" y="25"/>
                </a:lnTo>
                <a:lnTo>
                  <a:pt x="3823" y="0"/>
                </a:lnTo>
                <a:moveTo>
                  <a:pt x="3918" y="0"/>
                </a:moveTo>
                <a:lnTo>
                  <a:pt x="3966" y="0"/>
                </a:lnTo>
                <a:lnTo>
                  <a:pt x="3966" y="25"/>
                </a:lnTo>
                <a:lnTo>
                  <a:pt x="3918" y="25"/>
                </a:lnTo>
                <a:lnTo>
                  <a:pt x="3918" y="0"/>
                </a:lnTo>
                <a:moveTo>
                  <a:pt x="4014" y="0"/>
                </a:moveTo>
                <a:lnTo>
                  <a:pt x="4062" y="0"/>
                </a:lnTo>
                <a:lnTo>
                  <a:pt x="4062" y="25"/>
                </a:lnTo>
                <a:lnTo>
                  <a:pt x="4014" y="25"/>
                </a:lnTo>
                <a:lnTo>
                  <a:pt x="4014" y="0"/>
                </a:lnTo>
                <a:moveTo>
                  <a:pt x="4109" y="0"/>
                </a:moveTo>
                <a:lnTo>
                  <a:pt x="4157" y="0"/>
                </a:lnTo>
                <a:lnTo>
                  <a:pt x="4157" y="25"/>
                </a:lnTo>
                <a:lnTo>
                  <a:pt x="4109" y="25"/>
                </a:lnTo>
                <a:lnTo>
                  <a:pt x="4109" y="0"/>
                </a:lnTo>
                <a:moveTo>
                  <a:pt x="4205" y="0"/>
                </a:moveTo>
                <a:lnTo>
                  <a:pt x="4253" y="0"/>
                </a:lnTo>
                <a:lnTo>
                  <a:pt x="4253" y="25"/>
                </a:lnTo>
                <a:lnTo>
                  <a:pt x="4205" y="25"/>
                </a:lnTo>
                <a:lnTo>
                  <a:pt x="4205" y="0"/>
                </a:lnTo>
                <a:moveTo>
                  <a:pt x="4300" y="0"/>
                </a:moveTo>
                <a:lnTo>
                  <a:pt x="4348" y="0"/>
                </a:lnTo>
                <a:lnTo>
                  <a:pt x="4348" y="25"/>
                </a:lnTo>
                <a:lnTo>
                  <a:pt x="4300" y="25"/>
                </a:lnTo>
                <a:lnTo>
                  <a:pt x="4300" y="0"/>
                </a:lnTo>
                <a:moveTo>
                  <a:pt x="4396" y="0"/>
                </a:moveTo>
                <a:lnTo>
                  <a:pt x="4444" y="0"/>
                </a:lnTo>
                <a:lnTo>
                  <a:pt x="4444" y="25"/>
                </a:lnTo>
                <a:lnTo>
                  <a:pt x="4396" y="25"/>
                </a:lnTo>
                <a:lnTo>
                  <a:pt x="4396" y="0"/>
                </a:lnTo>
                <a:moveTo>
                  <a:pt x="4492" y="0"/>
                </a:moveTo>
                <a:lnTo>
                  <a:pt x="4539" y="0"/>
                </a:lnTo>
                <a:lnTo>
                  <a:pt x="4539" y="25"/>
                </a:lnTo>
                <a:lnTo>
                  <a:pt x="4492" y="25"/>
                </a:lnTo>
                <a:lnTo>
                  <a:pt x="4492" y="0"/>
                </a:lnTo>
                <a:moveTo>
                  <a:pt x="4587" y="0"/>
                </a:moveTo>
                <a:lnTo>
                  <a:pt x="4635" y="0"/>
                </a:lnTo>
                <a:lnTo>
                  <a:pt x="4635" y="25"/>
                </a:lnTo>
                <a:lnTo>
                  <a:pt x="4587" y="25"/>
                </a:lnTo>
                <a:lnTo>
                  <a:pt x="4587" y="0"/>
                </a:lnTo>
                <a:moveTo>
                  <a:pt x="4683" y="0"/>
                </a:moveTo>
                <a:lnTo>
                  <a:pt x="4731" y="0"/>
                </a:lnTo>
                <a:lnTo>
                  <a:pt x="4731" y="25"/>
                </a:lnTo>
                <a:lnTo>
                  <a:pt x="4683" y="25"/>
                </a:lnTo>
                <a:lnTo>
                  <a:pt x="4683" y="0"/>
                </a:lnTo>
                <a:moveTo>
                  <a:pt x="4778" y="0"/>
                </a:moveTo>
                <a:lnTo>
                  <a:pt x="4826" y="0"/>
                </a:lnTo>
                <a:lnTo>
                  <a:pt x="4826" y="25"/>
                </a:lnTo>
                <a:lnTo>
                  <a:pt x="4778" y="25"/>
                </a:lnTo>
                <a:lnTo>
                  <a:pt x="4778" y="0"/>
                </a:lnTo>
                <a:moveTo>
                  <a:pt x="4874" y="0"/>
                </a:moveTo>
                <a:lnTo>
                  <a:pt x="4922" y="0"/>
                </a:lnTo>
                <a:lnTo>
                  <a:pt x="4922" y="25"/>
                </a:lnTo>
                <a:lnTo>
                  <a:pt x="4874" y="25"/>
                </a:lnTo>
                <a:lnTo>
                  <a:pt x="4874" y="0"/>
                </a:lnTo>
                <a:moveTo>
                  <a:pt x="4969" y="0"/>
                </a:moveTo>
                <a:lnTo>
                  <a:pt x="5017" y="0"/>
                </a:lnTo>
                <a:lnTo>
                  <a:pt x="5017" y="25"/>
                </a:lnTo>
                <a:lnTo>
                  <a:pt x="4969" y="25"/>
                </a:lnTo>
                <a:lnTo>
                  <a:pt x="4969" y="0"/>
                </a:lnTo>
                <a:moveTo>
                  <a:pt x="5065" y="0"/>
                </a:moveTo>
                <a:lnTo>
                  <a:pt x="5113" y="0"/>
                </a:lnTo>
                <a:lnTo>
                  <a:pt x="5113" y="25"/>
                </a:lnTo>
                <a:lnTo>
                  <a:pt x="5065" y="25"/>
                </a:lnTo>
                <a:lnTo>
                  <a:pt x="5065" y="0"/>
                </a:lnTo>
                <a:moveTo>
                  <a:pt x="5161" y="0"/>
                </a:moveTo>
                <a:lnTo>
                  <a:pt x="5208" y="0"/>
                </a:lnTo>
                <a:lnTo>
                  <a:pt x="5208" y="25"/>
                </a:lnTo>
                <a:lnTo>
                  <a:pt x="5161" y="25"/>
                </a:lnTo>
                <a:lnTo>
                  <a:pt x="5161" y="0"/>
                </a:lnTo>
                <a:moveTo>
                  <a:pt x="5256" y="0"/>
                </a:moveTo>
                <a:lnTo>
                  <a:pt x="5304" y="0"/>
                </a:lnTo>
                <a:lnTo>
                  <a:pt x="5304" y="25"/>
                </a:lnTo>
                <a:lnTo>
                  <a:pt x="5256" y="25"/>
                </a:lnTo>
                <a:lnTo>
                  <a:pt x="5256" y="0"/>
                </a:lnTo>
                <a:moveTo>
                  <a:pt x="5352" y="0"/>
                </a:moveTo>
                <a:lnTo>
                  <a:pt x="5400" y="0"/>
                </a:lnTo>
                <a:lnTo>
                  <a:pt x="5400" y="25"/>
                </a:lnTo>
                <a:lnTo>
                  <a:pt x="5352" y="25"/>
                </a:lnTo>
                <a:lnTo>
                  <a:pt x="5352" y="0"/>
                </a:lnTo>
                <a:moveTo>
                  <a:pt x="5447" y="0"/>
                </a:moveTo>
                <a:lnTo>
                  <a:pt x="5495" y="0"/>
                </a:lnTo>
                <a:lnTo>
                  <a:pt x="5495" y="25"/>
                </a:lnTo>
                <a:lnTo>
                  <a:pt x="5447" y="25"/>
                </a:lnTo>
                <a:lnTo>
                  <a:pt x="5447" y="0"/>
                </a:lnTo>
                <a:moveTo>
                  <a:pt x="5543" y="0"/>
                </a:moveTo>
                <a:lnTo>
                  <a:pt x="5591" y="0"/>
                </a:lnTo>
                <a:lnTo>
                  <a:pt x="5591" y="25"/>
                </a:lnTo>
                <a:lnTo>
                  <a:pt x="5543" y="25"/>
                </a:lnTo>
                <a:lnTo>
                  <a:pt x="5543" y="0"/>
                </a:lnTo>
                <a:moveTo>
                  <a:pt x="5638" y="0"/>
                </a:moveTo>
                <a:lnTo>
                  <a:pt x="5686" y="0"/>
                </a:lnTo>
                <a:lnTo>
                  <a:pt x="5686" y="25"/>
                </a:lnTo>
                <a:lnTo>
                  <a:pt x="5638" y="25"/>
                </a:lnTo>
                <a:lnTo>
                  <a:pt x="5638" y="0"/>
                </a:lnTo>
                <a:moveTo>
                  <a:pt x="5734" y="0"/>
                </a:moveTo>
                <a:lnTo>
                  <a:pt x="5782" y="0"/>
                </a:lnTo>
                <a:lnTo>
                  <a:pt x="5782" y="25"/>
                </a:lnTo>
                <a:lnTo>
                  <a:pt x="5734" y="25"/>
                </a:lnTo>
                <a:lnTo>
                  <a:pt x="5734" y="0"/>
                </a:lnTo>
                <a:moveTo>
                  <a:pt x="5830" y="0"/>
                </a:moveTo>
                <a:lnTo>
                  <a:pt x="5877" y="0"/>
                </a:lnTo>
                <a:lnTo>
                  <a:pt x="5877" y="25"/>
                </a:lnTo>
                <a:lnTo>
                  <a:pt x="5830" y="25"/>
                </a:lnTo>
                <a:lnTo>
                  <a:pt x="5830" y="0"/>
                </a:lnTo>
                <a:moveTo>
                  <a:pt x="5925" y="0"/>
                </a:moveTo>
                <a:lnTo>
                  <a:pt x="5973" y="0"/>
                </a:lnTo>
                <a:lnTo>
                  <a:pt x="5973" y="25"/>
                </a:lnTo>
                <a:lnTo>
                  <a:pt x="5925" y="25"/>
                </a:lnTo>
                <a:lnTo>
                  <a:pt x="5925" y="0"/>
                </a:lnTo>
                <a:moveTo>
                  <a:pt x="6022" y="0"/>
                </a:moveTo>
                <a:lnTo>
                  <a:pt x="6070" y="0"/>
                </a:lnTo>
                <a:lnTo>
                  <a:pt x="6070" y="25"/>
                </a:lnTo>
                <a:lnTo>
                  <a:pt x="6022" y="25"/>
                </a:lnTo>
                <a:lnTo>
                  <a:pt x="6022" y="0"/>
                </a:lnTo>
                <a:moveTo>
                  <a:pt x="6117" y="0"/>
                </a:moveTo>
                <a:lnTo>
                  <a:pt x="6165" y="0"/>
                </a:lnTo>
                <a:lnTo>
                  <a:pt x="6165" y="25"/>
                </a:lnTo>
                <a:lnTo>
                  <a:pt x="6117" y="25"/>
                </a:lnTo>
                <a:lnTo>
                  <a:pt x="6117" y="0"/>
                </a:lnTo>
                <a:moveTo>
                  <a:pt x="6213" y="0"/>
                </a:moveTo>
                <a:lnTo>
                  <a:pt x="6261" y="0"/>
                </a:lnTo>
                <a:lnTo>
                  <a:pt x="6261" y="25"/>
                </a:lnTo>
                <a:lnTo>
                  <a:pt x="6213" y="25"/>
                </a:lnTo>
                <a:lnTo>
                  <a:pt x="6213" y="0"/>
                </a:lnTo>
                <a:moveTo>
                  <a:pt x="6308" y="0"/>
                </a:moveTo>
                <a:lnTo>
                  <a:pt x="6356" y="0"/>
                </a:lnTo>
                <a:lnTo>
                  <a:pt x="6356" y="25"/>
                </a:lnTo>
                <a:lnTo>
                  <a:pt x="6308" y="25"/>
                </a:lnTo>
                <a:lnTo>
                  <a:pt x="6308" y="0"/>
                </a:lnTo>
                <a:moveTo>
                  <a:pt x="6404" y="0"/>
                </a:moveTo>
                <a:lnTo>
                  <a:pt x="6452" y="0"/>
                </a:lnTo>
                <a:lnTo>
                  <a:pt x="6452" y="25"/>
                </a:lnTo>
                <a:lnTo>
                  <a:pt x="6404" y="25"/>
                </a:lnTo>
                <a:lnTo>
                  <a:pt x="6404" y="0"/>
                </a:lnTo>
                <a:moveTo>
                  <a:pt x="6500" y="0"/>
                </a:moveTo>
                <a:lnTo>
                  <a:pt x="6531" y="0"/>
                </a:lnTo>
                <a:lnTo>
                  <a:pt x="6531" y="25"/>
                </a:lnTo>
                <a:lnTo>
                  <a:pt x="6500" y="25"/>
                </a:lnTo>
                <a:lnTo>
                  <a:pt x="650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2" name=""/>
          <p:cNvSpPr/>
          <p:nvPr/>
        </p:nvSpPr>
        <p:spPr>
          <a:xfrm>
            <a:off x="3665520" y="2796840"/>
            <a:ext cx="63360" cy="57960"/>
          </a:xfrm>
          <a:custGeom>
            <a:avLst/>
            <a:gdLst/>
            <a:ahLst/>
            <a:rect l="0" t="0" r="r" b="b"/>
            <a:pathLst>
              <a:path w="176" h="161">
                <a:moveTo>
                  <a:pt x="0" y="0"/>
                </a:moveTo>
                <a:lnTo>
                  <a:pt x="176" y="80"/>
                </a:lnTo>
                <a:lnTo>
                  <a:pt x="16" y="161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5400">
            <a:solidFill>
              <a:srgbClr val="dd784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1677240" y="2667240"/>
            <a:ext cx="1978920" cy="10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20" spc="-1" strike="noStrike">
                <a:solidFill>
                  <a:srgbClr val="374151"/>
                </a:solidFill>
                <a:latin typeface="Arial"/>
                <a:ea typeface="Arial"/>
              </a:rPr>
              <a:t>aanbod met verwijzing naar de speciﬁcatie</a:t>
            </a:r>
            <a:endParaRPr b="0" lang="en-US" sz="7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4" name=""/>
          <p:cNvSpPr/>
          <p:nvPr/>
        </p:nvSpPr>
        <p:spPr>
          <a:xfrm>
            <a:off x="1257120" y="3714480"/>
            <a:ext cx="1857600" cy="209880"/>
          </a:xfrm>
          <a:custGeom>
            <a:avLst/>
            <a:gdLst/>
            <a:ahLst/>
            <a:rect l="0" t="0" r="r" b="b"/>
            <a:pathLst>
              <a:path w="5160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055" y="0"/>
                </a:lnTo>
                <a:cubicBezTo>
                  <a:pt x="5069" y="0"/>
                  <a:pt x="5082" y="3"/>
                  <a:pt x="5095" y="8"/>
                </a:cubicBezTo>
                <a:cubicBezTo>
                  <a:pt x="5108" y="14"/>
                  <a:pt x="5119" y="21"/>
                  <a:pt x="5129" y="31"/>
                </a:cubicBezTo>
                <a:cubicBezTo>
                  <a:pt x="5139" y="41"/>
                  <a:pt x="5147" y="53"/>
                  <a:pt x="5152" y="66"/>
                </a:cubicBezTo>
                <a:cubicBezTo>
                  <a:pt x="5158" y="79"/>
                  <a:pt x="5160" y="92"/>
                  <a:pt x="5160" y="106"/>
                </a:cubicBezTo>
                <a:lnTo>
                  <a:pt x="5160" y="477"/>
                </a:lnTo>
                <a:cubicBezTo>
                  <a:pt x="5160" y="492"/>
                  <a:pt x="5158" y="505"/>
                  <a:pt x="5152" y="518"/>
                </a:cubicBezTo>
                <a:cubicBezTo>
                  <a:pt x="5147" y="531"/>
                  <a:pt x="5139" y="542"/>
                  <a:pt x="5129" y="552"/>
                </a:cubicBezTo>
                <a:cubicBezTo>
                  <a:pt x="5119" y="562"/>
                  <a:pt x="5108" y="570"/>
                  <a:pt x="5095" y="575"/>
                </a:cubicBezTo>
                <a:cubicBezTo>
                  <a:pt x="5082" y="581"/>
                  <a:pt x="5069" y="583"/>
                  <a:pt x="5055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3" y="505"/>
                  <a:pt x="0" y="492"/>
                  <a:pt x="0" y="477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603720" y="3733200"/>
            <a:ext cx="67752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Endpoint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1316160" y="3750120"/>
            <a:ext cx="175320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dd784b"/>
                </a:solidFill>
                <a:latin typeface="DejaVuSansMono"/>
                <a:ea typeface="DejaVuSansMono"/>
              </a:rPr>
              <a:t>GET /onderwijsaanbod/{id}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7" name=""/>
          <p:cNvSpPr/>
          <p:nvPr/>
        </p:nvSpPr>
        <p:spPr>
          <a:xfrm>
            <a:off x="4848120" y="1161720"/>
            <a:ext cx="4029480" cy="2153160"/>
          </a:xfrm>
          <a:custGeom>
            <a:avLst/>
            <a:gdLst/>
            <a:ahLst/>
            <a:rect l="0" t="0" r="r" b="b"/>
            <a:pathLst>
              <a:path w="11193" h="5981">
                <a:moveTo>
                  <a:pt x="0" y="0"/>
                </a:moveTo>
                <a:lnTo>
                  <a:pt x="11193" y="0"/>
                </a:lnTo>
                <a:lnTo>
                  <a:pt x="11193" y="5981"/>
                </a:lnTo>
                <a:lnTo>
                  <a:pt x="0" y="59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8" name=""/>
          <p:cNvSpPr/>
          <p:nvPr/>
        </p:nvSpPr>
        <p:spPr>
          <a:xfrm>
            <a:off x="4848120" y="1161720"/>
            <a:ext cx="4029480" cy="38520"/>
          </a:xfrm>
          <a:custGeom>
            <a:avLst/>
            <a:gdLst/>
            <a:ahLst/>
            <a:rect l="0" t="0" r="r" b="b"/>
            <a:pathLst>
              <a:path w="11193" h="107">
                <a:moveTo>
                  <a:pt x="0" y="0"/>
                </a:moveTo>
                <a:lnTo>
                  <a:pt x="11193" y="0"/>
                </a:lnTo>
                <a:lnTo>
                  <a:pt x="1119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9" name=""/>
          <p:cNvSpPr/>
          <p:nvPr/>
        </p:nvSpPr>
        <p:spPr>
          <a:xfrm>
            <a:off x="4848120" y="3305160"/>
            <a:ext cx="4029480" cy="9720"/>
          </a:xfrm>
          <a:custGeom>
            <a:avLst/>
            <a:gdLst/>
            <a:ahLst/>
            <a:rect l="0" t="0" r="r" b="b"/>
            <a:pathLst>
              <a:path w="11193" h="27">
                <a:moveTo>
                  <a:pt x="0" y="0"/>
                </a:moveTo>
                <a:lnTo>
                  <a:pt x="11193" y="0"/>
                </a:lnTo>
                <a:lnTo>
                  <a:pt x="111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0" name=""/>
          <p:cNvSpPr/>
          <p:nvPr/>
        </p:nvSpPr>
        <p:spPr>
          <a:xfrm>
            <a:off x="8867520" y="1161720"/>
            <a:ext cx="10080" cy="2153160"/>
          </a:xfrm>
          <a:custGeom>
            <a:avLst/>
            <a:gdLst/>
            <a:ahLst/>
            <a:rect l="0" t="0" r="r" b="b"/>
            <a:pathLst>
              <a:path w="28" h="5981">
                <a:moveTo>
                  <a:pt x="0" y="106"/>
                </a:moveTo>
                <a:lnTo>
                  <a:pt x="0" y="5981"/>
                </a:lnTo>
                <a:lnTo>
                  <a:pt x="28" y="5981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1" name=""/>
          <p:cNvSpPr/>
          <p:nvPr/>
        </p:nvSpPr>
        <p:spPr>
          <a:xfrm>
            <a:off x="4848120" y="1161720"/>
            <a:ext cx="9720" cy="2153160"/>
          </a:xfrm>
          <a:custGeom>
            <a:avLst/>
            <a:gdLst/>
            <a:ahLst/>
            <a:rect l="0" t="0" r="r" b="b"/>
            <a:pathLst>
              <a:path w="27" h="5981">
                <a:moveTo>
                  <a:pt x="0" y="0"/>
                </a:moveTo>
                <a:lnTo>
                  <a:pt x="0" y="5981"/>
                </a:lnTo>
                <a:lnTo>
                  <a:pt x="27" y="5981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2" name=""/>
          <p:cNvSpPr/>
          <p:nvPr/>
        </p:nvSpPr>
        <p:spPr>
          <a:xfrm>
            <a:off x="5005080" y="1585800"/>
            <a:ext cx="3724920" cy="1609920"/>
          </a:xfrm>
          <a:custGeom>
            <a:avLst/>
            <a:gdLst/>
            <a:ahLst/>
            <a:rect l="0" t="0" r="r" b="b"/>
            <a:pathLst>
              <a:path w="10347" h="4472">
                <a:moveTo>
                  <a:pt x="0" y="432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0201" y="0"/>
                </a:lnTo>
                <a:cubicBezTo>
                  <a:pt x="10211" y="0"/>
                  <a:pt x="10220" y="1"/>
                  <a:pt x="10229" y="3"/>
                </a:cubicBezTo>
                <a:cubicBezTo>
                  <a:pt x="10239" y="4"/>
                  <a:pt x="10248" y="7"/>
                  <a:pt x="10257" y="11"/>
                </a:cubicBezTo>
                <a:cubicBezTo>
                  <a:pt x="10266" y="15"/>
                  <a:pt x="10274" y="19"/>
                  <a:pt x="10282" y="24"/>
                </a:cubicBezTo>
                <a:cubicBezTo>
                  <a:pt x="10290" y="30"/>
                  <a:pt x="10297" y="36"/>
                  <a:pt x="10304" y="42"/>
                </a:cubicBezTo>
                <a:cubicBezTo>
                  <a:pt x="10311" y="49"/>
                  <a:pt x="10317" y="57"/>
                  <a:pt x="10322" y="64"/>
                </a:cubicBezTo>
                <a:cubicBezTo>
                  <a:pt x="10327" y="72"/>
                  <a:pt x="10332" y="81"/>
                  <a:pt x="10335" y="90"/>
                </a:cubicBezTo>
                <a:cubicBezTo>
                  <a:pt x="10339" y="98"/>
                  <a:pt x="10342" y="108"/>
                  <a:pt x="10344" y="117"/>
                </a:cubicBezTo>
                <a:cubicBezTo>
                  <a:pt x="10346" y="126"/>
                  <a:pt x="10347" y="136"/>
                  <a:pt x="10347" y="145"/>
                </a:cubicBezTo>
                <a:lnTo>
                  <a:pt x="10347" y="4327"/>
                </a:lnTo>
                <a:cubicBezTo>
                  <a:pt x="10347" y="4336"/>
                  <a:pt x="10346" y="4346"/>
                  <a:pt x="10344" y="4355"/>
                </a:cubicBezTo>
                <a:cubicBezTo>
                  <a:pt x="10342" y="4365"/>
                  <a:pt x="10339" y="4374"/>
                  <a:pt x="10335" y="4382"/>
                </a:cubicBezTo>
                <a:cubicBezTo>
                  <a:pt x="10332" y="4391"/>
                  <a:pt x="10327" y="4400"/>
                  <a:pt x="10322" y="4408"/>
                </a:cubicBezTo>
                <a:cubicBezTo>
                  <a:pt x="10317" y="4416"/>
                  <a:pt x="10311" y="4423"/>
                  <a:pt x="10304" y="4430"/>
                </a:cubicBezTo>
                <a:cubicBezTo>
                  <a:pt x="10297" y="4436"/>
                  <a:pt x="10290" y="4442"/>
                  <a:pt x="10282" y="4448"/>
                </a:cubicBezTo>
                <a:cubicBezTo>
                  <a:pt x="10274" y="4453"/>
                  <a:pt x="10266" y="4458"/>
                  <a:pt x="10257" y="4461"/>
                </a:cubicBezTo>
                <a:cubicBezTo>
                  <a:pt x="10248" y="4465"/>
                  <a:pt x="10239" y="4468"/>
                  <a:pt x="10229" y="4469"/>
                </a:cubicBezTo>
                <a:cubicBezTo>
                  <a:pt x="10220" y="4471"/>
                  <a:pt x="10211" y="4472"/>
                  <a:pt x="10201" y="4472"/>
                </a:cubicBezTo>
                <a:lnTo>
                  <a:pt x="146" y="4472"/>
                </a:lnTo>
                <a:cubicBezTo>
                  <a:pt x="136" y="4472"/>
                  <a:pt x="127" y="4471"/>
                  <a:pt x="117" y="4469"/>
                </a:cubicBezTo>
                <a:cubicBezTo>
                  <a:pt x="108" y="4468"/>
                  <a:pt x="99" y="4465"/>
                  <a:pt x="90" y="4461"/>
                </a:cubicBezTo>
                <a:cubicBezTo>
                  <a:pt x="81" y="4458"/>
                  <a:pt x="73" y="4453"/>
                  <a:pt x="65" y="4448"/>
                </a:cubicBezTo>
                <a:cubicBezTo>
                  <a:pt x="57" y="4442"/>
                  <a:pt x="50" y="4436"/>
                  <a:pt x="43" y="4430"/>
                </a:cubicBezTo>
                <a:cubicBezTo>
                  <a:pt x="36" y="4423"/>
                  <a:pt x="30" y="4416"/>
                  <a:pt x="25" y="4408"/>
                </a:cubicBezTo>
                <a:cubicBezTo>
                  <a:pt x="20" y="4400"/>
                  <a:pt x="15" y="4391"/>
                  <a:pt x="11" y="4382"/>
                </a:cubicBezTo>
                <a:cubicBezTo>
                  <a:pt x="8" y="4374"/>
                  <a:pt x="5" y="4365"/>
                  <a:pt x="3" y="4355"/>
                </a:cubicBezTo>
                <a:cubicBezTo>
                  <a:pt x="1" y="4346"/>
                  <a:pt x="0" y="4336"/>
                  <a:pt x="0" y="4327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3" name=""/>
          <p:cNvSpPr/>
          <p:nvPr/>
        </p:nvSpPr>
        <p:spPr>
          <a:xfrm>
            <a:off x="5005080" y="1585800"/>
            <a:ext cx="3724920" cy="1609920"/>
          </a:xfrm>
          <a:custGeom>
            <a:avLst/>
            <a:gdLst/>
            <a:ahLst/>
            <a:rect l="0" t="0" r="r" b="b"/>
            <a:pathLst>
              <a:path w="10347" h="4472">
                <a:moveTo>
                  <a:pt x="0" y="432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0201" y="0"/>
                </a:lnTo>
                <a:cubicBezTo>
                  <a:pt x="10211" y="0"/>
                  <a:pt x="10220" y="1"/>
                  <a:pt x="10229" y="3"/>
                </a:cubicBezTo>
                <a:cubicBezTo>
                  <a:pt x="10239" y="4"/>
                  <a:pt x="10248" y="7"/>
                  <a:pt x="10257" y="11"/>
                </a:cubicBezTo>
                <a:cubicBezTo>
                  <a:pt x="10266" y="15"/>
                  <a:pt x="10274" y="19"/>
                  <a:pt x="10282" y="24"/>
                </a:cubicBezTo>
                <a:cubicBezTo>
                  <a:pt x="10290" y="30"/>
                  <a:pt x="10297" y="36"/>
                  <a:pt x="10304" y="42"/>
                </a:cubicBezTo>
                <a:cubicBezTo>
                  <a:pt x="10311" y="49"/>
                  <a:pt x="10317" y="57"/>
                  <a:pt x="10322" y="64"/>
                </a:cubicBezTo>
                <a:cubicBezTo>
                  <a:pt x="10327" y="72"/>
                  <a:pt x="10332" y="81"/>
                  <a:pt x="10335" y="90"/>
                </a:cubicBezTo>
                <a:cubicBezTo>
                  <a:pt x="10339" y="98"/>
                  <a:pt x="10342" y="108"/>
                  <a:pt x="10344" y="117"/>
                </a:cubicBezTo>
                <a:cubicBezTo>
                  <a:pt x="10346" y="126"/>
                  <a:pt x="10347" y="136"/>
                  <a:pt x="10347" y="145"/>
                </a:cubicBezTo>
                <a:lnTo>
                  <a:pt x="10347" y="4327"/>
                </a:lnTo>
                <a:cubicBezTo>
                  <a:pt x="10347" y="4336"/>
                  <a:pt x="10346" y="4346"/>
                  <a:pt x="10344" y="4355"/>
                </a:cubicBezTo>
                <a:cubicBezTo>
                  <a:pt x="10342" y="4365"/>
                  <a:pt x="10339" y="4374"/>
                  <a:pt x="10335" y="4382"/>
                </a:cubicBezTo>
                <a:cubicBezTo>
                  <a:pt x="10332" y="4391"/>
                  <a:pt x="10327" y="4400"/>
                  <a:pt x="10322" y="4408"/>
                </a:cubicBezTo>
                <a:cubicBezTo>
                  <a:pt x="10317" y="4416"/>
                  <a:pt x="10311" y="4423"/>
                  <a:pt x="10304" y="4430"/>
                </a:cubicBezTo>
                <a:cubicBezTo>
                  <a:pt x="10297" y="4436"/>
                  <a:pt x="10290" y="4442"/>
                  <a:pt x="10282" y="4448"/>
                </a:cubicBezTo>
                <a:cubicBezTo>
                  <a:pt x="10274" y="4453"/>
                  <a:pt x="10266" y="4458"/>
                  <a:pt x="10257" y="4461"/>
                </a:cubicBezTo>
                <a:cubicBezTo>
                  <a:pt x="10248" y="4465"/>
                  <a:pt x="10239" y="4468"/>
                  <a:pt x="10229" y="4469"/>
                </a:cubicBezTo>
                <a:cubicBezTo>
                  <a:pt x="10220" y="4471"/>
                  <a:pt x="10211" y="4472"/>
                  <a:pt x="10201" y="4472"/>
                </a:cubicBezTo>
                <a:lnTo>
                  <a:pt x="146" y="4472"/>
                </a:lnTo>
                <a:cubicBezTo>
                  <a:pt x="136" y="4472"/>
                  <a:pt x="127" y="4471"/>
                  <a:pt x="117" y="4469"/>
                </a:cubicBezTo>
                <a:cubicBezTo>
                  <a:pt x="108" y="4468"/>
                  <a:pt x="99" y="4465"/>
                  <a:pt x="90" y="4461"/>
                </a:cubicBezTo>
                <a:cubicBezTo>
                  <a:pt x="81" y="4458"/>
                  <a:pt x="73" y="4453"/>
                  <a:pt x="65" y="4448"/>
                </a:cubicBezTo>
                <a:cubicBezTo>
                  <a:pt x="57" y="4442"/>
                  <a:pt x="50" y="4436"/>
                  <a:pt x="43" y="4430"/>
                </a:cubicBezTo>
                <a:cubicBezTo>
                  <a:pt x="36" y="4423"/>
                  <a:pt x="30" y="4416"/>
                  <a:pt x="25" y="4408"/>
                </a:cubicBezTo>
                <a:cubicBezTo>
                  <a:pt x="20" y="4400"/>
                  <a:pt x="15" y="4391"/>
                  <a:pt x="11" y="4382"/>
                </a:cubicBezTo>
                <a:cubicBezTo>
                  <a:pt x="8" y="4374"/>
                  <a:pt x="5" y="4365"/>
                  <a:pt x="3" y="4355"/>
                </a:cubicBezTo>
                <a:cubicBezTo>
                  <a:pt x="1" y="4346"/>
                  <a:pt x="0" y="4336"/>
                  <a:pt x="0" y="4327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3200040" y="3750120"/>
            <a:ext cx="146232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6b7280"/>
                </a:solidFill>
                <a:latin typeface="Arial"/>
                <a:ea typeface="Arial"/>
              </a:rPr>
              <a:t>op het planningssysteem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4998240" y="1327320"/>
            <a:ext cx="13708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Voorbeeldbericht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5114160" y="1674360"/>
            <a:ext cx="939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{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5114160" y="1817280"/>
            <a:ext cx="197424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  </a:t>
            </a:r>
            <a:r>
              <a:rPr b="0" lang="en-US" sz="750" spc="-1" strike="noStrike">
                <a:solidFill>
                  <a:srgbClr val="3d68ec"/>
                </a:solidFill>
                <a:latin typeface="DejaVuSansMono"/>
                <a:ea typeface="DejaVuSansMono"/>
              </a:rPr>
              <a:t>"aanbodType"</a:t>
            </a:r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: "opleidingsaanbod",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5114160" y="1960200"/>
            <a:ext cx="253800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  </a:t>
            </a:r>
            <a:r>
              <a:rPr b="0" lang="en-US" sz="750" spc="-1" strike="noStrike">
                <a:solidFill>
                  <a:srgbClr val="3d68ec"/>
                </a:solidFill>
                <a:latin typeface="DejaVuSansMono"/>
                <a:ea typeface="DejaVuSansMono"/>
              </a:rPr>
              <a:t>"naam"</a:t>
            </a:r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: "Apothekersassistent, cohort 2026",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5114160" y="2103120"/>
            <a:ext cx="124128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  </a:t>
            </a:r>
            <a:r>
              <a:rPr b="0" lang="en-US" sz="750" spc="-1" strike="noStrike">
                <a:solidFill>
                  <a:srgbClr val="3d68ec"/>
                </a:solidFill>
                <a:latin typeface="DejaVuSansMono"/>
                <a:ea typeface="DejaVuSansMono"/>
              </a:rPr>
              <a:t>"status"</a:t>
            </a:r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: "gepland",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5114160" y="2246040"/>
            <a:ext cx="163584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  </a:t>
            </a:r>
            <a:r>
              <a:rPr b="0" lang="en-US" sz="750" spc="-1" strike="noStrike">
                <a:solidFill>
                  <a:srgbClr val="3d68ec"/>
                </a:solidFill>
                <a:latin typeface="DejaVuSansMono"/>
                <a:ea typeface="DejaVuSansMono"/>
              </a:rPr>
              <a:t>"specificatieVerwijzing"</a:t>
            </a:r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: {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5114160" y="2388960"/>
            <a:ext cx="259488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    </a:t>
            </a:r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"specificatieId": "79736830-1c5c-470f...",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5114160" y="2522160"/>
            <a:ext cx="118512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    </a:t>
            </a:r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"versie": "0.1.0"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5114160" y="2665080"/>
            <a:ext cx="22608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  </a:t>
            </a:r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},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5114160" y="2808000"/>
            <a:ext cx="338400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  </a:t>
            </a:r>
            <a:r>
              <a:rPr b="0" lang="en-US" sz="750" spc="-1" strike="noStrike">
                <a:solidFill>
                  <a:srgbClr val="3d68ec"/>
                </a:solidFill>
                <a:latin typeface="DejaVuSansMono"/>
                <a:ea typeface="DejaVuSansMono"/>
              </a:rPr>
              <a:t>"periode"</a:t>
            </a:r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: { "start": "2026-09-01", "eind": "2029-07-15" }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5114160" y="2950920"/>
            <a:ext cx="939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b2a6b"/>
                </a:solidFill>
                <a:latin typeface="DejaVuSansMono"/>
                <a:ea typeface="DejaVuSansMono"/>
              </a:rPr>
              <a:t>}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6" name=""/>
          <p:cNvSpPr/>
          <p:nvPr/>
        </p:nvSpPr>
        <p:spPr>
          <a:xfrm>
            <a:off x="1976400" y="4395600"/>
            <a:ext cx="1571760" cy="305280"/>
          </a:xfrm>
          <a:custGeom>
            <a:avLst/>
            <a:gdLst/>
            <a:ahLst/>
            <a:rect l="0" t="0" r="r" b="b"/>
            <a:pathLst>
              <a:path w="4366" h="848">
                <a:moveTo>
                  <a:pt x="0" y="424"/>
                </a:moveTo>
                <a:cubicBezTo>
                  <a:pt x="0" y="397"/>
                  <a:pt x="2" y="369"/>
                  <a:pt x="8" y="342"/>
                </a:cubicBezTo>
                <a:cubicBezTo>
                  <a:pt x="13" y="315"/>
                  <a:pt x="21" y="288"/>
                  <a:pt x="32" y="262"/>
                </a:cubicBezTo>
                <a:cubicBezTo>
                  <a:pt x="42" y="237"/>
                  <a:pt x="56" y="212"/>
                  <a:pt x="71" y="189"/>
                </a:cubicBezTo>
                <a:cubicBezTo>
                  <a:pt x="86" y="166"/>
                  <a:pt x="104" y="145"/>
                  <a:pt x="124" y="125"/>
                </a:cubicBezTo>
                <a:cubicBezTo>
                  <a:pt x="143" y="105"/>
                  <a:pt x="165" y="88"/>
                  <a:pt x="188" y="72"/>
                </a:cubicBezTo>
                <a:cubicBezTo>
                  <a:pt x="211" y="56"/>
                  <a:pt x="235" y="43"/>
                  <a:pt x="261" y="32"/>
                </a:cubicBezTo>
                <a:cubicBezTo>
                  <a:pt x="287" y="22"/>
                  <a:pt x="313" y="14"/>
                  <a:pt x="340" y="8"/>
                </a:cubicBezTo>
                <a:cubicBezTo>
                  <a:pt x="368" y="3"/>
                  <a:pt x="395" y="0"/>
                  <a:pt x="423" y="0"/>
                </a:cubicBezTo>
                <a:lnTo>
                  <a:pt x="3943" y="0"/>
                </a:lnTo>
                <a:cubicBezTo>
                  <a:pt x="3971" y="0"/>
                  <a:pt x="3998" y="3"/>
                  <a:pt x="4025" y="8"/>
                </a:cubicBezTo>
                <a:cubicBezTo>
                  <a:pt x="4053" y="14"/>
                  <a:pt x="4079" y="22"/>
                  <a:pt x="4105" y="32"/>
                </a:cubicBezTo>
                <a:cubicBezTo>
                  <a:pt x="4131" y="43"/>
                  <a:pt x="4155" y="56"/>
                  <a:pt x="4178" y="72"/>
                </a:cubicBezTo>
                <a:cubicBezTo>
                  <a:pt x="4201" y="88"/>
                  <a:pt x="4223" y="105"/>
                  <a:pt x="4242" y="125"/>
                </a:cubicBezTo>
                <a:cubicBezTo>
                  <a:pt x="4262" y="145"/>
                  <a:pt x="4279" y="166"/>
                  <a:pt x="4295" y="189"/>
                </a:cubicBezTo>
                <a:cubicBezTo>
                  <a:pt x="4310" y="212"/>
                  <a:pt x="4323" y="237"/>
                  <a:pt x="4334" y="262"/>
                </a:cubicBezTo>
                <a:cubicBezTo>
                  <a:pt x="4345" y="288"/>
                  <a:pt x="4353" y="315"/>
                  <a:pt x="4358" y="342"/>
                </a:cubicBezTo>
                <a:cubicBezTo>
                  <a:pt x="4364" y="369"/>
                  <a:pt x="4366" y="397"/>
                  <a:pt x="4366" y="424"/>
                </a:cubicBezTo>
                <a:cubicBezTo>
                  <a:pt x="4366" y="452"/>
                  <a:pt x="4364" y="480"/>
                  <a:pt x="4358" y="507"/>
                </a:cubicBezTo>
                <a:cubicBezTo>
                  <a:pt x="4353" y="534"/>
                  <a:pt x="4345" y="561"/>
                  <a:pt x="4334" y="586"/>
                </a:cubicBezTo>
                <a:cubicBezTo>
                  <a:pt x="4323" y="612"/>
                  <a:pt x="4310" y="636"/>
                  <a:pt x="4295" y="660"/>
                </a:cubicBezTo>
                <a:cubicBezTo>
                  <a:pt x="4279" y="683"/>
                  <a:pt x="4262" y="704"/>
                  <a:pt x="4242" y="724"/>
                </a:cubicBezTo>
                <a:cubicBezTo>
                  <a:pt x="4223" y="743"/>
                  <a:pt x="4201" y="761"/>
                  <a:pt x="4178" y="776"/>
                </a:cubicBezTo>
                <a:cubicBezTo>
                  <a:pt x="4155" y="792"/>
                  <a:pt x="4131" y="805"/>
                  <a:pt x="4105" y="815"/>
                </a:cubicBezTo>
                <a:cubicBezTo>
                  <a:pt x="4079" y="826"/>
                  <a:pt x="4053" y="834"/>
                  <a:pt x="4025" y="840"/>
                </a:cubicBezTo>
                <a:cubicBezTo>
                  <a:pt x="3998" y="845"/>
                  <a:pt x="3971" y="848"/>
                  <a:pt x="3943" y="848"/>
                </a:cubicBezTo>
                <a:lnTo>
                  <a:pt x="423" y="848"/>
                </a:lnTo>
                <a:cubicBezTo>
                  <a:pt x="395" y="848"/>
                  <a:pt x="368" y="845"/>
                  <a:pt x="340" y="840"/>
                </a:cubicBezTo>
                <a:cubicBezTo>
                  <a:pt x="313" y="834"/>
                  <a:pt x="287" y="826"/>
                  <a:pt x="261" y="815"/>
                </a:cubicBezTo>
                <a:cubicBezTo>
                  <a:pt x="235" y="805"/>
                  <a:pt x="211" y="792"/>
                  <a:pt x="188" y="776"/>
                </a:cubicBezTo>
                <a:cubicBezTo>
                  <a:pt x="165" y="761"/>
                  <a:pt x="143" y="743"/>
                  <a:pt x="124" y="724"/>
                </a:cubicBezTo>
                <a:cubicBezTo>
                  <a:pt x="104" y="704"/>
                  <a:pt x="86" y="683"/>
                  <a:pt x="71" y="660"/>
                </a:cubicBezTo>
                <a:cubicBezTo>
                  <a:pt x="56" y="636"/>
                  <a:pt x="42" y="612"/>
                  <a:pt x="32" y="586"/>
                </a:cubicBezTo>
                <a:cubicBezTo>
                  <a:pt x="21" y="561"/>
                  <a:pt x="13" y="534"/>
                  <a:pt x="8" y="507"/>
                </a:cubicBezTo>
                <a:cubicBezTo>
                  <a:pt x="2" y="480"/>
                  <a:pt x="0" y="452"/>
                  <a:pt x="0" y="42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7" name=""/>
          <p:cNvSpPr/>
          <p:nvPr/>
        </p:nvSpPr>
        <p:spPr>
          <a:xfrm>
            <a:off x="1976400" y="4395600"/>
            <a:ext cx="1571760" cy="305280"/>
          </a:xfrm>
          <a:custGeom>
            <a:avLst/>
            <a:gdLst/>
            <a:ahLst/>
            <a:rect l="0" t="0" r="r" b="b"/>
            <a:pathLst>
              <a:path w="4366" h="848">
                <a:moveTo>
                  <a:pt x="0" y="424"/>
                </a:moveTo>
                <a:cubicBezTo>
                  <a:pt x="0" y="397"/>
                  <a:pt x="2" y="369"/>
                  <a:pt x="8" y="342"/>
                </a:cubicBezTo>
                <a:cubicBezTo>
                  <a:pt x="13" y="315"/>
                  <a:pt x="21" y="288"/>
                  <a:pt x="32" y="262"/>
                </a:cubicBezTo>
                <a:cubicBezTo>
                  <a:pt x="42" y="237"/>
                  <a:pt x="56" y="212"/>
                  <a:pt x="71" y="189"/>
                </a:cubicBezTo>
                <a:cubicBezTo>
                  <a:pt x="86" y="166"/>
                  <a:pt x="104" y="145"/>
                  <a:pt x="124" y="125"/>
                </a:cubicBezTo>
                <a:cubicBezTo>
                  <a:pt x="143" y="105"/>
                  <a:pt x="165" y="88"/>
                  <a:pt x="188" y="72"/>
                </a:cubicBezTo>
                <a:cubicBezTo>
                  <a:pt x="211" y="56"/>
                  <a:pt x="235" y="43"/>
                  <a:pt x="261" y="32"/>
                </a:cubicBezTo>
                <a:cubicBezTo>
                  <a:pt x="287" y="22"/>
                  <a:pt x="313" y="14"/>
                  <a:pt x="340" y="8"/>
                </a:cubicBezTo>
                <a:cubicBezTo>
                  <a:pt x="368" y="3"/>
                  <a:pt x="395" y="0"/>
                  <a:pt x="423" y="0"/>
                </a:cubicBezTo>
                <a:lnTo>
                  <a:pt x="3943" y="0"/>
                </a:lnTo>
                <a:cubicBezTo>
                  <a:pt x="3971" y="0"/>
                  <a:pt x="3998" y="3"/>
                  <a:pt x="4025" y="8"/>
                </a:cubicBezTo>
                <a:cubicBezTo>
                  <a:pt x="4053" y="14"/>
                  <a:pt x="4079" y="22"/>
                  <a:pt x="4105" y="32"/>
                </a:cubicBezTo>
                <a:cubicBezTo>
                  <a:pt x="4131" y="43"/>
                  <a:pt x="4155" y="56"/>
                  <a:pt x="4178" y="72"/>
                </a:cubicBezTo>
                <a:cubicBezTo>
                  <a:pt x="4201" y="88"/>
                  <a:pt x="4223" y="105"/>
                  <a:pt x="4242" y="125"/>
                </a:cubicBezTo>
                <a:cubicBezTo>
                  <a:pt x="4262" y="145"/>
                  <a:pt x="4279" y="166"/>
                  <a:pt x="4295" y="189"/>
                </a:cubicBezTo>
                <a:cubicBezTo>
                  <a:pt x="4310" y="212"/>
                  <a:pt x="4323" y="237"/>
                  <a:pt x="4334" y="262"/>
                </a:cubicBezTo>
                <a:cubicBezTo>
                  <a:pt x="4345" y="288"/>
                  <a:pt x="4353" y="315"/>
                  <a:pt x="4358" y="342"/>
                </a:cubicBezTo>
                <a:cubicBezTo>
                  <a:pt x="4364" y="369"/>
                  <a:pt x="4366" y="397"/>
                  <a:pt x="4366" y="424"/>
                </a:cubicBezTo>
                <a:cubicBezTo>
                  <a:pt x="4366" y="452"/>
                  <a:pt x="4364" y="480"/>
                  <a:pt x="4358" y="507"/>
                </a:cubicBezTo>
                <a:cubicBezTo>
                  <a:pt x="4353" y="534"/>
                  <a:pt x="4345" y="561"/>
                  <a:pt x="4334" y="586"/>
                </a:cubicBezTo>
                <a:cubicBezTo>
                  <a:pt x="4323" y="612"/>
                  <a:pt x="4310" y="636"/>
                  <a:pt x="4295" y="660"/>
                </a:cubicBezTo>
                <a:cubicBezTo>
                  <a:pt x="4279" y="683"/>
                  <a:pt x="4262" y="704"/>
                  <a:pt x="4242" y="724"/>
                </a:cubicBezTo>
                <a:cubicBezTo>
                  <a:pt x="4223" y="743"/>
                  <a:pt x="4201" y="761"/>
                  <a:pt x="4178" y="776"/>
                </a:cubicBezTo>
                <a:cubicBezTo>
                  <a:pt x="4155" y="792"/>
                  <a:pt x="4131" y="805"/>
                  <a:pt x="4105" y="815"/>
                </a:cubicBezTo>
                <a:cubicBezTo>
                  <a:pt x="4079" y="826"/>
                  <a:pt x="4053" y="834"/>
                  <a:pt x="4025" y="840"/>
                </a:cubicBezTo>
                <a:cubicBezTo>
                  <a:pt x="3998" y="845"/>
                  <a:pt x="3971" y="848"/>
                  <a:pt x="3943" y="848"/>
                </a:cubicBezTo>
                <a:lnTo>
                  <a:pt x="423" y="848"/>
                </a:lnTo>
                <a:cubicBezTo>
                  <a:pt x="395" y="848"/>
                  <a:pt x="368" y="845"/>
                  <a:pt x="340" y="840"/>
                </a:cubicBezTo>
                <a:cubicBezTo>
                  <a:pt x="313" y="834"/>
                  <a:pt x="287" y="826"/>
                  <a:pt x="261" y="815"/>
                </a:cubicBezTo>
                <a:cubicBezTo>
                  <a:pt x="235" y="805"/>
                  <a:pt x="211" y="792"/>
                  <a:pt x="188" y="776"/>
                </a:cubicBezTo>
                <a:cubicBezTo>
                  <a:pt x="165" y="761"/>
                  <a:pt x="143" y="743"/>
                  <a:pt x="124" y="724"/>
                </a:cubicBezTo>
                <a:cubicBezTo>
                  <a:pt x="104" y="704"/>
                  <a:pt x="86" y="683"/>
                  <a:pt x="71" y="660"/>
                </a:cubicBezTo>
                <a:cubicBezTo>
                  <a:pt x="56" y="636"/>
                  <a:pt x="42" y="612"/>
                  <a:pt x="32" y="586"/>
                </a:cubicBezTo>
                <a:cubicBezTo>
                  <a:pt x="21" y="561"/>
                  <a:pt x="13" y="534"/>
                  <a:pt x="8" y="507"/>
                </a:cubicBezTo>
                <a:cubicBezTo>
                  <a:pt x="2" y="480"/>
                  <a:pt x="0" y="452"/>
                  <a:pt x="0" y="424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8" name=""/>
          <p:cNvSpPr/>
          <p:nvPr/>
        </p:nvSpPr>
        <p:spPr>
          <a:xfrm>
            <a:off x="2104920" y="4448160"/>
            <a:ext cx="45720" cy="52200"/>
          </a:xfrm>
          <a:custGeom>
            <a:avLst/>
            <a:gdLst/>
            <a:ahLst/>
            <a:rect l="0" t="0" r="r" b="b"/>
            <a:pathLst>
              <a:path w="127" h="145">
                <a:moveTo>
                  <a:pt x="0" y="0"/>
                </a:moveTo>
                <a:lnTo>
                  <a:pt x="0" y="145"/>
                </a:lnTo>
                <a:lnTo>
                  <a:pt x="12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29" name=""/>
          <p:cNvSpPr/>
          <p:nvPr/>
        </p:nvSpPr>
        <p:spPr>
          <a:xfrm>
            <a:off x="2104920" y="4448160"/>
            <a:ext cx="51480" cy="58680"/>
          </a:xfrm>
          <a:custGeom>
            <a:avLst/>
            <a:gdLst/>
            <a:ahLst/>
            <a:rect l="0" t="0" r="r" b="b"/>
            <a:pathLst>
              <a:path w="143" h="163">
                <a:moveTo>
                  <a:pt x="127" y="0"/>
                </a:moveTo>
                <a:lnTo>
                  <a:pt x="0" y="145"/>
                </a:lnTo>
                <a:lnTo>
                  <a:pt x="0" y="163"/>
                </a:lnTo>
                <a:lnTo>
                  <a:pt x="143" y="0"/>
                </a:lnTo>
                <a:lnTo>
                  <a:pt x="12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0" name=""/>
          <p:cNvSpPr/>
          <p:nvPr/>
        </p:nvSpPr>
        <p:spPr>
          <a:xfrm>
            <a:off x="2104920" y="4448160"/>
            <a:ext cx="54360" cy="61920"/>
          </a:xfrm>
          <a:custGeom>
            <a:avLst/>
            <a:gdLst/>
            <a:ahLst/>
            <a:rect l="0" t="0" r="r" b="b"/>
            <a:pathLst>
              <a:path w="151" h="172">
                <a:moveTo>
                  <a:pt x="143" y="0"/>
                </a:moveTo>
                <a:lnTo>
                  <a:pt x="0" y="163"/>
                </a:lnTo>
                <a:lnTo>
                  <a:pt x="0" y="172"/>
                </a:lnTo>
                <a:lnTo>
                  <a:pt x="151" y="0"/>
                </a:lnTo>
                <a:lnTo>
                  <a:pt x="143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1" name=""/>
          <p:cNvSpPr/>
          <p:nvPr/>
        </p:nvSpPr>
        <p:spPr>
          <a:xfrm>
            <a:off x="2104920" y="4448160"/>
            <a:ext cx="55800" cy="63360"/>
          </a:xfrm>
          <a:custGeom>
            <a:avLst/>
            <a:gdLst/>
            <a:ahLst/>
            <a:rect l="0" t="0" r="r" b="b"/>
            <a:pathLst>
              <a:path w="155" h="176">
                <a:moveTo>
                  <a:pt x="151" y="0"/>
                </a:moveTo>
                <a:lnTo>
                  <a:pt x="0" y="172"/>
                </a:lnTo>
                <a:lnTo>
                  <a:pt x="0" y="176"/>
                </a:lnTo>
                <a:lnTo>
                  <a:pt x="155" y="0"/>
                </a:lnTo>
                <a:lnTo>
                  <a:pt x="1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2" name=""/>
          <p:cNvSpPr/>
          <p:nvPr/>
        </p:nvSpPr>
        <p:spPr>
          <a:xfrm>
            <a:off x="2104920" y="4448160"/>
            <a:ext cx="57240" cy="65160"/>
          </a:xfrm>
          <a:custGeom>
            <a:avLst/>
            <a:gdLst/>
            <a:ahLst/>
            <a:rect l="0" t="0" r="r" b="b"/>
            <a:pathLst>
              <a:path w="159" h="181">
                <a:moveTo>
                  <a:pt x="155" y="0"/>
                </a:moveTo>
                <a:lnTo>
                  <a:pt x="0" y="176"/>
                </a:lnTo>
                <a:lnTo>
                  <a:pt x="0" y="181"/>
                </a:lnTo>
                <a:lnTo>
                  <a:pt x="159" y="0"/>
                </a:lnTo>
                <a:lnTo>
                  <a:pt x="155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3" name=""/>
          <p:cNvSpPr/>
          <p:nvPr/>
        </p:nvSpPr>
        <p:spPr>
          <a:xfrm>
            <a:off x="2104920" y="4448160"/>
            <a:ext cx="58680" cy="66600"/>
          </a:xfrm>
          <a:custGeom>
            <a:avLst/>
            <a:gdLst/>
            <a:ahLst/>
            <a:rect l="0" t="0" r="r" b="b"/>
            <a:pathLst>
              <a:path w="163" h="185">
                <a:moveTo>
                  <a:pt x="159" y="0"/>
                </a:moveTo>
                <a:lnTo>
                  <a:pt x="0" y="181"/>
                </a:lnTo>
                <a:lnTo>
                  <a:pt x="0" y="185"/>
                </a:lnTo>
                <a:lnTo>
                  <a:pt x="163" y="0"/>
                </a:lnTo>
                <a:lnTo>
                  <a:pt x="159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4" name=""/>
          <p:cNvSpPr/>
          <p:nvPr/>
        </p:nvSpPr>
        <p:spPr>
          <a:xfrm>
            <a:off x="2104920" y="4448160"/>
            <a:ext cx="60120" cy="68400"/>
          </a:xfrm>
          <a:custGeom>
            <a:avLst/>
            <a:gdLst/>
            <a:ahLst/>
            <a:rect l="0" t="0" r="r" b="b"/>
            <a:pathLst>
              <a:path w="167" h="190">
                <a:moveTo>
                  <a:pt x="163" y="0"/>
                </a:moveTo>
                <a:lnTo>
                  <a:pt x="0" y="185"/>
                </a:lnTo>
                <a:lnTo>
                  <a:pt x="0" y="190"/>
                </a:lnTo>
                <a:lnTo>
                  <a:pt x="167" y="0"/>
                </a:lnTo>
                <a:lnTo>
                  <a:pt x="163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5" name=""/>
          <p:cNvSpPr/>
          <p:nvPr/>
        </p:nvSpPr>
        <p:spPr>
          <a:xfrm>
            <a:off x="2104920" y="4448160"/>
            <a:ext cx="61560" cy="69840"/>
          </a:xfrm>
          <a:custGeom>
            <a:avLst/>
            <a:gdLst/>
            <a:ahLst/>
            <a:rect l="0" t="0" r="r" b="b"/>
            <a:pathLst>
              <a:path w="171" h="194">
                <a:moveTo>
                  <a:pt x="167" y="0"/>
                </a:moveTo>
                <a:lnTo>
                  <a:pt x="0" y="190"/>
                </a:lnTo>
                <a:lnTo>
                  <a:pt x="0" y="194"/>
                </a:lnTo>
                <a:lnTo>
                  <a:pt x="171" y="0"/>
                </a:lnTo>
                <a:lnTo>
                  <a:pt x="16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6" name=""/>
          <p:cNvSpPr/>
          <p:nvPr/>
        </p:nvSpPr>
        <p:spPr>
          <a:xfrm>
            <a:off x="2104920" y="4448160"/>
            <a:ext cx="63000" cy="71640"/>
          </a:xfrm>
          <a:custGeom>
            <a:avLst/>
            <a:gdLst/>
            <a:ahLst/>
            <a:rect l="0" t="0" r="r" b="b"/>
            <a:pathLst>
              <a:path w="175" h="199">
                <a:moveTo>
                  <a:pt x="171" y="0"/>
                </a:moveTo>
                <a:lnTo>
                  <a:pt x="0" y="194"/>
                </a:lnTo>
                <a:lnTo>
                  <a:pt x="0" y="199"/>
                </a:lnTo>
                <a:lnTo>
                  <a:pt x="175" y="0"/>
                </a:lnTo>
                <a:lnTo>
                  <a:pt x="171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7" name=""/>
          <p:cNvSpPr/>
          <p:nvPr/>
        </p:nvSpPr>
        <p:spPr>
          <a:xfrm>
            <a:off x="2104920" y="4448160"/>
            <a:ext cx="64080" cy="73080"/>
          </a:xfrm>
          <a:custGeom>
            <a:avLst/>
            <a:gdLst/>
            <a:ahLst/>
            <a:rect l="0" t="0" r="r" b="b"/>
            <a:pathLst>
              <a:path w="178" h="203">
                <a:moveTo>
                  <a:pt x="175" y="0"/>
                </a:moveTo>
                <a:lnTo>
                  <a:pt x="0" y="199"/>
                </a:lnTo>
                <a:lnTo>
                  <a:pt x="0" y="203"/>
                </a:lnTo>
                <a:lnTo>
                  <a:pt x="178" y="0"/>
                </a:lnTo>
                <a:lnTo>
                  <a:pt x="175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8" name=""/>
          <p:cNvSpPr/>
          <p:nvPr/>
        </p:nvSpPr>
        <p:spPr>
          <a:xfrm>
            <a:off x="2104920" y="4448160"/>
            <a:ext cx="65520" cy="74880"/>
          </a:xfrm>
          <a:custGeom>
            <a:avLst/>
            <a:gdLst/>
            <a:ahLst/>
            <a:rect l="0" t="0" r="r" b="b"/>
            <a:pathLst>
              <a:path w="182" h="208">
                <a:moveTo>
                  <a:pt x="178" y="0"/>
                </a:moveTo>
                <a:lnTo>
                  <a:pt x="0" y="203"/>
                </a:lnTo>
                <a:lnTo>
                  <a:pt x="0" y="208"/>
                </a:lnTo>
                <a:lnTo>
                  <a:pt x="182" y="0"/>
                </a:lnTo>
                <a:lnTo>
                  <a:pt x="178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9" name=""/>
          <p:cNvSpPr/>
          <p:nvPr/>
        </p:nvSpPr>
        <p:spPr>
          <a:xfrm>
            <a:off x="2104920" y="4448160"/>
            <a:ext cx="66960" cy="76320"/>
          </a:xfrm>
          <a:custGeom>
            <a:avLst/>
            <a:gdLst/>
            <a:ahLst/>
            <a:rect l="0" t="0" r="r" b="b"/>
            <a:pathLst>
              <a:path w="186" h="212">
                <a:moveTo>
                  <a:pt x="182" y="0"/>
                </a:moveTo>
                <a:lnTo>
                  <a:pt x="0" y="208"/>
                </a:lnTo>
                <a:lnTo>
                  <a:pt x="0" y="212"/>
                </a:lnTo>
                <a:lnTo>
                  <a:pt x="186" y="0"/>
                </a:lnTo>
                <a:lnTo>
                  <a:pt x="18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40" name=""/>
          <p:cNvSpPr/>
          <p:nvPr/>
        </p:nvSpPr>
        <p:spPr>
          <a:xfrm>
            <a:off x="2104920" y="4448160"/>
            <a:ext cx="68400" cy="78120"/>
          </a:xfrm>
          <a:custGeom>
            <a:avLst/>
            <a:gdLst/>
            <a:ahLst/>
            <a:rect l="0" t="0" r="r" b="b"/>
            <a:pathLst>
              <a:path w="190" h="217">
                <a:moveTo>
                  <a:pt x="186" y="0"/>
                </a:moveTo>
                <a:lnTo>
                  <a:pt x="0" y="212"/>
                </a:lnTo>
                <a:lnTo>
                  <a:pt x="0" y="217"/>
                </a:lnTo>
                <a:lnTo>
                  <a:pt x="190" y="0"/>
                </a:lnTo>
                <a:lnTo>
                  <a:pt x="186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41" name=""/>
          <p:cNvSpPr/>
          <p:nvPr/>
        </p:nvSpPr>
        <p:spPr>
          <a:xfrm>
            <a:off x="2104920" y="4448160"/>
            <a:ext cx="69840" cy="79560"/>
          </a:xfrm>
          <a:custGeom>
            <a:avLst/>
            <a:gdLst/>
            <a:ahLst/>
            <a:rect l="0" t="0" r="r" b="b"/>
            <a:pathLst>
              <a:path w="194" h="221">
                <a:moveTo>
                  <a:pt x="190" y="0"/>
                </a:moveTo>
                <a:lnTo>
                  <a:pt x="0" y="217"/>
                </a:lnTo>
                <a:lnTo>
                  <a:pt x="0" y="221"/>
                </a:lnTo>
                <a:lnTo>
                  <a:pt x="194" y="0"/>
                </a:lnTo>
                <a:lnTo>
                  <a:pt x="190" y="0"/>
                </a:lnTo>
                <a:close/>
              </a:path>
            </a:pathLst>
          </a:custGeom>
          <a:solidFill>
            <a:srgbClr val="0d0d0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42" name=""/>
          <p:cNvSpPr/>
          <p:nvPr/>
        </p:nvSpPr>
        <p:spPr>
          <a:xfrm>
            <a:off x="2104920" y="4448160"/>
            <a:ext cx="71280" cy="81360"/>
          </a:xfrm>
          <a:custGeom>
            <a:avLst/>
            <a:gdLst/>
            <a:ahLst/>
            <a:rect l="0" t="0" r="r" b="b"/>
            <a:pathLst>
              <a:path w="198" h="226">
                <a:moveTo>
                  <a:pt x="194" y="0"/>
                </a:moveTo>
                <a:lnTo>
                  <a:pt x="0" y="221"/>
                </a:lnTo>
                <a:lnTo>
                  <a:pt x="0" y="226"/>
                </a:lnTo>
                <a:lnTo>
                  <a:pt x="198" y="0"/>
                </a:lnTo>
                <a:lnTo>
                  <a:pt x="194" y="0"/>
                </a:lnTo>
                <a:close/>
              </a:path>
            </a:pathLst>
          </a:custGeom>
          <a:solidFill>
            <a:srgbClr val="0f0f0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43" name=""/>
          <p:cNvSpPr/>
          <p:nvPr/>
        </p:nvSpPr>
        <p:spPr>
          <a:xfrm>
            <a:off x="2104920" y="4448160"/>
            <a:ext cx="72720" cy="82800"/>
          </a:xfrm>
          <a:custGeom>
            <a:avLst/>
            <a:gdLst/>
            <a:ahLst/>
            <a:rect l="0" t="0" r="r" b="b"/>
            <a:pathLst>
              <a:path w="202" h="230">
                <a:moveTo>
                  <a:pt x="198" y="0"/>
                </a:moveTo>
                <a:lnTo>
                  <a:pt x="0" y="226"/>
                </a:lnTo>
                <a:lnTo>
                  <a:pt x="0" y="230"/>
                </a:lnTo>
                <a:lnTo>
                  <a:pt x="202" y="0"/>
                </a:lnTo>
                <a:lnTo>
                  <a:pt x="198" y="0"/>
                </a:lnTo>
                <a:close/>
              </a:path>
            </a:pathLst>
          </a:custGeom>
          <a:solidFill>
            <a:srgbClr val="10101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44" name=""/>
          <p:cNvSpPr/>
          <p:nvPr/>
        </p:nvSpPr>
        <p:spPr>
          <a:xfrm>
            <a:off x="2104920" y="4448160"/>
            <a:ext cx="74160" cy="84600"/>
          </a:xfrm>
          <a:custGeom>
            <a:avLst/>
            <a:gdLst/>
            <a:ahLst/>
            <a:rect l="0" t="0" r="r" b="b"/>
            <a:pathLst>
              <a:path w="206" h="235">
                <a:moveTo>
                  <a:pt x="202" y="0"/>
                </a:moveTo>
                <a:lnTo>
                  <a:pt x="0" y="230"/>
                </a:lnTo>
                <a:lnTo>
                  <a:pt x="0" y="235"/>
                </a:lnTo>
                <a:lnTo>
                  <a:pt x="206" y="0"/>
                </a:lnTo>
                <a:lnTo>
                  <a:pt x="202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45" name=""/>
          <p:cNvSpPr/>
          <p:nvPr/>
        </p:nvSpPr>
        <p:spPr>
          <a:xfrm>
            <a:off x="2104920" y="4448160"/>
            <a:ext cx="75600" cy="86040"/>
          </a:xfrm>
          <a:custGeom>
            <a:avLst/>
            <a:gdLst/>
            <a:ahLst/>
            <a:rect l="0" t="0" r="r" b="b"/>
            <a:pathLst>
              <a:path w="210" h="239">
                <a:moveTo>
                  <a:pt x="206" y="0"/>
                </a:moveTo>
                <a:lnTo>
                  <a:pt x="0" y="235"/>
                </a:lnTo>
                <a:lnTo>
                  <a:pt x="0" y="239"/>
                </a:lnTo>
                <a:lnTo>
                  <a:pt x="210" y="0"/>
                </a:lnTo>
                <a:lnTo>
                  <a:pt x="206" y="0"/>
                </a:lnTo>
                <a:close/>
              </a:path>
            </a:pathLst>
          </a:custGeom>
          <a:solidFill>
            <a:srgbClr val="13131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46" name=""/>
          <p:cNvSpPr/>
          <p:nvPr/>
        </p:nvSpPr>
        <p:spPr>
          <a:xfrm>
            <a:off x="2104920" y="4448160"/>
            <a:ext cx="77040" cy="87840"/>
          </a:xfrm>
          <a:custGeom>
            <a:avLst/>
            <a:gdLst/>
            <a:ahLst/>
            <a:rect l="0" t="0" r="r" b="b"/>
            <a:pathLst>
              <a:path w="214" h="244">
                <a:moveTo>
                  <a:pt x="210" y="0"/>
                </a:moveTo>
                <a:lnTo>
                  <a:pt x="0" y="239"/>
                </a:lnTo>
                <a:lnTo>
                  <a:pt x="0" y="244"/>
                </a:lnTo>
                <a:lnTo>
                  <a:pt x="214" y="0"/>
                </a:lnTo>
                <a:lnTo>
                  <a:pt x="210" y="0"/>
                </a:lnTo>
                <a:close/>
              </a:path>
            </a:pathLst>
          </a:custGeom>
          <a:solidFill>
            <a:srgbClr val="1414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47" name=""/>
          <p:cNvSpPr/>
          <p:nvPr/>
        </p:nvSpPr>
        <p:spPr>
          <a:xfrm>
            <a:off x="2104920" y="4448160"/>
            <a:ext cx="78480" cy="89280"/>
          </a:xfrm>
          <a:custGeom>
            <a:avLst/>
            <a:gdLst/>
            <a:ahLst/>
            <a:rect l="0" t="0" r="r" b="b"/>
            <a:pathLst>
              <a:path w="218" h="248">
                <a:moveTo>
                  <a:pt x="214" y="0"/>
                </a:moveTo>
                <a:lnTo>
                  <a:pt x="0" y="244"/>
                </a:lnTo>
                <a:lnTo>
                  <a:pt x="0" y="248"/>
                </a:lnTo>
                <a:lnTo>
                  <a:pt x="218" y="0"/>
                </a:lnTo>
                <a:lnTo>
                  <a:pt x="214" y="0"/>
                </a:lnTo>
                <a:close/>
              </a:path>
            </a:pathLst>
          </a:custGeom>
          <a:solidFill>
            <a:srgbClr val="16161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48" name=""/>
          <p:cNvSpPr/>
          <p:nvPr/>
        </p:nvSpPr>
        <p:spPr>
          <a:xfrm>
            <a:off x="2104920" y="4448160"/>
            <a:ext cx="79920" cy="91080"/>
          </a:xfrm>
          <a:custGeom>
            <a:avLst/>
            <a:gdLst/>
            <a:ahLst/>
            <a:rect l="0" t="0" r="r" b="b"/>
            <a:pathLst>
              <a:path w="222" h="253">
                <a:moveTo>
                  <a:pt x="218" y="0"/>
                </a:moveTo>
                <a:lnTo>
                  <a:pt x="0" y="248"/>
                </a:lnTo>
                <a:lnTo>
                  <a:pt x="0" y="253"/>
                </a:lnTo>
                <a:lnTo>
                  <a:pt x="222" y="0"/>
                </a:lnTo>
                <a:lnTo>
                  <a:pt x="218" y="0"/>
                </a:lnTo>
                <a:close/>
              </a:path>
            </a:pathLst>
          </a:custGeom>
          <a:solidFill>
            <a:srgbClr val="1717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49" name=""/>
          <p:cNvSpPr/>
          <p:nvPr/>
        </p:nvSpPr>
        <p:spPr>
          <a:xfrm>
            <a:off x="2104920" y="4448160"/>
            <a:ext cx="81360" cy="92520"/>
          </a:xfrm>
          <a:custGeom>
            <a:avLst/>
            <a:gdLst/>
            <a:ahLst/>
            <a:rect l="0" t="0" r="r" b="b"/>
            <a:pathLst>
              <a:path w="226" h="257">
                <a:moveTo>
                  <a:pt x="222" y="0"/>
                </a:moveTo>
                <a:lnTo>
                  <a:pt x="0" y="253"/>
                </a:lnTo>
                <a:lnTo>
                  <a:pt x="0" y="257"/>
                </a:lnTo>
                <a:lnTo>
                  <a:pt x="226" y="0"/>
                </a:lnTo>
                <a:lnTo>
                  <a:pt x="222" y="0"/>
                </a:lnTo>
                <a:close/>
              </a:path>
            </a:pathLst>
          </a:custGeom>
          <a:solidFill>
            <a:srgbClr val="18181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50" name=""/>
          <p:cNvSpPr/>
          <p:nvPr/>
        </p:nvSpPr>
        <p:spPr>
          <a:xfrm>
            <a:off x="2104920" y="4448160"/>
            <a:ext cx="82800" cy="94320"/>
          </a:xfrm>
          <a:custGeom>
            <a:avLst/>
            <a:gdLst/>
            <a:ahLst/>
            <a:rect l="0" t="0" r="r" b="b"/>
            <a:pathLst>
              <a:path w="230" h="262">
                <a:moveTo>
                  <a:pt x="226" y="0"/>
                </a:moveTo>
                <a:lnTo>
                  <a:pt x="0" y="257"/>
                </a:lnTo>
                <a:lnTo>
                  <a:pt x="0" y="262"/>
                </a:lnTo>
                <a:lnTo>
                  <a:pt x="230" y="0"/>
                </a:lnTo>
                <a:lnTo>
                  <a:pt x="226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51" name=""/>
          <p:cNvSpPr/>
          <p:nvPr/>
        </p:nvSpPr>
        <p:spPr>
          <a:xfrm>
            <a:off x="2104920" y="4448160"/>
            <a:ext cx="84240" cy="95760"/>
          </a:xfrm>
          <a:custGeom>
            <a:avLst/>
            <a:gdLst/>
            <a:ahLst/>
            <a:rect l="0" t="0" r="r" b="b"/>
            <a:pathLst>
              <a:path w="234" h="266">
                <a:moveTo>
                  <a:pt x="230" y="0"/>
                </a:moveTo>
                <a:lnTo>
                  <a:pt x="0" y="262"/>
                </a:lnTo>
                <a:lnTo>
                  <a:pt x="0" y="266"/>
                </a:lnTo>
                <a:lnTo>
                  <a:pt x="234" y="0"/>
                </a:lnTo>
                <a:lnTo>
                  <a:pt x="23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52" name=""/>
          <p:cNvSpPr/>
          <p:nvPr/>
        </p:nvSpPr>
        <p:spPr>
          <a:xfrm>
            <a:off x="2104920" y="4448160"/>
            <a:ext cx="85680" cy="97560"/>
          </a:xfrm>
          <a:custGeom>
            <a:avLst/>
            <a:gdLst/>
            <a:ahLst/>
            <a:rect l="0" t="0" r="r" b="b"/>
            <a:pathLst>
              <a:path w="238" h="271">
                <a:moveTo>
                  <a:pt x="234" y="0"/>
                </a:moveTo>
                <a:lnTo>
                  <a:pt x="0" y="266"/>
                </a:lnTo>
                <a:lnTo>
                  <a:pt x="0" y="271"/>
                </a:lnTo>
                <a:lnTo>
                  <a:pt x="238" y="0"/>
                </a:lnTo>
                <a:lnTo>
                  <a:pt x="234" y="0"/>
                </a:lnTo>
                <a:close/>
              </a:path>
            </a:pathLst>
          </a:custGeom>
          <a:solidFill>
            <a:srgbClr val="1c1c1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53" name=""/>
          <p:cNvSpPr/>
          <p:nvPr/>
        </p:nvSpPr>
        <p:spPr>
          <a:xfrm>
            <a:off x="2104920" y="4448160"/>
            <a:ext cx="87120" cy="99000"/>
          </a:xfrm>
          <a:custGeom>
            <a:avLst/>
            <a:gdLst/>
            <a:ahLst/>
            <a:rect l="0" t="0" r="r" b="b"/>
            <a:pathLst>
              <a:path w="242" h="275">
                <a:moveTo>
                  <a:pt x="238" y="0"/>
                </a:moveTo>
                <a:lnTo>
                  <a:pt x="0" y="271"/>
                </a:lnTo>
                <a:lnTo>
                  <a:pt x="0" y="275"/>
                </a:lnTo>
                <a:lnTo>
                  <a:pt x="242" y="0"/>
                </a:lnTo>
                <a:lnTo>
                  <a:pt x="238" y="0"/>
                </a:lnTo>
                <a:close/>
              </a:path>
            </a:pathLst>
          </a:custGeom>
          <a:solidFill>
            <a:srgbClr val="1e1e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54" name=""/>
          <p:cNvSpPr/>
          <p:nvPr/>
        </p:nvSpPr>
        <p:spPr>
          <a:xfrm>
            <a:off x="2104920" y="4448160"/>
            <a:ext cx="88560" cy="100800"/>
          </a:xfrm>
          <a:custGeom>
            <a:avLst/>
            <a:gdLst/>
            <a:ahLst/>
            <a:rect l="0" t="0" r="r" b="b"/>
            <a:pathLst>
              <a:path w="246" h="280">
                <a:moveTo>
                  <a:pt x="242" y="0"/>
                </a:moveTo>
                <a:lnTo>
                  <a:pt x="0" y="275"/>
                </a:lnTo>
                <a:lnTo>
                  <a:pt x="0" y="280"/>
                </a:lnTo>
                <a:lnTo>
                  <a:pt x="246" y="0"/>
                </a:lnTo>
                <a:lnTo>
                  <a:pt x="242" y="0"/>
                </a:ln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55" name=""/>
          <p:cNvSpPr/>
          <p:nvPr/>
        </p:nvSpPr>
        <p:spPr>
          <a:xfrm>
            <a:off x="2104920" y="4448160"/>
            <a:ext cx="90000" cy="102240"/>
          </a:xfrm>
          <a:custGeom>
            <a:avLst/>
            <a:gdLst/>
            <a:ahLst/>
            <a:rect l="0" t="0" r="r" b="b"/>
            <a:pathLst>
              <a:path w="250" h="284">
                <a:moveTo>
                  <a:pt x="246" y="0"/>
                </a:moveTo>
                <a:lnTo>
                  <a:pt x="0" y="280"/>
                </a:lnTo>
                <a:lnTo>
                  <a:pt x="0" y="284"/>
                </a:lnTo>
                <a:lnTo>
                  <a:pt x="250" y="0"/>
                </a:lnTo>
                <a:lnTo>
                  <a:pt x="246" y="0"/>
                </a:lnTo>
                <a:close/>
              </a:path>
            </a:pathLst>
          </a:custGeom>
          <a:solidFill>
            <a:srgbClr val="20202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56" name=""/>
          <p:cNvSpPr/>
          <p:nvPr/>
        </p:nvSpPr>
        <p:spPr>
          <a:xfrm>
            <a:off x="2104920" y="4448160"/>
            <a:ext cx="91440" cy="104040"/>
          </a:xfrm>
          <a:custGeom>
            <a:avLst/>
            <a:gdLst/>
            <a:ahLst/>
            <a:rect l="0" t="0" r="r" b="b"/>
            <a:pathLst>
              <a:path w="254" h="289">
                <a:moveTo>
                  <a:pt x="250" y="0"/>
                </a:moveTo>
                <a:lnTo>
                  <a:pt x="0" y="284"/>
                </a:lnTo>
                <a:lnTo>
                  <a:pt x="0" y="289"/>
                </a:lnTo>
                <a:lnTo>
                  <a:pt x="254" y="0"/>
                </a:lnTo>
                <a:lnTo>
                  <a:pt x="250" y="0"/>
                </a:lnTo>
                <a:close/>
              </a:path>
            </a:pathLst>
          </a:custGeom>
          <a:solidFill>
            <a:srgbClr val="22222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57" name=""/>
          <p:cNvSpPr/>
          <p:nvPr/>
        </p:nvSpPr>
        <p:spPr>
          <a:xfrm>
            <a:off x="2104920" y="4448160"/>
            <a:ext cx="92520" cy="105480"/>
          </a:xfrm>
          <a:custGeom>
            <a:avLst/>
            <a:gdLst/>
            <a:ahLst/>
            <a:rect l="0" t="0" r="r" b="b"/>
            <a:pathLst>
              <a:path w="257" h="293">
                <a:moveTo>
                  <a:pt x="254" y="0"/>
                </a:moveTo>
                <a:lnTo>
                  <a:pt x="0" y="289"/>
                </a:lnTo>
                <a:lnTo>
                  <a:pt x="0" y="293"/>
                </a:lnTo>
                <a:lnTo>
                  <a:pt x="257" y="0"/>
                </a:lnTo>
                <a:lnTo>
                  <a:pt x="254" y="0"/>
                </a:lnTo>
                <a:close/>
              </a:path>
            </a:pathLst>
          </a:custGeom>
          <a:solidFill>
            <a:srgbClr val="23232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58" name=""/>
          <p:cNvSpPr/>
          <p:nvPr/>
        </p:nvSpPr>
        <p:spPr>
          <a:xfrm>
            <a:off x="2104920" y="4448160"/>
            <a:ext cx="93960" cy="107280"/>
          </a:xfrm>
          <a:custGeom>
            <a:avLst/>
            <a:gdLst/>
            <a:ahLst/>
            <a:rect l="0" t="0" r="r" b="b"/>
            <a:pathLst>
              <a:path w="261" h="298">
                <a:moveTo>
                  <a:pt x="257" y="0"/>
                </a:moveTo>
                <a:lnTo>
                  <a:pt x="0" y="293"/>
                </a:lnTo>
                <a:lnTo>
                  <a:pt x="0" y="298"/>
                </a:lnTo>
                <a:lnTo>
                  <a:pt x="261" y="0"/>
                </a:lnTo>
                <a:lnTo>
                  <a:pt x="257" y="0"/>
                </a:lnTo>
                <a:close/>
              </a:path>
            </a:pathLst>
          </a:custGeom>
          <a:solidFill>
            <a:srgbClr val="25252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59" name=""/>
          <p:cNvSpPr/>
          <p:nvPr/>
        </p:nvSpPr>
        <p:spPr>
          <a:xfrm>
            <a:off x="2104920" y="4448160"/>
            <a:ext cx="95400" cy="108720"/>
          </a:xfrm>
          <a:custGeom>
            <a:avLst/>
            <a:gdLst/>
            <a:ahLst/>
            <a:rect l="0" t="0" r="r" b="b"/>
            <a:pathLst>
              <a:path w="265" h="302">
                <a:moveTo>
                  <a:pt x="261" y="0"/>
                </a:moveTo>
                <a:lnTo>
                  <a:pt x="0" y="298"/>
                </a:lnTo>
                <a:lnTo>
                  <a:pt x="0" y="302"/>
                </a:lnTo>
                <a:lnTo>
                  <a:pt x="265" y="0"/>
                </a:lnTo>
                <a:lnTo>
                  <a:pt x="261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60" name=""/>
          <p:cNvSpPr/>
          <p:nvPr/>
        </p:nvSpPr>
        <p:spPr>
          <a:xfrm>
            <a:off x="2104920" y="4448160"/>
            <a:ext cx="96840" cy="110520"/>
          </a:xfrm>
          <a:custGeom>
            <a:avLst/>
            <a:gdLst/>
            <a:ahLst/>
            <a:rect l="0" t="0" r="r" b="b"/>
            <a:pathLst>
              <a:path w="269" h="307">
                <a:moveTo>
                  <a:pt x="265" y="0"/>
                </a:moveTo>
                <a:lnTo>
                  <a:pt x="0" y="301"/>
                </a:lnTo>
                <a:lnTo>
                  <a:pt x="0" y="307"/>
                </a:lnTo>
                <a:lnTo>
                  <a:pt x="269" y="0"/>
                </a:lnTo>
                <a:lnTo>
                  <a:pt x="265" y="0"/>
                </a:lnTo>
                <a:close/>
              </a:path>
            </a:pathLst>
          </a:custGeom>
          <a:solidFill>
            <a:srgbClr val="27272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61" name=""/>
          <p:cNvSpPr/>
          <p:nvPr/>
        </p:nvSpPr>
        <p:spPr>
          <a:xfrm>
            <a:off x="2104920" y="4448160"/>
            <a:ext cx="98280" cy="111960"/>
          </a:xfrm>
          <a:custGeom>
            <a:avLst/>
            <a:gdLst/>
            <a:ahLst/>
            <a:rect l="0" t="0" r="r" b="b"/>
            <a:pathLst>
              <a:path w="273" h="311">
                <a:moveTo>
                  <a:pt x="269" y="0"/>
                </a:moveTo>
                <a:lnTo>
                  <a:pt x="0" y="307"/>
                </a:lnTo>
                <a:lnTo>
                  <a:pt x="0" y="311"/>
                </a:lnTo>
                <a:lnTo>
                  <a:pt x="273" y="0"/>
                </a:lnTo>
                <a:lnTo>
                  <a:pt x="269" y="0"/>
                </a:lnTo>
                <a:close/>
              </a:path>
            </a:pathLst>
          </a:custGeom>
          <a:solidFill>
            <a:srgbClr val="29292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62" name=""/>
          <p:cNvSpPr/>
          <p:nvPr/>
        </p:nvSpPr>
        <p:spPr>
          <a:xfrm>
            <a:off x="2104920" y="4448160"/>
            <a:ext cx="99720" cy="113760"/>
          </a:xfrm>
          <a:custGeom>
            <a:avLst/>
            <a:gdLst/>
            <a:ahLst/>
            <a:rect l="0" t="0" r="r" b="b"/>
            <a:pathLst>
              <a:path w="277" h="316">
                <a:moveTo>
                  <a:pt x="273" y="0"/>
                </a:moveTo>
                <a:lnTo>
                  <a:pt x="0" y="311"/>
                </a:lnTo>
                <a:lnTo>
                  <a:pt x="0" y="316"/>
                </a:lnTo>
                <a:lnTo>
                  <a:pt x="277" y="0"/>
                </a:lnTo>
                <a:lnTo>
                  <a:pt x="273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63" name=""/>
          <p:cNvSpPr/>
          <p:nvPr/>
        </p:nvSpPr>
        <p:spPr>
          <a:xfrm>
            <a:off x="2104920" y="4448160"/>
            <a:ext cx="101160" cy="115200"/>
          </a:xfrm>
          <a:custGeom>
            <a:avLst/>
            <a:gdLst/>
            <a:ahLst/>
            <a:rect l="0" t="0" r="r" b="b"/>
            <a:pathLst>
              <a:path w="281" h="320">
                <a:moveTo>
                  <a:pt x="277" y="0"/>
                </a:moveTo>
                <a:lnTo>
                  <a:pt x="0" y="316"/>
                </a:lnTo>
                <a:lnTo>
                  <a:pt x="0" y="320"/>
                </a:lnTo>
                <a:lnTo>
                  <a:pt x="281" y="0"/>
                </a:lnTo>
                <a:lnTo>
                  <a:pt x="277" y="0"/>
                </a:lnTo>
                <a:close/>
              </a:path>
            </a:pathLst>
          </a:custGeom>
          <a:solidFill>
            <a:srgbClr val="2b2b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64" name=""/>
          <p:cNvSpPr/>
          <p:nvPr/>
        </p:nvSpPr>
        <p:spPr>
          <a:xfrm>
            <a:off x="2104920" y="4448160"/>
            <a:ext cx="102600" cy="117000"/>
          </a:xfrm>
          <a:custGeom>
            <a:avLst/>
            <a:gdLst/>
            <a:ahLst/>
            <a:rect l="0" t="0" r="r" b="b"/>
            <a:pathLst>
              <a:path w="285" h="325">
                <a:moveTo>
                  <a:pt x="281" y="0"/>
                </a:moveTo>
                <a:lnTo>
                  <a:pt x="0" y="320"/>
                </a:lnTo>
                <a:lnTo>
                  <a:pt x="0" y="325"/>
                </a:lnTo>
                <a:lnTo>
                  <a:pt x="285" y="0"/>
                </a:lnTo>
                <a:lnTo>
                  <a:pt x="281" y="0"/>
                </a:lnTo>
                <a:close/>
              </a:path>
            </a:pathLst>
          </a:custGeom>
          <a:solidFill>
            <a:srgbClr val="2d2d2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65" name=""/>
          <p:cNvSpPr/>
          <p:nvPr/>
        </p:nvSpPr>
        <p:spPr>
          <a:xfrm>
            <a:off x="2104920" y="4448160"/>
            <a:ext cx="104040" cy="118440"/>
          </a:xfrm>
          <a:custGeom>
            <a:avLst/>
            <a:gdLst/>
            <a:ahLst/>
            <a:rect l="0" t="0" r="r" b="b"/>
            <a:pathLst>
              <a:path w="289" h="329">
                <a:moveTo>
                  <a:pt x="285" y="0"/>
                </a:moveTo>
                <a:lnTo>
                  <a:pt x="0" y="325"/>
                </a:lnTo>
                <a:lnTo>
                  <a:pt x="0" y="329"/>
                </a:lnTo>
                <a:lnTo>
                  <a:pt x="289" y="0"/>
                </a:lnTo>
                <a:lnTo>
                  <a:pt x="285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66" name=""/>
          <p:cNvSpPr/>
          <p:nvPr/>
        </p:nvSpPr>
        <p:spPr>
          <a:xfrm>
            <a:off x="2104920" y="4448160"/>
            <a:ext cx="105480" cy="120240"/>
          </a:xfrm>
          <a:custGeom>
            <a:avLst/>
            <a:gdLst/>
            <a:ahLst/>
            <a:rect l="0" t="0" r="r" b="b"/>
            <a:pathLst>
              <a:path w="293" h="334">
                <a:moveTo>
                  <a:pt x="289" y="0"/>
                </a:moveTo>
                <a:lnTo>
                  <a:pt x="0" y="329"/>
                </a:lnTo>
                <a:lnTo>
                  <a:pt x="0" y="334"/>
                </a:lnTo>
                <a:lnTo>
                  <a:pt x="293" y="0"/>
                </a:lnTo>
                <a:lnTo>
                  <a:pt x="289" y="0"/>
                </a:lnTo>
                <a:close/>
              </a:path>
            </a:pathLst>
          </a:custGeom>
          <a:solidFill>
            <a:srgbClr val="2f2f2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67" name=""/>
          <p:cNvSpPr/>
          <p:nvPr/>
        </p:nvSpPr>
        <p:spPr>
          <a:xfrm>
            <a:off x="2104920" y="4448160"/>
            <a:ext cx="106920" cy="121680"/>
          </a:xfrm>
          <a:custGeom>
            <a:avLst/>
            <a:gdLst/>
            <a:ahLst/>
            <a:rect l="0" t="0" r="r" b="b"/>
            <a:pathLst>
              <a:path w="297" h="338">
                <a:moveTo>
                  <a:pt x="293" y="0"/>
                </a:moveTo>
                <a:lnTo>
                  <a:pt x="0" y="334"/>
                </a:lnTo>
                <a:lnTo>
                  <a:pt x="0" y="338"/>
                </a:lnTo>
                <a:lnTo>
                  <a:pt x="297" y="0"/>
                </a:lnTo>
                <a:lnTo>
                  <a:pt x="293" y="0"/>
                </a:lnTo>
                <a:close/>
              </a:path>
            </a:pathLst>
          </a:custGeom>
          <a:solidFill>
            <a:srgbClr val="31313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68" name=""/>
          <p:cNvSpPr/>
          <p:nvPr/>
        </p:nvSpPr>
        <p:spPr>
          <a:xfrm>
            <a:off x="2104920" y="4448160"/>
            <a:ext cx="108360" cy="123480"/>
          </a:xfrm>
          <a:custGeom>
            <a:avLst/>
            <a:gdLst/>
            <a:ahLst/>
            <a:rect l="0" t="0" r="r" b="b"/>
            <a:pathLst>
              <a:path w="301" h="343">
                <a:moveTo>
                  <a:pt x="297" y="0"/>
                </a:moveTo>
                <a:lnTo>
                  <a:pt x="0" y="338"/>
                </a:lnTo>
                <a:lnTo>
                  <a:pt x="0" y="343"/>
                </a:lnTo>
                <a:lnTo>
                  <a:pt x="301" y="0"/>
                </a:lnTo>
                <a:lnTo>
                  <a:pt x="297" y="0"/>
                </a:lnTo>
                <a:close/>
              </a:path>
            </a:pathLst>
          </a:custGeom>
          <a:solidFill>
            <a:srgbClr val="323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69" name=""/>
          <p:cNvSpPr/>
          <p:nvPr/>
        </p:nvSpPr>
        <p:spPr>
          <a:xfrm>
            <a:off x="2104920" y="4448160"/>
            <a:ext cx="109800" cy="124920"/>
          </a:xfrm>
          <a:custGeom>
            <a:avLst/>
            <a:gdLst/>
            <a:ahLst/>
            <a:rect l="0" t="0" r="r" b="b"/>
            <a:pathLst>
              <a:path w="305" h="347">
                <a:moveTo>
                  <a:pt x="301" y="0"/>
                </a:moveTo>
                <a:lnTo>
                  <a:pt x="0" y="343"/>
                </a:lnTo>
                <a:lnTo>
                  <a:pt x="0" y="347"/>
                </a:lnTo>
                <a:lnTo>
                  <a:pt x="305" y="0"/>
                </a:lnTo>
                <a:lnTo>
                  <a:pt x="301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70" name=""/>
          <p:cNvSpPr/>
          <p:nvPr/>
        </p:nvSpPr>
        <p:spPr>
          <a:xfrm>
            <a:off x="2104920" y="4448160"/>
            <a:ext cx="111240" cy="126720"/>
          </a:xfrm>
          <a:custGeom>
            <a:avLst/>
            <a:gdLst/>
            <a:ahLst/>
            <a:rect l="0" t="0" r="r" b="b"/>
            <a:pathLst>
              <a:path w="309" h="352">
                <a:moveTo>
                  <a:pt x="305" y="0"/>
                </a:moveTo>
                <a:lnTo>
                  <a:pt x="0" y="347"/>
                </a:lnTo>
                <a:lnTo>
                  <a:pt x="0" y="352"/>
                </a:lnTo>
                <a:lnTo>
                  <a:pt x="309" y="0"/>
                </a:lnTo>
                <a:lnTo>
                  <a:pt x="305" y="0"/>
                </a:lnTo>
                <a:close/>
              </a:path>
            </a:pathLst>
          </a:custGeom>
          <a:solidFill>
            <a:srgbClr val="35353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71" name=""/>
          <p:cNvSpPr/>
          <p:nvPr/>
        </p:nvSpPr>
        <p:spPr>
          <a:xfrm>
            <a:off x="2104920" y="4448160"/>
            <a:ext cx="112680" cy="128160"/>
          </a:xfrm>
          <a:custGeom>
            <a:avLst/>
            <a:gdLst/>
            <a:ahLst/>
            <a:rect l="0" t="0" r="r" b="b"/>
            <a:pathLst>
              <a:path w="313" h="356">
                <a:moveTo>
                  <a:pt x="309" y="0"/>
                </a:moveTo>
                <a:lnTo>
                  <a:pt x="0" y="352"/>
                </a:lnTo>
                <a:lnTo>
                  <a:pt x="0" y="356"/>
                </a:lnTo>
                <a:lnTo>
                  <a:pt x="313" y="0"/>
                </a:lnTo>
                <a:lnTo>
                  <a:pt x="309" y="0"/>
                </a:lnTo>
                <a:close/>
              </a:path>
            </a:pathLst>
          </a:custGeom>
          <a:solidFill>
            <a:srgbClr val="36363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72" name=""/>
          <p:cNvSpPr/>
          <p:nvPr/>
        </p:nvSpPr>
        <p:spPr>
          <a:xfrm>
            <a:off x="2104920" y="4448160"/>
            <a:ext cx="114120" cy="129960"/>
          </a:xfrm>
          <a:custGeom>
            <a:avLst/>
            <a:gdLst/>
            <a:ahLst/>
            <a:rect l="0" t="0" r="r" b="b"/>
            <a:pathLst>
              <a:path w="317" h="361">
                <a:moveTo>
                  <a:pt x="313" y="0"/>
                </a:moveTo>
                <a:lnTo>
                  <a:pt x="0" y="356"/>
                </a:lnTo>
                <a:lnTo>
                  <a:pt x="0" y="361"/>
                </a:lnTo>
                <a:lnTo>
                  <a:pt x="317" y="0"/>
                </a:lnTo>
                <a:lnTo>
                  <a:pt x="313" y="0"/>
                </a:lnTo>
                <a:close/>
              </a:path>
            </a:pathLst>
          </a:custGeom>
          <a:solidFill>
            <a:srgbClr val="3838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73" name=""/>
          <p:cNvSpPr/>
          <p:nvPr/>
        </p:nvSpPr>
        <p:spPr>
          <a:xfrm>
            <a:off x="2104920" y="4448160"/>
            <a:ext cx="115560" cy="131400"/>
          </a:xfrm>
          <a:custGeom>
            <a:avLst/>
            <a:gdLst/>
            <a:ahLst/>
            <a:rect l="0" t="0" r="r" b="b"/>
            <a:pathLst>
              <a:path w="321" h="365">
                <a:moveTo>
                  <a:pt x="317" y="0"/>
                </a:moveTo>
                <a:lnTo>
                  <a:pt x="0" y="361"/>
                </a:lnTo>
                <a:lnTo>
                  <a:pt x="0" y="365"/>
                </a:lnTo>
                <a:lnTo>
                  <a:pt x="321" y="0"/>
                </a:lnTo>
                <a:lnTo>
                  <a:pt x="317" y="0"/>
                </a:lnTo>
                <a:close/>
              </a:path>
            </a:pathLst>
          </a:custGeom>
          <a:solidFill>
            <a:srgbClr val="39393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74" name=""/>
          <p:cNvSpPr/>
          <p:nvPr/>
        </p:nvSpPr>
        <p:spPr>
          <a:xfrm>
            <a:off x="2104920" y="4448160"/>
            <a:ext cx="117000" cy="133200"/>
          </a:xfrm>
          <a:custGeom>
            <a:avLst/>
            <a:gdLst/>
            <a:ahLst/>
            <a:rect l="0" t="0" r="r" b="b"/>
            <a:pathLst>
              <a:path w="325" h="370">
                <a:moveTo>
                  <a:pt x="321" y="0"/>
                </a:moveTo>
                <a:lnTo>
                  <a:pt x="0" y="365"/>
                </a:lnTo>
                <a:lnTo>
                  <a:pt x="0" y="370"/>
                </a:lnTo>
                <a:lnTo>
                  <a:pt x="325" y="0"/>
                </a:lnTo>
                <a:lnTo>
                  <a:pt x="321" y="0"/>
                </a:lnTo>
                <a:close/>
              </a:path>
            </a:pathLst>
          </a:custGeom>
          <a:solidFill>
            <a:srgbClr val="3a3a3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75" name=""/>
          <p:cNvSpPr/>
          <p:nvPr/>
        </p:nvSpPr>
        <p:spPr>
          <a:xfrm>
            <a:off x="2104920" y="4448160"/>
            <a:ext cx="118440" cy="134640"/>
          </a:xfrm>
          <a:custGeom>
            <a:avLst/>
            <a:gdLst/>
            <a:ahLst/>
            <a:rect l="0" t="0" r="r" b="b"/>
            <a:pathLst>
              <a:path w="329" h="374">
                <a:moveTo>
                  <a:pt x="325" y="0"/>
                </a:moveTo>
                <a:lnTo>
                  <a:pt x="0" y="370"/>
                </a:lnTo>
                <a:lnTo>
                  <a:pt x="0" y="374"/>
                </a:lnTo>
                <a:lnTo>
                  <a:pt x="329" y="0"/>
                </a:lnTo>
                <a:lnTo>
                  <a:pt x="325" y="0"/>
                </a:lnTo>
                <a:close/>
              </a:path>
            </a:pathLst>
          </a:custGeom>
          <a:solidFill>
            <a:srgbClr val="3c3c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76" name=""/>
          <p:cNvSpPr/>
          <p:nvPr/>
        </p:nvSpPr>
        <p:spPr>
          <a:xfrm>
            <a:off x="2104920" y="4448160"/>
            <a:ext cx="119880" cy="136440"/>
          </a:xfrm>
          <a:custGeom>
            <a:avLst/>
            <a:gdLst/>
            <a:ahLst/>
            <a:rect l="0" t="0" r="r" b="b"/>
            <a:pathLst>
              <a:path w="333" h="379">
                <a:moveTo>
                  <a:pt x="329" y="0"/>
                </a:moveTo>
                <a:lnTo>
                  <a:pt x="0" y="374"/>
                </a:lnTo>
                <a:lnTo>
                  <a:pt x="0" y="379"/>
                </a:lnTo>
                <a:lnTo>
                  <a:pt x="333" y="0"/>
                </a:lnTo>
                <a:lnTo>
                  <a:pt x="329" y="0"/>
                </a:lnTo>
                <a:close/>
              </a:path>
            </a:pathLst>
          </a:custGeom>
          <a:solidFill>
            <a:srgbClr val="3d3d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77" name=""/>
          <p:cNvSpPr/>
          <p:nvPr/>
        </p:nvSpPr>
        <p:spPr>
          <a:xfrm>
            <a:off x="2104920" y="4448160"/>
            <a:ext cx="120960" cy="137880"/>
          </a:xfrm>
          <a:custGeom>
            <a:avLst/>
            <a:gdLst/>
            <a:ahLst/>
            <a:rect l="0" t="0" r="r" b="b"/>
            <a:pathLst>
              <a:path w="336" h="383">
                <a:moveTo>
                  <a:pt x="333" y="0"/>
                </a:moveTo>
                <a:lnTo>
                  <a:pt x="0" y="379"/>
                </a:lnTo>
                <a:lnTo>
                  <a:pt x="0" y="383"/>
                </a:lnTo>
                <a:lnTo>
                  <a:pt x="336" y="0"/>
                </a:lnTo>
                <a:lnTo>
                  <a:pt x="333" y="0"/>
                </a:lnTo>
                <a:close/>
              </a:path>
            </a:pathLst>
          </a:custGeom>
          <a:solidFill>
            <a:srgbClr val="3e3e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78" name=""/>
          <p:cNvSpPr/>
          <p:nvPr/>
        </p:nvSpPr>
        <p:spPr>
          <a:xfrm>
            <a:off x="2104920" y="4448160"/>
            <a:ext cx="122400" cy="139680"/>
          </a:xfrm>
          <a:custGeom>
            <a:avLst/>
            <a:gdLst/>
            <a:ahLst/>
            <a:rect l="0" t="0" r="r" b="b"/>
            <a:pathLst>
              <a:path w="340" h="388">
                <a:moveTo>
                  <a:pt x="336" y="0"/>
                </a:moveTo>
                <a:lnTo>
                  <a:pt x="0" y="383"/>
                </a:lnTo>
                <a:lnTo>
                  <a:pt x="0" y="388"/>
                </a:lnTo>
                <a:lnTo>
                  <a:pt x="340" y="0"/>
                </a:lnTo>
                <a:lnTo>
                  <a:pt x="336" y="0"/>
                </a:lnTo>
                <a:close/>
              </a:path>
            </a:pathLst>
          </a:custGeom>
          <a:solidFill>
            <a:srgbClr val="404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9" name=""/>
          <p:cNvSpPr/>
          <p:nvPr/>
        </p:nvSpPr>
        <p:spPr>
          <a:xfrm>
            <a:off x="2104920" y="4448160"/>
            <a:ext cx="123840" cy="141120"/>
          </a:xfrm>
          <a:custGeom>
            <a:avLst/>
            <a:gdLst/>
            <a:ahLst/>
            <a:rect l="0" t="0" r="r" b="b"/>
            <a:pathLst>
              <a:path w="344" h="392">
                <a:moveTo>
                  <a:pt x="340" y="0"/>
                </a:moveTo>
                <a:lnTo>
                  <a:pt x="0" y="388"/>
                </a:lnTo>
                <a:lnTo>
                  <a:pt x="0" y="392"/>
                </a:lnTo>
                <a:lnTo>
                  <a:pt x="344" y="0"/>
                </a:lnTo>
                <a:lnTo>
                  <a:pt x="340" y="0"/>
                </a:lnTo>
                <a:close/>
              </a:path>
            </a:pathLst>
          </a:custGeom>
          <a:solidFill>
            <a:srgbClr val="41414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0" name=""/>
          <p:cNvSpPr/>
          <p:nvPr/>
        </p:nvSpPr>
        <p:spPr>
          <a:xfrm>
            <a:off x="2104920" y="4448160"/>
            <a:ext cx="125280" cy="142920"/>
          </a:xfrm>
          <a:custGeom>
            <a:avLst/>
            <a:gdLst/>
            <a:ahLst/>
            <a:rect l="0" t="0" r="r" b="b"/>
            <a:pathLst>
              <a:path w="348" h="397">
                <a:moveTo>
                  <a:pt x="344" y="0"/>
                </a:moveTo>
                <a:lnTo>
                  <a:pt x="0" y="392"/>
                </a:lnTo>
                <a:lnTo>
                  <a:pt x="0" y="397"/>
                </a:lnTo>
                <a:lnTo>
                  <a:pt x="348" y="0"/>
                </a:lnTo>
                <a:lnTo>
                  <a:pt x="344" y="0"/>
                </a:lnTo>
                <a:close/>
              </a:path>
            </a:pathLst>
          </a:custGeom>
          <a:solidFill>
            <a:srgbClr val="42424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1" name=""/>
          <p:cNvSpPr/>
          <p:nvPr/>
        </p:nvSpPr>
        <p:spPr>
          <a:xfrm>
            <a:off x="2104920" y="4448160"/>
            <a:ext cx="126720" cy="144360"/>
          </a:xfrm>
          <a:custGeom>
            <a:avLst/>
            <a:gdLst/>
            <a:ahLst/>
            <a:rect l="0" t="0" r="r" b="b"/>
            <a:pathLst>
              <a:path w="352" h="401">
                <a:moveTo>
                  <a:pt x="348" y="0"/>
                </a:moveTo>
                <a:lnTo>
                  <a:pt x="0" y="397"/>
                </a:lnTo>
                <a:lnTo>
                  <a:pt x="0" y="401"/>
                </a:lnTo>
                <a:lnTo>
                  <a:pt x="352" y="0"/>
                </a:lnTo>
                <a:lnTo>
                  <a:pt x="348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2" name=""/>
          <p:cNvSpPr/>
          <p:nvPr/>
        </p:nvSpPr>
        <p:spPr>
          <a:xfrm>
            <a:off x="2104920" y="4448160"/>
            <a:ext cx="128160" cy="146160"/>
          </a:xfrm>
          <a:custGeom>
            <a:avLst/>
            <a:gdLst/>
            <a:ahLst/>
            <a:rect l="0" t="0" r="r" b="b"/>
            <a:pathLst>
              <a:path w="356" h="406">
                <a:moveTo>
                  <a:pt x="352" y="0"/>
                </a:moveTo>
                <a:lnTo>
                  <a:pt x="0" y="401"/>
                </a:lnTo>
                <a:lnTo>
                  <a:pt x="0" y="406"/>
                </a:lnTo>
                <a:lnTo>
                  <a:pt x="356" y="0"/>
                </a:lnTo>
                <a:lnTo>
                  <a:pt x="352" y="0"/>
                </a:lnTo>
                <a:close/>
              </a:path>
            </a:pathLst>
          </a:custGeom>
          <a:solidFill>
            <a:srgbClr val="45454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3" name=""/>
          <p:cNvSpPr/>
          <p:nvPr/>
        </p:nvSpPr>
        <p:spPr>
          <a:xfrm>
            <a:off x="2104920" y="4448160"/>
            <a:ext cx="129600" cy="147600"/>
          </a:xfrm>
          <a:custGeom>
            <a:avLst/>
            <a:gdLst/>
            <a:ahLst/>
            <a:rect l="0" t="0" r="r" b="b"/>
            <a:pathLst>
              <a:path w="360" h="410">
                <a:moveTo>
                  <a:pt x="356" y="0"/>
                </a:moveTo>
                <a:lnTo>
                  <a:pt x="0" y="406"/>
                </a:lnTo>
                <a:lnTo>
                  <a:pt x="0" y="410"/>
                </a:lnTo>
                <a:lnTo>
                  <a:pt x="360" y="0"/>
                </a:lnTo>
                <a:lnTo>
                  <a:pt x="356" y="0"/>
                </a:lnTo>
                <a:close/>
              </a:path>
            </a:pathLst>
          </a:custGeom>
          <a:solidFill>
            <a:srgbClr val="47474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4" name=""/>
          <p:cNvSpPr/>
          <p:nvPr/>
        </p:nvSpPr>
        <p:spPr>
          <a:xfrm>
            <a:off x="2104920" y="4448160"/>
            <a:ext cx="131040" cy="149400"/>
          </a:xfrm>
          <a:custGeom>
            <a:avLst/>
            <a:gdLst/>
            <a:ahLst/>
            <a:rect l="0" t="0" r="r" b="b"/>
            <a:pathLst>
              <a:path w="364" h="415">
                <a:moveTo>
                  <a:pt x="360" y="0"/>
                </a:moveTo>
                <a:lnTo>
                  <a:pt x="0" y="410"/>
                </a:lnTo>
                <a:lnTo>
                  <a:pt x="0" y="415"/>
                </a:lnTo>
                <a:lnTo>
                  <a:pt x="364" y="0"/>
                </a:lnTo>
                <a:lnTo>
                  <a:pt x="360" y="0"/>
                </a:lnTo>
                <a:close/>
              </a:path>
            </a:pathLst>
          </a:custGeom>
          <a:solidFill>
            <a:srgbClr val="48484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5" name=""/>
          <p:cNvSpPr/>
          <p:nvPr/>
        </p:nvSpPr>
        <p:spPr>
          <a:xfrm>
            <a:off x="2104920" y="4448160"/>
            <a:ext cx="132480" cy="150840"/>
          </a:xfrm>
          <a:custGeom>
            <a:avLst/>
            <a:gdLst/>
            <a:ahLst/>
            <a:rect l="0" t="0" r="r" b="b"/>
            <a:pathLst>
              <a:path w="368" h="419">
                <a:moveTo>
                  <a:pt x="364" y="0"/>
                </a:moveTo>
                <a:lnTo>
                  <a:pt x="0" y="415"/>
                </a:lnTo>
                <a:lnTo>
                  <a:pt x="0" y="419"/>
                </a:lnTo>
                <a:lnTo>
                  <a:pt x="368" y="0"/>
                </a:lnTo>
                <a:lnTo>
                  <a:pt x="364" y="0"/>
                </a:ln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6" name=""/>
          <p:cNvSpPr/>
          <p:nvPr/>
        </p:nvSpPr>
        <p:spPr>
          <a:xfrm>
            <a:off x="2104920" y="4448160"/>
            <a:ext cx="133920" cy="152640"/>
          </a:xfrm>
          <a:custGeom>
            <a:avLst/>
            <a:gdLst/>
            <a:ahLst/>
            <a:rect l="0" t="0" r="r" b="b"/>
            <a:pathLst>
              <a:path w="372" h="424">
                <a:moveTo>
                  <a:pt x="368" y="0"/>
                </a:moveTo>
                <a:lnTo>
                  <a:pt x="0" y="419"/>
                </a:lnTo>
                <a:lnTo>
                  <a:pt x="0" y="424"/>
                </a:lnTo>
                <a:lnTo>
                  <a:pt x="372" y="0"/>
                </a:lnTo>
                <a:lnTo>
                  <a:pt x="368" y="0"/>
                </a:lnTo>
                <a:close/>
              </a:path>
            </a:pathLst>
          </a:custGeom>
          <a:solidFill>
            <a:srgbClr val="4b4b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7" name=""/>
          <p:cNvSpPr/>
          <p:nvPr/>
        </p:nvSpPr>
        <p:spPr>
          <a:xfrm>
            <a:off x="2104920" y="4448160"/>
            <a:ext cx="135360" cy="154080"/>
          </a:xfrm>
          <a:custGeom>
            <a:avLst/>
            <a:gdLst/>
            <a:ahLst/>
            <a:rect l="0" t="0" r="r" b="b"/>
            <a:pathLst>
              <a:path w="376" h="428">
                <a:moveTo>
                  <a:pt x="372" y="0"/>
                </a:moveTo>
                <a:lnTo>
                  <a:pt x="0" y="424"/>
                </a:lnTo>
                <a:lnTo>
                  <a:pt x="0" y="428"/>
                </a:lnTo>
                <a:lnTo>
                  <a:pt x="376" y="0"/>
                </a:lnTo>
                <a:lnTo>
                  <a:pt x="372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8" name=""/>
          <p:cNvSpPr/>
          <p:nvPr/>
        </p:nvSpPr>
        <p:spPr>
          <a:xfrm>
            <a:off x="2104920" y="4448160"/>
            <a:ext cx="136800" cy="155880"/>
          </a:xfrm>
          <a:custGeom>
            <a:avLst/>
            <a:gdLst/>
            <a:ahLst/>
            <a:rect l="0" t="0" r="r" b="b"/>
            <a:pathLst>
              <a:path w="380" h="433">
                <a:moveTo>
                  <a:pt x="376" y="0"/>
                </a:moveTo>
                <a:lnTo>
                  <a:pt x="0" y="428"/>
                </a:lnTo>
                <a:lnTo>
                  <a:pt x="0" y="433"/>
                </a:lnTo>
                <a:lnTo>
                  <a:pt x="380" y="0"/>
                </a:lnTo>
                <a:lnTo>
                  <a:pt x="376" y="0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9" name=""/>
          <p:cNvSpPr/>
          <p:nvPr/>
        </p:nvSpPr>
        <p:spPr>
          <a:xfrm>
            <a:off x="2104920" y="4448160"/>
            <a:ext cx="138240" cy="157320"/>
          </a:xfrm>
          <a:custGeom>
            <a:avLst/>
            <a:gdLst/>
            <a:ahLst/>
            <a:rect l="0" t="0" r="r" b="b"/>
            <a:pathLst>
              <a:path w="384" h="437">
                <a:moveTo>
                  <a:pt x="380" y="0"/>
                </a:moveTo>
                <a:lnTo>
                  <a:pt x="0" y="433"/>
                </a:lnTo>
                <a:lnTo>
                  <a:pt x="0" y="437"/>
                </a:lnTo>
                <a:lnTo>
                  <a:pt x="384" y="0"/>
                </a:lnTo>
                <a:lnTo>
                  <a:pt x="380" y="0"/>
                </a:lnTo>
                <a:close/>
              </a:path>
            </a:pathLst>
          </a:custGeom>
          <a:solidFill>
            <a:srgbClr val="4f4f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0" name=""/>
          <p:cNvSpPr/>
          <p:nvPr/>
        </p:nvSpPr>
        <p:spPr>
          <a:xfrm>
            <a:off x="2104920" y="4448160"/>
            <a:ext cx="139680" cy="159120"/>
          </a:xfrm>
          <a:custGeom>
            <a:avLst/>
            <a:gdLst/>
            <a:ahLst/>
            <a:rect l="0" t="0" r="r" b="b"/>
            <a:pathLst>
              <a:path w="388" h="442">
                <a:moveTo>
                  <a:pt x="384" y="0"/>
                </a:moveTo>
                <a:lnTo>
                  <a:pt x="0" y="437"/>
                </a:lnTo>
                <a:lnTo>
                  <a:pt x="0" y="442"/>
                </a:lnTo>
                <a:lnTo>
                  <a:pt x="388" y="0"/>
                </a:lnTo>
                <a:lnTo>
                  <a:pt x="384" y="0"/>
                </a:lnTo>
                <a:close/>
              </a:path>
            </a:pathLst>
          </a:custGeom>
          <a:solidFill>
            <a:srgbClr val="50505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1" name=""/>
          <p:cNvSpPr/>
          <p:nvPr/>
        </p:nvSpPr>
        <p:spPr>
          <a:xfrm>
            <a:off x="2104920" y="4448160"/>
            <a:ext cx="141120" cy="160560"/>
          </a:xfrm>
          <a:custGeom>
            <a:avLst/>
            <a:gdLst/>
            <a:ahLst/>
            <a:rect l="0" t="0" r="r" b="b"/>
            <a:pathLst>
              <a:path w="392" h="446">
                <a:moveTo>
                  <a:pt x="388" y="0"/>
                </a:moveTo>
                <a:lnTo>
                  <a:pt x="0" y="442"/>
                </a:lnTo>
                <a:lnTo>
                  <a:pt x="0" y="446"/>
                </a:lnTo>
                <a:lnTo>
                  <a:pt x="392" y="0"/>
                </a:lnTo>
                <a:lnTo>
                  <a:pt x="388" y="0"/>
                </a:lnTo>
                <a:close/>
              </a:path>
            </a:pathLst>
          </a:custGeom>
          <a:solidFill>
            <a:srgbClr val="5151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2" name=""/>
          <p:cNvSpPr/>
          <p:nvPr/>
        </p:nvSpPr>
        <p:spPr>
          <a:xfrm>
            <a:off x="2104920" y="4448160"/>
            <a:ext cx="142560" cy="162360"/>
          </a:xfrm>
          <a:custGeom>
            <a:avLst/>
            <a:gdLst/>
            <a:ahLst/>
            <a:rect l="0" t="0" r="r" b="b"/>
            <a:pathLst>
              <a:path w="396" h="451">
                <a:moveTo>
                  <a:pt x="392" y="0"/>
                </a:moveTo>
                <a:lnTo>
                  <a:pt x="0" y="446"/>
                </a:lnTo>
                <a:lnTo>
                  <a:pt x="0" y="451"/>
                </a:lnTo>
                <a:lnTo>
                  <a:pt x="396" y="0"/>
                </a:lnTo>
                <a:lnTo>
                  <a:pt x="392" y="0"/>
                </a:lnTo>
                <a:close/>
              </a:path>
            </a:pathLst>
          </a:custGeom>
          <a:solidFill>
            <a:srgbClr val="5353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3" name=""/>
          <p:cNvSpPr/>
          <p:nvPr/>
        </p:nvSpPr>
        <p:spPr>
          <a:xfrm>
            <a:off x="2104920" y="4448160"/>
            <a:ext cx="144000" cy="163800"/>
          </a:xfrm>
          <a:custGeom>
            <a:avLst/>
            <a:gdLst/>
            <a:ahLst/>
            <a:rect l="0" t="0" r="r" b="b"/>
            <a:pathLst>
              <a:path w="400" h="455">
                <a:moveTo>
                  <a:pt x="396" y="0"/>
                </a:moveTo>
                <a:lnTo>
                  <a:pt x="0" y="451"/>
                </a:lnTo>
                <a:lnTo>
                  <a:pt x="0" y="455"/>
                </a:lnTo>
                <a:lnTo>
                  <a:pt x="400" y="0"/>
                </a:lnTo>
                <a:lnTo>
                  <a:pt x="396" y="0"/>
                </a:lnTo>
                <a:close/>
              </a:path>
            </a:pathLst>
          </a:custGeom>
          <a:solidFill>
            <a:srgbClr val="54545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4" name=""/>
          <p:cNvSpPr/>
          <p:nvPr/>
        </p:nvSpPr>
        <p:spPr>
          <a:xfrm>
            <a:off x="2104920" y="4448160"/>
            <a:ext cx="145440" cy="165600"/>
          </a:xfrm>
          <a:custGeom>
            <a:avLst/>
            <a:gdLst/>
            <a:ahLst/>
            <a:rect l="0" t="0" r="r" b="b"/>
            <a:pathLst>
              <a:path w="404" h="460">
                <a:moveTo>
                  <a:pt x="400" y="0"/>
                </a:moveTo>
                <a:lnTo>
                  <a:pt x="0" y="455"/>
                </a:lnTo>
                <a:lnTo>
                  <a:pt x="0" y="460"/>
                </a:lnTo>
                <a:lnTo>
                  <a:pt x="404" y="0"/>
                </a:lnTo>
                <a:lnTo>
                  <a:pt x="400" y="0"/>
                </a:lnTo>
                <a:close/>
              </a:path>
            </a:pathLst>
          </a:custGeom>
          <a:solidFill>
            <a:srgbClr val="56565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5" name=""/>
          <p:cNvSpPr/>
          <p:nvPr/>
        </p:nvSpPr>
        <p:spPr>
          <a:xfrm>
            <a:off x="2104920" y="4448160"/>
            <a:ext cx="146880" cy="167040"/>
          </a:xfrm>
          <a:custGeom>
            <a:avLst/>
            <a:gdLst/>
            <a:ahLst/>
            <a:rect l="0" t="0" r="r" b="b"/>
            <a:pathLst>
              <a:path w="408" h="464">
                <a:moveTo>
                  <a:pt x="404" y="0"/>
                </a:moveTo>
                <a:lnTo>
                  <a:pt x="0" y="460"/>
                </a:lnTo>
                <a:lnTo>
                  <a:pt x="0" y="464"/>
                </a:lnTo>
                <a:lnTo>
                  <a:pt x="408" y="0"/>
                </a:lnTo>
                <a:lnTo>
                  <a:pt x="404" y="0"/>
                </a:lnTo>
                <a:close/>
              </a:path>
            </a:pathLst>
          </a:custGeom>
          <a:solidFill>
            <a:srgbClr val="57575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6" name=""/>
          <p:cNvSpPr/>
          <p:nvPr/>
        </p:nvSpPr>
        <p:spPr>
          <a:xfrm>
            <a:off x="2104920" y="4448160"/>
            <a:ext cx="147960" cy="168840"/>
          </a:xfrm>
          <a:custGeom>
            <a:avLst/>
            <a:gdLst/>
            <a:ahLst/>
            <a:rect l="0" t="0" r="r" b="b"/>
            <a:pathLst>
              <a:path w="411" h="469">
                <a:moveTo>
                  <a:pt x="408" y="0"/>
                </a:moveTo>
                <a:lnTo>
                  <a:pt x="0" y="464"/>
                </a:lnTo>
                <a:lnTo>
                  <a:pt x="0" y="469"/>
                </a:lnTo>
                <a:lnTo>
                  <a:pt x="411" y="0"/>
                </a:lnTo>
                <a:lnTo>
                  <a:pt x="408" y="0"/>
                </a:lnTo>
                <a:close/>
              </a:path>
            </a:pathLst>
          </a:custGeom>
          <a:solidFill>
            <a:srgbClr val="58585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7" name=""/>
          <p:cNvSpPr/>
          <p:nvPr/>
        </p:nvSpPr>
        <p:spPr>
          <a:xfrm>
            <a:off x="2104920" y="4448160"/>
            <a:ext cx="149400" cy="170280"/>
          </a:xfrm>
          <a:custGeom>
            <a:avLst/>
            <a:gdLst/>
            <a:ahLst/>
            <a:rect l="0" t="0" r="r" b="b"/>
            <a:pathLst>
              <a:path w="415" h="473">
                <a:moveTo>
                  <a:pt x="411" y="0"/>
                </a:moveTo>
                <a:lnTo>
                  <a:pt x="0" y="469"/>
                </a:lnTo>
                <a:lnTo>
                  <a:pt x="0" y="473"/>
                </a:lnTo>
                <a:lnTo>
                  <a:pt x="415" y="0"/>
                </a:lnTo>
                <a:lnTo>
                  <a:pt x="411" y="0"/>
                </a:lnTo>
                <a:close/>
              </a:path>
            </a:pathLst>
          </a:custGeom>
          <a:solidFill>
            <a:srgbClr val="5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8" name=""/>
          <p:cNvSpPr/>
          <p:nvPr/>
        </p:nvSpPr>
        <p:spPr>
          <a:xfrm>
            <a:off x="2104920" y="4448160"/>
            <a:ext cx="150840" cy="172080"/>
          </a:xfrm>
          <a:custGeom>
            <a:avLst/>
            <a:gdLst/>
            <a:ahLst/>
            <a:rect l="0" t="0" r="r" b="b"/>
            <a:pathLst>
              <a:path w="419" h="478">
                <a:moveTo>
                  <a:pt x="415" y="0"/>
                </a:moveTo>
                <a:lnTo>
                  <a:pt x="0" y="473"/>
                </a:lnTo>
                <a:lnTo>
                  <a:pt x="0" y="478"/>
                </a:lnTo>
                <a:lnTo>
                  <a:pt x="419" y="0"/>
                </a:lnTo>
                <a:lnTo>
                  <a:pt x="415" y="0"/>
                </a:lnTo>
                <a:close/>
              </a:path>
            </a:pathLst>
          </a:custGeom>
          <a:solidFill>
            <a:srgbClr val="5b5b5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9" name=""/>
          <p:cNvSpPr/>
          <p:nvPr/>
        </p:nvSpPr>
        <p:spPr>
          <a:xfrm>
            <a:off x="2104920" y="4448160"/>
            <a:ext cx="152280" cy="173520"/>
          </a:xfrm>
          <a:custGeom>
            <a:avLst/>
            <a:gdLst/>
            <a:ahLst/>
            <a:rect l="0" t="0" r="r" b="b"/>
            <a:pathLst>
              <a:path w="423" h="482">
                <a:moveTo>
                  <a:pt x="419" y="0"/>
                </a:moveTo>
                <a:lnTo>
                  <a:pt x="0" y="478"/>
                </a:lnTo>
                <a:lnTo>
                  <a:pt x="0" y="482"/>
                </a:lnTo>
                <a:lnTo>
                  <a:pt x="423" y="0"/>
                </a:lnTo>
                <a:lnTo>
                  <a:pt x="419" y="0"/>
                </a:lnTo>
                <a:close/>
              </a:path>
            </a:pathLst>
          </a:custGeom>
          <a:solidFill>
            <a:srgbClr val="5c5c5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0" name=""/>
          <p:cNvSpPr/>
          <p:nvPr/>
        </p:nvSpPr>
        <p:spPr>
          <a:xfrm>
            <a:off x="2104920" y="4448160"/>
            <a:ext cx="153720" cy="175320"/>
          </a:xfrm>
          <a:custGeom>
            <a:avLst/>
            <a:gdLst/>
            <a:ahLst/>
            <a:rect l="0" t="0" r="r" b="b"/>
            <a:pathLst>
              <a:path w="427" h="487">
                <a:moveTo>
                  <a:pt x="423" y="0"/>
                </a:moveTo>
                <a:lnTo>
                  <a:pt x="0" y="482"/>
                </a:lnTo>
                <a:lnTo>
                  <a:pt x="0" y="487"/>
                </a:lnTo>
                <a:lnTo>
                  <a:pt x="427" y="0"/>
                </a:lnTo>
                <a:lnTo>
                  <a:pt x="423" y="0"/>
                </a:lnTo>
                <a:close/>
              </a:path>
            </a:pathLst>
          </a:custGeom>
          <a:solidFill>
            <a:srgbClr val="5e5e5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1" name=""/>
          <p:cNvSpPr/>
          <p:nvPr/>
        </p:nvSpPr>
        <p:spPr>
          <a:xfrm>
            <a:off x="2104920" y="4448160"/>
            <a:ext cx="155160" cy="176760"/>
          </a:xfrm>
          <a:custGeom>
            <a:avLst/>
            <a:gdLst/>
            <a:ahLst/>
            <a:rect l="0" t="0" r="r" b="b"/>
            <a:pathLst>
              <a:path w="431" h="491">
                <a:moveTo>
                  <a:pt x="427" y="0"/>
                </a:moveTo>
                <a:lnTo>
                  <a:pt x="0" y="487"/>
                </a:lnTo>
                <a:lnTo>
                  <a:pt x="0" y="491"/>
                </a:lnTo>
                <a:lnTo>
                  <a:pt x="431" y="0"/>
                </a:lnTo>
                <a:lnTo>
                  <a:pt x="427" y="0"/>
                </a:lnTo>
                <a:close/>
              </a:path>
            </a:pathLst>
          </a:custGeom>
          <a:solidFill>
            <a:srgbClr val="5f5f5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2" name=""/>
          <p:cNvSpPr/>
          <p:nvPr/>
        </p:nvSpPr>
        <p:spPr>
          <a:xfrm>
            <a:off x="2104920" y="4448160"/>
            <a:ext cx="156600" cy="178200"/>
          </a:xfrm>
          <a:custGeom>
            <a:avLst/>
            <a:gdLst/>
            <a:ahLst/>
            <a:rect l="0" t="0" r="r" b="b"/>
            <a:pathLst>
              <a:path w="435" h="495">
                <a:moveTo>
                  <a:pt x="431" y="0"/>
                </a:moveTo>
                <a:lnTo>
                  <a:pt x="0" y="491"/>
                </a:lnTo>
                <a:lnTo>
                  <a:pt x="0" y="495"/>
                </a:lnTo>
                <a:lnTo>
                  <a:pt x="435" y="0"/>
                </a:lnTo>
                <a:lnTo>
                  <a:pt x="431" y="0"/>
                </a:lnTo>
                <a:close/>
              </a:path>
            </a:pathLst>
          </a:custGeom>
          <a:solidFill>
            <a:srgbClr val="606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3" name=""/>
          <p:cNvSpPr/>
          <p:nvPr/>
        </p:nvSpPr>
        <p:spPr>
          <a:xfrm>
            <a:off x="2104920" y="4448160"/>
            <a:ext cx="158040" cy="180000"/>
          </a:xfrm>
          <a:custGeom>
            <a:avLst/>
            <a:gdLst/>
            <a:ahLst/>
            <a:rect l="0" t="0" r="r" b="b"/>
            <a:pathLst>
              <a:path w="439" h="500">
                <a:moveTo>
                  <a:pt x="435" y="0"/>
                </a:moveTo>
                <a:lnTo>
                  <a:pt x="0" y="495"/>
                </a:lnTo>
                <a:lnTo>
                  <a:pt x="0" y="500"/>
                </a:lnTo>
                <a:lnTo>
                  <a:pt x="439" y="0"/>
                </a:lnTo>
                <a:lnTo>
                  <a:pt x="435" y="0"/>
                </a:lnTo>
                <a:close/>
              </a:path>
            </a:pathLst>
          </a:custGeom>
          <a:solidFill>
            <a:srgbClr val="62626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4" name=""/>
          <p:cNvSpPr/>
          <p:nvPr/>
        </p:nvSpPr>
        <p:spPr>
          <a:xfrm>
            <a:off x="2104920" y="4448160"/>
            <a:ext cx="159480" cy="181440"/>
          </a:xfrm>
          <a:custGeom>
            <a:avLst/>
            <a:gdLst/>
            <a:ahLst/>
            <a:rect l="0" t="0" r="r" b="b"/>
            <a:pathLst>
              <a:path w="443" h="504">
                <a:moveTo>
                  <a:pt x="439" y="0"/>
                </a:moveTo>
                <a:lnTo>
                  <a:pt x="0" y="500"/>
                </a:lnTo>
                <a:lnTo>
                  <a:pt x="0" y="504"/>
                </a:lnTo>
                <a:lnTo>
                  <a:pt x="443" y="0"/>
                </a:lnTo>
                <a:lnTo>
                  <a:pt x="439" y="0"/>
                </a:lnTo>
                <a:close/>
              </a:path>
            </a:pathLst>
          </a:custGeom>
          <a:solidFill>
            <a:srgbClr val="6363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5" name=""/>
          <p:cNvSpPr/>
          <p:nvPr/>
        </p:nvSpPr>
        <p:spPr>
          <a:xfrm>
            <a:off x="2104920" y="4448160"/>
            <a:ext cx="160920" cy="183240"/>
          </a:xfrm>
          <a:custGeom>
            <a:avLst/>
            <a:gdLst/>
            <a:ahLst/>
            <a:rect l="0" t="0" r="r" b="b"/>
            <a:pathLst>
              <a:path w="447" h="509">
                <a:moveTo>
                  <a:pt x="443" y="0"/>
                </a:moveTo>
                <a:lnTo>
                  <a:pt x="0" y="504"/>
                </a:lnTo>
                <a:lnTo>
                  <a:pt x="0" y="509"/>
                </a:lnTo>
                <a:lnTo>
                  <a:pt x="447" y="0"/>
                </a:lnTo>
                <a:lnTo>
                  <a:pt x="443" y="0"/>
                </a:lnTo>
                <a:close/>
              </a:path>
            </a:pathLst>
          </a:custGeom>
          <a:solidFill>
            <a:srgbClr val="65656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6" name=""/>
          <p:cNvSpPr/>
          <p:nvPr/>
        </p:nvSpPr>
        <p:spPr>
          <a:xfrm>
            <a:off x="2104920" y="4448160"/>
            <a:ext cx="162360" cy="184680"/>
          </a:xfrm>
          <a:custGeom>
            <a:avLst/>
            <a:gdLst/>
            <a:ahLst/>
            <a:rect l="0" t="0" r="r" b="b"/>
            <a:pathLst>
              <a:path w="451" h="513">
                <a:moveTo>
                  <a:pt x="447" y="0"/>
                </a:moveTo>
                <a:lnTo>
                  <a:pt x="0" y="509"/>
                </a:lnTo>
                <a:lnTo>
                  <a:pt x="0" y="513"/>
                </a:lnTo>
                <a:lnTo>
                  <a:pt x="451" y="0"/>
                </a:lnTo>
                <a:lnTo>
                  <a:pt x="447" y="0"/>
                </a:ln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7" name=""/>
          <p:cNvSpPr/>
          <p:nvPr/>
        </p:nvSpPr>
        <p:spPr>
          <a:xfrm>
            <a:off x="2104920" y="4448160"/>
            <a:ext cx="163800" cy="186480"/>
          </a:xfrm>
          <a:custGeom>
            <a:avLst/>
            <a:gdLst/>
            <a:ahLst/>
            <a:rect l="0" t="0" r="r" b="b"/>
            <a:pathLst>
              <a:path w="455" h="518">
                <a:moveTo>
                  <a:pt x="451" y="0"/>
                </a:moveTo>
                <a:lnTo>
                  <a:pt x="0" y="513"/>
                </a:lnTo>
                <a:lnTo>
                  <a:pt x="0" y="518"/>
                </a:lnTo>
                <a:lnTo>
                  <a:pt x="455" y="0"/>
                </a:lnTo>
                <a:lnTo>
                  <a:pt x="451" y="0"/>
                </a:lnTo>
                <a:close/>
              </a:path>
            </a:pathLst>
          </a:custGeom>
          <a:solidFill>
            <a:srgbClr val="67676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8" name=""/>
          <p:cNvSpPr/>
          <p:nvPr/>
        </p:nvSpPr>
        <p:spPr>
          <a:xfrm>
            <a:off x="2104920" y="4448160"/>
            <a:ext cx="165240" cy="187920"/>
          </a:xfrm>
          <a:custGeom>
            <a:avLst/>
            <a:gdLst/>
            <a:ahLst/>
            <a:rect l="0" t="0" r="r" b="b"/>
            <a:pathLst>
              <a:path w="459" h="522">
                <a:moveTo>
                  <a:pt x="455" y="0"/>
                </a:moveTo>
                <a:lnTo>
                  <a:pt x="0" y="518"/>
                </a:lnTo>
                <a:lnTo>
                  <a:pt x="0" y="522"/>
                </a:lnTo>
                <a:lnTo>
                  <a:pt x="459" y="0"/>
                </a:lnTo>
                <a:lnTo>
                  <a:pt x="455" y="0"/>
                </a:lnTo>
                <a:close/>
              </a:path>
            </a:pathLst>
          </a:custGeom>
          <a:solidFill>
            <a:srgbClr val="69696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9" name=""/>
          <p:cNvSpPr/>
          <p:nvPr/>
        </p:nvSpPr>
        <p:spPr>
          <a:xfrm>
            <a:off x="2104920" y="4448160"/>
            <a:ext cx="166680" cy="189720"/>
          </a:xfrm>
          <a:custGeom>
            <a:avLst/>
            <a:gdLst/>
            <a:ahLst/>
            <a:rect l="0" t="0" r="r" b="b"/>
            <a:pathLst>
              <a:path w="463" h="527">
                <a:moveTo>
                  <a:pt x="459" y="0"/>
                </a:moveTo>
                <a:lnTo>
                  <a:pt x="0" y="522"/>
                </a:lnTo>
                <a:lnTo>
                  <a:pt x="0" y="527"/>
                </a:lnTo>
                <a:lnTo>
                  <a:pt x="463" y="0"/>
                </a:lnTo>
                <a:lnTo>
                  <a:pt x="459" y="0"/>
                </a:lnTo>
                <a:close/>
              </a:path>
            </a:pathLst>
          </a:custGeom>
          <a:solidFill>
            <a:srgbClr val="6a6a6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0" name=""/>
          <p:cNvSpPr/>
          <p:nvPr/>
        </p:nvSpPr>
        <p:spPr>
          <a:xfrm>
            <a:off x="2104920" y="4448160"/>
            <a:ext cx="168120" cy="191160"/>
          </a:xfrm>
          <a:custGeom>
            <a:avLst/>
            <a:gdLst/>
            <a:ahLst/>
            <a:rect l="0" t="0" r="r" b="b"/>
            <a:pathLst>
              <a:path w="467" h="531">
                <a:moveTo>
                  <a:pt x="463" y="0"/>
                </a:moveTo>
                <a:lnTo>
                  <a:pt x="0" y="527"/>
                </a:lnTo>
                <a:lnTo>
                  <a:pt x="0" y="531"/>
                </a:lnTo>
                <a:lnTo>
                  <a:pt x="467" y="0"/>
                </a:lnTo>
                <a:lnTo>
                  <a:pt x="463" y="0"/>
                </a:lnTo>
                <a:close/>
              </a:path>
            </a:pathLst>
          </a:custGeom>
          <a:solidFill>
            <a:srgbClr val="6b6b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1" name=""/>
          <p:cNvSpPr/>
          <p:nvPr/>
        </p:nvSpPr>
        <p:spPr>
          <a:xfrm>
            <a:off x="2104920" y="4448160"/>
            <a:ext cx="169560" cy="192960"/>
          </a:xfrm>
          <a:custGeom>
            <a:avLst/>
            <a:gdLst/>
            <a:ahLst/>
            <a:rect l="0" t="0" r="r" b="b"/>
            <a:pathLst>
              <a:path w="471" h="536">
                <a:moveTo>
                  <a:pt x="467" y="0"/>
                </a:moveTo>
                <a:lnTo>
                  <a:pt x="0" y="531"/>
                </a:lnTo>
                <a:lnTo>
                  <a:pt x="0" y="536"/>
                </a:lnTo>
                <a:lnTo>
                  <a:pt x="471" y="0"/>
                </a:lnTo>
                <a:lnTo>
                  <a:pt x="467" y="0"/>
                </a:lnTo>
                <a:close/>
              </a:path>
            </a:pathLst>
          </a:custGeom>
          <a:solidFill>
            <a:srgbClr val="6d6d6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2" name=""/>
          <p:cNvSpPr/>
          <p:nvPr/>
        </p:nvSpPr>
        <p:spPr>
          <a:xfrm>
            <a:off x="2104920" y="4448160"/>
            <a:ext cx="171000" cy="194400"/>
          </a:xfrm>
          <a:custGeom>
            <a:avLst/>
            <a:gdLst/>
            <a:ahLst/>
            <a:rect l="0" t="0" r="r" b="b"/>
            <a:pathLst>
              <a:path w="475" h="540">
                <a:moveTo>
                  <a:pt x="471" y="0"/>
                </a:moveTo>
                <a:lnTo>
                  <a:pt x="0" y="536"/>
                </a:lnTo>
                <a:lnTo>
                  <a:pt x="0" y="540"/>
                </a:lnTo>
                <a:lnTo>
                  <a:pt x="475" y="0"/>
                </a:lnTo>
                <a:lnTo>
                  <a:pt x="471" y="0"/>
                </a:lnTo>
                <a:close/>
              </a:path>
            </a:pathLst>
          </a:custGeom>
          <a:solidFill>
            <a:srgbClr val="6e6e6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3" name=""/>
          <p:cNvSpPr/>
          <p:nvPr/>
        </p:nvSpPr>
        <p:spPr>
          <a:xfrm>
            <a:off x="2104920" y="4448160"/>
            <a:ext cx="172440" cy="196200"/>
          </a:xfrm>
          <a:custGeom>
            <a:avLst/>
            <a:gdLst/>
            <a:ahLst/>
            <a:rect l="0" t="0" r="r" b="b"/>
            <a:pathLst>
              <a:path w="479" h="545">
                <a:moveTo>
                  <a:pt x="475" y="0"/>
                </a:moveTo>
                <a:lnTo>
                  <a:pt x="0" y="540"/>
                </a:lnTo>
                <a:lnTo>
                  <a:pt x="0" y="545"/>
                </a:lnTo>
                <a:lnTo>
                  <a:pt x="479" y="0"/>
                </a:lnTo>
                <a:lnTo>
                  <a:pt x="475" y="0"/>
                </a:lnTo>
                <a:close/>
              </a:path>
            </a:pathLst>
          </a:custGeom>
          <a:solidFill>
            <a:srgbClr val="6f6f6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4" name=""/>
          <p:cNvSpPr/>
          <p:nvPr/>
        </p:nvSpPr>
        <p:spPr>
          <a:xfrm>
            <a:off x="2104920" y="4448160"/>
            <a:ext cx="173880" cy="197640"/>
          </a:xfrm>
          <a:custGeom>
            <a:avLst/>
            <a:gdLst/>
            <a:ahLst/>
            <a:rect l="0" t="0" r="r" b="b"/>
            <a:pathLst>
              <a:path w="483" h="549">
                <a:moveTo>
                  <a:pt x="479" y="0"/>
                </a:moveTo>
                <a:lnTo>
                  <a:pt x="0" y="545"/>
                </a:lnTo>
                <a:lnTo>
                  <a:pt x="0" y="549"/>
                </a:lnTo>
                <a:lnTo>
                  <a:pt x="483" y="0"/>
                </a:lnTo>
                <a:lnTo>
                  <a:pt x="479" y="0"/>
                </a:lnTo>
                <a:close/>
              </a:path>
            </a:pathLst>
          </a:custGeom>
          <a:solidFill>
            <a:srgbClr val="71717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5" name=""/>
          <p:cNvSpPr/>
          <p:nvPr/>
        </p:nvSpPr>
        <p:spPr>
          <a:xfrm>
            <a:off x="2104920" y="4448160"/>
            <a:ext cx="175320" cy="199440"/>
          </a:xfrm>
          <a:custGeom>
            <a:avLst/>
            <a:gdLst/>
            <a:ahLst/>
            <a:rect l="0" t="0" r="r" b="b"/>
            <a:pathLst>
              <a:path w="487" h="554">
                <a:moveTo>
                  <a:pt x="483" y="0"/>
                </a:moveTo>
                <a:lnTo>
                  <a:pt x="0" y="549"/>
                </a:lnTo>
                <a:lnTo>
                  <a:pt x="0" y="554"/>
                </a:lnTo>
                <a:lnTo>
                  <a:pt x="487" y="0"/>
                </a:lnTo>
                <a:lnTo>
                  <a:pt x="483" y="0"/>
                </a:lnTo>
                <a:close/>
              </a:path>
            </a:pathLst>
          </a:custGeom>
          <a:solidFill>
            <a:srgbClr val="72727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6" name=""/>
          <p:cNvSpPr/>
          <p:nvPr/>
        </p:nvSpPr>
        <p:spPr>
          <a:xfrm>
            <a:off x="2104920" y="4448160"/>
            <a:ext cx="176400" cy="200160"/>
          </a:xfrm>
          <a:custGeom>
            <a:avLst/>
            <a:gdLst/>
            <a:ahLst/>
            <a:rect l="0" t="0" r="r" b="b"/>
            <a:pathLst>
              <a:path w="490" h="556">
                <a:moveTo>
                  <a:pt x="487" y="0"/>
                </a:moveTo>
                <a:lnTo>
                  <a:pt x="0" y="554"/>
                </a:lnTo>
                <a:lnTo>
                  <a:pt x="2" y="556"/>
                </a:lnTo>
                <a:lnTo>
                  <a:pt x="490" y="0"/>
                </a:lnTo>
                <a:lnTo>
                  <a:pt x="487" y="0"/>
                </a:lnTo>
                <a:close/>
              </a:path>
            </a:pathLst>
          </a:custGeom>
          <a:solidFill>
            <a:srgbClr val="74747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7" name=""/>
          <p:cNvSpPr/>
          <p:nvPr/>
        </p:nvSpPr>
        <p:spPr>
          <a:xfrm>
            <a:off x="2105640" y="4448160"/>
            <a:ext cx="177120" cy="200160"/>
          </a:xfrm>
          <a:custGeom>
            <a:avLst/>
            <a:gdLst/>
            <a:ahLst/>
            <a:rect l="0" t="0" r="r" b="b"/>
            <a:pathLst>
              <a:path w="492" h="556">
                <a:moveTo>
                  <a:pt x="488" y="0"/>
                </a:moveTo>
                <a:lnTo>
                  <a:pt x="0" y="556"/>
                </a:lnTo>
                <a:lnTo>
                  <a:pt x="4" y="556"/>
                </a:lnTo>
                <a:lnTo>
                  <a:pt x="492" y="0"/>
                </a:lnTo>
                <a:lnTo>
                  <a:pt x="488" y="0"/>
                </a:lnTo>
                <a:close/>
              </a:path>
            </a:pathLst>
          </a:custGeom>
          <a:solidFill>
            <a:srgbClr val="75757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8" name=""/>
          <p:cNvSpPr/>
          <p:nvPr/>
        </p:nvSpPr>
        <p:spPr>
          <a:xfrm>
            <a:off x="2107080" y="4448160"/>
            <a:ext cx="177120" cy="200160"/>
          </a:xfrm>
          <a:custGeom>
            <a:avLst/>
            <a:gdLst/>
            <a:ahLst/>
            <a:rect l="0" t="0" r="r" b="b"/>
            <a:pathLst>
              <a:path w="492" h="556">
                <a:moveTo>
                  <a:pt x="488" y="0"/>
                </a:moveTo>
                <a:lnTo>
                  <a:pt x="0" y="556"/>
                </a:lnTo>
                <a:lnTo>
                  <a:pt x="4" y="556"/>
                </a:lnTo>
                <a:lnTo>
                  <a:pt x="492" y="0"/>
                </a:lnTo>
                <a:lnTo>
                  <a:pt x="488" y="0"/>
                </a:lnTo>
                <a:close/>
              </a:path>
            </a:pathLst>
          </a:custGeom>
          <a:solidFill>
            <a:srgbClr val="76767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9" name=""/>
          <p:cNvSpPr/>
          <p:nvPr/>
        </p:nvSpPr>
        <p:spPr>
          <a:xfrm>
            <a:off x="2108520" y="4448160"/>
            <a:ext cx="177120" cy="200160"/>
          </a:xfrm>
          <a:custGeom>
            <a:avLst/>
            <a:gdLst/>
            <a:ahLst/>
            <a:rect l="0" t="0" r="r" b="b"/>
            <a:pathLst>
              <a:path w="492" h="556">
                <a:moveTo>
                  <a:pt x="488" y="0"/>
                </a:moveTo>
                <a:lnTo>
                  <a:pt x="0" y="556"/>
                </a:lnTo>
                <a:lnTo>
                  <a:pt x="4" y="556"/>
                </a:lnTo>
                <a:lnTo>
                  <a:pt x="492" y="0"/>
                </a:lnTo>
                <a:lnTo>
                  <a:pt x="488" y="0"/>
                </a:lnTo>
                <a:close/>
              </a:path>
            </a:pathLst>
          </a:custGeom>
          <a:solidFill>
            <a:srgbClr val="7878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0" name=""/>
          <p:cNvSpPr/>
          <p:nvPr/>
        </p:nvSpPr>
        <p:spPr>
          <a:xfrm>
            <a:off x="2109960" y="4448160"/>
            <a:ext cx="177120" cy="200160"/>
          </a:xfrm>
          <a:custGeom>
            <a:avLst/>
            <a:gdLst/>
            <a:ahLst/>
            <a:rect l="0" t="0" r="r" b="b"/>
            <a:pathLst>
              <a:path w="492" h="556">
                <a:moveTo>
                  <a:pt x="488" y="0"/>
                </a:moveTo>
                <a:lnTo>
                  <a:pt x="0" y="556"/>
                </a:lnTo>
                <a:lnTo>
                  <a:pt x="4" y="556"/>
                </a:lnTo>
                <a:lnTo>
                  <a:pt x="492" y="0"/>
                </a:lnTo>
                <a:lnTo>
                  <a:pt x="488" y="0"/>
                </a:lnTo>
                <a:close/>
              </a:path>
            </a:pathLst>
          </a:custGeom>
          <a:solidFill>
            <a:srgbClr val="79797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1" name=""/>
          <p:cNvSpPr/>
          <p:nvPr/>
        </p:nvSpPr>
        <p:spPr>
          <a:xfrm>
            <a:off x="2111400" y="4448160"/>
            <a:ext cx="177120" cy="200160"/>
          </a:xfrm>
          <a:custGeom>
            <a:avLst/>
            <a:gdLst/>
            <a:ahLst/>
            <a:rect l="0" t="0" r="r" b="b"/>
            <a:pathLst>
              <a:path w="492" h="556">
                <a:moveTo>
                  <a:pt x="488" y="0"/>
                </a:moveTo>
                <a:lnTo>
                  <a:pt x="0" y="556"/>
                </a:lnTo>
                <a:lnTo>
                  <a:pt x="4" y="556"/>
                </a:lnTo>
                <a:lnTo>
                  <a:pt x="492" y="0"/>
                </a:lnTo>
                <a:lnTo>
                  <a:pt x="488" y="0"/>
                </a:lnTo>
                <a:close/>
              </a:path>
            </a:pathLst>
          </a:custGeom>
          <a:solidFill>
            <a:srgbClr val="7a7a7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2" name=""/>
          <p:cNvSpPr/>
          <p:nvPr/>
        </p:nvSpPr>
        <p:spPr>
          <a:xfrm>
            <a:off x="2112840" y="4448160"/>
            <a:ext cx="177120" cy="200160"/>
          </a:xfrm>
          <a:custGeom>
            <a:avLst/>
            <a:gdLst/>
            <a:ahLst/>
            <a:rect l="0" t="0" r="r" b="b"/>
            <a:pathLst>
              <a:path w="492" h="556">
                <a:moveTo>
                  <a:pt x="488" y="0"/>
                </a:moveTo>
                <a:lnTo>
                  <a:pt x="0" y="556"/>
                </a:lnTo>
                <a:lnTo>
                  <a:pt x="3" y="556"/>
                </a:lnTo>
                <a:lnTo>
                  <a:pt x="492" y="0"/>
                </a:lnTo>
                <a:lnTo>
                  <a:pt x="488" y="0"/>
                </a:lnTo>
                <a:close/>
              </a:path>
            </a:pathLst>
          </a:custGeom>
          <a:solidFill>
            <a:srgbClr val="7c7c7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3" name=""/>
          <p:cNvSpPr/>
          <p:nvPr/>
        </p:nvSpPr>
        <p:spPr>
          <a:xfrm>
            <a:off x="2113920" y="4448160"/>
            <a:ext cx="177480" cy="200160"/>
          </a:xfrm>
          <a:custGeom>
            <a:avLst/>
            <a:gdLst/>
            <a:ahLst/>
            <a:rect l="0" t="0" r="r" b="b"/>
            <a:pathLst>
              <a:path w="493" h="556">
                <a:moveTo>
                  <a:pt x="489" y="0"/>
                </a:moveTo>
                <a:lnTo>
                  <a:pt x="0" y="556"/>
                </a:lnTo>
                <a:lnTo>
                  <a:pt x="4" y="556"/>
                </a:lnTo>
                <a:lnTo>
                  <a:pt x="493" y="0"/>
                </a:lnTo>
                <a:lnTo>
                  <a:pt x="489" y="0"/>
                </a:lnTo>
                <a:close/>
              </a:path>
            </a:pathLst>
          </a:custGeom>
          <a:solidFill>
            <a:srgbClr val="7d7d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4" name=""/>
          <p:cNvSpPr/>
          <p:nvPr/>
        </p:nvSpPr>
        <p:spPr>
          <a:xfrm>
            <a:off x="2115360" y="4448160"/>
            <a:ext cx="177480" cy="200160"/>
          </a:xfrm>
          <a:custGeom>
            <a:avLst/>
            <a:gdLst/>
            <a:ahLst/>
            <a:rect l="0" t="0" r="r" b="b"/>
            <a:pathLst>
              <a:path w="493" h="556">
                <a:moveTo>
                  <a:pt x="489" y="0"/>
                </a:moveTo>
                <a:lnTo>
                  <a:pt x="0" y="556"/>
                </a:lnTo>
                <a:lnTo>
                  <a:pt x="4" y="556"/>
                </a:lnTo>
                <a:lnTo>
                  <a:pt x="493" y="0"/>
                </a:lnTo>
                <a:lnTo>
                  <a:pt x="489" y="0"/>
                </a:lnTo>
                <a:close/>
              </a:path>
            </a:pathLst>
          </a:custGeom>
          <a:solidFill>
            <a:srgbClr val="7e7e7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5" name=""/>
          <p:cNvSpPr/>
          <p:nvPr/>
        </p:nvSpPr>
        <p:spPr>
          <a:xfrm>
            <a:off x="2116800" y="4448160"/>
            <a:ext cx="176760" cy="200160"/>
          </a:xfrm>
          <a:custGeom>
            <a:avLst/>
            <a:gdLst/>
            <a:ahLst/>
            <a:rect l="0" t="0" r="r" b="b"/>
            <a:pathLst>
              <a:path w="491" h="556">
                <a:moveTo>
                  <a:pt x="489" y="0"/>
                </a:moveTo>
                <a:lnTo>
                  <a:pt x="0" y="556"/>
                </a:lnTo>
                <a:lnTo>
                  <a:pt x="4" y="556"/>
                </a:lnTo>
                <a:lnTo>
                  <a:pt x="491" y="2"/>
                </a:lnTo>
                <a:lnTo>
                  <a:pt x="489" y="0"/>
                </a:lnTo>
                <a:close/>
              </a:path>
            </a:pathLst>
          </a:custGeom>
          <a:solidFill>
            <a:srgbClr val="808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6" name=""/>
          <p:cNvSpPr/>
          <p:nvPr/>
        </p:nvSpPr>
        <p:spPr>
          <a:xfrm>
            <a:off x="2118240" y="4448880"/>
            <a:ext cx="175320" cy="199440"/>
          </a:xfrm>
          <a:custGeom>
            <a:avLst/>
            <a:gdLst/>
            <a:ahLst/>
            <a:rect l="0" t="0" r="r" b="b"/>
            <a:pathLst>
              <a:path w="487" h="554">
                <a:moveTo>
                  <a:pt x="487" y="0"/>
                </a:moveTo>
                <a:lnTo>
                  <a:pt x="0" y="554"/>
                </a:lnTo>
                <a:lnTo>
                  <a:pt x="4" y="554"/>
                </a:lnTo>
                <a:lnTo>
                  <a:pt x="487" y="5"/>
                </a:lnTo>
                <a:lnTo>
                  <a:pt x="487" y="0"/>
                </a:lnTo>
                <a:close/>
              </a:path>
            </a:pathLst>
          </a:custGeom>
          <a:solidFill>
            <a:srgbClr val="8181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7" name=""/>
          <p:cNvSpPr/>
          <p:nvPr/>
        </p:nvSpPr>
        <p:spPr>
          <a:xfrm>
            <a:off x="2119680" y="4450680"/>
            <a:ext cx="173880" cy="197640"/>
          </a:xfrm>
          <a:custGeom>
            <a:avLst/>
            <a:gdLst/>
            <a:ahLst/>
            <a:rect l="0" t="0" r="r" b="b"/>
            <a:pathLst>
              <a:path w="483" h="549">
                <a:moveTo>
                  <a:pt x="483" y="0"/>
                </a:moveTo>
                <a:lnTo>
                  <a:pt x="0" y="549"/>
                </a:lnTo>
                <a:lnTo>
                  <a:pt x="4" y="549"/>
                </a:lnTo>
                <a:lnTo>
                  <a:pt x="483" y="4"/>
                </a:lnTo>
                <a:lnTo>
                  <a:pt x="483" y="0"/>
                </a:lnTo>
                <a:close/>
              </a:path>
            </a:pathLst>
          </a:custGeom>
          <a:solidFill>
            <a:srgbClr val="83838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8" name=""/>
          <p:cNvSpPr/>
          <p:nvPr/>
        </p:nvSpPr>
        <p:spPr>
          <a:xfrm>
            <a:off x="2121120" y="4452120"/>
            <a:ext cx="172440" cy="196200"/>
          </a:xfrm>
          <a:custGeom>
            <a:avLst/>
            <a:gdLst/>
            <a:ahLst/>
            <a:rect l="0" t="0" r="r" b="b"/>
            <a:pathLst>
              <a:path w="479" h="545">
                <a:moveTo>
                  <a:pt x="479" y="0"/>
                </a:moveTo>
                <a:lnTo>
                  <a:pt x="0" y="545"/>
                </a:lnTo>
                <a:lnTo>
                  <a:pt x="4" y="545"/>
                </a:lnTo>
                <a:lnTo>
                  <a:pt x="479" y="5"/>
                </a:lnTo>
                <a:lnTo>
                  <a:pt x="479" y="0"/>
                </a:lnTo>
                <a:close/>
              </a:path>
            </a:pathLst>
          </a:custGeom>
          <a:solidFill>
            <a:srgbClr val="84848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9" name=""/>
          <p:cNvSpPr/>
          <p:nvPr/>
        </p:nvSpPr>
        <p:spPr>
          <a:xfrm>
            <a:off x="2122560" y="4453920"/>
            <a:ext cx="171000" cy="194400"/>
          </a:xfrm>
          <a:custGeom>
            <a:avLst/>
            <a:gdLst/>
            <a:ahLst/>
            <a:rect l="0" t="0" r="r" b="b"/>
            <a:pathLst>
              <a:path w="475" h="540">
                <a:moveTo>
                  <a:pt x="475" y="0"/>
                </a:moveTo>
                <a:lnTo>
                  <a:pt x="0" y="540"/>
                </a:lnTo>
                <a:lnTo>
                  <a:pt x="4" y="540"/>
                </a:lnTo>
                <a:lnTo>
                  <a:pt x="475" y="4"/>
                </a:lnTo>
                <a:lnTo>
                  <a:pt x="475" y="0"/>
                </a:lnTo>
                <a:close/>
              </a:path>
            </a:pathLst>
          </a:custGeom>
          <a:solidFill>
            <a:srgbClr val="85858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0" name=""/>
          <p:cNvSpPr/>
          <p:nvPr/>
        </p:nvSpPr>
        <p:spPr>
          <a:xfrm>
            <a:off x="2124000" y="4455360"/>
            <a:ext cx="169560" cy="192960"/>
          </a:xfrm>
          <a:custGeom>
            <a:avLst/>
            <a:gdLst/>
            <a:ahLst/>
            <a:rect l="0" t="0" r="r" b="b"/>
            <a:pathLst>
              <a:path w="471" h="536">
                <a:moveTo>
                  <a:pt x="471" y="0"/>
                </a:moveTo>
                <a:lnTo>
                  <a:pt x="0" y="536"/>
                </a:lnTo>
                <a:lnTo>
                  <a:pt x="4" y="536"/>
                </a:lnTo>
                <a:lnTo>
                  <a:pt x="471" y="5"/>
                </a:lnTo>
                <a:lnTo>
                  <a:pt x="471" y="0"/>
                </a:lnTo>
                <a:close/>
              </a:path>
            </a:pathLst>
          </a:custGeom>
          <a:solidFill>
            <a:srgbClr val="8787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1" name=""/>
          <p:cNvSpPr/>
          <p:nvPr/>
        </p:nvSpPr>
        <p:spPr>
          <a:xfrm>
            <a:off x="2125440" y="4457160"/>
            <a:ext cx="168120" cy="191160"/>
          </a:xfrm>
          <a:custGeom>
            <a:avLst/>
            <a:gdLst/>
            <a:ahLst/>
            <a:rect l="0" t="0" r="r" b="b"/>
            <a:pathLst>
              <a:path w="467" h="531">
                <a:moveTo>
                  <a:pt x="467" y="0"/>
                </a:moveTo>
                <a:lnTo>
                  <a:pt x="0" y="531"/>
                </a:lnTo>
                <a:lnTo>
                  <a:pt x="4" y="531"/>
                </a:lnTo>
                <a:lnTo>
                  <a:pt x="467" y="4"/>
                </a:lnTo>
                <a:lnTo>
                  <a:pt x="467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2" name=""/>
          <p:cNvSpPr/>
          <p:nvPr/>
        </p:nvSpPr>
        <p:spPr>
          <a:xfrm>
            <a:off x="2126880" y="4458600"/>
            <a:ext cx="166680" cy="189720"/>
          </a:xfrm>
          <a:custGeom>
            <a:avLst/>
            <a:gdLst/>
            <a:ahLst/>
            <a:rect l="0" t="0" r="r" b="b"/>
            <a:pathLst>
              <a:path w="463" h="527">
                <a:moveTo>
                  <a:pt x="463" y="0"/>
                </a:moveTo>
                <a:lnTo>
                  <a:pt x="0" y="527"/>
                </a:lnTo>
                <a:lnTo>
                  <a:pt x="4" y="527"/>
                </a:lnTo>
                <a:lnTo>
                  <a:pt x="463" y="5"/>
                </a:lnTo>
                <a:lnTo>
                  <a:pt x="463" y="0"/>
                </a:lnTo>
                <a:close/>
              </a:path>
            </a:pathLst>
          </a:custGeom>
          <a:solidFill>
            <a:srgbClr val="89898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3" name=""/>
          <p:cNvSpPr/>
          <p:nvPr/>
        </p:nvSpPr>
        <p:spPr>
          <a:xfrm>
            <a:off x="2128320" y="4460400"/>
            <a:ext cx="165240" cy="187920"/>
          </a:xfrm>
          <a:custGeom>
            <a:avLst/>
            <a:gdLst/>
            <a:ahLst/>
            <a:rect l="0" t="0" r="r" b="b"/>
            <a:pathLst>
              <a:path w="459" h="522">
                <a:moveTo>
                  <a:pt x="459" y="0"/>
                </a:moveTo>
                <a:lnTo>
                  <a:pt x="0" y="522"/>
                </a:lnTo>
                <a:lnTo>
                  <a:pt x="4" y="522"/>
                </a:lnTo>
                <a:lnTo>
                  <a:pt x="459" y="4"/>
                </a:lnTo>
                <a:lnTo>
                  <a:pt x="459" y="0"/>
                </a:lnTo>
                <a:close/>
              </a:path>
            </a:pathLst>
          </a:custGeom>
          <a:solidFill>
            <a:srgbClr val="8b8b8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4" name=""/>
          <p:cNvSpPr/>
          <p:nvPr/>
        </p:nvSpPr>
        <p:spPr>
          <a:xfrm>
            <a:off x="2129760" y="4461840"/>
            <a:ext cx="163800" cy="186480"/>
          </a:xfrm>
          <a:custGeom>
            <a:avLst/>
            <a:gdLst/>
            <a:ahLst/>
            <a:rect l="0" t="0" r="r" b="b"/>
            <a:pathLst>
              <a:path w="455" h="518">
                <a:moveTo>
                  <a:pt x="455" y="0"/>
                </a:moveTo>
                <a:lnTo>
                  <a:pt x="0" y="518"/>
                </a:lnTo>
                <a:lnTo>
                  <a:pt x="4" y="518"/>
                </a:lnTo>
                <a:lnTo>
                  <a:pt x="455" y="5"/>
                </a:lnTo>
                <a:lnTo>
                  <a:pt x="455" y="0"/>
                </a:ln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5" name=""/>
          <p:cNvSpPr/>
          <p:nvPr/>
        </p:nvSpPr>
        <p:spPr>
          <a:xfrm>
            <a:off x="2131200" y="4463640"/>
            <a:ext cx="162360" cy="184680"/>
          </a:xfrm>
          <a:custGeom>
            <a:avLst/>
            <a:gdLst/>
            <a:ahLst/>
            <a:rect l="0" t="0" r="r" b="b"/>
            <a:pathLst>
              <a:path w="451" h="513">
                <a:moveTo>
                  <a:pt x="451" y="0"/>
                </a:moveTo>
                <a:lnTo>
                  <a:pt x="0" y="513"/>
                </a:lnTo>
                <a:lnTo>
                  <a:pt x="4" y="513"/>
                </a:lnTo>
                <a:lnTo>
                  <a:pt x="451" y="4"/>
                </a:lnTo>
                <a:lnTo>
                  <a:pt x="451" y="0"/>
                </a:lnTo>
                <a:close/>
              </a:path>
            </a:pathLst>
          </a:custGeom>
          <a:solidFill>
            <a:srgbClr val="8d8d8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6" name=""/>
          <p:cNvSpPr/>
          <p:nvPr/>
        </p:nvSpPr>
        <p:spPr>
          <a:xfrm>
            <a:off x="2132640" y="4465080"/>
            <a:ext cx="160920" cy="183240"/>
          </a:xfrm>
          <a:custGeom>
            <a:avLst/>
            <a:gdLst/>
            <a:ahLst/>
            <a:rect l="0" t="0" r="r" b="b"/>
            <a:pathLst>
              <a:path w="447" h="509">
                <a:moveTo>
                  <a:pt x="447" y="0"/>
                </a:moveTo>
                <a:lnTo>
                  <a:pt x="0" y="509"/>
                </a:lnTo>
                <a:lnTo>
                  <a:pt x="4" y="509"/>
                </a:lnTo>
                <a:lnTo>
                  <a:pt x="447" y="5"/>
                </a:lnTo>
                <a:lnTo>
                  <a:pt x="447" y="0"/>
                </a:lnTo>
                <a:close/>
              </a:path>
            </a:pathLst>
          </a:custGeom>
          <a:solidFill>
            <a:srgbClr val="8f8f8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7" name=""/>
          <p:cNvSpPr/>
          <p:nvPr/>
        </p:nvSpPr>
        <p:spPr>
          <a:xfrm>
            <a:off x="2134080" y="4466880"/>
            <a:ext cx="159480" cy="181440"/>
          </a:xfrm>
          <a:custGeom>
            <a:avLst/>
            <a:gdLst/>
            <a:ahLst/>
            <a:rect l="0" t="0" r="r" b="b"/>
            <a:pathLst>
              <a:path w="443" h="504">
                <a:moveTo>
                  <a:pt x="443" y="0"/>
                </a:moveTo>
                <a:lnTo>
                  <a:pt x="0" y="504"/>
                </a:lnTo>
                <a:lnTo>
                  <a:pt x="4" y="504"/>
                </a:lnTo>
                <a:lnTo>
                  <a:pt x="443" y="4"/>
                </a:lnTo>
                <a:lnTo>
                  <a:pt x="443" y="0"/>
                </a:lnTo>
                <a:close/>
              </a:path>
            </a:pathLst>
          </a:custGeom>
          <a:solidFill>
            <a:srgbClr val="90909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8" name=""/>
          <p:cNvSpPr/>
          <p:nvPr/>
        </p:nvSpPr>
        <p:spPr>
          <a:xfrm>
            <a:off x="2135520" y="4468320"/>
            <a:ext cx="158040" cy="180000"/>
          </a:xfrm>
          <a:custGeom>
            <a:avLst/>
            <a:gdLst/>
            <a:ahLst/>
            <a:rect l="0" t="0" r="r" b="b"/>
            <a:pathLst>
              <a:path w="439" h="500">
                <a:moveTo>
                  <a:pt x="439" y="0"/>
                </a:moveTo>
                <a:lnTo>
                  <a:pt x="0" y="500"/>
                </a:lnTo>
                <a:lnTo>
                  <a:pt x="4" y="500"/>
                </a:lnTo>
                <a:lnTo>
                  <a:pt x="439" y="5"/>
                </a:lnTo>
                <a:lnTo>
                  <a:pt x="439" y="0"/>
                </a:lnTo>
                <a:close/>
              </a:path>
            </a:pathLst>
          </a:custGeom>
          <a:solidFill>
            <a:srgbClr val="92929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9" name=""/>
          <p:cNvSpPr/>
          <p:nvPr/>
        </p:nvSpPr>
        <p:spPr>
          <a:xfrm>
            <a:off x="2136960" y="4470120"/>
            <a:ext cx="156600" cy="178200"/>
          </a:xfrm>
          <a:custGeom>
            <a:avLst/>
            <a:gdLst/>
            <a:ahLst/>
            <a:rect l="0" t="0" r="r" b="b"/>
            <a:pathLst>
              <a:path w="435" h="495">
                <a:moveTo>
                  <a:pt x="435" y="0"/>
                </a:moveTo>
                <a:lnTo>
                  <a:pt x="0" y="495"/>
                </a:lnTo>
                <a:lnTo>
                  <a:pt x="4" y="495"/>
                </a:lnTo>
                <a:lnTo>
                  <a:pt x="435" y="4"/>
                </a:lnTo>
                <a:lnTo>
                  <a:pt x="435" y="0"/>
                </a:lnTo>
                <a:close/>
              </a:path>
            </a:pathLst>
          </a:custGeom>
          <a:solidFill>
            <a:srgbClr val="93939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0" name=""/>
          <p:cNvSpPr/>
          <p:nvPr/>
        </p:nvSpPr>
        <p:spPr>
          <a:xfrm>
            <a:off x="2138400" y="4471560"/>
            <a:ext cx="155160" cy="176760"/>
          </a:xfrm>
          <a:custGeom>
            <a:avLst/>
            <a:gdLst/>
            <a:ahLst/>
            <a:rect l="0" t="0" r="r" b="b"/>
            <a:pathLst>
              <a:path w="431" h="491">
                <a:moveTo>
                  <a:pt x="431" y="0"/>
                </a:moveTo>
                <a:lnTo>
                  <a:pt x="0" y="491"/>
                </a:lnTo>
                <a:lnTo>
                  <a:pt x="4" y="491"/>
                </a:lnTo>
                <a:lnTo>
                  <a:pt x="431" y="5"/>
                </a:lnTo>
                <a:lnTo>
                  <a:pt x="431" y="0"/>
                </a:lnTo>
                <a:close/>
              </a:path>
            </a:pathLst>
          </a:custGeom>
          <a:solidFill>
            <a:srgbClr val="94949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1" name=""/>
          <p:cNvSpPr/>
          <p:nvPr/>
        </p:nvSpPr>
        <p:spPr>
          <a:xfrm>
            <a:off x="2139840" y="4473360"/>
            <a:ext cx="153720" cy="174960"/>
          </a:xfrm>
          <a:custGeom>
            <a:avLst/>
            <a:gdLst/>
            <a:ahLst/>
            <a:rect l="0" t="0" r="r" b="b"/>
            <a:pathLst>
              <a:path w="427" h="486">
                <a:moveTo>
                  <a:pt x="427" y="0"/>
                </a:moveTo>
                <a:lnTo>
                  <a:pt x="0" y="486"/>
                </a:lnTo>
                <a:lnTo>
                  <a:pt x="4" y="486"/>
                </a:lnTo>
                <a:lnTo>
                  <a:pt x="427" y="4"/>
                </a:lnTo>
                <a:lnTo>
                  <a:pt x="427" y="0"/>
                </a:lnTo>
                <a:close/>
              </a:path>
            </a:pathLst>
          </a:custGeom>
          <a:solidFill>
            <a:srgbClr val="96969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2" name=""/>
          <p:cNvSpPr/>
          <p:nvPr/>
        </p:nvSpPr>
        <p:spPr>
          <a:xfrm>
            <a:off x="2141280" y="4474800"/>
            <a:ext cx="152280" cy="173520"/>
          </a:xfrm>
          <a:custGeom>
            <a:avLst/>
            <a:gdLst/>
            <a:ahLst/>
            <a:rect l="0" t="0" r="r" b="b"/>
            <a:pathLst>
              <a:path w="423" h="482">
                <a:moveTo>
                  <a:pt x="423" y="0"/>
                </a:moveTo>
                <a:lnTo>
                  <a:pt x="0" y="482"/>
                </a:lnTo>
                <a:lnTo>
                  <a:pt x="3" y="482"/>
                </a:lnTo>
                <a:lnTo>
                  <a:pt x="423" y="5"/>
                </a:lnTo>
                <a:lnTo>
                  <a:pt x="423" y="0"/>
                </a:lnTo>
                <a:close/>
              </a:path>
            </a:pathLst>
          </a:custGeom>
          <a:solidFill>
            <a:srgbClr val="979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3" name=""/>
          <p:cNvSpPr/>
          <p:nvPr/>
        </p:nvSpPr>
        <p:spPr>
          <a:xfrm>
            <a:off x="2142360" y="4476600"/>
            <a:ext cx="151200" cy="171720"/>
          </a:xfrm>
          <a:custGeom>
            <a:avLst/>
            <a:gdLst/>
            <a:ahLst/>
            <a:rect l="0" t="0" r="r" b="b"/>
            <a:pathLst>
              <a:path w="420" h="477">
                <a:moveTo>
                  <a:pt x="420" y="0"/>
                </a:moveTo>
                <a:lnTo>
                  <a:pt x="0" y="477"/>
                </a:lnTo>
                <a:lnTo>
                  <a:pt x="4" y="477"/>
                </a:lnTo>
                <a:lnTo>
                  <a:pt x="420" y="4"/>
                </a:lnTo>
                <a:lnTo>
                  <a:pt x="420" y="0"/>
                </a:lnTo>
                <a:close/>
              </a:path>
            </a:pathLst>
          </a:custGeom>
          <a:solidFill>
            <a:srgbClr val="98989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4" name=""/>
          <p:cNvSpPr/>
          <p:nvPr/>
        </p:nvSpPr>
        <p:spPr>
          <a:xfrm>
            <a:off x="2143800" y="4478040"/>
            <a:ext cx="149760" cy="170280"/>
          </a:xfrm>
          <a:custGeom>
            <a:avLst/>
            <a:gdLst/>
            <a:ahLst/>
            <a:rect l="0" t="0" r="r" b="b"/>
            <a:pathLst>
              <a:path w="416" h="473">
                <a:moveTo>
                  <a:pt x="416" y="0"/>
                </a:moveTo>
                <a:lnTo>
                  <a:pt x="0" y="473"/>
                </a:lnTo>
                <a:lnTo>
                  <a:pt x="4" y="473"/>
                </a:lnTo>
                <a:lnTo>
                  <a:pt x="416" y="5"/>
                </a:lnTo>
                <a:lnTo>
                  <a:pt x="416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5" name=""/>
          <p:cNvSpPr/>
          <p:nvPr/>
        </p:nvSpPr>
        <p:spPr>
          <a:xfrm>
            <a:off x="2145240" y="4479840"/>
            <a:ext cx="148320" cy="168480"/>
          </a:xfrm>
          <a:custGeom>
            <a:avLst/>
            <a:gdLst/>
            <a:ahLst/>
            <a:rect l="0" t="0" r="r" b="b"/>
            <a:pathLst>
              <a:path w="412" h="468">
                <a:moveTo>
                  <a:pt x="412" y="0"/>
                </a:moveTo>
                <a:lnTo>
                  <a:pt x="0" y="468"/>
                </a:lnTo>
                <a:lnTo>
                  <a:pt x="4" y="468"/>
                </a:lnTo>
                <a:lnTo>
                  <a:pt x="412" y="4"/>
                </a:lnTo>
                <a:lnTo>
                  <a:pt x="412" y="0"/>
                </a:lnTo>
                <a:close/>
              </a:path>
            </a:pathLst>
          </a:custGeom>
          <a:solidFill>
            <a:srgbClr val="9b9b9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6" name=""/>
          <p:cNvSpPr/>
          <p:nvPr/>
        </p:nvSpPr>
        <p:spPr>
          <a:xfrm>
            <a:off x="2146680" y="4481280"/>
            <a:ext cx="146880" cy="167040"/>
          </a:xfrm>
          <a:custGeom>
            <a:avLst/>
            <a:gdLst/>
            <a:ahLst/>
            <a:rect l="0" t="0" r="r" b="b"/>
            <a:pathLst>
              <a:path w="408" h="464">
                <a:moveTo>
                  <a:pt x="408" y="0"/>
                </a:moveTo>
                <a:lnTo>
                  <a:pt x="0" y="464"/>
                </a:lnTo>
                <a:lnTo>
                  <a:pt x="4" y="464"/>
                </a:lnTo>
                <a:lnTo>
                  <a:pt x="408" y="5"/>
                </a:lnTo>
                <a:lnTo>
                  <a:pt x="408" y="0"/>
                </a:lnTo>
                <a:close/>
              </a:path>
            </a:pathLst>
          </a:custGeom>
          <a:solidFill>
            <a:srgbClr val="9c9c9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7" name=""/>
          <p:cNvSpPr/>
          <p:nvPr/>
        </p:nvSpPr>
        <p:spPr>
          <a:xfrm>
            <a:off x="2148120" y="4483080"/>
            <a:ext cx="145440" cy="165240"/>
          </a:xfrm>
          <a:custGeom>
            <a:avLst/>
            <a:gdLst/>
            <a:ahLst/>
            <a:rect l="0" t="0" r="r" b="b"/>
            <a:pathLst>
              <a:path w="404" h="459">
                <a:moveTo>
                  <a:pt x="404" y="0"/>
                </a:moveTo>
                <a:lnTo>
                  <a:pt x="0" y="459"/>
                </a:lnTo>
                <a:lnTo>
                  <a:pt x="4" y="459"/>
                </a:lnTo>
                <a:lnTo>
                  <a:pt x="404" y="4"/>
                </a:lnTo>
                <a:lnTo>
                  <a:pt x="404" y="0"/>
                </a:lnTo>
                <a:close/>
              </a:path>
            </a:pathLst>
          </a:custGeom>
          <a:solidFill>
            <a:srgbClr val="9e9e9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8" name=""/>
          <p:cNvSpPr/>
          <p:nvPr/>
        </p:nvSpPr>
        <p:spPr>
          <a:xfrm>
            <a:off x="2149560" y="4484520"/>
            <a:ext cx="144000" cy="163800"/>
          </a:xfrm>
          <a:custGeom>
            <a:avLst/>
            <a:gdLst/>
            <a:ahLst/>
            <a:rect l="0" t="0" r="r" b="b"/>
            <a:pathLst>
              <a:path w="400" h="455">
                <a:moveTo>
                  <a:pt x="400" y="0"/>
                </a:moveTo>
                <a:lnTo>
                  <a:pt x="0" y="455"/>
                </a:lnTo>
                <a:lnTo>
                  <a:pt x="4" y="455"/>
                </a:lnTo>
                <a:lnTo>
                  <a:pt x="400" y="5"/>
                </a:lnTo>
                <a:lnTo>
                  <a:pt x="400" y="0"/>
                </a:lnTo>
                <a:close/>
              </a:path>
            </a:pathLst>
          </a:custGeom>
          <a:solidFill>
            <a:srgbClr val="9f9f9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9" name=""/>
          <p:cNvSpPr/>
          <p:nvPr/>
        </p:nvSpPr>
        <p:spPr>
          <a:xfrm>
            <a:off x="2151000" y="4486320"/>
            <a:ext cx="142560" cy="162000"/>
          </a:xfrm>
          <a:custGeom>
            <a:avLst/>
            <a:gdLst/>
            <a:ahLst/>
            <a:rect l="0" t="0" r="r" b="b"/>
            <a:pathLst>
              <a:path w="396" h="450">
                <a:moveTo>
                  <a:pt x="396" y="0"/>
                </a:moveTo>
                <a:lnTo>
                  <a:pt x="0" y="450"/>
                </a:lnTo>
                <a:lnTo>
                  <a:pt x="4" y="450"/>
                </a:lnTo>
                <a:lnTo>
                  <a:pt x="396" y="4"/>
                </a:lnTo>
                <a:lnTo>
                  <a:pt x="396" y="0"/>
                </a:lnTo>
                <a:close/>
              </a:path>
            </a:pathLst>
          </a:custGeom>
          <a:solidFill>
            <a:srgbClr val="a0a0a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0" name=""/>
          <p:cNvSpPr/>
          <p:nvPr/>
        </p:nvSpPr>
        <p:spPr>
          <a:xfrm>
            <a:off x="2152440" y="4487760"/>
            <a:ext cx="141120" cy="160560"/>
          </a:xfrm>
          <a:custGeom>
            <a:avLst/>
            <a:gdLst/>
            <a:ahLst/>
            <a:rect l="0" t="0" r="r" b="b"/>
            <a:pathLst>
              <a:path w="392" h="446">
                <a:moveTo>
                  <a:pt x="392" y="0"/>
                </a:moveTo>
                <a:lnTo>
                  <a:pt x="0" y="446"/>
                </a:lnTo>
                <a:lnTo>
                  <a:pt x="4" y="446"/>
                </a:lnTo>
                <a:lnTo>
                  <a:pt x="392" y="5"/>
                </a:lnTo>
                <a:lnTo>
                  <a:pt x="392" y="0"/>
                </a:lnTo>
                <a:close/>
              </a:path>
            </a:pathLst>
          </a:custGeom>
          <a:solidFill>
            <a:srgbClr val="a2a2a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1" name=""/>
          <p:cNvSpPr/>
          <p:nvPr/>
        </p:nvSpPr>
        <p:spPr>
          <a:xfrm>
            <a:off x="2153880" y="4489560"/>
            <a:ext cx="139680" cy="158760"/>
          </a:xfrm>
          <a:custGeom>
            <a:avLst/>
            <a:gdLst/>
            <a:ahLst/>
            <a:rect l="0" t="0" r="r" b="b"/>
            <a:pathLst>
              <a:path w="388" h="441">
                <a:moveTo>
                  <a:pt x="388" y="0"/>
                </a:moveTo>
                <a:lnTo>
                  <a:pt x="0" y="441"/>
                </a:lnTo>
                <a:lnTo>
                  <a:pt x="4" y="441"/>
                </a:lnTo>
                <a:lnTo>
                  <a:pt x="388" y="4"/>
                </a:lnTo>
                <a:lnTo>
                  <a:pt x="388" y="0"/>
                </a:lnTo>
                <a:close/>
              </a:path>
            </a:pathLst>
          </a:custGeom>
          <a:solidFill>
            <a:srgbClr val="a3a3a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2" name=""/>
          <p:cNvSpPr/>
          <p:nvPr/>
        </p:nvSpPr>
        <p:spPr>
          <a:xfrm>
            <a:off x="2155320" y="4491000"/>
            <a:ext cx="138240" cy="157320"/>
          </a:xfrm>
          <a:custGeom>
            <a:avLst/>
            <a:gdLst/>
            <a:ahLst/>
            <a:rect l="0" t="0" r="r" b="b"/>
            <a:pathLst>
              <a:path w="384" h="437">
                <a:moveTo>
                  <a:pt x="384" y="0"/>
                </a:moveTo>
                <a:lnTo>
                  <a:pt x="0" y="437"/>
                </a:lnTo>
                <a:lnTo>
                  <a:pt x="4" y="437"/>
                </a:lnTo>
                <a:lnTo>
                  <a:pt x="384" y="5"/>
                </a:lnTo>
                <a:lnTo>
                  <a:pt x="384" y="0"/>
                </a:lnTo>
                <a:close/>
              </a:path>
            </a:pathLst>
          </a:custGeom>
          <a:solidFill>
            <a:srgbClr val="a5a5a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3" name=""/>
          <p:cNvSpPr/>
          <p:nvPr/>
        </p:nvSpPr>
        <p:spPr>
          <a:xfrm>
            <a:off x="2156760" y="4492800"/>
            <a:ext cx="136800" cy="155520"/>
          </a:xfrm>
          <a:custGeom>
            <a:avLst/>
            <a:gdLst/>
            <a:ahLst/>
            <a:rect l="0" t="0" r="r" b="b"/>
            <a:pathLst>
              <a:path w="380" h="432">
                <a:moveTo>
                  <a:pt x="380" y="0"/>
                </a:moveTo>
                <a:lnTo>
                  <a:pt x="0" y="432"/>
                </a:lnTo>
                <a:lnTo>
                  <a:pt x="4" y="432"/>
                </a:lnTo>
                <a:lnTo>
                  <a:pt x="380" y="4"/>
                </a:lnTo>
                <a:lnTo>
                  <a:pt x="380" y="0"/>
                </a:lnTo>
                <a:close/>
              </a:path>
            </a:pathLst>
          </a:custGeom>
          <a:solidFill>
            <a:srgbClr val="a6a6a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4" name=""/>
          <p:cNvSpPr/>
          <p:nvPr/>
        </p:nvSpPr>
        <p:spPr>
          <a:xfrm>
            <a:off x="2158200" y="4494240"/>
            <a:ext cx="135360" cy="154080"/>
          </a:xfrm>
          <a:custGeom>
            <a:avLst/>
            <a:gdLst/>
            <a:ahLst/>
            <a:rect l="0" t="0" r="r" b="b"/>
            <a:pathLst>
              <a:path w="376" h="428">
                <a:moveTo>
                  <a:pt x="376" y="0"/>
                </a:moveTo>
                <a:lnTo>
                  <a:pt x="0" y="428"/>
                </a:lnTo>
                <a:lnTo>
                  <a:pt x="4" y="428"/>
                </a:lnTo>
                <a:lnTo>
                  <a:pt x="376" y="5"/>
                </a:lnTo>
                <a:lnTo>
                  <a:pt x="376" y="0"/>
                </a:lnTo>
                <a:close/>
              </a:path>
            </a:pathLst>
          </a:custGeom>
          <a:solidFill>
            <a:srgbClr val="a7a7a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5" name=""/>
          <p:cNvSpPr/>
          <p:nvPr/>
        </p:nvSpPr>
        <p:spPr>
          <a:xfrm>
            <a:off x="2159640" y="4496040"/>
            <a:ext cx="133920" cy="152280"/>
          </a:xfrm>
          <a:custGeom>
            <a:avLst/>
            <a:gdLst/>
            <a:ahLst/>
            <a:rect l="0" t="0" r="r" b="b"/>
            <a:pathLst>
              <a:path w="372" h="423">
                <a:moveTo>
                  <a:pt x="372" y="0"/>
                </a:moveTo>
                <a:lnTo>
                  <a:pt x="0" y="423"/>
                </a:lnTo>
                <a:lnTo>
                  <a:pt x="4" y="423"/>
                </a:lnTo>
                <a:lnTo>
                  <a:pt x="372" y="4"/>
                </a:lnTo>
                <a:lnTo>
                  <a:pt x="372" y="0"/>
                </a:lnTo>
                <a:close/>
              </a:path>
            </a:pathLst>
          </a:custGeom>
          <a:solidFill>
            <a:srgbClr val="a9a9a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6" name=""/>
          <p:cNvSpPr/>
          <p:nvPr/>
        </p:nvSpPr>
        <p:spPr>
          <a:xfrm>
            <a:off x="2161080" y="4497480"/>
            <a:ext cx="132480" cy="150840"/>
          </a:xfrm>
          <a:custGeom>
            <a:avLst/>
            <a:gdLst/>
            <a:ahLst/>
            <a:rect l="0" t="0" r="r" b="b"/>
            <a:pathLst>
              <a:path w="368" h="419">
                <a:moveTo>
                  <a:pt x="368" y="0"/>
                </a:moveTo>
                <a:lnTo>
                  <a:pt x="0" y="419"/>
                </a:lnTo>
                <a:lnTo>
                  <a:pt x="4" y="419"/>
                </a:lnTo>
                <a:lnTo>
                  <a:pt x="368" y="4"/>
                </a:lnTo>
                <a:lnTo>
                  <a:pt x="368" y="0"/>
                </a:lnTo>
                <a:close/>
              </a:path>
            </a:pathLst>
          </a:custGeom>
          <a:solidFill>
            <a:srgbClr val="aaaaa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7" name=""/>
          <p:cNvSpPr/>
          <p:nvPr/>
        </p:nvSpPr>
        <p:spPr>
          <a:xfrm>
            <a:off x="2162520" y="4498920"/>
            <a:ext cx="131040" cy="149400"/>
          </a:xfrm>
          <a:custGeom>
            <a:avLst/>
            <a:gdLst/>
            <a:ahLst/>
            <a:rect l="0" t="0" r="r" b="b"/>
            <a:pathLst>
              <a:path w="364" h="415">
                <a:moveTo>
                  <a:pt x="364" y="0"/>
                </a:moveTo>
                <a:lnTo>
                  <a:pt x="0" y="415"/>
                </a:lnTo>
                <a:lnTo>
                  <a:pt x="4" y="415"/>
                </a:lnTo>
                <a:lnTo>
                  <a:pt x="364" y="5"/>
                </a:lnTo>
                <a:lnTo>
                  <a:pt x="364" y="0"/>
                </a:lnTo>
                <a:close/>
              </a:path>
            </a:pathLst>
          </a:custGeom>
          <a:solidFill>
            <a:srgbClr val="ababa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8" name=""/>
          <p:cNvSpPr/>
          <p:nvPr/>
        </p:nvSpPr>
        <p:spPr>
          <a:xfrm>
            <a:off x="2163960" y="4500720"/>
            <a:ext cx="129600" cy="147600"/>
          </a:xfrm>
          <a:custGeom>
            <a:avLst/>
            <a:gdLst/>
            <a:ahLst/>
            <a:rect l="0" t="0" r="r" b="b"/>
            <a:pathLst>
              <a:path w="360" h="410">
                <a:moveTo>
                  <a:pt x="360" y="0"/>
                </a:moveTo>
                <a:lnTo>
                  <a:pt x="0" y="410"/>
                </a:lnTo>
                <a:lnTo>
                  <a:pt x="4" y="410"/>
                </a:lnTo>
                <a:lnTo>
                  <a:pt x="360" y="4"/>
                </a:lnTo>
                <a:lnTo>
                  <a:pt x="360" y="0"/>
                </a:lnTo>
                <a:close/>
              </a:path>
            </a:pathLst>
          </a:custGeom>
          <a:solidFill>
            <a:srgbClr val="adada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9" name=""/>
          <p:cNvSpPr/>
          <p:nvPr/>
        </p:nvSpPr>
        <p:spPr>
          <a:xfrm>
            <a:off x="2165400" y="4502160"/>
            <a:ext cx="128160" cy="146160"/>
          </a:xfrm>
          <a:custGeom>
            <a:avLst/>
            <a:gdLst/>
            <a:ahLst/>
            <a:rect l="0" t="0" r="r" b="b"/>
            <a:pathLst>
              <a:path w="356" h="406">
                <a:moveTo>
                  <a:pt x="356" y="0"/>
                </a:moveTo>
                <a:lnTo>
                  <a:pt x="0" y="406"/>
                </a:lnTo>
                <a:lnTo>
                  <a:pt x="4" y="406"/>
                </a:lnTo>
                <a:lnTo>
                  <a:pt x="356" y="5"/>
                </a:lnTo>
                <a:lnTo>
                  <a:pt x="356" y="0"/>
                </a:lnTo>
                <a:close/>
              </a:path>
            </a:pathLst>
          </a:custGeom>
          <a:solidFill>
            <a:srgbClr val="aeaea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0" name=""/>
          <p:cNvSpPr/>
          <p:nvPr/>
        </p:nvSpPr>
        <p:spPr>
          <a:xfrm>
            <a:off x="2166840" y="4503960"/>
            <a:ext cx="126720" cy="144360"/>
          </a:xfrm>
          <a:custGeom>
            <a:avLst/>
            <a:gdLst/>
            <a:ahLst/>
            <a:rect l="0" t="0" r="r" b="b"/>
            <a:pathLst>
              <a:path w="352" h="401">
                <a:moveTo>
                  <a:pt x="352" y="0"/>
                </a:moveTo>
                <a:lnTo>
                  <a:pt x="0" y="401"/>
                </a:lnTo>
                <a:lnTo>
                  <a:pt x="4" y="401"/>
                </a:lnTo>
                <a:lnTo>
                  <a:pt x="352" y="4"/>
                </a:lnTo>
                <a:lnTo>
                  <a:pt x="352" y="0"/>
                </a:lnTo>
                <a:close/>
              </a:path>
            </a:pathLst>
          </a:custGeom>
          <a:solidFill>
            <a:srgbClr val="afafa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1" name=""/>
          <p:cNvSpPr/>
          <p:nvPr/>
        </p:nvSpPr>
        <p:spPr>
          <a:xfrm>
            <a:off x="2168280" y="4505400"/>
            <a:ext cx="125280" cy="142920"/>
          </a:xfrm>
          <a:custGeom>
            <a:avLst/>
            <a:gdLst/>
            <a:ahLst/>
            <a:rect l="0" t="0" r="r" b="b"/>
            <a:pathLst>
              <a:path w="348" h="397">
                <a:moveTo>
                  <a:pt x="348" y="0"/>
                </a:moveTo>
                <a:lnTo>
                  <a:pt x="0" y="397"/>
                </a:lnTo>
                <a:lnTo>
                  <a:pt x="3" y="397"/>
                </a:lnTo>
                <a:lnTo>
                  <a:pt x="348" y="5"/>
                </a:lnTo>
                <a:lnTo>
                  <a:pt x="348" y="0"/>
                </a:lnTo>
                <a:close/>
              </a:path>
            </a:pathLst>
          </a:custGeom>
          <a:solidFill>
            <a:srgbClr val="b1b1b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2" name=""/>
          <p:cNvSpPr/>
          <p:nvPr/>
        </p:nvSpPr>
        <p:spPr>
          <a:xfrm>
            <a:off x="2169360" y="4507200"/>
            <a:ext cx="124200" cy="141120"/>
          </a:xfrm>
          <a:custGeom>
            <a:avLst/>
            <a:gdLst/>
            <a:ahLst/>
            <a:rect l="0" t="0" r="r" b="b"/>
            <a:pathLst>
              <a:path w="345" h="392">
                <a:moveTo>
                  <a:pt x="345" y="0"/>
                </a:moveTo>
                <a:lnTo>
                  <a:pt x="0" y="392"/>
                </a:lnTo>
                <a:lnTo>
                  <a:pt x="4" y="392"/>
                </a:lnTo>
                <a:lnTo>
                  <a:pt x="345" y="4"/>
                </a:lnTo>
                <a:lnTo>
                  <a:pt x="345" y="0"/>
                </a:lnTo>
                <a:close/>
              </a:path>
            </a:pathLst>
          </a:custGeom>
          <a:solidFill>
            <a:srgbClr val="b2b2b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3" name=""/>
          <p:cNvSpPr/>
          <p:nvPr/>
        </p:nvSpPr>
        <p:spPr>
          <a:xfrm>
            <a:off x="2170800" y="4508640"/>
            <a:ext cx="122760" cy="139680"/>
          </a:xfrm>
          <a:custGeom>
            <a:avLst/>
            <a:gdLst/>
            <a:ahLst/>
            <a:rect l="0" t="0" r="r" b="b"/>
            <a:pathLst>
              <a:path w="341" h="388">
                <a:moveTo>
                  <a:pt x="341" y="0"/>
                </a:moveTo>
                <a:lnTo>
                  <a:pt x="0" y="388"/>
                </a:lnTo>
                <a:lnTo>
                  <a:pt x="4" y="388"/>
                </a:lnTo>
                <a:lnTo>
                  <a:pt x="341" y="5"/>
                </a:lnTo>
                <a:lnTo>
                  <a:pt x="341" y="0"/>
                </a:lnTo>
                <a:close/>
              </a:path>
            </a:pathLst>
          </a:custGeom>
          <a:solidFill>
            <a:srgbClr val="b4b4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4" name=""/>
          <p:cNvSpPr/>
          <p:nvPr/>
        </p:nvSpPr>
        <p:spPr>
          <a:xfrm>
            <a:off x="2172240" y="4510440"/>
            <a:ext cx="121320" cy="137880"/>
          </a:xfrm>
          <a:custGeom>
            <a:avLst/>
            <a:gdLst/>
            <a:ahLst/>
            <a:rect l="0" t="0" r="r" b="b"/>
            <a:pathLst>
              <a:path w="337" h="383">
                <a:moveTo>
                  <a:pt x="337" y="0"/>
                </a:moveTo>
                <a:lnTo>
                  <a:pt x="0" y="383"/>
                </a:lnTo>
                <a:lnTo>
                  <a:pt x="4" y="383"/>
                </a:lnTo>
                <a:lnTo>
                  <a:pt x="337" y="4"/>
                </a:lnTo>
                <a:lnTo>
                  <a:pt x="337" y="0"/>
                </a:lnTo>
                <a:close/>
              </a:path>
            </a:pathLst>
          </a:custGeom>
          <a:solidFill>
            <a:srgbClr val="b5b5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5" name=""/>
          <p:cNvSpPr/>
          <p:nvPr/>
        </p:nvSpPr>
        <p:spPr>
          <a:xfrm>
            <a:off x="2173680" y="4511880"/>
            <a:ext cx="119880" cy="136440"/>
          </a:xfrm>
          <a:custGeom>
            <a:avLst/>
            <a:gdLst/>
            <a:ahLst/>
            <a:rect l="0" t="0" r="r" b="b"/>
            <a:pathLst>
              <a:path w="333" h="379">
                <a:moveTo>
                  <a:pt x="333" y="0"/>
                </a:moveTo>
                <a:lnTo>
                  <a:pt x="0" y="379"/>
                </a:lnTo>
                <a:lnTo>
                  <a:pt x="4" y="379"/>
                </a:lnTo>
                <a:lnTo>
                  <a:pt x="333" y="5"/>
                </a:lnTo>
                <a:lnTo>
                  <a:pt x="333" y="0"/>
                </a:lnTo>
                <a:close/>
              </a:path>
            </a:pathLst>
          </a:custGeom>
          <a:solidFill>
            <a:srgbClr val="b6b6b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6" name=""/>
          <p:cNvSpPr/>
          <p:nvPr/>
        </p:nvSpPr>
        <p:spPr>
          <a:xfrm>
            <a:off x="2175120" y="4513680"/>
            <a:ext cx="118440" cy="134640"/>
          </a:xfrm>
          <a:custGeom>
            <a:avLst/>
            <a:gdLst/>
            <a:ahLst/>
            <a:rect l="0" t="0" r="r" b="b"/>
            <a:pathLst>
              <a:path w="329" h="374">
                <a:moveTo>
                  <a:pt x="329" y="0"/>
                </a:moveTo>
                <a:lnTo>
                  <a:pt x="0" y="374"/>
                </a:lnTo>
                <a:lnTo>
                  <a:pt x="4" y="374"/>
                </a:lnTo>
                <a:lnTo>
                  <a:pt x="329" y="4"/>
                </a:lnTo>
                <a:lnTo>
                  <a:pt x="329" y="0"/>
                </a:lnTo>
                <a:close/>
              </a:path>
            </a:pathLst>
          </a:custGeom>
          <a:solidFill>
            <a:srgbClr val="b8b8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7" name=""/>
          <p:cNvSpPr/>
          <p:nvPr/>
        </p:nvSpPr>
        <p:spPr>
          <a:xfrm>
            <a:off x="2176560" y="4515120"/>
            <a:ext cx="117000" cy="133200"/>
          </a:xfrm>
          <a:custGeom>
            <a:avLst/>
            <a:gdLst/>
            <a:ahLst/>
            <a:rect l="0" t="0" r="r" b="b"/>
            <a:pathLst>
              <a:path w="325" h="370">
                <a:moveTo>
                  <a:pt x="325" y="0"/>
                </a:moveTo>
                <a:lnTo>
                  <a:pt x="0" y="370"/>
                </a:lnTo>
                <a:lnTo>
                  <a:pt x="4" y="370"/>
                </a:lnTo>
                <a:lnTo>
                  <a:pt x="325" y="5"/>
                </a:lnTo>
                <a:lnTo>
                  <a:pt x="325" y="0"/>
                </a:lnTo>
                <a:close/>
              </a:path>
            </a:pathLst>
          </a:custGeom>
          <a:solidFill>
            <a:srgbClr val="b9b9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8" name=""/>
          <p:cNvSpPr/>
          <p:nvPr/>
        </p:nvSpPr>
        <p:spPr>
          <a:xfrm>
            <a:off x="2178000" y="4516920"/>
            <a:ext cx="115560" cy="131400"/>
          </a:xfrm>
          <a:custGeom>
            <a:avLst/>
            <a:gdLst/>
            <a:ahLst/>
            <a:rect l="0" t="0" r="r" b="b"/>
            <a:pathLst>
              <a:path w="321" h="365">
                <a:moveTo>
                  <a:pt x="321" y="0"/>
                </a:moveTo>
                <a:lnTo>
                  <a:pt x="0" y="365"/>
                </a:lnTo>
                <a:lnTo>
                  <a:pt x="4" y="365"/>
                </a:lnTo>
                <a:lnTo>
                  <a:pt x="321" y="4"/>
                </a:lnTo>
                <a:lnTo>
                  <a:pt x="321" y="0"/>
                </a:lnTo>
                <a:close/>
              </a:path>
            </a:pathLst>
          </a:custGeom>
          <a:solidFill>
            <a:srgbClr val="baba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9" name=""/>
          <p:cNvSpPr/>
          <p:nvPr/>
        </p:nvSpPr>
        <p:spPr>
          <a:xfrm>
            <a:off x="2179440" y="4518360"/>
            <a:ext cx="114120" cy="129960"/>
          </a:xfrm>
          <a:custGeom>
            <a:avLst/>
            <a:gdLst/>
            <a:ahLst/>
            <a:rect l="0" t="0" r="r" b="b"/>
            <a:pathLst>
              <a:path w="317" h="361">
                <a:moveTo>
                  <a:pt x="317" y="0"/>
                </a:moveTo>
                <a:lnTo>
                  <a:pt x="0" y="361"/>
                </a:lnTo>
                <a:lnTo>
                  <a:pt x="4" y="361"/>
                </a:lnTo>
                <a:lnTo>
                  <a:pt x="317" y="5"/>
                </a:lnTo>
                <a:lnTo>
                  <a:pt x="317" y="0"/>
                </a:lnTo>
                <a:close/>
              </a:path>
            </a:pathLst>
          </a:custGeom>
          <a:solidFill>
            <a:srgbClr val="bcbc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0" name=""/>
          <p:cNvSpPr/>
          <p:nvPr/>
        </p:nvSpPr>
        <p:spPr>
          <a:xfrm>
            <a:off x="2180880" y="4520160"/>
            <a:ext cx="112680" cy="128160"/>
          </a:xfrm>
          <a:custGeom>
            <a:avLst/>
            <a:gdLst/>
            <a:ahLst/>
            <a:rect l="0" t="0" r="r" b="b"/>
            <a:pathLst>
              <a:path w="313" h="356">
                <a:moveTo>
                  <a:pt x="313" y="0"/>
                </a:moveTo>
                <a:lnTo>
                  <a:pt x="0" y="356"/>
                </a:lnTo>
                <a:lnTo>
                  <a:pt x="4" y="356"/>
                </a:lnTo>
                <a:lnTo>
                  <a:pt x="313" y="4"/>
                </a:lnTo>
                <a:lnTo>
                  <a:pt x="313" y="0"/>
                </a:lnTo>
                <a:close/>
              </a:path>
            </a:pathLst>
          </a:custGeom>
          <a:solidFill>
            <a:srgbClr val="bdbd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1" name=""/>
          <p:cNvSpPr/>
          <p:nvPr/>
        </p:nvSpPr>
        <p:spPr>
          <a:xfrm>
            <a:off x="2182320" y="4521600"/>
            <a:ext cx="111240" cy="126720"/>
          </a:xfrm>
          <a:custGeom>
            <a:avLst/>
            <a:gdLst/>
            <a:ahLst/>
            <a:rect l="0" t="0" r="r" b="b"/>
            <a:pathLst>
              <a:path w="309" h="352">
                <a:moveTo>
                  <a:pt x="309" y="0"/>
                </a:moveTo>
                <a:lnTo>
                  <a:pt x="0" y="352"/>
                </a:lnTo>
                <a:lnTo>
                  <a:pt x="4" y="352"/>
                </a:lnTo>
                <a:lnTo>
                  <a:pt x="309" y="5"/>
                </a:lnTo>
                <a:lnTo>
                  <a:pt x="309" y="0"/>
                </a:lnTo>
                <a:close/>
              </a:path>
            </a:pathLst>
          </a:custGeom>
          <a:solidFill>
            <a:srgbClr val="bebe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2" name=""/>
          <p:cNvSpPr/>
          <p:nvPr/>
        </p:nvSpPr>
        <p:spPr>
          <a:xfrm>
            <a:off x="2183760" y="4523400"/>
            <a:ext cx="109800" cy="124920"/>
          </a:xfrm>
          <a:custGeom>
            <a:avLst/>
            <a:gdLst/>
            <a:ahLst/>
            <a:rect l="0" t="0" r="r" b="b"/>
            <a:pathLst>
              <a:path w="305" h="347">
                <a:moveTo>
                  <a:pt x="305" y="0"/>
                </a:moveTo>
                <a:lnTo>
                  <a:pt x="0" y="347"/>
                </a:lnTo>
                <a:lnTo>
                  <a:pt x="4" y="347"/>
                </a:lnTo>
                <a:lnTo>
                  <a:pt x="305" y="4"/>
                </a:lnTo>
                <a:lnTo>
                  <a:pt x="305" y="0"/>
                </a:lnTo>
                <a:close/>
              </a:path>
            </a:pathLst>
          </a:custGeom>
          <a:solidFill>
            <a:srgbClr val="c0c0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3" name=""/>
          <p:cNvSpPr/>
          <p:nvPr/>
        </p:nvSpPr>
        <p:spPr>
          <a:xfrm>
            <a:off x="2185200" y="4524840"/>
            <a:ext cx="108360" cy="123480"/>
          </a:xfrm>
          <a:custGeom>
            <a:avLst/>
            <a:gdLst/>
            <a:ahLst/>
            <a:rect l="0" t="0" r="r" b="b"/>
            <a:pathLst>
              <a:path w="301" h="343">
                <a:moveTo>
                  <a:pt x="301" y="0"/>
                </a:moveTo>
                <a:lnTo>
                  <a:pt x="0" y="343"/>
                </a:lnTo>
                <a:lnTo>
                  <a:pt x="4" y="343"/>
                </a:lnTo>
                <a:lnTo>
                  <a:pt x="301" y="5"/>
                </a:lnTo>
                <a:lnTo>
                  <a:pt x="301" y="0"/>
                </a:lnTo>
                <a:close/>
              </a:path>
            </a:pathLst>
          </a:custGeom>
          <a:solidFill>
            <a:srgbClr val="c1c1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4" name=""/>
          <p:cNvSpPr/>
          <p:nvPr/>
        </p:nvSpPr>
        <p:spPr>
          <a:xfrm>
            <a:off x="2186640" y="4526640"/>
            <a:ext cx="106920" cy="121680"/>
          </a:xfrm>
          <a:custGeom>
            <a:avLst/>
            <a:gdLst/>
            <a:ahLst/>
            <a:rect l="0" t="0" r="r" b="b"/>
            <a:pathLst>
              <a:path w="297" h="338">
                <a:moveTo>
                  <a:pt x="297" y="0"/>
                </a:moveTo>
                <a:lnTo>
                  <a:pt x="0" y="338"/>
                </a:lnTo>
                <a:lnTo>
                  <a:pt x="4" y="338"/>
                </a:lnTo>
                <a:lnTo>
                  <a:pt x="297" y="4"/>
                </a:lnTo>
                <a:lnTo>
                  <a:pt x="297" y="0"/>
                </a:lnTo>
                <a:close/>
              </a:path>
            </a:pathLst>
          </a:custGeom>
          <a:solidFill>
            <a:srgbClr val="c3c3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5" name=""/>
          <p:cNvSpPr/>
          <p:nvPr/>
        </p:nvSpPr>
        <p:spPr>
          <a:xfrm>
            <a:off x="2188080" y="4528080"/>
            <a:ext cx="105480" cy="120240"/>
          </a:xfrm>
          <a:custGeom>
            <a:avLst/>
            <a:gdLst/>
            <a:ahLst/>
            <a:rect l="0" t="0" r="r" b="b"/>
            <a:pathLst>
              <a:path w="293" h="334">
                <a:moveTo>
                  <a:pt x="293" y="0"/>
                </a:moveTo>
                <a:lnTo>
                  <a:pt x="0" y="334"/>
                </a:lnTo>
                <a:lnTo>
                  <a:pt x="4" y="334"/>
                </a:lnTo>
                <a:lnTo>
                  <a:pt x="293" y="5"/>
                </a:lnTo>
                <a:lnTo>
                  <a:pt x="293" y="0"/>
                </a:lnTo>
                <a:close/>
              </a:path>
            </a:pathLst>
          </a:custGeom>
          <a:solidFill>
            <a:srgbClr val="c4c4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6" name=""/>
          <p:cNvSpPr/>
          <p:nvPr/>
        </p:nvSpPr>
        <p:spPr>
          <a:xfrm>
            <a:off x="2189520" y="4529880"/>
            <a:ext cx="104040" cy="118440"/>
          </a:xfrm>
          <a:custGeom>
            <a:avLst/>
            <a:gdLst/>
            <a:ahLst/>
            <a:rect l="0" t="0" r="r" b="b"/>
            <a:pathLst>
              <a:path w="289" h="329">
                <a:moveTo>
                  <a:pt x="289" y="0"/>
                </a:moveTo>
                <a:lnTo>
                  <a:pt x="0" y="329"/>
                </a:lnTo>
                <a:lnTo>
                  <a:pt x="4" y="329"/>
                </a:lnTo>
                <a:lnTo>
                  <a:pt x="289" y="4"/>
                </a:lnTo>
                <a:lnTo>
                  <a:pt x="289" y="0"/>
                </a:lnTo>
                <a:close/>
              </a:path>
            </a:pathLst>
          </a:custGeom>
          <a:solidFill>
            <a:srgbClr val="c5c5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7" name=""/>
          <p:cNvSpPr/>
          <p:nvPr/>
        </p:nvSpPr>
        <p:spPr>
          <a:xfrm>
            <a:off x="2190960" y="4531320"/>
            <a:ext cx="102600" cy="117000"/>
          </a:xfrm>
          <a:custGeom>
            <a:avLst/>
            <a:gdLst/>
            <a:ahLst/>
            <a:rect l="0" t="0" r="r" b="b"/>
            <a:pathLst>
              <a:path w="285" h="325">
                <a:moveTo>
                  <a:pt x="285" y="0"/>
                </a:moveTo>
                <a:lnTo>
                  <a:pt x="0" y="325"/>
                </a:lnTo>
                <a:lnTo>
                  <a:pt x="4" y="325"/>
                </a:lnTo>
                <a:lnTo>
                  <a:pt x="285" y="5"/>
                </a:lnTo>
                <a:lnTo>
                  <a:pt x="285" y="0"/>
                </a:lnTo>
                <a:close/>
              </a:path>
            </a:pathLst>
          </a:custGeom>
          <a:solidFill>
            <a:srgbClr val="c7c7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8" name=""/>
          <p:cNvSpPr/>
          <p:nvPr/>
        </p:nvSpPr>
        <p:spPr>
          <a:xfrm>
            <a:off x="2192400" y="4533120"/>
            <a:ext cx="101160" cy="115200"/>
          </a:xfrm>
          <a:custGeom>
            <a:avLst/>
            <a:gdLst/>
            <a:ahLst/>
            <a:rect l="0" t="0" r="r" b="b"/>
            <a:pathLst>
              <a:path w="281" h="320">
                <a:moveTo>
                  <a:pt x="281" y="0"/>
                </a:moveTo>
                <a:lnTo>
                  <a:pt x="0" y="320"/>
                </a:lnTo>
                <a:lnTo>
                  <a:pt x="4" y="320"/>
                </a:lnTo>
                <a:lnTo>
                  <a:pt x="281" y="4"/>
                </a:lnTo>
                <a:lnTo>
                  <a:pt x="281" y="0"/>
                </a:lnTo>
                <a:close/>
              </a:path>
            </a:pathLst>
          </a:custGeom>
          <a:solidFill>
            <a:srgbClr val="c8c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9" name=""/>
          <p:cNvSpPr/>
          <p:nvPr/>
        </p:nvSpPr>
        <p:spPr>
          <a:xfrm>
            <a:off x="2193840" y="4534560"/>
            <a:ext cx="99720" cy="113760"/>
          </a:xfrm>
          <a:custGeom>
            <a:avLst/>
            <a:gdLst/>
            <a:ahLst/>
            <a:rect l="0" t="0" r="r" b="b"/>
            <a:pathLst>
              <a:path w="277" h="316">
                <a:moveTo>
                  <a:pt x="277" y="0"/>
                </a:moveTo>
                <a:lnTo>
                  <a:pt x="0" y="316"/>
                </a:lnTo>
                <a:lnTo>
                  <a:pt x="4" y="316"/>
                </a:lnTo>
                <a:lnTo>
                  <a:pt x="277" y="5"/>
                </a:lnTo>
                <a:lnTo>
                  <a:pt x="277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0" name=""/>
          <p:cNvSpPr/>
          <p:nvPr/>
        </p:nvSpPr>
        <p:spPr>
          <a:xfrm>
            <a:off x="2195280" y="4536360"/>
            <a:ext cx="98280" cy="111960"/>
          </a:xfrm>
          <a:custGeom>
            <a:avLst/>
            <a:gdLst/>
            <a:ahLst/>
            <a:rect l="0" t="0" r="r" b="b"/>
            <a:pathLst>
              <a:path w="273" h="311">
                <a:moveTo>
                  <a:pt x="273" y="0"/>
                </a:moveTo>
                <a:lnTo>
                  <a:pt x="0" y="311"/>
                </a:lnTo>
                <a:lnTo>
                  <a:pt x="4" y="311"/>
                </a:lnTo>
                <a:lnTo>
                  <a:pt x="273" y="4"/>
                </a:lnTo>
                <a:lnTo>
                  <a:pt x="273" y="0"/>
                </a:lnTo>
                <a:close/>
              </a:path>
            </a:pathLst>
          </a:custGeom>
          <a:solidFill>
            <a:srgbClr val="cbcb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1" name=""/>
          <p:cNvSpPr/>
          <p:nvPr/>
        </p:nvSpPr>
        <p:spPr>
          <a:xfrm>
            <a:off x="2196720" y="4537800"/>
            <a:ext cx="96840" cy="110520"/>
          </a:xfrm>
          <a:custGeom>
            <a:avLst/>
            <a:gdLst/>
            <a:ahLst/>
            <a:rect l="0" t="0" r="r" b="b"/>
            <a:pathLst>
              <a:path w="269" h="307">
                <a:moveTo>
                  <a:pt x="269" y="0"/>
                </a:moveTo>
                <a:lnTo>
                  <a:pt x="0" y="307"/>
                </a:lnTo>
                <a:lnTo>
                  <a:pt x="3" y="307"/>
                </a:lnTo>
                <a:lnTo>
                  <a:pt x="269" y="5"/>
                </a:lnTo>
                <a:lnTo>
                  <a:pt x="269" y="0"/>
                </a:lnTo>
                <a:close/>
              </a:path>
            </a:pathLst>
          </a:custGeom>
          <a:solidFill>
            <a:srgbClr val="cccc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2" name=""/>
          <p:cNvSpPr/>
          <p:nvPr/>
        </p:nvSpPr>
        <p:spPr>
          <a:xfrm>
            <a:off x="2197800" y="4539600"/>
            <a:ext cx="95760" cy="108720"/>
          </a:xfrm>
          <a:custGeom>
            <a:avLst/>
            <a:gdLst/>
            <a:ahLst/>
            <a:rect l="0" t="0" r="r" b="b"/>
            <a:pathLst>
              <a:path w="266" h="302">
                <a:moveTo>
                  <a:pt x="266" y="0"/>
                </a:moveTo>
                <a:lnTo>
                  <a:pt x="0" y="302"/>
                </a:lnTo>
                <a:lnTo>
                  <a:pt x="4" y="302"/>
                </a:lnTo>
                <a:lnTo>
                  <a:pt x="266" y="4"/>
                </a:lnTo>
                <a:lnTo>
                  <a:pt x="266" y="0"/>
                </a:lnTo>
                <a:close/>
              </a:path>
            </a:pathLst>
          </a:custGeom>
          <a:solidFill>
            <a:srgbClr val="cdcd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3" name=""/>
          <p:cNvSpPr/>
          <p:nvPr/>
        </p:nvSpPr>
        <p:spPr>
          <a:xfrm>
            <a:off x="2199240" y="4541040"/>
            <a:ext cx="94680" cy="107280"/>
          </a:xfrm>
          <a:custGeom>
            <a:avLst/>
            <a:gdLst/>
            <a:ahLst/>
            <a:rect l="0" t="0" r="r" b="b"/>
            <a:pathLst>
              <a:path w="263" h="298">
                <a:moveTo>
                  <a:pt x="263" y="0"/>
                </a:moveTo>
                <a:lnTo>
                  <a:pt x="0" y="298"/>
                </a:lnTo>
                <a:lnTo>
                  <a:pt x="5" y="298"/>
                </a:lnTo>
                <a:lnTo>
                  <a:pt x="263" y="5"/>
                </a:lnTo>
                <a:lnTo>
                  <a:pt x="263" y="0"/>
                </a:lnTo>
                <a:close/>
              </a:path>
            </a:pathLst>
          </a:custGeom>
          <a:solidFill>
            <a:srgbClr val="cfcf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4" name=""/>
          <p:cNvSpPr/>
          <p:nvPr/>
        </p:nvSpPr>
        <p:spPr>
          <a:xfrm>
            <a:off x="2200680" y="4542840"/>
            <a:ext cx="92880" cy="105480"/>
          </a:xfrm>
          <a:custGeom>
            <a:avLst/>
            <a:gdLst/>
            <a:ahLst/>
            <a:rect l="0" t="0" r="r" b="b"/>
            <a:pathLst>
              <a:path w="258" h="293">
                <a:moveTo>
                  <a:pt x="258" y="0"/>
                </a:moveTo>
                <a:lnTo>
                  <a:pt x="0" y="293"/>
                </a:lnTo>
                <a:lnTo>
                  <a:pt x="4" y="293"/>
                </a:lnTo>
                <a:lnTo>
                  <a:pt x="258" y="4"/>
                </a:lnTo>
                <a:lnTo>
                  <a:pt x="258" y="0"/>
                </a:lnTo>
                <a:close/>
              </a:path>
            </a:pathLst>
          </a:custGeom>
          <a:solidFill>
            <a:srgbClr val="d0d0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5" name=""/>
          <p:cNvSpPr/>
          <p:nvPr/>
        </p:nvSpPr>
        <p:spPr>
          <a:xfrm>
            <a:off x="2202120" y="4544280"/>
            <a:ext cx="91440" cy="104040"/>
          </a:xfrm>
          <a:custGeom>
            <a:avLst/>
            <a:gdLst/>
            <a:ahLst/>
            <a:rect l="0" t="0" r="r" b="b"/>
            <a:pathLst>
              <a:path w="254" h="289">
                <a:moveTo>
                  <a:pt x="254" y="0"/>
                </a:moveTo>
                <a:lnTo>
                  <a:pt x="0" y="289"/>
                </a:lnTo>
                <a:lnTo>
                  <a:pt x="4" y="289"/>
                </a:lnTo>
                <a:lnTo>
                  <a:pt x="254" y="5"/>
                </a:lnTo>
                <a:lnTo>
                  <a:pt x="254" y="0"/>
                </a:lnTo>
                <a:close/>
              </a:path>
            </a:pathLst>
          </a:custGeom>
          <a:solidFill>
            <a:srgbClr val="d2d2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6" name=""/>
          <p:cNvSpPr/>
          <p:nvPr/>
        </p:nvSpPr>
        <p:spPr>
          <a:xfrm>
            <a:off x="2203560" y="4546080"/>
            <a:ext cx="90000" cy="102240"/>
          </a:xfrm>
          <a:custGeom>
            <a:avLst/>
            <a:gdLst/>
            <a:ahLst/>
            <a:rect l="0" t="0" r="r" b="b"/>
            <a:pathLst>
              <a:path w="250" h="284">
                <a:moveTo>
                  <a:pt x="250" y="0"/>
                </a:moveTo>
                <a:lnTo>
                  <a:pt x="0" y="284"/>
                </a:lnTo>
                <a:lnTo>
                  <a:pt x="4" y="284"/>
                </a:lnTo>
                <a:lnTo>
                  <a:pt x="250" y="4"/>
                </a:lnTo>
                <a:lnTo>
                  <a:pt x="25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7" name=""/>
          <p:cNvSpPr/>
          <p:nvPr/>
        </p:nvSpPr>
        <p:spPr>
          <a:xfrm>
            <a:off x="2205000" y="4547520"/>
            <a:ext cx="88560" cy="100800"/>
          </a:xfrm>
          <a:custGeom>
            <a:avLst/>
            <a:gdLst/>
            <a:ahLst/>
            <a:rect l="0" t="0" r="r" b="b"/>
            <a:pathLst>
              <a:path w="246" h="280">
                <a:moveTo>
                  <a:pt x="246" y="0"/>
                </a:moveTo>
                <a:lnTo>
                  <a:pt x="0" y="280"/>
                </a:lnTo>
                <a:lnTo>
                  <a:pt x="4" y="280"/>
                </a:lnTo>
                <a:lnTo>
                  <a:pt x="246" y="5"/>
                </a:lnTo>
                <a:lnTo>
                  <a:pt x="246" y="0"/>
                </a:lnTo>
                <a:close/>
              </a:path>
            </a:pathLst>
          </a:custGeom>
          <a:solidFill>
            <a:srgbClr val="d4d4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8" name=""/>
          <p:cNvSpPr/>
          <p:nvPr/>
        </p:nvSpPr>
        <p:spPr>
          <a:xfrm>
            <a:off x="2206440" y="4549320"/>
            <a:ext cx="87120" cy="99000"/>
          </a:xfrm>
          <a:custGeom>
            <a:avLst/>
            <a:gdLst/>
            <a:ahLst/>
            <a:rect l="0" t="0" r="r" b="b"/>
            <a:pathLst>
              <a:path w="242" h="275">
                <a:moveTo>
                  <a:pt x="242" y="0"/>
                </a:moveTo>
                <a:lnTo>
                  <a:pt x="0" y="275"/>
                </a:lnTo>
                <a:lnTo>
                  <a:pt x="4" y="275"/>
                </a:lnTo>
                <a:lnTo>
                  <a:pt x="242" y="4"/>
                </a:lnTo>
                <a:lnTo>
                  <a:pt x="242" y="0"/>
                </a:lnTo>
                <a:close/>
              </a:path>
            </a:pathLst>
          </a:custGeom>
          <a:solidFill>
            <a:srgbClr val="d6d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9" name=""/>
          <p:cNvSpPr/>
          <p:nvPr/>
        </p:nvSpPr>
        <p:spPr>
          <a:xfrm>
            <a:off x="2207880" y="4550760"/>
            <a:ext cx="85680" cy="97560"/>
          </a:xfrm>
          <a:custGeom>
            <a:avLst/>
            <a:gdLst/>
            <a:ahLst/>
            <a:rect l="0" t="0" r="r" b="b"/>
            <a:pathLst>
              <a:path w="238" h="271">
                <a:moveTo>
                  <a:pt x="238" y="0"/>
                </a:moveTo>
                <a:lnTo>
                  <a:pt x="0" y="271"/>
                </a:lnTo>
                <a:lnTo>
                  <a:pt x="4" y="271"/>
                </a:lnTo>
                <a:lnTo>
                  <a:pt x="238" y="5"/>
                </a:lnTo>
                <a:lnTo>
                  <a:pt x="238" y="0"/>
                </a:lnTo>
                <a:close/>
              </a:path>
            </a:pathLst>
          </a:custGeom>
          <a:solidFill>
            <a:srgbClr val="d7d7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0" name=""/>
          <p:cNvSpPr/>
          <p:nvPr/>
        </p:nvSpPr>
        <p:spPr>
          <a:xfrm>
            <a:off x="2209320" y="4552560"/>
            <a:ext cx="84240" cy="95760"/>
          </a:xfrm>
          <a:custGeom>
            <a:avLst/>
            <a:gdLst/>
            <a:ahLst/>
            <a:rect l="0" t="0" r="r" b="b"/>
            <a:pathLst>
              <a:path w="234" h="266">
                <a:moveTo>
                  <a:pt x="234" y="0"/>
                </a:moveTo>
                <a:lnTo>
                  <a:pt x="0" y="266"/>
                </a:lnTo>
                <a:lnTo>
                  <a:pt x="4" y="266"/>
                </a:lnTo>
                <a:lnTo>
                  <a:pt x="234" y="4"/>
                </a:lnTo>
                <a:lnTo>
                  <a:pt x="234" y="0"/>
                </a:lnTo>
                <a:close/>
              </a:path>
            </a:pathLst>
          </a:custGeom>
          <a:solidFill>
            <a:srgbClr val="d8d8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1" name=""/>
          <p:cNvSpPr/>
          <p:nvPr/>
        </p:nvSpPr>
        <p:spPr>
          <a:xfrm>
            <a:off x="2210760" y="4554000"/>
            <a:ext cx="82800" cy="94320"/>
          </a:xfrm>
          <a:custGeom>
            <a:avLst/>
            <a:gdLst/>
            <a:ahLst/>
            <a:rect l="0" t="0" r="r" b="b"/>
            <a:pathLst>
              <a:path w="230" h="262">
                <a:moveTo>
                  <a:pt x="230" y="0"/>
                </a:moveTo>
                <a:lnTo>
                  <a:pt x="0" y="262"/>
                </a:lnTo>
                <a:lnTo>
                  <a:pt x="4" y="262"/>
                </a:lnTo>
                <a:lnTo>
                  <a:pt x="230" y="5"/>
                </a:lnTo>
                <a:lnTo>
                  <a:pt x="230" y="0"/>
                </a:lnTo>
                <a:close/>
              </a:path>
            </a:pathLst>
          </a:custGeom>
          <a:solidFill>
            <a:srgbClr val="dada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2" name=""/>
          <p:cNvSpPr/>
          <p:nvPr/>
        </p:nvSpPr>
        <p:spPr>
          <a:xfrm>
            <a:off x="2212200" y="4555800"/>
            <a:ext cx="81360" cy="92520"/>
          </a:xfrm>
          <a:custGeom>
            <a:avLst/>
            <a:gdLst/>
            <a:ahLst/>
            <a:rect l="0" t="0" r="r" b="b"/>
            <a:pathLst>
              <a:path w="226" h="257">
                <a:moveTo>
                  <a:pt x="226" y="0"/>
                </a:moveTo>
                <a:lnTo>
                  <a:pt x="0" y="257"/>
                </a:lnTo>
                <a:lnTo>
                  <a:pt x="4" y="257"/>
                </a:lnTo>
                <a:lnTo>
                  <a:pt x="226" y="4"/>
                </a:lnTo>
                <a:lnTo>
                  <a:pt x="226" y="0"/>
                </a:lnTo>
                <a:close/>
              </a:path>
            </a:pathLst>
          </a:custGeom>
          <a:solidFill>
            <a:srgbClr val="dbdb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3" name=""/>
          <p:cNvSpPr/>
          <p:nvPr/>
        </p:nvSpPr>
        <p:spPr>
          <a:xfrm>
            <a:off x="2213640" y="4557240"/>
            <a:ext cx="79920" cy="91080"/>
          </a:xfrm>
          <a:custGeom>
            <a:avLst/>
            <a:gdLst/>
            <a:ahLst/>
            <a:rect l="0" t="0" r="r" b="b"/>
            <a:pathLst>
              <a:path w="222" h="253">
                <a:moveTo>
                  <a:pt x="222" y="0"/>
                </a:moveTo>
                <a:lnTo>
                  <a:pt x="0" y="253"/>
                </a:lnTo>
                <a:lnTo>
                  <a:pt x="4" y="253"/>
                </a:lnTo>
                <a:lnTo>
                  <a:pt x="222" y="5"/>
                </a:lnTo>
                <a:lnTo>
                  <a:pt x="222" y="0"/>
                </a:lnTo>
                <a:close/>
              </a:path>
            </a:pathLst>
          </a:custGeom>
          <a:solidFill>
            <a:srgbClr val="dcdc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4" name=""/>
          <p:cNvSpPr/>
          <p:nvPr/>
        </p:nvSpPr>
        <p:spPr>
          <a:xfrm>
            <a:off x="2215080" y="4559040"/>
            <a:ext cx="78480" cy="89280"/>
          </a:xfrm>
          <a:custGeom>
            <a:avLst/>
            <a:gdLst/>
            <a:ahLst/>
            <a:rect l="0" t="0" r="r" b="b"/>
            <a:pathLst>
              <a:path w="218" h="248">
                <a:moveTo>
                  <a:pt x="218" y="0"/>
                </a:moveTo>
                <a:lnTo>
                  <a:pt x="0" y="248"/>
                </a:lnTo>
                <a:lnTo>
                  <a:pt x="4" y="248"/>
                </a:lnTo>
                <a:lnTo>
                  <a:pt x="218" y="4"/>
                </a:lnTo>
                <a:lnTo>
                  <a:pt x="218" y="0"/>
                </a:lnTo>
                <a:close/>
              </a:path>
            </a:pathLst>
          </a:custGeom>
          <a:solidFill>
            <a:srgbClr val="dede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5" name=""/>
          <p:cNvSpPr/>
          <p:nvPr/>
        </p:nvSpPr>
        <p:spPr>
          <a:xfrm>
            <a:off x="2216520" y="4560480"/>
            <a:ext cx="77040" cy="87840"/>
          </a:xfrm>
          <a:custGeom>
            <a:avLst/>
            <a:gdLst/>
            <a:ahLst/>
            <a:rect l="0" t="0" r="r" b="b"/>
            <a:pathLst>
              <a:path w="214" h="244">
                <a:moveTo>
                  <a:pt x="214" y="0"/>
                </a:moveTo>
                <a:lnTo>
                  <a:pt x="0" y="244"/>
                </a:lnTo>
                <a:lnTo>
                  <a:pt x="4" y="244"/>
                </a:lnTo>
                <a:lnTo>
                  <a:pt x="214" y="5"/>
                </a:lnTo>
                <a:lnTo>
                  <a:pt x="214" y="0"/>
                </a:lnTo>
                <a:close/>
              </a:path>
            </a:pathLst>
          </a:custGeom>
          <a:solidFill>
            <a:srgbClr val="dfdf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6" name=""/>
          <p:cNvSpPr/>
          <p:nvPr/>
        </p:nvSpPr>
        <p:spPr>
          <a:xfrm>
            <a:off x="2217960" y="4562280"/>
            <a:ext cx="75600" cy="86040"/>
          </a:xfrm>
          <a:custGeom>
            <a:avLst/>
            <a:gdLst/>
            <a:ahLst/>
            <a:rect l="0" t="0" r="r" b="b"/>
            <a:pathLst>
              <a:path w="210" h="239">
                <a:moveTo>
                  <a:pt x="210" y="0"/>
                </a:moveTo>
                <a:lnTo>
                  <a:pt x="0" y="239"/>
                </a:lnTo>
                <a:lnTo>
                  <a:pt x="4" y="239"/>
                </a:lnTo>
                <a:lnTo>
                  <a:pt x="210" y="4"/>
                </a:lnTo>
                <a:lnTo>
                  <a:pt x="210" y="0"/>
                </a:lnTo>
                <a:close/>
              </a:path>
            </a:pathLst>
          </a:custGeom>
          <a:solidFill>
            <a:srgbClr val="e1e1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7" name=""/>
          <p:cNvSpPr/>
          <p:nvPr/>
        </p:nvSpPr>
        <p:spPr>
          <a:xfrm>
            <a:off x="2219400" y="4563720"/>
            <a:ext cx="74160" cy="84600"/>
          </a:xfrm>
          <a:custGeom>
            <a:avLst/>
            <a:gdLst/>
            <a:ahLst/>
            <a:rect l="0" t="0" r="r" b="b"/>
            <a:pathLst>
              <a:path w="206" h="235">
                <a:moveTo>
                  <a:pt x="206" y="0"/>
                </a:moveTo>
                <a:lnTo>
                  <a:pt x="0" y="235"/>
                </a:lnTo>
                <a:lnTo>
                  <a:pt x="4" y="235"/>
                </a:lnTo>
                <a:lnTo>
                  <a:pt x="206" y="5"/>
                </a:lnTo>
                <a:lnTo>
                  <a:pt x="206" y="0"/>
                </a:lnTo>
                <a:close/>
              </a:path>
            </a:pathLst>
          </a:custGeom>
          <a:solidFill>
            <a:srgbClr val="e2e2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8" name=""/>
          <p:cNvSpPr/>
          <p:nvPr/>
        </p:nvSpPr>
        <p:spPr>
          <a:xfrm>
            <a:off x="2220840" y="4565520"/>
            <a:ext cx="72720" cy="82800"/>
          </a:xfrm>
          <a:custGeom>
            <a:avLst/>
            <a:gdLst/>
            <a:ahLst/>
            <a:rect l="0" t="0" r="r" b="b"/>
            <a:pathLst>
              <a:path w="202" h="230">
                <a:moveTo>
                  <a:pt x="202" y="0"/>
                </a:moveTo>
                <a:lnTo>
                  <a:pt x="0" y="230"/>
                </a:lnTo>
                <a:lnTo>
                  <a:pt x="4" y="230"/>
                </a:lnTo>
                <a:lnTo>
                  <a:pt x="202" y="4"/>
                </a:lnTo>
                <a:lnTo>
                  <a:pt x="202" y="0"/>
                </a:lnTo>
                <a:close/>
              </a:path>
            </a:pathLst>
          </a:custGeom>
          <a:solidFill>
            <a:srgbClr val="e3e3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9" name=""/>
          <p:cNvSpPr/>
          <p:nvPr/>
        </p:nvSpPr>
        <p:spPr>
          <a:xfrm>
            <a:off x="2222280" y="4566960"/>
            <a:ext cx="71280" cy="81360"/>
          </a:xfrm>
          <a:custGeom>
            <a:avLst/>
            <a:gdLst/>
            <a:ahLst/>
            <a:rect l="0" t="0" r="r" b="b"/>
            <a:pathLst>
              <a:path w="198" h="226">
                <a:moveTo>
                  <a:pt x="198" y="0"/>
                </a:moveTo>
                <a:lnTo>
                  <a:pt x="0" y="226"/>
                </a:lnTo>
                <a:lnTo>
                  <a:pt x="4" y="226"/>
                </a:lnTo>
                <a:lnTo>
                  <a:pt x="198" y="5"/>
                </a:lnTo>
                <a:lnTo>
                  <a:pt x="198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0" name=""/>
          <p:cNvSpPr/>
          <p:nvPr/>
        </p:nvSpPr>
        <p:spPr>
          <a:xfrm>
            <a:off x="2223720" y="4568760"/>
            <a:ext cx="69840" cy="79560"/>
          </a:xfrm>
          <a:custGeom>
            <a:avLst/>
            <a:gdLst/>
            <a:ahLst/>
            <a:rect l="0" t="0" r="r" b="b"/>
            <a:pathLst>
              <a:path w="194" h="221">
                <a:moveTo>
                  <a:pt x="194" y="0"/>
                </a:moveTo>
                <a:lnTo>
                  <a:pt x="0" y="221"/>
                </a:lnTo>
                <a:lnTo>
                  <a:pt x="4" y="221"/>
                </a:lnTo>
                <a:lnTo>
                  <a:pt x="194" y="4"/>
                </a:lnTo>
                <a:lnTo>
                  <a:pt x="194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1" name=""/>
          <p:cNvSpPr/>
          <p:nvPr/>
        </p:nvSpPr>
        <p:spPr>
          <a:xfrm>
            <a:off x="2225160" y="4570200"/>
            <a:ext cx="68400" cy="78120"/>
          </a:xfrm>
          <a:custGeom>
            <a:avLst/>
            <a:gdLst/>
            <a:ahLst/>
            <a:rect l="0" t="0" r="r" b="b"/>
            <a:pathLst>
              <a:path w="190" h="217">
                <a:moveTo>
                  <a:pt x="190" y="0"/>
                </a:moveTo>
                <a:lnTo>
                  <a:pt x="0" y="217"/>
                </a:lnTo>
                <a:lnTo>
                  <a:pt x="3" y="217"/>
                </a:lnTo>
                <a:lnTo>
                  <a:pt x="190" y="5"/>
                </a:lnTo>
                <a:lnTo>
                  <a:pt x="190" y="0"/>
                </a:lnTo>
                <a:close/>
              </a:path>
            </a:pathLst>
          </a:custGeom>
          <a:solidFill>
            <a:srgbClr val="e7e7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2" name=""/>
          <p:cNvSpPr/>
          <p:nvPr/>
        </p:nvSpPr>
        <p:spPr>
          <a:xfrm>
            <a:off x="2226240" y="4572000"/>
            <a:ext cx="67320" cy="76320"/>
          </a:xfrm>
          <a:custGeom>
            <a:avLst/>
            <a:gdLst/>
            <a:ahLst/>
            <a:rect l="0" t="0" r="r" b="b"/>
            <a:pathLst>
              <a:path w="187" h="212">
                <a:moveTo>
                  <a:pt x="187" y="0"/>
                </a:moveTo>
                <a:lnTo>
                  <a:pt x="0" y="212"/>
                </a:lnTo>
                <a:lnTo>
                  <a:pt x="4" y="212"/>
                </a:lnTo>
                <a:lnTo>
                  <a:pt x="187" y="4"/>
                </a:lnTo>
                <a:lnTo>
                  <a:pt x="187" y="0"/>
                </a:lnTo>
                <a:close/>
              </a:path>
            </a:pathLst>
          </a:custGeom>
          <a:solidFill>
            <a:srgbClr val="e9e9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3" name=""/>
          <p:cNvSpPr/>
          <p:nvPr/>
        </p:nvSpPr>
        <p:spPr>
          <a:xfrm>
            <a:off x="2227680" y="4573440"/>
            <a:ext cx="65880" cy="74880"/>
          </a:xfrm>
          <a:custGeom>
            <a:avLst/>
            <a:gdLst/>
            <a:ahLst/>
            <a:rect l="0" t="0" r="r" b="b"/>
            <a:pathLst>
              <a:path w="183" h="208">
                <a:moveTo>
                  <a:pt x="183" y="0"/>
                </a:moveTo>
                <a:lnTo>
                  <a:pt x="0" y="208"/>
                </a:lnTo>
                <a:lnTo>
                  <a:pt x="4" y="208"/>
                </a:lnTo>
                <a:lnTo>
                  <a:pt x="183" y="5"/>
                </a:lnTo>
                <a:lnTo>
                  <a:pt x="183" y="0"/>
                </a:lnTo>
                <a:close/>
              </a:path>
            </a:pathLst>
          </a:custGeom>
          <a:solidFill>
            <a:srgbClr val="eaea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4" name=""/>
          <p:cNvSpPr/>
          <p:nvPr/>
        </p:nvSpPr>
        <p:spPr>
          <a:xfrm>
            <a:off x="2229120" y="4575240"/>
            <a:ext cx="64440" cy="73080"/>
          </a:xfrm>
          <a:custGeom>
            <a:avLst/>
            <a:gdLst/>
            <a:ahLst/>
            <a:rect l="0" t="0" r="r" b="b"/>
            <a:pathLst>
              <a:path w="179" h="203">
                <a:moveTo>
                  <a:pt x="179" y="0"/>
                </a:moveTo>
                <a:lnTo>
                  <a:pt x="0" y="203"/>
                </a:lnTo>
                <a:lnTo>
                  <a:pt x="4" y="203"/>
                </a:lnTo>
                <a:lnTo>
                  <a:pt x="179" y="4"/>
                </a:lnTo>
                <a:lnTo>
                  <a:pt x="179" y="0"/>
                </a:lnTo>
                <a:close/>
              </a:path>
            </a:pathLst>
          </a:custGeom>
          <a:solidFill>
            <a:srgbClr val="ebeb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5" name=""/>
          <p:cNvSpPr/>
          <p:nvPr/>
        </p:nvSpPr>
        <p:spPr>
          <a:xfrm>
            <a:off x="2230560" y="4576680"/>
            <a:ext cx="63000" cy="71640"/>
          </a:xfrm>
          <a:custGeom>
            <a:avLst/>
            <a:gdLst/>
            <a:ahLst/>
            <a:rect l="0" t="0" r="r" b="b"/>
            <a:pathLst>
              <a:path w="175" h="199">
                <a:moveTo>
                  <a:pt x="175" y="0"/>
                </a:moveTo>
                <a:lnTo>
                  <a:pt x="0" y="199"/>
                </a:lnTo>
                <a:lnTo>
                  <a:pt x="4" y="199"/>
                </a:lnTo>
                <a:lnTo>
                  <a:pt x="175" y="5"/>
                </a:lnTo>
                <a:lnTo>
                  <a:pt x="175" y="0"/>
                </a:lnTo>
                <a:close/>
              </a:path>
            </a:pathLst>
          </a:custGeom>
          <a:solidFill>
            <a:srgbClr val="eded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6" name=""/>
          <p:cNvSpPr/>
          <p:nvPr/>
        </p:nvSpPr>
        <p:spPr>
          <a:xfrm>
            <a:off x="2232000" y="4578480"/>
            <a:ext cx="61560" cy="69840"/>
          </a:xfrm>
          <a:custGeom>
            <a:avLst/>
            <a:gdLst/>
            <a:ahLst/>
            <a:rect l="0" t="0" r="r" b="b"/>
            <a:pathLst>
              <a:path w="171" h="194">
                <a:moveTo>
                  <a:pt x="171" y="0"/>
                </a:moveTo>
                <a:lnTo>
                  <a:pt x="0" y="194"/>
                </a:lnTo>
                <a:lnTo>
                  <a:pt x="4" y="194"/>
                </a:lnTo>
                <a:lnTo>
                  <a:pt x="171" y="4"/>
                </a:lnTo>
                <a:lnTo>
                  <a:pt x="171" y="0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7" name=""/>
          <p:cNvSpPr/>
          <p:nvPr/>
        </p:nvSpPr>
        <p:spPr>
          <a:xfrm>
            <a:off x="2233440" y="4579920"/>
            <a:ext cx="60120" cy="68400"/>
          </a:xfrm>
          <a:custGeom>
            <a:avLst/>
            <a:gdLst/>
            <a:ahLst/>
            <a:rect l="0" t="0" r="r" b="b"/>
            <a:pathLst>
              <a:path w="167" h="190">
                <a:moveTo>
                  <a:pt x="167" y="0"/>
                </a:moveTo>
                <a:lnTo>
                  <a:pt x="0" y="190"/>
                </a:lnTo>
                <a:lnTo>
                  <a:pt x="4" y="190"/>
                </a:lnTo>
                <a:lnTo>
                  <a:pt x="167" y="5"/>
                </a:lnTo>
                <a:lnTo>
                  <a:pt x="167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8" name=""/>
          <p:cNvSpPr/>
          <p:nvPr/>
        </p:nvSpPr>
        <p:spPr>
          <a:xfrm>
            <a:off x="2234880" y="4581720"/>
            <a:ext cx="58680" cy="66600"/>
          </a:xfrm>
          <a:custGeom>
            <a:avLst/>
            <a:gdLst/>
            <a:ahLst/>
            <a:rect l="0" t="0" r="r" b="b"/>
            <a:pathLst>
              <a:path w="163" h="185">
                <a:moveTo>
                  <a:pt x="163" y="0"/>
                </a:moveTo>
                <a:lnTo>
                  <a:pt x="0" y="185"/>
                </a:lnTo>
                <a:lnTo>
                  <a:pt x="4" y="185"/>
                </a:lnTo>
                <a:lnTo>
                  <a:pt x="163" y="4"/>
                </a:lnTo>
                <a:lnTo>
                  <a:pt x="163" y="0"/>
                </a:lnTo>
                <a:close/>
              </a:path>
            </a:pathLst>
          </a:custGeom>
          <a:solidFill>
            <a:srgbClr val="f1f1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9" name=""/>
          <p:cNvSpPr/>
          <p:nvPr/>
        </p:nvSpPr>
        <p:spPr>
          <a:xfrm>
            <a:off x="2236320" y="4583160"/>
            <a:ext cx="57240" cy="65160"/>
          </a:xfrm>
          <a:custGeom>
            <a:avLst/>
            <a:gdLst/>
            <a:ahLst/>
            <a:rect l="0" t="0" r="r" b="b"/>
            <a:pathLst>
              <a:path w="159" h="181">
                <a:moveTo>
                  <a:pt x="159" y="0"/>
                </a:moveTo>
                <a:lnTo>
                  <a:pt x="0" y="181"/>
                </a:lnTo>
                <a:lnTo>
                  <a:pt x="4" y="181"/>
                </a:lnTo>
                <a:lnTo>
                  <a:pt x="159" y="5"/>
                </a:lnTo>
                <a:lnTo>
                  <a:pt x="159" y="0"/>
                </a:ln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0" name=""/>
          <p:cNvSpPr/>
          <p:nvPr/>
        </p:nvSpPr>
        <p:spPr>
          <a:xfrm>
            <a:off x="2237760" y="4584960"/>
            <a:ext cx="55800" cy="63360"/>
          </a:xfrm>
          <a:custGeom>
            <a:avLst/>
            <a:gdLst/>
            <a:ahLst/>
            <a:rect l="0" t="0" r="r" b="b"/>
            <a:pathLst>
              <a:path w="155" h="176">
                <a:moveTo>
                  <a:pt x="155" y="0"/>
                </a:moveTo>
                <a:lnTo>
                  <a:pt x="0" y="176"/>
                </a:lnTo>
                <a:lnTo>
                  <a:pt x="4" y="176"/>
                </a:lnTo>
                <a:lnTo>
                  <a:pt x="155" y="4"/>
                </a:lnTo>
                <a:lnTo>
                  <a:pt x="155" y="0"/>
                </a:lnTo>
                <a:close/>
              </a:path>
            </a:pathLst>
          </a:custGeom>
          <a:solidFill>
            <a:srgbClr val="f4f4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1" name=""/>
          <p:cNvSpPr/>
          <p:nvPr/>
        </p:nvSpPr>
        <p:spPr>
          <a:xfrm>
            <a:off x="2239200" y="4586400"/>
            <a:ext cx="54360" cy="61920"/>
          </a:xfrm>
          <a:custGeom>
            <a:avLst/>
            <a:gdLst/>
            <a:ahLst/>
            <a:rect l="0" t="0" r="r" b="b"/>
            <a:pathLst>
              <a:path w="151" h="172">
                <a:moveTo>
                  <a:pt x="151" y="0"/>
                </a:moveTo>
                <a:lnTo>
                  <a:pt x="0" y="172"/>
                </a:lnTo>
                <a:lnTo>
                  <a:pt x="4" y="172"/>
                </a:lnTo>
                <a:lnTo>
                  <a:pt x="151" y="5"/>
                </a:lnTo>
                <a:lnTo>
                  <a:pt x="151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2" name=""/>
          <p:cNvSpPr/>
          <p:nvPr/>
        </p:nvSpPr>
        <p:spPr>
          <a:xfrm>
            <a:off x="2240640" y="4588200"/>
            <a:ext cx="52920" cy="60120"/>
          </a:xfrm>
          <a:custGeom>
            <a:avLst/>
            <a:gdLst/>
            <a:ahLst/>
            <a:rect l="0" t="0" r="r" b="b"/>
            <a:pathLst>
              <a:path w="147" h="167">
                <a:moveTo>
                  <a:pt x="147" y="0"/>
                </a:moveTo>
                <a:lnTo>
                  <a:pt x="0" y="167"/>
                </a:lnTo>
                <a:lnTo>
                  <a:pt x="4" y="167"/>
                </a:lnTo>
                <a:lnTo>
                  <a:pt x="147" y="4"/>
                </a:lnTo>
                <a:lnTo>
                  <a:pt x="147" y="0"/>
                </a:lnTo>
                <a:close/>
              </a:path>
            </a:pathLst>
          </a:custGeom>
          <a:solidFill>
            <a:srgbClr val="f6f6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3" name=""/>
          <p:cNvSpPr/>
          <p:nvPr/>
        </p:nvSpPr>
        <p:spPr>
          <a:xfrm>
            <a:off x="2242080" y="4589640"/>
            <a:ext cx="51480" cy="58680"/>
          </a:xfrm>
          <a:custGeom>
            <a:avLst/>
            <a:gdLst/>
            <a:ahLst/>
            <a:rect l="0" t="0" r="r" b="b"/>
            <a:pathLst>
              <a:path w="143" h="163">
                <a:moveTo>
                  <a:pt x="143" y="0"/>
                </a:moveTo>
                <a:lnTo>
                  <a:pt x="0" y="163"/>
                </a:lnTo>
                <a:lnTo>
                  <a:pt x="4" y="163"/>
                </a:lnTo>
                <a:lnTo>
                  <a:pt x="143" y="5"/>
                </a:lnTo>
                <a:lnTo>
                  <a:pt x="143" y="0"/>
                </a:lnTo>
                <a:close/>
              </a:path>
            </a:pathLst>
          </a:custGeom>
          <a:solidFill>
            <a:srgbClr val="f8f8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4" name=""/>
          <p:cNvSpPr/>
          <p:nvPr/>
        </p:nvSpPr>
        <p:spPr>
          <a:xfrm>
            <a:off x="2243520" y="4591440"/>
            <a:ext cx="50040" cy="56880"/>
          </a:xfrm>
          <a:custGeom>
            <a:avLst/>
            <a:gdLst/>
            <a:ahLst/>
            <a:rect l="0" t="0" r="r" b="b"/>
            <a:pathLst>
              <a:path w="139" h="158">
                <a:moveTo>
                  <a:pt x="139" y="0"/>
                </a:moveTo>
                <a:lnTo>
                  <a:pt x="0" y="158"/>
                </a:lnTo>
                <a:lnTo>
                  <a:pt x="4" y="158"/>
                </a:lnTo>
                <a:lnTo>
                  <a:pt x="139" y="4"/>
                </a:lnTo>
                <a:lnTo>
                  <a:pt x="139" y="0"/>
                </a:lnTo>
                <a:close/>
              </a:path>
            </a:pathLst>
          </a:custGeom>
          <a:solidFill>
            <a:srgbClr val="f9f9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5" name=""/>
          <p:cNvSpPr/>
          <p:nvPr/>
        </p:nvSpPr>
        <p:spPr>
          <a:xfrm>
            <a:off x="2244960" y="4592880"/>
            <a:ext cx="48600" cy="55440"/>
          </a:xfrm>
          <a:custGeom>
            <a:avLst/>
            <a:gdLst/>
            <a:ahLst/>
            <a:rect l="0" t="0" r="r" b="b"/>
            <a:pathLst>
              <a:path w="135" h="154">
                <a:moveTo>
                  <a:pt x="135" y="0"/>
                </a:moveTo>
                <a:lnTo>
                  <a:pt x="0" y="154"/>
                </a:lnTo>
                <a:lnTo>
                  <a:pt x="4" y="154"/>
                </a:lnTo>
                <a:lnTo>
                  <a:pt x="135" y="5"/>
                </a:lnTo>
                <a:lnTo>
                  <a:pt x="135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6" name=""/>
          <p:cNvSpPr/>
          <p:nvPr/>
        </p:nvSpPr>
        <p:spPr>
          <a:xfrm>
            <a:off x="2246400" y="4594680"/>
            <a:ext cx="47160" cy="53640"/>
          </a:xfrm>
          <a:custGeom>
            <a:avLst/>
            <a:gdLst/>
            <a:ahLst/>
            <a:rect l="0" t="0" r="r" b="b"/>
            <a:pathLst>
              <a:path w="131" h="149">
                <a:moveTo>
                  <a:pt x="131" y="0"/>
                </a:moveTo>
                <a:lnTo>
                  <a:pt x="0" y="149"/>
                </a:lnTo>
                <a:lnTo>
                  <a:pt x="4" y="149"/>
                </a:lnTo>
                <a:lnTo>
                  <a:pt x="131" y="4"/>
                </a:lnTo>
                <a:lnTo>
                  <a:pt x="131" y="0"/>
                </a:lnTo>
                <a:close/>
              </a:path>
            </a:pathLst>
          </a:custGeom>
          <a:solidFill>
            <a:srgbClr val="fcfc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7" name=""/>
          <p:cNvSpPr/>
          <p:nvPr/>
        </p:nvSpPr>
        <p:spPr>
          <a:xfrm>
            <a:off x="2247840" y="4596120"/>
            <a:ext cx="45720" cy="52200"/>
          </a:xfrm>
          <a:custGeom>
            <a:avLst/>
            <a:gdLst/>
            <a:ahLst/>
            <a:rect l="0" t="0" r="r" b="b"/>
            <a:pathLst>
              <a:path w="127" h="145">
                <a:moveTo>
                  <a:pt x="127" y="0"/>
                </a:moveTo>
                <a:lnTo>
                  <a:pt x="0" y="145"/>
                </a:lnTo>
                <a:lnTo>
                  <a:pt x="4" y="145"/>
                </a:lnTo>
                <a:lnTo>
                  <a:pt x="127" y="5"/>
                </a:lnTo>
                <a:lnTo>
                  <a:pt x="127" y="0"/>
                </a:lnTo>
                <a:close/>
              </a:path>
            </a:pathLst>
          </a:custGeom>
          <a:solidFill>
            <a:srgbClr val="fdfd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8" name=""/>
          <p:cNvSpPr/>
          <p:nvPr/>
        </p:nvSpPr>
        <p:spPr>
          <a:xfrm>
            <a:off x="2249280" y="4597920"/>
            <a:ext cx="44280" cy="50400"/>
          </a:xfrm>
          <a:custGeom>
            <a:avLst/>
            <a:gdLst/>
            <a:ahLst/>
            <a:rect l="0" t="0" r="r" b="b"/>
            <a:pathLst>
              <a:path w="123" h="140">
                <a:moveTo>
                  <a:pt x="123" y="0"/>
                </a:moveTo>
                <a:lnTo>
                  <a:pt x="0" y="140"/>
                </a:lnTo>
                <a:lnTo>
                  <a:pt x="4" y="140"/>
                </a:lnTo>
                <a:lnTo>
                  <a:pt x="123" y="4"/>
                </a:lnTo>
                <a:lnTo>
                  <a:pt x="12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9" name=""/>
          <p:cNvSpPr/>
          <p:nvPr/>
        </p:nvSpPr>
        <p:spPr>
          <a:xfrm>
            <a:off x="2250720" y="4599360"/>
            <a:ext cx="42840" cy="48960"/>
          </a:xfrm>
          <a:custGeom>
            <a:avLst/>
            <a:gdLst/>
            <a:ahLst/>
            <a:rect l="0" t="0" r="r" b="b"/>
            <a:pathLst>
              <a:path w="119" h="136">
                <a:moveTo>
                  <a:pt x="119" y="0"/>
                </a:moveTo>
                <a:lnTo>
                  <a:pt x="0" y="136"/>
                </a:lnTo>
                <a:lnTo>
                  <a:pt x="7" y="136"/>
                </a:lnTo>
                <a:lnTo>
                  <a:pt x="119" y="9"/>
                </a:lnTo>
                <a:lnTo>
                  <a:pt x="119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0" name=""/>
          <p:cNvSpPr/>
          <p:nvPr/>
        </p:nvSpPr>
        <p:spPr>
          <a:xfrm>
            <a:off x="2253240" y="4602600"/>
            <a:ext cx="40320" cy="45720"/>
          </a:xfrm>
          <a:custGeom>
            <a:avLst/>
            <a:gdLst/>
            <a:ahLst/>
            <a:rect l="0" t="0" r="r" b="b"/>
            <a:pathLst>
              <a:path w="112" h="127">
                <a:moveTo>
                  <a:pt x="112" y="0"/>
                </a:moveTo>
                <a:lnTo>
                  <a:pt x="0" y="127"/>
                </a:lnTo>
                <a:lnTo>
                  <a:pt x="16" y="127"/>
                </a:lnTo>
                <a:lnTo>
                  <a:pt x="112" y="18"/>
                </a:lnTo>
                <a:lnTo>
                  <a:pt x="112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1" name=""/>
          <p:cNvSpPr/>
          <p:nvPr/>
        </p:nvSpPr>
        <p:spPr>
          <a:xfrm>
            <a:off x="2259000" y="4609080"/>
            <a:ext cx="34560" cy="39240"/>
          </a:xfrm>
          <a:custGeom>
            <a:avLst/>
            <a:gdLst/>
            <a:ahLst/>
            <a:rect l="0" t="0" r="r" b="b"/>
            <a:pathLst>
              <a:path w="96" h="109">
                <a:moveTo>
                  <a:pt x="96" y="0"/>
                </a:moveTo>
                <a:lnTo>
                  <a:pt x="0" y="109"/>
                </a:lnTo>
                <a:lnTo>
                  <a:pt x="32" y="109"/>
                </a:lnTo>
                <a:lnTo>
                  <a:pt x="96" y="36"/>
                </a:lnTo>
                <a:lnTo>
                  <a:pt x="9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2" name=""/>
          <p:cNvSpPr/>
          <p:nvPr/>
        </p:nvSpPr>
        <p:spPr>
          <a:xfrm>
            <a:off x="2270520" y="4622040"/>
            <a:ext cx="23040" cy="26280"/>
          </a:xfrm>
          <a:custGeom>
            <a:avLst/>
            <a:gdLst/>
            <a:ahLst/>
            <a:rect l="0" t="0" r="r" b="b"/>
            <a:pathLst>
              <a:path w="64" h="73">
                <a:moveTo>
                  <a:pt x="64" y="0"/>
                </a:moveTo>
                <a:lnTo>
                  <a:pt x="0" y="73"/>
                </a:lnTo>
                <a:lnTo>
                  <a:pt x="64" y="73"/>
                </a:lnTo>
                <a:lnTo>
                  <a:pt x="6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3" name=""/>
          <p:cNvSpPr/>
          <p:nvPr/>
        </p:nvSpPr>
        <p:spPr>
          <a:xfrm>
            <a:off x="2267280" y="4592880"/>
            <a:ext cx="37800" cy="55440"/>
          </a:xfrm>
          <a:custGeom>
            <a:avLst/>
            <a:gdLst/>
            <a:ahLst/>
            <a:rect l="0" t="0" r="r" b="b"/>
            <a:pathLst>
              <a:path w="105" h="154">
                <a:moveTo>
                  <a:pt x="105" y="154"/>
                </a:moveTo>
                <a:lnTo>
                  <a:pt x="105" y="0"/>
                </a:lnTo>
                <a:lnTo>
                  <a:pt x="0" y="154"/>
                </a:lnTo>
                <a:lnTo>
                  <a:pt x="105" y="15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24" name=""/>
          <p:cNvSpPr/>
          <p:nvPr/>
        </p:nvSpPr>
        <p:spPr>
          <a:xfrm>
            <a:off x="2257560" y="4578840"/>
            <a:ext cx="47520" cy="69480"/>
          </a:xfrm>
          <a:custGeom>
            <a:avLst/>
            <a:gdLst/>
            <a:ahLst/>
            <a:rect l="0" t="0" r="r" b="b"/>
            <a:pathLst>
              <a:path w="132" h="193">
                <a:moveTo>
                  <a:pt x="27" y="193"/>
                </a:moveTo>
                <a:lnTo>
                  <a:pt x="132" y="39"/>
                </a:lnTo>
                <a:lnTo>
                  <a:pt x="132" y="0"/>
                </a:lnTo>
                <a:lnTo>
                  <a:pt x="0" y="193"/>
                </a:lnTo>
                <a:lnTo>
                  <a:pt x="27" y="19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25" name=""/>
          <p:cNvSpPr/>
          <p:nvPr/>
        </p:nvSpPr>
        <p:spPr>
          <a:xfrm>
            <a:off x="2256480" y="4577400"/>
            <a:ext cx="48600" cy="70920"/>
          </a:xfrm>
          <a:custGeom>
            <a:avLst/>
            <a:gdLst/>
            <a:ahLst/>
            <a:rect l="0" t="0" r="r" b="b"/>
            <a:pathLst>
              <a:path w="135" h="197">
                <a:moveTo>
                  <a:pt x="3" y="197"/>
                </a:moveTo>
                <a:lnTo>
                  <a:pt x="135" y="4"/>
                </a:lnTo>
                <a:lnTo>
                  <a:pt x="135" y="0"/>
                </a:lnTo>
                <a:lnTo>
                  <a:pt x="0" y="197"/>
                </a:lnTo>
                <a:lnTo>
                  <a:pt x="3" y="197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26" name=""/>
          <p:cNvSpPr/>
          <p:nvPr/>
        </p:nvSpPr>
        <p:spPr>
          <a:xfrm>
            <a:off x="2255400" y="4575600"/>
            <a:ext cx="49680" cy="72720"/>
          </a:xfrm>
          <a:custGeom>
            <a:avLst/>
            <a:gdLst/>
            <a:ahLst/>
            <a:rect l="0" t="0" r="r" b="b"/>
            <a:pathLst>
              <a:path w="138" h="202">
                <a:moveTo>
                  <a:pt x="3" y="202"/>
                </a:moveTo>
                <a:lnTo>
                  <a:pt x="138" y="5"/>
                </a:lnTo>
                <a:lnTo>
                  <a:pt x="138" y="0"/>
                </a:lnTo>
                <a:lnTo>
                  <a:pt x="0" y="202"/>
                </a:lnTo>
                <a:lnTo>
                  <a:pt x="3" y="202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27" name=""/>
          <p:cNvSpPr/>
          <p:nvPr/>
        </p:nvSpPr>
        <p:spPr>
          <a:xfrm>
            <a:off x="2254320" y="4573800"/>
            <a:ext cx="50760" cy="74520"/>
          </a:xfrm>
          <a:custGeom>
            <a:avLst/>
            <a:gdLst/>
            <a:ahLst/>
            <a:rect l="0" t="0" r="r" b="b"/>
            <a:pathLst>
              <a:path w="141" h="207">
                <a:moveTo>
                  <a:pt x="3" y="207"/>
                </a:moveTo>
                <a:lnTo>
                  <a:pt x="141" y="5"/>
                </a:lnTo>
                <a:lnTo>
                  <a:pt x="141" y="0"/>
                </a:lnTo>
                <a:lnTo>
                  <a:pt x="0" y="207"/>
                </a:lnTo>
                <a:lnTo>
                  <a:pt x="3" y="207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28" name=""/>
          <p:cNvSpPr/>
          <p:nvPr/>
        </p:nvSpPr>
        <p:spPr>
          <a:xfrm>
            <a:off x="2252880" y="4572000"/>
            <a:ext cx="52200" cy="76320"/>
          </a:xfrm>
          <a:custGeom>
            <a:avLst/>
            <a:gdLst/>
            <a:ahLst/>
            <a:rect l="0" t="0" r="r" b="b"/>
            <a:pathLst>
              <a:path w="145" h="212">
                <a:moveTo>
                  <a:pt x="4" y="212"/>
                </a:moveTo>
                <a:lnTo>
                  <a:pt x="145" y="6"/>
                </a:lnTo>
                <a:lnTo>
                  <a:pt x="145" y="0"/>
                </a:lnTo>
                <a:lnTo>
                  <a:pt x="0" y="212"/>
                </a:lnTo>
                <a:lnTo>
                  <a:pt x="4" y="212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29" name=""/>
          <p:cNvSpPr/>
          <p:nvPr/>
        </p:nvSpPr>
        <p:spPr>
          <a:xfrm>
            <a:off x="2251800" y="4570200"/>
            <a:ext cx="53280" cy="78120"/>
          </a:xfrm>
          <a:custGeom>
            <a:avLst/>
            <a:gdLst/>
            <a:ahLst/>
            <a:rect l="0" t="0" r="r" b="b"/>
            <a:pathLst>
              <a:path w="148" h="217">
                <a:moveTo>
                  <a:pt x="3" y="217"/>
                </a:moveTo>
                <a:lnTo>
                  <a:pt x="148" y="5"/>
                </a:lnTo>
                <a:lnTo>
                  <a:pt x="148" y="0"/>
                </a:lnTo>
                <a:lnTo>
                  <a:pt x="0" y="217"/>
                </a:lnTo>
                <a:lnTo>
                  <a:pt x="3" y="217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30" name=""/>
          <p:cNvSpPr/>
          <p:nvPr/>
        </p:nvSpPr>
        <p:spPr>
          <a:xfrm>
            <a:off x="2250720" y="4568760"/>
            <a:ext cx="54360" cy="79560"/>
          </a:xfrm>
          <a:custGeom>
            <a:avLst/>
            <a:gdLst/>
            <a:ahLst/>
            <a:rect l="0" t="0" r="r" b="b"/>
            <a:pathLst>
              <a:path w="151" h="221">
                <a:moveTo>
                  <a:pt x="3" y="221"/>
                </a:moveTo>
                <a:lnTo>
                  <a:pt x="151" y="4"/>
                </a:lnTo>
                <a:lnTo>
                  <a:pt x="151" y="0"/>
                </a:lnTo>
                <a:lnTo>
                  <a:pt x="0" y="221"/>
                </a:lnTo>
                <a:lnTo>
                  <a:pt x="3" y="221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31" name=""/>
          <p:cNvSpPr/>
          <p:nvPr/>
        </p:nvSpPr>
        <p:spPr>
          <a:xfrm>
            <a:off x="2249640" y="4566960"/>
            <a:ext cx="55440" cy="81360"/>
          </a:xfrm>
          <a:custGeom>
            <a:avLst/>
            <a:gdLst/>
            <a:ahLst/>
            <a:rect l="0" t="0" r="r" b="b"/>
            <a:pathLst>
              <a:path w="154" h="226">
                <a:moveTo>
                  <a:pt x="3" y="226"/>
                </a:moveTo>
                <a:lnTo>
                  <a:pt x="154" y="5"/>
                </a:lnTo>
                <a:lnTo>
                  <a:pt x="154" y="0"/>
                </a:lnTo>
                <a:lnTo>
                  <a:pt x="0" y="226"/>
                </a:lnTo>
                <a:lnTo>
                  <a:pt x="3" y="226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32" name=""/>
          <p:cNvSpPr/>
          <p:nvPr/>
        </p:nvSpPr>
        <p:spPr>
          <a:xfrm>
            <a:off x="2248200" y="4565160"/>
            <a:ext cx="56880" cy="83160"/>
          </a:xfrm>
          <a:custGeom>
            <a:avLst/>
            <a:gdLst/>
            <a:ahLst/>
            <a:rect l="0" t="0" r="r" b="b"/>
            <a:pathLst>
              <a:path w="158" h="231">
                <a:moveTo>
                  <a:pt x="4" y="231"/>
                </a:moveTo>
                <a:lnTo>
                  <a:pt x="158" y="5"/>
                </a:lnTo>
                <a:lnTo>
                  <a:pt x="158" y="0"/>
                </a:lnTo>
                <a:lnTo>
                  <a:pt x="0" y="231"/>
                </a:lnTo>
                <a:lnTo>
                  <a:pt x="4" y="231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33" name=""/>
          <p:cNvSpPr/>
          <p:nvPr/>
        </p:nvSpPr>
        <p:spPr>
          <a:xfrm>
            <a:off x="2247120" y="4563360"/>
            <a:ext cx="57960" cy="84960"/>
          </a:xfrm>
          <a:custGeom>
            <a:avLst/>
            <a:gdLst/>
            <a:ahLst/>
            <a:rect l="0" t="0" r="r" b="b"/>
            <a:pathLst>
              <a:path w="161" h="236">
                <a:moveTo>
                  <a:pt x="3" y="236"/>
                </a:moveTo>
                <a:lnTo>
                  <a:pt x="161" y="5"/>
                </a:lnTo>
                <a:lnTo>
                  <a:pt x="161" y="0"/>
                </a:lnTo>
                <a:lnTo>
                  <a:pt x="0" y="236"/>
                </a:lnTo>
                <a:lnTo>
                  <a:pt x="3" y="236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34" name=""/>
          <p:cNvSpPr/>
          <p:nvPr/>
        </p:nvSpPr>
        <p:spPr>
          <a:xfrm>
            <a:off x="2246040" y="4561560"/>
            <a:ext cx="59040" cy="86760"/>
          </a:xfrm>
          <a:custGeom>
            <a:avLst/>
            <a:gdLst/>
            <a:ahLst/>
            <a:rect l="0" t="0" r="r" b="b"/>
            <a:pathLst>
              <a:path w="164" h="241">
                <a:moveTo>
                  <a:pt x="3" y="241"/>
                </a:moveTo>
                <a:lnTo>
                  <a:pt x="164" y="5"/>
                </a:lnTo>
                <a:lnTo>
                  <a:pt x="164" y="0"/>
                </a:lnTo>
                <a:lnTo>
                  <a:pt x="0" y="241"/>
                </a:lnTo>
                <a:lnTo>
                  <a:pt x="3" y="241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35" name=""/>
          <p:cNvSpPr/>
          <p:nvPr/>
        </p:nvSpPr>
        <p:spPr>
          <a:xfrm>
            <a:off x="2244600" y="4560120"/>
            <a:ext cx="60480" cy="88200"/>
          </a:xfrm>
          <a:custGeom>
            <a:avLst/>
            <a:gdLst/>
            <a:ahLst/>
            <a:rect l="0" t="0" r="r" b="b"/>
            <a:pathLst>
              <a:path w="168" h="245">
                <a:moveTo>
                  <a:pt x="4" y="245"/>
                </a:moveTo>
                <a:lnTo>
                  <a:pt x="168" y="4"/>
                </a:lnTo>
                <a:lnTo>
                  <a:pt x="168" y="0"/>
                </a:lnTo>
                <a:lnTo>
                  <a:pt x="0" y="245"/>
                </a:lnTo>
                <a:lnTo>
                  <a:pt x="4" y="245"/>
                </a:lnTo>
                <a:close/>
              </a:path>
            </a:pathLst>
          </a:custGeom>
          <a:solidFill>
            <a:srgbClr val="0d0d0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36" name=""/>
          <p:cNvSpPr/>
          <p:nvPr/>
        </p:nvSpPr>
        <p:spPr>
          <a:xfrm>
            <a:off x="2243520" y="4558320"/>
            <a:ext cx="61560" cy="90000"/>
          </a:xfrm>
          <a:custGeom>
            <a:avLst/>
            <a:gdLst/>
            <a:ahLst/>
            <a:rect l="0" t="0" r="r" b="b"/>
            <a:pathLst>
              <a:path w="171" h="250">
                <a:moveTo>
                  <a:pt x="3" y="250"/>
                </a:moveTo>
                <a:lnTo>
                  <a:pt x="171" y="5"/>
                </a:lnTo>
                <a:lnTo>
                  <a:pt x="171" y="0"/>
                </a:lnTo>
                <a:lnTo>
                  <a:pt x="0" y="250"/>
                </a:lnTo>
                <a:lnTo>
                  <a:pt x="3" y="250"/>
                </a:lnTo>
                <a:close/>
              </a:path>
            </a:pathLst>
          </a:custGeom>
          <a:solidFill>
            <a:srgbClr val="0e0e0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37" name=""/>
          <p:cNvSpPr/>
          <p:nvPr/>
        </p:nvSpPr>
        <p:spPr>
          <a:xfrm>
            <a:off x="2242440" y="4556520"/>
            <a:ext cx="62640" cy="91800"/>
          </a:xfrm>
          <a:custGeom>
            <a:avLst/>
            <a:gdLst/>
            <a:ahLst/>
            <a:rect l="0" t="0" r="r" b="b"/>
            <a:pathLst>
              <a:path w="174" h="255">
                <a:moveTo>
                  <a:pt x="3" y="255"/>
                </a:moveTo>
                <a:lnTo>
                  <a:pt x="174" y="5"/>
                </a:lnTo>
                <a:lnTo>
                  <a:pt x="174" y="0"/>
                </a:lnTo>
                <a:lnTo>
                  <a:pt x="0" y="255"/>
                </a:lnTo>
                <a:lnTo>
                  <a:pt x="3" y="255"/>
                </a:lnTo>
                <a:close/>
              </a:path>
            </a:pathLst>
          </a:custGeom>
          <a:solidFill>
            <a:srgbClr val="0f0f0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38" name=""/>
          <p:cNvSpPr/>
          <p:nvPr/>
        </p:nvSpPr>
        <p:spPr>
          <a:xfrm>
            <a:off x="2241360" y="4554720"/>
            <a:ext cx="63720" cy="93600"/>
          </a:xfrm>
          <a:custGeom>
            <a:avLst/>
            <a:gdLst/>
            <a:ahLst/>
            <a:rect l="0" t="0" r="r" b="b"/>
            <a:pathLst>
              <a:path w="177" h="260">
                <a:moveTo>
                  <a:pt x="3" y="260"/>
                </a:moveTo>
                <a:lnTo>
                  <a:pt x="177" y="5"/>
                </a:lnTo>
                <a:lnTo>
                  <a:pt x="177" y="0"/>
                </a:lnTo>
                <a:lnTo>
                  <a:pt x="0" y="260"/>
                </a:lnTo>
                <a:lnTo>
                  <a:pt x="3" y="26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39" name=""/>
          <p:cNvSpPr/>
          <p:nvPr/>
        </p:nvSpPr>
        <p:spPr>
          <a:xfrm>
            <a:off x="2239920" y="4552920"/>
            <a:ext cx="65160" cy="95400"/>
          </a:xfrm>
          <a:custGeom>
            <a:avLst/>
            <a:gdLst/>
            <a:ahLst/>
            <a:rect l="0" t="0" r="r" b="b"/>
            <a:pathLst>
              <a:path w="181" h="265">
                <a:moveTo>
                  <a:pt x="4" y="265"/>
                </a:moveTo>
                <a:lnTo>
                  <a:pt x="181" y="5"/>
                </a:lnTo>
                <a:lnTo>
                  <a:pt x="181" y="0"/>
                </a:lnTo>
                <a:lnTo>
                  <a:pt x="0" y="265"/>
                </a:lnTo>
                <a:lnTo>
                  <a:pt x="4" y="265"/>
                </a:lnTo>
                <a:close/>
              </a:path>
            </a:pathLst>
          </a:custGeom>
          <a:solidFill>
            <a:srgbClr val="12121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40" name=""/>
          <p:cNvSpPr/>
          <p:nvPr/>
        </p:nvSpPr>
        <p:spPr>
          <a:xfrm>
            <a:off x="2238840" y="4551480"/>
            <a:ext cx="66240" cy="96840"/>
          </a:xfrm>
          <a:custGeom>
            <a:avLst/>
            <a:gdLst/>
            <a:ahLst/>
            <a:rect l="0" t="0" r="r" b="b"/>
            <a:pathLst>
              <a:path w="184" h="269">
                <a:moveTo>
                  <a:pt x="3" y="269"/>
                </a:moveTo>
                <a:lnTo>
                  <a:pt x="184" y="4"/>
                </a:lnTo>
                <a:lnTo>
                  <a:pt x="184" y="0"/>
                </a:lnTo>
                <a:lnTo>
                  <a:pt x="0" y="269"/>
                </a:lnTo>
                <a:lnTo>
                  <a:pt x="3" y="269"/>
                </a:lnTo>
                <a:close/>
              </a:path>
            </a:pathLst>
          </a:custGeom>
          <a:solidFill>
            <a:srgbClr val="13131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41" name=""/>
          <p:cNvSpPr/>
          <p:nvPr/>
        </p:nvSpPr>
        <p:spPr>
          <a:xfrm>
            <a:off x="2237760" y="4549680"/>
            <a:ext cx="67320" cy="98640"/>
          </a:xfrm>
          <a:custGeom>
            <a:avLst/>
            <a:gdLst/>
            <a:ahLst/>
            <a:rect l="0" t="0" r="r" b="b"/>
            <a:pathLst>
              <a:path w="187" h="274">
                <a:moveTo>
                  <a:pt x="3" y="274"/>
                </a:moveTo>
                <a:lnTo>
                  <a:pt x="187" y="5"/>
                </a:lnTo>
                <a:lnTo>
                  <a:pt x="187" y="0"/>
                </a:lnTo>
                <a:lnTo>
                  <a:pt x="0" y="274"/>
                </a:lnTo>
                <a:lnTo>
                  <a:pt x="3" y="274"/>
                </a:lnTo>
                <a:close/>
              </a:path>
            </a:pathLst>
          </a:custGeom>
          <a:solidFill>
            <a:srgbClr val="1414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42" name=""/>
          <p:cNvSpPr/>
          <p:nvPr/>
        </p:nvSpPr>
        <p:spPr>
          <a:xfrm>
            <a:off x="2236680" y="4547880"/>
            <a:ext cx="68400" cy="100440"/>
          </a:xfrm>
          <a:custGeom>
            <a:avLst/>
            <a:gdLst/>
            <a:ahLst/>
            <a:rect l="0" t="0" r="r" b="b"/>
            <a:pathLst>
              <a:path w="190" h="279">
                <a:moveTo>
                  <a:pt x="3" y="279"/>
                </a:moveTo>
                <a:lnTo>
                  <a:pt x="190" y="5"/>
                </a:lnTo>
                <a:lnTo>
                  <a:pt x="190" y="0"/>
                </a:lnTo>
                <a:lnTo>
                  <a:pt x="0" y="279"/>
                </a:lnTo>
                <a:lnTo>
                  <a:pt x="3" y="279"/>
                </a:lnTo>
                <a:close/>
              </a:path>
            </a:pathLst>
          </a:custGeom>
          <a:solidFill>
            <a:srgbClr val="16161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43" name=""/>
          <p:cNvSpPr/>
          <p:nvPr/>
        </p:nvSpPr>
        <p:spPr>
          <a:xfrm>
            <a:off x="2235240" y="4546080"/>
            <a:ext cx="69840" cy="102240"/>
          </a:xfrm>
          <a:custGeom>
            <a:avLst/>
            <a:gdLst/>
            <a:ahLst/>
            <a:rect l="0" t="0" r="r" b="b"/>
            <a:pathLst>
              <a:path w="194" h="284">
                <a:moveTo>
                  <a:pt x="4" y="284"/>
                </a:moveTo>
                <a:lnTo>
                  <a:pt x="194" y="5"/>
                </a:lnTo>
                <a:lnTo>
                  <a:pt x="194" y="0"/>
                </a:lnTo>
                <a:lnTo>
                  <a:pt x="0" y="284"/>
                </a:lnTo>
                <a:lnTo>
                  <a:pt x="4" y="284"/>
                </a:lnTo>
                <a:close/>
              </a:path>
            </a:pathLst>
          </a:custGeom>
          <a:solidFill>
            <a:srgbClr val="1717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44" name=""/>
          <p:cNvSpPr/>
          <p:nvPr/>
        </p:nvSpPr>
        <p:spPr>
          <a:xfrm>
            <a:off x="2234160" y="4544640"/>
            <a:ext cx="70920" cy="103680"/>
          </a:xfrm>
          <a:custGeom>
            <a:avLst/>
            <a:gdLst/>
            <a:ahLst/>
            <a:rect l="0" t="0" r="r" b="b"/>
            <a:pathLst>
              <a:path w="197" h="288">
                <a:moveTo>
                  <a:pt x="3" y="288"/>
                </a:moveTo>
                <a:lnTo>
                  <a:pt x="197" y="4"/>
                </a:lnTo>
                <a:lnTo>
                  <a:pt x="197" y="0"/>
                </a:lnTo>
                <a:lnTo>
                  <a:pt x="0" y="288"/>
                </a:lnTo>
                <a:lnTo>
                  <a:pt x="3" y="288"/>
                </a:lnTo>
                <a:close/>
              </a:path>
            </a:pathLst>
          </a:custGeom>
          <a:solidFill>
            <a:srgbClr val="18181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45" name=""/>
          <p:cNvSpPr/>
          <p:nvPr/>
        </p:nvSpPr>
        <p:spPr>
          <a:xfrm>
            <a:off x="2233080" y="4542840"/>
            <a:ext cx="72000" cy="105480"/>
          </a:xfrm>
          <a:custGeom>
            <a:avLst/>
            <a:gdLst/>
            <a:ahLst/>
            <a:rect l="0" t="0" r="r" b="b"/>
            <a:pathLst>
              <a:path w="200" h="293">
                <a:moveTo>
                  <a:pt x="3" y="293"/>
                </a:moveTo>
                <a:lnTo>
                  <a:pt x="200" y="5"/>
                </a:lnTo>
                <a:lnTo>
                  <a:pt x="200" y="0"/>
                </a:lnTo>
                <a:lnTo>
                  <a:pt x="0" y="293"/>
                </a:lnTo>
                <a:lnTo>
                  <a:pt x="3" y="293"/>
                </a:ln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46" name=""/>
          <p:cNvSpPr/>
          <p:nvPr/>
        </p:nvSpPr>
        <p:spPr>
          <a:xfrm>
            <a:off x="2231640" y="4541040"/>
            <a:ext cx="73440" cy="107280"/>
          </a:xfrm>
          <a:custGeom>
            <a:avLst/>
            <a:gdLst/>
            <a:ahLst/>
            <a:rect l="0" t="0" r="r" b="b"/>
            <a:pathLst>
              <a:path w="204" h="298">
                <a:moveTo>
                  <a:pt x="4" y="298"/>
                </a:moveTo>
                <a:lnTo>
                  <a:pt x="204" y="5"/>
                </a:lnTo>
                <a:lnTo>
                  <a:pt x="204" y="0"/>
                </a:lnTo>
                <a:lnTo>
                  <a:pt x="0" y="298"/>
                </a:lnTo>
                <a:lnTo>
                  <a:pt x="4" y="298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47" name=""/>
          <p:cNvSpPr/>
          <p:nvPr/>
        </p:nvSpPr>
        <p:spPr>
          <a:xfrm>
            <a:off x="2230560" y="4539240"/>
            <a:ext cx="74520" cy="109080"/>
          </a:xfrm>
          <a:custGeom>
            <a:avLst/>
            <a:gdLst/>
            <a:ahLst/>
            <a:rect l="0" t="0" r="r" b="b"/>
            <a:pathLst>
              <a:path w="207" h="303">
                <a:moveTo>
                  <a:pt x="3" y="303"/>
                </a:moveTo>
                <a:lnTo>
                  <a:pt x="207" y="5"/>
                </a:lnTo>
                <a:lnTo>
                  <a:pt x="207" y="0"/>
                </a:lnTo>
                <a:lnTo>
                  <a:pt x="0" y="303"/>
                </a:lnTo>
                <a:lnTo>
                  <a:pt x="3" y="303"/>
                </a:lnTo>
                <a:close/>
              </a:path>
            </a:pathLst>
          </a:custGeom>
          <a:solidFill>
            <a:srgbClr val="1c1c1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48" name=""/>
          <p:cNvSpPr/>
          <p:nvPr/>
        </p:nvSpPr>
        <p:spPr>
          <a:xfrm>
            <a:off x="2229480" y="4537440"/>
            <a:ext cx="75600" cy="110880"/>
          </a:xfrm>
          <a:custGeom>
            <a:avLst/>
            <a:gdLst/>
            <a:ahLst/>
            <a:rect l="0" t="0" r="r" b="b"/>
            <a:pathLst>
              <a:path w="210" h="308">
                <a:moveTo>
                  <a:pt x="3" y="308"/>
                </a:moveTo>
                <a:lnTo>
                  <a:pt x="210" y="5"/>
                </a:lnTo>
                <a:lnTo>
                  <a:pt x="210" y="0"/>
                </a:lnTo>
                <a:lnTo>
                  <a:pt x="0" y="308"/>
                </a:lnTo>
                <a:lnTo>
                  <a:pt x="3" y="308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49" name=""/>
          <p:cNvSpPr/>
          <p:nvPr/>
        </p:nvSpPr>
        <p:spPr>
          <a:xfrm>
            <a:off x="2228400" y="4536000"/>
            <a:ext cx="76680" cy="112320"/>
          </a:xfrm>
          <a:custGeom>
            <a:avLst/>
            <a:gdLst/>
            <a:ahLst/>
            <a:rect l="0" t="0" r="r" b="b"/>
            <a:pathLst>
              <a:path w="213" h="312">
                <a:moveTo>
                  <a:pt x="3" y="312"/>
                </a:moveTo>
                <a:lnTo>
                  <a:pt x="213" y="4"/>
                </a:lnTo>
                <a:lnTo>
                  <a:pt x="213" y="0"/>
                </a:lnTo>
                <a:lnTo>
                  <a:pt x="0" y="312"/>
                </a:lnTo>
                <a:lnTo>
                  <a:pt x="3" y="312"/>
                </a:lnTo>
                <a:close/>
              </a:path>
            </a:pathLst>
          </a:custGeom>
          <a:solidFill>
            <a:srgbClr val="1e1e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0" name=""/>
          <p:cNvSpPr/>
          <p:nvPr/>
        </p:nvSpPr>
        <p:spPr>
          <a:xfrm>
            <a:off x="2226960" y="4534200"/>
            <a:ext cx="78120" cy="114120"/>
          </a:xfrm>
          <a:custGeom>
            <a:avLst/>
            <a:gdLst/>
            <a:ahLst/>
            <a:rect l="0" t="0" r="r" b="b"/>
            <a:pathLst>
              <a:path w="217" h="317">
                <a:moveTo>
                  <a:pt x="4" y="317"/>
                </a:moveTo>
                <a:lnTo>
                  <a:pt x="217" y="5"/>
                </a:lnTo>
                <a:lnTo>
                  <a:pt x="217" y="0"/>
                </a:lnTo>
                <a:lnTo>
                  <a:pt x="0" y="317"/>
                </a:lnTo>
                <a:lnTo>
                  <a:pt x="4" y="317"/>
                </a:lnTo>
                <a:close/>
              </a:path>
            </a:pathLst>
          </a:custGeom>
          <a:solidFill>
            <a:srgbClr val="20202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1" name=""/>
          <p:cNvSpPr/>
          <p:nvPr/>
        </p:nvSpPr>
        <p:spPr>
          <a:xfrm>
            <a:off x="2225880" y="4532400"/>
            <a:ext cx="79200" cy="115920"/>
          </a:xfrm>
          <a:custGeom>
            <a:avLst/>
            <a:gdLst/>
            <a:ahLst/>
            <a:rect l="0" t="0" r="r" b="b"/>
            <a:pathLst>
              <a:path w="220" h="322">
                <a:moveTo>
                  <a:pt x="3" y="322"/>
                </a:moveTo>
                <a:lnTo>
                  <a:pt x="220" y="5"/>
                </a:lnTo>
                <a:lnTo>
                  <a:pt x="220" y="0"/>
                </a:lnTo>
                <a:lnTo>
                  <a:pt x="0" y="322"/>
                </a:lnTo>
                <a:lnTo>
                  <a:pt x="3" y="322"/>
                </a:lnTo>
                <a:close/>
              </a:path>
            </a:pathLst>
          </a:custGeom>
          <a:solidFill>
            <a:srgbClr val="21212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2" name=""/>
          <p:cNvSpPr/>
          <p:nvPr/>
        </p:nvSpPr>
        <p:spPr>
          <a:xfrm>
            <a:off x="2224800" y="4530600"/>
            <a:ext cx="80280" cy="117720"/>
          </a:xfrm>
          <a:custGeom>
            <a:avLst/>
            <a:gdLst/>
            <a:ahLst/>
            <a:rect l="0" t="0" r="r" b="b"/>
            <a:pathLst>
              <a:path w="223" h="327">
                <a:moveTo>
                  <a:pt x="3" y="327"/>
                </a:moveTo>
                <a:lnTo>
                  <a:pt x="223" y="5"/>
                </a:lnTo>
                <a:lnTo>
                  <a:pt x="223" y="0"/>
                </a:lnTo>
                <a:lnTo>
                  <a:pt x="0" y="327"/>
                </a:lnTo>
                <a:lnTo>
                  <a:pt x="3" y="327"/>
                </a:lnTo>
                <a:close/>
              </a:path>
            </a:pathLst>
          </a:custGeom>
          <a:solidFill>
            <a:srgbClr val="22222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3" name=""/>
          <p:cNvSpPr/>
          <p:nvPr/>
        </p:nvSpPr>
        <p:spPr>
          <a:xfrm>
            <a:off x="2223720" y="4528800"/>
            <a:ext cx="81360" cy="119520"/>
          </a:xfrm>
          <a:custGeom>
            <a:avLst/>
            <a:gdLst/>
            <a:ahLst/>
            <a:rect l="0" t="0" r="r" b="b"/>
            <a:pathLst>
              <a:path w="226" h="332">
                <a:moveTo>
                  <a:pt x="3" y="332"/>
                </a:moveTo>
                <a:lnTo>
                  <a:pt x="226" y="5"/>
                </a:lnTo>
                <a:lnTo>
                  <a:pt x="226" y="0"/>
                </a:lnTo>
                <a:lnTo>
                  <a:pt x="0" y="332"/>
                </a:lnTo>
                <a:lnTo>
                  <a:pt x="3" y="332"/>
                </a:lnTo>
                <a:close/>
              </a:path>
            </a:pathLst>
          </a:custGeom>
          <a:solidFill>
            <a:srgbClr val="23232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4" name=""/>
          <p:cNvSpPr/>
          <p:nvPr/>
        </p:nvSpPr>
        <p:spPr>
          <a:xfrm>
            <a:off x="2222280" y="4527360"/>
            <a:ext cx="82800" cy="120960"/>
          </a:xfrm>
          <a:custGeom>
            <a:avLst/>
            <a:gdLst/>
            <a:ahLst/>
            <a:rect l="0" t="0" r="r" b="b"/>
            <a:pathLst>
              <a:path w="230" h="336">
                <a:moveTo>
                  <a:pt x="4" y="336"/>
                </a:moveTo>
                <a:lnTo>
                  <a:pt x="230" y="4"/>
                </a:lnTo>
                <a:lnTo>
                  <a:pt x="230" y="0"/>
                </a:lnTo>
                <a:lnTo>
                  <a:pt x="0" y="336"/>
                </a:lnTo>
                <a:lnTo>
                  <a:pt x="4" y="336"/>
                </a:lnTo>
                <a:close/>
              </a:path>
            </a:pathLst>
          </a:custGeom>
          <a:solidFill>
            <a:srgbClr val="25252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5" name=""/>
          <p:cNvSpPr/>
          <p:nvPr/>
        </p:nvSpPr>
        <p:spPr>
          <a:xfrm>
            <a:off x="2221200" y="4525560"/>
            <a:ext cx="83880" cy="122760"/>
          </a:xfrm>
          <a:custGeom>
            <a:avLst/>
            <a:gdLst/>
            <a:ahLst/>
            <a:rect l="0" t="0" r="r" b="b"/>
            <a:pathLst>
              <a:path w="233" h="341">
                <a:moveTo>
                  <a:pt x="3" y="341"/>
                </a:moveTo>
                <a:lnTo>
                  <a:pt x="233" y="5"/>
                </a:lnTo>
                <a:lnTo>
                  <a:pt x="233" y="0"/>
                </a:lnTo>
                <a:lnTo>
                  <a:pt x="0" y="341"/>
                </a:lnTo>
                <a:lnTo>
                  <a:pt x="3" y="341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6" name=""/>
          <p:cNvSpPr/>
          <p:nvPr/>
        </p:nvSpPr>
        <p:spPr>
          <a:xfrm>
            <a:off x="2220120" y="4523760"/>
            <a:ext cx="84960" cy="124560"/>
          </a:xfrm>
          <a:custGeom>
            <a:avLst/>
            <a:gdLst/>
            <a:ahLst/>
            <a:rect l="0" t="0" r="r" b="b"/>
            <a:pathLst>
              <a:path w="236" h="346">
                <a:moveTo>
                  <a:pt x="3" y="346"/>
                </a:moveTo>
                <a:lnTo>
                  <a:pt x="236" y="5"/>
                </a:lnTo>
                <a:lnTo>
                  <a:pt x="236" y="0"/>
                </a:lnTo>
                <a:lnTo>
                  <a:pt x="0" y="346"/>
                </a:lnTo>
                <a:lnTo>
                  <a:pt x="3" y="346"/>
                </a:lnTo>
                <a:close/>
              </a:path>
            </a:pathLst>
          </a:custGeom>
          <a:solidFill>
            <a:srgbClr val="27272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7" name=""/>
          <p:cNvSpPr/>
          <p:nvPr/>
        </p:nvSpPr>
        <p:spPr>
          <a:xfrm>
            <a:off x="2218680" y="4521960"/>
            <a:ext cx="86400" cy="126360"/>
          </a:xfrm>
          <a:custGeom>
            <a:avLst/>
            <a:gdLst/>
            <a:ahLst/>
            <a:rect l="0" t="0" r="r" b="b"/>
            <a:pathLst>
              <a:path w="240" h="351">
                <a:moveTo>
                  <a:pt x="4" y="351"/>
                </a:moveTo>
                <a:lnTo>
                  <a:pt x="240" y="5"/>
                </a:lnTo>
                <a:lnTo>
                  <a:pt x="240" y="0"/>
                </a:lnTo>
                <a:lnTo>
                  <a:pt x="0" y="351"/>
                </a:lnTo>
                <a:lnTo>
                  <a:pt x="4" y="351"/>
                </a:lnTo>
                <a:close/>
              </a:path>
            </a:pathLst>
          </a:custGeom>
          <a:solidFill>
            <a:srgbClr val="2828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8" name=""/>
          <p:cNvSpPr/>
          <p:nvPr/>
        </p:nvSpPr>
        <p:spPr>
          <a:xfrm>
            <a:off x="2217600" y="4520160"/>
            <a:ext cx="87480" cy="128160"/>
          </a:xfrm>
          <a:custGeom>
            <a:avLst/>
            <a:gdLst/>
            <a:ahLst/>
            <a:rect l="0" t="0" r="r" b="b"/>
            <a:pathLst>
              <a:path w="243" h="356">
                <a:moveTo>
                  <a:pt x="3" y="356"/>
                </a:moveTo>
                <a:lnTo>
                  <a:pt x="243" y="5"/>
                </a:lnTo>
                <a:lnTo>
                  <a:pt x="243" y="0"/>
                </a:lnTo>
                <a:lnTo>
                  <a:pt x="0" y="356"/>
                </a:lnTo>
                <a:lnTo>
                  <a:pt x="3" y="356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9" name=""/>
          <p:cNvSpPr/>
          <p:nvPr/>
        </p:nvSpPr>
        <p:spPr>
          <a:xfrm>
            <a:off x="2216520" y="4518720"/>
            <a:ext cx="88560" cy="129600"/>
          </a:xfrm>
          <a:custGeom>
            <a:avLst/>
            <a:gdLst/>
            <a:ahLst/>
            <a:rect l="0" t="0" r="r" b="b"/>
            <a:pathLst>
              <a:path w="246" h="360">
                <a:moveTo>
                  <a:pt x="3" y="360"/>
                </a:moveTo>
                <a:lnTo>
                  <a:pt x="246" y="4"/>
                </a:lnTo>
                <a:lnTo>
                  <a:pt x="246" y="0"/>
                </a:lnTo>
                <a:lnTo>
                  <a:pt x="0" y="360"/>
                </a:lnTo>
                <a:lnTo>
                  <a:pt x="3" y="360"/>
                </a:lnTo>
                <a:close/>
              </a:path>
            </a:pathLst>
          </a:custGeom>
          <a:solidFill>
            <a:srgbClr val="2b2b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0" name=""/>
          <p:cNvSpPr/>
          <p:nvPr/>
        </p:nvSpPr>
        <p:spPr>
          <a:xfrm>
            <a:off x="2215440" y="4516920"/>
            <a:ext cx="89640" cy="131400"/>
          </a:xfrm>
          <a:custGeom>
            <a:avLst/>
            <a:gdLst/>
            <a:ahLst/>
            <a:rect l="0" t="0" r="r" b="b"/>
            <a:pathLst>
              <a:path w="249" h="365">
                <a:moveTo>
                  <a:pt x="3" y="365"/>
                </a:moveTo>
                <a:lnTo>
                  <a:pt x="249" y="5"/>
                </a:lnTo>
                <a:lnTo>
                  <a:pt x="249" y="0"/>
                </a:lnTo>
                <a:lnTo>
                  <a:pt x="0" y="365"/>
                </a:lnTo>
                <a:lnTo>
                  <a:pt x="3" y="365"/>
                </a:lnTo>
                <a:close/>
              </a:path>
            </a:pathLst>
          </a:custGeom>
          <a:solidFill>
            <a:srgbClr val="2c2c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1" name=""/>
          <p:cNvSpPr/>
          <p:nvPr/>
        </p:nvSpPr>
        <p:spPr>
          <a:xfrm>
            <a:off x="2214000" y="4515120"/>
            <a:ext cx="91080" cy="133200"/>
          </a:xfrm>
          <a:custGeom>
            <a:avLst/>
            <a:gdLst/>
            <a:ahLst/>
            <a:rect l="0" t="0" r="r" b="b"/>
            <a:pathLst>
              <a:path w="253" h="370">
                <a:moveTo>
                  <a:pt x="4" y="370"/>
                </a:moveTo>
                <a:lnTo>
                  <a:pt x="253" y="5"/>
                </a:lnTo>
                <a:lnTo>
                  <a:pt x="253" y="0"/>
                </a:lnTo>
                <a:lnTo>
                  <a:pt x="0" y="370"/>
                </a:lnTo>
                <a:lnTo>
                  <a:pt x="4" y="37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2" name=""/>
          <p:cNvSpPr/>
          <p:nvPr/>
        </p:nvSpPr>
        <p:spPr>
          <a:xfrm>
            <a:off x="2212920" y="4513320"/>
            <a:ext cx="92160" cy="135000"/>
          </a:xfrm>
          <a:custGeom>
            <a:avLst/>
            <a:gdLst/>
            <a:ahLst/>
            <a:rect l="0" t="0" r="r" b="b"/>
            <a:pathLst>
              <a:path w="256" h="375">
                <a:moveTo>
                  <a:pt x="3" y="375"/>
                </a:moveTo>
                <a:lnTo>
                  <a:pt x="256" y="5"/>
                </a:lnTo>
                <a:lnTo>
                  <a:pt x="256" y="0"/>
                </a:lnTo>
                <a:lnTo>
                  <a:pt x="0" y="375"/>
                </a:lnTo>
                <a:lnTo>
                  <a:pt x="3" y="375"/>
                </a:lnTo>
                <a:close/>
              </a:path>
            </a:pathLst>
          </a:custGeom>
          <a:solidFill>
            <a:srgbClr val="2f2f2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3" name=""/>
          <p:cNvSpPr/>
          <p:nvPr/>
        </p:nvSpPr>
        <p:spPr>
          <a:xfrm>
            <a:off x="2211840" y="4511520"/>
            <a:ext cx="93240" cy="136800"/>
          </a:xfrm>
          <a:custGeom>
            <a:avLst/>
            <a:gdLst/>
            <a:ahLst/>
            <a:rect l="0" t="0" r="r" b="b"/>
            <a:pathLst>
              <a:path w="259" h="380">
                <a:moveTo>
                  <a:pt x="3" y="380"/>
                </a:moveTo>
                <a:lnTo>
                  <a:pt x="259" y="5"/>
                </a:lnTo>
                <a:lnTo>
                  <a:pt x="259" y="0"/>
                </a:lnTo>
                <a:lnTo>
                  <a:pt x="0" y="380"/>
                </a:lnTo>
                <a:lnTo>
                  <a:pt x="3" y="380"/>
                </a:lnTo>
                <a:close/>
              </a:path>
            </a:pathLst>
          </a:custGeom>
          <a:solidFill>
            <a:srgbClr val="30303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4" name=""/>
          <p:cNvSpPr/>
          <p:nvPr/>
        </p:nvSpPr>
        <p:spPr>
          <a:xfrm>
            <a:off x="2210760" y="4510080"/>
            <a:ext cx="94320" cy="138240"/>
          </a:xfrm>
          <a:custGeom>
            <a:avLst/>
            <a:gdLst/>
            <a:ahLst/>
            <a:rect l="0" t="0" r="r" b="b"/>
            <a:pathLst>
              <a:path w="262" h="384">
                <a:moveTo>
                  <a:pt x="3" y="384"/>
                </a:moveTo>
                <a:lnTo>
                  <a:pt x="262" y="4"/>
                </a:lnTo>
                <a:lnTo>
                  <a:pt x="262" y="0"/>
                </a:lnTo>
                <a:lnTo>
                  <a:pt x="0" y="384"/>
                </a:lnTo>
                <a:lnTo>
                  <a:pt x="3" y="384"/>
                </a:lnTo>
                <a:close/>
              </a:path>
            </a:pathLst>
          </a:custGeom>
          <a:solidFill>
            <a:srgbClr val="31313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5" name=""/>
          <p:cNvSpPr/>
          <p:nvPr/>
        </p:nvSpPr>
        <p:spPr>
          <a:xfrm>
            <a:off x="2209320" y="4508280"/>
            <a:ext cx="95760" cy="140040"/>
          </a:xfrm>
          <a:custGeom>
            <a:avLst/>
            <a:gdLst/>
            <a:ahLst/>
            <a:rect l="0" t="0" r="r" b="b"/>
            <a:pathLst>
              <a:path w="266" h="389">
                <a:moveTo>
                  <a:pt x="4" y="389"/>
                </a:moveTo>
                <a:lnTo>
                  <a:pt x="266" y="5"/>
                </a:lnTo>
                <a:lnTo>
                  <a:pt x="266" y="0"/>
                </a:lnTo>
                <a:lnTo>
                  <a:pt x="0" y="389"/>
                </a:lnTo>
                <a:lnTo>
                  <a:pt x="4" y="38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6" name=""/>
          <p:cNvSpPr/>
          <p:nvPr/>
        </p:nvSpPr>
        <p:spPr>
          <a:xfrm>
            <a:off x="2208240" y="4506480"/>
            <a:ext cx="96840" cy="141840"/>
          </a:xfrm>
          <a:custGeom>
            <a:avLst/>
            <a:gdLst/>
            <a:ahLst/>
            <a:rect l="0" t="0" r="r" b="b"/>
            <a:pathLst>
              <a:path w="269" h="394">
                <a:moveTo>
                  <a:pt x="3" y="394"/>
                </a:moveTo>
                <a:lnTo>
                  <a:pt x="269" y="5"/>
                </a:lnTo>
                <a:lnTo>
                  <a:pt x="269" y="0"/>
                </a:lnTo>
                <a:lnTo>
                  <a:pt x="0" y="394"/>
                </a:lnTo>
                <a:lnTo>
                  <a:pt x="3" y="394"/>
                </a:lnTo>
                <a:close/>
              </a:path>
            </a:pathLst>
          </a:custGeom>
          <a:solidFill>
            <a:srgbClr val="3434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7" name=""/>
          <p:cNvSpPr/>
          <p:nvPr/>
        </p:nvSpPr>
        <p:spPr>
          <a:xfrm>
            <a:off x="2207160" y="4504680"/>
            <a:ext cx="97920" cy="143640"/>
          </a:xfrm>
          <a:custGeom>
            <a:avLst/>
            <a:gdLst/>
            <a:ahLst/>
            <a:rect l="0" t="0" r="r" b="b"/>
            <a:pathLst>
              <a:path w="272" h="399">
                <a:moveTo>
                  <a:pt x="3" y="399"/>
                </a:moveTo>
                <a:lnTo>
                  <a:pt x="272" y="5"/>
                </a:lnTo>
                <a:lnTo>
                  <a:pt x="272" y="0"/>
                </a:lnTo>
                <a:lnTo>
                  <a:pt x="0" y="399"/>
                </a:lnTo>
                <a:lnTo>
                  <a:pt x="3" y="399"/>
                </a:lnTo>
                <a:close/>
              </a:path>
            </a:pathLst>
          </a:custGeom>
          <a:solidFill>
            <a:srgbClr val="35353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8" name=""/>
          <p:cNvSpPr/>
          <p:nvPr/>
        </p:nvSpPr>
        <p:spPr>
          <a:xfrm>
            <a:off x="2205720" y="4502880"/>
            <a:ext cx="99360" cy="145440"/>
          </a:xfrm>
          <a:custGeom>
            <a:avLst/>
            <a:gdLst/>
            <a:ahLst/>
            <a:rect l="0" t="0" r="r" b="b"/>
            <a:pathLst>
              <a:path w="276" h="404">
                <a:moveTo>
                  <a:pt x="4" y="404"/>
                </a:moveTo>
                <a:lnTo>
                  <a:pt x="276" y="5"/>
                </a:lnTo>
                <a:lnTo>
                  <a:pt x="276" y="0"/>
                </a:lnTo>
                <a:lnTo>
                  <a:pt x="0" y="404"/>
                </a:lnTo>
                <a:lnTo>
                  <a:pt x="4" y="404"/>
                </a:lnTo>
                <a:close/>
              </a:path>
            </a:pathLst>
          </a:custGeom>
          <a:solidFill>
            <a:srgbClr val="36363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9" name=""/>
          <p:cNvSpPr/>
          <p:nvPr/>
        </p:nvSpPr>
        <p:spPr>
          <a:xfrm>
            <a:off x="2204640" y="4501440"/>
            <a:ext cx="100440" cy="146880"/>
          </a:xfrm>
          <a:custGeom>
            <a:avLst/>
            <a:gdLst/>
            <a:ahLst/>
            <a:rect l="0" t="0" r="r" b="b"/>
            <a:pathLst>
              <a:path w="279" h="408">
                <a:moveTo>
                  <a:pt x="3" y="408"/>
                </a:moveTo>
                <a:lnTo>
                  <a:pt x="279" y="4"/>
                </a:lnTo>
                <a:lnTo>
                  <a:pt x="279" y="0"/>
                </a:lnTo>
                <a:lnTo>
                  <a:pt x="0" y="408"/>
                </a:lnTo>
                <a:lnTo>
                  <a:pt x="3" y="408"/>
                </a:lnTo>
                <a:close/>
              </a:path>
            </a:pathLst>
          </a:custGeom>
          <a:solidFill>
            <a:srgbClr val="3838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70" name=""/>
          <p:cNvSpPr/>
          <p:nvPr/>
        </p:nvSpPr>
        <p:spPr>
          <a:xfrm>
            <a:off x="2203560" y="4499640"/>
            <a:ext cx="101520" cy="148680"/>
          </a:xfrm>
          <a:custGeom>
            <a:avLst/>
            <a:gdLst/>
            <a:ahLst/>
            <a:rect l="0" t="0" r="r" b="b"/>
            <a:pathLst>
              <a:path w="282" h="413">
                <a:moveTo>
                  <a:pt x="3" y="413"/>
                </a:moveTo>
                <a:lnTo>
                  <a:pt x="282" y="5"/>
                </a:lnTo>
                <a:lnTo>
                  <a:pt x="282" y="0"/>
                </a:lnTo>
                <a:lnTo>
                  <a:pt x="0" y="413"/>
                </a:lnTo>
                <a:lnTo>
                  <a:pt x="3" y="413"/>
                </a:lnTo>
                <a:close/>
              </a:path>
            </a:pathLst>
          </a:custGeom>
          <a:solidFill>
            <a:srgbClr val="39393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71" name=""/>
          <p:cNvSpPr/>
          <p:nvPr/>
        </p:nvSpPr>
        <p:spPr>
          <a:xfrm>
            <a:off x="2202480" y="4497840"/>
            <a:ext cx="102600" cy="150480"/>
          </a:xfrm>
          <a:custGeom>
            <a:avLst/>
            <a:gdLst/>
            <a:ahLst/>
            <a:rect l="0" t="0" r="r" b="b"/>
            <a:pathLst>
              <a:path w="285" h="418">
                <a:moveTo>
                  <a:pt x="3" y="418"/>
                </a:moveTo>
                <a:lnTo>
                  <a:pt x="285" y="5"/>
                </a:lnTo>
                <a:lnTo>
                  <a:pt x="285" y="0"/>
                </a:lnTo>
                <a:lnTo>
                  <a:pt x="0" y="418"/>
                </a:lnTo>
                <a:lnTo>
                  <a:pt x="3" y="418"/>
                </a:lnTo>
                <a:close/>
              </a:path>
            </a:pathLst>
          </a:custGeom>
          <a:solidFill>
            <a:srgbClr val="3a3a3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72" name=""/>
          <p:cNvSpPr/>
          <p:nvPr/>
        </p:nvSpPr>
        <p:spPr>
          <a:xfrm>
            <a:off x="2201040" y="4496040"/>
            <a:ext cx="104040" cy="152280"/>
          </a:xfrm>
          <a:custGeom>
            <a:avLst/>
            <a:gdLst/>
            <a:ahLst/>
            <a:rect l="0" t="0" r="r" b="b"/>
            <a:pathLst>
              <a:path w="289" h="423">
                <a:moveTo>
                  <a:pt x="4" y="423"/>
                </a:moveTo>
                <a:lnTo>
                  <a:pt x="289" y="5"/>
                </a:lnTo>
                <a:lnTo>
                  <a:pt x="289" y="0"/>
                </a:lnTo>
                <a:lnTo>
                  <a:pt x="0" y="423"/>
                </a:lnTo>
                <a:lnTo>
                  <a:pt x="4" y="423"/>
                </a:ln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73" name=""/>
          <p:cNvSpPr/>
          <p:nvPr/>
        </p:nvSpPr>
        <p:spPr>
          <a:xfrm>
            <a:off x="2199960" y="4494600"/>
            <a:ext cx="105120" cy="153720"/>
          </a:xfrm>
          <a:custGeom>
            <a:avLst/>
            <a:gdLst/>
            <a:ahLst/>
            <a:rect l="0" t="0" r="r" b="b"/>
            <a:pathLst>
              <a:path w="292" h="427">
                <a:moveTo>
                  <a:pt x="3" y="427"/>
                </a:moveTo>
                <a:lnTo>
                  <a:pt x="292" y="4"/>
                </a:lnTo>
                <a:lnTo>
                  <a:pt x="292" y="0"/>
                </a:lnTo>
                <a:lnTo>
                  <a:pt x="0" y="427"/>
                </a:lnTo>
                <a:lnTo>
                  <a:pt x="3" y="427"/>
                </a:lnTo>
                <a:close/>
              </a:path>
            </a:pathLst>
          </a:custGeom>
          <a:solidFill>
            <a:srgbClr val="3d3d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74" name=""/>
          <p:cNvSpPr/>
          <p:nvPr/>
        </p:nvSpPr>
        <p:spPr>
          <a:xfrm>
            <a:off x="2198880" y="4492800"/>
            <a:ext cx="106200" cy="155520"/>
          </a:xfrm>
          <a:custGeom>
            <a:avLst/>
            <a:gdLst/>
            <a:ahLst/>
            <a:rect l="0" t="0" r="r" b="b"/>
            <a:pathLst>
              <a:path w="295" h="432">
                <a:moveTo>
                  <a:pt x="3" y="432"/>
                </a:moveTo>
                <a:lnTo>
                  <a:pt x="295" y="5"/>
                </a:lnTo>
                <a:lnTo>
                  <a:pt x="295" y="0"/>
                </a:lnTo>
                <a:lnTo>
                  <a:pt x="0" y="432"/>
                </a:lnTo>
                <a:lnTo>
                  <a:pt x="3" y="432"/>
                </a:lnTo>
                <a:close/>
              </a:path>
            </a:pathLst>
          </a:custGeom>
          <a:solidFill>
            <a:srgbClr val="3e3e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75" name=""/>
          <p:cNvSpPr/>
          <p:nvPr/>
        </p:nvSpPr>
        <p:spPr>
          <a:xfrm>
            <a:off x="2197800" y="4491000"/>
            <a:ext cx="107280" cy="157320"/>
          </a:xfrm>
          <a:custGeom>
            <a:avLst/>
            <a:gdLst/>
            <a:ahLst/>
            <a:rect l="0" t="0" r="r" b="b"/>
            <a:pathLst>
              <a:path w="298" h="437">
                <a:moveTo>
                  <a:pt x="3" y="437"/>
                </a:moveTo>
                <a:lnTo>
                  <a:pt x="298" y="5"/>
                </a:lnTo>
                <a:lnTo>
                  <a:pt x="298" y="0"/>
                </a:lnTo>
                <a:lnTo>
                  <a:pt x="0" y="437"/>
                </a:lnTo>
                <a:lnTo>
                  <a:pt x="3" y="437"/>
                </a:lnTo>
                <a:close/>
              </a:path>
            </a:pathLst>
          </a:custGeom>
          <a:solidFill>
            <a:srgbClr val="3f3f3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6" name=""/>
          <p:cNvSpPr/>
          <p:nvPr/>
        </p:nvSpPr>
        <p:spPr>
          <a:xfrm>
            <a:off x="2196360" y="4489200"/>
            <a:ext cx="108720" cy="159120"/>
          </a:xfrm>
          <a:custGeom>
            <a:avLst/>
            <a:gdLst/>
            <a:ahLst/>
            <a:rect l="0" t="0" r="r" b="b"/>
            <a:pathLst>
              <a:path w="302" h="442">
                <a:moveTo>
                  <a:pt x="4" y="442"/>
                </a:moveTo>
                <a:lnTo>
                  <a:pt x="302" y="5"/>
                </a:lnTo>
                <a:lnTo>
                  <a:pt x="302" y="0"/>
                </a:lnTo>
                <a:lnTo>
                  <a:pt x="0" y="442"/>
                </a:lnTo>
                <a:lnTo>
                  <a:pt x="4" y="442"/>
                </a:lnTo>
                <a:close/>
              </a:path>
            </a:pathLst>
          </a:custGeom>
          <a:solidFill>
            <a:srgbClr val="404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7" name=""/>
          <p:cNvSpPr/>
          <p:nvPr/>
        </p:nvSpPr>
        <p:spPr>
          <a:xfrm>
            <a:off x="2195280" y="4487400"/>
            <a:ext cx="109800" cy="160920"/>
          </a:xfrm>
          <a:custGeom>
            <a:avLst/>
            <a:gdLst/>
            <a:ahLst/>
            <a:rect l="0" t="0" r="r" b="b"/>
            <a:pathLst>
              <a:path w="305" h="447">
                <a:moveTo>
                  <a:pt x="3" y="447"/>
                </a:moveTo>
                <a:lnTo>
                  <a:pt x="305" y="5"/>
                </a:lnTo>
                <a:lnTo>
                  <a:pt x="305" y="0"/>
                </a:lnTo>
                <a:lnTo>
                  <a:pt x="0" y="447"/>
                </a:lnTo>
                <a:lnTo>
                  <a:pt x="3" y="447"/>
                </a:lnTo>
                <a:close/>
              </a:path>
            </a:pathLst>
          </a:custGeom>
          <a:solidFill>
            <a:srgbClr val="42424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8" name=""/>
          <p:cNvSpPr/>
          <p:nvPr/>
        </p:nvSpPr>
        <p:spPr>
          <a:xfrm>
            <a:off x="2194200" y="4485960"/>
            <a:ext cx="110880" cy="162360"/>
          </a:xfrm>
          <a:custGeom>
            <a:avLst/>
            <a:gdLst/>
            <a:ahLst/>
            <a:rect l="0" t="0" r="r" b="b"/>
            <a:pathLst>
              <a:path w="308" h="451">
                <a:moveTo>
                  <a:pt x="3" y="451"/>
                </a:moveTo>
                <a:lnTo>
                  <a:pt x="308" y="4"/>
                </a:lnTo>
                <a:lnTo>
                  <a:pt x="308" y="0"/>
                </a:lnTo>
                <a:lnTo>
                  <a:pt x="0" y="451"/>
                </a:lnTo>
                <a:lnTo>
                  <a:pt x="3" y="451"/>
                </a:lnTo>
                <a:close/>
              </a:path>
            </a:pathLst>
          </a:custGeom>
          <a:solidFill>
            <a:srgbClr val="4343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9" name=""/>
          <p:cNvSpPr/>
          <p:nvPr/>
        </p:nvSpPr>
        <p:spPr>
          <a:xfrm>
            <a:off x="2192760" y="4484160"/>
            <a:ext cx="112320" cy="164160"/>
          </a:xfrm>
          <a:custGeom>
            <a:avLst/>
            <a:gdLst/>
            <a:ahLst/>
            <a:rect l="0" t="0" r="r" b="b"/>
            <a:pathLst>
              <a:path w="312" h="456">
                <a:moveTo>
                  <a:pt x="4" y="456"/>
                </a:moveTo>
                <a:lnTo>
                  <a:pt x="312" y="5"/>
                </a:lnTo>
                <a:lnTo>
                  <a:pt x="312" y="0"/>
                </a:lnTo>
                <a:lnTo>
                  <a:pt x="0" y="456"/>
                </a:lnTo>
                <a:lnTo>
                  <a:pt x="4" y="456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0" name=""/>
          <p:cNvSpPr/>
          <p:nvPr/>
        </p:nvSpPr>
        <p:spPr>
          <a:xfrm>
            <a:off x="2191680" y="4482360"/>
            <a:ext cx="113400" cy="165960"/>
          </a:xfrm>
          <a:custGeom>
            <a:avLst/>
            <a:gdLst/>
            <a:ahLst/>
            <a:rect l="0" t="0" r="r" b="b"/>
            <a:pathLst>
              <a:path w="315" h="461">
                <a:moveTo>
                  <a:pt x="3" y="461"/>
                </a:moveTo>
                <a:lnTo>
                  <a:pt x="315" y="5"/>
                </a:lnTo>
                <a:lnTo>
                  <a:pt x="315" y="0"/>
                </a:lnTo>
                <a:lnTo>
                  <a:pt x="0" y="461"/>
                </a:lnTo>
                <a:lnTo>
                  <a:pt x="3" y="461"/>
                </a:lnTo>
                <a:close/>
              </a:path>
            </a:pathLst>
          </a:custGeom>
          <a:solidFill>
            <a:srgbClr val="45454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1" name=""/>
          <p:cNvSpPr/>
          <p:nvPr/>
        </p:nvSpPr>
        <p:spPr>
          <a:xfrm>
            <a:off x="2190600" y="4480560"/>
            <a:ext cx="114480" cy="167760"/>
          </a:xfrm>
          <a:custGeom>
            <a:avLst/>
            <a:gdLst/>
            <a:ahLst/>
            <a:rect l="0" t="0" r="r" b="b"/>
            <a:pathLst>
              <a:path w="318" h="466">
                <a:moveTo>
                  <a:pt x="3" y="466"/>
                </a:moveTo>
                <a:lnTo>
                  <a:pt x="318" y="5"/>
                </a:lnTo>
                <a:lnTo>
                  <a:pt x="318" y="0"/>
                </a:lnTo>
                <a:lnTo>
                  <a:pt x="0" y="466"/>
                </a:lnTo>
                <a:lnTo>
                  <a:pt x="3" y="466"/>
                </a:lnTo>
                <a:close/>
              </a:path>
            </a:pathLst>
          </a:custGeom>
          <a:solidFill>
            <a:srgbClr val="47474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2" name=""/>
          <p:cNvSpPr/>
          <p:nvPr/>
        </p:nvSpPr>
        <p:spPr>
          <a:xfrm>
            <a:off x="2189520" y="4478760"/>
            <a:ext cx="115560" cy="169560"/>
          </a:xfrm>
          <a:custGeom>
            <a:avLst/>
            <a:gdLst/>
            <a:ahLst/>
            <a:rect l="0" t="0" r="r" b="b"/>
            <a:pathLst>
              <a:path w="321" h="471">
                <a:moveTo>
                  <a:pt x="3" y="471"/>
                </a:moveTo>
                <a:lnTo>
                  <a:pt x="321" y="5"/>
                </a:lnTo>
                <a:lnTo>
                  <a:pt x="321" y="0"/>
                </a:lnTo>
                <a:lnTo>
                  <a:pt x="0" y="471"/>
                </a:lnTo>
                <a:lnTo>
                  <a:pt x="3" y="471"/>
                </a:lnTo>
                <a:close/>
              </a:path>
            </a:pathLst>
          </a:custGeom>
          <a:solidFill>
            <a:srgbClr val="48484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3" name=""/>
          <p:cNvSpPr/>
          <p:nvPr/>
        </p:nvSpPr>
        <p:spPr>
          <a:xfrm>
            <a:off x="2188080" y="4477320"/>
            <a:ext cx="117000" cy="171000"/>
          </a:xfrm>
          <a:custGeom>
            <a:avLst/>
            <a:gdLst/>
            <a:ahLst/>
            <a:rect l="0" t="0" r="r" b="b"/>
            <a:pathLst>
              <a:path w="325" h="475">
                <a:moveTo>
                  <a:pt x="4" y="475"/>
                </a:moveTo>
                <a:lnTo>
                  <a:pt x="325" y="4"/>
                </a:lnTo>
                <a:lnTo>
                  <a:pt x="325" y="0"/>
                </a:lnTo>
                <a:lnTo>
                  <a:pt x="0" y="475"/>
                </a:lnTo>
                <a:lnTo>
                  <a:pt x="4" y="475"/>
                </a:ln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4" name=""/>
          <p:cNvSpPr/>
          <p:nvPr/>
        </p:nvSpPr>
        <p:spPr>
          <a:xfrm>
            <a:off x="2187000" y="4475520"/>
            <a:ext cx="118080" cy="172800"/>
          </a:xfrm>
          <a:custGeom>
            <a:avLst/>
            <a:gdLst/>
            <a:ahLst/>
            <a:rect l="0" t="0" r="r" b="b"/>
            <a:pathLst>
              <a:path w="328" h="480">
                <a:moveTo>
                  <a:pt x="3" y="480"/>
                </a:moveTo>
                <a:lnTo>
                  <a:pt x="328" y="5"/>
                </a:lnTo>
                <a:lnTo>
                  <a:pt x="328" y="0"/>
                </a:lnTo>
                <a:lnTo>
                  <a:pt x="0" y="480"/>
                </a:lnTo>
                <a:lnTo>
                  <a:pt x="3" y="480"/>
                </a:lnTo>
                <a:close/>
              </a:path>
            </a:pathLst>
          </a:custGeom>
          <a:solidFill>
            <a:srgbClr val="4b4b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5" name=""/>
          <p:cNvSpPr/>
          <p:nvPr/>
        </p:nvSpPr>
        <p:spPr>
          <a:xfrm>
            <a:off x="2185920" y="4473720"/>
            <a:ext cx="119160" cy="174600"/>
          </a:xfrm>
          <a:custGeom>
            <a:avLst/>
            <a:gdLst/>
            <a:ahLst/>
            <a:rect l="0" t="0" r="r" b="b"/>
            <a:pathLst>
              <a:path w="331" h="485">
                <a:moveTo>
                  <a:pt x="3" y="485"/>
                </a:moveTo>
                <a:lnTo>
                  <a:pt x="331" y="5"/>
                </a:lnTo>
                <a:lnTo>
                  <a:pt x="331" y="0"/>
                </a:lnTo>
                <a:lnTo>
                  <a:pt x="0" y="485"/>
                </a:lnTo>
                <a:lnTo>
                  <a:pt x="3" y="485"/>
                </a:lnTo>
                <a:close/>
              </a:path>
            </a:pathLst>
          </a:custGeom>
          <a:solidFill>
            <a:srgbClr val="4c4c4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6" name=""/>
          <p:cNvSpPr/>
          <p:nvPr/>
        </p:nvSpPr>
        <p:spPr>
          <a:xfrm>
            <a:off x="2184480" y="4471920"/>
            <a:ext cx="120600" cy="176400"/>
          </a:xfrm>
          <a:custGeom>
            <a:avLst/>
            <a:gdLst/>
            <a:ahLst/>
            <a:rect l="0" t="0" r="r" b="b"/>
            <a:pathLst>
              <a:path w="335" h="490">
                <a:moveTo>
                  <a:pt x="4" y="490"/>
                </a:moveTo>
                <a:lnTo>
                  <a:pt x="335" y="5"/>
                </a:lnTo>
                <a:lnTo>
                  <a:pt x="335" y="0"/>
                </a:lnTo>
                <a:lnTo>
                  <a:pt x="0" y="490"/>
                </a:lnTo>
                <a:lnTo>
                  <a:pt x="4" y="490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7" name=""/>
          <p:cNvSpPr/>
          <p:nvPr/>
        </p:nvSpPr>
        <p:spPr>
          <a:xfrm>
            <a:off x="2183400" y="4470120"/>
            <a:ext cx="121680" cy="178200"/>
          </a:xfrm>
          <a:custGeom>
            <a:avLst/>
            <a:gdLst/>
            <a:ahLst/>
            <a:rect l="0" t="0" r="r" b="b"/>
            <a:pathLst>
              <a:path w="338" h="495">
                <a:moveTo>
                  <a:pt x="3" y="495"/>
                </a:moveTo>
                <a:lnTo>
                  <a:pt x="338" y="5"/>
                </a:lnTo>
                <a:lnTo>
                  <a:pt x="338" y="0"/>
                </a:lnTo>
                <a:lnTo>
                  <a:pt x="0" y="495"/>
                </a:lnTo>
                <a:lnTo>
                  <a:pt x="3" y="495"/>
                </a:lnTo>
                <a:close/>
              </a:path>
            </a:pathLst>
          </a:custGeom>
          <a:solidFill>
            <a:srgbClr val="4e4e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8" name=""/>
          <p:cNvSpPr/>
          <p:nvPr/>
        </p:nvSpPr>
        <p:spPr>
          <a:xfrm>
            <a:off x="2182320" y="4468680"/>
            <a:ext cx="122760" cy="179640"/>
          </a:xfrm>
          <a:custGeom>
            <a:avLst/>
            <a:gdLst/>
            <a:ahLst/>
            <a:rect l="0" t="0" r="r" b="b"/>
            <a:pathLst>
              <a:path w="341" h="499">
                <a:moveTo>
                  <a:pt x="3" y="499"/>
                </a:moveTo>
                <a:lnTo>
                  <a:pt x="341" y="4"/>
                </a:lnTo>
                <a:lnTo>
                  <a:pt x="341" y="0"/>
                </a:lnTo>
                <a:lnTo>
                  <a:pt x="0" y="499"/>
                </a:lnTo>
                <a:lnTo>
                  <a:pt x="3" y="499"/>
                </a:lnTo>
                <a:close/>
              </a:path>
            </a:pathLst>
          </a:custGeom>
          <a:solidFill>
            <a:srgbClr val="50505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9" name=""/>
          <p:cNvSpPr/>
          <p:nvPr/>
        </p:nvSpPr>
        <p:spPr>
          <a:xfrm>
            <a:off x="2181240" y="4466880"/>
            <a:ext cx="123840" cy="181440"/>
          </a:xfrm>
          <a:custGeom>
            <a:avLst/>
            <a:gdLst/>
            <a:ahLst/>
            <a:rect l="0" t="0" r="r" b="b"/>
            <a:pathLst>
              <a:path w="344" h="504">
                <a:moveTo>
                  <a:pt x="3" y="504"/>
                </a:moveTo>
                <a:lnTo>
                  <a:pt x="344" y="5"/>
                </a:lnTo>
                <a:lnTo>
                  <a:pt x="344" y="0"/>
                </a:lnTo>
                <a:lnTo>
                  <a:pt x="0" y="504"/>
                </a:lnTo>
                <a:lnTo>
                  <a:pt x="3" y="504"/>
                </a:lnTo>
                <a:close/>
              </a:path>
            </a:pathLst>
          </a:custGeom>
          <a:solidFill>
            <a:srgbClr val="5151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0" name=""/>
          <p:cNvSpPr/>
          <p:nvPr/>
        </p:nvSpPr>
        <p:spPr>
          <a:xfrm>
            <a:off x="2179800" y="4465080"/>
            <a:ext cx="125280" cy="183240"/>
          </a:xfrm>
          <a:custGeom>
            <a:avLst/>
            <a:gdLst/>
            <a:ahLst/>
            <a:rect l="0" t="0" r="r" b="b"/>
            <a:pathLst>
              <a:path w="348" h="509">
                <a:moveTo>
                  <a:pt x="4" y="509"/>
                </a:moveTo>
                <a:lnTo>
                  <a:pt x="348" y="5"/>
                </a:lnTo>
                <a:lnTo>
                  <a:pt x="348" y="0"/>
                </a:lnTo>
                <a:lnTo>
                  <a:pt x="0" y="509"/>
                </a:lnTo>
                <a:lnTo>
                  <a:pt x="4" y="509"/>
                </a:lnTo>
                <a:close/>
              </a:path>
            </a:pathLst>
          </a:custGeom>
          <a:solidFill>
            <a:srgbClr val="52525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1" name=""/>
          <p:cNvSpPr/>
          <p:nvPr/>
        </p:nvSpPr>
        <p:spPr>
          <a:xfrm>
            <a:off x="2178720" y="4463280"/>
            <a:ext cx="126360" cy="185040"/>
          </a:xfrm>
          <a:custGeom>
            <a:avLst/>
            <a:gdLst/>
            <a:ahLst/>
            <a:rect l="0" t="0" r="r" b="b"/>
            <a:pathLst>
              <a:path w="351" h="514">
                <a:moveTo>
                  <a:pt x="3" y="514"/>
                </a:moveTo>
                <a:lnTo>
                  <a:pt x="351" y="5"/>
                </a:lnTo>
                <a:lnTo>
                  <a:pt x="351" y="0"/>
                </a:lnTo>
                <a:lnTo>
                  <a:pt x="0" y="514"/>
                </a:lnTo>
                <a:lnTo>
                  <a:pt x="3" y="514"/>
                </a:lnTo>
                <a:close/>
              </a:path>
            </a:pathLst>
          </a:custGeom>
          <a:solidFill>
            <a:srgbClr val="5353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2" name=""/>
          <p:cNvSpPr/>
          <p:nvPr/>
        </p:nvSpPr>
        <p:spPr>
          <a:xfrm>
            <a:off x="2177640" y="4461480"/>
            <a:ext cx="127440" cy="186840"/>
          </a:xfrm>
          <a:custGeom>
            <a:avLst/>
            <a:gdLst/>
            <a:ahLst/>
            <a:rect l="0" t="0" r="r" b="b"/>
            <a:pathLst>
              <a:path w="354" h="519">
                <a:moveTo>
                  <a:pt x="3" y="519"/>
                </a:moveTo>
                <a:lnTo>
                  <a:pt x="354" y="5"/>
                </a:lnTo>
                <a:lnTo>
                  <a:pt x="354" y="0"/>
                </a:lnTo>
                <a:lnTo>
                  <a:pt x="0" y="519"/>
                </a:lnTo>
                <a:lnTo>
                  <a:pt x="3" y="519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3" name=""/>
          <p:cNvSpPr/>
          <p:nvPr/>
        </p:nvSpPr>
        <p:spPr>
          <a:xfrm>
            <a:off x="2176560" y="4460040"/>
            <a:ext cx="128520" cy="188280"/>
          </a:xfrm>
          <a:custGeom>
            <a:avLst/>
            <a:gdLst/>
            <a:ahLst/>
            <a:rect l="0" t="0" r="r" b="b"/>
            <a:pathLst>
              <a:path w="357" h="523">
                <a:moveTo>
                  <a:pt x="3" y="523"/>
                </a:moveTo>
                <a:lnTo>
                  <a:pt x="357" y="4"/>
                </a:lnTo>
                <a:lnTo>
                  <a:pt x="357" y="0"/>
                </a:lnTo>
                <a:lnTo>
                  <a:pt x="0" y="523"/>
                </a:lnTo>
                <a:lnTo>
                  <a:pt x="3" y="523"/>
                </a:lnTo>
                <a:close/>
              </a:path>
            </a:pathLst>
          </a:custGeom>
          <a:solidFill>
            <a:srgbClr val="56565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4" name=""/>
          <p:cNvSpPr/>
          <p:nvPr/>
        </p:nvSpPr>
        <p:spPr>
          <a:xfrm>
            <a:off x="2175120" y="4458240"/>
            <a:ext cx="129960" cy="190080"/>
          </a:xfrm>
          <a:custGeom>
            <a:avLst/>
            <a:gdLst/>
            <a:ahLst/>
            <a:rect l="0" t="0" r="r" b="b"/>
            <a:pathLst>
              <a:path w="361" h="528">
                <a:moveTo>
                  <a:pt x="4" y="528"/>
                </a:moveTo>
                <a:lnTo>
                  <a:pt x="361" y="6"/>
                </a:lnTo>
                <a:lnTo>
                  <a:pt x="361" y="0"/>
                </a:lnTo>
                <a:lnTo>
                  <a:pt x="0" y="528"/>
                </a:lnTo>
                <a:lnTo>
                  <a:pt x="4" y="528"/>
                </a:lnTo>
                <a:close/>
              </a:path>
            </a:pathLst>
          </a:custGeom>
          <a:solidFill>
            <a:srgbClr val="57575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5" name=""/>
          <p:cNvSpPr/>
          <p:nvPr/>
        </p:nvSpPr>
        <p:spPr>
          <a:xfrm>
            <a:off x="2174040" y="4456440"/>
            <a:ext cx="131040" cy="191880"/>
          </a:xfrm>
          <a:custGeom>
            <a:avLst/>
            <a:gdLst/>
            <a:ahLst/>
            <a:rect l="0" t="0" r="r" b="b"/>
            <a:pathLst>
              <a:path w="364" h="533">
                <a:moveTo>
                  <a:pt x="3" y="533"/>
                </a:moveTo>
                <a:lnTo>
                  <a:pt x="364" y="5"/>
                </a:lnTo>
                <a:lnTo>
                  <a:pt x="364" y="0"/>
                </a:lnTo>
                <a:lnTo>
                  <a:pt x="0" y="533"/>
                </a:lnTo>
                <a:lnTo>
                  <a:pt x="3" y="533"/>
                </a:lnTo>
                <a:close/>
              </a:path>
            </a:pathLst>
          </a:custGeom>
          <a:solidFill>
            <a:srgbClr val="58585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6" name=""/>
          <p:cNvSpPr/>
          <p:nvPr/>
        </p:nvSpPr>
        <p:spPr>
          <a:xfrm>
            <a:off x="2172960" y="4454640"/>
            <a:ext cx="132120" cy="193680"/>
          </a:xfrm>
          <a:custGeom>
            <a:avLst/>
            <a:gdLst/>
            <a:ahLst/>
            <a:rect l="0" t="0" r="r" b="b"/>
            <a:pathLst>
              <a:path w="367" h="538">
                <a:moveTo>
                  <a:pt x="3" y="538"/>
                </a:moveTo>
                <a:lnTo>
                  <a:pt x="367" y="5"/>
                </a:lnTo>
                <a:lnTo>
                  <a:pt x="367" y="0"/>
                </a:lnTo>
                <a:lnTo>
                  <a:pt x="0" y="538"/>
                </a:lnTo>
                <a:lnTo>
                  <a:pt x="3" y="538"/>
                </a:lnTo>
                <a:close/>
              </a:path>
            </a:pathLst>
          </a:custGeom>
          <a:solidFill>
            <a:srgbClr val="5a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7" name=""/>
          <p:cNvSpPr/>
          <p:nvPr/>
        </p:nvSpPr>
        <p:spPr>
          <a:xfrm>
            <a:off x="2171520" y="4452840"/>
            <a:ext cx="133560" cy="195480"/>
          </a:xfrm>
          <a:custGeom>
            <a:avLst/>
            <a:gdLst/>
            <a:ahLst/>
            <a:rect l="0" t="0" r="r" b="b"/>
            <a:pathLst>
              <a:path w="371" h="543">
                <a:moveTo>
                  <a:pt x="4" y="543"/>
                </a:moveTo>
                <a:lnTo>
                  <a:pt x="371" y="5"/>
                </a:lnTo>
                <a:lnTo>
                  <a:pt x="371" y="0"/>
                </a:lnTo>
                <a:lnTo>
                  <a:pt x="0" y="543"/>
                </a:lnTo>
                <a:lnTo>
                  <a:pt x="4" y="543"/>
                </a:lnTo>
                <a:close/>
              </a:path>
            </a:pathLst>
          </a:custGeom>
          <a:solidFill>
            <a:srgbClr val="5b5b5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8" name=""/>
          <p:cNvSpPr/>
          <p:nvPr/>
        </p:nvSpPr>
        <p:spPr>
          <a:xfrm>
            <a:off x="2170440" y="4451400"/>
            <a:ext cx="134640" cy="196920"/>
          </a:xfrm>
          <a:custGeom>
            <a:avLst/>
            <a:gdLst/>
            <a:ahLst/>
            <a:rect l="0" t="0" r="r" b="b"/>
            <a:pathLst>
              <a:path w="374" h="547">
                <a:moveTo>
                  <a:pt x="3" y="547"/>
                </a:moveTo>
                <a:lnTo>
                  <a:pt x="374" y="4"/>
                </a:lnTo>
                <a:lnTo>
                  <a:pt x="374" y="0"/>
                </a:lnTo>
                <a:lnTo>
                  <a:pt x="0" y="547"/>
                </a:lnTo>
                <a:lnTo>
                  <a:pt x="3" y="547"/>
                </a:lnTo>
                <a:close/>
              </a:path>
            </a:pathLst>
          </a:custGeom>
          <a:solidFill>
            <a:srgbClr val="5c5c5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9" name=""/>
          <p:cNvSpPr/>
          <p:nvPr/>
        </p:nvSpPr>
        <p:spPr>
          <a:xfrm>
            <a:off x="2169360" y="4449600"/>
            <a:ext cx="135720" cy="198720"/>
          </a:xfrm>
          <a:custGeom>
            <a:avLst/>
            <a:gdLst/>
            <a:ahLst/>
            <a:rect l="0" t="0" r="r" b="b"/>
            <a:pathLst>
              <a:path w="377" h="552">
                <a:moveTo>
                  <a:pt x="3" y="552"/>
                </a:moveTo>
                <a:lnTo>
                  <a:pt x="377" y="5"/>
                </a:lnTo>
                <a:lnTo>
                  <a:pt x="377" y="0"/>
                </a:lnTo>
                <a:lnTo>
                  <a:pt x="0" y="552"/>
                </a:lnTo>
                <a:lnTo>
                  <a:pt x="3" y="552"/>
                </a:lnTo>
                <a:close/>
              </a:path>
            </a:pathLst>
          </a:custGeom>
          <a:solidFill>
            <a:srgbClr val="5d5d5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0" name=""/>
          <p:cNvSpPr/>
          <p:nvPr/>
        </p:nvSpPr>
        <p:spPr>
          <a:xfrm>
            <a:off x="2168280" y="4448160"/>
            <a:ext cx="136800" cy="200160"/>
          </a:xfrm>
          <a:custGeom>
            <a:avLst/>
            <a:gdLst/>
            <a:ahLst/>
            <a:rect l="0" t="0" r="r" b="b"/>
            <a:pathLst>
              <a:path w="380" h="556">
                <a:moveTo>
                  <a:pt x="3" y="556"/>
                </a:moveTo>
                <a:lnTo>
                  <a:pt x="380" y="4"/>
                </a:lnTo>
                <a:lnTo>
                  <a:pt x="380" y="0"/>
                </a:lnTo>
                <a:lnTo>
                  <a:pt x="0" y="556"/>
                </a:lnTo>
                <a:lnTo>
                  <a:pt x="3" y="556"/>
                </a:lnTo>
                <a:close/>
              </a:path>
            </a:pathLst>
          </a:custGeom>
          <a:solidFill>
            <a:srgbClr val="5f5f5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1" name=""/>
          <p:cNvSpPr/>
          <p:nvPr/>
        </p:nvSpPr>
        <p:spPr>
          <a:xfrm>
            <a:off x="2166840" y="4448160"/>
            <a:ext cx="138240" cy="200160"/>
          </a:xfrm>
          <a:custGeom>
            <a:avLst/>
            <a:gdLst/>
            <a:ahLst/>
            <a:rect l="0" t="0" r="r" b="b"/>
            <a:pathLst>
              <a:path w="384" h="556">
                <a:moveTo>
                  <a:pt x="4" y="556"/>
                </a:moveTo>
                <a:lnTo>
                  <a:pt x="384" y="0"/>
                </a:lnTo>
                <a:lnTo>
                  <a:pt x="381" y="0"/>
                </a:lnTo>
                <a:lnTo>
                  <a:pt x="0" y="556"/>
                </a:lnTo>
                <a:lnTo>
                  <a:pt x="4" y="556"/>
                </a:lnTo>
                <a:close/>
              </a:path>
            </a:pathLst>
          </a:custGeom>
          <a:solidFill>
            <a:srgbClr val="606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2" name=""/>
          <p:cNvSpPr/>
          <p:nvPr/>
        </p:nvSpPr>
        <p:spPr>
          <a:xfrm>
            <a:off x="2165760" y="4448160"/>
            <a:ext cx="138240" cy="200160"/>
          </a:xfrm>
          <a:custGeom>
            <a:avLst/>
            <a:gdLst/>
            <a:ahLst/>
            <a:rect l="0" t="0" r="r" b="b"/>
            <a:pathLst>
              <a:path w="384" h="556">
                <a:moveTo>
                  <a:pt x="3" y="556"/>
                </a:moveTo>
                <a:lnTo>
                  <a:pt x="384" y="0"/>
                </a:lnTo>
                <a:lnTo>
                  <a:pt x="381" y="0"/>
                </a:lnTo>
                <a:lnTo>
                  <a:pt x="0" y="556"/>
                </a:lnTo>
                <a:lnTo>
                  <a:pt x="3" y="556"/>
                </a:lnTo>
                <a:close/>
              </a:path>
            </a:pathLst>
          </a:custGeom>
          <a:solidFill>
            <a:srgbClr val="61616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3" name=""/>
          <p:cNvSpPr/>
          <p:nvPr/>
        </p:nvSpPr>
        <p:spPr>
          <a:xfrm>
            <a:off x="2164680" y="4448160"/>
            <a:ext cx="138240" cy="200160"/>
          </a:xfrm>
          <a:custGeom>
            <a:avLst/>
            <a:gdLst/>
            <a:ahLst/>
            <a:rect l="0" t="0" r="r" b="b"/>
            <a:pathLst>
              <a:path w="384" h="556">
                <a:moveTo>
                  <a:pt x="3" y="556"/>
                </a:moveTo>
                <a:lnTo>
                  <a:pt x="384" y="0"/>
                </a:lnTo>
                <a:lnTo>
                  <a:pt x="380" y="0"/>
                </a:lnTo>
                <a:lnTo>
                  <a:pt x="0" y="556"/>
                </a:lnTo>
                <a:lnTo>
                  <a:pt x="3" y="556"/>
                </a:lnTo>
                <a:close/>
              </a:path>
            </a:pathLst>
          </a:custGeom>
          <a:solidFill>
            <a:srgbClr val="62626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4" name=""/>
          <p:cNvSpPr/>
          <p:nvPr/>
        </p:nvSpPr>
        <p:spPr>
          <a:xfrm>
            <a:off x="2163600" y="4448160"/>
            <a:ext cx="137880" cy="200160"/>
          </a:xfrm>
          <a:custGeom>
            <a:avLst/>
            <a:gdLst/>
            <a:ahLst/>
            <a:rect l="0" t="0" r="r" b="b"/>
            <a:pathLst>
              <a:path w="383" h="556">
                <a:moveTo>
                  <a:pt x="3" y="556"/>
                </a:moveTo>
                <a:lnTo>
                  <a:pt x="383" y="0"/>
                </a:lnTo>
                <a:lnTo>
                  <a:pt x="380" y="0"/>
                </a:lnTo>
                <a:lnTo>
                  <a:pt x="0" y="556"/>
                </a:lnTo>
                <a:lnTo>
                  <a:pt x="3" y="556"/>
                </a:lnTo>
                <a:close/>
              </a:path>
            </a:pathLst>
          </a:custGeom>
          <a:solidFill>
            <a:srgbClr val="6464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5" name=""/>
          <p:cNvSpPr/>
          <p:nvPr/>
        </p:nvSpPr>
        <p:spPr>
          <a:xfrm>
            <a:off x="2162160" y="4448160"/>
            <a:ext cx="138240" cy="200160"/>
          </a:xfrm>
          <a:custGeom>
            <a:avLst/>
            <a:gdLst/>
            <a:ahLst/>
            <a:rect l="0" t="0" r="r" b="b"/>
            <a:pathLst>
              <a:path w="384" h="556">
                <a:moveTo>
                  <a:pt x="4" y="556"/>
                </a:moveTo>
                <a:lnTo>
                  <a:pt x="384" y="0"/>
                </a:lnTo>
                <a:lnTo>
                  <a:pt x="381" y="0"/>
                </a:lnTo>
                <a:lnTo>
                  <a:pt x="0" y="556"/>
                </a:lnTo>
                <a:lnTo>
                  <a:pt x="4" y="556"/>
                </a:lnTo>
                <a:close/>
              </a:path>
            </a:pathLst>
          </a:custGeom>
          <a:solidFill>
            <a:srgbClr val="65656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6" name=""/>
          <p:cNvSpPr/>
          <p:nvPr/>
        </p:nvSpPr>
        <p:spPr>
          <a:xfrm>
            <a:off x="2161080" y="4448160"/>
            <a:ext cx="138240" cy="200160"/>
          </a:xfrm>
          <a:custGeom>
            <a:avLst/>
            <a:gdLst/>
            <a:ahLst/>
            <a:rect l="0" t="0" r="r" b="b"/>
            <a:pathLst>
              <a:path w="384" h="556">
                <a:moveTo>
                  <a:pt x="3" y="556"/>
                </a:moveTo>
                <a:lnTo>
                  <a:pt x="384" y="0"/>
                </a:lnTo>
                <a:lnTo>
                  <a:pt x="380" y="0"/>
                </a:lnTo>
                <a:lnTo>
                  <a:pt x="0" y="556"/>
                </a:lnTo>
                <a:lnTo>
                  <a:pt x="3" y="556"/>
                </a:ln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7" name=""/>
          <p:cNvSpPr/>
          <p:nvPr/>
        </p:nvSpPr>
        <p:spPr>
          <a:xfrm>
            <a:off x="2160000" y="4448160"/>
            <a:ext cx="137880" cy="200160"/>
          </a:xfrm>
          <a:custGeom>
            <a:avLst/>
            <a:gdLst/>
            <a:ahLst/>
            <a:rect l="0" t="0" r="r" b="b"/>
            <a:pathLst>
              <a:path w="383" h="556">
                <a:moveTo>
                  <a:pt x="3" y="556"/>
                </a:moveTo>
                <a:lnTo>
                  <a:pt x="383" y="0"/>
                </a:lnTo>
                <a:lnTo>
                  <a:pt x="380" y="0"/>
                </a:lnTo>
                <a:lnTo>
                  <a:pt x="0" y="556"/>
                </a:lnTo>
                <a:lnTo>
                  <a:pt x="3" y="556"/>
                </a:lnTo>
                <a:close/>
              </a:path>
            </a:pathLst>
          </a:custGeom>
          <a:solidFill>
            <a:srgbClr val="68686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8" name=""/>
          <p:cNvSpPr/>
          <p:nvPr/>
        </p:nvSpPr>
        <p:spPr>
          <a:xfrm>
            <a:off x="2158560" y="4448160"/>
            <a:ext cx="138240" cy="200160"/>
          </a:xfrm>
          <a:custGeom>
            <a:avLst/>
            <a:gdLst/>
            <a:ahLst/>
            <a:rect l="0" t="0" r="r" b="b"/>
            <a:pathLst>
              <a:path w="384" h="556">
                <a:moveTo>
                  <a:pt x="4" y="556"/>
                </a:moveTo>
                <a:lnTo>
                  <a:pt x="384" y="0"/>
                </a:lnTo>
                <a:lnTo>
                  <a:pt x="381" y="0"/>
                </a:lnTo>
                <a:lnTo>
                  <a:pt x="0" y="556"/>
                </a:lnTo>
                <a:lnTo>
                  <a:pt x="4" y="556"/>
                </a:lnTo>
                <a:close/>
              </a:path>
            </a:pathLst>
          </a:custGeom>
          <a:solidFill>
            <a:srgbClr val="69696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9" name=""/>
          <p:cNvSpPr/>
          <p:nvPr/>
        </p:nvSpPr>
        <p:spPr>
          <a:xfrm>
            <a:off x="2157480" y="4448160"/>
            <a:ext cx="138240" cy="200160"/>
          </a:xfrm>
          <a:custGeom>
            <a:avLst/>
            <a:gdLst/>
            <a:ahLst/>
            <a:rect l="0" t="0" r="r" b="b"/>
            <a:pathLst>
              <a:path w="384" h="556">
                <a:moveTo>
                  <a:pt x="3" y="556"/>
                </a:moveTo>
                <a:lnTo>
                  <a:pt x="384" y="0"/>
                </a:lnTo>
                <a:lnTo>
                  <a:pt x="381" y="0"/>
                </a:lnTo>
                <a:lnTo>
                  <a:pt x="0" y="556"/>
                </a:lnTo>
                <a:lnTo>
                  <a:pt x="3" y="556"/>
                </a:lnTo>
                <a:close/>
              </a:path>
            </a:pathLst>
          </a:custGeom>
          <a:solidFill>
            <a:srgbClr val="6a6a6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0" name=""/>
          <p:cNvSpPr/>
          <p:nvPr/>
        </p:nvSpPr>
        <p:spPr>
          <a:xfrm>
            <a:off x="2156400" y="4448160"/>
            <a:ext cx="138240" cy="200160"/>
          </a:xfrm>
          <a:custGeom>
            <a:avLst/>
            <a:gdLst/>
            <a:ahLst/>
            <a:rect l="0" t="0" r="r" b="b"/>
            <a:pathLst>
              <a:path w="384" h="556">
                <a:moveTo>
                  <a:pt x="3" y="556"/>
                </a:moveTo>
                <a:lnTo>
                  <a:pt x="384" y="0"/>
                </a:lnTo>
                <a:lnTo>
                  <a:pt x="380" y="0"/>
                </a:lnTo>
                <a:lnTo>
                  <a:pt x="0" y="556"/>
                </a:lnTo>
                <a:lnTo>
                  <a:pt x="3" y="556"/>
                </a:lnTo>
                <a:close/>
              </a:path>
            </a:pathLst>
          </a:custGeom>
          <a:solidFill>
            <a:srgbClr val="6b6b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1" name=""/>
          <p:cNvSpPr/>
          <p:nvPr/>
        </p:nvSpPr>
        <p:spPr>
          <a:xfrm>
            <a:off x="2155320" y="4448160"/>
            <a:ext cx="137880" cy="200160"/>
          </a:xfrm>
          <a:custGeom>
            <a:avLst/>
            <a:gdLst/>
            <a:ahLst/>
            <a:rect l="0" t="0" r="r" b="b"/>
            <a:pathLst>
              <a:path w="383" h="556">
                <a:moveTo>
                  <a:pt x="3" y="556"/>
                </a:moveTo>
                <a:lnTo>
                  <a:pt x="383" y="0"/>
                </a:lnTo>
                <a:lnTo>
                  <a:pt x="380" y="0"/>
                </a:lnTo>
                <a:lnTo>
                  <a:pt x="0" y="556"/>
                </a:lnTo>
                <a:lnTo>
                  <a:pt x="3" y="556"/>
                </a:lnTo>
                <a:close/>
              </a:path>
            </a:pathLst>
          </a:custGeom>
          <a:solidFill>
            <a:srgbClr val="6d6d6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2" name=""/>
          <p:cNvSpPr/>
          <p:nvPr/>
        </p:nvSpPr>
        <p:spPr>
          <a:xfrm>
            <a:off x="2153880" y="4448160"/>
            <a:ext cx="138240" cy="200160"/>
          </a:xfrm>
          <a:custGeom>
            <a:avLst/>
            <a:gdLst/>
            <a:ahLst/>
            <a:rect l="0" t="0" r="r" b="b"/>
            <a:pathLst>
              <a:path w="384" h="556">
                <a:moveTo>
                  <a:pt x="4" y="556"/>
                </a:moveTo>
                <a:lnTo>
                  <a:pt x="384" y="0"/>
                </a:lnTo>
                <a:lnTo>
                  <a:pt x="381" y="0"/>
                </a:lnTo>
                <a:lnTo>
                  <a:pt x="0" y="556"/>
                </a:lnTo>
                <a:lnTo>
                  <a:pt x="4" y="556"/>
                </a:lnTo>
                <a:close/>
              </a:path>
            </a:pathLst>
          </a:custGeom>
          <a:solidFill>
            <a:srgbClr val="6e6e6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3" name=""/>
          <p:cNvSpPr/>
          <p:nvPr/>
        </p:nvSpPr>
        <p:spPr>
          <a:xfrm>
            <a:off x="2152800" y="4448160"/>
            <a:ext cx="138240" cy="200160"/>
          </a:xfrm>
          <a:custGeom>
            <a:avLst/>
            <a:gdLst/>
            <a:ahLst/>
            <a:rect l="0" t="0" r="r" b="b"/>
            <a:pathLst>
              <a:path w="384" h="556">
                <a:moveTo>
                  <a:pt x="3" y="556"/>
                </a:moveTo>
                <a:lnTo>
                  <a:pt x="384" y="0"/>
                </a:lnTo>
                <a:lnTo>
                  <a:pt x="381" y="0"/>
                </a:lnTo>
                <a:lnTo>
                  <a:pt x="0" y="556"/>
                </a:lnTo>
                <a:lnTo>
                  <a:pt x="3" y="556"/>
                </a:lnTo>
                <a:close/>
              </a:path>
            </a:pathLst>
          </a:custGeom>
          <a:solidFill>
            <a:srgbClr val="6f6f6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4" name=""/>
          <p:cNvSpPr/>
          <p:nvPr/>
        </p:nvSpPr>
        <p:spPr>
          <a:xfrm>
            <a:off x="2151720" y="4448160"/>
            <a:ext cx="138240" cy="200160"/>
          </a:xfrm>
          <a:custGeom>
            <a:avLst/>
            <a:gdLst/>
            <a:ahLst/>
            <a:rect l="0" t="0" r="r" b="b"/>
            <a:pathLst>
              <a:path w="384" h="556">
                <a:moveTo>
                  <a:pt x="3" y="556"/>
                </a:moveTo>
                <a:lnTo>
                  <a:pt x="384" y="0"/>
                </a:lnTo>
                <a:lnTo>
                  <a:pt x="380" y="0"/>
                </a:lnTo>
                <a:lnTo>
                  <a:pt x="0" y="556"/>
                </a:lnTo>
                <a:lnTo>
                  <a:pt x="3" y="556"/>
                </a:lnTo>
                <a:close/>
              </a:path>
            </a:pathLst>
          </a:custGeom>
          <a:solidFill>
            <a:srgbClr val="70707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5" name=""/>
          <p:cNvSpPr/>
          <p:nvPr/>
        </p:nvSpPr>
        <p:spPr>
          <a:xfrm>
            <a:off x="2150640" y="4448160"/>
            <a:ext cx="137880" cy="200160"/>
          </a:xfrm>
          <a:custGeom>
            <a:avLst/>
            <a:gdLst/>
            <a:ahLst/>
            <a:rect l="0" t="0" r="r" b="b"/>
            <a:pathLst>
              <a:path w="383" h="556">
                <a:moveTo>
                  <a:pt x="3" y="556"/>
                </a:moveTo>
                <a:lnTo>
                  <a:pt x="383" y="0"/>
                </a:lnTo>
                <a:lnTo>
                  <a:pt x="380" y="0"/>
                </a:lnTo>
                <a:lnTo>
                  <a:pt x="0" y="556"/>
                </a:lnTo>
                <a:lnTo>
                  <a:pt x="3" y="556"/>
                </a:lnTo>
                <a:close/>
              </a:path>
            </a:pathLst>
          </a:custGeom>
          <a:solidFill>
            <a:srgbClr val="72727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6" name=""/>
          <p:cNvSpPr/>
          <p:nvPr/>
        </p:nvSpPr>
        <p:spPr>
          <a:xfrm>
            <a:off x="2149200" y="4448160"/>
            <a:ext cx="138240" cy="200160"/>
          </a:xfrm>
          <a:custGeom>
            <a:avLst/>
            <a:gdLst/>
            <a:ahLst/>
            <a:rect l="0" t="0" r="r" b="b"/>
            <a:pathLst>
              <a:path w="384" h="556">
                <a:moveTo>
                  <a:pt x="4" y="556"/>
                </a:moveTo>
                <a:lnTo>
                  <a:pt x="384" y="0"/>
                </a:lnTo>
                <a:lnTo>
                  <a:pt x="381" y="0"/>
                </a:lnTo>
                <a:lnTo>
                  <a:pt x="0" y="556"/>
                </a:lnTo>
                <a:lnTo>
                  <a:pt x="4" y="556"/>
                </a:lnTo>
                <a:close/>
              </a:path>
            </a:pathLst>
          </a:custGeom>
          <a:solidFill>
            <a:srgbClr val="7373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7" name=""/>
          <p:cNvSpPr/>
          <p:nvPr/>
        </p:nvSpPr>
        <p:spPr>
          <a:xfrm>
            <a:off x="2148120" y="4448160"/>
            <a:ext cx="138240" cy="200160"/>
          </a:xfrm>
          <a:custGeom>
            <a:avLst/>
            <a:gdLst/>
            <a:ahLst/>
            <a:rect l="0" t="0" r="r" b="b"/>
            <a:pathLst>
              <a:path w="384" h="556">
                <a:moveTo>
                  <a:pt x="3" y="556"/>
                </a:moveTo>
                <a:lnTo>
                  <a:pt x="384" y="0"/>
                </a:lnTo>
                <a:lnTo>
                  <a:pt x="380" y="0"/>
                </a:lnTo>
                <a:lnTo>
                  <a:pt x="0" y="556"/>
                </a:lnTo>
                <a:lnTo>
                  <a:pt x="3" y="556"/>
                </a:lnTo>
                <a:close/>
              </a:path>
            </a:pathLst>
          </a:custGeom>
          <a:solidFill>
            <a:srgbClr val="74747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8" name=""/>
          <p:cNvSpPr/>
          <p:nvPr/>
        </p:nvSpPr>
        <p:spPr>
          <a:xfrm>
            <a:off x="2147040" y="4448160"/>
            <a:ext cx="137880" cy="200160"/>
          </a:xfrm>
          <a:custGeom>
            <a:avLst/>
            <a:gdLst/>
            <a:ahLst/>
            <a:rect l="0" t="0" r="r" b="b"/>
            <a:pathLst>
              <a:path w="383" h="556">
                <a:moveTo>
                  <a:pt x="3" y="556"/>
                </a:moveTo>
                <a:lnTo>
                  <a:pt x="383" y="0"/>
                </a:lnTo>
                <a:lnTo>
                  <a:pt x="380" y="0"/>
                </a:lnTo>
                <a:lnTo>
                  <a:pt x="0" y="556"/>
                </a:lnTo>
                <a:lnTo>
                  <a:pt x="3" y="556"/>
                </a:lnTo>
                <a:close/>
              </a:path>
            </a:pathLst>
          </a:custGeom>
          <a:solidFill>
            <a:srgbClr val="75757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9" name=""/>
          <p:cNvSpPr/>
          <p:nvPr/>
        </p:nvSpPr>
        <p:spPr>
          <a:xfrm>
            <a:off x="2145600" y="4448160"/>
            <a:ext cx="138240" cy="200160"/>
          </a:xfrm>
          <a:custGeom>
            <a:avLst/>
            <a:gdLst/>
            <a:ahLst/>
            <a:rect l="0" t="0" r="r" b="b"/>
            <a:pathLst>
              <a:path w="384" h="556">
                <a:moveTo>
                  <a:pt x="4" y="556"/>
                </a:moveTo>
                <a:lnTo>
                  <a:pt x="384" y="0"/>
                </a:lnTo>
                <a:lnTo>
                  <a:pt x="381" y="0"/>
                </a:lnTo>
                <a:lnTo>
                  <a:pt x="0" y="556"/>
                </a:lnTo>
                <a:lnTo>
                  <a:pt x="4" y="556"/>
                </a:lnTo>
                <a:close/>
              </a:path>
            </a:pathLst>
          </a:custGeom>
          <a:solidFill>
            <a:srgbClr val="77777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0" name=""/>
          <p:cNvSpPr/>
          <p:nvPr/>
        </p:nvSpPr>
        <p:spPr>
          <a:xfrm>
            <a:off x="2144520" y="4448160"/>
            <a:ext cx="138240" cy="200160"/>
          </a:xfrm>
          <a:custGeom>
            <a:avLst/>
            <a:gdLst/>
            <a:ahLst/>
            <a:rect l="0" t="0" r="r" b="b"/>
            <a:pathLst>
              <a:path w="384" h="556">
                <a:moveTo>
                  <a:pt x="3" y="556"/>
                </a:moveTo>
                <a:lnTo>
                  <a:pt x="384" y="0"/>
                </a:lnTo>
                <a:lnTo>
                  <a:pt x="381" y="0"/>
                </a:lnTo>
                <a:lnTo>
                  <a:pt x="0" y="556"/>
                </a:lnTo>
                <a:lnTo>
                  <a:pt x="3" y="556"/>
                </a:lnTo>
                <a:close/>
              </a:path>
            </a:pathLst>
          </a:custGeom>
          <a:solidFill>
            <a:srgbClr val="7878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1" name=""/>
          <p:cNvSpPr/>
          <p:nvPr/>
        </p:nvSpPr>
        <p:spPr>
          <a:xfrm>
            <a:off x="2143440" y="4448160"/>
            <a:ext cx="138240" cy="200160"/>
          </a:xfrm>
          <a:custGeom>
            <a:avLst/>
            <a:gdLst/>
            <a:ahLst/>
            <a:rect l="0" t="0" r="r" b="b"/>
            <a:pathLst>
              <a:path w="384" h="556">
                <a:moveTo>
                  <a:pt x="3" y="556"/>
                </a:moveTo>
                <a:lnTo>
                  <a:pt x="384" y="0"/>
                </a:lnTo>
                <a:lnTo>
                  <a:pt x="380" y="0"/>
                </a:lnTo>
                <a:lnTo>
                  <a:pt x="0" y="556"/>
                </a:lnTo>
                <a:lnTo>
                  <a:pt x="3" y="556"/>
                </a:lnTo>
                <a:close/>
              </a:path>
            </a:pathLst>
          </a:custGeom>
          <a:solidFill>
            <a:srgbClr val="79797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2" name=""/>
          <p:cNvSpPr/>
          <p:nvPr/>
        </p:nvSpPr>
        <p:spPr>
          <a:xfrm>
            <a:off x="2142360" y="4448160"/>
            <a:ext cx="137880" cy="200160"/>
          </a:xfrm>
          <a:custGeom>
            <a:avLst/>
            <a:gdLst/>
            <a:ahLst/>
            <a:rect l="0" t="0" r="r" b="b"/>
            <a:pathLst>
              <a:path w="383" h="556">
                <a:moveTo>
                  <a:pt x="3" y="556"/>
                </a:moveTo>
                <a:lnTo>
                  <a:pt x="383" y="0"/>
                </a:lnTo>
                <a:lnTo>
                  <a:pt x="380" y="0"/>
                </a:lnTo>
                <a:lnTo>
                  <a:pt x="0" y="556"/>
                </a:lnTo>
                <a:lnTo>
                  <a:pt x="3" y="556"/>
                </a:lnTo>
                <a:close/>
              </a:path>
            </a:pathLst>
          </a:custGeom>
          <a:solidFill>
            <a:srgbClr val="7a7a7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3" name=""/>
          <p:cNvSpPr/>
          <p:nvPr/>
        </p:nvSpPr>
        <p:spPr>
          <a:xfrm>
            <a:off x="2140920" y="4448160"/>
            <a:ext cx="138240" cy="200160"/>
          </a:xfrm>
          <a:custGeom>
            <a:avLst/>
            <a:gdLst/>
            <a:ahLst/>
            <a:rect l="0" t="0" r="r" b="b"/>
            <a:pathLst>
              <a:path w="384" h="556">
                <a:moveTo>
                  <a:pt x="4" y="556"/>
                </a:moveTo>
                <a:lnTo>
                  <a:pt x="384" y="0"/>
                </a:lnTo>
                <a:lnTo>
                  <a:pt x="381" y="0"/>
                </a:lnTo>
                <a:lnTo>
                  <a:pt x="0" y="556"/>
                </a:lnTo>
                <a:lnTo>
                  <a:pt x="4" y="556"/>
                </a:lnTo>
                <a:close/>
              </a:path>
            </a:pathLst>
          </a:custGeom>
          <a:solidFill>
            <a:srgbClr val="7c7c7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4" name=""/>
          <p:cNvSpPr/>
          <p:nvPr/>
        </p:nvSpPr>
        <p:spPr>
          <a:xfrm>
            <a:off x="2139840" y="4448160"/>
            <a:ext cx="138240" cy="200160"/>
          </a:xfrm>
          <a:custGeom>
            <a:avLst/>
            <a:gdLst/>
            <a:ahLst/>
            <a:rect l="0" t="0" r="r" b="b"/>
            <a:pathLst>
              <a:path w="384" h="556">
                <a:moveTo>
                  <a:pt x="3" y="556"/>
                </a:moveTo>
                <a:lnTo>
                  <a:pt x="384" y="0"/>
                </a:lnTo>
                <a:lnTo>
                  <a:pt x="381" y="0"/>
                </a:lnTo>
                <a:lnTo>
                  <a:pt x="0" y="556"/>
                </a:lnTo>
                <a:lnTo>
                  <a:pt x="3" y="556"/>
                </a:lnTo>
                <a:close/>
              </a:path>
            </a:pathLst>
          </a:custGeom>
          <a:solidFill>
            <a:srgbClr val="7d7d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5" name=""/>
          <p:cNvSpPr/>
          <p:nvPr/>
        </p:nvSpPr>
        <p:spPr>
          <a:xfrm>
            <a:off x="2139840" y="4448160"/>
            <a:ext cx="137160" cy="200160"/>
          </a:xfrm>
          <a:custGeom>
            <a:avLst/>
            <a:gdLst/>
            <a:ahLst/>
            <a:rect l="0" t="0" r="r" b="b"/>
            <a:pathLst>
              <a:path w="381" h="556">
                <a:moveTo>
                  <a:pt x="0" y="556"/>
                </a:moveTo>
                <a:lnTo>
                  <a:pt x="381" y="0"/>
                </a:lnTo>
                <a:lnTo>
                  <a:pt x="377" y="0"/>
                </a:lnTo>
                <a:lnTo>
                  <a:pt x="0" y="552"/>
                </a:lnTo>
                <a:lnTo>
                  <a:pt x="0" y="556"/>
                </a:lnTo>
                <a:close/>
              </a:path>
            </a:pathLst>
          </a:custGeom>
          <a:solidFill>
            <a:srgbClr val="7e7e7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6" name=""/>
          <p:cNvSpPr/>
          <p:nvPr/>
        </p:nvSpPr>
        <p:spPr>
          <a:xfrm>
            <a:off x="2139840" y="4448160"/>
            <a:ext cx="135720" cy="198720"/>
          </a:xfrm>
          <a:custGeom>
            <a:avLst/>
            <a:gdLst/>
            <a:ahLst/>
            <a:rect l="0" t="0" r="r" b="b"/>
            <a:pathLst>
              <a:path w="377" h="552">
                <a:moveTo>
                  <a:pt x="0" y="552"/>
                </a:moveTo>
                <a:lnTo>
                  <a:pt x="377" y="0"/>
                </a:lnTo>
                <a:lnTo>
                  <a:pt x="374" y="0"/>
                </a:lnTo>
                <a:lnTo>
                  <a:pt x="0" y="547"/>
                </a:lnTo>
                <a:lnTo>
                  <a:pt x="0" y="552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7" name=""/>
          <p:cNvSpPr/>
          <p:nvPr/>
        </p:nvSpPr>
        <p:spPr>
          <a:xfrm>
            <a:off x="2139840" y="4448160"/>
            <a:ext cx="134640" cy="196920"/>
          </a:xfrm>
          <a:custGeom>
            <a:avLst/>
            <a:gdLst/>
            <a:ahLst/>
            <a:rect l="0" t="0" r="r" b="b"/>
            <a:pathLst>
              <a:path w="374" h="547">
                <a:moveTo>
                  <a:pt x="0" y="547"/>
                </a:moveTo>
                <a:lnTo>
                  <a:pt x="374" y="0"/>
                </a:lnTo>
                <a:lnTo>
                  <a:pt x="371" y="0"/>
                </a:lnTo>
                <a:lnTo>
                  <a:pt x="0" y="542"/>
                </a:lnTo>
                <a:lnTo>
                  <a:pt x="0" y="547"/>
                </a:lnTo>
                <a:close/>
              </a:path>
            </a:pathLst>
          </a:custGeom>
          <a:solidFill>
            <a:srgbClr val="8181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8" name=""/>
          <p:cNvSpPr/>
          <p:nvPr/>
        </p:nvSpPr>
        <p:spPr>
          <a:xfrm>
            <a:off x="2139840" y="4448160"/>
            <a:ext cx="133560" cy="195120"/>
          </a:xfrm>
          <a:custGeom>
            <a:avLst/>
            <a:gdLst/>
            <a:ahLst/>
            <a:rect l="0" t="0" r="r" b="b"/>
            <a:pathLst>
              <a:path w="371" h="542">
                <a:moveTo>
                  <a:pt x="0" y="542"/>
                </a:moveTo>
                <a:lnTo>
                  <a:pt x="371" y="0"/>
                </a:lnTo>
                <a:lnTo>
                  <a:pt x="367" y="0"/>
                </a:lnTo>
                <a:lnTo>
                  <a:pt x="0" y="537"/>
                </a:lnTo>
                <a:lnTo>
                  <a:pt x="0" y="542"/>
                </a:lnTo>
                <a:close/>
              </a:path>
            </a:pathLst>
          </a:custGeom>
          <a:solidFill>
            <a:srgbClr val="82828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9" name=""/>
          <p:cNvSpPr/>
          <p:nvPr/>
        </p:nvSpPr>
        <p:spPr>
          <a:xfrm>
            <a:off x="2139840" y="4448160"/>
            <a:ext cx="132120" cy="193320"/>
          </a:xfrm>
          <a:custGeom>
            <a:avLst/>
            <a:gdLst/>
            <a:ahLst/>
            <a:rect l="0" t="0" r="r" b="b"/>
            <a:pathLst>
              <a:path w="367" h="537">
                <a:moveTo>
                  <a:pt x="0" y="537"/>
                </a:moveTo>
                <a:lnTo>
                  <a:pt x="367" y="0"/>
                </a:lnTo>
                <a:lnTo>
                  <a:pt x="364" y="0"/>
                </a:lnTo>
                <a:lnTo>
                  <a:pt x="0" y="533"/>
                </a:lnTo>
                <a:lnTo>
                  <a:pt x="0" y="537"/>
                </a:lnTo>
                <a:close/>
              </a:path>
            </a:pathLst>
          </a:custGeom>
          <a:solidFill>
            <a:srgbClr val="83838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0" name=""/>
          <p:cNvSpPr/>
          <p:nvPr/>
        </p:nvSpPr>
        <p:spPr>
          <a:xfrm>
            <a:off x="2139840" y="4448160"/>
            <a:ext cx="131040" cy="191880"/>
          </a:xfrm>
          <a:custGeom>
            <a:avLst/>
            <a:gdLst/>
            <a:ahLst/>
            <a:rect l="0" t="0" r="r" b="b"/>
            <a:pathLst>
              <a:path w="364" h="533">
                <a:moveTo>
                  <a:pt x="0" y="533"/>
                </a:moveTo>
                <a:lnTo>
                  <a:pt x="364" y="0"/>
                </a:lnTo>
                <a:lnTo>
                  <a:pt x="361" y="0"/>
                </a:lnTo>
                <a:lnTo>
                  <a:pt x="0" y="528"/>
                </a:lnTo>
                <a:lnTo>
                  <a:pt x="0" y="533"/>
                </a:lnTo>
                <a:close/>
              </a:path>
            </a:pathLst>
          </a:custGeom>
          <a:solidFill>
            <a:srgbClr val="85858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1" name=""/>
          <p:cNvSpPr/>
          <p:nvPr/>
        </p:nvSpPr>
        <p:spPr>
          <a:xfrm>
            <a:off x="2139840" y="4448160"/>
            <a:ext cx="129960" cy="190080"/>
          </a:xfrm>
          <a:custGeom>
            <a:avLst/>
            <a:gdLst/>
            <a:ahLst/>
            <a:rect l="0" t="0" r="r" b="b"/>
            <a:pathLst>
              <a:path w="361" h="528">
                <a:moveTo>
                  <a:pt x="0" y="528"/>
                </a:moveTo>
                <a:lnTo>
                  <a:pt x="361" y="0"/>
                </a:lnTo>
                <a:lnTo>
                  <a:pt x="358" y="0"/>
                </a:lnTo>
                <a:lnTo>
                  <a:pt x="0" y="523"/>
                </a:lnTo>
                <a:lnTo>
                  <a:pt x="0" y="528"/>
                </a:lnTo>
                <a:close/>
              </a:path>
            </a:pathLst>
          </a:custGeom>
          <a:solidFill>
            <a:srgbClr val="86868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2" name=""/>
          <p:cNvSpPr/>
          <p:nvPr/>
        </p:nvSpPr>
        <p:spPr>
          <a:xfrm>
            <a:off x="2139840" y="4448160"/>
            <a:ext cx="128880" cy="188280"/>
          </a:xfrm>
          <a:custGeom>
            <a:avLst/>
            <a:gdLst/>
            <a:ahLst/>
            <a:rect l="0" t="0" r="r" b="b"/>
            <a:pathLst>
              <a:path w="358" h="523">
                <a:moveTo>
                  <a:pt x="0" y="523"/>
                </a:moveTo>
                <a:lnTo>
                  <a:pt x="358" y="0"/>
                </a:lnTo>
                <a:lnTo>
                  <a:pt x="354" y="0"/>
                </a:lnTo>
                <a:lnTo>
                  <a:pt x="0" y="518"/>
                </a:lnTo>
                <a:lnTo>
                  <a:pt x="0" y="523"/>
                </a:lnTo>
                <a:close/>
              </a:path>
            </a:pathLst>
          </a:custGeom>
          <a:solidFill>
            <a:srgbClr val="8787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3" name=""/>
          <p:cNvSpPr/>
          <p:nvPr/>
        </p:nvSpPr>
        <p:spPr>
          <a:xfrm>
            <a:off x="2139840" y="4448160"/>
            <a:ext cx="127440" cy="186480"/>
          </a:xfrm>
          <a:custGeom>
            <a:avLst/>
            <a:gdLst/>
            <a:ahLst/>
            <a:rect l="0" t="0" r="r" b="b"/>
            <a:pathLst>
              <a:path w="354" h="518">
                <a:moveTo>
                  <a:pt x="0" y="518"/>
                </a:moveTo>
                <a:lnTo>
                  <a:pt x="354" y="0"/>
                </a:lnTo>
                <a:lnTo>
                  <a:pt x="351" y="0"/>
                </a:lnTo>
                <a:lnTo>
                  <a:pt x="0" y="513"/>
                </a:lnTo>
                <a:lnTo>
                  <a:pt x="0" y="518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4" name=""/>
          <p:cNvSpPr/>
          <p:nvPr/>
        </p:nvSpPr>
        <p:spPr>
          <a:xfrm>
            <a:off x="2139840" y="4448160"/>
            <a:ext cx="126360" cy="184680"/>
          </a:xfrm>
          <a:custGeom>
            <a:avLst/>
            <a:gdLst/>
            <a:ahLst/>
            <a:rect l="0" t="0" r="r" b="b"/>
            <a:pathLst>
              <a:path w="351" h="513">
                <a:moveTo>
                  <a:pt x="0" y="513"/>
                </a:moveTo>
                <a:lnTo>
                  <a:pt x="351" y="0"/>
                </a:lnTo>
                <a:lnTo>
                  <a:pt x="348" y="0"/>
                </a:lnTo>
                <a:lnTo>
                  <a:pt x="0" y="509"/>
                </a:lnTo>
                <a:lnTo>
                  <a:pt x="0" y="513"/>
                </a:lnTo>
                <a:close/>
              </a:path>
            </a:pathLst>
          </a:custGeom>
          <a:solidFill>
            <a:srgbClr val="8a8a8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5" name=""/>
          <p:cNvSpPr/>
          <p:nvPr/>
        </p:nvSpPr>
        <p:spPr>
          <a:xfrm>
            <a:off x="2139840" y="4448160"/>
            <a:ext cx="125280" cy="183240"/>
          </a:xfrm>
          <a:custGeom>
            <a:avLst/>
            <a:gdLst/>
            <a:ahLst/>
            <a:rect l="0" t="0" r="r" b="b"/>
            <a:pathLst>
              <a:path w="348" h="509">
                <a:moveTo>
                  <a:pt x="0" y="509"/>
                </a:moveTo>
                <a:lnTo>
                  <a:pt x="348" y="0"/>
                </a:lnTo>
                <a:lnTo>
                  <a:pt x="345" y="0"/>
                </a:lnTo>
                <a:lnTo>
                  <a:pt x="0" y="504"/>
                </a:lnTo>
                <a:lnTo>
                  <a:pt x="0" y="509"/>
                </a:lnTo>
                <a:close/>
              </a:path>
            </a:pathLst>
          </a:custGeom>
          <a:solidFill>
            <a:srgbClr val="8b8b8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6" name=""/>
          <p:cNvSpPr/>
          <p:nvPr/>
        </p:nvSpPr>
        <p:spPr>
          <a:xfrm>
            <a:off x="2139840" y="4448160"/>
            <a:ext cx="124200" cy="181440"/>
          </a:xfrm>
          <a:custGeom>
            <a:avLst/>
            <a:gdLst/>
            <a:ahLst/>
            <a:rect l="0" t="0" r="r" b="b"/>
            <a:pathLst>
              <a:path w="345" h="504">
                <a:moveTo>
                  <a:pt x="0" y="504"/>
                </a:moveTo>
                <a:lnTo>
                  <a:pt x="345" y="0"/>
                </a:lnTo>
                <a:lnTo>
                  <a:pt x="341" y="0"/>
                </a:lnTo>
                <a:lnTo>
                  <a:pt x="0" y="499"/>
                </a:lnTo>
                <a:lnTo>
                  <a:pt x="0" y="504"/>
                </a:ln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7" name=""/>
          <p:cNvSpPr/>
          <p:nvPr/>
        </p:nvSpPr>
        <p:spPr>
          <a:xfrm>
            <a:off x="2139840" y="4448160"/>
            <a:ext cx="122760" cy="179640"/>
          </a:xfrm>
          <a:custGeom>
            <a:avLst/>
            <a:gdLst/>
            <a:ahLst/>
            <a:rect l="0" t="0" r="r" b="b"/>
            <a:pathLst>
              <a:path w="341" h="499">
                <a:moveTo>
                  <a:pt x="0" y="499"/>
                </a:moveTo>
                <a:lnTo>
                  <a:pt x="341" y="0"/>
                </a:lnTo>
                <a:lnTo>
                  <a:pt x="338" y="0"/>
                </a:lnTo>
                <a:lnTo>
                  <a:pt x="0" y="494"/>
                </a:lnTo>
                <a:lnTo>
                  <a:pt x="0" y="499"/>
                </a:lnTo>
                <a:close/>
              </a:path>
            </a:pathLst>
          </a:custGeom>
          <a:solidFill>
            <a:srgbClr val="8d8d8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8" name=""/>
          <p:cNvSpPr/>
          <p:nvPr/>
        </p:nvSpPr>
        <p:spPr>
          <a:xfrm>
            <a:off x="2139840" y="4448160"/>
            <a:ext cx="121680" cy="177840"/>
          </a:xfrm>
          <a:custGeom>
            <a:avLst/>
            <a:gdLst/>
            <a:ahLst/>
            <a:rect l="0" t="0" r="r" b="b"/>
            <a:pathLst>
              <a:path w="338" h="494">
                <a:moveTo>
                  <a:pt x="0" y="494"/>
                </a:moveTo>
                <a:lnTo>
                  <a:pt x="338" y="0"/>
                </a:lnTo>
                <a:lnTo>
                  <a:pt x="335" y="0"/>
                </a:lnTo>
                <a:lnTo>
                  <a:pt x="0" y="490"/>
                </a:lnTo>
                <a:lnTo>
                  <a:pt x="0" y="494"/>
                </a:lnTo>
                <a:close/>
              </a:path>
            </a:pathLst>
          </a:custGeom>
          <a:solidFill>
            <a:srgbClr val="8f8f8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9" name=""/>
          <p:cNvSpPr/>
          <p:nvPr/>
        </p:nvSpPr>
        <p:spPr>
          <a:xfrm>
            <a:off x="2139840" y="4448160"/>
            <a:ext cx="120600" cy="176400"/>
          </a:xfrm>
          <a:custGeom>
            <a:avLst/>
            <a:gdLst/>
            <a:ahLst/>
            <a:rect l="0" t="0" r="r" b="b"/>
            <a:pathLst>
              <a:path w="335" h="490">
                <a:moveTo>
                  <a:pt x="0" y="490"/>
                </a:moveTo>
                <a:lnTo>
                  <a:pt x="335" y="0"/>
                </a:lnTo>
                <a:lnTo>
                  <a:pt x="331" y="0"/>
                </a:lnTo>
                <a:lnTo>
                  <a:pt x="0" y="485"/>
                </a:lnTo>
                <a:lnTo>
                  <a:pt x="0" y="490"/>
                </a:lnTo>
                <a:close/>
              </a:path>
            </a:pathLst>
          </a:custGeom>
          <a:solidFill>
            <a:srgbClr val="90909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0" name=""/>
          <p:cNvSpPr/>
          <p:nvPr/>
        </p:nvSpPr>
        <p:spPr>
          <a:xfrm>
            <a:off x="2139840" y="4448160"/>
            <a:ext cx="119160" cy="174600"/>
          </a:xfrm>
          <a:custGeom>
            <a:avLst/>
            <a:gdLst/>
            <a:ahLst/>
            <a:rect l="0" t="0" r="r" b="b"/>
            <a:pathLst>
              <a:path w="331" h="485">
                <a:moveTo>
                  <a:pt x="0" y="485"/>
                </a:moveTo>
                <a:lnTo>
                  <a:pt x="331" y="0"/>
                </a:lnTo>
                <a:lnTo>
                  <a:pt x="328" y="0"/>
                </a:lnTo>
                <a:lnTo>
                  <a:pt x="0" y="480"/>
                </a:lnTo>
                <a:lnTo>
                  <a:pt x="0" y="485"/>
                </a:lnTo>
                <a:close/>
              </a:path>
            </a:pathLst>
          </a:custGeom>
          <a:solidFill>
            <a:srgbClr val="91919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1" name=""/>
          <p:cNvSpPr/>
          <p:nvPr/>
        </p:nvSpPr>
        <p:spPr>
          <a:xfrm>
            <a:off x="2139840" y="4448160"/>
            <a:ext cx="118080" cy="172800"/>
          </a:xfrm>
          <a:custGeom>
            <a:avLst/>
            <a:gdLst/>
            <a:ahLst/>
            <a:rect l="0" t="0" r="r" b="b"/>
            <a:pathLst>
              <a:path w="328" h="480">
                <a:moveTo>
                  <a:pt x="0" y="480"/>
                </a:moveTo>
                <a:lnTo>
                  <a:pt x="328" y="0"/>
                </a:lnTo>
                <a:lnTo>
                  <a:pt x="325" y="0"/>
                </a:lnTo>
                <a:lnTo>
                  <a:pt x="0" y="475"/>
                </a:lnTo>
                <a:lnTo>
                  <a:pt x="0" y="480"/>
                </a:lnTo>
                <a:close/>
              </a:path>
            </a:pathLst>
          </a:custGeom>
          <a:solidFill>
            <a:srgbClr val="92929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2" name=""/>
          <p:cNvSpPr/>
          <p:nvPr/>
        </p:nvSpPr>
        <p:spPr>
          <a:xfrm>
            <a:off x="2139840" y="4448160"/>
            <a:ext cx="117000" cy="171000"/>
          </a:xfrm>
          <a:custGeom>
            <a:avLst/>
            <a:gdLst/>
            <a:ahLst/>
            <a:rect l="0" t="0" r="r" b="b"/>
            <a:pathLst>
              <a:path w="325" h="475">
                <a:moveTo>
                  <a:pt x="0" y="475"/>
                </a:moveTo>
                <a:lnTo>
                  <a:pt x="325" y="0"/>
                </a:lnTo>
                <a:lnTo>
                  <a:pt x="322" y="0"/>
                </a:lnTo>
                <a:lnTo>
                  <a:pt x="0" y="470"/>
                </a:lnTo>
                <a:lnTo>
                  <a:pt x="0" y="475"/>
                </a:lnTo>
                <a:close/>
              </a:path>
            </a:pathLst>
          </a:custGeom>
          <a:solidFill>
            <a:srgbClr val="94949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3" name=""/>
          <p:cNvSpPr/>
          <p:nvPr/>
        </p:nvSpPr>
        <p:spPr>
          <a:xfrm>
            <a:off x="2139840" y="4448160"/>
            <a:ext cx="115920" cy="169200"/>
          </a:xfrm>
          <a:custGeom>
            <a:avLst/>
            <a:gdLst/>
            <a:ahLst/>
            <a:rect l="0" t="0" r="r" b="b"/>
            <a:pathLst>
              <a:path w="322" h="470">
                <a:moveTo>
                  <a:pt x="0" y="470"/>
                </a:moveTo>
                <a:lnTo>
                  <a:pt x="322" y="0"/>
                </a:lnTo>
                <a:lnTo>
                  <a:pt x="318" y="0"/>
                </a:lnTo>
                <a:lnTo>
                  <a:pt x="0" y="466"/>
                </a:lnTo>
                <a:lnTo>
                  <a:pt x="0" y="470"/>
                </a:lnTo>
                <a:close/>
              </a:path>
            </a:pathLst>
          </a:custGeom>
          <a:solidFill>
            <a:srgbClr val="95959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4" name=""/>
          <p:cNvSpPr/>
          <p:nvPr/>
        </p:nvSpPr>
        <p:spPr>
          <a:xfrm>
            <a:off x="2139840" y="4448160"/>
            <a:ext cx="114480" cy="167760"/>
          </a:xfrm>
          <a:custGeom>
            <a:avLst/>
            <a:gdLst/>
            <a:ahLst/>
            <a:rect l="0" t="0" r="r" b="b"/>
            <a:pathLst>
              <a:path w="318" h="466">
                <a:moveTo>
                  <a:pt x="0" y="466"/>
                </a:moveTo>
                <a:lnTo>
                  <a:pt x="318" y="0"/>
                </a:lnTo>
                <a:lnTo>
                  <a:pt x="315" y="0"/>
                </a:lnTo>
                <a:lnTo>
                  <a:pt x="0" y="461"/>
                </a:lnTo>
                <a:lnTo>
                  <a:pt x="0" y="466"/>
                </a:lnTo>
                <a:close/>
              </a:path>
            </a:pathLst>
          </a:custGeom>
          <a:solidFill>
            <a:srgbClr val="96969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5" name=""/>
          <p:cNvSpPr/>
          <p:nvPr/>
        </p:nvSpPr>
        <p:spPr>
          <a:xfrm>
            <a:off x="2139840" y="4448160"/>
            <a:ext cx="113400" cy="165960"/>
          </a:xfrm>
          <a:custGeom>
            <a:avLst/>
            <a:gdLst/>
            <a:ahLst/>
            <a:rect l="0" t="0" r="r" b="b"/>
            <a:pathLst>
              <a:path w="315" h="461">
                <a:moveTo>
                  <a:pt x="0" y="461"/>
                </a:moveTo>
                <a:lnTo>
                  <a:pt x="315" y="0"/>
                </a:lnTo>
                <a:lnTo>
                  <a:pt x="312" y="0"/>
                </a:lnTo>
                <a:lnTo>
                  <a:pt x="0" y="456"/>
                </a:lnTo>
                <a:lnTo>
                  <a:pt x="0" y="461"/>
                </a:lnTo>
                <a:close/>
              </a:path>
            </a:pathLst>
          </a:custGeom>
          <a:solidFill>
            <a:srgbClr val="979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6" name=""/>
          <p:cNvSpPr/>
          <p:nvPr/>
        </p:nvSpPr>
        <p:spPr>
          <a:xfrm>
            <a:off x="2139840" y="4448160"/>
            <a:ext cx="112320" cy="164160"/>
          </a:xfrm>
          <a:custGeom>
            <a:avLst/>
            <a:gdLst/>
            <a:ahLst/>
            <a:rect l="0" t="0" r="r" b="b"/>
            <a:pathLst>
              <a:path w="312" h="456">
                <a:moveTo>
                  <a:pt x="0" y="456"/>
                </a:moveTo>
                <a:lnTo>
                  <a:pt x="312" y="0"/>
                </a:lnTo>
                <a:lnTo>
                  <a:pt x="308" y="0"/>
                </a:lnTo>
                <a:lnTo>
                  <a:pt x="0" y="451"/>
                </a:lnTo>
                <a:lnTo>
                  <a:pt x="0" y="456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7" name=""/>
          <p:cNvSpPr/>
          <p:nvPr/>
        </p:nvSpPr>
        <p:spPr>
          <a:xfrm>
            <a:off x="2139840" y="4448160"/>
            <a:ext cx="110880" cy="162360"/>
          </a:xfrm>
          <a:custGeom>
            <a:avLst/>
            <a:gdLst/>
            <a:ahLst/>
            <a:rect l="0" t="0" r="r" b="b"/>
            <a:pathLst>
              <a:path w="308" h="451">
                <a:moveTo>
                  <a:pt x="0" y="451"/>
                </a:moveTo>
                <a:lnTo>
                  <a:pt x="308" y="0"/>
                </a:lnTo>
                <a:lnTo>
                  <a:pt x="305" y="0"/>
                </a:lnTo>
                <a:lnTo>
                  <a:pt x="0" y="446"/>
                </a:lnTo>
                <a:lnTo>
                  <a:pt x="0" y="451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8" name=""/>
          <p:cNvSpPr/>
          <p:nvPr/>
        </p:nvSpPr>
        <p:spPr>
          <a:xfrm>
            <a:off x="2139840" y="4448160"/>
            <a:ext cx="109800" cy="160560"/>
          </a:xfrm>
          <a:custGeom>
            <a:avLst/>
            <a:gdLst/>
            <a:ahLst/>
            <a:rect l="0" t="0" r="r" b="b"/>
            <a:pathLst>
              <a:path w="305" h="446">
                <a:moveTo>
                  <a:pt x="0" y="446"/>
                </a:moveTo>
                <a:lnTo>
                  <a:pt x="305" y="0"/>
                </a:lnTo>
                <a:lnTo>
                  <a:pt x="302" y="0"/>
                </a:lnTo>
                <a:lnTo>
                  <a:pt x="0" y="442"/>
                </a:lnTo>
                <a:lnTo>
                  <a:pt x="0" y="446"/>
                </a:lnTo>
                <a:close/>
              </a:path>
            </a:pathLst>
          </a:custGeom>
          <a:solidFill>
            <a:srgbClr val="9b9b9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9" name=""/>
          <p:cNvSpPr/>
          <p:nvPr/>
        </p:nvSpPr>
        <p:spPr>
          <a:xfrm>
            <a:off x="2139840" y="4448160"/>
            <a:ext cx="108720" cy="159120"/>
          </a:xfrm>
          <a:custGeom>
            <a:avLst/>
            <a:gdLst/>
            <a:ahLst/>
            <a:rect l="0" t="0" r="r" b="b"/>
            <a:pathLst>
              <a:path w="302" h="442">
                <a:moveTo>
                  <a:pt x="0" y="442"/>
                </a:moveTo>
                <a:lnTo>
                  <a:pt x="302" y="0"/>
                </a:lnTo>
                <a:lnTo>
                  <a:pt x="299" y="0"/>
                </a:lnTo>
                <a:lnTo>
                  <a:pt x="0" y="437"/>
                </a:lnTo>
                <a:lnTo>
                  <a:pt x="0" y="442"/>
                </a:lnTo>
                <a:close/>
              </a:path>
            </a:pathLst>
          </a:custGeom>
          <a:solidFill>
            <a:srgbClr val="9c9c9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0" name=""/>
          <p:cNvSpPr/>
          <p:nvPr/>
        </p:nvSpPr>
        <p:spPr>
          <a:xfrm>
            <a:off x="2139840" y="4448160"/>
            <a:ext cx="107640" cy="157320"/>
          </a:xfrm>
          <a:custGeom>
            <a:avLst/>
            <a:gdLst/>
            <a:ahLst/>
            <a:rect l="0" t="0" r="r" b="b"/>
            <a:pathLst>
              <a:path w="299" h="437">
                <a:moveTo>
                  <a:pt x="0" y="437"/>
                </a:moveTo>
                <a:lnTo>
                  <a:pt x="299" y="0"/>
                </a:lnTo>
                <a:lnTo>
                  <a:pt x="295" y="0"/>
                </a:lnTo>
                <a:lnTo>
                  <a:pt x="0" y="432"/>
                </a:lnTo>
                <a:lnTo>
                  <a:pt x="0" y="437"/>
                </a:lnTo>
                <a:close/>
              </a:path>
            </a:pathLst>
          </a:custGeom>
          <a:solidFill>
            <a:srgbClr val="9e9e9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1" name=""/>
          <p:cNvSpPr/>
          <p:nvPr/>
        </p:nvSpPr>
        <p:spPr>
          <a:xfrm>
            <a:off x="2139840" y="4448160"/>
            <a:ext cx="106200" cy="155520"/>
          </a:xfrm>
          <a:custGeom>
            <a:avLst/>
            <a:gdLst/>
            <a:ahLst/>
            <a:rect l="0" t="0" r="r" b="b"/>
            <a:pathLst>
              <a:path w="295" h="432">
                <a:moveTo>
                  <a:pt x="0" y="432"/>
                </a:moveTo>
                <a:lnTo>
                  <a:pt x="295" y="0"/>
                </a:lnTo>
                <a:lnTo>
                  <a:pt x="292" y="0"/>
                </a:lnTo>
                <a:lnTo>
                  <a:pt x="0" y="427"/>
                </a:lnTo>
                <a:lnTo>
                  <a:pt x="0" y="432"/>
                </a:lnTo>
                <a:close/>
              </a:path>
            </a:pathLst>
          </a:custGeom>
          <a:solidFill>
            <a:srgbClr val="9f9f9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2" name=""/>
          <p:cNvSpPr/>
          <p:nvPr/>
        </p:nvSpPr>
        <p:spPr>
          <a:xfrm>
            <a:off x="2139840" y="4448160"/>
            <a:ext cx="105120" cy="153720"/>
          </a:xfrm>
          <a:custGeom>
            <a:avLst/>
            <a:gdLst/>
            <a:ahLst/>
            <a:rect l="0" t="0" r="r" b="b"/>
            <a:pathLst>
              <a:path w="292" h="427">
                <a:moveTo>
                  <a:pt x="0" y="427"/>
                </a:moveTo>
                <a:lnTo>
                  <a:pt x="292" y="0"/>
                </a:lnTo>
                <a:lnTo>
                  <a:pt x="289" y="0"/>
                </a:lnTo>
                <a:lnTo>
                  <a:pt x="0" y="422"/>
                </a:lnTo>
                <a:lnTo>
                  <a:pt x="0" y="427"/>
                </a:lnTo>
                <a:close/>
              </a:path>
            </a:pathLst>
          </a:custGeom>
          <a:solidFill>
            <a:srgbClr val="a0a0a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3" name=""/>
          <p:cNvSpPr/>
          <p:nvPr/>
        </p:nvSpPr>
        <p:spPr>
          <a:xfrm>
            <a:off x="2139840" y="4448160"/>
            <a:ext cx="104040" cy="151920"/>
          </a:xfrm>
          <a:custGeom>
            <a:avLst/>
            <a:gdLst/>
            <a:ahLst/>
            <a:rect l="0" t="0" r="r" b="b"/>
            <a:pathLst>
              <a:path w="289" h="422">
                <a:moveTo>
                  <a:pt x="0" y="422"/>
                </a:moveTo>
                <a:lnTo>
                  <a:pt x="289" y="0"/>
                </a:lnTo>
                <a:lnTo>
                  <a:pt x="286" y="0"/>
                </a:lnTo>
                <a:lnTo>
                  <a:pt x="0" y="418"/>
                </a:lnTo>
                <a:lnTo>
                  <a:pt x="0" y="422"/>
                </a:lnTo>
                <a:close/>
              </a:path>
            </a:pathLst>
          </a:custGeom>
          <a:solidFill>
            <a:srgbClr val="a2a2a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4" name=""/>
          <p:cNvSpPr/>
          <p:nvPr/>
        </p:nvSpPr>
        <p:spPr>
          <a:xfrm>
            <a:off x="2139840" y="4448160"/>
            <a:ext cx="102960" cy="150480"/>
          </a:xfrm>
          <a:custGeom>
            <a:avLst/>
            <a:gdLst/>
            <a:ahLst/>
            <a:rect l="0" t="0" r="r" b="b"/>
            <a:pathLst>
              <a:path w="286" h="418">
                <a:moveTo>
                  <a:pt x="0" y="418"/>
                </a:moveTo>
                <a:lnTo>
                  <a:pt x="286" y="0"/>
                </a:lnTo>
                <a:lnTo>
                  <a:pt x="282" y="0"/>
                </a:lnTo>
                <a:lnTo>
                  <a:pt x="0" y="413"/>
                </a:lnTo>
                <a:lnTo>
                  <a:pt x="0" y="418"/>
                </a:lnTo>
                <a:close/>
              </a:path>
            </a:pathLst>
          </a:custGeom>
          <a:solidFill>
            <a:srgbClr val="a3a3a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5" name=""/>
          <p:cNvSpPr/>
          <p:nvPr/>
        </p:nvSpPr>
        <p:spPr>
          <a:xfrm>
            <a:off x="2139840" y="4448160"/>
            <a:ext cx="101520" cy="148680"/>
          </a:xfrm>
          <a:custGeom>
            <a:avLst/>
            <a:gdLst/>
            <a:ahLst/>
            <a:rect l="0" t="0" r="r" b="b"/>
            <a:pathLst>
              <a:path w="282" h="413">
                <a:moveTo>
                  <a:pt x="0" y="413"/>
                </a:moveTo>
                <a:lnTo>
                  <a:pt x="282" y="0"/>
                </a:lnTo>
                <a:lnTo>
                  <a:pt x="279" y="0"/>
                </a:lnTo>
                <a:lnTo>
                  <a:pt x="0" y="408"/>
                </a:lnTo>
                <a:lnTo>
                  <a:pt x="0" y="413"/>
                </a:lnTo>
                <a:close/>
              </a:path>
            </a:pathLst>
          </a:custGeom>
          <a:solidFill>
            <a:srgbClr val="a4a4a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6" name=""/>
          <p:cNvSpPr/>
          <p:nvPr/>
        </p:nvSpPr>
        <p:spPr>
          <a:xfrm>
            <a:off x="2139840" y="4448160"/>
            <a:ext cx="100440" cy="146880"/>
          </a:xfrm>
          <a:custGeom>
            <a:avLst/>
            <a:gdLst/>
            <a:ahLst/>
            <a:rect l="0" t="0" r="r" b="b"/>
            <a:pathLst>
              <a:path w="279" h="408">
                <a:moveTo>
                  <a:pt x="0" y="408"/>
                </a:moveTo>
                <a:lnTo>
                  <a:pt x="279" y="0"/>
                </a:lnTo>
                <a:lnTo>
                  <a:pt x="276" y="0"/>
                </a:lnTo>
                <a:lnTo>
                  <a:pt x="0" y="403"/>
                </a:lnTo>
                <a:lnTo>
                  <a:pt x="0" y="408"/>
                </a:lnTo>
                <a:close/>
              </a:path>
            </a:pathLst>
          </a:custGeom>
          <a:solidFill>
            <a:srgbClr val="a5a5a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7" name=""/>
          <p:cNvSpPr/>
          <p:nvPr/>
        </p:nvSpPr>
        <p:spPr>
          <a:xfrm>
            <a:off x="2139840" y="4448160"/>
            <a:ext cx="99360" cy="145080"/>
          </a:xfrm>
          <a:custGeom>
            <a:avLst/>
            <a:gdLst/>
            <a:ahLst/>
            <a:rect l="0" t="0" r="r" b="b"/>
            <a:pathLst>
              <a:path w="276" h="403">
                <a:moveTo>
                  <a:pt x="0" y="403"/>
                </a:moveTo>
                <a:lnTo>
                  <a:pt x="276" y="0"/>
                </a:lnTo>
                <a:lnTo>
                  <a:pt x="272" y="0"/>
                </a:lnTo>
                <a:lnTo>
                  <a:pt x="0" y="398"/>
                </a:lnTo>
                <a:lnTo>
                  <a:pt x="0" y="403"/>
                </a:lnTo>
                <a:close/>
              </a:path>
            </a:pathLst>
          </a:custGeom>
          <a:solidFill>
            <a:srgbClr val="a7a7a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8" name=""/>
          <p:cNvSpPr/>
          <p:nvPr/>
        </p:nvSpPr>
        <p:spPr>
          <a:xfrm>
            <a:off x="2139840" y="4448160"/>
            <a:ext cx="97920" cy="143280"/>
          </a:xfrm>
          <a:custGeom>
            <a:avLst/>
            <a:gdLst/>
            <a:ahLst/>
            <a:rect l="0" t="0" r="r" b="b"/>
            <a:pathLst>
              <a:path w="272" h="398">
                <a:moveTo>
                  <a:pt x="0" y="398"/>
                </a:moveTo>
                <a:lnTo>
                  <a:pt x="272" y="0"/>
                </a:lnTo>
                <a:lnTo>
                  <a:pt x="269" y="0"/>
                </a:lnTo>
                <a:lnTo>
                  <a:pt x="0" y="394"/>
                </a:lnTo>
                <a:lnTo>
                  <a:pt x="0" y="398"/>
                </a:ln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9" name=""/>
          <p:cNvSpPr/>
          <p:nvPr/>
        </p:nvSpPr>
        <p:spPr>
          <a:xfrm>
            <a:off x="2139840" y="4448160"/>
            <a:ext cx="96840" cy="141840"/>
          </a:xfrm>
          <a:custGeom>
            <a:avLst/>
            <a:gdLst/>
            <a:ahLst/>
            <a:rect l="0" t="0" r="r" b="b"/>
            <a:pathLst>
              <a:path w="269" h="394">
                <a:moveTo>
                  <a:pt x="0" y="394"/>
                </a:moveTo>
                <a:lnTo>
                  <a:pt x="269" y="0"/>
                </a:lnTo>
                <a:lnTo>
                  <a:pt x="266" y="0"/>
                </a:lnTo>
                <a:lnTo>
                  <a:pt x="0" y="389"/>
                </a:lnTo>
                <a:lnTo>
                  <a:pt x="0" y="394"/>
                </a:lnTo>
                <a:close/>
              </a:path>
            </a:pathLst>
          </a:custGeom>
          <a:solidFill>
            <a:srgbClr val="a9a9a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0" name=""/>
          <p:cNvSpPr/>
          <p:nvPr/>
        </p:nvSpPr>
        <p:spPr>
          <a:xfrm>
            <a:off x="2139840" y="4448160"/>
            <a:ext cx="95760" cy="140040"/>
          </a:xfrm>
          <a:custGeom>
            <a:avLst/>
            <a:gdLst/>
            <a:ahLst/>
            <a:rect l="0" t="0" r="r" b="b"/>
            <a:pathLst>
              <a:path w="266" h="389">
                <a:moveTo>
                  <a:pt x="0" y="389"/>
                </a:moveTo>
                <a:lnTo>
                  <a:pt x="266" y="0"/>
                </a:lnTo>
                <a:lnTo>
                  <a:pt x="263" y="0"/>
                </a:lnTo>
                <a:lnTo>
                  <a:pt x="0" y="384"/>
                </a:lnTo>
                <a:lnTo>
                  <a:pt x="0" y="389"/>
                </a:lnTo>
                <a:close/>
              </a:path>
            </a:pathLst>
          </a:custGeom>
          <a:solidFill>
            <a:srgbClr val="aaaaa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1" name=""/>
          <p:cNvSpPr/>
          <p:nvPr/>
        </p:nvSpPr>
        <p:spPr>
          <a:xfrm>
            <a:off x="2139840" y="4448160"/>
            <a:ext cx="94680" cy="138240"/>
          </a:xfrm>
          <a:custGeom>
            <a:avLst/>
            <a:gdLst/>
            <a:ahLst/>
            <a:rect l="0" t="0" r="r" b="b"/>
            <a:pathLst>
              <a:path w="263" h="384">
                <a:moveTo>
                  <a:pt x="0" y="384"/>
                </a:moveTo>
                <a:lnTo>
                  <a:pt x="263" y="0"/>
                </a:lnTo>
                <a:lnTo>
                  <a:pt x="259" y="0"/>
                </a:lnTo>
                <a:lnTo>
                  <a:pt x="0" y="379"/>
                </a:lnTo>
                <a:lnTo>
                  <a:pt x="0" y="384"/>
                </a:lnTo>
                <a:close/>
              </a:path>
            </a:pathLst>
          </a:custGeom>
          <a:solidFill>
            <a:srgbClr val="acaca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2" name=""/>
          <p:cNvSpPr/>
          <p:nvPr/>
        </p:nvSpPr>
        <p:spPr>
          <a:xfrm>
            <a:off x="2139840" y="4448160"/>
            <a:ext cx="93240" cy="136440"/>
          </a:xfrm>
          <a:custGeom>
            <a:avLst/>
            <a:gdLst/>
            <a:ahLst/>
            <a:rect l="0" t="0" r="r" b="b"/>
            <a:pathLst>
              <a:path w="259" h="379">
                <a:moveTo>
                  <a:pt x="0" y="379"/>
                </a:moveTo>
                <a:lnTo>
                  <a:pt x="259" y="0"/>
                </a:lnTo>
                <a:lnTo>
                  <a:pt x="256" y="0"/>
                </a:lnTo>
                <a:lnTo>
                  <a:pt x="0" y="374"/>
                </a:lnTo>
                <a:lnTo>
                  <a:pt x="0" y="379"/>
                </a:lnTo>
                <a:close/>
              </a:path>
            </a:pathLst>
          </a:custGeom>
          <a:solidFill>
            <a:srgbClr val="adada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3" name=""/>
          <p:cNvSpPr/>
          <p:nvPr/>
        </p:nvSpPr>
        <p:spPr>
          <a:xfrm>
            <a:off x="2139840" y="4448160"/>
            <a:ext cx="92160" cy="134640"/>
          </a:xfrm>
          <a:custGeom>
            <a:avLst/>
            <a:gdLst/>
            <a:ahLst/>
            <a:rect l="0" t="0" r="r" b="b"/>
            <a:pathLst>
              <a:path w="256" h="374">
                <a:moveTo>
                  <a:pt x="0" y="374"/>
                </a:moveTo>
                <a:lnTo>
                  <a:pt x="256" y="0"/>
                </a:lnTo>
                <a:lnTo>
                  <a:pt x="253" y="0"/>
                </a:lnTo>
                <a:lnTo>
                  <a:pt x="0" y="370"/>
                </a:lnTo>
                <a:lnTo>
                  <a:pt x="0" y="374"/>
                </a:lnTo>
                <a:close/>
              </a:path>
            </a:pathLst>
          </a:custGeom>
          <a:solidFill>
            <a:srgbClr val="aeaea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4" name=""/>
          <p:cNvSpPr/>
          <p:nvPr/>
        </p:nvSpPr>
        <p:spPr>
          <a:xfrm>
            <a:off x="2139840" y="4448160"/>
            <a:ext cx="91080" cy="133200"/>
          </a:xfrm>
          <a:custGeom>
            <a:avLst/>
            <a:gdLst/>
            <a:ahLst/>
            <a:rect l="0" t="0" r="r" b="b"/>
            <a:pathLst>
              <a:path w="253" h="370">
                <a:moveTo>
                  <a:pt x="0" y="370"/>
                </a:moveTo>
                <a:lnTo>
                  <a:pt x="253" y="0"/>
                </a:lnTo>
                <a:lnTo>
                  <a:pt x="250" y="0"/>
                </a:lnTo>
                <a:lnTo>
                  <a:pt x="0" y="365"/>
                </a:lnTo>
                <a:lnTo>
                  <a:pt x="0" y="370"/>
                </a:lnTo>
                <a:close/>
              </a:path>
            </a:pathLst>
          </a:custGeom>
          <a:solidFill>
            <a:srgbClr val="afafa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5" name=""/>
          <p:cNvSpPr/>
          <p:nvPr/>
        </p:nvSpPr>
        <p:spPr>
          <a:xfrm>
            <a:off x="2139840" y="4448160"/>
            <a:ext cx="90000" cy="131400"/>
          </a:xfrm>
          <a:custGeom>
            <a:avLst/>
            <a:gdLst/>
            <a:ahLst/>
            <a:rect l="0" t="0" r="r" b="b"/>
            <a:pathLst>
              <a:path w="250" h="365">
                <a:moveTo>
                  <a:pt x="0" y="365"/>
                </a:moveTo>
                <a:lnTo>
                  <a:pt x="250" y="0"/>
                </a:lnTo>
                <a:lnTo>
                  <a:pt x="246" y="0"/>
                </a:lnTo>
                <a:lnTo>
                  <a:pt x="0" y="360"/>
                </a:lnTo>
                <a:lnTo>
                  <a:pt x="0" y="365"/>
                </a:lnTo>
                <a:close/>
              </a:path>
            </a:pathLst>
          </a:custGeom>
          <a:solidFill>
            <a:srgbClr val="b1b1b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6" name=""/>
          <p:cNvSpPr/>
          <p:nvPr/>
        </p:nvSpPr>
        <p:spPr>
          <a:xfrm>
            <a:off x="2139840" y="4448160"/>
            <a:ext cx="88560" cy="129600"/>
          </a:xfrm>
          <a:custGeom>
            <a:avLst/>
            <a:gdLst/>
            <a:ahLst/>
            <a:rect l="0" t="0" r="r" b="b"/>
            <a:pathLst>
              <a:path w="246" h="360">
                <a:moveTo>
                  <a:pt x="0" y="360"/>
                </a:moveTo>
                <a:lnTo>
                  <a:pt x="246" y="0"/>
                </a:lnTo>
                <a:lnTo>
                  <a:pt x="243" y="0"/>
                </a:lnTo>
                <a:lnTo>
                  <a:pt x="0" y="355"/>
                </a:lnTo>
                <a:lnTo>
                  <a:pt x="0" y="360"/>
                </a:lnTo>
                <a:close/>
              </a:path>
            </a:pathLst>
          </a:custGeom>
          <a:solidFill>
            <a:srgbClr val="b2b2b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7" name=""/>
          <p:cNvSpPr/>
          <p:nvPr/>
        </p:nvSpPr>
        <p:spPr>
          <a:xfrm>
            <a:off x="2139840" y="4448160"/>
            <a:ext cx="87480" cy="127800"/>
          </a:xfrm>
          <a:custGeom>
            <a:avLst/>
            <a:gdLst/>
            <a:ahLst/>
            <a:rect l="0" t="0" r="r" b="b"/>
            <a:pathLst>
              <a:path w="243" h="355">
                <a:moveTo>
                  <a:pt x="0" y="355"/>
                </a:moveTo>
                <a:lnTo>
                  <a:pt x="243" y="0"/>
                </a:lnTo>
                <a:lnTo>
                  <a:pt x="240" y="0"/>
                </a:lnTo>
                <a:lnTo>
                  <a:pt x="0" y="351"/>
                </a:lnTo>
                <a:lnTo>
                  <a:pt x="0" y="355"/>
                </a:lnTo>
                <a:close/>
              </a:path>
            </a:pathLst>
          </a:custGeom>
          <a:solidFill>
            <a:srgbClr val="b3b3b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8" name=""/>
          <p:cNvSpPr/>
          <p:nvPr/>
        </p:nvSpPr>
        <p:spPr>
          <a:xfrm>
            <a:off x="2139840" y="4448160"/>
            <a:ext cx="86400" cy="126360"/>
          </a:xfrm>
          <a:custGeom>
            <a:avLst/>
            <a:gdLst/>
            <a:ahLst/>
            <a:rect l="0" t="0" r="r" b="b"/>
            <a:pathLst>
              <a:path w="240" h="351">
                <a:moveTo>
                  <a:pt x="0" y="351"/>
                </a:moveTo>
                <a:lnTo>
                  <a:pt x="240" y="0"/>
                </a:lnTo>
                <a:lnTo>
                  <a:pt x="236" y="0"/>
                </a:lnTo>
                <a:lnTo>
                  <a:pt x="0" y="346"/>
                </a:lnTo>
                <a:lnTo>
                  <a:pt x="0" y="351"/>
                </a:lnTo>
                <a:close/>
              </a:path>
            </a:pathLst>
          </a:custGeom>
          <a:solidFill>
            <a:srgbClr val="b4b4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9" name=""/>
          <p:cNvSpPr/>
          <p:nvPr/>
        </p:nvSpPr>
        <p:spPr>
          <a:xfrm>
            <a:off x="2139840" y="4448160"/>
            <a:ext cx="84960" cy="124560"/>
          </a:xfrm>
          <a:custGeom>
            <a:avLst/>
            <a:gdLst/>
            <a:ahLst/>
            <a:rect l="0" t="0" r="r" b="b"/>
            <a:pathLst>
              <a:path w="236" h="346">
                <a:moveTo>
                  <a:pt x="0" y="346"/>
                </a:moveTo>
                <a:lnTo>
                  <a:pt x="236" y="0"/>
                </a:lnTo>
                <a:lnTo>
                  <a:pt x="233" y="0"/>
                </a:lnTo>
                <a:lnTo>
                  <a:pt x="0" y="341"/>
                </a:lnTo>
                <a:lnTo>
                  <a:pt x="0" y="346"/>
                </a:lnTo>
                <a:close/>
              </a:path>
            </a:pathLst>
          </a:custGeom>
          <a:solidFill>
            <a:srgbClr val="b6b6b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0" name=""/>
          <p:cNvSpPr/>
          <p:nvPr/>
        </p:nvSpPr>
        <p:spPr>
          <a:xfrm>
            <a:off x="2139840" y="4448160"/>
            <a:ext cx="83880" cy="122760"/>
          </a:xfrm>
          <a:custGeom>
            <a:avLst/>
            <a:gdLst/>
            <a:ahLst/>
            <a:rect l="0" t="0" r="r" b="b"/>
            <a:pathLst>
              <a:path w="233" h="341">
                <a:moveTo>
                  <a:pt x="0" y="341"/>
                </a:moveTo>
                <a:lnTo>
                  <a:pt x="233" y="0"/>
                </a:lnTo>
                <a:lnTo>
                  <a:pt x="230" y="0"/>
                </a:lnTo>
                <a:lnTo>
                  <a:pt x="0" y="336"/>
                </a:lnTo>
                <a:lnTo>
                  <a:pt x="0" y="341"/>
                </a:lnTo>
                <a:close/>
              </a:path>
            </a:pathLst>
          </a:custGeom>
          <a:solidFill>
            <a:srgbClr val="b7b7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1" name=""/>
          <p:cNvSpPr/>
          <p:nvPr/>
        </p:nvSpPr>
        <p:spPr>
          <a:xfrm>
            <a:off x="2139840" y="4448160"/>
            <a:ext cx="82800" cy="120960"/>
          </a:xfrm>
          <a:custGeom>
            <a:avLst/>
            <a:gdLst/>
            <a:ahLst/>
            <a:rect l="0" t="0" r="r" b="b"/>
            <a:pathLst>
              <a:path w="230" h="336">
                <a:moveTo>
                  <a:pt x="0" y="336"/>
                </a:moveTo>
                <a:lnTo>
                  <a:pt x="230" y="0"/>
                </a:lnTo>
                <a:lnTo>
                  <a:pt x="227" y="0"/>
                </a:lnTo>
                <a:lnTo>
                  <a:pt x="0" y="331"/>
                </a:lnTo>
                <a:lnTo>
                  <a:pt x="0" y="336"/>
                </a:lnTo>
                <a:close/>
              </a:path>
            </a:pathLst>
          </a:custGeom>
          <a:solidFill>
            <a:srgbClr val="b8b8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2" name=""/>
          <p:cNvSpPr/>
          <p:nvPr/>
        </p:nvSpPr>
        <p:spPr>
          <a:xfrm>
            <a:off x="2139840" y="4448160"/>
            <a:ext cx="81720" cy="119160"/>
          </a:xfrm>
          <a:custGeom>
            <a:avLst/>
            <a:gdLst/>
            <a:ahLst/>
            <a:rect l="0" t="0" r="r" b="b"/>
            <a:pathLst>
              <a:path w="227" h="331">
                <a:moveTo>
                  <a:pt x="0" y="331"/>
                </a:moveTo>
                <a:lnTo>
                  <a:pt x="227" y="0"/>
                </a:lnTo>
                <a:lnTo>
                  <a:pt x="223" y="0"/>
                </a:lnTo>
                <a:lnTo>
                  <a:pt x="0" y="327"/>
                </a:lnTo>
                <a:lnTo>
                  <a:pt x="0" y="331"/>
                </a:lnTo>
                <a:close/>
              </a:path>
            </a:pathLst>
          </a:custGeom>
          <a:solidFill>
            <a:srgbClr val="b9b9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3" name=""/>
          <p:cNvSpPr/>
          <p:nvPr/>
        </p:nvSpPr>
        <p:spPr>
          <a:xfrm>
            <a:off x="2139840" y="4448160"/>
            <a:ext cx="80280" cy="117720"/>
          </a:xfrm>
          <a:custGeom>
            <a:avLst/>
            <a:gdLst/>
            <a:ahLst/>
            <a:rect l="0" t="0" r="r" b="b"/>
            <a:pathLst>
              <a:path w="223" h="327">
                <a:moveTo>
                  <a:pt x="0" y="327"/>
                </a:moveTo>
                <a:lnTo>
                  <a:pt x="223" y="0"/>
                </a:lnTo>
                <a:lnTo>
                  <a:pt x="220" y="0"/>
                </a:lnTo>
                <a:lnTo>
                  <a:pt x="0" y="322"/>
                </a:lnTo>
                <a:lnTo>
                  <a:pt x="0" y="327"/>
                </a:lnTo>
                <a:close/>
              </a:path>
            </a:pathLst>
          </a:custGeom>
          <a:solidFill>
            <a:srgbClr val="bbb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4" name=""/>
          <p:cNvSpPr/>
          <p:nvPr/>
        </p:nvSpPr>
        <p:spPr>
          <a:xfrm>
            <a:off x="2139840" y="4448160"/>
            <a:ext cx="79200" cy="115920"/>
          </a:xfrm>
          <a:custGeom>
            <a:avLst/>
            <a:gdLst/>
            <a:ahLst/>
            <a:rect l="0" t="0" r="r" b="b"/>
            <a:pathLst>
              <a:path w="220" h="322">
                <a:moveTo>
                  <a:pt x="0" y="322"/>
                </a:moveTo>
                <a:lnTo>
                  <a:pt x="220" y="0"/>
                </a:lnTo>
                <a:lnTo>
                  <a:pt x="217" y="0"/>
                </a:lnTo>
                <a:lnTo>
                  <a:pt x="0" y="317"/>
                </a:lnTo>
                <a:lnTo>
                  <a:pt x="0" y="322"/>
                </a:lnTo>
                <a:close/>
              </a:path>
            </a:pathLst>
          </a:custGeom>
          <a:solidFill>
            <a:srgbClr val="bcbc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5" name=""/>
          <p:cNvSpPr/>
          <p:nvPr/>
        </p:nvSpPr>
        <p:spPr>
          <a:xfrm>
            <a:off x="2139840" y="4448160"/>
            <a:ext cx="78120" cy="114120"/>
          </a:xfrm>
          <a:custGeom>
            <a:avLst/>
            <a:gdLst/>
            <a:ahLst/>
            <a:rect l="0" t="0" r="r" b="b"/>
            <a:pathLst>
              <a:path w="217" h="317">
                <a:moveTo>
                  <a:pt x="0" y="317"/>
                </a:moveTo>
                <a:lnTo>
                  <a:pt x="217" y="0"/>
                </a:lnTo>
                <a:lnTo>
                  <a:pt x="214" y="0"/>
                </a:lnTo>
                <a:lnTo>
                  <a:pt x="0" y="312"/>
                </a:lnTo>
                <a:lnTo>
                  <a:pt x="0" y="317"/>
                </a:lnTo>
                <a:close/>
              </a:path>
            </a:pathLst>
          </a:custGeom>
          <a:solidFill>
            <a:srgbClr val="bdbd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6" name=""/>
          <p:cNvSpPr/>
          <p:nvPr/>
        </p:nvSpPr>
        <p:spPr>
          <a:xfrm>
            <a:off x="2139840" y="4448160"/>
            <a:ext cx="77040" cy="112320"/>
          </a:xfrm>
          <a:custGeom>
            <a:avLst/>
            <a:gdLst/>
            <a:ahLst/>
            <a:rect l="0" t="0" r="r" b="b"/>
            <a:pathLst>
              <a:path w="214" h="312">
                <a:moveTo>
                  <a:pt x="0" y="312"/>
                </a:moveTo>
                <a:lnTo>
                  <a:pt x="214" y="0"/>
                </a:lnTo>
                <a:lnTo>
                  <a:pt x="210" y="0"/>
                </a:lnTo>
                <a:lnTo>
                  <a:pt x="0" y="307"/>
                </a:lnTo>
                <a:lnTo>
                  <a:pt x="0" y="312"/>
                </a:lnTo>
                <a:close/>
              </a:path>
            </a:pathLst>
          </a:custGeom>
          <a:solidFill>
            <a:srgbClr val="bfbf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7" name=""/>
          <p:cNvSpPr/>
          <p:nvPr/>
        </p:nvSpPr>
        <p:spPr>
          <a:xfrm>
            <a:off x="2139840" y="4448160"/>
            <a:ext cx="75600" cy="110520"/>
          </a:xfrm>
          <a:custGeom>
            <a:avLst/>
            <a:gdLst/>
            <a:ahLst/>
            <a:rect l="0" t="0" r="r" b="b"/>
            <a:pathLst>
              <a:path w="210" h="307">
                <a:moveTo>
                  <a:pt x="0" y="307"/>
                </a:moveTo>
                <a:lnTo>
                  <a:pt x="210" y="0"/>
                </a:lnTo>
                <a:lnTo>
                  <a:pt x="207" y="0"/>
                </a:lnTo>
                <a:lnTo>
                  <a:pt x="0" y="303"/>
                </a:lnTo>
                <a:lnTo>
                  <a:pt x="0" y="307"/>
                </a:lnTo>
                <a:close/>
              </a:path>
            </a:pathLst>
          </a:custGeom>
          <a:solidFill>
            <a:srgbClr val="c0c0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8" name=""/>
          <p:cNvSpPr/>
          <p:nvPr/>
        </p:nvSpPr>
        <p:spPr>
          <a:xfrm>
            <a:off x="2139840" y="4448160"/>
            <a:ext cx="74520" cy="109080"/>
          </a:xfrm>
          <a:custGeom>
            <a:avLst/>
            <a:gdLst/>
            <a:ahLst/>
            <a:rect l="0" t="0" r="r" b="b"/>
            <a:pathLst>
              <a:path w="207" h="303">
                <a:moveTo>
                  <a:pt x="0" y="303"/>
                </a:moveTo>
                <a:lnTo>
                  <a:pt x="207" y="0"/>
                </a:lnTo>
                <a:lnTo>
                  <a:pt x="204" y="0"/>
                </a:lnTo>
                <a:lnTo>
                  <a:pt x="0" y="298"/>
                </a:lnTo>
                <a:lnTo>
                  <a:pt x="0" y="303"/>
                </a:lnTo>
                <a:close/>
              </a:path>
            </a:pathLst>
          </a:custGeom>
          <a:solidFill>
            <a:srgbClr val="c1c1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9" name=""/>
          <p:cNvSpPr/>
          <p:nvPr/>
        </p:nvSpPr>
        <p:spPr>
          <a:xfrm>
            <a:off x="2139840" y="4448160"/>
            <a:ext cx="73440" cy="107280"/>
          </a:xfrm>
          <a:custGeom>
            <a:avLst/>
            <a:gdLst/>
            <a:ahLst/>
            <a:rect l="0" t="0" r="r" b="b"/>
            <a:pathLst>
              <a:path w="204" h="298">
                <a:moveTo>
                  <a:pt x="0" y="298"/>
                </a:moveTo>
                <a:lnTo>
                  <a:pt x="204" y="0"/>
                </a:lnTo>
                <a:lnTo>
                  <a:pt x="200" y="0"/>
                </a:lnTo>
                <a:lnTo>
                  <a:pt x="0" y="293"/>
                </a:lnTo>
                <a:lnTo>
                  <a:pt x="0" y="298"/>
                </a:lnTo>
                <a:close/>
              </a:path>
            </a:pathLst>
          </a:custGeom>
          <a:solidFill>
            <a:srgbClr val="c2c2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0" name=""/>
          <p:cNvSpPr/>
          <p:nvPr/>
        </p:nvSpPr>
        <p:spPr>
          <a:xfrm>
            <a:off x="2139840" y="4448160"/>
            <a:ext cx="72000" cy="105480"/>
          </a:xfrm>
          <a:custGeom>
            <a:avLst/>
            <a:gdLst/>
            <a:ahLst/>
            <a:rect l="0" t="0" r="r" b="b"/>
            <a:pathLst>
              <a:path w="200" h="293">
                <a:moveTo>
                  <a:pt x="0" y="293"/>
                </a:moveTo>
                <a:lnTo>
                  <a:pt x="200" y="0"/>
                </a:lnTo>
                <a:lnTo>
                  <a:pt x="197" y="0"/>
                </a:lnTo>
                <a:lnTo>
                  <a:pt x="0" y="288"/>
                </a:lnTo>
                <a:lnTo>
                  <a:pt x="0" y="293"/>
                </a:lnTo>
                <a:close/>
              </a:path>
            </a:pathLst>
          </a:custGeom>
          <a:solidFill>
            <a:srgbClr val="c4c4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1" name=""/>
          <p:cNvSpPr/>
          <p:nvPr/>
        </p:nvSpPr>
        <p:spPr>
          <a:xfrm>
            <a:off x="2139840" y="4448160"/>
            <a:ext cx="70920" cy="103680"/>
          </a:xfrm>
          <a:custGeom>
            <a:avLst/>
            <a:gdLst/>
            <a:ahLst/>
            <a:rect l="0" t="0" r="r" b="b"/>
            <a:pathLst>
              <a:path w="197" h="288">
                <a:moveTo>
                  <a:pt x="0" y="288"/>
                </a:moveTo>
                <a:lnTo>
                  <a:pt x="197" y="0"/>
                </a:lnTo>
                <a:lnTo>
                  <a:pt x="194" y="0"/>
                </a:lnTo>
                <a:lnTo>
                  <a:pt x="0" y="283"/>
                </a:lnTo>
                <a:lnTo>
                  <a:pt x="0" y="288"/>
                </a:lnTo>
                <a:close/>
              </a:path>
            </a:pathLst>
          </a:custGeom>
          <a:solidFill>
            <a:srgbClr val="c5c5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2" name=""/>
          <p:cNvSpPr/>
          <p:nvPr/>
        </p:nvSpPr>
        <p:spPr>
          <a:xfrm>
            <a:off x="2139840" y="4448160"/>
            <a:ext cx="69840" cy="101880"/>
          </a:xfrm>
          <a:custGeom>
            <a:avLst/>
            <a:gdLst/>
            <a:ahLst/>
            <a:rect l="0" t="0" r="r" b="b"/>
            <a:pathLst>
              <a:path w="194" h="283">
                <a:moveTo>
                  <a:pt x="0" y="283"/>
                </a:moveTo>
                <a:lnTo>
                  <a:pt x="194" y="0"/>
                </a:lnTo>
                <a:lnTo>
                  <a:pt x="191" y="0"/>
                </a:lnTo>
                <a:lnTo>
                  <a:pt x="0" y="279"/>
                </a:lnTo>
                <a:lnTo>
                  <a:pt x="0" y="283"/>
                </a:lnTo>
                <a:close/>
              </a:path>
            </a:pathLst>
          </a:custGeom>
          <a:solidFill>
            <a:srgbClr val="c6c6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3" name=""/>
          <p:cNvSpPr/>
          <p:nvPr/>
        </p:nvSpPr>
        <p:spPr>
          <a:xfrm>
            <a:off x="2139840" y="4448160"/>
            <a:ext cx="68760" cy="100440"/>
          </a:xfrm>
          <a:custGeom>
            <a:avLst/>
            <a:gdLst/>
            <a:ahLst/>
            <a:rect l="0" t="0" r="r" b="b"/>
            <a:pathLst>
              <a:path w="191" h="279">
                <a:moveTo>
                  <a:pt x="0" y="279"/>
                </a:moveTo>
                <a:lnTo>
                  <a:pt x="191" y="0"/>
                </a:lnTo>
                <a:lnTo>
                  <a:pt x="187" y="0"/>
                </a:lnTo>
                <a:lnTo>
                  <a:pt x="0" y="274"/>
                </a:lnTo>
                <a:lnTo>
                  <a:pt x="0" y="279"/>
                </a:lnTo>
                <a:close/>
              </a:path>
            </a:pathLst>
          </a:custGeom>
          <a:solidFill>
            <a:srgbClr val="c7c7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4" name=""/>
          <p:cNvSpPr/>
          <p:nvPr/>
        </p:nvSpPr>
        <p:spPr>
          <a:xfrm>
            <a:off x="2139840" y="4448160"/>
            <a:ext cx="67320" cy="98640"/>
          </a:xfrm>
          <a:custGeom>
            <a:avLst/>
            <a:gdLst/>
            <a:ahLst/>
            <a:rect l="0" t="0" r="r" b="b"/>
            <a:pathLst>
              <a:path w="187" h="274">
                <a:moveTo>
                  <a:pt x="0" y="274"/>
                </a:moveTo>
                <a:lnTo>
                  <a:pt x="187" y="0"/>
                </a:lnTo>
                <a:lnTo>
                  <a:pt x="184" y="0"/>
                </a:lnTo>
                <a:lnTo>
                  <a:pt x="0" y="269"/>
                </a:lnTo>
                <a:lnTo>
                  <a:pt x="0" y="274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5" name=""/>
          <p:cNvSpPr/>
          <p:nvPr/>
        </p:nvSpPr>
        <p:spPr>
          <a:xfrm>
            <a:off x="2139840" y="4448160"/>
            <a:ext cx="66240" cy="96840"/>
          </a:xfrm>
          <a:custGeom>
            <a:avLst/>
            <a:gdLst/>
            <a:ahLst/>
            <a:rect l="0" t="0" r="r" b="b"/>
            <a:pathLst>
              <a:path w="184" h="269">
                <a:moveTo>
                  <a:pt x="0" y="269"/>
                </a:moveTo>
                <a:lnTo>
                  <a:pt x="184" y="0"/>
                </a:lnTo>
                <a:lnTo>
                  <a:pt x="181" y="0"/>
                </a:lnTo>
                <a:lnTo>
                  <a:pt x="0" y="264"/>
                </a:lnTo>
                <a:lnTo>
                  <a:pt x="0" y="269"/>
                </a:lnTo>
                <a:close/>
              </a:path>
            </a:pathLst>
          </a:custGeom>
          <a:solidFill>
            <a:srgbClr val="caca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6" name=""/>
          <p:cNvSpPr/>
          <p:nvPr/>
        </p:nvSpPr>
        <p:spPr>
          <a:xfrm>
            <a:off x="2139840" y="4448160"/>
            <a:ext cx="65160" cy="95040"/>
          </a:xfrm>
          <a:custGeom>
            <a:avLst/>
            <a:gdLst/>
            <a:ahLst/>
            <a:rect l="0" t="0" r="r" b="b"/>
            <a:pathLst>
              <a:path w="181" h="264">
                <a:moveTo>
                  <a:pt x="0" y="264"/>
                </a:moveTo>
                <a:lnTo>
                  <a:pt x="181" y="0"/>
                </a:lnTo>
                <a:lnTo>
                  <a:pt x="178" y="0"/>
                </a:lnTo>
                <a:lnTo>
                  <a:pt x="0" y="259"/>
                </a:lnTo>
                <a:lnTo>
                  <a:pt x="0" y="264"/>
                </a:lnTo>
                <a:close/>
              </a:path>
            </a:pathLst>
          </a:custGeom>
          <a:solidFill>
            <a:srgbClr val="cbcb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7" name=""/>
          <p:cNvSpPr/>
          <p:nvPr/>
        </p:nvSpPr>
        <p:spPr>
          <a:xfrm>
            <a:off x="2139840" y="4448160"/>
            <a:ext cx="64080" cy="93240"/>
          </a:xfrm>
          <a:custGeom>
            <a:avLst/>
            <a:gdLst/>
            <a:ahLst/>
            <a:rect l="0" t="0" r="r" b="b"/>
            <a:pathLst>
              <a:path w="178" h="259">
                <a:moveTo>
                  <a:pt x="0" y="259"/>
                </a:moveTo>
                <a:lnTo>
                  <a:pt x="178" y="0"/>
                </a:lnTo>
                <a:lnTo>
                  <a:pt x="174" y="0"/>
                </a:lnTo>
                <a:lnTo>
                  <a:pt x="0" y="255"/>
                </a:lnTo>
                <a:lnTo>
                  <a:pt x="0" y="259"/>
                </a:lnTo>
                <a:close/>
              </a:path>
            </a:pathLst>
          </a:custGeom>
          <a:solidFill>
            <a:srgbClr val="cccc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8" name=""/>
          <p:cNvSpPr/>
          <p:nvPr/>
        </p:nvSpPr>
        <p:spPr>
          <a:xfrm>
            <a:off x="2139840" y="4448160"/>
            <a:ext cx="62640" cy="91800"/>
          </a:xfrm>
          <a:custGeom>
            <a:avLst/>
            <a:gdLst/>
            <a:ahLst/>
            <a:rect l="0" t="0" r="r" b="b"/>
            <a:pathLst>
              <a:path w="174" h="255">
                <a:moveTo>
                  <a:pt x="0" y="255"/>
                </a:moveTo>
                <a:lnTo>
                  <a:pt x="174" y="0"/>
                </a:lnTo>
                <a:lnTo>
                  <a:pt x="171" y="0"/>
                </a:lnTo>
                <a:lnTo>
                  <a:pt x="0" y="250"/>
                </a:lnTo>
                <a:lnTo>
                  <a:pt x="0" y="255"/>
                </a:lnTo>
                <a:close/>
              </a:path>
            </a:pathLst>
          </a:custGeom>
          <a:solidFill>
            <a:srgbClr val="cece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9" name=""/>
          <p:cNvSpPr/>
          <p:nvPr/>
        </p:nvSpPr>
        <p:spPr>
          <a:xfrm>
            <a:off x="2139840" y="4448160"/>
            <a:ext cx="61560" cy="90000"/>
          </a:xfrm>
          <a:custGeom>
            <a:avLst/>
            <a:gdLst/>
            <a:ahLst/>
            <a:rect l="0" t="0" r="r" b="b"/>
            <a:pathLst>
              <a:path w="171" h="250">
                <a:moveTo>
                  <a:pt x="0" y="250"/>
                </a:moveTo>
                <a:lnTo>
                  <a:pt x="171" y="0"/>
                </a:lnTo>
                <a:lnTo>
                  <a:pt x="168" y="0"/>
                </a:lnTo>
                <a:lnTo>
                  <a:pt x="0" y="245"/>
                </a:lnTo>
                <a:lnTo>
                  <a:pt x="0" y="250"/>
                </a:lnTo>
                <a:close/>
              </a:path>
            </a:pathLst>
          </a:custGeom>
          <a:solidFill>
            <a:srgbClr val="cfcf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0" name=""/>
          <p:cNvSpPr/>
          <p:nvPr/>
        </p:nvSpPr>
        <p:spPr>
          <a:xfrm>
            <a:off x="2139840" y="4448160"/>
            <a:ext cx="60480" cy="88200"/>
          </a:xfrm>
          <a:custGeom>
            <a:avLst/>
            <a:gdLst/>
            <a:ahLst/>
            <a:rect l="0" t="0" r="r" b="b"/>
            <a:pathLst>
              <a:path w="168" h="245">
                <a:moveTo>
                  <a:pt x="0" y="245"/>
                </a:moveTo>
                <a:lnTo>
                  <a:pt x="168" y="0"/>
                </a:lnTo>
                <a:lnTo>
                  <a:pt x="164" y="0"/>
                </a:lnTo>
                <a:lnTo>
                  <a:pt x="0" y="240"/>
                </a:lnTo>
                <a:lnTo>
                  <a:pt x="0" y="245"/>
                </a:lnTo>
                <a:close/>
              </a:path>
            </a:pathLst>
          </a:custGeom>
          <a:solidFill>
            <a:srgbClr val="d0d0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1" name=""/>
          <p:cNvSpPr/>
          <p:nvPr/>
        </p:nvSpPr>
        <p:spPr>
          <a:xfrm>
            <a:off x="2139840" y="4448160"/>
            <a:ext cx="59040" cy="86400"/>
          </a:xfrm>
          <a:custGeom>
            <a:avLst/>
            <a:gdLst/>
            <a:ahLst/>
            <a:rect l="0" t="0" r="r" b="b"/>
            <a:pathLst>
              <a:path w="164" h="240">
                <a:moveTo>
                  <a:pt x="0" y="240"/>
                </a:moveTo>
                <a:lnTo>
                  <a:pt x="164" y="0"/>
                </a:lnTo>
                <a:lnTo>
                  <a:pt x="161" y="0"/>
                </a:lnTo>
                <a:lnTo>
                  <a:pt x="0" y="235"/>
                </a:lnTo>
                <a:lnTo>
                  <a:pt x="0" y="240"/>
                </a:lnTo>
                <a:close/>
              </a:path>
            </a:pathLst>
          </a:custGeom>
          <a:solidFill>
            <a:srgbClr val="d1d1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2" name=""/>
          <p:cNvSpPr/>
          <p:nvPr/>
        </p:nvSpPr>
        <p:spPr>
          <a:xfrm>
            <a:off x="2139840" y="4448160"/>
            <a:ext cx="57960" cy="84600"/>
          </a:xfrm>
          <a:custGeom>
            <a:avLst/>
            <a:gdLst/>
            <a:ahLst/>
            <a:rect l="0" t="0" r="r" b="b"/>
            <a:pathLst>
              <a:path w="161" h="235">
                <a:moveTo>
                  <a:pt x="0" y="235"/>
                </a:moveTo>
                <a:lnTo>
                  <a:pt x="161" y="0"/>
                </a:lnTo>
                <a:lnTo>
                  <a:pt x="158" y="0"/>
                </a:lnTo>
                <a:lnTo>
                  <a:pt x="0" y="231"/>
                </a:lnTo>
                <a:lnTo>
                  <a:pt x="0" y="235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3" name=""/>
          <p:cNvSpPr/>
          <p:nvPr/>
        </p:nvSpPr>
        <p:spPr>
          <a:xfrm>
            <a:off x="2139840" y="4448160"/>
            <a:ext cx="56880" cy="83160"/>
          </a:xfrm>
          <a:custGeom>
            <a:avLst/>
            <a:gdLst/>
            <a:ahLst/>
            <a:rect l="0" t="0" r="r" b="b"/>
            <a:pathLst>
              <a:path w="158" h="231">
                <a:moveTo>
                  <a:pt x="0" y="231"/>
                </a:moveTo>
                <a:lnTo>
                  <a:pt x="158" y="0"/>
                </a:lnTo>
                <a:lnTo>
                  <a:pt x="155" y="0"/>
                </a:lnTo>
                <a:lnTo>
                  <a:pt x="0" y="226"/>
                </a:lnTo>
                <a:lnTo>
                  <a:pt x="0" y="231"/>
                </a:lnTo>
                <a:close/>
              </a:path>
            </a:pathLst>
          </a:custGeom>
          <a:solidFill>
            <a:srgbClr val="d4d4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4" name=""/>
          <p:cNvSpPr/>
          <p:nvPr/>
        </p:nvSpPr>
        <p:spPr>
          <a:xfrm>
            <a:off x="2139840" y="4448160"/>
            <a:ext cx="55800" cy="81360"/>
          </a:xfrm>
          <a:custGeom>
            <a:avLst/>
            <a:gdLst/>
            <a:ahLst/>
            <a:rect l="0" t="0" r="r" b="b"/>
            <a:pathLst>
              <a:path w="155" h="226">
                <a:moveTo>
                  <a:pt x="0" y="226"/>
                </a:moveTo>
                <a:lnTo>
                  <a:pt x="155" y="0"/>
                </a:lnTo>
                <a:lnTo>
                  <a:pt x="151" y="0"/>
                </a:lnTo>
                <a:lnTo>
                  <a:pt x="0" y="221"/>
                </a:lnTo>
                <a:lnTo>
                  <a:pt x="0" y="226"/>
                </a:lnTo>
                <a:close/>
              </a:path>
            </a:pathLst>
          </a:custGeom>
          <a:solidFill>
            <a:srgbClr val="d5d5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5" name=""/>
          <p:cNvSpPr/>
          <p:nvPr/>
        </p:nvSpPr>
        <p:spPr>
          <a:xfrm>
            <a:off x="2139840" y="4448160"/>
            <a:ext cx="54360" cy="79560"/>
          </a:xfrm>
          <a:custGeom>
            <a:avLst/>
            <a:gdLst/>
            <a:ahLst/>
            <a:rect l="0" t="0" r="r" b="b"/>
            <a:pathLst>
              <a:path w="151" h="221">
                <a:moveTo>
                  <a:pt x="0" y="221"/>
                </a:moveTo>
                <a:lnTo>
                  <a:pt x="151" y="0"/>
                </a:lnTo>
                <a:lnTo>
                  <a:pt x="148" y="0"/>
                </a:lnTo>
                <a:lnTo>
                  <a:pt x="0" y="216"/>
                </a:lnTo>
                <a:lnTo>
                  <a:pt x="0" y="221"/>
                </a:lnTo>
                <a:close/>
              </a:path>
            </a:pathLst>
          </a:custGeom>
          <a:solidFill>
            <a:srgbClr val="d6d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6" name=""/>
          <p:cNvSpPr/>
          <p:nvPr/>
        </p:nvSpPr>
        <p:spPr>
          <a:xfrm>
            <a:off x="2139840" y="4448160"/>
            <a:ext cx="53280" cy="77760"/>
          </a:xfrm>
          <a:custGeom>
            <a:avLst/>
            <a:gdLst/>
            <a:ahLst/>
            <a:rect l="0" t="0" r="r" b="b"/>
            <a:pathLst>
              <a:path w="148" h="216">
                <a:moveTo>
                  <a:pt x="0" y="216"/>
                </a:moveTo>
                <a:lnTo>
                  <a:pt x="148" y="0"/>
                </a:lnTo>
                <a:lnTo>
                  <a:pt x="145" y="0"/>
                </a:lnTo>
                <a:lnTo>
                  <a:pt x="0" y="211"/>
                </a:lnTo>
                <a:lnTo>
                  <a:pt x="0" y="216"/>
                </a:lnTo>
                <a:close/>
              </a:path>
            </a:pathLst>
          </a:custGeom>
          <a:solidFill>
            <a:srgbClr val="d8d8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7" name=""/>
          <p:cNvSpPr/>
          <p:nvPr/>
        </p:nvSpPr>
        <p:spPr>
          <a:xfrm>
            <a:off x="2139840" y="4448160"/>
            <a:ext cx="52200" cy="75960"/>
          </a:xfrm>
          <a:custGeom>
            <a:avLst/>
            <a:gdLst/>
            <a:ahLst/>
            <a:rect l="0" t="0" r="r" b="b"/>
            <a:pathLst>
              <a:path w="145" h="211">
                <a:moveTo>
                  <a:pt x="0" y="211"/>
                </a:moveTo>
                <a:lnTo>
                  <a:pt x="145" y="0"/>
                </a:lnTo>
                <a:lnTo>
                  <a:pt x="142" y="0"/>
                </a:lnTo>
                <a:lnTo>
                  <a:pt x="0" y="207"/>
                </a:lnTo>
                <a:lnTo>
                  <a:pt x="0" y="211"/>
                </a:lnTo>
                <a:close/>
              </a:path>
            </a:pathLst>
          </a:custGeom>
          <a:solidFill>
            <a:srgbClr val="d9d9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8" name=""/>
          <p:cNvSpPr/>
          <p:nvPr/>
        </p:nvSpPr>
        <p:spPr>
          <a:xfrm>
            <a:off x="2139840" y="4448160"/>
            <a:ext cx="51120" cy="74520"/>
          </a:xfrm>
          <a:custGeom>
            <a:avLst/>
            <a:gdLst/>
            <a:ahLst/>
            <a:rect l="0" t="0" r="r" b="b"/>
            <a:pathLst>
              <a:path w="142" h="207">
                <a:moveTo>
                  <a:pt x="0" y="207"/>
                </a:moveTo>
                <a:lnTo>
                  <a:pt x="142" y="0"/>
                </a:lnTo>
                <a:lnTo>
                  <a:pt x="138" y="0"/>
                </a:lnTo>
                <a:lnTo>
                  <a:pt x="0" y="202"/>
                </a:lnTo>
                <a:lnTo>
                  <a:pt x="0" y="207"/>
                </a:lnTo>
                <a:close/>
              </a:path>
            </a:pathLst>
          </a:custGeom>
          <a:solidFill>
            <a:srgbClr val="dada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9" name=""/>
          <p:cNvSpPr/>
          <p:nvPr/>
        </p:nvSpPr>
        <p:spPr>
          <a:xfrm>
            <a:off x="2139840" y="4448160"/>
            <a:ext cx="49680" cy="72720"/>
          </a:xfrm>
          <a:custGeom>
            <a:avLst/>
            <a:gdLst/>
            <a:ahLst/>
            <a:rect l="0" t="0" r="r" b="b"/>
            <a:pathLst>
              <a:path w="138" h="202">
                <a:moveTo>
                  <a:pt x="0" y="202"/>
                </a:moveTo>
                <a:lnTo>
                  <a:pt x="138" y="0"/>
                </a:lnTo>
                <a:lnTo>
                  <a:pt x="135" y="0"/>
                </a:lnTo>
                <a:lnTo>
                  <a:pt x="0" y="197"/>
                </a:lnTo>
                <a:lnTo>
                  <a:pt x="0" y="202"/>
                </a:lnTo>
                <a:close/>
              </a:path>
            </a:pathLst>
          </a:custGeom>
          <a:solidFill>
            <a:srgbClr val="dbdb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0" name=""/>
          <p:cNvSpPr/>
          <p:nvPr/>
        </p:nvSpPr>
        <p:spPr>
          <a:xfrm>
            <a:off x="2139840" y="4448160"/>
            <a:ext cx="48600" cy="70920"/>
          </a:xfrm>
          <a:custGeom>
            <a:avLst/>
            <a:gdLst/>
            <a:ahLst/>
            <a:rect l="0" t="0" r="r" b="b"/>
            <a:pathLst>
              <a:path w="135" h="197">
                <a:moveTo>
                  <a:pt x="0" y="197"/>
                </a:moveTo>
                <a:lnTo>
                  <a:pt x="135" y="0"/>
                </a:lnTo>
                <a:lnTo>
                  <a:pt x="132" y="0"/>
                </a:lnTo>
                <a:lnTo>
                  <a:pt x="0" y="192"/>
                </a:lnTo>
                <a:lnTo>
                  <a:pt x="0" y="197"/>
                </a:lnTo>
                <a:close/>
              </a:path>
            </a:pathLst>
          </a:custGeom>
          <a:solidFill>
            <a:srgbClr val="dddd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1" name=""/>
          <p:cNvSpPr/>
          <p:nvPr/>
        </p:nvSpPr>
        <p:spPr>
          <a:xfrm>
            <a:off x="2139840" y="4448160"/>
            <a:ext cx="47520" cy="69120"/>
          </a:xfrm>
          <a:custGeom>
            <a:avLst/>
            <a:gdLst/>
            <a:ahLst/>
            <a:rect l="0" t="0" r="r" b="b"/>
            <a:pathLst>
              <a:path w="132" h="192">
                <a:moveTo>
                  <a:pt x="0" y="192"/>
                </a:moveTo>
                <a:lnTo>
                  <a:pt x="132" y="0"/>
                </a:lnTo>
                <a:lnTo>
                  <a:pt x="128" y="0"/>
                </a:lnTo>
                <a:lnTo>
                  <a:pt x="0" y="188"/>
                </a:lnTo>
                <a:lnTo>
                  <a:pt x="0" y="192"/>
                </a:lnTo>
                <a:close/>
              </a:path>
            </a:pathLst>
          </a:custGeom>
          <a:solidFill>
            <a:srgbClr val="dede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2" name=""/>
          <p:cNvSpPr/>
          <p:nvPr/>
        </p:nvSpPr>
        <p:spPr>
          <a:xfrm>
            <a:off x="2139840" y="4448160"/>
            <a:ext cx="46080" cy="67680"/>
          </a:xfrm>
          <a:custGeom>
            <a:avLst/>
            <a:gdLst/>
            <a:ahLst/>
            <a:rect l="0" t="0" r="r" b="b"/>
            <a:pathLst>
              <a:path w="128" h="188">
                <a:moveTo>
                  <a:pt x="0" y="188"/>
                </a:moveTo>
                <a:lnTo>
                  <a:pt x="128" y="0"/>
                </a:lnTo>
                <a:lnTo>
                  <a:pt x="125" y="0"/>
                </a:lnTo>
                <a:lnTo>
                  <a:pt x="0" y="183"/>
                </a:lnTo>
                <a:lnTo>
                  <a:pt x="0" y="188"/>
                </a:lnTo>
                <a:close/>
              </a:path>
            </a:pathLst>
          </a:custGeom>
          <a:solidFill>
            <a:srgbClr val="dfdf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3" name=""/>
          <p:cNvSpPr/>
          <p:nvPr/>
        </p:nvSpPr>
        <p:spPr>
          <a:xfrm>
            <a:off x="2139840" y="4448160"/>
            <a:ext cx="45000" cy="65880"/>
          </a:xfrm>
          <a:custGeom>
            <a:avLst/>
            <a:gdLst/>
            <a:ahLst/>
            <a:rect l="0" t="0" r="r" b="b"/>
            <a:pathLst>
              <a:path w="125" h="183">
                <a:moveTo>
                  <a:pt x="0" y="183"/>
                </a:moveTo>
                <a:lnTo>
                  <a:pt x="125" y="0"/>
                </a:lnTo>
                <a:lnTo>
                  <a:pt x="122" y="0"/>
                </a:lnTo>
                <a:lnTo>
                  <a:pt x="0" y="178"/>
                </a:lnTo>
                <a:lnTo>
                  <a:pt x="0" y="183"/>
                </a:lnTo>
                <a:close/>
              </a:path>
            </a:pathLst>
          </a:custGeom>
          <a:solidFill>
            <a:srgbClr val="e1e1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4" name=""/>
          <p:cNvSpPr/>
          <p:nvPr/>
        </p:nvSpPr>
        <p:spPr>
          <a:xfrm>
            <a:off x="2139840" y="4448160"/>
            <a:ext cx="43920" cy="64080"/>
          </a:xfrm>
          <a:custGeom>
            <a:avLst/>
            <a:gdLst/>
            <a:ahLst/>
            <a:rect l="0" t="0" r="r" b="b"/>
            <a:pathLst>
              <a:path w="122" h="178">
                <a:moveTo>
                  <a:pt x="0" y="178"/>
                </a:moveTo>
                <a:lnTo>
                  <a:pt x="122" y="0"/>
                </a:lnTo>
                <a:lnTo>
                  <a:pt x="119" y="0"/>
                </a:lnTo>
                <a:lnTo>
                  <a:pt x="0" y="173"/>
                </a:lnTo>
                <a:lnTo>
                  <a:pt x="0" y="178"/>
                </a:lnTo>
                <a:close/>
              </a:path>
            </a:pathLst>
          </a:custGeom>
          <a:solidFill>
            <a:srgbClr val="e2e2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5" name=""/>
          <p:cNvSpPr/>
          <p:nvPr/>
        </p:nvSpPr>
        <p:spPr>
          <a:xfrm>
            <a:off x="2139840" y="4448160"/>
            <a:ext cx="42840" cy="62280"/>
          </a:xfrm>
          <a:custGeom>
            <a:avLst/>
            <a:gdLst/>
            <a:ahLst/>
            <a:rect l="0" t="0" r="r" b="b"/>
            <a:pathLst>
              <a:path w="119" h="173">
                <a:moveTo>
                  <a:pt x="0" y="173"/>
                </a:moveTo>
                <a:lnTo>
                  <a:pt x="119" y="0"/>
                </a:lnTo>
                <a:lnTo>
                  <a:pt x="115" y="0"/>
                </a:lnTo>
                <a:lnTo>
                  <a:pt x="0" y="168"/>
                </a:lnTo>
                <a:lnTo>
                  <a:pt x="0" y="173"/>
                </a:lnTo>
                <a:close/>
              </a:path>
            </a:pathLst>
          </a:custGeom>
          <a:solidFill>
            <a:srgbClr val="e3e3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6" name=""/>
          <p:cNvSpPr/>
          <p:nvPr/>
        </p:nvSpPr>
        <p:spPr>
          <a:xfrm>
            <a:off x="2139840" y="4448160"/>
            <a:ext cx="41400" cy="60480"/>
          </a:xfrm>
          <a:custGeom>
            <a:avLst/>
            <a:gdLst/>
            <a:ahLst/>
            <a:rect l="0" t="0" r="r" b="b"/>
            <a:pathLst>
              <a:path w="115" h="168">
                <a:moveTo>
                  <a:pt x="0" y="168"/>
                </a:moveTo>
                <a:lnTo>
                  <a:pt x="115" y="0"/>
                </a:lnTo>
                <a:lnTo>
                  <a:pt x="112" y="0"/>
                </a:lnTo>
                <a:lnTo>
                  <a:pt x="0" y="164"/>
                </a:lnTo>
                <a:lnTo>
                  <a:pt x="0" y="168"/>
                </a:lnTo>
                <a:close/>
              </a:path>
            </a:pathLst>
          </a:custGeom>
          <a:solidFill>
            <a:srgbClr val="e4e4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7" name=""/>
          <p:cNvSpPr/>
          <p:nvPr/>
        </p:nvSpPr>
        <p:spPr>
          <a:xfrm>
            <a:off x="2139840" y="4448160"/>
            <a:ext cx="40320" cy="59040"/>
          </a:xfrm>
          <a:custGeom>
            <a:avLst/>
            <a:gdLst/>
            <a:ahLst/>
            <a:rect l="0" t="0" r="r" b="b"/>
            <a:pathLst>
              <a:path w="112" h="164">
                <a:moveTo>
                  <a:pt x="0" y="164"/>
                </a:moveTo>
                <a:lnTo>
                  <a:pt x="112" y="0"/>
                </a:lnTo>
                <a:lnTo>
                  <a:pt x="109" y="0"/>
                </a:lnTo>
                <a:lnTo>
                  <a:pt x="0" y="159"/>
                </a:lnTo>
                <a:lnTo>
                  <a:pt x="0" y="164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8" name=""/>
          <p:cNvSpPr/>
          <p:nvPr/>
        </p:nvSpPr>
        <p:spPr>
          <a:xfrm>
            <a:off x="2139840" y="4448160"/>
            <a:ext cx="39240" cy="57240"/>
          </a:xfrm>
          <a:custGeom>
            <a:avLst/>
            <a:gdLst/>
            <a:ahLst/>
            <a:rect l="0" t="0" r="r" b="b"/>
            <a:pathLst>
              <a:path w="109" h="159">
                <a:moveTo>
                  <a:pt x="0" y="159"/>
                </a:moveTo>
                <a:lnTo>
                  <a:pt x="109" y="0"/>
                </a:lnTo>
                <a:lnTo>
                  <a:pt x="106" y="0"/>
                </a:lnTo>
                <a:lnTo>
                  <a:pt x="0" y="154"/>
                </a:lnTo>
                <a:lnTo>
                  <a:pt x="0" y="159"/>
                </a:lnTo>
                <a:close/>
              </a:path>
            </a:pathLst>
          </a:custGeom>
          <a:solidFill>
            <a:srgbClr val="e7e7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9" name=""/>
          <p:cNvSpPr/>
          <p:nvPr/>
        </p:nvSpPr>
        <p:spPr>
          <a:xfrm>
            <a:off x="2139840" y="4448160"/>
            <a:ext cx="38160" cy="55440"/>
          </a:xfrm>
          <a:custGeom>
            <a:avLst/>
            <a:gdLst/>
            <a:ahLst/>
            <a:rect l="0" t="0" r="r" b="b"/>
            <a:pathLst>
              <a:path w="106" h="154">
                <a:moveTo>
                  <a:pt x="0" y="154"/>
                </a:moveTo>
                <a:lnTo>
                  <a:pt x="106" y="0"/>
                </a:lnTo>
                <a:lnTo>
                  <a:pt x="102" y="0"/>
                </a:lnTo>
                <a:lnTo>
                  <a:pt x="0" y="149"/>
                </a:lnTo>
                <a:lnTo>
                  <a:pt x="0" y="154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0" name=""/>
          <p:cNvSpPr/>
          <p:nvPr/>
        </p:nvSpPr>
        <p:spPr>
          <a:xfrm>
            <a:off x="2139840" y="4448160"/>
            <a:ext cx="36720" cy="53640"/>
          </a:xfrm>
          <a:custGeom>
            <a:avLst/>
            <a:gdLst/>
            <a:ahLst/>
            <a:rect l="0" t="0" r="r" b="b"/>
            <a:pathLst>
              <a:path w="102" h="149">
                <a:moveTo>
                  <a:pt x="0" y="149"/>
                </a:moveTo>
                <a:lnTo>
                  <a:pt x="102" y="0"/>
                </a:lnTo>
                <a:lnTo>
                  <a:pt x="99" y="0"/>
                </a:lnTo>
                <a:lnTo>
                  <a:pt x="0" y="144"/>
                </a:lnTo>
                <a:lnTo>
                  <a:pt x="0" y="149"/>
                </a:lnTo>
                <a:close/>
              </a:path>
            </a:pathLst>
          </a:custGeom>
          <a:solidFill>
            <a:srgbClr val="e9e9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1" name=""/>
          <p:cNvSpPr/>
          <p:nvPr/>
        </p:nvSpPr>
        <p:spPr>
          <a:xfrm>
            <a:off x="2139840" y="4448160"/>
            <a:ext cx="35640" cy="51840"/>
          </a:xfrm>
          <a:custGeom>
            <a:avLst/>
            <a:gdLst/>
            <a:ahLst/>
            <a:rect l="0" t="0" r="r" b="b"/>
            <a:pathLst>
              <a:path w="99" h="144">
                <a:moveTo>
                  <a:pt x="0" y="144"/>
                </a:moveTo>
                <a:lnTo>
                  <a:pt x="99" y="0"/>
                </a:lnTo>
                <a:lnTo>
                  <a:pt x="96" y="0"/>
                </a:lnTo>
                <a:lnTo>
                  <a:pt x="0" y="140"/>
                </a:lnTo>
                <a:lnTo>
                  <a:pt x="0" y="144"/>
                </a:lnTo>
                <a:close/>
              </a:path>
            </a:pathLst>
          </a:custGeom>
          <a:solidFill>
            <a:srgbClr val="ebeb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2" name=""/>
          <p:cNvSpPr/>
          <p:nvPr/>
        </p:nvSpPr>
        <p:spPr>
          <a:xfrm>
            <a:off x="2139840" y="4448160"/>
            <a:ext cx="34560" cy="50400"/>
          </a:xfrm>
          <a:custGeom>
            <a:avLst/>
            <a:gdLst/>
            <a:ahLst/>
            <a:rect l="0" t="0" r="r" b="b"/>
            <a:pathLst>
              <a:path w="96" h="140">
                <a:moveTo>
                  <a:pt x="0" y="140"/>
                </a:moveTo>
                <a:lnTo>
                  <a:pt x="96" y="0"/>
                </a:lnTo>
                <a:lnTo>
                  <a:pt x="92" y="0"/>
                </a:lnTo>
                <a:lnTo>
                  <a:pt x="0" y="135"/>
                </a:lnTo>
                <a:lnTo>
                  <a:pt x="0" y="140"/>
                </a:lnTo>
                <a:close/>
              </a:path>
            </a:pathLst>
          </a:custGeom>
          <a:solidFill>
            <a:srgbClr val="ecec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3" name=""/>
          <p:cNvSpPr/>
          <p:nvPr/>
        </p:nvSpPr>
        <p:spPr>
          <a:xfrm>
            <a:off x="2139840" y="4448160"/>
            <a:ext cx="33120" cy="48600"/>
          </a:xfrm>
          <a:custGeom>
            <a:avLst/>
            <a:gdLst/>
            <a:ahLst/>
            <a:rect l="0" t="0" r="r" b="b"/>
            <a:pathLst>
              <a:path w="92" h="135">
                <a:moveTo>
                  <a:pt x="0" y="135"/>
                </a:moveTo>
                <a:lnTo>
                  <a:pt x="92" y="0"/>
                </a:lnTo>
                <a:lnTo>
                  <a:pt x="89" y="0"/>
                </a:lnTo>
                <a:lnTo>
                  <a:pt x="0" y="130"/>
                </a:lnTo>
                <a:lnTo>
                  <a:pt x="0" y="135"/>
                </a:lnTo>
                <a:close/>
              </a:path>
            </a:pathLst>
          </a:custGeom>
          <a:solidFill>
            <a:srgbClr val="eded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4" name=""/>
          <p:cNvSpPr/>
          <p:nvPr/>
        </p:nvSpPr>
        <p:spPr>
          <a:xfrm>
            <a:off x="2139840" y="4448160"/>
            <a:ext cx="32040" cy="46800"/>
          </a:xfrm>
          <a:custGeom>
            <a:avLst/>
            <a:gdLst/>
            <a:ahLst/>
            <a:rect l="0" t="0" r="r" b="b"/>
            <a:pathLst>
              <a:path w="89" h="130">
                <a:moveTo>
                  <a:pt x="0" y="130"/>
                </a:moveTo>
                <a:lnTo>
                  <a:pt x="89" y="0"/>
                </a:lnTo>
                <a:lnTo>
                  <a:pt x="86" y="0"/>
                </a:lnTo>
                <a:lnTo>
                  <a:pt x="0" y="125"/>
                </a:lnTo>
                <a:lnTo>
                  <a:pt x="0" y="130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5" name=""/>
          <p:cNvSpPr/>
          <p:nvPr/>
        </p:nvSpPr>
        <p:spPr>
          <a:xfrm>
            <a:off x="2139840" y="4448160"/>
            <a:ext cx="30960" cy="45000"/>
          </a:xfrm>
          <a:custGeom>
            <a:avLst/>
            <a:gdLst/>
            <a:ahLst/>
            <a:rect l="0" t="0" r="r" b="b"/>
            <a:pathLst>
              <a:path w="86" h="125">
                <a:moveTo>
                  <a:pt x="0" y="125"/>
                </a:moveTo>
                <a:lnTo>
                  <a:pt x="86" y="0"/>
                </a:lnTo>
                <a:lnTo>
                  <a:pt x="83" y="0"/>
                </a:lnTo>
                <a:lnTo>
                  <a:pt x="0" y="120"/>
                </a:lnTo>
                <a:lnTo>
                  <a:pt x="0" y="125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6" name=""/>
          <p:cNvSpPr/>
          <p:nvPr/>
        </p:nvSpPr>
        <p:spPr>
          <a:xfrm>
            <a:off x="2139840" y="4448160"/>
            <a:ext cx="29880" cy="43200"/>
          </a:xfrm>
          <a:custGeom>
            <a:avLst/>
            <a:gdLst/>
            <a:ahLst/>
            <a:rect l="0" t="0" r="r" b="b"/>
            <a:pathLst>
              <a:path w="83" h="120">
                <a:moveTo>
                  <a:pt x="0" y="120"/>
                </a:moveTo>
                <a:lnTo>
                  <a:pt x="83" y="0"/>
                </a:lnTo>
                <a:lnTo>
                  <a:pt x="79" y="0"/>
                </a:lnTo>
                <a:lnTo>
                  <a:pt x="0" y="116"/>
                </a:lnTo>
                <a:lnTo>
                  <a:pt x="0" y="120"/>
                </a:lnTo>
                <a:close/>
              </a:path>
            </a:pathLst>
          </a:custGeom>
          <a:solidFill>
            <a:srgbClr val="f1f1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7" name=""/>
          <p:cNvSpPr/>
          <p:nvPr/>
        </p:nvSpPr>
        <p:spPr>
          <a:xfrm>
            <a:off x="2139840" y="4448160"/>
            <a:ext cx="28440" cy="41760"/>
          </a:xfrm>
          <a:custGeom>
            <a:avLst/>
            <a:gdLst/>
            <a:ahLst/>
            <a:rect l="0" t="0" r="r" b="b"/>
            <a:pathLst>
              <a:path w="79" h="116">
                <a:moveTo>
                  <a:pt x="0" y="116"/>
                </a:moveTo>
                <a:lnTo>
                  <a:pt x="79" y="0"/>
                </a:lnTo>
                <a:lnTo>
                  <a:pt x="76" y="0"/>
                </a:lnTo>
                <a:lnTo>
                  <a:pt x="0" y="111"/>
                </a:lnTo>
                <a:lnTo>
                  <a:pt x="0" y="116"/>
                </a:ln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8" name=""/>
          <p:cNvSpPr/>
          <p:nvPr/>
        </p:nvSpPr>
        <p:spPr>
          <a:xfrm>
            <a:off x="2139840" y="4448160"/>
            <a:ext cx="27360" cy="39960"/>
          </a:xfrm>
          <a:custGeom>
            <a:avLst/>
            <a:gdLst/>
            <a:ahLst/>
            <a:rect l="0" t="0" r="r" b="b"/>
            <a:pathLst>
              <a:path w="76" h="111">
                <a:moveTo>
                  <a:pt x="0" y="111"/>
                </a:moveTo>
                <a:lnTo>
                  <a:pt x="76" y="0"/>
                </a:lnTo>
                <a:lnTo>
                  <a:pt x="73" y="0"/>
                </a:lnTo>
                <a:lnTo>
                  <a:pt x="0" y="106"/>
                </a:lnTo>
                <a:lnTo>
                  <a:pt x="0" y="111"/>
                </a:lnTo>
                <a:close/>
              </a:path>
            </a:pathLst>
          </a:custGeom>
          <a:solidFill>
            <a:srgbClr val="f3f3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9" name=""/>
          <p:cNvSpPr/>
          <p:nvPr/>
        </p:nvSpPr>
        <p:spPr>
          <a:xfrm>
            <a:off x="2139840" y="4448160"/>
            <a:ext cx="26280" cy="38160"/>
          </a:xfrm>
          <a:custGeom>
            <a:avLst/>
            <a:gdLst/>
            <a:ahLst/>
            <a:rect l="0" t="0" r="r" b="b"/>
            <a:pathLst>
              <a:path w="73" h="106">
                <a:moveTo>
                  <a:pt x="0" y="106"/>
                </a:moveTo>
                <a:lnTo>
                  <a:pt x="73" y="0"/>
                </a:lnTo>
                <a:lnTo>
                  <a:pt x="70" y="0"/>
                </a:lnTo>
                <a:lnTo>
                  <a:pt x="0" y="101"/>
                </a:lnTo>
                <a:lnTo>
                  <a:pt x="0" y="106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0" name=""/>
          <p:cNvSpPr/>
          <p:nvPr/>
        </p:nvSpPr>
        <p:spPr>
          <a:xfrm>
            <a:off x="2139840" y="4448160"/>
            <a:ext cx="25200" cy="36360"/>
          </a:xfrm>
          <a:custGeom>
            <a:avLst/>
            <a:gdLst/>
            <a:ahLst/>
            <a:rect l="0" t="0" r="r" b="b"/>
            <a:pathLst>
              <a:path w="70" h="101">
                <a:moveTo>
                  <a:pt x="0" y="101"/>
                </a:moveTo>
                <a:lnTo>
                  <a:pt x="70" y="0"/>
                </a:lnTo>
                <a:lnTo>
                  <a:pt x="66" y="0"/>
                </a:lnTo>
                <a:lnTo>
                  <a:pt x="0" y="96"/>
                </a:lnTo>
                <a:lnTo>
                  <a:pt x="0" y="101"/>
                </a:lnTo>
                <a:close/>
              </a:path>
            </a:pathLst>
          </a:custGeom>
          <a:solidFill>
            <a:srgbClr val="f6f6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1" name=""/>
          <p:cNvSpPr/>
          <p:nvPr/>
        </p:nvSpPr>
        <p:spPr>
          <a:xfrm>
            <a:off x="2139840" y="4448160"/>
            <a:ext cx="23760" cy="34560"/>
          </a:xfrm>
          <a:custGeom>
            <a:avLst/>
            <a:gdLst/>
            <a:ahLst/>
            <a:rect l="0" t="0" r="r" b="b"/>
            <a:pathLst>
              <a:path w="66" h="96">
                <a:moveTo>
                  <a:pt x="0" y="96"/>
                </a:moveTo>
                <a:lnTo>
                  <a:pt x="66" y="0"/>
                </a:lnTo>
                <a:lnTo>
                  <a:pt x="63" y="0"/>
                </a:lnTo>
                <a:lnTo>
                  <a:pt x="0" y="92"/>
                </a:lnTo>
                <a:lnTo>
                  <a:pt x="0" y="96"/>
                </a:lnTo>
                <a:close/>
              </a:path>
            </a:pathLst>
          </a:custGeom>
          <a:solidFill>
            <a:srgbClr val="f7f7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2" name=""/>
          <p:cNvSpPr/>
          <p:nvPr/>
        </p:nvSpPr>
        <p:spPr>
          <a:xfrm>
            <a:off x="2139840" y="4448160"/>
            <a:ext cx="22680" cy="33120"/>
          </a:xfrm>
          <a:custGeom>
            <a:avLst/>
            <a:gdLst/>
            <a:ahLst/>
            <a:rect l="0" t="0" r="r" b="b"/>
            <a:pathLst>
              <a:path w="63" h="92">
                <a:moveTo>
                  <a:pt x="0" y="92"/>
                </a:moveTo>
                <a:lnTo>
                  <a:pt x="63" y="0"/>
                </a:lnTo>
                <a:lnTo>
                  <a:pt x="60" y="0"/>
                </a:lnTo>
                <a:lnTo>
                  <a:pt x="0" y="87"/>
                </a:lnTo>
                <a:lnTo>
                  <a:pt x="0" y="92"/>
                </a:lnTo>
                <a:close/>
              </a:path>
            </a:pathLst>
          </a:custGeom>
          <a:solidFill>
            <a:srgbClr val="f8f8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3" name=""/>
          <p:cNvSpPr/>
          <p:nvPr/>
        </p:nvSpPr>
        <p:spPr>
          <a:xfrm>
            <a:off x="2139840" y="4448160"/>
            <a:ext cx="21600" cy="31320"/>
          </a:xfrm>
          <a:custGeom>
            <a:avLst/>
            <a:gdLst/>
            <a:ahLst/>
            <a:rect l="0" t="0" r="r" b="b"/>
            <a:pathLst>
              <a:path w="60" h="87">
                <a:moveTo>
                  <a:pt x="0" y="87"/>
                </a:moveTo>
                <a:lnTo>
                  <a:pt x="60" y="0"/>
                </a:lnTo>
                <a:lnTo>
                  <a:pt x="56" y="0"/>
                </a:lnTo>
                <a:lnTo>
                  <a:pt x="0" y="82"/>
                </a:lnTo>
                <a:lnTo>
                  <a:pt x="0" y="87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4" name=""/>
          <p:cNvSpPr/>
          <p:nvPr/>
        </p:nvSpPr>
        <p:spPr>
          <a:xfrm>
            <a:off x="2139840" y="4448160"/>
            <a:ext cx="20160" cy="29520"/>
          </a:xfrm>
          <a:custGeom>
            <a:avLst/>
            <a:gdLst/>
            <a:ahLst/>
            <a:rect l="0" t="0" r="r" b="b"/>
            <a:pathLst>
              <a:path w="56" h="82">
                <a:moveTo>
                  <a:pt x="0" y="82"/>
                </a:moveTo>
                <a:lnTo>
                  <a:pt x="56" y="0"/>
                </a:lnTo>
                <a:lnTo>
                  <a:pt x="53" y="0"/>
                </a:lnTo>
                <a:lnTo>
                  <a:pt x="0" y="76"/>
                </a:lnTo>
                <a:lnTo>
                  <a:pt x="0" y="82"/>
                </a:lnTo>
                <a:close/>
              </a:path>
            </a:pathLst>
          </a:custGeom>
          <a:solidFill>
            <a:srgbClr val="fbfb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5" name=""/>
          <p:cNvSpPr/>
          <p:nvPr/>
        </p:nvSpPr>
        <p:spPr>
          <a:xfrm>
            <a:off x="2139840" y="4448160"/>
            <a:ext cx="19080" cy="27720"/>
          </a:xfrm>
          <a:custGeom>
            <a:avLst/>
            <a:gdLst/>
            <a:ahLst/>
            <a:rect l="0" t="0" r="r" b="b"/>
            <a:pathLst>
              <a:path w="53" h="77">
                <a:moveTo>
                  <a:pt x="0" y="77"/>
                </a:moveTo>
                <a:lnTo>
                  <a:pt x="53" y="0"/>
                </a:lnTo>
                <a:lnTo>
                  <a:pt x="50" y="0"/>
                </a:lnTo>
                <a:lnTo>
                  <a:pt x="0" y="72"/>
                </a:lnTo>
                <a:lnTo>
                  <a:pt x="0" y="77"/>
                </a:lnTo>
                <a:close/>
              </a:path>
            </a:pathLst>
          </a:custGeom>
          <a:solidFill>
            <a:srgbClr val="fcfc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6" name=""/>
          <p:cNvSpPr/>
          <p:nvPr/>
        </p:nvSpPr>
        <p:spPr>
          <a:xfrm>
            <a:off x="2139840" y="4448160"/>
            <a:ext cx="18000" cy="25920"/>
          </a:xfrm>
          <a:custGeom>
            <a:avLst/>
            <a:gdLst/>
            <a:ahLst/>
            <a:rect l="0" t="0" r="r" b="b"/>
            <a:pathLst>
              <a:path w="50" h="72">
                <a:moveTo>
                  <a:pt x="0" y="72"/>
                </a:moveTo>
                <a:lnTo>
                  <a:pt x="50" y="0"/>
                </a:lnTo>
                <a:lnTo>
                  <a:pt x="47" y="0"/>
                </a:lnTo>
                <a:lnTo>
                  <a:pt x="0" y="68"/>
                </a:lnTo>
                <a:lnTo>
                  <a:pt x="0" y="72"/>
                </a:lnTo>
                <a:close/>
              </a:path>
            </a:pathLst>
          </a:custGeom>
          <a:solidFill>
            <a:srgbClr val="fefe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7" name=""/>
          <p:cNvSpPr/>
          <p:nvPr/>
        </p:nvSpPr>
        <p:spPr>
          <a:xfrm>
            <a:off x="2139840" y="4448160"/>
            <a:ext cx="16920" cy="24480"/>
          </a:xfrm>
          <a:custGeom>
            <a:avLst/>
            <a:gdLst/>
            <a:ahLst/>
            <a:rect l="0" t="0" r="r" b="b"/>
            <a:pathLst>
              <a:path w="47" h="68">
                <a:moveTo>
                  <a:pt x="0" y="68"/>
                </a:moveTo>
                <a:lnTo>
                  <a:pt x="47" y="0"/>
                </a:lnTo>
                <a:lnTo>
                  <a:pt x="43" y="0"/>
                </a:lnTo>
                <a:lnTo>
                  <a:pt x="0" y="63"/>
                </a:lnTo>
                <a:lnTo>
                  <a:pt x="0" y="68"/>
                </a:lnTo>
                <a:close/>
              </a:path>
            </a:pathLst>
          </a:custGeom>
          <a:solidFill>
            <a:srgbClr val="fefe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8" name=""/>
          <p:cNvSpPr/>
          <p:nvPr/>
        </p:nvSpPr>
        <p:spPr>
          <a:xfrm>
            <a:off x="2139840" y="4448160"/>
            <a:ext cx="15480" cy="22680"/>
          </a:xfrm>
          <a:custGeom>
            <a:avLst/>
            <a:gdLst/>
            <a:ahLst/>
            <a:rect l="0" t="0" r="r" b="b"/>
            <a:pathLst>
              <a:path w="43" h="63">
                <a:moveTo>
                  <a:pt x="0" y="63"/>
                </a:moveTo>
                <a:lnTo>
                  <a:pt x="43" y="0"/>
                </a:lnTo>
                <a:lnTo>
                  <a:pt x="39" y="0"/>
                </a:lnTo>
                <a:lnTo>
                  <a:pt x="0" y="58"/>
                </a:lnTo>
                <a:lnTo>
                  <a:pt x="0" y="6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9" name=""/>
          <p:cNvSpPr/>
          <p:nvPr/>
        </p:nvSpPr>
        <p:spPr>
          <a:xfrm>
            <a:off x="2139840" y="4448160"/>
            <a:ext cx="14400" cy="20880"/>
          </a:xfrm>
          <a:custGeom>
            <a:avLst/>
            <a:gdLst/>
            <a:ahLst/>
            <a:rect l="0" t="0" r="r" b="b"/>
            <a:pathLst>
              <a:path w="40" h="58">
                <a:moveTo>
                  <a:pt x="0" y="58"/>
                </a:moveTo>
                <a:lnTo>
                  <a:pt x="40" y="0"/>
                </a:lnTo>
                <a:lnTo>
                  <a:pt x="27" y="0"/>
                </a:lnTo>
                <a:lnTo>
                  <a:pt x="0" y="38"/>
                </a:lnTo>
                <a:lnTo>
                  <a:pt x="0" y="5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0" name=""/>
          <p:cNvSpPr/>
          <p:nvPr/>
        </p:nvSpPr>
        <p:spPr>
          <a:xfrm>
            <a:off x="2139840" y="4448160"/>
            <a:ext cx="9720" cy="14040"/>
          </a:xfrm>
          <a:custGeom>
            <a:avLst/>
            <a:gdLst/>
            <a:ahLst/>
            <a:rect l="0" t="0" r="r" b="b"/>
            <a:pathLst>
              <a:path w="27" h="39">
                <a:moveTo>
                  <a:pt x="0" y="39"/>
                </a:moveTo>
                <a:lnTo>
                  <a:pt x="27" y="0"/>
                </a:lnTo>
                <a:lnTo>
                  <a:pt x="0" y="0"/>
                </a:lnTo>
                <a:lnTo>
                  <a:pt x="0" y="3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1" name=""/>
          <p:cNvSpPr txBox="1"/>
          <p:nvPr/>
        </p:nvSpPr>
        <p:spPr>
          <a:xfrm>
            <a:off x="2709720" y="4146840"/>
            <a:ext cx="433188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6b7280"/>
                </a:solidFill>
                <a:latin typeface="Arial"/>
                <a:ea typeface="Arial"/>
              </a:rPr>
              <a:t>Techniekagnostisch: het bericht ligt vast, de techniek is een keuze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2" name=""/>
          <p:cNvSpPr/>
          <p:nvPr/>
        </p:nvSpPr>
        <p:spPr>
          <a:xfrm>
            <a:off x="3652560" y="4395600"/>
            <a:ext cx="1010160" cy="305280"/>
          </a:xfrm>
          <a:custGeom>
            <a:avLst/>
            <a:gdLst/>
            <a:ahLst/>
            <a:rect l="0" t="0" r="r" b="b"/>
            <a:pathLst>
              <a:path w="2806" h="848">
                <a:moveTo>
                  <a:pt x="0" y="424"/>
                </a:moveTo>
                <a:cubicBezTo>
                  <a:pt x="0" y="397"/>
                  <a:pt x="3" y="369"/>
                  <a:pt x="8" y="342"/>
                </a:cubicBezTo>
                <a:cubicBezTo>
                  <a:pt x="14" y="315"/>
                  <a:pt x="22" y="288"/>
                  <a:pt x="32" y="262"/>
                </a:cubicBezTo>
                <a:cubicBezTo>
                  <a:pt x="43" y="237"/>
                  <a:pt x="56" y="212"/>
                  <a:pt x="72" y="189"/>
                </a:cubicBezTo>
                <a:cubicBezTo>
                  <a:pt x="87" y="166"/>
                  <a:pt x="105" y="145"/>
                  <a:pt x="124" y="125"/>
                </a:cubicBezTo>
                <a:cubicBezTo>
                  <a:pt x="144" y="105"/>
                  <a:pt x="165" y="88"/>
                  <a:pt x="188" y="72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7" y="22"/>
                  <a:pt x="314" y="14"/>
                  <a:pt x="341" y="8"/>
                </a:cubicBezTo>
                <a:cubicBezTo>
                  <a:pt x="368" y="3"/>
                  <a:pt x="396" y="0"/>
                  <a:pt x="424" y="0"/>
                </a:cubicBezTo>
                <a:lnTo>
                  <a:pt x="2382" y="0"/>
                </a:lnTo>
                <a:cubicBezTo>
                  <a:pt x="2409" y="0"/>
                  <a:pt x="2437" y="3"/>
                  <a:pt x="2464" y="8"/>
                </a:cubicBezTo>
                <a:cubicBezTo>
                  <a:pt x="2492" y="14"/>
                  <a:pt x="2519" y="22"/>
                  <a:pt x="2545" y="32"/>
                </a:cubicBezTo>
                <a:cubicBezTo>
                  <a:pt x="2570" y="43"/>
                  <a:pt x="2595" y="56"/>
                  <a:pt x="2618" y="72"/>
                </a:cubicBezTo>
                <a:cubicBezTo>
                  <a:pt x="2641" y="88"/>
                  <a:pt x="2662" y="105"/>
                  <a:pt x="2682" y="125"/>
                </a:cubicBezTo>
                <a:cubicBezTo>
                  <a:pt x="2702" y="145"/>
                  <a:pt x="2719" y="166"/>
                  <a:pt x="2735" y="189"/>
                </a:cubicBezTo>
                <a:cubicBezTo>
                  <a:pt x="2750" y="212"/>
                  <a:pt x="2763" y="237"/>
                  <a:pt x="2774" y="262"/>
                </a:cubicBezTo>
                <a:cubicBezTo>
                  <a:pt x="2784" y="288"/>
                  <a:pt x="2792" y="315"/>
                  <a:pt x="2798" y="342"/>
                </a:cubicBezTo>
                <a:cubicBezTo>
                  <a:pt x="2803" y="369"/>
                  <a:pt x="2806" y="397"/>
                  <a:pt x="2806" y="424"/>
                </a:cubicBezTo>
                <a:cubicBezTo>
                  <a:pt x="2806" y="452"/>
                  <a:pt x="2803" y="480"/>
                  <a:pt x="2798" y="507"/>
                </a:cubicBezTo>
                <a:cubicBezTo>
                  <a:pt x="2792" y="534"/>
                  <a:pt x="2784" y="561"/>
                  <a:pt x="2774" y="586"/>
                </a:cubicBezTo>
                <a:cubicBezTo>
                  <a:pt x="2763" y="612"/>
                  <a:pt x="2750" y="636"/>
                  <a:pt x="2735" y="660"/>
                </a:cubicBezTo>
                <a:cubicBezTo>
                  <a:pt x="2719" y="683"/>
                  <a:pt x="2702" y="704"/>
                  <a:pt x="2682" y="724"/>
                </a:cubicBezTo>
                <a:cubicBezTo>
                  <a:pt x="2662" y="743"/>
                  <a:pt x="2641" y="761"/>
                  <a:pt x="2618" y="776"/>
                </a:cubicBezTo>
                <a:cubicBezTo>
                  <a:pt x="2595" y="792"/>
                  <a:pt x="2570" y="805"/>
                  <a:pt x="2545" y="815"/>
                </a:cubicBezTo>
                <a:cubicBezTo>
                  <a:pt x="2519" y="826"/>
                  <a:pt x="2492" y="834"/>
                  <a:pt x="2464" y="840"/>
                </a:cubicBezTo>
                <a:cubicBezTo>
                  <a:pt x="2437" y="845"/>
                  <a:pt x="2409" y="848"/>
                  <a:pt x="2382" y="848"/>
                </a:cubicBezTo>
                <a:lnTo>
                  <a:pt x="424" y="848"/>
                </a:lnTo>
                <a:cubicBezTo>
                  <a:pt x="396" y="848"/>
                  <a:pt x="368" y="845"/>
                  <a:pt x="341" y="840"/>
                </a:cubicBezTo>
                <a:cubicBezTo>
                  <a:pt x="314" y="834"/>
                  <a:pt x="287" y="826"/>
                  <a:pt x="262" y="815"/>
                </a:cubicBezTo>
                <a:cubicBezTo>
                  <a:pt x="236" y="805"/>
                  <a:pt x="212" y="792"/>
                  <a:pt x="188" y="776"/>
                </a:cubicBezTo>
                <a:cubicBezTo>
                  <a:pt x="165" y="761"/>
                  <a:pt x="144" y="743"/>
                  <a:pt x="124" y="724"/>
                </a:cubicBezTo>
                <a:cubicBezTo>
                  <a:pt x="105" y="704"/>
                  <a:pt x="87" y="683"/>
                  <a:pt x="72" y="660"/>
                </a:cubicBezTo>
                <a:cubicBezTo>
                  <a:pt x="56" y="636"/>
                  <a:pt x="43" y="612"/>
                  <a:pt x="32" y="586"/>
                </a:cubicBezTo>
                <a:cubicBezTo>
                  <a:pt x="22" y="561"/>
                  <a:pt x="14" y="534"/>
                  <a:pt x="8" y="507"/>
                </a:cubicBezTo>
                <a:cubicBezTo>
                  <a:pt x="3" y="480"/>
                  <a:pt x="0" y="452"/>
                  <a:pt x="0" y="42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3" name=""/>
          <p:cNvSpPr/>
          <p:nvPr/>
        </p:nvSpPr>
        <p:spPr>
          <a:xfrm>
            <a:off x="3652560" y="4395600"/>
            <a:ext cx="1010160" cy="305280"/>
          </a:xfrm>
          <a:custGeom>
            <a:avLst/>
            <a:gdLst/>
            <a:ahLst/>
            <a:rect l="0" t="0" r="r" b="b"/>
            <a:pathLst>
              <a:path w="2806" h="848">
                <a:moveTo>
                  <a:pt x="0" y="424"/>
                </a:moveTo>
                <a:cubicBezTo>
                  <a:pt x="0" y="397"/>
                  <a:pt x="3" y="369"/>
                  <a:pt x="8" y="342"/>
                </a:cubicBezTo>
                <a:cubicBezTo>
                  <a:pt x="14" y="315"/>
                  <a:pt x="22" y="288"/>
                  <a:pt x="32" y="262"/>
                </a:cubicBezTo>
                <a:cubicBezTo>
                  <a:pt x="43" y="237"/>
                  <a:pt x="56" y="212"/>
                  <a:pt x="72" y="189"/>
                </a:cubicBezTo>
                <a:cubicBezTo>
                  <a:pt x="87" y="166"/>
                  <a:pt x="105" y="145"/>
                  <a:pt x="124" y="125"/>
                </a:cubicBezTo>
                <a:cubicBezTo>
                  <a:pt x="144" y="105"/>
                  <a:pt x="165" y="88"/>
                  <a:pt x="188" y="72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7" y="22"/>
                  <a:pt x="314" y="14"/>
                  <a:pt x="341" y="8"/>
                </a:cubicBezTo>
                <a:cubicBezTo>
                  <a:pt x="368" y="3"/>
                  <a:pt x="396" y="0"/>
                  <a:pt x="424" y="0"/>
                </a:cubicBezTo>
                <a:lnTo>
                  <a:pt x="2382" y="0"/>
                </a:lnTo>
                <a:cubicBezTo>
                  <a:pt x="2409" y="0"/>
                  <a:pt x="2437" y="3"/>
                  <a:pt x="2464" y="8"/>
                </a:cubicBezTo>
                <a:cubicBezTo>
                  <a:pt x="2492" y="14"/>
                  <a:pt x="2519" y="22"/>
                  <a:pt x="2545" y="32"/>
                </a:cubicBezTo>
                <a:cubicBezTo>
                  <a:pt x="2570" y="43"/>
                  <a:pt x="2595" y="56"/>
                  <a:pt x="2618" y="72"/>
                </a:cubicBezTo>
                <a:cubicBezTo>
                  <a:pt x="2641" y="88"/>
                  <a:pt x="2662" y="105"/>
                  <a:pt x="2682" y="125"/>
                </a:cubicBezTo>
                <a:cubicBezTo>
                  <a:pt x="2702" y="145"/>
                  <a:pt x="2719" y="166"/>
                  <a:pt x="2735" y="189"/>
                </a:cubicBezTo>
                <a:cubicBezTo>
                  <a:pt x="2750" y="212"/>
                  <a:pt x="2763" y="237"/>
                  <a:pt x="2774" y="262"/>
                </a:cubicBezTo>
                <a:cubicBezTo>
                  <a:pt x="2784" y="288"/>
                  <a:pt x="2792" y="315"/>
                  <a:pt x="2798" y="342"/>
                </a:cubicBezTo>
                <a:cubicBezTo>
                  <a:pt x="2803" y="369"/>
                  <a:pt x="2806" y="397"/>
                  <a:pt x="2806" y="424"/>
                </a:cubicBezTo>
                <a:cubicBezTo>
                  <a:pt x="2806" y="452"/>
                  <a:pt x="2803" y="480"/>
                  <a:pt x="2798" y="507"/>
                </a:cubicBezTo>
                <a:cubicBezTo>
                  <a:pt x="2792" y="534"/>
                  <a:pt x="2784" y="561"/>
                  <a:pt x="2774" y="586"/>
                </a:cubicBezTo>
                <a:cubicBezTo>
                  <a:pt x="2763" y="612"/>
                  <a:pt x="2750" y="636"/>
                  <a:pt x="2735" y="660"/>
                </a:cubicBezTo>
                <a:cubicBezTo>
                  <a:pt x="2719" y="683"/>
                  <a:pt x="2702" y="704"/>
                  <a:pt x="2682" y="724"/>
                </a:cubicBezTo>
                <a:cubicBezTo>
                  <a:pt x="2662" y="743"/>
                  <a:pt x="2641" y="761"/>
                  <a:pt x="2618" y="776"/>
                </a:cubicBezTo>
                <a:cubicBezTo>
                  <a:pt x="2595" y="792"/>
                  <a:pt x="2570" y="805"/>
                  <a:pt x="2545" y="815"/>
                </a:cubicBezTo>
                <a:cubicBezTo>
                  <a:pt x="2519" y="826"/>
                  <a:pt x="2492" y="834"/>
                  <a:pt x="2464" y="840"/>
                </a:cubicBezTo>
                <a:cubicBezTo>
                  <a:pt x="2437" y="845"/>
                  <a:pt x="2409" y="848"/>
                  <a:pt x="2382" y="848"/>
                </a:cubicBezTo>
                <a:lnTo>
                  <a:pt x="424" y="848"/>
                </a:lnTo>
                <a:cubicBezTo>
                  <a:pt x="396" y="848"/>
                  <a:pt x="368" y="845"/>
                  <a:pt x="341" y="840"/>
                </a:cubicBezTo>
                <a:cubicBezTo>
                  <a:pt x="314" y="834"/>
                  <a:pt x="287" y="826"/>
                  <a:pt x="262" y="815"/>
                </a:cubicBezTo>
                <a:cubicBezTo>
                  <a:pt x="236" y="805"/>
                  <a:pt x="212" y="792"/>
                  <a:pt x="188" y="776"/>
                </a:cubicBezTo>
                <a:cubicBezTo>
                  <a:pt x="165" y="761"/>
                  <a:pt x="144" y="743"/>
                  <a:pt x="124" y="724"/>
                </a:cubicBezTo>
                <a:cubicBezTo>
                  <a:pt x="105" y="704"/>
                  <a:pt x="87" y="683"/>
                  <a:pt x="72" y="660"/>
                </a:cubicBezTo>
                <a:cubicBezTo>
                  <a:pt x="56" y="636"/>
                  <a:pt x="43" y="612"/>
                  <a:pt x="32" y="586"/>
                </a:cubicBezTo>
                <a:cubicBezTo>
                  <a:pt x="22" y="561"/>
                  <a:pt x="14" y="534"/>
                  <a:pt x="8" y="507"/>
                </a:cubicBezTo>
                <a:cubicBezTo>
                  <a:pt x="3" y="480"/>
                  <a:pt x="0" y="452"/>
                  <a:pt x="0" y="424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4" name=""/>
          <p:cNvSpPr/>
          <p:nvPr/>
        </p:nvSpPr>
        <p:spPr>
          <a:xfrm>
            <a:off x="3781440" y="4448160"/>
            <a:ext cx="179280" cy="200880"/>
          </a:xfrm>
          <a:custGeom>
            <a:avLst/>
            <a:gdLst/>
            <a:ahLst/>
            <a:rect l="0" t="0" r="r" b="b"/>
            <a:pathLst>
              <a:path w="498" h="558">
                <a:moveTo>
                  <a:pt x="297" y="63"/>
                </a:moveTo>
                <a:lnTo>
                  <a:pt x="412" y="130"/>
                </a:lnTo>
                <a:cubicBezTo>
                  <a:pt x="415" y="126"/>
                  <a:pt x="419" y="123"/>
                  <a:pt x="423" y="121"/>
                </a:cubicBezTo>
                <a:cubicBezTo>
                  <a:pt x="447" y="107"/>
                  <a:pt x="477" y="115"/>
                  <a:pt x="491" y="139"/>
                </a:cubicBezTo>
                <a:cubicBezTo>
                  <a:pt x="505" y="163"/>
                  <a:pt x="497" y="194"/>
                  <a:pt x="473" y="208"/>
                </a:cubicBezTo>
                <a:cubicBezTo>
                  <a:pt x="469" y="210"/>
                  <a:pt x="464" y="212"/>
                  <a:pt x="460" y="213"/>
                </a:cubicBezTo>
                <a:lnTo>
                  <a:pt x="460" y="346"/>
                </a:lnTo>
                <a:cubicBezTo>
                  <a:pt x="464" y="347"/>
                  <a:pt x="469" y="349"/>
                  <a:pt x="473" y="351"/>
                </a:cubicBezTo>
                <a:cubicBezTo>
                  <a:pt x="497" y="365"/>
                  <a:pt x="505" y="395"/>
                  <a:pt x="491" y="419"/>
                </a:cubicBezTo>
                <a:cubicBezTo>
                  <a:pt x="477" y="443"/>
                  <a:pt x="447" y="451"/>
                  <a:pt x="423" y="437"/>
                </a:cubicBezTo>
                <a:cubicBezTo>
                  <a:pt x="418" y="434"/>
                  <a:pt x="414" y="431"/>
                  <a:pt x="411" y="427"/>
                </a:cubicBezTo>
                <a:lnTo>
                  <a:pt x="297" y="493"/>
                </a:lnTo>
                <a:cubicBezTo>
                  <a:pt x="298" y="498"/>
                  <a:pt x="299" y="503"/>
                  <a:pt x="299" y="509"/>
                </a:cubicBezTo>
                <a:cubicBezTo>
                  <a:pt x="299" y="536"/>
                  <a:pt x="277" y="558"/>
                  <a:pt x="250" y="558"/>
                </a:cubicBezTo>
                <a:cubicBezTo>
                  <a:pt x="222" y="558"/>
                  <a:pt x="200" y="536"/>
                  <a:pt x="200" y="509"/>
                </a:cubicBezTo>
                <a:cubicBezTo>
                  <a:pt x="200" y="504"/>
                  <a:pt x="201" y="499"/>
                  <a:pt x="202" y="495"/>
                </a:cubicBezTo>
                <a:lnTo>
                  <a:pt x="86" y="428"/>
                </a:lnTo>
                <a:cubicBezTo>
                  <a:pt x="83" y="432"/>
                  <a:pt x="79" y="435"/>
                  <a:pt x="75" y="437"/>
                </a:cubicBezTo>
                <a:cubicBezTo>
                  <a:pt x="51" y="451"/>
                  <a:pt x="21" y="443"/>
                  <a:pt x="7" y="419"/>
                </a:cubicBezTo>
                <a:cubicBezTo>
                  <a:pt x="-7" y="395"/>
                  <a:pt x="2" y="365"/>
                  <a:pt x="25" y="351"/>
                </a:cubicBezTo>
                <a:cubicBezTo>
                  <a:pt x="29" y="349"/>
                  <a:pt x="34" y="347"/>
                  <a:pt x="38" y="346"/>
                </a:cubicBezTo>
                <a:lnTo>
                  <a:pt x="38" y="213"/>
                </a:lnTo>
                <a:cubicBezTo>
                  <a:pt x="34" y="212"/>
                  <a:pt x="29" y="210"/>
                  <a:pt x="25" y="208"/>
                </a:cubicBezTo>
                <a:cubicBezTo>
                  <a:pt x="1" y="194"/>
                  <a:pt x="-7" y="163"/>
                  <a:pt x="7" y="139"/>
                </a:cubicBezTo>
                <a:cubicBezTo>
                  <a:pt x="21" y="115"/>
                  <a:pt x="51" y="107"/>
                  <a:pt x="75" y="121"/>
                </a:cubicBezTo>
                <a:cubicBezTo>
                  <a:pt x="79" y="123"/>
                  <a:pt x="83" y="126"/>
                  <a:pt x="86" y="130"/>
                </a:cubicBezTo>
                <a:lnTo>
                  <a:pt x="202" y="63"/>
                </a:lnTo>
                <a:cubicBezTo>
                  <a:pt x="200" y="59"/>
                  <a:pt x="200" y="54"/>
                  <a:pt x="200" y="49"/>
                </a:cubicBezTo>
                <a:cubicBezTo>
                  <a:pt x="200" y="22"/>
                  <a:pt x="222" y="0"/>
                  <a:pt x="250" y="0"/>
                </a:cubicBezTo>
                <a:cubicBezTo>
                  <a:pt x="277" y="0"/>
                  <a:pt x="299" y="22"/>
                  <a:pt x="299" y="49"/>
                </a:cubicBezTo>
                <a:cubicBezTo>
                  <a:pt x="299" y="54"/>
                  <a:pt x="299" y="59"/>
                  <a:pt x="297" y="63"/>
                </a:cubicBezTo>
                <a:moveTo>
                  <a:pt x="285" y="84"/>
                </a:moveTo>
                <a:lnTo>
                  <a:pt x="400" y="150"/>
                </a:lnTo>
                <a:cubicBezTo>
                  <a:pt x="396" y="164"/>
                  <a:pt x="398" y="178"/>
                  <a:pt x="405" y="190"/>
                </a:cubicBezTo>
                <a:cubicBezTo>
                  <a:pt x="412" y="202"/>
                  <a:pt x="423" y="210"/>
                  <a:pt x="436" y="213"/>
                </a:cubicBezTo>
                <a:lnTo>
                  <a:pt x="436" y="346"/>
                </a:lnTo>
                <a:cubicBezTo>
                  <a:pt x="435" y="346"/>
                  <a:pt x="435" y="346"/>
                  <a:pt x="434" y="346"/>
                </a:cubicBezTo>
                <a:lnTo>
                  <a:pt x="284" y="85"/>
                </a:lnTo>
                <a:lnTo>
                  <a:pt x="285" y="84"/>
                </a:lnTo>
                <a:moveTo>
                  <a:pt x="215" y="85"/>
                </a:moveTo>
                <a:lnTo>
                  <a:pt x="64" y="346"/>
                </a:lnTo>
                <a:cubicBezTo>
                  <a:pt x="63" y="346"/>
                  <a:pt x="63" y="346"/>
                  <a:pt x="62" y="346"/>
                </a:cubicBezTo>
                <a:lnTo>
                  <a:pt x="62" y="213"/>
                </a:lnTo>
                <a:cubicBezTo>
                  <a:pt x="75" y="210"/>
                  <a:pt x="86" y="202"/>
                  <a:pt x="93" y="190"/>
                </a:cubicBezTo>
                <a:cubicBezTo>
                  <a:pt x="100" y="178"/>
                  <a:pt x="102" y="164"/>
                  <a:pt x="98" y="150"/>
                </a:cubicBezTo>
                <a:lnTo>
                  <a:pt x="214" y="84"/>
                </a:lnTo>
                <a:lnTo>
                  <a:pt x="215" y="85"/>
                </a:lnTo>
                <a:moveTo>
                  <a:pt x="263" y="97"/>
                </a:moveTo>
                <a:lnTo>
                  <a:pt x="414" y="358"/>
                </a:lnTo>
                <a:cubicBezTo>
                  <a:pt x="410" y="361"/>
                  <a:pt x="407" y="365"/>
                  <a:pt x="405" y="369"/>
                </a:cubicBezTo>
                <a:cubicBezTo>
                  <a:pt x="402" y="373"/>
                  <a:pt x="401" y="378"/>
                  <a:pt x="400" y="382"/>
                </a:cubicBezTo>
                <a:lnTo>
                  <a:pt x="99" y="382"/>
                </a:lnTo>
                <a:cubicBezTo>
                  <a:pt x="97" y="378"/>
                  <a:pt x="96" y="373"/>
                  <a:pt x="93" y="369"/>
                </a:cubicBezTo>
                <a:cubicBezTo>
                  <a:pt x="91" y="365"/>
                  <a:pt x="88" y="361"/>
                  <a:pt x="85" y="358"/>
                </a:cubicBezTo>
                <a:lnTo>
                  <a:pt x="236" y="97"/>
                </a:lnTo>
                <a:cubicBezTo>
                  <a:pt x="240" y="98"/>
                  <a:pt x="245" y="99"/>
                  <a:pt x="250" y="99"/>
                </a:cubicBezTo>
                <a:cubicBezTo>
                  <a:pt x="254" y="99"/>
                  <a:pt x="259" y="98"/>
                  <a:pt x="263" y="97"/>
                </a:cubicBezTo>
                <a:moveTo>
                  <a:pt x="286" y="475"/>
                </a:moveTo>
                <a:lnTo>
                  <a:pt x="401" y="409"/>
                </a:lnTo>
                <a:cubicBezTo>
                  <a:pt x="400" y="408"/>
                  <a:pt x="400" y="407"/>
                  <a:pt x="400" y="406"/>
                </a:cubicBezTo>
                <a:lnTo>
                  <a:pt x="98" y="406"/>
                </a:lnTo>
                <a:cubicBezTo>
                  <a:pt x="98" y="407"/>
                  <a:pt x="98" y="407"/>
                  <a:pt x="98" y="408"/>
                </a:cubicBezTo>
                <a:lnTo>
                  <a:pt x="214" y="474"/>
                </a:lnTo>
                <a:cubicBezTo>
                  <a:pt x="223" y="464"/>
                  <a:pt x="235" y="459"/>
                  <a:pt x="250" y="459"/>
                </a:cubicBezTo>
                <a:cubicBezTo>
                  <a:pt x="264" y="459"/>
                  <a:pt x="276" y="464"/>
                  <a:pt x="286" y="475"/>
                </a:cubicBezTo>
                <a:close/>
              </a:path>
            </a:pathLst>
          </a:custGeom>
          <a:solidFill>
            <a:srgbClr val="e535a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5" name=""/>
          <p:cNvSpPr txBox="1"/>
          <p:nvPr/>
        </p:nvSpPr>
        <p:spPr>
          <a:xfrm>
            <a:off x="2359080" y="4478040"/>
            <a:ext cx="120780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1b2a6b"/>
                </a:solidFill>
                <a:latin typeface="Arial"/>
                <a:ea typeface="Arial"/>
              </a:rPr>
              <a:t>REST en JSON, nu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6" name=""/>
          <p:cNvSpPr/>
          <p:nvPr/>
        </p:nvSpPr>
        <p:spPr>
          <a:xfrm>
            <a:off x="4767120" y="4395600"/>
            <a:ext cx="905040" cy="305280"/>
          </a:xfrm>
          <a:custGeom>
            <a:avLst/>
            <a:gdLst/>
            <a:ahLst/>
            <a:rect l="0" t="0" r="r" b="b"/>
            <a:pathLst>
              <a:path w="2514" h="848">
                <a:moveTo>
                  <a:pt x="0" y="424"/>
                </a:moveTo>
                <a:cubicBezTo>
                  <a:pt x="0" y="397"/>
                  <a:pt x="3" y="369"/>
                  <a:pt x="8" y="342"/>
                </a:cubicBezTo>
                <a:cubicBezTo>
                  <a:pt x="13" y="315"/>
                  <a:pt x="21" y="288"/>
                  <a:pt x="32" y="262"/>
                </a:cubicBezTo>
                <a:cubicBezTo>
                  <a:pt x="43" y="237"/>
                  <a:pt x="56" y="212"/>
                  <a:pt x="71" y="189"/>
                </a:cubicBezTo>
                <a:cubicBezTo>
                  <a:pt x="87" y="166"/>
                  <a:pt x="104" y="145"/>
                  <a:pt x="124" y="125"/>
                </a:cubicBezTo>
                <a:cubicBezTo>
                  <a:pt x="144" y="105"/>
                  <a:pt x="165" y="88"/>
                  <a:pt x="188" y="72"/>
                </a:cubicBezTo>
                <a:cubicBezTo>
                  <a:pt x="211" y="56"/>
                  <a:pt x="236" y="43"/>
                  <a:pt x="261" y="32"/>
                </a:cubicBezTo>
                <a:cubicBezTo>
                  <a:pt x="287" y="22"/>
                  <a:pt x="313" y="14"/>
                  <a:pt x="341" y="8"/>
                </a:cubicBezTo>
                <a:cubicBezTo>
                  <a:pt x="368" y="3"/>
                  <a:pt x="395" y="0"/>
                  <a:pt x="423" y="0"/>
                </a:cubicBezTo>
                <a:lnTo>
                  <a:pt x="2091" y="0"/>
                </a:lnTo>
                <a:cubicBezTo>
                  <a:pt x="2119" y="0"/>
                  <a:pt x="2146" y="3"/>
                  <a:pt x="2174" y="8"/>
                </a:cubicBezTo>
                <a:cubicBezTo>
                  <a:pt x="2201" y="14"/>
                  <a:pt x="2227" y="22"/>
                  <a:pt x="2253" y="32"/>
                </a:cubicBezTo>
                <a:cubicBezTo>
                  <a:pt x="2279" y="43"/>
                  <a:pt x="2303" y="56"/>
                  <a:pt x="2326" y="72"/>
                </a:cubicBezTo>
                <a:cubicBezTo>
                  <a:pt x="2349" y="88"/>
                  <a:pt x="2371" y="105"/>
                  <a:pt x="2390" y="125"/>
                </a:cubicBezTo>
                <a:cubicBezTo>
                  <a:pt x="2410" y="145"/>
                  <a:pt x="2428" y="166"/>
                  <a:pt x="2443" y="189"/>
                </a:cubicBezTo>
                <a:cubicBezTo>
                  <a:pt x="2459" y="212"/>
                  <a:pt x="2472" y="237"/>
                  <a:pt x="2482" y="262"/>
                </a:cubicBezTo>
                <a:cubicBezTo>
                  <a:pt x="2493" y="288"/>
                  <a:pt x="2501" y="315"/>
                  <a:pt x="2506" y="342"/>
                </a:cubicBezTo>
                <a:cubicBezTo>
                  <a:pt x="2512" y="369"/>
                  <a:pt x="2514" y="397"/>
                  <a:pt x="2514" y="424"/>
                </a:cubicBezTo>
                <a:cubicBezTo>
                  <a:pt x="2514" y="452"/>
                  <a:pt x="2512" y="480"/>
                  <a:pt x="2506" y="507"/>
                </a:cubicBezTo>
                <a:cubicBezTo>
                  <a:pt x="2501" y="534"/>
                  <a:pt x="2493" y="561"/>
                  <a:pt x="2482" y="586"/>
                </a:cubicBezTo>
                <a:cubicBezTo>
                  <a:pt x="2472" y="612"/>
                  <a:pt x="2459" y="636"/>
                  <a:pt x="2443" y="660"/>
                </a:cubicBezTo>
                <a:cubicBezTo>
                  <a:pt x="2428" y="683"/>
                  <a:pt x="2410" y="704"/>
                  <a:pt x="2390" y="724"/>
                </a:cubicBezTo>
                <a:cubicBezTo>
                  <a:pt x="2371" y="743"/>
                  <a:pt x="2349" y="761"/>
                  <a:pt x="2326" y="776"/>
                </a:cubicBezTo>
                <a:cubicBezTo>
                  <a:pt x="2303" y="792"/>
                  <a:pt x="2279" y="805"/>
                  <a:pt x="2253" y="815"/>
                </a:cubicBezTo>
                <a:cubicBezTo>
                  <a:pt x="2227" y="826"/>
                  <a:pt x="2201" y="834"/>
                  <a:pt x="2174" y="840"/>
                </a:cubicBezTo>
                <a:cubicBezTo>
                  <a:pt x="2146" y="845"/>
                  <a:pt x="2119" y="848"/>
                  <a:pt x="2091" y="848"/>
                </a:cubicBezTo>
                <a:lnTo>
                  <a:pt x="423" y="848"/>
                </a:lnTo>
                <a:cubicBezTo>
                  <a:pt x="395" y="848"/>
                  <a:pt x="368" y="845"/>
                  <a:pt x="341" y="840"/>
                </a:cubicBezTo>
                <a:cubicBezTo>
                  <a:pt x="313" y="834"/>
                  <a:pt x="287" y="826"/>
                  <a:pt x="261" y="815"/>
                </a:cubicBezTo>
                <a:cubicBezTo>
                  <a:pt x="236" y="805"/>
                  <a:pt x="211" y="792"/>
                  <a:pt x="188" y="776"/>
                </a:cubicBezTo>
                <a:cubicBezTo>
                  <a:pt x="165" y="761"/>
                  <a:pt x="144" y="743"/>
                  <a:pt x="124" y="724"/>
                </a:cubicBezTo>
                <a:cubicBezTo>
                  <a:pt x="104" y="704"/>
                  <a:pt x="87" y="683"/>
                  <a:pt x="71" y="660"/>
                </a:cubicBezTo>
                <a:cubicBezTo>
                  <a:pt x="56" y="636"/>
                  <a:pt x="43" y="612"/>
                  <a:pt x="32" y="586"/>
                </a:cubicBezTo>
                <a:cubicBezTo>
                  <a:pt x="21" y="561"/>
                  <a:pt x="13" y="534"/>
                  <a:pt x="8" y="507"/>
                </a:cubicBezTo>
                <a:cubicBezTo>
                  <a:pt x="3" y="480"/>
                  <a:pt x="0" y="452"/>
                  <a:pt x="0" y="42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7" name=""/>
          <p:cNvSpPr/>
          <p:nvPr/>
        </p:nvSpPr>
        <p:spPr>
          <a:xfrm>
            <a:off x="4767120" y="4395600"/>
            <a:ext cx="905040" cy="305280"/>
          </a:xfrm>
          <a:custGeom>
            <a:avLst/>
            <a:gdLst/>
            <a:ahLst/>
            <a:rect l="0" t="0" r="r" b="b"/>
            <a:pathLst>
              <a:path w="2514" h="848">
                <a:moveTo>
                  <a:pt x="0" y="424"/>
                </a:moveTo>
                <a:cubicBezTo>
                  <a:pt x="0" y="397"/>
                  <a:pt x="3" y="369"/>
                  <a:pt x="8" y="342"/>
                </a:cubicBezTo>
                <a:cubicBezTo>
                  <a:pt x="13" y="315"/>
                  <a:pt x="21" y="288"/>
                  <a:pt x="32" y="262"/>
                </a:cubicBezTo>
                <a:cubicBezTo>
                  <a:pt x="43" y="237"/>
                  <a:pt x="56" y="212"/>
                  <a:pt x="71" y="189"/>
                </a:cubicBezTo>
                <a:cubicBezTo>
                  <a:pt x="87" y="166"/>
                  <a:pt x="104" y="145"/>
                  <a:pt x="124" y="125"/>
                </a:cubicBezTo>
                <a:cubicBezTo>
                  <a:pt x="144" y="105"/>
                  <a:pt x="165" y="88"/>
                  <a:pt x="188" y="72"/>
                </a:cubicBezTo>
                <a:cubicBezTo>
                  <a:pt x="211" y="56"/>
                  <a:pt x="236" y="43"/>
                  <a:pt x="261" y="32"/>
                </a:cubicBezTo>
                <a:cubicBezTo>
                  <a:pt x="287" y="22"/>
                  <a:pt x="313" y="14"/>
                  <a:pt x="341" y="8"/>
                </a:cubicBezTo>
                <a:cubicBezTo>
                  <a:pt x="368" y="3"/>
                  <a:pt x="395" y="0"/>
                  <a:pt x="423" y="0"/>
                </a:cubicBezTo>
                <a:lnTo>
                  <a:pt x="2091" y="0"/>
                </a:lnTo>
                <a:cubicBezTo>
                  <a:pt x="2119" y="0"/>
                  <a:pt x="2146" y="3"/>
                  <a:pt x="2174" y="8"/>
                </a:cubicBezTo>
                <a:cubicBezTo>
                  <a:pt x="2201" y="14"/>
                  <a:pt x="2227" y="22"/>
                  <a:pt x="2253" y="32"/>
                </a:cubicBezTo>
                <a:cubicBezTo>
                  <a:pt x="2279" y="43"/>
                  <a:pt x="2303" y="56"/>
                  <a:pt x="2326" y="72"/>
                </a:cubicBezTo>
                <a:cubicBezTo>
                  <a:pt x="2349" y="88"/>
                  <a:pt x="2371" y="105"/>
                  <a:pt x="2390" y="125"/>
                </a:cubicBezTo>
                <a:cubicBezTo>
                  <a:pt x="2410" y="145"/>
                  <a:pt x="2428" y="166"/>
                  <a:pt x="2443" y="189"/>
                </a:cubicBezTo>
                <a:cubicBezTo>
                  <a:pt x="2459" y="212"/>
                  <a:pt x="2472" y="237"/>
                  <a:pt x="2482" y="262"/>
                </a:cubicBezTo>
                <a:cubicBezTo>
                  <a:pt x="2493" y="288"/>
                  <a:pt x="2501" y="315"/>
                  <a:pt x="2506" y="342"/>
                </a:cubicBezTo>
                <a:cubicBezTo>
                  <a:pt x="2512" y="369"/>
                  <a:pt x="2514" y="397"/>
                  <a:pt x="2514" y="424"/>
                </a:cubicBezTo>
                <a:cubicBezTo>
                  <a:pt x="2514" y="452"/>
                  <a:pt x="2512" y="480"/>
                  <a:pt x="2506" y="507"/>
                </a:cubicBezTo>
                <a:cubicBezTo>
                  <a:pt x="2501" y="534"/>
                  <a:pt x="2493" y="561"/>
                  <a:pt x="2482" y="586"/>
                </a:cubicBezTo>
                <a:cubicBezTo>
                  <a:pt x="2472" y="612"/>
                  <a:pt x="2459" y="636"/>
                  <a:pt x="2443" y="660"/>
                </a:cubicBezTo>
                <a:cubicBezTo>
                  <a:pt x="2428" y="683"/>
                  <a:pt x="2410" y="704"/>
                  <a:pt x="2390" y="724"/>
                </a:cubicBezTo>
                <a:cubicBezTo>
                  <a:pt x="2371" y="743"/>
                  <a:pt x="2349" y="761"/>
                  <a:pt x="2326" y="776"/>
                </a:cubicBezTo>
                <a:cubicBezTo>
                  <a:pt x="2303" y="792"/>
                  <a:pt x="2279" y="805"/>
                  <a:pt x="2253" y="815"/>
                </a:cubicBezTo>
                <a:cubicBezTo>
                  <a:pt x="2227" y="826"/>
                  <a:pt x="2201" y="834"/>
                  <a:pt x="2174" y="840"/>
                </a:cubicBezTo>
                <a:cubicBezTo>
                  <a:pt x="2146" y="845"/>
                  <a:pt x="2119" y="848"/>
                  <a:pt x="2091" y="848"/>
                </a:cubicBezTo>
                <a:lnTo>
                  <a:pt x="423" y="848"/>
                </a:lnTo>
                <a:cubicBezTo>
                  <a:pt x="395" y="848"/>
                  <a:pt x="368" y="845"/>
                  <a:pt x="341" y="840"/>
                </a:cubicBezTo>
                <a:cubicBezTo>
                  <a:pt x="313" y="834"/>
                  <a:pt x="287" y="826"/>
                  <a:pt x="261" y="815"/>
                </a:cubicBezTo>
                <a:cubicBezTo>
                  <a:pt x="236" y="805"/>
                  <a:pt x="211" y="792"/>
                  <a:pt x="188" y="776"/>
                </a:cubicBezTo>
                <a:cubicBezTo>
                  <a:pt x="165" y="761"/>
                  <a:pt x="144" y="743"/>
                  <a:pt x="124" y="724"/>
                </a:cubicBezTo>
                <a:cubicBezTo>
                  <a:pt x="104" y="704"/>
                  <a:pt x="87" y="683"/>
                  <a:pt x="71" y="660"/>
                </a:cubicBezTo>
                <a:cubicBezTo>
                  <a:pt x="56" y="636"/>
                  <a:pt x="43" y="612"/>
                  <a:pt x="32" y="586"/>
                </a:cubicBezTo>
                <a:cubicBezTo>
                  <a:pt x="21" y="561"/>
                  <a:pt x="13" y="534"/>
                  <a:pt x="8" y="507"/>
                </a:cubicBezTo>
                <a:cubicBezTo>
                  <a:pt x="3" y="480"/>
                  <a:pt x="0" y="452"/>
                  <a:pt x="0" y="424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8" name=""/>
          <p:cNvSpPr/>
          <p:nvPr/>
        </p:nvSpPr>
        <p:spPr>
          <a:xfrm>
            <a:off x="4929840" y="4460400"/>
            <a:ext cx="119880" cy="176400"/>
          </a:xfrm>
          <a:custGeom>
            <a:avLst/>
            <a:gdLst/>
            <a:ahLst/>
            <a:rect l="0" t="0" r="r" b="b"/>
            <a:pathLst>
              <a:path w="333" h="490">
                <a:moveTo>
                  <a:pt x="81" y="489"/>
                </a:moveTo>
                <a:cubicBezTo>
                  <a:pt x="73" y="485"/>
                  <a:pt x="69" y="479"/>
                  <a:pt x="71" y="470"/>
                </a:cubicBezTo>
                <a:lnTo>
                  <a:pt x="104" y="263"/>
                </a:lnTo>
                <a:lnTo>
                  <a:pt x="18" y="263"/>
                </a:lnTo>
                <a:cubicBezTo>
                  <a:pt x="16" y="263"/>
                  <a:pt x="13" y="263"/>
                  <a:pt x="10" y="262"/>
                </a:cubicBezTo>
                <a:cubicBezTo>
                  <a:pt x="8" y="261"/>
                  <a:pt x="6" y="259"/>
                  <a:pt x="4" y="257"/>
                </a:cubicBezTo>
                <a:cubicBezTo>
                  <a:pt x="3" y="255"/>
                  <a:pt x="1" y="252"/>
                  <a:pt x="1" y="250"/>
                </a:cubicBezTo>
                <a:cubicBezTo>
                  <a:pt x="0" y="247"/>
                  <a:pt x="0" y="244"/>
                  <a:pt x="1" y="242"/>
                </a:cubicBezTo>
                <a:lnTo>
                  <a:pt x="53" y="14"/>
                </a:lnTo>
                <a:cubicBezTo>
                  <a:pt x="54" y="10"/>
                  <a:pt x="56" y="7"/>
                  <a:pt x="60" y="4"/>
                </a:cubicBezTo>
                <a:cubicBezTo>
                  <a:pt x="63" y="2"/>
                  <a:pt x="66" y="0"/>
                  <a:pt x="71" y="0"/>
                </a:cubicBezTo>
                <a:lnTo>
                  <a:pt x="246" y="0"/>
                </a:lnTo>
                <a:cubicBezTo>
                  <a:pt x="252" y="0"/>
                  <a:pt x="256" y="3"/>
                  <a:pt x="260" y="7"/>
                </a:cubicBezTo>
                <a:cubicBezTo>
                  <a:pt x="263" y="11"/>
                  <a:pt x="264" y="16"/>
                  <a:pt x="263" y="22"/>
                </a:cubicBezTo>
                <a:lnTo>
                  <a:pt x="233" y="159"/>
                </a:lnTo>
                <a:lnTo>
                  <a:pt x="316" y="159"/>
                </a:lnTo>
                <a:cubicBezTo>
                  <a:pt x="323" y="159"/>
                  <a:pt x="328" y="162"/>
                  <a:pt x="332" y="168"/>
                </a:cubicBezTo>
                <a:cubicBezTo>
                  <a:pt x="334" y="174"/>
                  <a:pt x="334" y="180"/>
                  <a:pt x="330" y="186"/>
                </a:cubicBezTo>
                <a:lnTo>
                  <a:pt x="103" y="482"/>
                </a:lnTo>
                <a:cubicBezTo>
                  <a:pt x="100" y="487"/>
                  <a:pt x="95" y="490"/>
                  <a:pt x="89" y="490"/>
                </a:cubicBezTo>
                <a:cubicBezTo>
                  <a:pt x="87" y="490"/>
                  <a:pt x="83" y="490"/>
                  <a:pt x="81" y="489"/>
                </a:cubicBezTo>
                <a:moveTo>
                  <a:pt x="189" y="193"/>
                </a:moveTo>
                <a:lnTo>
                  <a:pt x="224" y="35"/>
                </a:lnTo>
                <a:lnTo>
                  <a:pt x="86" y="35"/>
                </a:lnTo>
                <a:lnTo>
                  <a:pt x="40" y="228"/>
                </a:lnTo>
                <a:lnTo>
                  <a:pt x="144" y="228"/>
                </a:lnTo>
                <a:lnTo>
                  <a:pt x="117" y="408"/>
                </a:lnTo>
                <a:lnTo>
                  <a:pt x="281" y="193"/>
                </a:lnTo>
                <a:lnTo>
                  <a:pt x="189" y="193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9" name=""/>
          <p:cNvSpPr txBox="1"/>
          <p:nvPr/>
        </p:nvSpPr>
        <p:spPr>
          <a:xfrm>
            <a:off x="4012560" y="4478040"/>
            <a:ext cx="5979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1b2a6b"/>
                </a:solidFill>
                <a:latin typeface="Arial"/>
                <a:ea typeface="Arial"/>
              </a:rPr>
              <a:t>GraphQL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0" name=""/>
          <p:cNvSpPr/>
          <p:nvPr/>
        </p:nvSpPr>
        <p:spPr>
          <a:xfrm>
            <a:off x="5776560" y="4395600"/>
            <a:ext cx="1581840" cy="305280"/>
          </a:xfrm>
          <a:custGeom>
            <a:avLst/>
            <a:gdLst/>
            <a:ahLst/>
            <a:rect l="0" t="0" r="r" b="b"/>
            <a:pathLst>
              <a:path w="4394" h="848">
                <a:moveTo>
                  <a:pt x="0" y="424"/>
                </a:moveTo>
                <a:cubicBezTo>
                  <a:pt x="0" y="397"/>
                  <a:pt x="3" y="369"/>
                  <a:pt x="9" y="342"/>
                </a:cubicBezTo>
                <a:cubicBezTo>
                  <a:pt x="14" y="315"/>
                  <a:pt x="22" y="288"/>
                  <a:pt x="33" y="262"/>
                </a:cubicBezTo>
                <a:cubicBezTo>
                  <a:pt x="43" y="237"/>
                  <a:pt x="56" y="212"/>
                  <a:pt x="72" y="189"/>
                </a:cubicBezTo>
                <a:cubicBezTo>
                  <a:pt x="87" y="166"/>
                  <a:pt x="105" y="145"/>
                  <a:pt x="124" y="125"/>
                </a:cubicBezTo>
                <a:cubicBezTo>
                  <a:pt x="144" y="105"/>
                  <a:pt x="166" y="88"/>
                  <a:pt x="189" y="72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7" y="22"/>
                  <a:pt x="314" y="14"/>
                  <a:pt x="341" y="8"/>
                </a:cubicBezTo>
                <a:cubicBezTo>
                  <a:pt x="368" y="3"/>
                  <a:pt x="396" y="0"/>
                  <a:pt x="424" y="0"/>
                </a:cubicBezTo>
                <a:lnTo>
                  <a:pt x="3970" y="0"/>
                </a:lnTo>
                <a:cubicBezTo>
                  <a:pt x="3998" y="0"/>
                  <a:pt x="4026" y="3"/>
                  <a:pt x="4053" y="8"/>
                </a:cubicBezTo>
                <a:cubicBezTo>
                  <a:pt x="4080" y="14"/>
                  <a:pt x="4107" y="22"/>
                  <a:pt x="4132" y="32"/>
                </a:cubicBezTo>
                <a:cubicBezTo>
                  <a:pt x="4158" y="43"/>
                  <a:pt x="4182" y="56"/>
                  <a:pt x="4205" y="72"/>
                </a:cubicBezTo>
                <a:cubicBezTo>
                  <a:pt x="4229" y="88"/>
                  <a:pt x="4250" y="105"/>
                  <a:pt x="4270" y="125"/>
                </a:cubicBezTo>
                <a:cubicBezTo>
                  <a:pt x="4289" y="145"/>
                  <a:pt x="4307" y="166"/>
                  <a:pt x="4322" y="189"/>
                </a:cubicBezTo>
                <a:cubicBezTo>
                  <a:pt x="4338" y="212"/>
                  <a:pt x="4351" y="237"/>
                  <a:pt x="4361" y="262"/>
                </a:cubicBezTo>
                <a:cubicBezTo>
                  <a:pt x="4372" y="288"/>
                  <a:pt x="4380" y="315"/>
                  <a:pt x="4385" y="342"/>
                </a:cubicBezTo>
                <a:cubicBezTo>
                  <a:pt x="4391" y="369"/>
                  <a:pt x="4394" y="397"/>
                  <a:pt x="4394" y="424"/>
                </a:cubicBezTo>
                <a:cubicBezTo>
                  <a:pt x="4394" y="452"/>
                  <a:pt x="4391" y="480"/>
                  <a:pt x="4385" y="507"/>
                </a:cubicBezTo>
                <a:cubicBezTo>
                  <a:pt x="4380" y="534"/>
                  <a:pt x="4372" y="561"/>
                  <a:pt x="4361" y="586"/>
                </a:cubicBezTo>
                <a:cubicBezTo>
                  <a:pt x="4351" y="612"/>
                  <a:pt x="4338" y="636"/>
                  <a:pt x="4322" y="660"/>
                </a:cubicBezTo>
                <a:cubicBezTo>
                  <a:pt x="4307" y="683"/>
                  <a:pt x="4289" y="704"/>
                  <a:pt x="4270" y="724"/>
                </a:cubicBezTo>
                <a:cubicBezTo>
                  <a:pt x="4250" y="743"/>
                  <a:pt x="4229" y="761"/>
                  <a:pt x="4205" y="776"/>
                </a:cubicBezTo>
                <a:cubicBezTo>
                  <a:pt x="4182" y="792"/>
                  <a:pt x="4158" y="805"/>
                  <a:pt x="4132" y="815"/>
                </a:cubicBezTo>
                <a:cubicBezTo>
                  <a:pt x="4107" y="826"/>
                  <a:pt x="4080" y="834"/>
                  <a:pt x="4053" y="840"/>
                </a:cubicBezTo>
                <a:cubicBezTo>
                  <a:pt x="4026" y="845"/>
                  <a:pt x="3998" y="848"/>
                  <a:pt x="3970" y="848"/>
                </a:cubicBezTo>
                <a:lnTo>
                  <a:pt x="424" y="848"/>
                </a:lnTo>
                <a:cubicBezTo>
                  <a:pt x="396" y="848"/>
                  <a:pt x="368" y="845"/>
                  <a:pt x="341" y="840"/>
                </a:cubicBezTo>
                <a:cubicBezTo>
                  <a:pt x="314" y="834"/>
                  <a:pt x="287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4"/>
                </a:cubicBezTo>
                <a:cubicBezTo>
                  <a:pt x="105" y="704"/>
                  <a:pt x="87" y="683"/>
                  <a:pt x="72" y="660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61"/>
                  <a:pt x="14" y="534"/>
                  <a:pt x="9" y="507"/>
                </a:cubicBezTo>
                <a:cubicBezTo>
                  <a:pt x="3" y="480"/>
                  <a:pt x="0" y="452"/>
                  <a:pt x="0" y="42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1" name=""/>
          <p:cNvSpPr/>
          <p:nvPr/>
        </p:nvSpPr>
        <p:spPr>
          <a:xfrm>
            <a:off x="5776560" y="4395600"/>
            <a:ext cx="1581840" cy="305280"/>
          </a:xfrm>
          <a:custGeom>
            <a:avLst/>
            <a:gdLst/>
            <a:ahLst/>
            <a:rect l="0" t="0" r="r" b="b"/>
            <a:pathLst>
              <a:path w="4394" h="848">
                <a:moveTo>
                  <a:pt x="0" y="424"/>
                </a:moveTo>
                <a:cubicBezTo>
                  <a:pt x="0" y="397"/>
                  <a:pt x="3" y="369"/>
                  <a:pt x="9" y="342"/>
                </a:cubicBezTo>
                <a:cubicBezTo>
                  <a:pt x="14" y="315"/>
                  <a:pt x="22" y="288"/>
                  <a:pt x="33" y="262"/>
                </a:cubicBezTo>
                <a:cubicBezTo>
                  <a:pt x="43" y="237"/>
                  <a:pt x="56" y="212"/>
                  <a:pt x="72" y="189"/>
                </a:cubicBezTo>
                <a:cubicBezTo>
                  <a:pt x="87" y="166"/>
                  <a:pt x="105" y="145"/>
                  <a:pt x="124" y="125"/>
                </a:cubicBezTo>
                <a:cubicBezTo>
                  <a:pt x="144" y="105"/>
                  <a:pt x="166" y="88"/>
                  <a:pt x="189" y="72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7" y="22"/>
                  <a:pt x="314" y="14"/>
                  <a:pt x="341" y="8"/>
                </a:cubicBezTo>
                <a:cubicBezTo>
                  <a:pt x="368" y="3"/>
                  <a:pt x="396" y="0"/>
                  <a:pt x="424" y="0"/>
                </a:cubicBezTo>
                <a:lnTo>
                  <a:pt x="3970" y="0"/>
                </a:lnTo>
                <a:cubicBezTo>
                  <a:pt x="3998" y="0"/>
                  <a:pt x="4026" y="3"/>
                  <a:pt x="4053" y="8"/>
                </a:cubicBezTo>
                <a:cubicBezTo>
                  <a:pt x="4080" y="14"/>
                  <a:pt x="4107" y="22"/>
                  <a:pt x="4132" y="32"/>
                </a:cubicBezTo>
                <a:cubicBezTo>
                  <a:pt x="4158" y="43"/>
                  <a:pt x="4182" y="56"/>
                  <a:pt x="4205" y="72"/>
                </a:cubicBezTo>
                <a:cubicBezTo>
                  <a:pt x="4229" y="88"/>
                  <a:pt x="4250" y="105"/>
                  <a:pt x="4270" y="125"/>
                </a:cubicBezTo>
                <a:cubicBezTo>
                  <a:pt x="4289" y="145"/>
                  <a:pt x="4307" y="166"/>
                  <a:pt x="4322" y="189"/>
                </a:cubicBezTo>
                <a:cubicBezTo>
                  <a:pt x="4338" y="212"/>
                  <a:pt x="4351" y="237"/>
                  <a:pt x="4361" y="262"/>
                </a:cubicBezTo>
                <a:cubicBezTo>
                  <a:pt x="4372" y="288"/>
                  <a:pt x="4380" y="315"/>
                  <a:pt x="4385" y="342"/>
                </a:cubicBezTo>
                <a:cubicBezTo>
                  <a:pt x="4391" y="369"/>
                  <a:pt x="4394" y="397"/>
                  <a:pt x="4394" y="424"/>
                </a:cubicBezTo>
                <a:cubicBezTo>
                  <a:pt x="4394" y="452"/>
                  <a:pt x="4391" y="480"/>
                  <a:pt x="4385" y="507"/>
                </a:cubicBezTo>
                <a:cubicBezTo>
                  <a:pt x="4380" y="534"/>
                  <a:pt x="4372" y="561"/>
                  <a:pt x="4361" y="586"/>
                </a:cubicBezTo>
                <a:cubicBezTo>
                  <a:pt x="4351" y="612"/>
                  <a:pt x="4338" y="636"/>
                  <a:pt x="4322" y="660"/>
                </a:cubicBezTo>
                <a:cubicBezTo>
                  <a:pt x="4307" y="683"/>
                  <a:pt x="4289" y="704"/>
                  <a:pt x="4270" y="724"/>
                </a:cubicBezTo>
                <a:cubicBezTo>
                  <a:pt x="4250" y="743"/>
                  <a:pt x="4229" y="761"/>
                  <a:pt x="4205" y="776"/>
                </a:cubicBezTo>
                <a:cubicBezTo>
                  <a:pt x="4182" y="792"/>
                  <a:pt x="4158" y="805"/>
                  <a:pt x="4132" y="815"/>
                </a:cubicBezTo>
                <a:cubicBezTo>
                  <a:pt x="4107" y="826"/>
                  <a:pt x="4080" y="834"/>
                  <a:pt x="4053" y="840"/>
                </a:cubicBezTo>
                <a:cubicBezTo>
                  <a:pt x="4026" y="845"/>
                  <a:pt x="3998" y="848"/>
                  <a:pt x="3970" y="848"/>
                </a:cubicBezTo>
                <a:lnTo>
                  <a:pt x="424" y="848"/>
                </a:lnTo>
                <a:cubicBezTo>
                  <a:pt x="396" y="848"/>
                  <a:pt x="368" y="845"/>
                  <a:pt x="341" y="840"/>
                </a:cubicBezTo>
                <a:cubicBezTo>
                  <a:pt x="314" y="834"/>
                  <a:pt x="287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4"/>
                </a:cubicBezTo>
                <a:cubicBezTo>
                  <a:pt x="105" y="704"/>
                  <a:pt x="87" y="683"/>
                  <a:pt x="72" y="660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61"/>
                  <a:pt x="14" y="534"/>
                  <a:pt x="9" y="507"/>
                </a:cubicBezTo>
                <a:cubicBezTo>
                  <a:pt x="3" y="480"/>
                  <a:pt x="0" y="452"/>
                  <a:pt x="0" y="424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2" name=""/>
          <p:cNvSpPr/>
          <p:nvPr/>
        </p:nvSpPr>
        <p:spPr>
          <a:xfrm>
            <a:off x="5971320" y="4510800"/>
            <a:ext cx="50400" cy="12960"/>
          </a:xfrm>
          <a:custGeom>
            <a:avLst/>
            <a:gdLst/>
            <a:ahLst/>
            <a:rect l="0" t="0" r="r" b="b"/>
            <a:pathLst>
              <a:path w="140" h="36">
                <a:moveTo>
                  <a:pt x="105" y="0"/>
                </a:moveTo>
                <a:lnTo>
                  <a:pt x="140" y="0"/>
                </a:lnTo>
                <a:lnTo>
                  <a:pt x="140" y="36"/>
                </a:lnTo>
                <a:lnTo>
                  <a:pt x="105" y="36"/>
                </a:lnTo>
                <a:lnTo>
                  <a:pt x="105" y="0"/>
                </a:lnTo>
                <a:moveTo>
                  <a:pt x="0" y="0"/>
                </a:moveTo>
                <a:lnTo>
                  <a:pt x="36" y="0"/>
                </a:lnTo>
                <a:lnTo>
                  <a:pt x="36" y="36"/>
                </a:lnTo>
                <a:lnTo>
                  <a:pt x="0" y="36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3" name=""/>
          <p:cNvSpPr/>
          <p:nvPr/>
        </p:nvSpPr>
        <p:spPr>
          <a:xfrm>
            <a:off x="5920920" y="4460400"/>
            <a:ext cx="151200" cy="176400"/>
          </a:xfrm>
          <a:custGeom>
            <a:avLst/>
            <a:gdLst/>
            <a:ahLst/>
            <a:rect l="0" t="0" r="r" b="b"/>
            <a:pathLst>
              <a:path w="420" h="490">
                <a:moveTo>
                  <a:pt x="385" y="316"/>
                </a:moveTo>
                <a:lnTo>
                  <a:pt x="298" y="316"/>
                </a:lnTo>
                <a:lnTo>
                  <a:pt x="298" y="281"/>
                </a:lnTo>
                <a:lnTo>
                  <a:pt x="315" y="281"/>
                </a:lnTo>
                <a:cubicBezTo>
                  <a:pt x="320" y="281"/>
                  <a:pt x="324" y="280"/>
                  <a:pt x="329" y="278"/>
                </a:cubicBezTo>
                <a:cubicBezTo>
                  <a:pt x="333" y="276"/>
                  <a:pt x="337" y="274"/>
                  <a:pt x="340" y="270"/>
                </a:cubicBezTo>
                <a:cubicBezTo>
                  <a:pt x="343" y="267"/>
                  <a:pt x="346" y="263"/>
                  <a:pt x="347" y="259"/>
                </a:cubicBezTo>
                <a:cubicBezTo>
                  <a:pt x="349" y="255"/>
                  <a:pt x="350" y="250"/>
                  <a:pt x="350" y="246"/>
                </a:cubicBezTo>
                <a:lnTo>
                  <a:pt x="350" y="176"/>
                </a:lnTo>
                <a:lnTo>
                  <a:pt x="385" y="176"/>
                </a:lnTo>
                <a:lnTo>
                  <a:pt x="385" y="141"/>
                </a:lnTo>
                <a:lnTo>
                  <a:pt x="350" y="141"/>
                </a:lnTo>
                <a:lnTo>
                  <a:pt x="350" y="106"/>
                </a:lnTo>
                <a:cubicBezTo>
                  <a:pt x="350" y="102"/>
                  <a:pt x="349" y="97"/>
                  <a:pt x="347" y="93"/>
                </a:cubicBezTo>
                <a:cubicBezTo>
                  <a:pt x="346" y="89"/>
                  <a:pt x="343" y="85"/>
                  <a:pt x="340" y="81"/>
                </a:cubicBezTo>
                <a:cubicBezTo>
                  <a:pt x="337" y="78"/>
                  <a:pt x="333" y="76"/>
                  <a:pt x="329" y="74"/>
                </a:cubicBezTo>
                <a:cubicBezTo>
                  <a:pt x="324" y="72"/>
                  <a:pt x="320" y="71"/>
                  <a:pt x="315" y="71"/>
                </a:cubicBezTo>
                <a:lnTo>
                  <a:pt x="280" y="71"/>
                </a:lnTo>
                <a:lnTo>
                  <a:pt x="280" y="0"/>
                </a:lnTo>
                <a:lnTo>
                  <a:pt x="245" y="0"/>
                </a:lnTo>
                <a:lnTo>
                  <a:pt x="245" y="71"/>
                </a:lnTo>
                <a:lnTo>
                  <a:pt x="176" y="71"/>
                </a:lnTo>
                <a:lnTo>
                  <a:pt x="176" y="0"/>
                </a:lnTo>
                <a:lnTo>
                  <a:pt x="141" y="0"/>
                </a:lnTo>
                <a:lnTo>
                  <a:pt x="141" y="71"/>
                </a:lnTo>
                <a:lnTo>
                  <a:pt x="106" y="71"/>
                </a:lnTo>
                <a:cubicBezTo>
                  <a:pt x="101" y="71"/>
                  <a:pt x="97" y="72"/>
                  <a:pt x="92" y="74"/>
                </a:cubicBezTo>
                <a:cubicBezTo>
                  <a:pt x="88" y="76"/>
                  <a:pt x="84" y="78"/>
                  <a:pt x="81" y="81"/>
                </a:cubicBezTo>
                <a:cubicBezTo>
                  <a:pt x="78" y="85"/>
                  <a:pt x="75" y="89"/>
                  <a:pt x="73" y="93"/>
                </a:cubicBezTo>
                <a:cubicBezTo>
                  <a:pt x="72" y="97"/>
                  <a:pt x="71" y="102"/>
                  <a:pt x="71" y="106"/>
                </a:cubicBezTo>
                <a:lnTo>
                  <a:pt x="71" y="141"/>
                </a:lnTo>
                <a:lnTo>
                  <a:pt x="35" y="141"/>
                </a:lnTo>
                <a:lnTo>
                  <a:pt x="35" y="176"/>
                </a:lnTo>
                <a:lnTo>
                  <a:pt x="71" y="176"/>
                </a:lnTo>
                <a:lnTo>
                  <a:pt x="71" y="246"/>
                </a:lnTo>
                <a:cubicBezTo>
                  <a:pt x="71" y="250"/>
                  <a:pt x="72" y="255"/>
                  <a:pt x="73" y="259"/>
                </a:cubicBezTo>
                <a:cubicBezTo>
                  <a:pt x="75" y="263"/>
                  <a:pt x="78" y="267"/>
                  <a:pt x="81" y="270"/>
                </a:cubicBezTo>
                <a:cubicBezTo>
                  <a:pt x="84" y="274"/>
                  <a:pt x="88" y="276"/>
                  <a:pt x="92" y="278"/>
                </a:cubicBezTo>
                <a:cubicBezTo>
                  <a:pt x="97" y="280"/>
                  <a:pt x="101" y="281"/>
                  <a:pt x="106" y="281"/>
                </a:cubicBezTo>
                <a:lnTo>
                  <a:pt x="123" y="281"/>
                </a:lnTo>
                <a:lnTo>
                  <a:pt x="123" y="316"/>
                </a:lnTo>
                <a:lnTo>
                  <a:pt x="35" y="316"/>
                </a:lnTo>
                <a:cubicBezTo>
                  <a:pt x="30" y="316"/>
                  <a:pt x="26" y="317"/>
                  <a:pt x="22" y="318"/>
                </a:cubicBezTo>
                <a:cubicBezTo>
                  <a:pt x="17" y="320"/>
                  <a:pt x="14" y="323"/>
                  <a:pt x="10" y="326"/>
                </a:cubicBezTo>
                <a:cubicBezTo>
                  <a:pt x="7" y="329"/>
                  <a:pt x="4" y="333"/>
                  <a:pt x="3" y="337"/>
                </a:cubicBezTo>
                <a:cubicBezTo>
                  <a:pt x="1" y="341"/>
                  <a:pt x="0" y="346"/>
                  <a:pt x="0" y="351"/>
                </a:cubicBezTo>
                <a:lnTo>
                  <a:pt x="0" y="490"/>
                </a:lnTo>
                <a:lnTo>
                  <a:pt x="35" y="490"/>
                </a:lnTo>
                <a:lnTo>
                  <a:pt x="35" y="351"/>
                </a:lnTo>
                <a:lnTo>
                  <a:pt x="385" y="351"/>
                </a:lnTo>
                <a:lnTo>
                  <a:pt x="385" y="490"/>
                </a:lnTo>
                <a:lnTo>
                  <a:pt x="420" y="490"/>
                </a:lnTo>
                <a:lnTo>
                  <a:pt x="420" y="351"/>
                </a:lnTo>
                <a:cubicBezTo>
                  <a:pt x="420" y="346"/>
                  <a:pt x="419" y="341"/>
                  <a:pt x="417" y="337"/>
                </a:cubicBezTo>
                <a:cubicBezTo>
                  <a:pt x="415" y="333"/>
                  <a:pt x="413" y="329"/>
                  <a:pt x="410" y="326"/>
                </a:cubicBezTo>
                <a:cubicBezTo>
                  <a:pt x="406" y="323"/>
                  <a:pt x="403" y="320"/>
                  <a:pt x="398" y="318"/>
                </a:cubicBezTo>
                <a:cubicBezTo>
                  <a:pt x="394" y="317"/>
                  <a:pt x="390" y="316"/>
                  <a:pt x="385" y="316"/>
                </a:cubicBezTo>
                <a:moveTo>
                  <a:pt x="106" y="106"/>
                </a:moveTo>
                <a:lnTo>
                  <a:pt x="315" y="106"/>
                </a:lnTo>
                <a:lnTo>
                  <a:pt x="315" y="246"/>
                </a:lnTo>
                <a:lnTo>
                  <a:pt x="106" y="246"/>
                </a:lnTo>
                <a:lnTo>
                  <a:pt x="106" y="106"/>
                </a:lnTo>
                <a:moveTo>
                  <a:pt x="158" y="281"/>
                </a:moveTo>
                <a:lnTo>
                  <a:pt x="263" y="281"/>
                </a:lnTo>
                <a:lnTo>
                  <a:pt x="263" y="316"/>
                </a:lnTo>
                <a:lnTo>
                  <a:pt x="158" y="316"/>
                </a:lnTo>
                <a:lnTo>
                  <a:pt x="158" y="281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4" name=""/>
          <p:cNvSpPr txBox="1"/>
          <p:nvPr/>
        </p:nvSpPr>
        <p:spPr>
          <a:xfrm>
            <a:off x="5145120" y="4478040"/>
            <a:ext cx="4640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1b2a6b"/>
                </a:solidFill>
                <a:latin typeface="Arial"/>
                <a:ea typeface="Arial"/>
              </a:rPr>
              <a:t>Events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5" name=""/>
          <p:cNvSpPr txBox="1"/>
          <p:nvPr/>
        </p:nvSpPr>
        <p:spPr>
          <a:xfrm>
            <a:off x="6153480" y="4478040"/>
            <a:ext cx="12502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1b2a6b"/>
                </a:solidFill>
                <a:latin typeface="Arial"/>
                <a:ea typeface="Arial"/>
              </a:rPr>
              <a:t>AI-agents via MCP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6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7" name=""/>
          <p:cNvSpPr txBox="1"/>
          <p:nvPr/>
        </p:nvSpPr>
        <p:spPr>
          <a:xfrm>
            <a:off x="3805200" y="4801680"/>
            <a:ext cx="18723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Status: concept in afstemming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52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95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955" name=""/>
          <p:cNvSpPr txBox="1"/>
          <p:nvPr/>
        </p:nvSpPr>
        <p:spPr>
          <a:xfrm>
            <a:off x="439920" y="129600"/>
            <a:ext cx="49370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AMIGO van Edustandaard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6" name=""/>
          <p:cNvSpPr/>
          <p:nvPr/>
        </p:nvSpPr>
        <p:spPr>
          <a:xfrm>
            <a:off x="1737720" y="1449360"/>
            <a:ext cx="417960" cy="342000"/>
          </a:xfrm>
          <a:custGeom>
            <a:avLst/>
            <a:gdLst/>
            <a:ahLst/>
            <a:rect l="0" t="0" r="r" b="b"/>
            <a:pathLst>
              <a:path fill="none" w="1161" h="950">
                <a:moveTo>
                  <a:pt x="1161" y="0"/>
                </a:moveTo>
                <a:lnTo>
                  <a:pt x="968" y="86"/>
                </a:lnTo>
                <a:cubicBezTo>
                  <a:pt x="774" y="172"/>
                  <a:pt x="387" y="345"/>
                  <a:pt x="193" y="503"/>
                </a:cubicBezTo>
                <a:cubicBezTo>
                  <a:pt x="0" y="662"/>
                  <a:pt x="0" y="806"/>
                  <a:pt x="0" y="878"/>
                </a:cubicBezTo>
                <a:lnTo>
                  <a:pt x="0" y="950"/>
                </a:lnTo>
              </a:path>
            </a:pathLst>
          </a:custGeom>
          <a:ln w="7200">
            <a:solidFill>
              <a:srgbClr val="dd784b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7" name=""/>
          <p:cNvSpPr/>
          <p:nvPr/>
        </p:nvSpPr>
        <p:spPr>
          <a:xfrm>
            <a:off x="1707840" y="1761480"/>
            <a:ext cx="60120" cy="59760"/>
          </a:xfrm>
          <a:custGeom>
            <a:avLst/>
            <a:gdLst/>
            <a:ahLst/>
            <a:rect l="0" t="0" r="r" b="b"/>
            <a:pathLst>
              <a:path w="167" h="166">
                <a:moveTo>
                  <a:pt x="167" y="0"/>
                </a:moveTo>
                <a:lnTo>
                  <a:pt x="83" y="166"/>
                </a:lnTo>
                <a:lnTo>
                  <a:pt x="0" y="0"/>
                </a:lnTo>
                <a:lnTo>
                  <a:pt x="167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8" name=""/>
          <p:cNvSpPr/>
          <p:nvPr/>
        </p:nvSpPr>
        <p:spPr>
          <a:xfrm>
            <a:off x="1703160" y="1758600"/>
            <a:ext cx="69480" cy="69120"/>
          </a:xfrm>
          <a:custGeom>
            <a:avLst/>
            <a:gdLst/>
            <a:ahLst/>
            <a:rect l="0" t="0" r="r" b="b"/>
            <a:pathLst>
              <a:path w="193" h="192">
                <a:moveTo>
                  <a:pt x="180" y="26"/>
                </a:moveTo>
                <a:lnTo>
                  <a:pt x="172" y="41"/>
                </a:lnTo>
                <a:lnTo>
                  <a:pt x="157" y="34"/>
                </a:lnTo>
                <a:lnTo>
                  <a:pt x="165" y="19"/>
                </a:lnTo>
                <a:lnTo>
                  <a:pt x="180" y="26"/>
                </a:lnTo>
                <a:moveTo>
                  <a:pt x="172" y="41"/>
                </a:moveTo>
                <a:lnTo>
                  <a:pt x="165" y="56"/>
                </a:lnTo>
                <a:lnTo>
                  <a:pt x="150" y="49"/>
                </a:lnTo>
                <a:lnTo>
                  <a:pt x="157" y="34"/>
                </a:lnTo>
                <a:lnTo>
                  <a:pt x="172" y="41"/>
                </a:lnTo>
                <a:moveTo>
                  <a:pt x="165" y="56"/>
                </a:moveTo>
                <a:lnTo>
                  <a:pt x="157" y="71"/>
                </a:lnTo>
                <a:lnTo>
                  <a:pt x="143" y="63"/>
                </a:lnTo>
                <a:lnTo>
                  <a:pt x="150" y="49"/>
                </a:lnTo>
                <a:lnTo>
                  <a:pt x="165" y="56"/>
                </a:lnTo>
                <a:moveTo>
                  <a:pt x="157" y="71"/>
                </a:moveTo>
                <a:lnTo>
                  <a:pt x="150" y="85"/>
                </a:lnTo>
                <a:lnTo>
                  <a:pt x="134" y="78"/>
                </a:lnTo>
                <a:lnTo>
                  <a:pt x="143" y="63"/>
                </a:lnTo>
                <a:lnTo>
                  <a:pt x="157" y="71"/>
                </a:lnTo>
                <a:moveTo>
                  <a:pt x="150" y="85"/>
                </a:moveTo>
                <a:lnTo>
                  <a:pt x="143" y="100"/>
                </a:lnTo>
                <a:lnTo>
                  <a:pt x="127" y="93"/>
                </a:lnTo>
                <a:lnTo>
                  <a:pt x="134" y="78"/>
                </a:lnTo>
                <a:lnTo>
                  <a:pt x="150" y="85"/>
                </a:lnTo>
                <a:moveTo>
                  <a:pt x="143" y="100"/>
                </a:moveTo>
                <a:lnTo>
                  <a:pt x="134" y="115"/>
                </a:lnTo>
                <a:lnTo>
                  <a:pt x="119" y="108"/>
                </a:lnTo>
                <a:lnTo>
                  <a:pt x="127" y="93"/>
                </a:lnTo>
                <a:lnTo>
                  <a:pt x="143" y="100"/>
                </a:lnTo>
                <a:moveTo>
                  <a:pt x="134" y="115"/>
                </a:moveTo>
                <a:lnTo>
                  <a:pt x="127" y="130"/>
                </a:lnTo>
                <a:lnTo>
                  <a:pt x="112" y="122"/>
                </a:lnTo>
                <a:lnTo>
                  <a:pt x="119" y="108"/>
                </a:lnTo>
                <a:lnTo>
                  <a:pt x="134" y="115"/>
                </a:lnTo>
                <a:moveTo>
                  <a:pt x="127" y="130"/>
                </a:moveTo>
                <a:lnTo>
                  <a:pt x="119" y="145"/>
                </a:lnTo>
                <a:lnTo>
                  <a:pt x="105" y="137"/>
                </a:lnTo>
                <a:lnTo>
                  <a:pt x="112" y="122"/>
                </a:lnTo>
                <a:lnTo>
                  <a:pt x="127" y="130"/>
                </a:lnTo>
                <a:moveTo>
                  <a:pt x="119" y="145"/>
                </a:moveTo>
                <a:lnTo>
                  <a:pt x="112" y="159"/>
                </a:lnTo>
                <a:lnTo>
                  <a:pt x="97" y="152"/>
                </a:lnTo>
                <a:lnTo>
                  <a:pt x="105" y="137"/>
                </a:lnTo>
                <a:lnTo>
                  <a:pt x="119" y="145"/>
                </a:lnTo>
                <a:moveTo>
                  <a:pt x="112" y="159"/>
                </a:moveTo>
                <a:lnTo>
                  <a:pt x="105" y="174"/>
                </a:lnTo>
                <a:lnTo>
                  <a:pt x="90" y="167"/>
                </a:lnTo>
                <a:lnTo>
                  <a:pt x="97" y="152"/>
                </a:lnTo>
                <a:lnTo>
                  <a:pt x="112" y="159"/>
                </a:lnTo>
                <a:moveTo>
                  <a:pt x="105" y="174"/>
                </a:moveTo>
                <a:lnTo>
                  <a:pt x="96" y="192"/>
                </a:lnTo>
                <a:lnTo>
                  <a:pt x="83" y="165"/>
                </a:lnTo>
                <a:lnTo>
                  <a:pt x="97" y="157"/>
                </a:lnTo>
                <a:lnTo>
                  <a:pt x="103" y="169"/>
                </a:lnTo>
                <a:lnTo>
                  <a:pt x="96" y="173"/>
                </a:lnTo>
                <a:lnTo>
                  <a:pt x="89" y="169"/>
                </a:lnTo>
                <a:lnTo>
                  <a:pt x="90" y="167"/>
                </a:lnTo>
                <a:lnTo>
                  <a:pt x="105" y="174"/>
                </a:lnTo>
                <a:moveTo>
                  <a:pt x="83" y="165"/>
                </a:moveTo>
                <a:lnTo>
                  <a:pt x="75" y="150"/>
                </a:lnTo>
                <a:lnTo>
                  <a:pt x="90" y="142"/>
                </a:lnTo>
                <a:lnTo>
                  <a:pt x="97" y="157"/>
                </a:lnTo>
                <a:lnTo>
                  <a:pt x="83" y="165"/>
                </a:lnTo>
                <a:moveTo>
                  <a:pt x="75" y="150"/>
                </a:moveTo>
                <a:lnTo>
                  <a:pt x="68" y="135"/>
                </a:lnTo>
                <a:lnTo>
                  <a:pt x="83" y="128"/>
                </a:lnTo>
                <a:lnTo>
                  <a:pt x="90" y="142"/>
                </a:lnTo>
                <a:lnTo>
                  <a:pt x="75" y="150"/>
                </a:lnTo>
                <a:moveTo>
                  <a:pt x="68" y="135"/>
                </a:moveTo>
                <a:lnTo>
                  <a:pt x="60" y="120"/>
                </a:lnTo>
                <a:lnTo>
                  <a:pt x="75" y="113"/>
                </a:lnTo>
                <a:lnTo>
                  <a:pt x="83" y="128"/>
                </a:lnTo>
                <a:lnTo>
                  <a:pt x="68" y="135"/>
                </a:lnTo>
                <a:moveTo>
                  <a:pt x="60" y="120"/>
                </a:moveTo>
                <a:lnTo>
                  <a:pt x="53" y="106"/>
                </a:lnTo>
                <a:lnTo>
                  <a:pt x="68" y="98"/>
                </a:lnTo>
                <a:lnTo>
                  <a:pt x="75" y="113"/>
                </a:lnTo>
                <a:lnTo>
                  <a:pt x="60" y="120"/>
                </a:lnTo>
                <a:moveTo>
                  <a:pt x="53" y="106"/>
                </a:moveTo>
                <a:lnTo>
                  <a:pt x="46" y="91"/>
                </a:lnTo>
                <a:lnTo>
                  <a:pt x="60" y="83"/>
                </a:lnTo>
                <a:lnTo>
                  <a:pt x="68" y="98"/>
                </a:lnTo>
                <a:lnTo>
                  <a:pt x="53" y="106"/>
                </a:lnTo>
                <a:moveTo>
                  <a:pt x="46" y="91"/>
                </a:moveTo>
                <a:lnTo>
                  <a:pt x="38" y="76"/>
                </a:lnTo>
                <a:lnTo>
                  <a:pt x="53" y="69"/>
                </a:lnTo>
                <a:lnTo>
                  <a:pt x="60" y="83"/>
                </a:lnTo>
                <a:lnTo>
                  <a:pt x="46" y="91"/>
                </a:lnTo>
                <a:moveTo>
                  <a:pt x="38" y="76"/>
                </a:moveTo>
                <a:lnTo>
                  <a:pt x="31" y="61"/>
                </a:lnTo>
                <a:lnTo>
                  <a:pt x="46" y="54"/>
                </a:lnTo>
                <a:lnTo>
                  <a:pt x="53" y="69"/>
                </a:lnTo>
                <a:lnTo>
                  <a:pt x="38" y="76"/>
                </a:lnTo>
                <a:moveTo>
                  <a:pt x="31" y="61"/>
                </a:moveTo>
                <a:lnTo>
                  <a:pt x="23" y="46"/>
                </a:lnTo>
                <a:lnTo>
                  <a:pt x="38" y="39"/>
                </a:lnTo>
                <a:lnTo>
                  <a:pt x="46" y="54"/>
                </a:lnTo>
                <a:lnTo>
                  <a:pt x="31" y="61"/>
                </a:lnTo>
                <a:moveTo>
                  <a:pt x="23" y="46"/>
                </a:moveTo>
                <a:lnTo>
                  <a:pt x="16" y="32"/>
                </a:lnTo>
                <a:lnTo>
                  <a:pt x="31" y="24"/>
                </a:lnTo>
                <a:lnTo>
                  <a:pt x="38" y="39"/>
                </a:lnTo>
                <a:lnTo>
                  <a:pt x="23" y="46"/>
                </a:lnTo>
                <a:moveTo>
                  <a:pt x="16" y="32"/>
                </a:moveTo>
                <a:lnTo>
                  <a:pt x="9" y="17"/>
                </a:lnTo>
                <a:lnTo>
                  <a:pt x="23" y="10"/>
                </a:lnTo>
                <a:lnTo>
                  <a:pt x="31" y="24"/>
                </a:lnTo>
                <a:lnTo>
                  <a:pt x="16" y="32"/>
                </a:lnTo>
                <a:moveTo>
                  <a:pt x="9" y="17"/>
                </a:moveTo>
                <a:lnTo>
                  <a:pt x="0" y="0"/>
                </a:lnTo>
                <a:lnTo>
                  <a:pt x="24" y="0"/>
                </a:lnTo>
                <a:lnTo>
                  <a:pt x="24" y="16"/>
                </a:lnTo>
                <a:lnTo>
                  <a:pt x="13" y="16"/>
                </a:lnTo>
                <a:lnTo>
                  <a:pt x="13" y="8"/>
                </a:lnTo>
                <a:lnTo>
                  <a:pt x="21" y="4"/>
                </a:lnTo>
                <a:lnTo>
                  <a:pt x="23" y="10"/>
                </a:lnTo>
                <a:lnTo>
                  <a:pt x="9" y="17"/>
                </a:lnTo>
                <a:moveTo>
                  <a:pt x="24" y="0"/>
                </a:moveTo>
                <a:lnTo>
                  <a:pt x="41" y="0"/>
                </a:lnTo>
                <a:lnTo>
                  <a:pt x="41" y="16"/>
                </a:lnTo>
                <a:lnTo>
                  <a:pt x="24" y="16"/>
                </a:lnTo>
                <a:lnTo>
                  <a:pt x="24" y="0"/>
                </a:lnTo>
                <a:moveTo>
                  <a:pt x="41" y="0"/>
                </a:moveTo>
                <a:lnTo>
                  <a:pt x="57" y="0"/>
                </a:lnTo>
                <a:lnTo>
                  <a:pt x="57" y="16"/>
                </a:lnTo>
                <a:lnTo>
                  <a:pt x="41" y="16"/>
                </a:lnTo>
                <a:lnTo>
                  <a:pt x="41" y="0"/>
                </a:lnTo>
                <a:moveTo>
                  <a:pt x="57" y="0"/>
                </a:moveTo>
                <a:lnTo>
                  <a:pt x="74" y="0"/>
                </a:lnTo>
                <a:lnTo>
                  <a:pt x="74" y="16"/>
                </a:lnTo>
                <a:lnTo>
                  <a:pt x="57" y="16"/>
                </a:lnTo>
                <a:lnTo>
                  <a:pt x="57" y="0"/>
                </a:lnTo>
                <a:moveTo>
                  <a:pt x="74" y="0"/>
                </a:moveTo>
                <a:lnTo>
                  <a:pt x="90" y="0"/>
                </a:lnTo>
                <a:lnTo>
                  <a:pt x="90" y="16"/>
                </a:lnTo>
                <a:lnTo>
                  <a:pt x="74" y="16"/>
                </a:lnTo>
                <a:lnTo>
                  <a:pt x="74" y="0"/>
                </a:lnTo>
                <a:moveTo>
                  <a:pt x="90" y="0"/>
                </a:moveTo>
                <a:lnTo>
                  <a:pt x="107" y="0"/>
                </a:lnTo>
                <a:lnTo>
                  <a:pt x="107" y="16"/>
                </a:lnTo>
                <a:lnTo>
                  <a:pt x="90" y="16"/>
                </a:lnTo>
                <a:lnTo>
                  <a:pt x="90" y="0"/>
                </a:lnTo>
                <a:moveTo>
                  <a:pt x="107" y="0"/>
                </a:moveTo>
                <a:lnTo>
                  <a:pt x="123" y="0"/>
                </a:lnTo>
                <a:lnTo>
                  <a:pt x="123" y="16"/>
                </a:lnTo>
                <a:lnTo>
                  <a:pt x="107" y="16"/>
                </a:lnTo>
                <a:lnTo>
                  <a:pt x="107" y="0"/>
                </a:lnTo>
                <a:moveTo>
                  <a:pt x="123" y="0"/>
                </a:moveTo>
                <a:lnTo>
                  <a:pt x="141" y="0"/>
                </a:lnTo>
                <a:lnTo>
                  <a:pt x="141" y="16"/>
                </a:lnTo>
                <a:lnTo>
                  <a:pt x="123" y="16"/>
                </a:lnTo>
                <a:lnTo>
                  <a:pt x="123" y="0"/>
                </a:lnTo>
                <a:moveTo>
                  <a:pt x="141" y="0"/>
                </a:moveTo>
                <a:lnTo>
                  <a:pt x="157" y="0"/>
                </a:lnTo>
                <a:lnTo>
                  <a:pt x="157" y="16"/>
                </a:lnTo>
                <a:lnTo>
                  <a:pt x="141" y="16"/>
                </a:lnTo>
                <a:lnTo>
                  <a:pt x="141" y="0"/>
                </a:lnTo>
                <a:moveTo>
                  <a:pt x="157" y="0"/>
                </a:moveTo>
                <a:lnTo>
                  <a:pt x="174" y="0"/>
                </a:lnTo>
                <a:lnTo>
                  <a:pt x="174" y="16"/>
                </a:lnTo>
                <a:lnTo>
                  <a:pt x="157" y="16"/>
                </a:lnTo>
                <a:lnTo>
                  <a:pt x="157" y="0"/>
                </a:lnTo>
                <a:moveTo>
                  <a:pt x="174" y="0"/>
                </a:moveTo>
                <a:lnTo>
                  <a:pt x="193" y="0"/>
                </a:lnTo>
                <a:lnTo>
                  <a:pt x="180" y="26"/>
                </a:lnTo>
                <a:lnTo>
                  <a:pt x="165" y="19"/>
                </a:lnTo>
                <a:lnTo>
                  <a:pt x="172" y="4"/>
                </a:lnTo>
                <a:lnTo>
                  <a:pt x="180" y="8"/>
                </a:lnTo>
                <a:lnTo>
                  <a:pt x="180" y="16"/>
                </a:lnTo>
                <a:lnTo>
                  <a:pt x="174" y="16"/>
                </a:lnTo>
                <a:lnTo>
                  <a:pt x="174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9" name=""/>
          <p:cNvSpPr/>
          <p:nvPr/>
        </p:nvSpPr>
        <p:spPr>
          <a:xfrm>
            <a:off x="3032640" y="1449360"/>
            <a:ext cx="417960" cy="342000"/>
          </a:xfrm>
          <a:custGeom>
            <a:avLst/>
            <a:gdLst/>
            <a:ahLst/>
            <a:rect l="0" t="0" r="r" b="b"/>
            <a:pathLst>
              <a:path fill="none" w="1161" h="950">
                <a:moveTo>
                  <a:pt x="0" y="0"/>
                </a:moveTo>
                <a:lnTo>
                  <a:pt x="193" y="86"/>
                </a:lnTo>
                <a:cubicBezTo>
                  <a:pt x="387" y="172"/>
                  <a:pt x="774" y="345"/>
                  <a:pt x="967" y="503"/>
                </a:cubicBezTo>
                <a:cubicBezTo>
                  <a:pt x="1161" y="662"/>
                  <a:pt x="1161" y="806"/>
                  <a:pt x="1161" y="878"/>
                </a:cubicBezTo>
                <a:lnTo>
                  <a:pt x="1161" y="950"/>
                </a:lnTo>
              </a:path>
            </a:pathLst>
          </a:custGeom>
          <a:ln w="7200">
            <a:solidFill>
              <a:srgbClr val="dd784b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0" name=""/>
          <p:cNvSpPr/>
          <p:nvPr/>
        </p:nvSpPr>
        <p:spPr>
          <a:xfrm>
            <a:off x="3420360" y="17614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0"/>
                </a:moveTo>
                <a:lnTo>
                  <a:pt x="83" y="166"/>
                </a:lnTo>
                <a:lnTo>
                  <a:pt x="0" y="0"/>
                </a:lnTo>
                <a:lnTo>
                  <a:pt x="166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1" name=""/>
          <p:cNvSpPr/>
          <p:nvPr/>
        </p:nvSpPr>
        <p:spPr>
          <a:xfrm>
            <a:off x="3415680" y="1758600"/>
            <a:ext cx="69480" cy="69120"/>
          </a:xfrm>
          <a:custGeom>
            <a:avLst/>
            <a:gdLst/>
            <a:ahLst/>
            <a:rect l="0" t="0" r="r" b="b"/>
            <a:pathLst>
              <a:path w="193" h="192">
                <a:moveTo>
                  <a:pt x="179" y="26"/>
                </a:moveTo>
                <a:lnTo>
                  <a:pt x="172" y="41"/>
                </a:lnTo>
                <a:lnTo>
                  <a:pt x="156" y="34"/>
                </a:lnTo>
                <a:lnTo>
                  <a:pt x="165" y="19"/>
                </a:lnTo>
                <a:lnTo>
                  <a:pt x="179" y="26"/>
                </a:lnTo>
                <a:moveTo>
                  <a:pt x="172" y="41"/>
                </a:moveTo>
                <a:lnTo>
                  <a:pt x="165" y="56"/>
                </a:lnTo>
                <a:lnTo>
                  <a:pt x="149" y="49"/>
                </a:lnTo>
                <a:lnTo>
                  <a:pt x="156" y="34"/>
                </a:lnTo>
                <a:lnTo>
                  <a:pt x="172" y="41"/>
                </a:lnTo>
                <a:moveTo>
                  <a:pt x="165" y="56"/>
                </a:moveTo>
                <a:lnTo>
                  <a:pt x="156" y="71"/>
                </a:lnTo>
                <a:lnTo>
                  <a:pt x="141" y="63"/>
                </a:lnTo>
                <a:lnTo>
                  <a:pt x="149" y="49"/>
                </a:lnTo>
                <a:lnTo>
                  <a:pt x="165" y="56"/>
                </a:lnTo>
                <a:moveTo>
                  <a:pt x="156" y="71"/>
                </a:moveTo>
                <a:lnTo>
                  <a:pt x="149" y="85"/>
                </a:lnTo>
                <a:lnTo>
                  <a:pt x="134" y="78"/>
                </a:lnTo>
                <a:lnTo>
                  <a:pt x="141" y="63"/>
                </a:lnTo>
                <a:lnTo>
                  <a:pt x="156" y="71"/>
                </a:lnTo>
                <a:moveTo>
                  <a:pt x="149" y="85"/>
                </a:moveTo>
                <a:lnTo>
                  <a:pt x="141" y="100"/>
                </a:lnTo>
                <a:lnTo>
                  <a:pt x="127" y="93"/>
                </a:lnTo>
                <a:lnTo>
                  <a:pt x="134" y="78"/>
                </a:lnTo>
                <a:lnTo>
                  <a:pt x="149" y="85"/>
                </a:lnTo>
                <a:moveTo>
                  <a:pt x="141" y="100"/>
                </a:moveTo>
                <a:lnTo>
                  <a:pt x="134" y="115"/>
                </a:lnTo>
                <a:lnTo>
                  <a:pt x="119" y="108"/>
                </a:lnTo>
                <a:lnTo>
                  <a:pt x="127" y="93"/>
                </a:lnTo>
                <a:lnTo>
                  <a:pt x="141" y="100"/>
                </a:lnTo>
                <a:moveTo>
                  <a:pt x="134" y="115"/>
                </a:moveTo>
                <a:lnTo>
                  <a:pt x="127" y="130"/>
                </a:lnTo>
                <a:lnTo>
                  <a:pt x="112" y="122"/>
                </a:lnTo>
                <a:lnTo>
                  <a:pt x="119" y="108"/>
                </a:lnTo>
                <a:lnTo>
                  <a:pt x="134" y="115"/>
                </a:lnTo>
                <a:moveTo>
                  <a:pt x="127" y="130"/>
                </a:moveTo>
                <a:lnTo>
                  <a:pt x="119" y="145"/>
                </a:lnTo>
                <a:lnTo>
                  <a:pt x="104" y="137"/>
                </a:lnTo>
                <a:lnTo>
                  <a:pt x="112" y="122"/>
                </a:lnTo>
                <a:lnTo>
                  <a:pt x="127" y="130"/>
                </a:lnTo>
                <a:moveTo>
                  <a:pt x="119" y="145"/>
                </a:moveTo>
                <a:lnTo>
                  <a:pt x="112" y="159"/>
                </a:lnTo>
                <a:lnTo>
                  <a:pt x="97" y="152"/>
                </a:lnTo>
                <a:lnTo>
                  <a:pt x="104" y="137"/>
                </a:lnTo>
                <a:lnTo>
                  <a:pt x="119" y="145"/>
                </a:lnTo>
                <a:moveTo>
                  <a:pt x="112" y="159"/>
                </a:moveTo>
                <a:lnTo>
                  <a:pt x="104" y="174"/>
                </a:lnTo>
                <a:lnTo>
                  <a:pt x="90" y="167"/>
                </a:lnTo>
                <a:lnTo>
                  <a:pt x="97" y="152"/>
                </a:lnTo>
                <a:lnTo>
                  <a:pt x="112" y="159"/>
                </a:lnTo>
                <a:moveTo>
                  <a:pt x="104" y="174"/>
                </a:moveTo>
                <a:lnTo>
                  <a:pt x="96" y="192"/>
                </a:lnTo>
                <a:lnTo>
                  <a:pt x="82" y="165"/>
                </a:lnTo>
                <a:lnTo>
                  <a:pt x="97" y="157"/>
                </a:lnTo>
                <a:lnTo>
                  <a:pt x="103" y="169"/>
                </a:lnTo>
                <a:lnTo>
                  <a:pt x="96" y="173"/>
                </a:lnTo>
                <a:lnTo>
                  <a:pt x="88" y="169"/>
                </a:lnTo>
                <a:lnTo>
                  <a:pt x="90" y="167"/>
                </a:lnTo>
                <a:lnTo>
                  <a:pt x="104" y="174"/>
                </a:lnTo>
                <a:moveTo>
                  <a:pt x="82" y="165"/>
                </a:moveTo>
                <a:lnTo>
                  <a:pt x="75" y="150"/>
                </a:lnTo>
                <a:lnTo>
                  <a:pt x="90" y="142"/>
                </a:lnTo>
                <a:lnTo>
                  <a:pt x="97" y="157"/>
                </a:lnTo>
                <a:lnTo>
                  <a:pt x="82" y="165"/>
                </a:lnTo>
                <a:moveTo>
                  <a:pt x="75" y="150"/>
                </a:moveTo>
                <a:lnTo>
                  <a:pt x="68" y="135"/>
                </a:lnTo>
                <a:lnTo>
                  <a:pt x="82" y="128"/>
                </a:lnTo>
                <a:lnTo>
                  <a:pt x="90" y="142"/>
                </a:lnTo>
                <a:lnTo>
                  <a:pt x="75" y="150"/>
                </a:lnTo>
                <a:moveTo>
                  <a:pt x="68" y="135"/>
                </a:moveTo>
                <a:lnTo>
                  <a:pt x="60" y="120"/>
                </a:lnTo>
                <a:lnTo>
                  <a:pt x="75" y="113"/>
                </a:lnTo>
                <a:lnTo>
                  <a:pt x="82" y="128"/>
                </a:lnTo>
                <a:lnTo>
                  <a:pt x="68" y="135"/>
                </a:lnTo>
                <a:moveTo>
                  <a:pt x="60" y="120"/>
                </a:moveTo>
                <a:lnTo>
                  <a:pt x="53" y="106"/>
                </a:lnTo>
                <a:lnTo>
                  <a:pt x="68" y="98"/>
                </a:lnTo>
                <a:lnTo>
                  <a:pt x="75" y="113"/>
                </a:lnTo>
                <a:lnTo>
                  <a:pt x="60" y="120"/>
                </a:lnTo>
                <a:moveTo>
                  <a:pt x="53" y="106"/>
                </a:moveTo>
                <a:lnTo>
                  <a:pt x="45" y="91"/>
                </a:lnTo>
                <a:lnTo>
                  <a:pt x="60" y="83"/>
                </a:lnTo>
                <a:lnTo>
                  <a:pt x="68" y="98"/>
                </a:lnTo>
                <a:lnTo>
                  <a:pt x="53" y="106"/>
                </a:lnTo>
                <a:moveTo>
                  <a:pt x="45" y="91"/>
                </a:moveTo>
                <a:lnTo>
                  <a:pt x="38" y="76"/>
                </a:lnTo>
                <a:lnTo>
                  <a:pt x="53" y="69"/>
                </a:lnTo>
                <a:lnTo>
                  <a:pt x="60" y="83"/>
                </a:lnTo>
                <a:lnTo>
                  <a:pt x="45" y="91"/>
                </a:lnTo>
                <a:moveTo>
                  <a:pt x="38" y="76"/>
                </a:moveTo>
                <a:lnTo>
                  <a:pt x="31" y="61"/>
                </a:lnTo>
                <a:lnTo>
                  <a:pt x="45" y="54"/>
                </a:lnTo>
                <a:lnTo>
                  <a:pt x="53" y="69"/>
                </a:lnTo>
                <a:lnTo>
                  <a:pt x="38" y="76"/>
                </a:lnTo>
                <a:moveTo>
                  <a:pt x="31" y="61"/>
                </a:moveTo>
                <a:lnTo>
                  <a:pt x="23" y="46"/>
                </a:lnTo>
                <a:lnTo>
                  <a:pt x="38" y="39"/>
                </a:lnTo>
                <a:lnTo>
                  <a:pt x="45" y="54"/>
                </a:lnTo>
                <a:lnTo>
                  <a:pt x="31" y="61"/>
                </a:lnTo>
                <a:moveTo>
                  <a:pt x="23" y="46"/>
                </a:moveTo>
                <a:lnTo>
                  <a:pt x="16" y="32"/>
                </a:lnTo>
                <a:lnTo>
                  <a:pt x="31" y="24"/>
                </a:lnTo>
                <a:lnTo>
                  <a:pt x="38" y="39"/>
                </a:lnTo>
                <a:lnTo>
                  <a:pt x="23" y="46"/>
                </a:lnTo>
                <a:moveTo>
                  <a:pt x="16" y="32"/>
                </a:moveTo>
                <a:lnTo>
                  <a:pt x="8" y="17"/>
                </a:lnTo>
                <a:lnTo>
                  <a:pt x="23" y="10"/>
                </a:lnTo>
                <a:lnTo>
                  <a:pt x="31" y="24"/>
                </a:lnTo>
                <a:lnTo>
                  <a:pt x="16" y="32"/>
                </a:lnTo>
                <a:moveTo>
                  <a:pt x="8" y="17"/>
                </a:moveTo>
                <a:lnTo>
                  <a:pt x="0" y="0"/>
                </a:lnTo>
                <a:lnTo>
                  <a:pt x="24" y="0"/>
                </a:lnTo>
                <a:lnTo>
                  <a:pt x="24" y="16"/>
                </a:lnTo>
                <a:lnTo>
                  <a:pt x="13" y="16"/>
                </a:lnTo>
                <a:lnTo>
                  <a:pt x="13" y="8"/>
                </a:lnTo>
                <a:lnTo>
                  <a:pt x="21" y="4"/>
                </a:lnTo>
                <a:lnTo>
                  <a:pt x="23" y="10"/>
                </a:lnTo>
                <a:lnTo>
                  <a:pt x="8" y="17"/>
                </a:lnTo>
                <a:moveTo>
                  <a:pt x="24" y="0"/>
                </a:moveTo>
                <a:lnTo>
                  <a:pt x="40" y="0"/>
                </a:lnTo>
                <a:lnTo>
                  <a:pt x="40" y="16"/>
                </a:lnTo>
                <a:lnTo>
                  <a:pt x="24" y="16"/>
                </a:lnTo>
                <a:lnTo>
                  <a:pt x="24" y="0"/>
                </a:lnTo>
                <a:moveTo>
                  <a:pt x="40" y="0"/>
                </a:moveTo>
                <a:lnTo>
                  <a:pt x="57" y="0"/>
                </a:lnTo>
                <a:lnTo>
                  <a:pt x="57" y="16"/>
                </a:lnTo>
                <a:lnTo>
                  <a:pt x="40" y="16"/>
                </a:lnTo>
                <a:lnTo>
                  <a:pt x="40" y="0"/>
                </a:lnTo>
                <a:moveTo>
                  <a:pt x="57" y="0"/>
                </a:moveTo>
                <a:lnTo>
                  <a:pt x="73" y="0"/>
                </a:lnTo>
                <a:lnTo>
                  <a:pt x="73" y="16"/>
                </a:lnTo>
                <a:lnTo>
                  <a:pt x="57" y="16"/>
                </a:lnTo>
                <a:lnTo>
                  <a:pt x="57" y="0"/>
                </a:lnTo>
                <a:moveTo>
                  <a:pt x="73" y="0"/>
                </a:moveTo>
                <a:lnTo>
                  <a:pt x="90" y="0"/>
                </a:lnTo>
                <a:lnTo>
                  <a:pt x="90" y="16"/>
                </a:lnTo>
                <a:lnTo>
                  <a:pt x="73" y="16"/>
                </a:lnTo>
                <a:lnTo>
                  <a:pt x="73" y="0"/>
                </a:lnTo>
                <a:moveTo>
                  <a:pt x="90" y="0"/>
                </a:moveTo>
                <a:lnTo>
                  <a:pt x="106" y="0"/>
                </a:lnTo>
                <a:lnTo>
                  <a:pt x="106" y="16"/>
                </a:lnTo>
                <a:lnTo>
                  <a:pt x="90" y="16"/>
                </a:lnTo>
                <a:lnTo>
                  <a:pt x="90" y="0"/>
                </a:lnTo>
                <a:moveTo>
                  <a:pt x="106" y="0"/>
                </a:moveTo>
                <a:lnTo>
                  <a:pt x="123" y="0"/>
                </a:lnTo>
                <a:lnTo>
                  <a:pt x="123" y="16"/>
                </a:lnTo>
                <a:lnTo>
                  <a:pt x="106" y="16"/>
                </a:lnTo>
                <a:lnTo>
                  <a:pt x="106" y="0"/>
                </a:lnTo>
                <a:moveTo>
                  <a:pt x="123" y="0"/>
                </a:moveTo>
                <a:lnTo>
                  <a:pt x="139" y="0"/>
                </a:lnTo>
                <a:lnTo>
                  <a:pt x="139" y="16"/>
                </a:lnTo>
                <a:lnTo>
                  <a:pt x="123" y="16"/>
                </a:lnTo>
                <a:lnTo>
                  <a:pt x="123" y="0"/>
                </a:lnTo>
                <a:moveTo>
                  <a:pt x="139" y="0"/>
                </a:moveTo>
                <a:lnTo>
                  <a:pt x="156" y="0"/>
                </a:lnTo>
                <a:lnTo>
                  <a:pt x="156" y="16"/>
                </a:lnTo>
                <a:lnTo>
                  <a:pt x="139" y="16"/>
                </a:lnTo>
                <a:lnTo>
                  <a:pt x="139" y="0"/>
                </a:lnTo>
                <a:moveTo>
                  <a:pt x="156" y="0"/>
                </a:moveTo>
                <a:lnTo>
                  <a:pt x="173" y="0"/>
                </a:lnTo>
                <a:lnTo>
                  <a:pt x="173" y="16"/>
                </a:lnTo>
                <a:lnTo>
                  <a:pt x="156" y="16"/>
                </a:lnTo>
                <a:lnTo>
                  <a:pt x="156" y="0"/>
                </a:lnTo>
                <a:moveTo>
                  <a:pt x="173" y="0"/>
                </a:moveTo>
                <a:lnTo>
                  <a:pt x="193" y="0"/>
                </a:lnTo>
                <a:lnTo>
                  <a:pt x="179" y="26"/>
                </a:lnTo>
                <a:lnTo>
                  <a:pt x="165" y="19"/>
                </a:lnTo>
                <a:lnTo>
                  <a:pt x="172" y="4"/>
                </a:lnTo>
                <a:lnTo>
                  <a:pt x="179" y="8"/>
                </a:lnTo>
                <a:lnTo>
                  <a:pt x="179" y="16"/>
                </a:lnTo>
                <a:lnTo>
                  <a:pt x="173" y="16"/>
                </a:lnTo>
                <a:lnTo>
                  <a:pt x="173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2" name=""/>
          <p:cNvSpPr/>
          <p:nvPr/>
        </p:nvSpPr>
        <p:spPr>
          <a:xfrm>
            <a:off x="1737720" y="2210760"/>
            <a:ext cx="390960" cy="360000"/>
          </a:xfrm>
          <a:custGeom>
            <a:avLst/>
            <a:gdLst/>
            <a:ahLst/>
            <a:rect l="0" t="0" r="r" b="b"/>
            <a:pathLst>
              <a:path fill="none" w="1086" h="1000">
                <a:moveTo>
                  <a:pt x="0" y="0"/>
                </a:moveTo>
                <a:lnTo>
                  <a:pt x="0" y="86"/>
                </a:lnTo>
                <a:cubicBezTo>
                  <a:pt x="0" y="172"/>
                  <a:pt x="0" y="344"/>
                  <a:pt x="182" y="512"/>
                </a:cubicBezTo>
                <a:cubicBezTo>
                  <a:pt x="363" y="678"/>
                  <a:pt x="724" y="839"/>
                  <a:pt x="905" y="919"/>
                </a:cubicBezTo>
                <a:lnTo>
                  <a:pt x="1086" y="1000"/>
                </a:lnTo>
              </a:path>
            </a:pathLst>
          </a:custGeom>
          <a:ln w="7200">
            <a:solidFill>
              <a:srgbClr val="dd784b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3" name=""/>
          <p:cNvSpPr/>
          <p:nvPr/>
        </p:nvSpPr>
        <p:spPr>
          <a:xfrm>
            <a:off x="2089080" y="2531160"/>
            <a:ext cx="66600" cy="54720"/>
          </a:xfrm>
          <a:custGeom>
            <a:avLst/>
            <a:gdLst/>
            <a:ahLst/>
            <a:rect l="0" t="0" r="r" b="b"/>
            <a:pathLst>
              <a:path w="185" h="152">
                <a:moveTo>
                  <a:pt x="67" y="0"/>
                </a:moveTo>
                <a:lnTo>
                  <a:pt x="185" y="143"/>
                </a:lnTo>
                <a:lnTo>
                  <a:pt x="0" y="152"/>
                </a:lnTo>
                <a:lnTo>
                  <a:pt x="67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4" name=""/>
          <p:cNvSpPr/>
          <p:nvPr/>
        </p:nvSpPr>
        <p:spPr>
          <a:xfrm>
            <a:off x="2084400" y="2525400"/>
            <a:ext cx="77400" cy="63360"/>
          </a:xfrm>
          <a:custGeom>
            <a:avLst/>
            <a:gdLst/>
            <a:ahLst/>
            <a:rect l="0" t="0" r="r" b="b"/>
            <a:pathLst>
              <a:path w="215" h="176">
                <a:moveTo>
                  <a:pt x="98" y="23"/>
                </a:moveTo>
                <a:lnTo>
                  <a:pt x="108" y="36"/>
                </a:lnTo>
                <a:lnTo>
                  <a:pt x="94" y="47"/>
                </a:lnTo>
                <a:lnTo>
                  <a:pt x="84" y="34"/>
                </a:lnTo>
                <a:lnTo>
                  <a:pt x="98" y="23"/>
                </a:lnTo>
                <a:moveTo>
                  <a:pt x="108" y="36"/>
                </a:moveTo>
                <a:lnTo>
                  <a:pt x="119" y="49"/>
                </a:lnTo>
                <a:lnTo>
                  <a:pt x="106" y="59"/>
                </a:lnTo>
                <a:lnTo>
                  <a:pt x="94" y="47"/>
                </a:lnTo>
                <a:lnTo>
                  <a:pt x="108" y="36"/>
                </a:lnTo>
                <a:moveTo>
                  <a:pt x="119" y="49"/>
                </a:moveTo>
                <a:lnTo>
                  <a:pt x="129" y="62"/>
                </a:lnTo>
                <a:lnTo>
                  <a:pt x="116" y="72"/>
                </a:lnTo>
                <a:lnTo>
                  <a:pt x="106" y="59"/>
                </a:lnTo>
                <a:lnTo>
                  <a:pt x="119" y="49"/>
                </a:lnTo>
                <a:moveTo>
                  <a:pt x="129" y="62"/>
                </a:moveTo>
                <a:lnTo>
                  <a:pt x="140" y="75"/>
                </a:lnTo>
                <a:lnTo>
                  <a:pt x="127" y="86"/>
                </a:lnTo>
                <a:lnTo>
                  <a:pt x="116" y="72"/>
                </a:lnTo>
                <a:lnTo>
                  <a:pt x="129" y="62"/>
                </a:lnTo>
                <a:moveTo>
                  <a:pt x="140" y="75"/>
                </a:moveTo>
                <a:lnTo>
                  <a:pt x="150" y="88"/>
                </a:lnTo>
                <a:lnTo>
                  <a:pt x="137" y="99"/>
                </a:lnTo>
                <a:lnTo>
                  <a:pt x="127" y="86"/>
                </a:lnTo>
                <a:lnTo>
                  <a:pt x="140" y="75"/>
                </a:lnTo>
                <a:moveTo>
                  <a:pt x="150" y="88"/>
                </a:moveTo>
                <a:lnTo>
                  <a:pt x="161" y="101"/>
                </a:lnTo>
                <a:lnTo>
                  <a:pt x="148" y="111"/>
                </a:lnTo>
                <a:lnTo>
                  <a:pt x="137" y="99"/>
                </a:lnTo>
                <a:lnTo>
                  <a:pt x="150" y="88"/>
                </a:lnTo>
                <a:moveTo>
                  <a:pt x="161" y="101"/>
                </a:moveTo>
                <a:lnTo>
                  <a:pt x="171" y="114"/>
                </a:lnTo>
                <a:lnTo>
                  <a:pt x="158" y="124"/>
                </a:lnTo>
                <a:lnTo>
                  <a:pt x="148" y="111"/>
                </a:lnTo>
                <a:lnTo>
                  <a:pt x="161" y="101"/>
                </a:lnTo>
                <a:moveTo>
                  <a:pt x="171" y="114"/>
                </a:moveTo>
                <a:lnTo>
                  <a:pt x="182" y="126"/>
                </a:lnTo>
                <a:lnTo>
                  <a:pt x="169" y="137"/>
                </a:lnTo>
                <a:lnTo>
                  <a:pt x="158" y="124"/>
                </a:lnTo>
                <a:lnTo>
                  <a:pt x="171" y="114"/>
                </a:lnTo>
                <a:moveTo>
                  <a:pt x="182" y="126"/>
                </a:moveTo>
                <a:lnTo>
                  <a:pt x="192" y="139"/>
                </a:lnTo>
                <a:lnTo>
                  <a:pt x="179" y="149"/>
                </a:lnTo>
                <a:lnTo>
                  <a:pt x="169" y="137"/>
                </a:lnTo>
                <a:lnTo>
                  <a:pt x="182" y="126"/>
                </a:lnTo>
                <a:moveTo>
                  <a:pt x="192" y="139"/>
                </a:moveTo>
                <a:lnTo>
                  <a:pt x="203" y="152"/>
                </a:lnTo>
                <a:lnTo>
                  <a:pt x="190" y="162"/>
                </a:lnTo>
                <a:lnTo>
                  <a:pt x="179" y="149"/>
                </a:lnTo>
                <a:lnTo>
                  <a:pt x="192" y="139"/>
                </a:lnTo>
                <a:moveTo>
                  <a:pt x="203" y="152"/>
                </a:moveTo>
                <a:lnTo>
                  <a:pt x="215" y="167"/>
                </a:lnTo>
                <a:lnTo>
                  <a:pt x="185" y="168"/>
                </a:lnTo>
                <a:lnTo>
                  <a:pt x="184" y="152"/>
                </a:lnTo>
                <a:lnTo>
                  <a:pt x="198" y="151"/>
                </a:lnTo>
                <a:lnTo>
                  <a:pt x="198" y="159"/>
                </a:lnTo>
                <a:lnTo>
                  <a:pt x="192" y="165"/>
                </a:lnTo>
                <a:lnTo>
                  <a:pt x="190" y="162"/>
                </a:lnTo>
                <a:lnTo>
                  <a:pt x="203" y="152"/>
                </a:lnTo>
                <a:moveTo>
                  <a:pt x="185" y="168"/>
                </a:moveTo>
                <a:lnTo>
                  <a:pt x="169" y="169"/>
                </a:lnTo>
                <a:lnTo>
                  <a:pt x="168" y="152"/>
                </a:lnTo>
                <a:lnTo>
                  <a:pt x="184" y="152"/>
                </a:lnTo>
                <a:lnTo>
                  <a:pt x="185" y="168"/>
                </a:lnTo>
                <a:moveTo>
                  <a:pt x="169" y="169"/>
                </a:moveTo>
                <a:lnTo>
                  <a:pt x="152" y="170"/>
                </a:lnTo>
                <a:lnTo>
                  <a:pt x="151" y="153"/>
                </a:lnTo>
                <a:lnTo>
                  <a:pt x="168" y="152"/>
                </a:lnTo>
                <a:lnTo>
                  <a:pt x="169" y="169"/>
                </a:lnTo>
                <a:moveTo>
                  <a:pt x="152" y="170"/>
                </a:moveTo>
                <a:lnTo>
                  <a:pt x="136" y="170"/>
                </a:lnTo>
                <a:lnTo>
                  <a:pt x="135" y="154"/>
                </a:lnTo>
                <a:lnTo>
                  <a:pt x="151" y="153"/>
                </a:lnTo>
                <a:lnTo>
                  <a:pt x="152" y="170"/>
                </a:lnTo>
                <a:moveTo>
                  <a:pt x="136" y="170"/>
                </a:moveTo>
                <a:lnTo>
                  <a:pt x="119" y="171"/>
                </a:lnTo>
                <a:lnTo>
                  <a:pt x="118" y="155"/>
                </a:lnTo>
                <a:lnTo>
                  <a:pt x="135" y="154"/>
                </a:lnTo>
                <a:lnTo>
                  <a:pt x="136" y="170"/>
                </a:lnTo>
                <a:moveTo>
                  <a:pt x="119" y="171"/>
                </a:moveTo>
                <a:lnTo>
                  <a:pt x="103" y="172"/>
                </a:lnTo>
                <a:lnTo>
                  <a:pt x="102" y="155"/>
                </a:lnTo>
                <a:lnTo>
                  <a:pt x="118" y="155"/>
                </a:lnTo>
                <a:lnTo>
                  <a:pt x="119" y="171"/>
                </a:lnTo>
                <a:moveTo>
                  <a:pt x="103" y="172"/>
                </a:moveTo>
                <a:lnTo>
                  <a:pt x="85" y="173"/>
                </a:lnTo>
                <a:lnTo>
                  <a:pt x="84" y="156"/>
                </a:lnTo>
                <a:lnTo>
                  <a:pt x="102" y="155"/>
                </a:lnTo>
                <a:lnTo>
                  <a:pt x="103" y="172"/>
                </a:lnTo>
                <a:moveTo>
                  <a:pt x="85" y="173"/>
                </a:moveTo>
                <a:lnTo>
                  <a:pt x="69" y="173"/>
                </a:lnTo>
                <a:lnTo>
                  <a:pt x="68" y="157"/>
                </a:lnTo>
                <a:lnTo>
                  <a:pt x="84" y="156"/>
                </a:lnTo>
                <a:lnTo>
                  <a:pt x="85" y="173"/>
                </a:lnTo>
                <a:moveTo>
                  <a:pt x="69" y="173"/>
                </a:moveTo>
                <a:lnTo>
                  <a:pt x="52" y="174"/>
                </a:lnTo>
                <a:lnTo>
                  <a:pt x="51" y="158"/>
                </a:lnTo>
                <a:lnTo>
                  <a:pt x="68" y="157"/>
                </a:lnTo>
                <a:lnTo>
                  <a:pt x="69" y="173"/>
                </a:lnTo>
                <a:moveTo>
                  <a:pt x="52" y="174"/>
                </a:moveTo>
                <a:lnTo>
                  <a:pt x="36" y="175"/>
                </a:lnTo>
                <a:lnTo>
                  <a:pt x="35" y="158"/>
                </a:lnTo>
                <a:lnTo>
                  <a:pt x="51" y="158"/>
                </a:lnTo>
                <a:lnTo>
                  <a:pt x="52" y="174"/>
                </a:lnTo>
                <a:moveTo>
                  <a:pt x="36" y="175"/>
                </a:moveTo>
                <a:lnTo>
                  <a:pt x="19" y="176"/>
                </a:lnTo>
                <a:lnTo>
                  <a:pt x="18" y="159"/>
                </a:lnTo>
                <a:lnTo>
                  <a:pt x="35" y="158"/>
                </a:lnTo>
                <a:lnTo>
                  <a:pt x="36" y="175"/>
                </a:lnTo>
                <a:moveTo>
                  <a:pt x="19" y="176"/>
                </a:moveTo>
                <a:lnTo>
                  <a:pt x="0" y="176"/>
                </a:lnTo>
                <a:lnTo>
                  <a:pt x="10" y="155"/>
                </a:lnTo>
                <a:lnTo>
                  <a:pt x="25" y="161"/>
                </a:lnTo>
                <a:lnTo>
                  <a:pt x="20" y="171"/>
                </a:lnTo>
                <a:lnTo>
                  <a:pt x="13" y="168"/>
                </a:lnTo>
                <a:lnTo>
                  <a:pt x="12" y="159"/>
                </a:lnTo>
                <a:lnTo>
                  <a:pt x="18" y="159"/>
                </a:lnTo>
                <a:lnTo>
                  <a:pt x="19" y="176"/>
                </a:lnTo>
                <a:moveTo>
                  <a:pt x="10" y="155"/>
                </a:moveTo>
                <a:lnTo>
                  <a:pt x="16" y="140"/>
                </a:lnTo>
                <a:lnTo>
                  <a:pt x="31" y="146"/>
                </a:lnTo>
                <a:lnTo>
                  <a:pt x="25" y="161"/>
                </a:lnTo>
                <a:lnTo>
                  <a:pt x="10" y="155"/>
                </a:lnTo>
                <a:moveTo>
                  <a:pt x="16" y="140"/>
                </a:moveTo>
                <a:lnTo>
                  <a:pt x="23" y="124"/>
                </a:lnTo>
                <a:lnTo>
                  <a:pt x="38" y="131"/>
                </a:lnTo>
                <a:lnTo>
                  <a:pt x="31" y="146"/>
                </a:lnTo>
                <a:lnTo>
                  <a:pt x="16" y="140"/>
                </a:lnTo>
                <a:moveTo>
                  <a:pt x="23" y="124"/>
                </a:moveTo>
                <a:lnTo>
                  <a:pt x="30" y="109"/>
                </a:lnTo>
                <a:lnTo>
                  <a:pt x="45" y="116"/>
                </a:lnTo>
                <a:lnTo>
                  <a:pt x="38" y="131"/>
                </a:lnTo>
                <a:lnTo>
                  <a:pt x="23" y="124"/>
                </a:lnTo>
                <a:moveTo>
                  <a:pt x="30" y="109"/>
                </a:moveTo>
                <a:lnTo>
                  <a:pt x="36" y="94"/>
                </a:lnTo>
                <a:lnTo>
                  <a:pt x="51" y="101"/>
                </a:lnTo>
                <a:lnTo>
                  <a:pt x="45" y="116"/>
                </a:lnTo>
                <a:lnTo>
                  <a:pt x="30" y="109"/>
                </a:lnTo>
                <a:moveTo>
                  <a:pt x="36" y="94"/>
                </a:moveTo>
                <a:lnTo>
                  <a:pt x="43" y="79"/>
                </a:lnTo>
                <a:lnTo>
                  <a:pt x="58" y="86"/>
                </a:lnTo>
                <a:lnTo>
                  <a:pt x="51" y="101"/>
                </a:lnTo>
                <a:lnTo>
                  <a:pt x="36" y="94"/>
                </a:lnTo>
                <a:moveTo>
                  <a:pt x="43" y="79"/>
                </a:moveTo>
                <a:lnTo>
                  <a:pt x="50" y="63"/>
                </a:lnTo>
                <a:lnTo>
                  <a:pt x="65" y="70"/>
                </a:lnTo>
                <a:lnTo>
                  <a:pt x="58" y="86"/>
                </a:lnTo>
                <a:lnTo>
                  <a:pt x="43" y="79"/>
                </a:lnTo>
                <a:moveTo>
                  <a:pt x="50" y="63"/>
                </a:moveTo>
                <a:lnTo>
                  <a:pt x="57" y="48"/>
                </a:lnTo>
                <a:lnTo>
                  <a:pt x="72" y="55"/>
                </a:lnTo>
                <a:lnTo>
                  <a:pt x="65" y="70"/>
                </a:lnTo>
                <a:lnTo>
                  <a:pt x="50" y="63"/>
                </a:lnTo>
                <a:moveTo>
                  <a:pt x="57" y="48"/>
                </a:moveTo>
                <a:lnTo>
                  <a:pt x="63" y="33"/>
                </a:lnTo>
                <a:lnTo>
                  <a:pt x="78" y="40"/>
                </a:lnTo>
                <a:lnTo>
                  <a:pt x="72" y="55"/>
                </a:lnTo>
                <a:lnTo>
                  <a:pt x="57" y="48"/>
                </a:lnTo>
                <a:moveTo>
                  <a:pt x="63" y="33"/>
                </a:moveTo>
                <a:lnTo>
                  <a:pt x="70" y="18"/>
                </a:lnTo>
                <a:lnTo>
                  <a:pt x="85" y="25"/>
                </a:lnTo>
                <a:lnTo>
                  <a:pt x="78" y="40"/>
                </a:lnTo>
                <a:lnTo>
                  <a:pt x="63" y="33"/>
                </a:lnTo>
                <a:moveTo>
                  <a:pt x="70" y="18"/>
                </a:moveTo>
                <a:lnTo>
                  <a:pt x="78" y="0"/>
                </a:lnTo>
                <a:lnTo>
                  <a:pt x="98" y="23"/>
                </a:lnTo>
                <a:lnTo>
                  <a:pt x="84" y="34"/>
                </a:lnTo>
                <a:lnTo>
                  <a:pt x="74" y="21"/>
                </a:lnTo>
                <a:lnTo>
                  <a:pt x="80" y="16"/>
                </a:lnTo>
                <a:lnTo>
                  <a:pt x="87" y="19"/>
                </a:lnTo>
                <a:lnTo>
                  <a:pt x="85" y="25"/>
                </a:lnTo>
                <a:lnTo>
                  <a:pt x="70" y="18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5" name=""/>
          <p:cNvSpPr/>
          <p:nvPr/>
        </p:nvSpPr>
        <p:spPr>
          <a:xfrm>
            <a:off x="3059640" y="2210760"/>
            <a:ext cx="390960" cy="360000"/>
          </a:xfrm>
          <a:custGeom>
            <a:avLst/>
            <a:gdLst/>
            <a:ahLst/>
            <a:rect l="0" t="0" r="r" b="b"/>
            <a:pathLst>
              <a:path fill="none" w="1086" h="1000">
                <a:moveTo>
                  <a:pt x="1086" y="0"/>
                </a:moveTo>
                <a:lnTo>
                  <a:pt x="1086" y="86"/>
                </a:lnTo>
                <a:cubicBezTo>
                  <a:pt x="1086" y="172"/>
                  <a:pt x="1086" y="344"/>
                  <a:pt x="905" y="512"/>
                </a:cubicBezTo>
                <a:cubicBezTo>
                  <a:pt x="724" y="678"/>
                  <a:pt x="362" y="839"/>
                  <a:pt x="181" y="919"/>
                </a:cubicBezTo>
                <a:lnTo>
                  <a:pt x="0" y="1000"/>
                </a:lnTo>
              </a:path>
            </a:pathLst>
          </a:custGeom>
          <a:ln w="7200">
            <a:solidFill>
              <a:srgbClr val="dd784b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6" name=""/>
          <p:cNvSpPr/>
          <p:nvPr/>
        </p:nvSpPr>
        <p:spPr>
          <a:xfrm>
            <a:off x="3032640" y="2531160"/>
            <a:ext cx="66600" cy="54720"/>
          </a:xfrm>
          <a:custGeom>
            <a:avLst/>
            <a:gdLst/>
            <a:ahLst/>
            <a:rect l="0" t="0" r="r" b="b"/>
            <a:pathLst>
              <a:path w="185" h="152">
                <a:moveTo>
                  <a:pt x="185" y="152"/>
                </a:moveTo>
                <a:lnTo>
                  <a:pt x="0" y="143"/>
                </a:lnTo>
                <a:lnTo>
                  <a:pt x="117" y="0"/>
                </a:lnTo>
                <a:lnTo>
                  <a:pt x="185" y="152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7" name=""/>
          <p:cNvSpPr/>
          <p:nvPr/>
        </p:nvSpPr>
        <p:spPr>
          <a:xfrm>
            <a:off x="3026520" y="2525400"/>
            <a:ext cx="77400" cy="63360"/>
          </a:xfrm>
          <a:custGeom>
            <a:avLst/>
            <a:gdLst/>
            <a:ahLst/>
            <a:rect l="0" t="0" r="r" b="b"/>
            <a:pathLst>
              <a:path w="215" h="176">
                <a:moveTo>
                  <a:pt x="185" y="175"/>
                </a:moveTo>
                <a:lnTo>
                  <a:pt x="169" y="174"/>
                </a:lnTo>
                <a:lnTo>
                  <a:pt x="169" y="158"/>
                </a:lnTo>
                <a:lnTo>
                  <a:pt x="186" y="159"/>
                </a:lnTo>
                <a:lnTo>
                  <a:pt x="185" y="175"/>
                </a:lnTo>
                <a:moveTo>
                  <a:pt x="169" y="174"/>
                </a:moveTo>
                <a:lnTo>
                  <a:pt x="152" y="174"/>
                </a:lnTo>
                <a:lnTo>
                  <a:pt x="153" y="157"/>
                </a:lnTo>
                <a:lnTo>
                  <a:pt x="169" y="158"/>
                </a:lnTo>
                <a:lnTo>
                  <a:pt x="169" y="174"/>
                </a:lnTo>
                <a:moveTo>
                  <a:pt x="152" y="174"/>
                </a:moveTo>
                <a:lnTo>
                  <a:pt x="136" y="173"/>
                </a:lnTo>
                <a:lnTo>
                  <a:pt x="136" y="156"/>
                </a:lnTo>
                <a:lnTo>
                  <a:pt x="153" y="157"/>
                </a:lnTo>
                <a:lnTo>
                  <a:pt x="152" y="174"/>
                </a:lnTo>
                <a:moveTo>
                  <a:pt x="136" y="173"/>
                </a:moveTo>
                <a:lnTo>
                  <a:pt x="119" y="172"/>
                </a:lnTo>
                <a:lnTo>
                  <a:pt x="120" y="156"/>
                </a:lnTo>
                <a:lnTo>
                  <a:pt x="136" y="156"/>
                </a:lnTo>
                <a:lnTo>
                  <a:pt x="136" y="173"/>
                </a:lnTo>
                <a:moveTo>
                  <a:pt x="119" y="172"/>
                </a:moveTo>
                <a:lnTo>
                  <a:pt x="103" y="171"/>
                </a:lnTo>
                <a:lnTo>
                  <a:pt x="103" y="155"/>
                </a:lnTo>
                <a:lnTo>
                  <a:pt x="120" y="156"/>
                </a:lnTo>
                <a:lnTo>
                  <a:pt x="119" y="172"/>
                </a:lnTo>
                <a:moveTo>
                  <a:pt x="103" y="171"/>
                </a:moveTo>
                <a:lnTo>
                  <a:pt x="86" y="171"/>
                </a:lnTo>
                <a:lnTo>
                  <a:pt x="87" y="154"/>
                </a:lnTo>
                <a:lnTo>
                  <a:pt x="103" y="155"/>
                </a:lnTo>
                <a:lnTo>
                  <a:pt x="103" y="171"/>
                </a:lnTo>
                <a:moveTo>
                  <a:pt x="86" y="171"/>
                </a:moveTo>
                <a:lnTo>
                  <a:pt x="70" y="170"/>
                </a:lnTo>
                <a:lnTo>
                  <a:pt x="70" y="153"/>
                </a:lnTo>
                <a:lnTo>
                  <a:pt x="87" y="154"/>
                </a:lnTo>
                <a:lnTo>
                  <a:pt x="86" y="171"/>
                </a:lnTo>
                <a:moveTo>
                  <a:pt x="70" y="170"/>
                </a:moveTo>
                <a:lnTo>
                  <a:pt x="53" y="169"/>
                </a:lnTo>
                <a:lnTo>
                  <a:pt x="54" y="153"/>
                </a:lnTo>
                <a:lnTo>
                  <a:pt x="70" y="153"/>
                </a:lnTo>
                <a:lnTo>
                  <a:pt x="70" y="170"/>
                </a:lnTo>
                <a:moveTo>
                  <a:pt x="53" y="169"/>
                </a:moveTo>
                <a:lnTo>
                  <a:pt x="36" y="168"/>
                </a:lnTo>
                <a:lnTo>
                  <a:pt x="36" y="152"/>
                </a:lnTo>
                <a:lnTo>
                  <a:pt x="54" y="153"/>
                </a:lnTo>
                <a:lnTo>
                  <a:pt x="53" y="169"/>
                </a:lnTo>
                <a:moveTo>
                  <a:pt x="36" y="168"/>
                </a:moveTo>
                <a:lnTo>
                  <a:pt x="19" y="168"/>
                </a:lnTo>
                <a:lnTo>
                  <a:pt x="20" y="151"/>
                </a:lnTo>
                <a:lnTo>
                  <a:pt x="36" y="152"/>
                </a:lnTo>
                <a:lnTo>
                  <a:pt x="36" y="168"/>
                </a:lnTo>
                <a:moveTo>
                  <a:pt x="19" y="168"/>
                </a:moveTo>
                <a:lnTo>
                  <a:pt x="0" y="167"/>
                </a:lnTo>
                <a:lnTo>
                  <a:pt x="19" y="144"/>
                </a:lnTo>
                <a:lnTo>
                  <a:pt x="32" y="154"/>
                </a:lnTo>
                <a:lnTo>
                  <a:pt x="23" y="165"/>
                </a:lnTo>
                <a:lnTo>
                  <a:pt x="17" y="159"/>
                </a:lnTo>
                <a:lnTo>
                  <a:pt x="17" y="151"/>
                </a:lnTo>
                <a:lnTo>
                  <a:pt x="20" y="151"/>
                </a:lnTo>
                <a:lnTo>
                  <a:pt x="19" y="168"/>
                </a:lnTo>
                <a:moveTo>
                  <a:pt x="19" y="144"/>
                </a:moveTo>
                <a:lnTo>
                  <a:pt x="29" y="131"/>
                </a:lnTo>
                <a:lnTo>
                  <a:pt x="42" y="141"/>
                </a:lnTo>
                <a:lnTo>
                  <a:pt x="32" y="154"/>
                </a:lnTo>
                <a:lnTo>
                  <a:pt x="19" y="144"/>
                </a:lnTo>
                <a:moveTo>
                  <a:pt x="29" y="131"/>
                </a:moveTo>
                <a:lnTo>
                  <a:pt x="40" y="118"/>
                </a:lnTo>
                <a:lnTo>
                  <a:pt x="54" y="129"/>
                </a:lnTo>
                <a:lnTo>
                  <a:pt x="42" y="141"/>
                </a:lnTo>
                <a:lnTo>
                  <a:pt x="29" y="131"/>
                </a:lnTo>
                <a:moveTo>
                  <a:pt x="40" y="118"/>
                </a:moveTo>
                <a:lnTo>
                  <a:pt x="51" y="105"/>
                </a:lnTo>
                <a:lnTo>
                  <a:pt x="64" y="116"/>
                </a:lnTo>
                <a:lnTo>
                  <a:pt x="54" y="129"/>
                </a:lnTo>
                <a:lnTo>
                  <a:pt x="40" y="118"/>
                </a:lnTo>
                <a:moveTo>
                  <a:pt x="51" y="105"/>
                </a:moveTo>
                <a:lnTo>
                  <a:pt x="62" y="93"/>
                </a:lnTo>
                <a:lnTo>
                  <a:pt x="74" y="103"/>
                </a:lnTo>
                <a:lnTo>
                  <a:pt x="64" y="116"/>
                </a:lnTo>
                <a:lnTo>
                  <a:pt x="51" y="105"/>
                </a:lnTo>
                <a:moveTo>
                  <a:pt x="62" y="93"/>
                </a:moveTo>
                <a:lnTo>
                  <a:pt x="72" y="80"/>
                </a:lnTo>
                <a:lnTo>
                  <a:pt x="85" y="90"/>
                </a:lnTo>
                <a:lnTo>
                  <a:pt x="74" y="103"/>
                </a:lnTo>
                <a:lnTo>
                  <a:pt x="62" y="93"/>
                </a:lnTo>
                <a:moveTo>
                  <a:pt x="72" y="80"/>
                </a:moveTo>
                <a:lnTo>
                  <a:pt x="83" y="66"/>
                </a:lnTo>
                <a:lnTo>
                  <a:pt x="95" y="78"/>
                </a:lnTo>
                <a:lnTo>
                  <a:pt x="85" y="90"/>
                </a:lnTo>
                <a:lnTo>
                  <a:pt x="72" y="80"/>
                </a:lnTo>
                <a:moveTo>
                  <a:pt x="83" y="66"/>
                </a:moveTo>
                <a:lnTo>
                  <a:pt x="93" y="53"/>
                </a:lnTo>
                <a:lnTo>
                  <a:pt x="106" y="64"/>
                </a:lnTo>
                <a:lnTo>
                  <a:pt x="95" y="78"/>
                </a:lnTo>
                <a:lnTo>
                  <a:pt x="83" y="66"/>
                </a:lnTo>
                <a:moveTo>
                  <a:pt x="93" y="53"/>
                </a:moveTo>
                <a:lnTo>
                  <a:pt x="104" y="41"/>
                </a:lnTo>
                <a:lnTo>
                  <a:pt x="116" y="51"/>
                </a:lnTo>
                <a:lnTo>
                  <a:pt x="106" y="64"/>
                </a:lnTo>
                <a:lnTo>
                  <a:pt x="93" y="53"/>
                </a:lnTo>
                <a:moveTo>
                  <a:pt x="104" y="41"/>
                </a:moveTo>
                <a:lnTo>
                  <a:pt x="114" y="28"/>
                </a:lnTo>
                <a:lnTo>
                  <a:pt x="127" y="38"/>
                </a:lnTo>
                <a:lnTo>
                  <a:pt x="116" y="51"/>
                </a:lnTo>
                <a:lnTo>
                  <a:pt x="104" y="41"/>
                </a:lnTo>
                <a:moveTo>
                  <a:pt x="114" y="28"/>
                </a:moveTo>
                <a:lnTo>
                  <a:pt x="125" y="15"/>
                </a:lnTo>
                <a:lnTo>
                  <a:pt x="137" y="26"/>
                </a:lnTo>
                <a:lnTo>
                  <a:pt x="127" y="38"/>
                </a:lnTo>
                <a:lnTo>
                  <a:pt x="114" y="28"/>
                </a:lnTo>
                <a:moveTo>
                  <a:pt x="125" y="15"/>
                </a:moveTo>
                <a:lnTo>
                  <a:pt x="137" y="0"/>
                </a:lnTo>
                <a:lnTo>
                  <a:pt x="147" y="22"/>
                </a:lnTo>
                <a:lnTo>
                  <a:pt x="132" y="29"/>
                </a:lnTo>
                <a:lnTo>
                  <a:pt x="127" y="19"/>
                </a:lnTo>
                <a:lnTo>
                  <a:pt x="135" y="16"/>
                </a:lnTo>
                <a:lnTo>
                  <a:pt x="141" y="21"/>
                </a:lnTo>
                <a:lnTo>
                  <a:pt x="137" y="26"/>
                </a:lnTo>
                <a:lnTo>
                  <a:pt x="125" y="15"/>
                </a:lnTo>
                <a:moveTo>
                  <a:pt x="147" y="22"/>
                </a:moveTo>
                <a:lnTo>
                  <a:pt x="153" y="37"/>
                </a:lnTo>
                <a:lnTo>
                  <a:pt x="138" y="44"/>
                </a:lnTo>
                <a:lnTo>
                  <a:pt x="132" y="29"/>
                </a:lnTo>
                <a:lnTo>
                  <a:pt x="147" y="22"/>
                </a:lnTo>
                <a:moveTo>
                  <a:pt x="153" y="37"/>
                </a:moveTo>
                <a:lnTo>
                  <a:pt x="160" y="52"/>
                </a:lnTo>
                <a:lnTo>
                  <a:pt x="145" y="59"/>
                </a:lnTo>
                <a:lnTo>
                  <a:pt x="138" y="44"/>
                </a:lnTo>
                <a:lnTo>
                  <a:pt x="153" y="37"/>
                </a:lnTo>
                <a:moveTo>
                  <a:pt x="160" y="52"/>
                </a:moveTo>
                <a:lnTo>
                  <a:pt x="167" y="67"/>
                </a:lnTo>
                <a:lnTo>
                  <a:pt x="152" y="75"/>
                </a:lnTo>
                <a:lnTo>
                  <a:pt x="145" y="59"/>
                </a:lnTo>
                <a:lnTo>
                  <a:pt x="160" y="52"/>
                </a:lnTo>
                <a:moveTo>
                  <a:pt x="167" y="67"/>
                </a:moveTo>
                <a:lnTo>
                  <a:pt x="174" y="83"/>
                </a:lnTo>
                <a:lnTo>
                  <a:pt x="158" y="90"/>
                </a:lnTo>
                <a:lnTo>
                  <a:pt x="152" y="75"/>
                </a:lnTo>
                <a:lnTo>
                  <a:pt x="167" y="67"/>
                </a:lnTo>
                <a:moveTo>
                  <a:pt x="174" y="83"/>
                </a:moveTo>
                <a:lnTo>
                  <a:pt x="180" y="98"/>
                </a:lnTo>
                <a:lnTo>
                  <a:pt x="165" y="105"/>
                </a:lnTo>
                <a:lnTo>
                  <a:pt x="158" y="90"/>
                </a:lnTo>
                <a:lnTo>
                  <a:pt x="174" y="83"/>
                </a:lnTo>
                <a:moveTo>
                  <a:pt x="180" y="98"/>
                </a:moveTo>
                <a:lnTo>
                  <a:pt x="187" y="114"/>
                </a:lnTo>
                <a:lnTo>
                  <a:pt x="172" y="120"/>
                </a:lnTo>
                <a:lnTo>
                  <a:pt x="165" y="105"/>
                </a:lnTo>
                <a:lnTo>
                  <a:pt x="180" y="98"/>
                </a:lnTo>
                <a:moveTo>
                  <a:pt x="187" y="114"/>
                </a:moveTo>
                <a:lnTo>
                  <a:pt x="194" y="129"/>
                </a:lnTo>
                <a:lnTo>
                  <a:pt x="179" y="135"/>
                </a:lnTo>
                <a:lnTo>
                  <a:pt x="172" y="120"/>
                </a:lnTo>
                <a:lnTo>
                  <a:pt x="187" y="114"/>
                </a:lnTo>
                <a:moveTo>
                  <a:pt x="194" y="129"/>
                </a:moveTo>
                <a:lnTo>
                  <a:pt x="200" y="144"/>
                </a:lnTo>
                <a:lnTo>
                  <a:pt x="185" y="150"/>
                </a:lnTo>
                <a:lnTo>
                  <a:pt x="179" y="135"/>
                </a:lnTo>
                <a:lnTo>
                  <a:pt x="194" y="129"/>
                </a:lnTo>
                <a:moveTo>
                  <a:pt x="200" y="144"/>
                </a:moveTo>
                <a:lnTo>
                  <a:pt x="207" y="159"/>
                </a:lnTo>
                <a:lnTo>
                  <a:pt x="192" y="166"/>
                </a:lnTo>
                <a:lnTo>
                  <a:pt x="185" y="150"/>
                </a:lnTo>
                <a:lnTo>
                  <a:pt x="200" y="144"/>
                </a:lnTo>
                <a:moveTo>
                  <a:pt x="207" y="159"/>
                </a:moveTo>
                <a:lnTo>
                  <a:pt x="215" y="176"/>
                </a:lnTo>
                <a:lnTo>
                  <a:pt x="185" y="175"/>
                </a:lnTo>
                <a:lnTo>
                  <a:pt x="186" y="159"/>
                </a:lnTo>
                <a:lnTo>
                  <a:pt x="202" y="159"/>
                </a:lnTo>
                <a:lnTo>
                  <a:pt x="202" y="168"/>
                </a:lnTo>
                <a:lnTo>
                  <a:pt x="194" y="171"/>
                </a:lnTo>
                <a:lnTo>
                  <a:pt x="192" y="166"/>
                </a:lnTo>
                <a:lnTo>
                  <a:pt x="207" y="159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8" name=""/>
          <p:cNvSpPr/>
          <p:nvPr/>
        </p:nvSpPr>
        <p:spPr>
          <a:xfrm>
            <a:off x="1693080" y="2972520"/>
            <a:ext cx="439920" cy="342000"/>
          </a:xfrm>
          <a:custGeom>
            <a:avLst/>
            <a:gdLst/>
            <a:ahLst/>
            <a:rect l="0" t="0" r="r" b="b"/>
            <a:pathLst>
              <a:path fill="none" w="1222" h="950">
                <a:moveTo>
                  <a:pt x="1222" y="0"/>
                </a:moveTo>
                <a:lnTo>
                  <a:pt x="1018" y="86"/>
                </a:lnTo>
                <a:cubicBezTo>
                  <a:pt x="815" y="172"/>
                  <a:pt x="407" y="344"/>
                  <a:pt x="204" y="502"/>
                </a:cubicBezTo>
                <a:cubicBezTo>
                  <a:pt x="0" y="660"/>
                  <a:pt x="0" y="806"/>
                  <a:pt x="0" y="878"/>
                </a:cubicBezTo>
                <a:lnTo>
                  <a:pt x="0" y="950"/>
                </a:lnTo>
              </a:path>
            </a:pathLst>
          </a:custGeom>
          <a:ln w="7200">
            <a:solidFill>
              <a:srgbClr val="dd784b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9" name=""/>
          <p:cNvSpPr/>
          <p:nvPr/>
        </p:nvSpPr>
        <p:spPr>
          <a:xfrm>
            <a:off x="1663560" y="3284280"/>
            <a:ext cx="59760" cy="60120"/>
          </a:xfrm>
          <a:custGeom>
            <a:avLst/>
            <a:gdLst/>
            <a:ahLst/>
            <a:rect l="0" t="0" r="r" b="b"/>
            <a:pathLst>
              <a:path w="166" h="167">
                <a:moveTo>
                  <a:pt x="166" y="0"/>
                </a:moveTo>
                <a:lnTo>
                  <a:pt x="83" y="167"/>
                </a:lnTo>
                <a:lnTo>
                  <a:pt x="0" y="0"/>
                </a:lnTo>
                <a:lnTo>
                  <a:pt x="166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0" name=""/>
          <p:cNvSpPr/>
          <p:nvPr/>
        </p:nvSpPr>
        <p:spPr>
          <a:xfrm>
            <a:off x="1658520" y="3281400"/>
            <a:ext cx="69480" cy="69480"/>
          </a:xfrm>
          <a:custGeom>
            <a:avLst/>
            <a:gdLst/>
            <a:ahLst/>
            <a:rect l="0" t="0" r="r" b="b"/>
            <a:pathLst>
              <a:path w="193" h="193">
                <a:moveTo>
                  <a:pt x="180" y="27"/>
                </a:moveTo>
                <a:lnTo>
                  <a:pt x="172" y="42"/>
                </a:lnTo>
                <a:lnTo>
                  <a:pt x="158" y="34"/>
                </a:lnTo>
                <a:lnTo>
                  <a:pt x="165" y="20"/>
                </a:lnTo>
                <a:lnTo>
                  <a:pt x="180" y="27"/>
                </a:lnTo>
                <a:moveTo>
                  <a:pt x="172" y="42"/>
                </a:moveTo>
                <a:lnTo>
                  <a:pt x="165" y="56"/>
                </a:lnTo>
                <a:lnTo>
                  <a:pt x="150" y="49"/>
                </a:lnTo>
                <a:lnTo>
                  <a:pt x="158" y="34"/>
                </a:lnTo>
                <a:lnTo>
                  <a:pt x="172" y="42"/>
                </a:lnTo>
                <a:moveTo>
                  <a:pt x="165" y="56"/>
                </a:moveTo>
                <a:lnTo>
                  <a:pt x="158" y="71"/>
                </a:lnTo>
                <a:lnTo>
                  <a:pt x="143" y="64"/>
                </a:lnTo>
                <a:lnTo>
                  <a:pt x="150" y="49"/>
                </a:lnTo>
                <a:lnTo>
                  <a:pt x="165" y="56"/>
                </a:lnTo>
                <a:moveTo>
                  <a:pt x="158" y="71"/>
                </a:moveTo>
                <a:lnTo>
                  <a:pt x="150" y="86"/>
                </a:lnTo>
                <a:lnTo>
                  <a:pt x="135" y="79"/>
                </a:lnTo>
                <a:lnTo>
                  <a:pt x="143" y="64"/>
                </a:lnTo>
                <a:lnTo>
                  <a:pt x="158" y="71"/>
                </a:lnTo>
                <a:moveTo>
                  <a:pt x="150" y="86"/>
                </a:moveTo>
                <a:lnTo>
                  <a:pt x="143" y="101"/>
                </a:lnTo>
                <a:lnTo>
                  <a:pt x="128" y="93"/>
                </a:lnTo>
                <a:lnTo>
                  <a:pt x="135" y="79"/>
                </a:lnTo>
                <a:lnTo>
                  <a:pt x="150" y="86"/>
                </a:lnTo>
                <a:moveTo>
                  <a:pt x="143" y="101"/>
                </a:moveTo>
                <a:lnTo>
                  <a:pt x="135" y="116"/>
                </a:lnTo>
                <a:lnTo>
                  <a:pt x="121" y="108"/>
                </a:lnTo>
                <a:lnTo>
                  <a:pt x="128" y="93"/>
                </a:lnTo>
                <a:lnTo>
                  <a:pt x="143" y="101"/>
                </a:lnTo>
                <a:moveTo>
                  <a:pt x="135" y="116"/>
                </a:moveTo>
                <a:lnTo>
                  <a:pt x="128" y="130"/>
                </a:lnTo>
                <a:lnTo>
                  <a:pt x="113" y="123"/>
                </a:lnTo>
                <a:lnTo>
                  <a:pt x="121" y="108"/>
                </a:lnTo>
                <a:lnTo>
                  <a:pt x="135" y="116"/>
                </a:lnTo>
                <a:moveTo>
                  <a:pt x="128" y="130"/>
                </a:moveTo>
                <a:lnTo>
                  <a:pt x="121" y="145"/>
                </a:lnTo>
                <a:lnTo>
                  <a:pt x="106" y="138"/>
                </a:lnTo>
                <a:lnTo>
                  <a:pt x="113" y="123"/>
                </a:lnTo>
                <a:lnTo>
                  <a:pt x="128" y="130"/>
                </a:lnTo>
                <a:moveTo>
                  <a:pt x="121" y="145"/>
                </a:moveTo>
                <a:lnTo>
                  <a:pt x="113" y="161"/>
                </a:lnTo>
                <a:lnTo>
                  <a:pt x="99" y="153"/>
                </a:lnTo>
                <a:lnTo>
                  <a:pt x="106" y="138"/>
                </a:lnTo>
                <a:lnTo>
                  <a:pt x="121" y="145"/>
                </a:lnTo>
                <a:moveTo>
                  <a:pt x="113" y="161"/>
                </a:moveTo>
                <a:lnTo>
                  <a:pt x="106" y="176"/>
                </a:lnTo>
                <a:lnTo>
                  <a:pt x="91" y="168"/>
                </a:lnTo>
                <a:lnTo>
                  <a:pt x="99" y="153"/>
                </a:lnTo>
                <a:lnTo>
                  <a:pt x="113" y="161"/>
                </a:lnTo>
                <a:moveTo>
                  <a:pt x="106" y="176"/>
                </a:moveTo>
                <a:lnTo>
                  <a:pt x="97" y="193"/>
                </a:lnTo>
                <a:lnTo>
                  <a:pt x="84" y="166"/>
                </a:lnTo>
                <a:lnTo>
                  <a:pt x="99" y="159"/>
                </a:lnTo>
                <a:lnTo>
                  <a:pt x="105" y="171"/>
                </a:lnTo>
                <a:lnTo>
                  <a:pt x="97" y="175"/>
                </a:lnTo>
                <a:lnTo>
                  <a:pt x="90" y="171"/>
                </a:lnTo>
                <a:lnTo>
                  <a:pt x="91" y="168"/>
                </a:lnTo>
                <a:lnTo>
                  <a:pt x="106" y="176"/>
                </a:lnTo>
                <a:moveTo>
                  <a:pt x="84" y="166"/>
                </a:moveTo>
                <a:lnTo>
                  <a:pt x="76" y="151"/>
                </a:lnTo>
                <a:lnTo>
                  <a:pt x="91" y="143"/>
                </a:lnTo>
                <a:lnTo>
                  <a:pt x="99" y="159"/>
                </a:lnTo>
                <a:lnTo>
                  <a:pt x="84" y="166"/>
                </a:lnTo>
                <a:moveTo>
                  <a:pt x="76" y="151"/>
                </a:moveTo>
                <a:lnTo>
                  <a:pt x="68" y="136"/>
                </a:lnTo>
                <a:lnTo>
                  <a:pt x="84" y="128"/>
                </a:lnTo>
                <a:lnTo>
                  <a:pt x="91" y="143"/>
                </a:lnTo>
                <a:lnTo>
                  <a:pt x="76" y="151"/>
                </a:lnTo>
                <a:moveTo>
                  <a:pt x="68" y="136"/>
                </a:moveTo>
                <a:lnTo>
                  <a:pt x="61" y="121"/>
                </a:lnTo>
                <a:lnTo>
                  <a:pt x="76" y="113"/>
                </a:lnTo>
                <a:lnTo>
                  <a:pt x="84" y="128"/>
                </a:lnTo>
                <a:lnTo>
                  <a:pt x="68" y="136"/>
                </a:lnTo>
                <a:moveTo>
                  <a:pt x="61" y="121"/>
                </a:moveTo>
                <a:lnTo>
                  <a:pt x="53" y="106"/>
                </a:lnTo>
                <a:lnTo>
                  <a:pt x="68" y="99"/>
                </a:lnTo>
                <a:lnTo>
                  <a:pt x="76" y="113"/>
                </a:lnTo>
                <a:lnTo>
                  <a:pt x="61" y="121"/>
                </a:lnTo>
                <a:moveTo>
                  <a:pt x="53" y="106"/>
                </a:moveTo>
                <a:lnTo>
                  <a:pt x="46" y="91"/>
                </a:lnTo>
                <a:lnTo>
                  <a:pt x="61" y="84"/>
                </a:lnTo>
                <a:lnTo>
                  <a:pt x="68" y="99"/>
                </a:lnTo>
                <a:lnTo>
                  <a:pt x="53" y="106"/>
                </a:lnTo>
                <a:moveTo>
                  <a:pt x="46" y="91"/>
                </a:moveTo>
                <a:lnTo>
                  <a:pt x="38" y="77"/>
                </a:lnTo>
                <a:lnTo>
                  <a:pt x="53" y="69"/>
                </a:lnTo>
                <a:lnTo>
                  <a:pt x="61" y="84"/>
                </a:lnTo>
                <a:lnTo>
                  <a:pt x="46" y="91"/>
                </a:lnTo>
                <a:moveTo>
                  <a:pt x="38" y="77"/>
                </a:moveTo>
                <a:lnTo>
                  <a:pt x="31" y="62"/>
                </a:lnTo>
                <a:lnTo>
                  <a:pt x="46" y="54"/>
                </a:lnTo>
                <a:lnTo>
                  <a:pt x="53" y="69"/>
                </a:lnTo>
                <a:lnTo>
                  <a:pt x="38" y="77"/>
                </a:lnTo>
                <a:moveTo>
                  <a:pt x="31" y="62"/>
                </a:moveTo>
                <a:lnTo>
                  <a:pt x="24" y="47"/>
                </a:lnTo>
                <a:lnTo>
                  <a:pt x="38" y="40"/>
                </a:lnTo>
                <a:lnTo>
                  <a:pt x="46" y="54"/>
                </a:lnTo>
                <a:lnTo>
                  <a:pt x="31" y="62"/>
                </a:lnTo>
                <a:moveTo>
                  <a:pt x="24" y="47"/>
                </a:moveTo>
                <a:lnTo>
                  <a:pt x="16" y="32"/>
                </a:lnTo>
                <a:lnTo>
                  <a:pt x="31" y="25"/>
                </a:lnTo>
                <a:lnTo>
                  <a:pt x="38" y="40"/>
                </a:lnTo>
                <a:lnTo>
                  <a:pt x="24" y="47"/>
                </a:lnTo>
                <a:moveTo>
                  <a:pt x="16" y="32"/>
                </a:moveTo>
                <a:lnTo>
                  <a:pt x="9" y="17"/>
                </a:lnTo>
                <a:lnTo>
                  <a:pt x="24" y="10"/>
                </a:lnTo>
                <a:lnTo>
                  <a:pt x="31" y="25"/>
                </a:lnTo>
                <a:lnTo>
                  <a:pt x="16" y="32"/>
                </a:lnTo>
                <a:moveTo>
                  <a:pt x="9" y="17"/>
                </a:moveTo>
                <a:lnTo>
                  <a:pt x="0" y="0"/>
                </a:lnTo>
                <a:lnTo>
                  <a:pt x="24" y="0"/>
                </a:lnTo>
                <a:lnTo>
                  <a:pt x="24" y="17"/>
                </a:lnTo>
                <a:lnTo>
                  <a:pt x="14" y="17"/>
                </a:lnTo>
                <a:lnTo>
                  <a:pt x="14" y="8"/>
                </a:lnTo>
                <a:lnTo>
                  <a:pt x="21" y="5"/>
                </a:lnTo>
                <a:lnTo>
                  <a:pt x="24" y="10"/>
                </a:lnTo>
                <a:lnTo>
                  <a:pt x="9" y="17"/>
                </a:lnTo>
                <a:moveTo>
                  <a:pt x="24" y="0"/>
                </a:moveTo>
                <a:lnTo>
                  <a:pt x="41" y="0"/>
                </a:lnTo>
                <a:lnTo>
                  <a:pt x="41" y="17"/>
                </a:lnTo>
                <a:lnTo>
                  <a:pt x="24" y="17"/>
                </a:lnTo>
                <a:lnTo>
                  <a:pt x="24" y="0"/>
                </a:lnTo>
                <a:moveTo>
                  <a:pt x="41" y="0"/>
                </a:moveTo>
                <a:lnTo>
                  <a:pt x="57" y="0"/>
                </a:lnTo>
                <a:lnTo>
                  <a:pt x="57" y="17"/>
                </a:lnTo>
                <a:lnTo>
                  <a:pt x="41" y="17"/>
                </a:lnTo>
                <a:lnTo>
                  <a:pt x="41" y="0"/>
                </a:lnTo>
                <a:moveTo>
                  <a:pt x="57" y="0"/>
                </a:moveTo>
                <a:lnTo>
                  <a:pt x="75" y="0"/>
                </a:lnTo>
                <a:lnTo>
                  <a:pt x="75" y="17"/>
                </a:lnTo>
                <a:lnTo>
                  <a:pt x="57" y="17"/>
                </a:lnTo>
                <a:lnTo>
                  <a:pt x="57" y="0"/>
                </a:lnTo>
                <a:moveTo>
                  <a:pt x="75" y="0"/>
                </a:moveTo>
                <a:lnTo>
                  <a:pt x="91" y="0"/>
                </a:lnTo>
                <a:lnTo>
                  <a:pt x="91" y="17"/>
                </a:lnTo>
                <a:lnTo>
                  <a:pt x="75" y="17"/>
                </a:lnTo>
                <a:lnTo>
                  <a:pt x="75" y="0"/>
                </a:lnTo>
                <a:moveTo>
                  <a:pt x="91" y="0"/>
                </a:moveTo>
                <a:lnTo>
                  <a:pt x="108" y="0"/>
                </a:lnTo>
                <a:lnTo>
                  <a:pt x="108" y="17"/>
                </a:lnTo>
                <a:lnTo>
                  <a:pt x="91" y="17"/>
                </a:lnTo>
                <a:lnTo>
                  <a:pt x="91" y="0"/>
                </a:lnTo>
                <a:moveTo>
                  <a:pt x="108" y="0"/>
                </a:moveTo>
                <a:lnTo>
                  <a:pt x="124" y="0"/>
                </a:lnTo>
                <a:lnTo>
                  <a:pt x="124" y="17"/>
                </a:lnTo>
                <a:lnTo>
                  <a:pt x="108" y="17"/>
                </a:lnTo>
                <a:lnTo>
                  <a:pt x="108" y="0"/>
                </a:lnTo>
                <a:moveTo>
                  <a:pt x="124" y="0"/>
                </a:moveTo>
                <a:lnTo>
                  <a:pt x="141" y="0"/>
                </a:lnTo>
                <a:lnTo>
                  <a:pt x="141" y="17"/>
                </a:lnTo>
                <a:lnTo>
                  <a:pt x="124" y="17"/>
                </a:lnTo>
                <a:lnTo>
                  <a:pt x="124" y="0"/>
                </a:lnTo>
                <a:moveTo>
                  <a:pt x="141" y="0"/>
                </a:moveTo>
                <a:lnTo>
                  <a:pt x="157" y="0"/>
                </a:lnTo>
                <a:lnTo>
                  <a:pt x="157" y="17"/>
                </a:lnTo>
                <a:lnTo>
                  <a:pt x="141" y="17"/>
                </a:lnTo>
                <a:lnTo>
                  <a:pt x="141" y="0"/>
                </a:lnTo>
                <a:moveTo>
                  <a:pt x="157" y="0"/>
                </a:moveTo>
                <a:lnTo>
                  <a:pt x="174" y="0"/>
                </a:lnTo>
                <a:lnTo>
                  <a:pt x="174" y="17"/>
                </a:lnTo>
                <a:lnTo>
                  <a:pt x="157" y="17"/>
                </a:lnTo>
                <a:lnTo>
                  <a:pt x="157" y="0"/>
                </a:lnTo>
                <a:moveTo>
                  <a:pt x="174" y="0"/>
                </a:moveTo>
                <a:lnTo>
                  <a:pt x="193" y="0"/>
                </a:lnTo>
                <a:lnTo>
                  <a:pt x="180" y="27"/>
                </a:lnTo>
                <a:lnTo>
                  <a:pt x="165" y="20"/>
                </a:lnTo>
                <a:lnTo>
                  <a:pt x="172" y="5"/>
                </a:lnTo>
                <a:lnTo>
                  <a:pt x="180" y="8"/>
                </a:lnTo>
                <a:lnTo>
                  <a:pt x="180" y="17"/>
                </a:lnTo>
                <a:lnTo>
                  <a:pt x="174" y="17"/>
                </a:lnTo>
                <a:lnTo>
                  <a:pt x="174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1" name=""/>
          <p:cNvSpPr/>
          <p:nvPr/>
        </p:nvSpPr>
        <p:spPr>
          <a:xfrm>
            <a:off x="3055320" y="2972520"/>
            <a:ext cx="439920" cy="342000"/>
          </a:xfrm>
          <a:custGeom>
            <a:avLst/>
            <a:gdLst/>
            <a:ahLst/>
            <a:rect l="0" t="0" r="r" b="b"/>
            <a:pathLst>
              <a:path fill="none" w="1222" h="950">
                <a:moveTo>
                  <a:pt x="0" y="0"/>
                </a:moveTo>
                <a:lnTo>
                  <a:pt x="203" y="86"/>
                </a:lnTo>
                <a:cubicBezTo>
                  <a:pt x="407" y="172"/>
                  <a:pt x="815" y="344"/>
                  <a:pt x="1018" y="502"/>
                </a:cubicBezTo>
                <a:cubicBezTo>
                  <a:pt x="1222" y="660"/>
                  <a:pt x="1222" y="806"/>
                  <a:pt x="1222" y="878"/>
                </a:cubicBezTo>
                <a:lnTo>
                  <a:pt x="1222" y="950"/>
                </a:lnTo>
              </a:path>
            </a:pathLst>
          </a:custGeom>
          <a:ln w="7200">
            <a:solidFill>
              <a:srgbClr val="dd784b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2" name=""/>
          <p:cNvSpPr/>
          <p:nvPr/>
        </p:nvSpPr>
        <p:spPr>
          <a:xfrm>
            <a:off x="3465000" y="3284280"/>
            <a:ext cx="59760" cy="60120"/>
          </a:xfrm>
          <a:custGeom>
            <a:avLst/>
            <a:gdLst/>
            <a:ahLst/>
            <a:rect l="0" t="0" r="r" b="b"/>
            <a:pathLst>
              <a:path w="166" h="167">
                <a:moveTo>
                  <a:pt x="166" y="0"/>
                </a:moveTo>
                <a:lnTo>
                  <a:pt x="84" y="167"/>
                </a:lnTo>
                <a:lnTo>
                  <a:pt x="0" y="0"/>
                </a:lnTo>
                <a:lnTo>
                  <a:pt x="166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3" name=""/>
          <p:cNvSpPr/>
          <p:nvPr/>
        </p:nvSpPr>
        <p:spPr>
          <a:xfrm>
            <a:off x="3460320" y="3281400"/>
            <a:ext cx="69120" cy="69480"/>
          </a:xfrm>
          <a:custGeom>
            <a:avLst/>
            <a:gdLst/>
            <a:ahLst/>
            <a:rect l="0" t="0" r="r" b="b"/>
            <a:pathLst>
              <a:path w="192" h="193">
                <a:moveTo>
                  <a:pt x="179" y="27"/>
                </a:moveTo>
                <a:lnTo>
                  <a:pt x="172" y="42"/>
                </a:lnTo>
                <a:lnTo>
                  <a:pt x="157" y="34"/>
                </a:lnTo>
                <a:lnTo>
                  <a:pt x="164" y="20"/>
                </a:lnTo>
                <a:lnTo>
                  <a:pt x="179" y="27"/>
                </a:lnTo>
                <a:moveTo>
                  <a:pt x="172" y="42"/>
                </a:moveTo>
                <a:lnTo>
                  <a:pt x="164" y="56"/>
                </a:lnTo>
                <a:lnTo>
                  <a:pt x="150" y="49"/>
                </a:lnTo>
                <a:lnTo>
                  <a:pt x="157" y="34"/>
                </a:lnTo>
                <a:lnTo>
                  <a:pt x="172" y="42"/>
                </a:lnTo>
                <a:moveTo>
                  <a:pt x="164" y="56"/>
                </a:moveTo>
                <a:lnTo>
                  <a:pt x="157" y="71"/>
                </a:lnTo>
                <a:lnTo>
                  <a:pt x="142" y="64"/>
                </a:lnTo>
                <a:lnTo>
                  <a:pt x="150" y="49"/>
                </a:lnTo>
                <a:lnTo>
                  <a:pt x="164" y="56"/>
                </a:lnTo>
                <a:moveTo>
                  <a:pt x="157" y="71"/>
                </a:moveTo>
                <a:lnTo>
                  <a:pt x="150" y="86"/>
                </a:lnTo>
                <a:lnTo>
                  <a:pt x="135" y="79"/>
                </a:lnTo>
                <a:lnTo>
                  <a:pt x="142" y="64"/>
                </a:lnTo>
                <a:lnTo>
                  <a:pt x="157" y="71"/>
                </a:lnTo>
                <a:moveTo>
                  <a:pt x="150" y="86"/>
                </a:moveTo>
                <a:lnTo>
                  <a:pt x="142" y="101"/>
                </a:lnTo>
                <a:lnTo>
                  <a:pt x="127" y="93"/>
                </a:lnTo>
                <a:lnTo>
                  <a:pt x="135" y="79"/>
                </a:lnTo>
                <a:lnTo>
                  <a:pt x="150" y="86"/>
                </a:lnTo>
                <a:moveTo>
                  <a:pt x="142" y="101"/>
                </a:moveTo>
                <a:lnTo>
                  <a:pt x="135" y="116"/>
                </a:lnTo>
                <a:lnTo>
                  <a:pt x="120" y="108"/>
                </a:lnTo>
                <a:lnTo>
                  <a:pt x="127" y="93"/>
                </a:lnTo>
                <a:lnTo>
                  <a:pt x="142" y="101"/>
                </a:lnTo>
                <a:moveTo>
                  <a:pt x="135" y="116"/>
                </a:moveTo>
                <a:lnTo>
                  <a:pt x="127" y="130"/>
                </a:lnTo>
                <a:lnTo>
                  <a:pt x="113" y="123"/>
                </a:lnTo>
                <a:lnTo>
                  <a:pt x="120" y="108"/>
                </a:lnTo>
                <a:lnTo>
                  <a:pt x="135" y="116"/>
                </a:lnTo>
                <a:moveTo>
                  <a:pt x="127" y="130"/>
                </a:moveTo>
                <a:lnTo>
                  <a:pt x="120" y="145"/>
                </a:lnTo>
                <a:lnTo>
                  <a:pt x="105" y="138"/>
                </a:lnTo>
                <a:lnTo>
                  <a:pt x="113" y="123"/>
                </a:lnTo>
                <a:lnTo>
                  <a:pt x="127" y="130"/>
                </a:lnTo>
                <a:moveTo>
                  <a:pt x="120" y="145"/>
                </a:moveTo>
                <a:lnTo>
                  <a:pt x="113" y="161"/>
                </a:lnTo>
                <a:lnTo>
                  <a:pt x="98" y="153"/>
                </a:lnTo>
                <a:lnTo>
                  <a:pt x="105" y="138"/>
                </a:lnTo>
                <a:lnTo>
                  <a:pt x="120" y="145"/>
                </a:lnTo>
                <a:moveTo>
                  <a:pt x="113" y="161"/>
                </a:moveTo>
                <a:lnTo>
                  <a:pt x="105" y="176"/>
                </a:lnTo>
                <a:lnTo>
                  <a:pt x="91" y="168"/>
                </a:lnTo>
                <a:lnTo>
                  <a:pt x="98" y="153"/>
                </a:lnTo>
                <a:lnTo>
                  <a:pt x="113" y="161"/>
                </a:lnTo>
                <a:moveTo>
                  <a:pt x="105" y="176"/>
                </a:moveTo>
                <a:lnTo>
                  <a:pt x="97" y="193"/>
                </a:lnTo>
                <a:lnTo>
                  <a:pt x="83" y="166"/>
                </a:lnTo>
                <a:lnTo>
                  <a:pt x="98" y="159"/>
                </a:lnTo>
                <a:lnTo>
                  <a:pt x="104" y="171"/>
                </a:lnTo>
                <a:lnTo>
                  <a:pt x="97" y="175"/>
                </a:lnTo>
                <a:lnTo>
                  <a:pt x="89" y="171"/>
                </a:lnTo>
                <a:lnTo>
                  <a:pt x="91" y="168"/>
                </a:lnTo>
                <a:lnTo>
                  <a:pt x="105" y="176"/>
                </a:lnTo>
                <a:moveTo>
                  <a:pt x="83" y="166"/>
                </a:moveTo>
                <a:lnTo>
                  <a:pt x="76" y="151"/>
                </a:lnTo>
                <a:lnTo>
                  <a:pt x="91" y="143"/>
                </a:lnTo>
                <a:lnTo>
                  <a:pt x="98" y="159"/>
                </a:lnTo>
                <a:lnTo>
                  <a:pt x="83" y="166"/>
                </a:lnTo>
                <a:moveTo>
                  <a:pt x="76" y="151"/>
                </a:moveTo>
                <a:lnTo>
                  <a:pt x="68" y="136"/>
                </a:lnTo>
                <a:lnTo>
                  <a:pt x="83" y="128"/>
                </a:lnTo>
                <a:lnTo>
                  <a:pt x="91" y="143"/>
                </a:lnTo>
                <a:lnTo>
                  <a:pt x="76" y="151"/>
                </a:lnTo>
                <a:moveTo>
                  <a:pt x="68" y="136"/>
                </a:moveTo>
                <a:lnTo>
                  <a:pt x="61" y="121"/>
                </a:lnTo>
                <a:lnTo>
                  <a:pt x="76" y="113"/>
                </a:lnTo>
                <a:lnTo>
                  <a:pt x="83" y="128"/>
                </a:lnTo>
                <a:lnTo>
                  <a:pt x="68" y="136"/>
                </a:lnTo>
                <a:moveTo>
                  <a:pt x="61" y="121"/>
                </a:moveTo>
                <a:lnTo>
                  <a:pt x="54" y="106"/>
                </a:lnTo>
                <a:lnTo>
                  <a:pt x="68" y="99"/>
                </a:lnTo>
                <a:lnTo>
                  <a:pt x="76" y="113"/>
                </a:lnTo>
                <a:lnTo>
                  <a:pt x="61" y="121"/>
                </a:lnTo>
                <a:moveTo>
                  <a:pt x="54" y="106"/>
                </a:moveTo>
                <a:lnTo>
                  <a:pt x="46" y="91"/>
                </a:lnTo>
                <a:lnTo>
                  <a:pt x="61" y="84"/>
                </a:lnTo>
                <a:lnTo>
                  <a:pt x="68" y="99"/>
                </a:lnTo>
                <a:lnTo>
                  <a:pt x="54" y="106"/>
                </a:lnTo>
                <a:moveTo>
                  <a:pt x="46" y="91"/>
                </a:moveTo>
                <a:lnTo>
                  <a:pt x="39" y="77"/>
                </a:lnTo>
                <a:lnTo>
                  <a:pt x="54" y="69"/>
                </a:lnTo>
                <a:lnTo>
                  <a:pt x="61" y="84"/>
                </a:lnTo>
                <a:lnTo>
                  <a:pt x="46" y="91"/>
                </a:lnTo>
                <a:moveTo>
                  <a:pt x="39" y="77"/>
                </a:moveTo>
                <a:lnTo>
                  <a:pt x="30" y="62"/>
                </a:lnTo>
                <a:lnTo>
                  <a:pt x="46" y="54"/>
                </a:lnTo>
                <a:lnTo>
                  <a:pt x="54" y="69"/>
                </a:lnTo>
                <a:lnTo>
                  <a:pt x="39" y="77"/>
                </a:lnTo>
                <a:moveTo>
                  <a:pt x="30" y="62"/>
                </a:moveTo>
                <a:lnTo>
                  <a:pt x="23" y="47"/>
                </a:lnTo>
                <a:lnTo>
                  <a:pt x="39" y="40"/>
                </a:lnTo>
                <a:lnTo>
                  <a:pt x="46" y="54"/>
                </a:lnTo>
                <a:lnTo>
                  <a:pt x="30" y="62"/>
                </a:lnTo>
                <a:moveTo>
                  <a:pt x="23" y="47"/>
                </a:moveTo>
                <a:lnTo>
                  <a:pt x="16" y="32"/>
                </a:lnTo>
                <a:lnTo>
                  <a:pt x="30" y="25"/>
                </a:lnTo>
                <a:lnTo>
                  <a:pt x="39" y="40"/>
                </a:lnTo>
                <a:lnTo>
                  <a:pt x="23" y="47"/>
                </a:lnTo>
                <a:moveTo>
                  <a:pt x="16" y="32"/>
                </a:moveTo>
                <a:lnTo>
                  <a:pt x="8" y="17"/>
                </a:lnTo>
                <a:lnTo>
                  <a:pt x="23" y="10"/>
                </a:lnTo>
                <a:lnTo>
                  <a:pt x="30" y="25"/>
                </a:lnTo>
                <a:lnTo>
                  <a:pt x="16" y="32"/>
                </a:lnTo>
                <a:moveTo>
                  <a:pt x="8" y="17"/>
                </a:moveTo>
                <a:lnTo>
                  <a:pt x="0" y="0"/>
                </a:lnTo>
                <a:lnTo>
                  <a:pt x="24" y="0"/>
                </a:lnTo>
                <a:lnTo>
                  <a:pt x="24" y="17"/>
                </a:lnTo>
                <a:lnTo>
                  <a:pt x="13" y="17"/>
                </a:lnTo>
                <a:lnTo>
                  <a:pt x="13" y="8"/>
                </a:lnTo>
                <a:lnTo>
                  <a:pt x="20" y="5"/>
                </a:lnTo>
                <a:lnTo>
                  <a:pt x="23" y="10"/>
                </a:lnTo>
                <a:lnTo>
                  <a:pt x="8" y="17"/>
                </a:lnTo>
                <a:moveTo>
                  <a:pt x="24" y="0"/>
                </a:moveTo>
                <a:lnTo>
                  <a:pt x="41" y="0"/>
                </a:lnTo>
                <a:lnTo>
                  <a:pt x="41" y="17"/>
                </a:lnTo>
                <a:lnTo>
                  <a:pt x="24" y="17"/>
                </a:lnTo>
                <a:lnTo>
                  <a:pt x="24" y="0"/>
                </a:lnTo>
                <a:moveTo>
                  <a:pt x="41" y="0"/>
                </a:moveTo>
                <a:lnTo>
                  <a:pt x="58" y="0"/>
                </a:lnTo>
                <a:lnTo>
                  <a:pt x="58" y="17"/>
                </a:lnTo>
                <a:lnTo>
                  <a:pt x="41" y="17"/>
                </a:lnTo>
                <a:lnTo>
                  <a:pt x="41" y="0"/>
                </a:lnTo>
                <a:moveTo>
                  <a:pt x="58" y="0"/>
                </a:moveTo>
                <a:lnTo>
                  <a:pt x="74" y="0"/>
                </a:lnTo>
                <a:lnTo>
                  <a:pt x="74" y="17"/>
                </a:lnTo>
                <a:lnTo>
                  <a:pt x="58" y="17"/>
                </a:lnTo>
                <a:lnTo>
                  <a:pt x="58" y="0"/>
                </a:lnTo>
                <a:moveTo>
                  <a:pt x="74" y="0"/>
                </a:moveTo>
                <a:lnTo>
                  <a:pt x="91" y="0"/>
                </a:lnTo>
                <a:lnTo>
                  <a:pt x="91" y="17"/>
                </a:lnTo>
                <a:lnTo>
                  <a:pt x="74" y="17"/>
                </a:lnTo>
                <a:lnTo>
                  <a:pt x="74" y="0"/>
                </a:lnTo>
                <a:moveTo>
                  <a:pt x="91" y="0"/>
                </a:moveTo>
                <a:lnTo>
                  <a:pt x="107" y="0"/>
                </a:lnTo>
                <a:lnTo>
                  <a:pt x="107" y="17"/>
                </a:lnTo>
                <a:lnTo>
                  <a:pt x="91" y="17"/>
                </a:lnTo>
                <a:lnTo>
                  <a:pt x="91" y="0"/>
                </a:lnTo>
                <a:moveTo>
                  <a:pt x="107" y="0"/>
                </a:moveTo>
                <a:lnTo>
                  <a:pt x="124" y="0"/>
                </a:lnTo>
                <a:lnTo>
                  <a:pt x="124" y="17"/>
                </a:lnTo>
                <a:lnTo>
                  <a:pt x="107" y="17"/>
                </a:lnTo>
                <a:lnTo>
                  <a:pt x="107" y="0"/>
                </a:lnTo>
                <a:moveTo>
                  <a:pt x="124" y="0"/>
                </a:moveTo>
                <a:lnTo>
                  <a:pt x="140" y="0"/>
                </a:lnTo>
                <a:lnTo>
                  <a:pt x="140" y="17"/>
                </a:lnTo>
                <a:lnTo>
                  <a:pt x="124" y="17"/>
                </a:lnTo>
                <a:lnTo>
                  <a:pt x="124" y="0"/>
                </a:lnTo>
                <a:moveTo>
                  <a:pt x="140" y="0"/>
                </a:moveTo>
                <a:lnTo>
                  <a:pt x="157" y="0"/>
                </a:lnTo>
                <a:lnTo>
                  <a:pt x="157" y="17"/>
                </a:lnTo>
                <a:lnTo>
                  <a:pt x="140" y="17"/>
                </a:lnTo>
                <a:lnTo>
                  <a:pt x="140" y="0"/>
                </a:lnTo>
                <a:moveTo>
                  <a:pt x="157" y="0"/>
                </a:moveTo>
                <a:lnTo>
                  <a:pt x="173" y="0"/>
                </a:lnTo>
                <a:lnTo>
                  <a:pt x="173" y="17"/>
                </a:lnTo>
                <a:lnTo>
                  <a:pt x="157" y="17"/>
                </a:lnTo>
                <a:lnTo>
                  <a:pt x="157" y="0"/>
                </a:lnTo>
                <a:moveTo>
                  <a:pt x="173" y="0"/>
                </a:moveTo>
                <a:lnTo>
                  <a:pt x="192" y="0"/>
                </a:lnTo>
                <a:lnTo>
                  <a:pt x="179" y="27"/>
                </a:lnTo>
                <a:lnTo>
                  <a:pt x="164" y="20"/>
                </a:lnTo>
                <a:lnTo>
                  <a:pt x="172" y="5"/>
                </a:lnTo>
                <a:lnTo>
                  <a:pt x="179" y="8"/>
                </a:lnTo>
                <a:lnTo>
                  <a:pt x="179" y="17"/>
                </a:lnTo>
                <a:lnTo>
                  <a:pt x="173" y="17"/>
                </a:lnTo>
                <a:lnTo>
                  <a:pt x="173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4" name=""/>
          <p:cNvSpPr/>
          <p:nvPr/>
        </p:nvSpPr>
        <p:spPr>
          <a:xfrm>
            <a:off x="1693080" y="3733920"/>
            <a:ext cx="412560" cy="360360"/>
          </a:xfrm>
          <a:custGeom>
            <a:avLst/>
            <a:gdLst/>
            <a:ahLst/>
            <a:rect l="0" t="0" r="r" b="b"/>
            <a:pathLst>
              <a:path fill="none" w="1146" h="1001">
                <a:moveTo>
                  <a:pt x="0" y="0"/>
                </a:moveTo>
                <a:lnTo>
                  <a:pt x="0" y="86"/>
                </a:lnTo>
                <a:cubicBezTo>
                  <a:pt x="0" y="173"/>
                  <a:pt x="0" y="345"/>
                  <a:pt x="191" y="512"/>
                </a:cubicBezTo>
                <a:cubicBezTo>
                  <a:pt x="382" y="678"/>
                  <a:pt x="764" y="839"/>
                  <a:pt x="955" y="920"/>
                </a:cubicBezTo>
                <a:lnTo>
                  <a:pt x="1146" y="1001"/>
                </a:lnTo>
              </a:path>
            </a:pathLst>
          </a:custGeom>
          <a:ln w="7200">
            <a:solidFill>
              <a:srgbClr val="dd784b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5" name=""/>
          <p:cNvSpPr/>
          <p:nvPr/>
        </p:nvSpPr>
        <p:spPr>
          <a:xfrm>
            <a:off x="2066400" y="4054680"/>
            <a:ext cx="66600" cy="55440"/>
          </a:xfrm>
          <a:custGeom>
            <a:avLst/>
            <a:gdLst/>
            <a:ahLst/>
            <a:rect l="0" t="0" r="r" b="b"/>
            <a:pathLst>
              <a:path w="185" h="154">
                <a:moveTo>
                  <a:pt x="65" y="0"/>
                </a:moveTo>
                <a:lnTo>
                  <a:pt x="185" y="142"/>
                </a:lnTo>
                <a:lnTo>
                  <a:pt x="0" y="154"/>
                </a:lnTo>
                <a:lnTo>
                  <a:pt x="65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6" name=""/>
          <p:cNvSpPr/>
          <p:nvPr/>
        </p:nvSpPr>
        <p:spPr>
          <a:xfrm>
            <a:off x="2061720" y="4049280"/>
            <a:ext cx="77400" cy="64080"/>
          </a:xfrm>
          <a:custGeom>
            <a:avLst/>
            <a:gdLst/>
            <a:ahLst/>
            <a:rect l="0" t="0" r="r" b="b"/>
            <a:pathLst>
              <a:path w="215" h="178">
                <a:moveTo>
                  <a:pt x="94" y="23"/>
                </a:moveTo>
                <a:lnTo>
                  <a:pt x="105" y="35"/>
                </a:lnTo>
                <a:lnTo>
                  <a:pt x="92" y="46"/>
                </a:lnTo>
                <a:lnTo>
                  <a:pt x="81" y="33"/>
                </a:lnTo>
                <a:lnTo>
                  <a:pt x="94" y="23"/>
                </a:lnTo>
                <a:moveTo>
                  <a:pt x="105" y="35"/>
                </a:moveTo>
                <a:lnTo>
                  <a:pt x="115" y="48"/>
                </a:lnTo>
                <a:lnTo>
                  <a:pt x="103" y="59"/>
                </a:lnTo>
                <a:lnTo>
                  <a:pt x="92" y="46"/>
                </a:lnTo>
                <a:lnTo>
                  <a:pt x="105" y="35"/>
                </a:lnTo>
                <a:moveTo>
                  <a:pt x="115" y="48"/>
                </a:moveTo>
                <a:lnTo>
                  <a:pt x="126" y="60"/>
                </a:lnTo>
                <a:lnTo>
                  <a:pt x="113" y="71"/>
                </a:lnTo>
                <a:lnTo>
                  <a:pt x="103" y="59"/>
                </a:lnTo>
                <a:lnTo>
                  <a:pt x="115" y="48"/>
                </a:lnTo>
                <a:moveTo>
                  <a:pt x="126" y="60"/>
                </a:moveTo>
                <a:lnTo>
                  <a:pt x="137" y="73"/>
                </a:lnTo>
                <a:lnTo>
                  <a:pt x="124" y="84"/>
                </a:lnTo>
                <a:lnTo>
                  <a:pt x="113" y="71"/>
                </a:lnTo>
                <a:lnTo>
                  <a:pt x="126" y="60"/>
                </a:lnTo>
                <a:moveTo>
                  <a:pt x="137" y="73"/>
                </a:moveTo>
                <a:lnTo>
                  <a:pt x="147" y="85"/>
                </a:lnTo>
                <a:lnTo>
                  <a:pt x="135" y="96"/>
                </a:lnTo>
                <a:lnTo>
                  <a:pt x="124" y="84"/>
                </a:lnTo>
                <a:lnTo>
                  <a:pt x="137" y="73"/>
                </a:lnTo>
                <a:moveTo>
                  <a:pt x="147" y="85"/>
                </a:moveTo>
                <a:lnTo>
                  <a:pt x="159" y="98"/>
                </a:lnTo>
                <a:lnTo>
                  <a:pt x="146" y="110"/>
                </a:lnTo>
                <a:lnTo>
                  <a:pt x="135" y="96"/>
                </a:lnTo>
                <a:lnTo>
                  <a:pt x="147" y="85"/>
                </a:lnTo>
                <a:moveTo>
                  <a:pt x="159" y="98"/>
                </a:moveTo>
                <a:lnTo>
                  <a:pt x="170" y="112"/>
                </a:lnTo>
                <a:lnTo>
                  <a:pt x="156" y="122"/>
                </a:lnTo>
                <a:lnTo>
                  <a:pt x="146" y="110"/>
                </a:lnTo>
                <a:lnTo>
                  <a:pt x="159" y="98"/>
                </a:lnTo>
                <a:moveTo>
                  <a:pt x="170" y="112"/>
                </a:moveTo>
                <a:lnTo>
                  <a:pt x="181" y="124"/>
                </a:lnTo>
                <a:lnTo>
                  <a:pt x="168" y="135"/>
                </a:lnTo>
                <a:lnTo>
                  <a:pt x="156" y="122"/>
                </a:lnTo>
                <a:lnTo>
                  <a:pt x="170" y="112"/>
                </a:lnTo>
                <a:moveTo>
                  <a:pt x="181" y="124"/>
                </a:moveTo>
                <a:lnTo>
                  <a:pt x="191" y="137"/>
                </a:lnTo>
                <a:lnTo>
                  <a:pt x="179" y="147"/>
                </a:lnTo>
                <a:lnTo>
                  <a:pt x="168" y="135"/>
                </a:lnTo>
                <a:lnTo>
                  <a:pt x="181" y="124"/>
                </a:lnTo>
                <a:moveTo>
                  <a:pt x="191" y="137"/>
                </a:moveTo>
                <a:lnTo>
                  <a:pt x="202" y="149"/>
                </a:lnTo>
                <a:lnTo>
                  <a:pt x="190" y="160"/>
                </a:lnTo>
                <a:lnTo>
                  <a:pt x="179" y="147"/>
                </a:lnTo>
                <a:lnTo>
                  <a:pt x="191" y="137"/>
                </a:lnTo>
                <a:moveTo>
                  <a:pt x="202" y="149"/>
                </a:moveTo>
                <a:lnTo>
                  <a:pt x="215" y="164"/>
                </a:lnTo>
                <a:lnTo>
                  <a:pt x="185" y="166"/>
                </a:lnTo>
                <a:lnTo>
                  <a:pt x="184" y="149"/>
                </a:lnTo>
                <a:lnTo>
                  <a:pt x="197" y="149"/>
                </a:lnTo>
                <a:lnTo>
                  <a:pt x="198" y="157"/>
                </a:lnTo>
                <a:lnTo>
                  <a:pt x="191" y="162"/>
                </a:lnTo>
                <a:lnTo>
                  <a:pt x="190" y="160"/>
                </a:lnTo>
                <a:lnTo>
                  <a:pt x="202" y="149"/>
                </a:lnTo>
                <a:moveTo>
                  <a:pt x="185" y="166"/>
                </a:moveTo>
                <a:lnTo>
                  <a:pt x="168" y="167"/>
                </a:lnTo>
                <a:lnTo>
                  <a:pt x="167" y="150"/>
                </a:lnTo>
                <a:lnTo>
                  <a:pt x="184" y="149"/>
                </a:lnTo>
                <a:lnTo>
                  <a:pt x="185" y="166"/>
                </a:lnTo>
                <a:moveTo>
                  <a:pt x="168" y="167"/>
                </a:moveTo>
                <a:lnTo>
                  <a:pt x="151" y="168"/>
                </a:lnTo>
                <a:lnTo>
                  <a:pt x="150" y="152"/>
                </a:lnTo>
                <a:lnTo>
                  <a:pt x="167" y="150"/>
                </a:lnTo>
                <a:lnTo>
                  <a:pt x="168" y="167"/>
                </a:lnTo>
                <a:moveTo>
                  <a:pt x="151" y="168"/>
                </a:moveTo>
                <a:lnTo>
                  <a:pt x="134" y="169"/>
                </a:lnTo>
                <a:lnTo>
                  <a:pt x="133" y="153"/>
                </a:lnTo>
                <a:lnTo>
                  <a:pt x="150" y="152"/>
                </a:lnTo>
                <a:lnTo>
                  <a:pt x="151" y="168"/>
                </a:lnTo>
                <a:moveTo>
                  <a:pt x="134" y="169"/>
                </a:moveTo>
                <a:lnTo>
                  <a:pt x="118" y="170"/>
                </a:lnTo>
                <a:lnTo>
                  <a:pt x="117" y="154"/>
                </a:lnTo>
                <a:lnTo>
                  <a:pt x="133" y="153"/>
                </a:lnTo>
                <a:lnTo>
                  <a:pt x="134" y="169"/>
                </a:lnTo>
                <a:moveTo>
                  <a:pt x="118" y="170"/>
                </a:moveTo>
                <a:lnTo>
                  <a:pt x="101" y="171"/>
                </a:lnTo>
                <a:lnTo>
                  <a:pt x="100" y="155"/>
                </a:lnTo>
                <a:lnTo>
                  <a:pt x="117" y="154"/>
                </a:lnTo>
                <a:lnTo>
                  <a:pt x="118" y="170"/>
                </a:lnTo>
                <a:moveTo>
                  <a:pt x="101" y="171"/>
                </a:moveTo>
                <a:lnTo>
                  <a:pt x="85" y="172"/>
                </a:lnTo>
                <a:lnTo>
                  <a:pt x="84" y="156"/>
                </a:lnTo>
                <a:lnTo>
                  <a:pt x="100" y="155"/>
                </a:lnTo>
                <a:lnTo>
                  <a:pt x="101" y="171"/>
                </a:lnTo>
                <a:moveTo>
                  <a:pt x="85" y="172"/>
                </a:moveTo>
                <a:lnTo>
                  <a:pt x="68" y="173"/>
                </a:lnTo>
                <a:lnTo>
                  <a:pt x="67" y="157"/>
                </a:lnTo>
                <a:lnTo>
                  <a:pt x="84" y="156"/>
                </a:lnTo>
                <a:lnTo>
                  <a:pt x="85" y="172"/>
                </a:lnTo>
                <a:moveTo>
                  <a:pt x="68" y="173"/>
                </a:moveTo>
                <a:lnTo>
                  <a:pt x="52" y="174"/>
                </a:lnTo>
                <a:lnTo>
                  <a:pt x="51" y="158"/>
                </a:lnTo>
                <a:lnTo>
                  <a:pt x="67" y="157"/>
                </a:lnTo>
                <a:lnTo>
                  <a:pt x="68" y="173"/>
                </a:lnTo>
                <a:moveTo>
                  <a:pt x="52" y="174"/>
                </a:moveTo>
                <a:lnTo>
                  <a:pt x="36" y="175"/>
                </a:lnTo>
                <a:lnTo>
                  <a:pt x="34" y="159"/>
                </a:lnTo>
                <a:lnTo>
                  <a:pt x="51" y="158"/>
                </a:lnTo>
                <a:lnTo>
                  <a:pt x="52" y="174"/>
                </a:lnTo>
                <a:moveTo>
                  <a:pt x="36" y="175"/>
                </a:moveTo>
                <a:lnTo>
                  <a:pt x="19" y="176"/>
                </a:lnTo>
                <a:lnTo>
                  <a:pt x="18" y="160"/>
                </a:lnTo>
                <a:lnTo>
                  <a:pt x="34" y="159"/>
                </a:lnTo>
                <a:lnTo>
                  <a:pt x="36" y="175"/>
                </a:lnTo>
                <a:moveTo>
                  <a:pt x="19" y="176"/>
                </a:moveTo>
                <a:lnTo>
                  <a:pt x="0" y="178"/>
                </a:lnTo>
                <a:lnTo>
                  <a:pt x="9" y="156"/>
                </a:lnTo>
                <a:lnTo>
                  <a:pt x="24" y="162"/>
                </a:lnTo>
                <a:lnTo>
                  <a:pt x="20" y="172"/>
                </a:lnTo>
                <a:lnTo>
                  <a:pt x="13" y="169"/>
                </a:lnTo>
                <a:lnTo>
                  <a:pt x="12" y="160"/>
                </a:lnTo>
                <a:lnTo>
                  <a:pt x="18" y="160"/>
                </a:lnTo>
                <a:lnTo>
                  <a:pt x="19" y="176"/>
                </a:lnTo>
                <a:moveTo>
                  <a:pt x="9" y="156"/>
                </a:moveTo>
                <a:lnTo>
                  <a:pt x="15" y="140"/>
                </a:lnTo>
                <a:lnTo>
                  <a:pt x="31" y="147"/>
                </a:lnTo>
                <a:lnTo>
                  <a:pt x="24" y="162"/>
                </a:lnTo>
                <a:lnTo>
                  <a:pt x="9" y="156"/>
                </a:lnTo>
                <a:moveTo>
                  <a:pt x="15" y="140"/>
                </a:moveTo>
                <a:lnTo>
                  <a:pt x="22" y="125"/>
                </a:lnTo>
                <a:lnTo>
                  <a:pt x="37" y="132"/>
                </a:lnTo>
                <a:lnTo>
                  <a:pt x="31" y="147"/>
                </a:lnTo>
                <a:lnTo>
                  <a:pt x="15" y="140"/>
                </a:lnTo>
                <a:moveTo>
                  <a:pt x="22" y="125"/>
                </a:moveTo>
                <a:lnTo>
                  <a:pt x="28" y="110"/>
                </a:lnTo>
                <a:lnTo>
                  <a:pt x="44" y="116"/>
                </a:lnTo>
                <a:lnTo>
                  <a:pt x="37" y="132"/>
                </a:lnTo>
                <a:lnTo>
                  <a:pt x="22" y="125"/>
                </a:lnTo>
                <a:moveTo>
                  <a:pt x="28" y="110"/>
                </a:moveTo>
                <a:lnTo>
                  <a:pt x="35" y="94"/>
                </a:lnTo>
                <a:lnTo>
                  <a:pt x="50" y="100"/>
                </a:lnTo>
                <a:lnTo>
                  <a:pt x="44" y="116"/>
                </a:lnTo>
                <a:lnTo>
                  <a:pt x="28" y="110"/>
                </a:lnTo>
                <a:moveTo>
                  <a:pt x="35" y="94"/>
                </a:moveTo>
                <a:lnTo>
                  <a:pt x="41" y="79"/>
                </a:lnTo>
                <a:lnTo>
                  <a:pt x="56" y="85"/>
                </a:lnTo>
                <a:lnTo>
                  <a:pt x="50" y="100"/>
                </a:lnTo>
                <a:lnTo>
                  <a:pt x="35" y="94"/>
                </a:lnTo>
                <a:moveTo>
                  <a:pt x="41" y="79"/>
                </a:moveTo>
                <a:lnTo>
                  <a:pt x="48" y="63"/>
                </a:lnTo>
                <a:lnTo>
                  <a:pt x="63" y="70"/>
                </a:lnTo>
                <a:lnTo>
                  <a:pt x="56" y="85"/>
                </a:lnTo>
                <a:lnTo>
                  <a:pt x="41" y="79"/>
                </a:lnTo>
                <a:moveTo>
                  <a:pt x="48" y="63"/>
                </a:moveTo>
                <a:lnTo>
                  <a:pt x="54" y="48"/>
                </a:lnTo>
                <a:lnTo>
                  <a:pt x="69" y="55"/>
                </a:lnTo>
                <a:lnTo>
                  <a:pt x="63" y="70"/>
                </a:lnTo>
                <a:lnTo>
                  <a:pt x="48" y="63"/>
                </a:lnTo>
                <a:moveTo>
                  <a:pt x="54" y="48"/>
                </a:moveTo>
                <a:lnTo>
                  <a:pt x="60" y="33"/>
                </a:lnTo>
                <a:lnTo>
                  <a:pt x="76" y="39"/>
                </a:lnTo>
                <a:lnTo>
                  <a:pt x="69" y="55"/>
                </a:lnTo>
                <a:lnTo>
                  <a:pt x="54" y="48"/>
                </a:lnTo>
                <a:moveTo>
                  <a:pt x="60" y="33"/>
                </a:moveTo>
                <a:lnTo>
                  <a:pt x="67" y="18"/>
                </a:lnTo>
                <a:lnTo>
                  <a:pt x="82" y="24"/>
                </a:lnTo>
                <a:lnTo>
                  <a:pt x="76" y="39"/>
                </a:lnTo>
                <a:lnTo>
                  <a:pt x="60" y="33"/>
                </a:lnTo>
                <a:moveTo>
                  <a:pt x="67" y="18"/>
                </a:moveTo>
                <a:lnTo>
                  <a:pt x="74" y="0"/>
                </a:lnTo>
                <a:lnTo>
                  <a:pt x="94" y="23"/>
                </a:lnTo>
                <a:lnTo>
                  <a:pt x="81" y="33"/>
                </a:lnTo>
                <a:lnTo>
                  <a:pt x="71" y="21"/>
                </a:lnTo>
                <a:lnTo>
                  <a:pt x="77" y="15"/>
                </a:lnTo>
                <a:lnTo>
                  <a:pt x="84" y="19"/>
                </a:lnTo>
                <a:lnTo>
                  <a:pt x="82" y="24"/>
                </a:lnTo>
                <a:lnTo>
                  <a:pt x="67" y="18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7" name=""/>
          <p:cNvSpPr/>
          <p:nvPr/>
        </p:nvSpPr>
        <p:spPr>
          <a:xfrm>
            <a:off x="3082680" y="3733920"/>
            <a:ext cx="412560" cy="360360"/>
          </a:xfrm>
          <a:custGeom>
            <a:avLst/>
            <a:gdLst/>
            <a:ahLst/>
            <a:rect l="0" t="0" r="r" b="b"/>
            <a:pathLst>
              <a:path fill="none" w="1146" h="1001">
                <a:moveTo>
                  <a:pt x="1146" y="0"/>
                </a:moveTo>
                <a:lnTo>
                  <a:pt x="1146" y="86"/>
                </a:lnTo>
                <a:cubicBezTo>
                  <a:pt x="1146" y="173"/>
                  <a:pt x="1146" y="345"/>
                  <a:pt x="955" y="512"/>
                </a:cubicBezTo>
                <a:cubicBezTo>
                  <a:pt x="764" y="678"/>
                  <a:pt x="383" y="839"/>
                  <a:pt x="192" y="920"/>
                </a:cubicBezTo>
                <a:lnTo>
                  <a:pt x="0" y="1001"/>
                </a:lnTo>
              </a:path>
            </a:pathLst>
          </a:custGeom>
          <a:ln w="7200">
            <a:solidFill>
              <a:srgbClr val="dd784b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8" name=""/>
          <p:cNvSpPr/>
          <p:nvPr/>
        </p:nvSpPr>
        <p:spPr>
          <a:xfrm>
            <a:off x="3055320" y="4054680"/>
            <a:ext cx="66600" cy="55440"/>
          </a:xfrm>
          <a:custGeom>
            <a:avLst/>
            <a:gdLst/>
            <a:ahLst/>
            <a:rect l="0" t="0" r="r" b="b"/>
            <a:pathLst>
              <a:path w="185" h="154">
                <a:moveTo>
                  <a:pt x="185" y="154"/>
                </a:moveTo>
                <a:lnTo>
                  <a:pt x="0" y="142"/>
                </a:lnTo>
                <a:lnTo>
                  <a:pt x="121" y="0"/>
                </a:lnTo>
                <a:lnTo>
                  <a:pt x="185" y="154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9" name=""/>
          <p:cNvSpPr/>
          <p:nvPr/>
        </p:nvSpPr>
        <p:spPr>
          <a:xfrm>
            <a:off x="3049200" y="4049280"/>
            <a:ext cx="77400" cy="64080"/>
          </a:xfrm>
          <a:custGeom>
            <a:avLst/>
            <a:gdLst/>
            <a:ahLst/>
            <a:rect l="0" t="0" r="r" b="b"/>
            <a:pathLst>
              <a:path w="215" h="178">
                <a:moveTo>
                  <a:pt x="184" y="176"/>
                </a:moveTo>
                <a:lnTo>
                  <a:pt x="168" y="175"/>
                </a:lnTo>
                <a:lnTo>
                  <a:pt x="169" y="158"/>
                </a:lnTo>
                <a:lnTo>
                  <a:pt x="185" y="159"/>
                </a:lnTo>
                <a:lnTo>
                  <a:pt x="184" y="176"/>
                </a:lnTo>
                <a:moveTo>
                  <a:pt x="168" y="175"/>
                </a:moveTo>
                <a:lnTo>
                  <a:pt x="151" y="174"/>
                </a:lnTo>
                <a:lnTo>
                  <a:pt x="152" y="157"/>
                </a:lnTo>
                <a:lnTo>
                  <a:pt x="169" y="158"/>
                </a:lnTo>
                <a:lnTo>
                  <a:pt x="168" y="175"/>
                </a:lnTo>
                <a:moveTo>
                  <a:pt x="151" y="174"/>
                </a:moveTo>
                <a:lnTo>
                  <a:pt x="135" y="173"/>
                </a:lnTo>
                <a:lnTo>
                  <a:pt x="136" y="156"/>
                </a:lnTo>
                <a:lnTo>
                  <a:pt x="152" y="157"/>
                </a:lnTo>
                <a:lnTo>
                  <a:pt x="151" y="174"/>
                </a:lnTo>
                <a:moveTo>
                  <a:pt x="135" y="173"/>
                </a:moveTo>
                <a:lnTo>
                  <a:pt x="118" y="172"/>
                </a:lnTo>
                <a:lnTo>
                  <a:pt x="119" y="155"/>
                </a:lnTo>
                <a:lnTo>
                  <a:pt x="136" y="156"/>
                </a:lnTo>
                <a:lnTo>
                  <a:pt x="135" y="173"/>
                </a:lnTo>
                <a:moveTo>
                  <a:pt x="118" y="172"/>
                </a:moveTo>
                <a:lnTo>
                  <a:pt x="102" y="170"/>
                </a:lnTo>
                <a:lnTo>
                  <a:pt x="103" y="154"/>
                </a:lnTo>
                <a:lnTo>
                  <a:pt x="119" y="155"/>
                </a:lnTo>
                <a:lnTo>
                  <a:pt x="118" y="172"/>
                </a:lnTo>
                <a:moveTo>
                  <a:pt x="102" y="170"/>
                </a:moveTo>
                <a:lnTo>
                  <a:pt x="85" y="169"/>
                </a:lnTo>
                <a:lnTo>
                  <a:pt x="86" y="153"/>
                </a:lnTo>
                <a:lnTo>
                  <a:pt x="103" y="154"/>
                </a:lnTo>
                <a:lnTo>
                  <a:pt x="102" y="170"/>
                </a:lnTo>
                <a:moveTo>
                  <a:pt x="85" y="169"/>
                </a:moveTo>
                <a:lnTo>
                  <a:pt x="69" y="168"/>
                </a:lnTo>
                <a:lnTo>
                  <a:pt x="70" y="152"/>
                </a:lnTo>
                <a:lnTo>
                  <a:pt x="86" y="153"/>
                </a:lnTo>
                <a:lnTo>
                  <a:pt x="85" y="169"/>
                </a:lnTo>
                <a:moveTo>
                  <a:pt x="69" y="168"/>
                </a:moveTo>
                <a:lnTo>
                  <a:pt x="52" y="167"/>
                </a:lnTo>
                <a:lnTo>
                  <a:pt x="53" y="151"/>
                </a:lnTo>
                <a:lnTo>
                  <a:pt x="70" y="152"/>
                </a:lnTo>
                <a:lnTo>
                  <a:pt x="69" y="168"/>
                </a:lnTo>
                <a:moveTo>
                  <a:pt x="52" y="167"/>
                </a:moveTo>
                <a:lnTo>
                  <a:pt x="36" y="166"/>
                </a:lnTo>
                <a:lnTo>
                  <a:pt x="37" y="150"/>
                </a:lnTo>
                <a:lnTo>
                  <a:pt x="53" y="151"/>
                </a:lnTo>
                <a:lnTo>
                  <a:pt x="52" y="167"/>
                </a:lnTo>
                <a:moveTo>
                  <a:pt x="36" y="166"/>
                </a:moveTo>
                <a:lnTo>
                  <a:pt x="19" y="165"/>
                </a:lnTo>
                <a:lnTo>
                  <a:pt x="20" y="149"/>
                </a:lnTo>
                <a:lnTo>
                  <a:pt x="37" y="150"/>
                </a:lnTo>
                <a:lnTo>
                  <a:pt x="36" y="166"/>
                </a:lnTo>
                <a:moveTo>
                  <a:pt x="19" y="165"/>
                </a:moveTo>
                <a:lnTo>
                  <a:pt x="0" y="164"/>
                </a:lnTo>
                <a:lnTo>
                  <a:pt x="19" y="141"/>
                </a:lnTo>
                <a:lnTo>
                  <a:pt x="32" y="152"/>
                </a:lnTo>
                <a:lnTo>
                  <a:pt x="23" y="162"/>
                </a:lnTo>
                <a:lnTo>
                  <a:pt x="17" y="157"/>
                </a:lnTo>
                <a:lnTo>
                  <a:pt x="18" y="149"/>
                </a:lnTo>
                <a:lnTo>
                  <a:pt x="20" y="149"/>
                </a:lnTo>
                <a:lnTo>
                  <a:pt x="19" y="165"/>
                </a:lnTo>
                <a:moveTo>
                  <a:pt x="19" y="141"/>
                </a:moveTo>
                <a:lnTo>
                  <a:pt x="30" y="129"/>
                </a:lnTo>
                <a:lnTo>
                  <a:pt x="43" y="139"/>
                </a:lnTo>
                <a:lnTo>
                  <a:pt x="32" y="152"/>
                </a:lnTo>
                <a:lnTo>
                  <a:pt x="19" y="141"/>
                </a:lnTo>
                <a:moveTo>
                  <a:pt x="30" y="129"/>
                </a:moveTo>
                <a:lnTo>
                  <a:pt x="41" y="116"/>
                </a:lnTo>
                <a:lnTo>
                  <a:pt x="54" y="127"/>
                </a:lnTo>
                <a:lnTo>
                  <a:pt x="43" y="139"/>
                </a:lnTo>
                <a:lnTo>
                  <a:pt x="30" y="129"/>
                </a:lnTo>
                <a:moveTo>
                  <a:pt x="41" y="116"/>
                </a:moveTo>
                <a:lnTo>
                  <a:pt x="52" y="103"/>
                </a:lnTo>
                <a:lnTo>
                  <a:pt x="64" y="114"/>
                </a:lnTo>
                <a:lnTo>
                  <a:pt x="54" y="127"/>
                </a:lnTo>
                <a:lnTo>
                  <a:pt x="41" y="116"/>
                </a:lnTo>
                <a:moveTo>
                  <a:pt x="52" y="103"/>
                </a:moveTo>
                <a:lnTo>
                  <a:pt x="62" y="90"/>
                </a:lnTo>
                <a:lnTo>
                  <a:pt x="75" y="101"/>
                </a:lnTo>
                <a:lnTo>
                  <a:pt x="64" y="114"/>
                </a:lnTo>
                <a:lnTo>
                  <a:pt x="52" y="103"/>
                </a:lnTo>
                <a:moveTo>
                  <a:pt x="62" y="90"/>
                </a:moveTo>
                <a:lnTo>
                  <a:pt x="73" y="77"/>
                </a:lnTo>
                <a:lnTo>
                  <a:pt x="86" y="88"/>
                </a:lnTo>
                <a:lnTo>
                  <a:pt x="75" y="101"/>
                </a:lnTo>
                <a:lnTo>
                  <a:pt x="62" y="90"/>
                </a:lnTo>
                <a:moveTo>
                  <a:pt x="73" y="77"/>
                </a:moveTo>
                <a:lnTo>
                  <a:pt x="84" y="65"/>
                </a:lnTo>
                <a:lnTo>
                  <a:pt x="96" y="76"/>
                </a:lnTo>
                <a:lnTo>
                  <a:pt x="86" y="88"/>
                </a:lnTo>
                <a:lnTo>
                  <a:pt x="73" y="77"/>
                </a:lnTo>
                <a:moveTo>
                  <a:pt x="84" y="65"/>
                </a:moveTo>
                <a:lnTo>
                  <a:pt x="95" y="52"/>
                </a:lnTo>
                <a:lnTo>
                  <a:pt x="107" y="63"/>
                </a:lnTo>
                <a:lnTo>
                  <a:pt x="96" y="76"/>
                </a:lnTo>
                <a:lnTo>
                  <a:pt x="84" y="65"/>
                </a:lnTo>
                <a:moveTo>
                  <a:pt x="95" y="52"/>
                </a:moveTo>
                <a:lnTo>
                  <a:pt x="105" y="40"/>
                </a:lnTo>
                <a:lnTo>
                  <a:pt x="118" y="50"/>
                </a:lnTo>
                <a:lnTo>
                  <a:pt x="107" y="63"/>
                </a:lnTo>
                <a:lnTo>
                  <a:pt x="95" y="52"/>
                </a:lnTo>
                <a:moveTo>
                  <a:pt x="105" y="40"/>
                </a:moveTo>
                <a:lnTo>
                  <a:pt x="116" y="27"/>
                </a:lnTo>
                <a:lnTo>
                  <a:pt x="129" y="38"/>
                </a:lnTo>
                <a:lnTo>
                  <a:pt x="118" y="50"/>
                </a:lnTo>
                <a:lnTo>
                  <a:pt x="105" y="40"/>
                </a:lnTo>
                <a:moveTo>
                  <a:pt x="116" y="27"/>
                </a:moveTo>
                <a:lnTo>
                  <a:pt x="127" y="15"/>
                </a:lnTo>
                <a:lnTo>
                  <a:pt x="139" y="25"/>
                </a:lnTo>
                <a:lnTo>
                  <a:pt x="129" y="38"/>
                </a:lnTo>
                <a:lnTo>
                  <a:pt x="116" y="27"/>
                </a:lnTo>
                <a:moveTo>
                  <a:pt x="127" y="15"/>
                </a:moveTo>
                <a:lnTo>
                  <a:pt x="139" y="0"/>
                </a:lnTo>
                <a:lnTo>
                  <a:pt x="149" y="22"/>
                </a:lnTo>
                <a:lnTo>
                  <a:pt x="133" y="28"/>
                </a:lnTo>
                <a:lnTo>
                  <a:pt x="129" y="19"/>
                </a:lnTo>
                <a:lnTo>
                  <a:pt x="137" y="15"/>
                </a:lnTo>
                <a:lnTo>
                  <a:pt x="143" y="21"/>
                </a:lnTo>
                <a:lnTo>
                  <a:pt x="139" y="25"/>
                </a:lnTo>
                <a:lnTo>
                  <a:pt x="127" y="15"/>
                </a:lnTo>
                <a:moveTo>
                  <a:pt x="149" y="22"/>
                </a:moveTo>
                <a:lnTo>
                  <a:pt x="155" y="37"/>
                </a:lnTo>
                <a:lnTo>
                  <a:pt x="140" y="44"/>
                </a:lnTo>
                <a:lnTo>
                  <a:pt x="133" y="28"/>
                </a:lnTo>
                <a:lnTo>
                  <a:pt x="149" y="22"/>
                </a:lnTo>
                <a:moveTo>
                  <a:pt x="155" y="37"/>
                </a:moveTo>
                <a:lnTo>
                  <a:pt x="161" y="52"/>
                </a:lnTo>
                <a:lnTo>
                  <a:pt x="146" y="59"/>
                </a:lnTo>
                <a:lnTo>
                  <a:pt x="140" y="44"/>
                </a:lnTo>
                <a:lnTo>
                  <a:pt x="155" y="37"/>
                </a:lnTo>
                <a:moveTo>
                  <a:pt x="161" y="52"/>
                </a:moveTo>
                <a:lnTo>
                  <a:pt x="168" y="68"/>
                </a:lnTo>
                <a:lnTo>
                  <a:pt x="153" y="74"/>
                </a:lnTo>
                <a:lnTo>
                  <a:pt x="146" y="59"/>
                </a:lnTo>
                <a:lnTo>
                  <a:pt x="161" y="52"/>
                </a:lnTo>
                <a:moveTo>
                  <a:pt x="168" y="68"/>
                </a:moveTo>
                <a:lnTo>
                  <a:pt x="174" y="83"/>
                </a:lnTo>
                <a:lnTo>
                  <a:pt x="159" y="89"/>
                </a:lnTo>
                <a:lnTo>
                  <a:pt x="153" y="74"/>
                </a:lnTo>
                <a:lnTo>
                  <a:pt x="168" y="68"/>
                </a:lnTo>
                <a:moveTo>
                  <a:pt x="174" y="83"/>
                </a:moveTo>
                <a:lnTo>
                  <a:pt x="181" y="98"/>
                </a:lnTo>
                <a:lnTo>
                  <a:pt x="166" y="105"/>
                </a:lnTo>
                <a:lnTo>
                  <a:pt x="159" y="89"/>
                </a:lnTo>
                <a:lnTo>
                  <a:pt x="174" y="83"/>
                </a:lnTo>
                <a:moveTo>
                  <a:pt x="181" y="98"/>
                </a:moveTo>
                <a:lnTo>
                  <a:pt x="187" y="114"/>
                </a:lnTo>
                <a:lnTo>
                  <a:pt x="172" y="121"/>
                </a:lnTo>
                <a:lnTo>
                  <a:pt x="166" y="105"/>
                </a:lnTo>
                <a:lnTo>
                  <a:pt x="181" y="98"/>
                </a:lnTo>
                <a:moveTo>
                  <a:pt x="187" y="114"/>
                </a:moveTo>
                <a:lnTo>
                  <a:pt x="194" y="129"/>
                </a:lnTo>
                <a:lnTo>
                  <a:pt x="178" y="136"/>
                </a:lnTo>
                <a:lnTo>
                  <a:pt x="172" y="121"/>
                </a:lnTo>
                <a:lnTo>
                  <a:pt x="187" y="114"/>
                </a:lnTo>
                <a:moveTo>
                  <a:pt x="194" y="129"/>
                </a:moveTo>
                <a:lnTo>
                  <a:pt x="201" y="145"/>
                </a:lnTo>
                <a:lnTo>
                  <a:pt x="185" y="151"/>
                </a:lnTo>
                <a:lnTo>
                  <a:pt x="178" y="136"/>
                </a:lnTo>
                <a:lnTo>
                  <a:pt x="194" y="129"/>
                </a:lnTo>
                <a:moveTo>
                  <a:pt x="201" y="145"/>
                </a:moveTo>
                <a:lnTo>
                  <a:pt x="207" y="160"/>
                </a:lnTo>
                <a:lnTo>
                  <a:pt x="191" y="166"/>
                </a:lnTo>
                <a:lnTo>
                  <a:pt x="185" y="151"/>
                </a:lnTo>
                <a:lnTo>
                  <a:pt x="201" y="145"/>
                </a:lnTo>
                <a:moveTo>
                  <a:pt x="207" y="160"/>
                </a:moveTo>
                <a:lnTo>
                  <a:pt x="215" y="178"/>
                </a:lnTo>
                <a:lnTo>
                  <a:pt x="184" y="176"/>
                </a:lnTo>
                <a:lnTo>
                  <a:pt x="185" y="159"/>
                </a:lnTo>
                <a:lnTo>
                  <a:pt x="203" y="160"/>
                </a:lnTo>
                <a:lnTo>
                  <a:pt x="202" y="169"/>
                </a:lnTo>
                <a:lnTo>
                  <a:pt x="194" y="172"/>
                </a:lnTo>
                <a:lnTo>
                  <a:pt x="191" y="166"/>
                </a:lnTo>
                <a:lnTo>
                  <a:pt x="207" y="16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0" name=""/>
          <p:cNvSpPr/>
          <p:nvPr/>
        </p:nvSpPr>
        <p:spPr>
          <a:xfrm>
            <a:off x="1940040" y="1059480"/>
            <a:ext cx="1307880" cy="390240"/>
          </a:xfrm>
          <a:custGeom>
            <a:avLst/>
            <a:gdLst/>
            <a:ahLst/>
            <a:rect l="0" t="0" r="r" b="b"/>
            <a:pathLst>
              <a:path w="3633" h="1084">
                <a:moveTo>
                  <a:pt x="0" y="0"/>
                </a:moveTo>
                <a:lnTo>
                  <a:pt x="3633" y="0"/>
                </a:lnTo>
                <a:lnTo>
                  <a:pt x="3633" y="1084"/>
                </a:lnTo>
                <a:lnTo>
                  <a:pt x="0" y="10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1" name=""/>
          <p:cNvSpPr/>
          <p:nvPr/>
        </p:nvSpPr>
        <p:spPr>
          <a:xfrm>
            <a:off x="1940040" y="1059480"/>
            <a:ext cx="1307880" cy="390240"/>
          </a:xfrm>
          <a:custGeom>
            <a:avLst/>
            <a:gdLst/>
            <a:ahLst/>
            <a:rect l="0" t="0" r="r" b="b"/>
            <a:pathLst>
              <a:path w="3633" h="1084">
                <a:moveTo>
                  <a:pt x="0" y="0"/>
                </a:moveTo>
                <a:lnTo>
                  <a:pt x="3633" y="0"/>
                </a:lnTo>
                <a:lnTo>
                  <a:pt x="3633" y="1084"/>
                </a:lnTo>
                <a:lnTo>
                  <a:pt x="0" y="1084"/>
                </a:lnTo>
                <a:lnTo>
                  <a:pt x="0" y="0"/>
                </a:lnTo>
                <a:close/>
              </a:path>
            </a:pathLst>
          </a:custGeom>
          <a:noFill/>
          <a:ln w="7200">
            <a:solidFill>
              <a:srgbClr val="3d68ec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2" name=""/>
          <p:cNvSpPr txBox="1"/>
          <p:nvPr/>
        </p:nvSpPr>
        <p:spPr>
          <a:xfrm>
            <a:off x="457200" y="727560"/>
            <a:ext cx="33138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6b7280"/>
                </a:solidFill>
                <a:latin typeface="Arial"/>
                <a:ea typeface="Arial"/>
              </a:rPr>
              <a:t>De landelijke route van scenario naar afsprakenset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3" name=""/>
          <p:cNvSpPr/>
          <p:nvPr/>
        </p:nvSpPr>
        <p:spPr>
          <a:xfrm>
            <a:off x="1069200" y="1820880"/>
            <a:ext cx="1337400" cy="390240"/>
          </a:xfrm>
          <a:custGeom>
            <a:avLst/>
            <a:gdLst/>
            <a:ahLst/>
            <a:rect l="0" t="0" r="r" b="b"/>
            <a:pathLst>
              <a:path w="3715" h="1084">
                <a:moveTo>
                  <a:pt x="0" y="0"/>
                </a:moveTo>
                <a:lnTo>
                  <a:pt x="3715" y="0"/>
                </a:lnTo>
                <a:lnTo>
                  <a:pt x="3715" y="1084"/>
                </a:lnTo>
                <a:lnTo>
                  <a:pt x="0" y="10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4" name=""/>
          <p:cNvSpPr/>
          <p:nvPr/>
        </p:nvSpPr>
        <p:spPr>
          <a:xfrm>
            <a:off x="1069200" y="1820880"/>
            <a:ext cx="1337400" cy="390240"/>
          </a:xfrm>
          <a:custGeom>
            <a:avLst/>
            <a:gdLst/>
            <a:ahLst/>
            <a:rect l="0" t="0" r="r" b="b"/>
            <a:pathLst>
              <a:path w="3715" h="1084">
                <a:moveTo>
                  <a:pt x="0" y="0"/>
                </a:moveTo>
                <a:lnTo>
                  <a:pt x="3715" y="0"/>
                </a:lnTo>
                <a:lnTo>
                  <a:pt x="3715" y="1084"/>
                </a:lnTo>
                <a:lnTo>
                  <a:pt x="0" y="1084"/>
                </a:lnTo>
                <a:lnTo>
                  <a:pt x="0" y="0"/>
                </a:lnTo>
                <a:close/>
              </a:path>
            </a:pathLst>
          </a:custGeom>
          <a:noFill/>
          <a:ln w="7200">
            <a:solidFill>
              <a:srgbClr val="3d68ec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5" name=""/>
          <p:cNvSpPr txBox="1"/>
          <p:nvPr/>
        </p:nvSpPr>
        <p:spPr>
          <a:xfrm>
            <a:off x="2163240" y="1186560"/>
            <a:ext cx="953280" cy="1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b2a6b"/>
                </a:solidFill>
                <a:latin typeface="Arial"/>
                <a:ea typeface="Arial"/>
              </a:rPr>
              <a:t>Scenario-analyse</a:t>
            </a:r>
            <a:endParaRPr b="0" lang="en-US" sz="8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6" name=""/>
          <p:cNvSpPr/>
          <p:nvPr/>
        </p:nvSpPr>
        <p:spPr>
          <a:xfrm>
            <a:off x="2777760" y="1820880"/>
            <a:ext cx="1344960" cy="390240"/>
          </a:xfrm>
          <a:custGeom>
            <a:avLst/>
            <a:gdLst/>
            <a:ahLst/>
            <a:rect l="0" t="0" r="r" b="b"/>
            <a:pathLst>
              <a:path w="3736" h="1084">
                <a:moveTo>
                  <a:pt x="0" y="0"/>
                </a:moveTo>
                <a:lnTo>
                  <a:pt x="3736" y="0"/>
                </a:lnTo>
                <a:lnTo>
                  <a:pt x="3736" y="1084"/>
                </a:lnTo>
                <a:lnTo>
                  <a:pt x="0" y="10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7" name=""/>
          <p:cNvSpPr/>
          <p:nvPr/>
        </p:nvSpPr>
        <p:spPr>
          <a:xfrm>
            <a:off x="2777760" y="1820880"/>
            <a:ext cx="1344960" cy="390240"/>
          </a:xfrm>
          <a:custGeom>
            <a:avLst/>
            <a:gdLst/>
            <a:ahLst/>
            <a:rect l="0" t="0" r="r" b="b"/>
            <a:pathLst>
              <a:path w="3736" h="1084">
                <a:moveTo>
                  <a:pt x="0" y="0"/>
                </a:moveTo>
                <a:lnTo>
                  <a:pt x="3736" y="0"/>
                </a:lnTo>
                <a:lnTo>
                  <a:pt x="3736" y="1084"/>
                </a:lnTo>
                <a:lnTo>
                  <a:pt x="0" y="1084"/>
                </a:lnTo>
                <a:lnTo>
                  <a:pt x="0" y="0"/>
                </a:lnTo>
                <a:close/>
              </a:path>
            </a:pathLst>
          </a:custGeom>
          <a:noFill/>
          <a:ln w="7200">
            <a:solidFill>
              <a:srgbClr val="3d68ec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8" name=""/>
          <p:cNvSpPr txBox="1"/>
          <p:nvPr/>
        </p:nvSpPr>
        <p:spPr>
          <a:xfrm>
            <a:off x="1292040" y="1947960"/>
            <a:ext cx="986760" cy="1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b2a6b"/>
                </a:solidFill>
                <a:latin typeface="Arial"/>
                <a:ea typeface="Arial"/>
              </a:rPr>
              <a:t>Gegevensanalyse</a:t>
            </a:r>
            <a:endParaRPr b="0" lang="en-US" sz="8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9" name=""/>
          <p:cNvSpPr/>
          <p:nvPr/>
        </p:nvSpPr>
        <p:spPr>
          <a:xfrm>
            <a:off x="1917720" y="2582280"/>
            <a:ext cx="1352520" cy="390600"/>
          </a:xfrm>
          <a:custGeom>
            <a:avLst/>
            <a:gdLst/>
            <a:ahLst/>
            <a:rect l="0" t="0" r="r" b="b"/>
            <a:pathLst>
              <a:path w="3757" h="1085">
                <a:moveTo>
                  <a:pt x="0" y="0"/>
                </a:moveTo>
                <a:lnTo>
                  <a:pt x="3757" y="0"/>
                </a:lnTo>
                <a:lnTo>
                  <a:pt x="3757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0" name=""/>
          <p:cNvSpPr/>
          <p:nvPr/>
        </p:nvSpPr>
        <p:spPr>
          <a:xfrm>
            <a:off x="1917720" y="2582280"/>
            <a:ext cx="1352520" cy="390600"/>
          </a:xfrm>
          <a:custGeom>
            <a:avLst/>
            <a:gdLst/>
            <a:ahLst/>
            <a:rect l="0" t="0" r="r" b="b"/>
            <a:pathLst>
              <a:path w="3757" h="1085">
                <a:moveTo>
                  <a:pt x="0" y="0"/>
                </a:moveTo>
                <a:lnTo>
                  <a:pt x="3757" y="0"/>
                </a:lnTo>
                <a:lnTo>
                  <a:pt x="3757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noFill/>
          <a:ln w="7200">
            <a:solidFill>
              <a:srgbClr val="3d68ec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1" name=""/>
          <p:cNvSpPr txBox="1"/>
          <p:nvPr/>
        </p:nvSpPr>
        <p:spPr>
          <a:xfrm>
            <a:off x="3000960" y="1947960"/>
            <a:ext cx="1005120" cy="1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b2a6b"/>
                </a:solidFill>
                <a:latin typeface="Arial"/>
                <a:ea typeface="Arial"/>
              </a:rPr>
              <a:t>Interactie-analyse</a:t>
            </a:r>
            <a:endParaRPr b="0" lang="en-US" sz="8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2" name=""/>
          <p:cNvSpPr/>
          <p:nvPr/>
        </p:nvSpPr>
        <p:spPr>
          <a:xfrm>
            <a:off x="1002240" y="3344040"/>
            <a:ext cx="1382040" cy="390240"/>
          </a:xfrm>
          <a:custGeom>
            <a:avLst/>
            <a:gdLst/>
            <a:ahLst/>
            <a:rect l="0" t="0" r="r" b="b"/>
            <a:pathLst>
              <a:path w="3839" h="1084">
                <a:moveTo>
                  <a:pt x="0" y="0"/>
                </a:moveTo>
                <a:lnTo>
                  <a:pt x="3839" y="0"/>
                </a:lnTo>
                <a:lnTo>
                  <a:pt x="3839" y="1084"/>
                </a:lnTo>
                <a:lnTo>
                  <a:pt x="0" y="10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3" name=""/>
          <p:cNvSpPr/>
          <p:nvPr/>
        </p:nvSpPr>
        <p:spPr>
          <a:xfrm>
            <a:off x="1002240" y="3344040"/>
            <a:ext cx="1382040" cy="390240"/>
          </a:xfrm>
          <a:custGeom>
            <a:avLst/>
            <a:gdLst/>
            <a:ahLst/>
            <a:rect l="0" t="0" r="r" b="b"/>
            <a:pathLst>
              <a:path w="3839" h="1084">
                <a:moveTo>
                  <a:pt x="0" y="0"/>
                </a:moveTo>
                <a:lnTo>
                  <a:pt x="3839" y="0"/>
                </a:lnTo>
                <a:lnTo>
                  <a:pt x="3839" y="1084"/>
                </a:lnTo>
                <a:lnTo>
                  <a:pt x="0" y="1084"/>
                </a:lnTo>
                <a:lnTo>
                  <a:pt x="0" y="0"/>
                </a:lnTo>
                <a:close/>
              </a:path>
            </a:pathLst>
          </a:custGeom>
          <a:noFill/>
          <a:ln w="7200">
            <a:solidFill>
              <a:srgbClr val="3d68ec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4" name=""/>
          <p:cNvSpPr txBox="1"/>
          <p:nvPr/>
        </p:nvSpPr>
        <p:spPr>
          <a:xfrm>
            <a:off x="2140920" y="2709360"/>
            <a:ext cx="1005120" cy="1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b2a6b"/>
                </a:solidFill>
                <a:latin typeface="Arial"/>
                <a:ea typeface="Arial"/>
              </a:rPr>
              <a:t>Technologiekeuze</a:t>
            </a:r>
            <a:endParaRPr b="0" lang="en-US" sz="8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5" name=""/>
          <p:cNvSpPr/>
          <p:nvPr/>
        </p:nvSpPr>
        <p:spPr>
          <a:xfrm>
            <a:off x="2755440" y="3344040"/>
            <a:ext cx="1478880" cy="390240"/>
          </a:xfrm>
          <a:custGeom>
            <a:avLst/>
            <a:gdLst/>
            <a:ahLst/>
            <a:rect l="0" t="0" r="r" b="b"/>
            <a:pathLst>
              <a:path w="4108" h="1084">
                <a:moveTo>
                  <a:pt x="0" y="0"/>
                </a:moveTo>
                <a:lnTo>
                  <a:pt x="4108" y="0"/>
                </a:lnTo>
                <a:lnTo>
                  <a:pt x="4108" y="1084"/>
                </a:lnTo>
                <a:lnTo>
                  <a:pt x="0" y="10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6" name=""/>
          <p:cNvSpPr/>
          <p:nvPr/>
        </p:nvSpPr>
        <p:spPr>
          <a:xfrm>
            <a:off x="2755440" y="3344040"/>
            <a:ext cx="1478880" cy="390240"/>
          </a:xfrm>
          <a:custGeom>
            <a:avLst/>
            <a:gdLst/>
            <a:ahLst/>
            <a:rect l="0" t="0" r="r" b="b"/>
            <a:pathLst>
              <a:path w="4108" h="1084">
                <a:moveTo>
                  <a:pt x="0" y="0"/>
                </a:moveTo>
                <a:lnTo>
                  <a:pt x="4108" y="0"/>
                </a:lnTo>
                <a:lnTo>
                  <a:pt x="4108" y="1084"/>
                </a:lnTo>
                <a:lnTo>
                  <a:pt x="0" y="1084"/>
                </a:lnTo>
                <a:lnTo>
                  <a:pt x="0" y="0"/>
                </a:lnTo>
                <a:close/>
              </a:path>
            </a:pathLst>
          </a:custGeom>
          <a:noFill/>
          <a:ln w="7200">
            <a:solidFill>
              <a:srgbClr val="3d68ec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7" name=""/>
          <p:cNvSpPr txBox="1"/>
          <p:nvPr/>
        </p:nvSpPr>
        <p:spPr>
          <a:xfrm>
            <a:off x="1225440" y="3471120"/>
            <a:ext cx="1027800" cy="1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b2a6b"/>
                </a:solidFill>
                <a:latin typeface="Arial"/>
                <a:ea typeface="Arial"/>
              </a:rPr>
              <a:t>Berichtspeciﬁcatie</a:t>
            </a:r>
            <a:endParaRPr b="0" lang="en-US" sz="8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8" name=""/>
          <p:cNvSpPr/>
          <p:nvPr/>
        </p:nvSpPr>
        <p:spPr>
          <a:xfrm>
            <a:off x="2029320" y="4105440"/>
            <a:ext cx="1129680" cy="390240"/>
          </a:xfrm>
          <a:custGeom>
            <a:avLst/>
            <a:gdLst/>
            <a:ahLst/>
            <a:rect l="0" t="0" r="r" b="b"/>
            <a:pathLst>
              <a:path w="3138" h="1084">
                <a:moveTo>
                  <a:pt x="0" y="0"/>
                </a:moveTo>
                <a:lnTo>
                  <a:pt x="3138" y="0"/>
                </a:lnTo>
                <a:lnTo>
                  <a:pt x="3138" y="1084"/>
                </a:lnTo>
                <a:lnTo>
                  <a:pt x="0" y="10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9" name=""/>
          <p:cNvSpPr/>
          <p:nvPr/>
        </p:nvSpPr>
        <p:spPr>
          <a:xfrm>
            <a:off x="2029320" y="4105440"/>
            <a:ext cx="1129680" cy="390240"/>
          </a:xfrm>
          <a:custGeom>
            <a:avLst/>
            <a:gdLst/>
            <a:ahLst/>
            <a:rect l="0" t="0" r="r" b="b"/>
            <a:pathLst>
              <a:path w="3138" h="1084">
                <a:moveTo>
                  <a:pt x="0" y="0"/>
                </a:moveTo>
                <a:lnTo>
                  <a:pt x="3138" y="0"/>
                </a:lnTo>
                <a:lnTo>
                  <a:pt x="3138" y="1084"/>
                </a:lnTo>
                <a:lnTo>
                  <a:pt x="0" y="1084"/>
                </a:lnTo>
                <a:lnTo>
                  <a:pt x="0" y="0"/>
                </a:lnTo>
                <a:close/>
              </a:path>
            </a:pathLst>
          </a:custGeom>
          <a:noFill/>
          <a:ln w="7200">
            <a:solidFill>
              <a:srgbClr val="3d68ec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0" name=""/>
          <p:cNvSpPr txBox="1"/>
          <p:nvPr/>
        </p:nvSpPr>
        <p:spPr>
          <a:xfrm>
            <a:off x="2978640" y="3471120"/>
            <a:ext cx="1131480" cy="1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b2a6b"/>
                </a:solidFill>
                <a:latin typeface="Arial"/>
                <a:ea typeface="Arial"/>
              </a:rPr>
              <a:t>Interfacespeciﬁcatie</a:t>
            </a:r>
            <a:endParaRPr b="0" lang="en-US" sz="88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001" name="" descr=""/>
          <p:cNvPicPr/>
          <p:nvPr/>
        </p:nvPicPr>
        <p:blipFill>
          <a:blip r:embed="rId2"/>
          <a:stretch/>
        </p:blipFill>
        <p:spPr>
          <a:xfrm>
            <a:off x="2000160" y="4600440"/>
            <a:ext cx="1238040" cy="228240"/>
          </a:xfrm>
          <a:prstGeom prst="rect">
            <a:avLst/>
          </a:prstGeom>
          <a:ln w="0">
            <a:noFill/>
          </a:ln>
        </p:spPr>
      </p:pic>
      <p:sp>
        <p:nvSpPr>
          <p:cNvPr id="1002" name=""/>
          <p:cNvSpPr/>
          <p:nvPr/>
        </p:nvSpPr>
        <p:spPr>
          <a:xfrm>
            <a:off x="4943160" y="1866600"/>
            <a:ext cx="3934440" cy="2095920"/>
          </a:xfrm>
          <a:custGeom>
            <a:avLst/>
            <a:gdLst/>
            <a:ahLst/>
            <a:rect l="0" t="0" r="r" b="b"/>
            <a:pathLst>
              <a:path w="10929" h="5822">
                <a:moveTo>
                  <a:pt x="0" y="0"/>
                </a:moveTo>
                <a:lnTo>
                  <a:pt x="10929" y="0"/>
                </a:lnTo>
                <a:lnTo>
                  <a:pt x="10929" y="5822"/>
                </a:lnTo>
                <a:lnTo>
                  <a:pt x="0" y="58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3" name=""/>
          <p:cNvSpPr/>
          <p:nvPr/>
        </p:nvSpPr>
        <p:spPr>
          <a:xfrm>
            <a:off x="4943160" y="1866600"/>
            <a:ext cx="3934440" cy="38520"/>
          </a:xfrm>
          <a:custGeom>
            <a:avLst/>
            <a:gdLst/>
            <a:ahLst/>
            <a:rect l="0" t="0" r="r" b="b"/>
            <a:pathLst>
              <a:path w="10929" h="107">
                <a:moveTo>
                  <a:pt x="0" y="0"/>
                </a:moveTo>
                <a:lnTo>
                  <a:pt x="10929" y="0"/>
                </a:lnTo>
                <a:lnTo>
                  <a:pt x="1092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4" name=""/>
          <p:cNvSpPr/>
          <p:nvPr/>
        </p:nvSpPr>
        <p:spPr>
          <a:xfrm>
            <a:off x="4943160" y="3952800"/>
            <a:ext cx="3934440" cy="9720"/>
          </a:xfrm>
          <a:custGeom>
            <a:avLst/>
            <a:gdLst/>
            <a:ahLst/>
            <a:rect l="0" t="0" r="r" b="b"/>
            <a:pathLst>
              <a:path w="10929" h="27">
                <a:moveTo>
                  <a:pt x="0" y="0"/>
                </a:moveTo>
                <a:lnTo>
                  <a:pt x="10929" y="0"/>
                </a:lnTo>
                <a:lnTo>
                  <a:pt x="109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5" name=""/>
          <p:cNvSpPr/>
          <p:nvPr/>
        </p:nvSpPr>
        <p:spPr>
          <a:xfrm>
            <a:off x="8867520" y="1866600"/>
            <a:ext cx="10080" cy="2095920"/>
          </a:xfrm>
          <a:custGeom>
            <a:avLst/>
            <a:gdLst/>
            <a:ahLst/>
            <a:rect l="0" t="0" r="r" b="b"/>
            <a:pathLst>
              <a:path w="28" h="5822">
                <a:moveTo>
                  <a:pt x="0" y="106"/>
                </a:moveTo>
                <a:lnTo>
                  <a:pt x="0" y="5822"/>
                </a:lnTo>
                <a:lnTo>
                  <a:pt x="28" y="5822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6" name=""/>
          <p:cNvSpPr/>
          <p:nvPr/>
        </p:nvSpPr>
        <p:spPr>
          <a:xfrm>
            <a:off x="4943160" y="1866600"/>
            <a:ext cx="10080" cy="2095920"/>
          </a:xfrm>
          <a:custGeom>
            <a:avLst/>
            <a:gdLst/>
            <a:ahLst/>
            <a:rect l="0" t="0" r="r" b="b"/>
            <a:pathLst>
              <a:path w="28" h="5822">
                <a:moveTo>
                  <a:pt x="0" y="0"/>
                </a:moveTo>
                <a:lnTo>
                  <a:pt x="0" y="5822"/>
                </a:lnTo>
                <a:lnTo>
                  <a:pt x="28" y="5822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7" name=""/>
          <p:cNvSpPr txBox="1"/>
          <p:nvPr/>
        </p:nvSpPr>
        <p:spPr>
          <a:xfrm>
            <a:off x="2252520" y="4232520"/>
            <a:ext cx="732240" cy="1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b2a6b"/>
                </a:solidFill>
                <a:latin typeface="Arial"/>
                <a:ea typeface="Arial"/>
              </a:rPr>
              <a:t>Afsprakenset</a:t>
            </a:r>
            <a:endParaRPr b="0" lang="en-US" sz="8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5094000" y="2032200"/>
            <a:ext cx="19864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Zo vullen wij die stappen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9" name=""/>
          <p:cNvSpPr txBox="1"/>
          <p:nvPr/>
        </p:nvSpPr>
        <p:spPr>
          <a:xfrm>
            <a:off x="5094000" y="2313000"/>
            <a:ext cx="14335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3d68ec"/>
                </a:solidFill>
                <a:latin typeface="Arial"/>
                <a:ea typeface="Arial"/>
              </a:rPr>
              <a:t>Scenario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80" spc="-1" strike="noStrike">
                <a:solidFill>
                  <a:srgbClr val="1a1a2e"/>
                </a:solidFill>
                <a:latin typeface="DejaVuSans"/>
                <a:ea typeface="DejaVuSans"/>
              </a:rPr>
              <a:t>→ 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leerroutes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0" name=""/>
          <p:cNvSpPr txBox="1"/>
          <p:nvPr/>
        </p:nvSpPr>
        <p:spPr>
          <a:xfrm>
            <a:off x="5094000" y="2541600"/>
            <a:ext cx="191016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3d68ec"/>
                </a:solidFill>
                <a:latin typeface="Arial"/>
                <a:ea typeface="Arial"/>
              </a:rPr>
              <a:t>Gegevens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80" spc="-1" strike="noStrike">
                <a:solidFill>
                  <a:srgbClr val="1a1a2e"/>
                </a:solidFill>
                <a:latin typeface="DejaVuSans"/>
                <a:ea typeface="DejaVuSans"/>
              </a:rPr>
              <a:t>→ 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informatiemodel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1" name=""/>
          <p:cNvSpPr txBox="1"/>
          <p:nvPr/>
        </p:nvSpPr>
        <p:spPr>
          <a:xfrm>
            <a:off x="5094000" y="2779560"/>
            <a:ext cx="22651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3d68ec"/>
                </a:solidFill>
                <a:latin typeface="Arial"/>
                <a:ea typeface="Arial"/>
              </a:rPr>
              <a:t>Interactie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80" spc="-1" strike="noStrike">
                <a:solidFill>
                  <a:srgbClr val="1a1a2e"/>
                </a:solidFill>
                <a:latin typeface="DejaVuSans"/>
                <a:ea typeface="DejaVuSans"/>
              </a:rPr>
              <a:t>→ 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interactiediagrammen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2" name=""/>
          <p:cNvSpPr txBox="1"/>
          <p:nvPr/>
        </p:nvSpPr>
        <p:spPr>
          <a:xfrm>
            <a:off x="5094000" y="3017880"/>
            <a:ext cx="19501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3d68ec"/>
                </a:solidFill>
                <a:latin typeface="Arial"/>
                <a:ea typeface="Arial"/>
              </a:rPr>
              <a:t>Bericht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80" spc="-1" strike="noStrike">
                <a:solidFill>
                  <a:srgbClr val="1a1a2e"/>
                </a:solidFill>
                <a:latin typeface="DejaVuSans"/>
                <a:ea typeface="DejaVuSans"/>
              </a:rPr>
              <a:t>→ 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datamodelschema's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3" name=""/>
          <p:cNvSpPr txBox="1"/>
          <p:nvPr/>
        </p:nvSpPr>
        <p:spPr>
          <a:xfrm>
            <a:off x="5094000" y="3255840"/>
            <a:ext cx="144396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3d68ec"/>
                </a:solidFill>
                <a:latin typeface="Arial"/>
                <a:ea typeface="Arial"/>
              </a:rPr>
              <a:t>Interface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80" spc="-1" strike="noStrike">
                <a:solidFill>
                  <a:srgbClr val="1a1a2e"/>
                </a:solidFill>
                <a:latin typeface="DejaVuSans"/>
                <a:ea typeface="DejaVuSans"/>
              </a:rPr>
              <a:t>→ 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endpoints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4" name=""/>
          <p:cNvSpPr txBox="1"/>
          <p:nvPr/>
        </p:nvSpPr>
        <p:spPr>
          <a:xfrm>
            <a:off x="5094000" y="3494160"/>
            <a:ext cx="281700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3d68ec"/>
                </a:solidFill>
                <a:latin typeface="Arial"/>
                <a:ea typeface="Arial"/>
              </a:rPr>
              <a:t>Afsprakenset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80" spc="-1" strike="noStrike">
                <a:solidFill>
                  <a:srgbClr val="1a1a2e"/>
                </a:solidFill>
                <a:latin typeface="DejaVuSans"/>
                <a:ea typeface="DejaVuSans"/>
              </a:rPr>
              <a:t>→ 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o.a. koppelvlakspeciﬁcatie,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5" name=""/>
          <p:cNvSpPr txBox="1"/>
          <p:nvPr/>
        </p:nvSpPr>
        <p:spPr>
          <a:xfrm>
            <a:off x="5094000" y="3674880"/>
            <a:ext cx="36475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datamodelproﬁelen, authenticatie en identity provisioning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6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7" name=""/>
          <p:cNvSpPr txBox="1"/>
          <p:nvPr/>
        </p:nvSpPr>
        <p:spPr>
          <a:xfrm>
            <a:off x="2752560" y="4954320"/>
            <a:ext cx="42771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Een aanpak die leveranciers uit andere onderwijsstandaarden kennen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22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02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025" name=""/>
          <p:cNvSpPr txBox="1"/>
          <p:nvPr/>
        </p:nvSpPr>
        <p:spPr>
          <a:xfrm>
            <a:off x="439920" y="91440"/>
            <a:ext cx="25977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Doel Q1 2027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6" name=""/>
          <p:cNvSpPr/>
          <p:nvPr/>
        </p:nvSpPr>
        <p:spPr>
          <a:xfrm>
            <a:off x="461880" y="928440"/>
            <a:ext cx="8410680" cy="2352960"/>
          </a:xfrm>
          <a:custGeom>
            <a:avLst/>
            <a:gdLst/>
            <a:ahLst/>
            <a:rect l="0" t="0" r="r" b="b"/>
            <a:pathLst>
              <a:path w="23363" h="6536">
                <a:moveTo>
                  <a:pt x="0" y="6391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30" y="57"/>
                  <a:pt x="36" y="50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19"/>
                  <a:pt x="81" y="15"/>
                  <a:pt x="90" y="11"/>
                </a:cubicBezTo>
                <a:cubicBezTo>
                  <a:pt x="98" y="8"/>
                  <a:pt x="107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3218" y="0"/>
                </a:lnTo>
                <a:cubicBezTo>
                  <a:pt x="23227" y="0"/>
                  <a:pt x="23237" y="1"/>
                  <a:pt x="23246" y="3"/>
                </a:cubicBezTo>
                <a:cubicBezTo>
                  <a:pt x="23256" y="5"/>
                  <a:pt x="23265" y="8"/>
                  <a:pt x="23274" y="11"/>
                </a:cubicBezTo>
                <a:cubicBezTo>
                  <a:pt x="23282" y="15"/>
                  <a:pt x="23291" y="19"/>
                  <a:pt x="23299" y="25"/>
                </a:cubicBezTo>
                <a:cubicBezTo>
                  <a:pt x="23307" y="30"/>
                  <a:pt x="23314" y="36"/>
                  <a:pt x="23321" y="43"/>
                </a:cubicBezTo>
                <a:cubicBezTo>
                  <a:pt x="23328" y="50"/>
                  <a:pt x="23334" y="57"/>
                  <a:pt x="23339" y="65"/>
                </a:cubicBezTo>
                <a:cubicBezTo>
                  <a:pt x="23344" y="73"/>
                  <a:pt x="23349" y="81"/>
                  <a:pt x="23352" y="90"/>
                </a:cubicBezTo>
                <a:cubicBezTo>
                  <a:pt x="23356" y="99"/>
                  <a:pt x="23359" y="108"/>
                  <a:pt x="23361" y="117"/>
                </a:cubicBezTo>
                <a:cubicBezTo>
                  <a:pt x="23363" y="127"/>
                  <a:pt x="23363" y="136"/>
                  <a:pt x="23363" y="146"/>
                </a:cubicBezTo>
                <a:lnTo>
                  <a:pt x="23363" y="6391"/>
                </a:lnTo>
                <a:cubicBezTo>
                  <a:pt x="23363" y="6400"/>
                  <a:pt x="23363" y="6410"/>
                  <a:pt x="23361" y="6419"/>
                </a:cubicBezTo>
                <a:cubicBezTo>
                  <a:pt x="23359" y="6429"/>
                  <a:pt x="23356" y="6438"/>
                  <a:pt x="23352" y="6447"/>
                </a:cubicBezTo>
                <a:cubicBezTo>
                  <a:pt x="23349" y="6455"/>
                  <a:pt x="23344" y="6464"/>
                  <a:pt x="23339" y="6472"/>
                </a:cubicBezTo>
                <a:cubicBezTo>
                  <a:pt x="23334" y="6480"/>
                  <a:pt x="23328" y="6487"/>
                  <a:pt x="23321" y="6494"/>
                </a:cubicBezTo>
                <a:cubicBezTo>
                  <a:pt x="23314" y="6501"/>
                  <a:pt x="23307" y="6507"/>
                  <a:pt x="23299" y="6512"/>
                </a:cubicBezTo>
                <a:cubicBezTo>
                  <a:pt x="23291" y="6517"/>
                  <a:pt x="23282" y="6522"/>
                  <a:pt x="23274" y="6525"/>
                </a:cubicBezTo>
                <a:cubicBezTo>
                  <a:pt x="23265" y="6529"/>
                  <a:pt x="23256" y="6532"/>
                  <a:pt x="23246" y="6534"/>
                </a:cubicBezTo>
                <a:cubicBezTo>
                  <a:pt x="23237" y="6535"/>
                  <a:pt x="23227" y="6536"/>
                  <a:pt x="23218" y="6536"/>
                </a:cubicBezTo>
                <a:lnTo>
                  <a:pt x="145" y="6536"/>
                </a:lnTo>
                <a:cubicBezTo>
                  <a:pt x="136" y="6536"/>
                  <a:pt x="126" y="6535"/>
                  <a:pt x="117" y="6534"/>
                </a:cubicBezTo>
                <a:cubicBezTo>
                  <a:pt x="107" y="6532"/>
                  <a:pt x="98" y="6529"/>
                  <a:pt x="90" y="6525"/>
                </a:cubicBezTo>
                <a:cubicBezTo>
                  <a:pt x="81" y="6522"/>
                  <a:pt x="72" y="6517"/>
                  <a:pt x="64" y="6512"/>
                </a:cubicBezTo>
                <a:cubicBezTo>
                  <a:pt x="56" y="6507"/>
                  <a:pt x="49" y="6501"/>
                  <a:pt x="42" y="6494"/>
                </a:cubicBezTo>
                <a:cubicBezTo>
                  <a:pt x="36" y="6487"/>
                  <a:pt x="30" y="6480"/>
                  <a:pt x="24" y="6472"/>
                </a:cubicBezTo>
                <a:cubicBezTo>
                  <a:pt x="19" y="6464"/>
                  <a:pt x="14" y="6455"/>
                  <a:pt x="11" y="6447"/>
                </a:cubicBezTo>
                <a:cubicBezTo>
                  <a:pt x="7" y="6438"/>
                  <a:pt x="4" y="6429"/>
                  <a:pt x="3" y="6419"/>
                </a:cubicBezTo>
                <a:cubicBezTo>
                  <a:pt x="1" y="6410"/>
                  <a:pt x="0" y="6400"/>
                  <a:pt x="0" y="639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7" name=""/>
          <p:cNvSpPr/>
          <p:nvPr/>
        </p:nvSpPr>
        <p:spPr>
          <a:xfrm>
            <a:off x="461880" y="928440"/>
            <a:ext cx="8410680" cy="2352960"/>
          </a:xfrm>
          <a:custGeom>
            <a:avLst/>
            <a:gdLst/>
            <a:ahLst/>
            <a:rect l="0" t="0" r="r" b="b"/>
            <a:pathLst>
              <a:path w="23363" h="6536">
                <a:moveTo>
                  <a:pt x="0" y="6391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30" y="57"/>
                  <a:pt x="36" y="50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19"/>
                  <a:pt x="81" y="15"/>
                  <a:pt x="90" y="11"/>
                </a:cubicBezTo>
                <a:cubicBezTo>
                  <a:pt x="98" y="8"/>
                  <a:pt x="107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3218" y="0"/>
                </a:lnTo>
                <a:cubicBezTo>
                  <a:pt x="23227" y="0"/>
                  <a:pt x="23237" y="1"/>
                  <a:pt x="23246" y="3"/>
                </a:cubicBezTo>
                <a:cubicBezTo>
                  <a:pt x="23256" y="5"/>
                  <a:pt x="23265" y="8"/>
                  <a:pt x="23274" y="11"/>
                </a:cubicBezTo>
                <a:cubicBezTo>
                  <a:pt x="23282" y="15"/>
                  <a:pt x="23291" y="19"/>
                  <a:pt x="23299" y="25"/>
                </a:cubicBezTo>
                <a:cubicBezTo>
                  <a:pt x="23307" y="30"/>
                  <a:pt x="23314" y="36"/>
                  <a:pt x="23321" y="43"/>
                </a:cubicBezTo>
                <a:cubicBezTo>
                  <a:pt x="23328" y="50"/>
                  <a:pt x="23334" y="57"/>
                  <a:pt x="23339" y="65"/>
                </a:cubicBezTo>
                <a:cubicBezTo>
                  <a:pt x="23344" y="73"/>
                  <a:pt x="23349" y="81"/>
                  <a:pt x="23352" y="90"/>
                </a:cubicBezTo>
                <a:cubicBezTo>
                  <a:pt x="23356" y="99"/>
                  <a:pt x="23359" y="108"/>
                  <a:pt x="23361" y="117"/>
                </a:cubicBezTo>
                <a:cubicBezTo>
                  <a:pt x="23363" y="127"/>
                  <a:pt x="23363" y="136"/>
                  <a:pt x="23363" y="146"/>
                </a:cubicBezTo>
                <a:lnTo>
                  <a:pt x="23363" y="6391"/>
                </a:lnTo>
                <a:cubicBezTo>
                  <a:pt x="23363" y="6400"/>
                  <a:pt x="23363" y="6410"/>
                  <a:pt x="23361" y="6419"/>
                </a:cubicBezTo>
                <a:cubicBezTo>
                  <a:pt x="23359" y="6429"/>
                  <a:pt x="23356" y="6438"/>
                  <a:pt x="23352" y="6447"/>
                </a:cubicBezTo>
                <a:cubicBezTo>
                  <a:pt x="23349" y="6455"/>
                  <a:pt x="23344" y="6464"/>
                  <a:pt x="23339" y="6472"/>
                </a:cubicBezTo>
                <a:cubicBezTo>
                  <a:pt x="23334" y="6480"/>
                  <a:pt x="23328" y="6487"/>
                  <a:pt x="23321" y="6494"/>
                </a:cubicBezTo>
                <a:cubicBezTo>
                  <a:pt x="23314" y="6501"/>
                  <a:pt x="23307" y="6507"/>
                  <a:pt x="23299" y="6512"/>
                </a:cubicBezTo>
                <a:cubicBezTo>
                  <a:pt x="23291" y="6517"/>
                  <a:pt x="23282" y="6522"/>
                  <a:pt x="23274" y="6525"/>
                </a:cubicBezTo>
                <a:cubicBezTo>
                  <a:pt x="23265" y="6529"/>
                  <a:pt x="23256" y="6532"/>
                  <a:pt x="23246" y="6534"/>
                </a:cubicBezTo>
                <a:cubicBezTo>
                  <a:pt x="23237" y="6535"/>
                  <a:pt x="23227" y="6536"/>
                  <a:pt x="23218" y="6536"/>
                </a:cubicBezTo>
                <a:lnTo>
                  <a:pt x="145" y="6536"/>
                </a:lnTo>
                <a:cubicBezTo>
                  <a:pt x="136" y="6536"/>
                  <a:pt x="126" y="6535"/>
                  <a:pt x="117" y="6534"/>
                </a:cubicBezTo>
                <a:cubicBezTo>
                  <a:pt x="107" y="6532"/>
                  <a:pt x="98" y="6529"/>
                  <a:pt x="90" y="6525"/>
                </a:cubicBezTo>
                <a:cubicBezTo>
                  <a:pt x="81" y="6522"/>
                  <a:pt x="72" y="6517"/>
                  <a:pt x="64" y="6512"/>
                </a:cubicBezTo>
                <a:cubicBezTo>
                  <a:pt x="56" y="6507"/>
                  <a:pt x="49" y="6501"/>
                  <a:pt x="42" y="6494"/>
                </a:cubicBezTo>
                <a:cubicBezTo>
                  <a:pt x="36" y="6487"/>
                  <a:pt x="30" y="6480"/>
                  <a:pt x="24" y="6472"/>
                </a:cubicBezTo>
                <a:cubicBezTo>
                  <a:pt x="19" y="6464"/>
                  <a:pt x="14" y="6455"/>
                  <a:pt x="11" y="6447"/>
                </a:cubicBezTo>
                <a:cubicBezTo>
                  <a:pt x="7" y="6438"/>
                  <a:pt x="4" y="6429"/>
                  <a:pt x="3" y="6419"/>
                </a:cubicBezTo>
                <a:cubicBezTo>
                  <a:pt x="1" y="6410"/>
                  <a:pt x="0" y="6400"/>
                  <a:pt x="0" y="6391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028" name="" descr=""/>
          <p:cNvPicPr/>
          <p:nvPr/>
        </p:nvPicPr>
        <p:blipFill>
          <a:blip r:embed="rId2"/>
          <a:stretch/>
        </p:blipFill>
        <p:spPr>
          <a:xfrm>
            <a:off x="1350000" y="788760"/>
            <a:ext cx="6593400" cy="3223080"/>
          </a:xfrm>
          <a:prstGeom prst="rect">
            <a:avLst/>
          </a:prstGeom>
          <a:ln w="0">
            <a:noFill/>
          </a:ln>
        </p:spPr>
      </p:pic>
      <p:sp>
        <p:nvSpPr>
          <p:cNvPr id="1029" name=""/>
          <p:cNvSpPr/>
          <p:nvPr/>
        </p:nvSpPr>
        <p:spPr>
          <a:xfrm>
            <a:off x="1350000" y="788400"/>
            <a:ext cx="6594120" cy="3224160"/>
          </a:xfrm>
          <a:custGeom>
            <a:avLst/>
            <a:gdLst/>
            <a:ahLst/>
            <a:rect l="0" t="0" r="r" b="b"/>
            <a:pathLst>
              <a:path w="18317" h="8956">
                <a:moveTo>
                  <a:pt x="0" y="0"/>
                </a:moveTo>
                <a:lnTo>
                  <a:pt x="18317" y="0"/>
                </a:lnTo>
                <a:lnTo>
                  <a:pt x="18317" y="8956"/>
                </a:lnTo>
                <a:lnTo>
                  <a:pt x="0" y="89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0" name=""/>
          <p:cNvSpPr/>
          <p:nvPr/>
        </p:nvSpPr>
        <p:spPr>
          <a:xfrm>
            <a:off x="2563920" y="1515600"/>
            <a:ext cx="556560" cy="263880"/>
          </a:xfrm>
          <a:custGeom>
            <a:avLst/>
            <a:gdLst/>
            <a:ahLst/>
            <a:rect l="0" t="0" r="r" b="b"/>
            <a:pathLst>
              <a:path fill="none" w="1546" h="733">
                <a:moveTo>
                  <a:pt x="0" y="733"/>
                </a:moveTo>
                <a:lnTo>
                  <a:pt x="1247" y="442"/>
                </a:lnTo>
                <a:lnTo>
                  <a:pt x="1546" y="0"/>
                </a:lnTo>
              </a:path>
            </a:pathLst>
          </a:custGeom>
          <a:ln w="31680">
            <a:solidFill>
              <a:srgbClr val="ffffff">
                <a:alpha val="85000"/>
              </a:srgbClr>
            </a:solidFill>
            <a:miter/>
          </a:ln>
        </p:spPr>
        <p:txBody>
          <a:bodyPr lIns="15840" rIns="15840" tIns="15840" bIns="15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1" name=""/>
          <p:cNvSpPr/>
          <p:nvPr/>
        </p:nvSpPr>
        <p:spPr>
          <a:xfrm>
            <a:off x="2563920" y="1515600"/>
            <a:ext cx="556560" cy="263880"/>
          </a:xfrm>
          <a:custGeom>
            <a:avLst/>
            <a:gdLst/>
            <a:ahLst/>
            <a:rect l="0" t="0" r="r" b="b"/>
            <a:pathLst>
              <a:path fill="none" w="1546" h="733">
                <a:moveTo>
                  <a:pt x="0" y="733"/>
                </a:moveTo>
                <a:lnTo>
                  <a:pt x="1247" y="442"/>
                </a:lnTo>
                <a:lnTo>
                  <a:pt x="1546" y="0"/>
                </a:lnTo>
              </a:path>
            </a:pathLst>
          </a:custGeom>
          <a:ln w="14400">
            <a:solidFill>
              <a:srgbClr val="d9531e"/>
            </a:solidFill>
            <a:miter/>
          </a:ln>
        </p:spPr>
        <p:txBody>
          <a:bodyPr lIns="7200" rIns="7200" tIns="7200" bIns="72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2" name=""/>
          <p:cNvSpPr/>
          <p:nvPr/>
        </p:nvSpPr>
        <p:spPr>
          <a:xfrm>
            <a:off x="3040200" y="1508400"/>
            <a:ext cx="84960" cy="96480"/>
          </a:xfrm>
          <a:custGeom>
            <a:avLst/>
            <a:gdLst/>
            <a:ahLst/>
            <a:rect l="0" t="0" r="r" b="b"/>
            <a:pathLst>
              <a:path w="236" h="268">
                <a:moveTo>
                  <a:pt x="0" y="132"/>
                </a:moveTo>
                <a:lnTo>
                  <a:pt x="236" y="0"/>
                </a:lnTo>
                <a:lnTo>
                  <a:pt x="202" y="268"/>
                </a:lnTo>
                <a:lnTo>
                  <a:pt x="0" y="132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3" name=""/>
          <p:cNvSpPr/>
          <p:nvPr/>
        </p:nvSpPr>
        <p:spPr>
          <a:xfrm>
            <a:off x="2563920" y="1515600"/>
            <a:ext cx="727560" cy="367920"/>
          </a:xfrm>
          <a:custGeom>
            <a:avLst/>
            <a:gdLst/>
            <a:ahLst/>
            <a:rect l="0" t="0" r="r" b="b"/>
            <a:pathLst>
              <a:path fill="none" w="2021" h="1022">
                <a:moveTo>
                  <a:pt x="1802" y="0"/>
                </a:moveTo>
                <a:lnTo>
                  <a:pt x="2021" y="1022"/>
                </a:lnTo>
                <a:lnTo>
                  <a:pt x="0" y="926"/>
                </a:lnTo>
              </a:path>
            </a:pathLst>
          </a:custGeom>
          <a:ln w="31680">
            <a:solidFill>
              <a:srgbClr val="ffffff">
                <a:alpha val="85000"/>
              </a:srgbClr>
            </a:solidFill>
            <a:miter/>
          </a:ln>
        </p:spPr>
        <p:txBody>
          <a:bodyPr lIns="15840" rIns="15840" tIns="15840" bIns="15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4" name=""/>
          <p:cNvSpPr/>
          <p:nvPr/>
        </p:nvSpPr>
        <p:spPr>
          <a:xfrm>
            <a:off x="2563920" y="1515600"/>
            <a:ext cx="727560" cy="367920"/>
          </a:xfrm>
          <a:custGeom>
            <a:avLst/>
            <a:gdLst/>
            <a:ahLst/>
            <a:rect l="0" t="0" r="r" b="b"/>
            <a:pathLst>
              <a:path fill="none" w="2021" h="1022">
                <a:moveTo>
                  <a:pt x="1802" y="0"/>
                </a:moveTo>
                <a:lnTo>
                  <a:pt x="2021" y="1022"/>
                </a:lnTo>
                <a:lnTo>
                  <a:pt x="0" y="926"/>
                </a:lnTo>
              </a:path>
            </a:pathLst>
          </a:custGeom>
          <a:ln w="14400">
            <a:solidFill>
              <a:srgbClr val="d9531e"/>
            </a:solidFill>
            <a:miter/>
          </a:ln>
        </p:spPr>
        <p:txBody>
          <a:bodyPr lIns="7200" rIns="7200" tIns="7200" bIns="72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5" name=""/>
          <p:cNvSpPr/>
          <p:nvPr/>
        </p:nvSpPr>
        <p:spPr>
          <a:xfrm>
            <a:off x="2555280" y="1809000"/>
            <a:ext cx="88920" cy="87120"/>
          </a:xfrm>
          <a:custGeom>
            <a:avLst/>
            <a:gdLst/>
            <a:ahLst/>
            <a:rect l="0" t="0" r="r" b="b"/>
            <a:pathLst>
              <a:path w="247" h="242">
                <a:moveTo>
                  <a:pt x="236" y="242"/>
                </a:moveTo>
                <a:lnTo>
                  <a:pt x="0" y="109"/>
                </a:lnTo>
                <a:lnTo>
                  <a:pt x="247" y="0"/>
                </a:lnTo>
                <a:lnTo>
                  <a:pt x="236" y="242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6" name=""/>
          <p:cNvSpPr/>
          <p:nvPr/>
        </p:nvSpPr>
        <p:spPr>
          <a:xfrm>
            <a:off x="2563920" y="1935360"/>
            <a:ext cx="603000" cy="489960"/>
          </a:xfrm>
          <a:custGeom>
            <a:avLst/>
            <a:gdLst/>
            <a:ahLst/>
            <a:rect l="0" t="0" r="r" b="b"/>
            <a:pathLst>
              <a:path fill="none" w="1675" h="1361">
                <a:moveTo>
                  <a:pt x="0" y="0"/>
                </a:moveTo>
                <a:lnTo>
                  <a:pt x="910" y="370"/>
                </a:lnTo>
                <a:lnTo>
                  <a:pt x="918" y="757"/>
                </a:lnTo>
                <a:lnTo>
                  <a:pt x="982" y="862"/>
                </a:lnTo>
                <a:lnTo>
                  <a:pt x="1675" y="1361"/>
                </a:lnTo>
              </a:path>
            </a:pathLst>
          </a:custGeom>
          <a:ln w="31680">
            <a:solidFill>
              <a:srgbClr val="ffffff">
                <a:alpha val="85000"/>
              </a:srgbClr>
            </a:solidFill>
            <a:miter/>
          </a:ln>
        </p:spPr>
        <p:txBody>
          <a:bodyPr lIns="15840" rIns="15840" tIns="15840" bIns="15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7" name=""/>
          <p:cNvSpPr/>
          <p:nvPr/>
        </p:nvSpPr>
        <p:spPr>
          <a:xfrm>
            <a:off x="2563920" y="1935360"/>
            <a:ext cx="603000" cy="489960"/>
          </a:xfrm>
          <a:custGeom>
            <a:avLst/>
            <a:gdLst/>
            <a:ahLst/>
            <a:rect l="0" t="0" r="r" b="b"/>
            <a:pathLst>
              <a:path fill="none" w="1675" h="1361">
                <a:moveTo>
                  <a:pt x="0" y="0"/>
                </a:moveTo>
                <a:lnTo>
                  <a:pt x="910" y="370"/>
                </a:lnTo>
                <a:lnTo>
                  <a:pt x="918" y="757"/>
                </a:lnTo>
                <a:lnTo>
                  <a:pt x="982" y="862"/>
                </a:lnTo>
                <a:lnTo>
                  <a:pt x="1675" y="1361"/>
                </a:lnTo>
              </a:path>
            </a:pathLst>
          </a:custGeom>
          <a:ln w="14400">
            <a:solidFill>
              <a:srgbClr val="d9531e"/>
            </a:solidFill>
            <a:miter/>
          </a:ln>
        </p:spPr>
        <p:txBody>
          <a:bodyPr lIns="7200" rIns="7200" tIns="7200" bIns="72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8" name=""/>
          <p:cNvSpPr/>
          <p:nvPr/>
        </p:nvSpPr>
        <p:spPr>
          <a:xfrm>
            <a:off x="3077640" y="2343960"/>
            <a:ext cx="96120" cy="86400"/>
          </a:xfrm>
          <a:custGeom>
            <a:avLst/>
            <a:gdLst/>
            <a:ahLst/>
            <a:rect l="0" t="0" r="r" b="b"/>
            <a:pathLst>
              <a:path w="267" h="240">
                <a:moveTo>
                  <a:pt x="142" y="0"/>
                </a:moveTo>
                <a:lnTo>
                  <a:pt x="267" y="240"/>
                </a:lnTo>
                <a:lnTo>
                  <a:pt x="0" y="197"/>
                </a:lnTo>
                <a:lnTo>
                  <a:pt x="142" y="0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9" name=""/>
          <p:cNvSpPr/>
          <p:nvPr/>
        </p:nvSpPr>
        <p:spPr>
          <a:xfrm>
            <a:off x="2317680" y="2089080"/>
            <a:ext cx="0" cy="257760"/>
          </a:xfrm>
          <a:custGeom>
            <a:avLst/>
            <a:gdLst/>
            <a:ahLst/>
            <a:rect l="0" t="0" r="r" b="b"/>
            <a:pathLst>
              <a:path fill="none" w="0" h="716">
                <a:moveTo>
                  <a:pt x="0" y="0"/>
                </a:moveTo>
                <a:lnTo>
                  <a:pt x="0" y="394"/>
                </a:lnTo>
                <a:lnTo>
                  <a:pt x="0" y="716"/>
                </a:lnTo>
              </a:path>
            </a:pathLst>
          </a:custGeom>
          <a:ln w="31680">
            <a:solidFill>
              <a:srgbClr val="ffffff">
                <a:alpha val="85000"/>
              </a:srgbClr>
            </a:solidFill>
            <a:miter/>
          </a:ln>
        </p:spPr>
        <p:txBody>
          <a:bodyPr lIns="15840" rIns="15840" tIns="15840" bIns="15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0" name=""/>
          <p:cNvSpPr/>
          <p:nvPr/>
        </p:nvSpPr>
        <p:spPr>
          <a:xfrm>
            <a:off x="2317680" y="2089080"/>
            <a:ext cx="0" cy="257760"/>
          </a:xfrm>
          <a:custGeom>
            <a:avLst/>
            <a:gdLst/>
            <a:ahLst/>
            <a:rect l="0" t="0" r="r" b="b"/>
            <a:pathLst>
              <a:path fill="none" w="0" h="716">
                <a:moveTo>
                  <a:pt x="0" y="0"/>
                </a:moveTo>
                <a:lnTo>
                  <a:pt x="0" y="394"/>
                </a:lnTo>
                <a:lnTo>
                  <a:pt x="0" y="716"/>
                </a:lnTo>
              </a:path>
            </a:pathLst>
          </a:custGeom>
          <a:ln w="14400">
            <a:solidFill>
              <a:srgbClr val="d9531e"/>
            </a:solidFill>
            <a:miter/>
          </a:ln>
        </p:spPr>
        <p:txBody>
          <a:bodyPr lIns="7200" rIns="7200" tIns="7200" bIns="72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1" name=""/>
          <p:cNvSpPr/>
          <p:nvPr/>
        </p:nvSpPr>
        <p:spPr>
          <a:xfrm>
            <a:off x="2274120" y="2268360"/>
            <a:ext cx="87120" cy="87480"/>
          </a:xfrm>
          <a:custGeom>
            <a:avLst/>
            <a:gdLst/>
            <a:ahLst/>
            <a:rect l="0" t="0" r="r" b="b"/>
            <a:pathLst>
              <a:path w="242" h="243">
                <a:moveTo>
                  <a:pt x="242" y="0"/>
                </a:moveTo>
                <a:lnTo>
                  <a:pt x="122" y="243"/>
                </a:lnTo>
                <a:lnTo>
                  <a:pt x="0" y="0"/>
                </a:lnTo>
                <a:lnTo>
                  <a:pt x="242" y="0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2" name=""/>
          <p:cNvSpPr/>
          <p:nvPr/>
        </p:nvSpPr>
        <p:spPr>
          <a:xfrm>
            <a:off x="6176520" y="1515600"/>
            <a:ext cx="1634400" cy="1561320"/>
          </a:xfrm>
          <a:custGeom>
            <a:avLst/>
            <a:gdLst/>
            <a:ahLst/>
            <a:rect l="0" t="0" r="r" b="b"/>
            <a:pathLst>
              <a:path fill="none" w="4540" h="4337">
                <a:moveTo>
                  <a:pt x="3413" y="0"/>
                </a:moveTo>
                <a:lnTo>
                  <a:pt x="3662" y="297"/>
                </a:lnTo>
                <a:lnTo>
                  <a:pt x="3711" y="474"/>
                </a:lnTo>
                <a:lnTo>
                  <a:pt x="3783" y="595"/>
                </a:lnTo>
                <a:lnTo>
                  <a:pt x="3767" y="571"/>
                </a:lnTo>
                <a:lnTo>
                  <a:pt x="4540" y="571"/>
                </a:lnTo>
                <a:lnTo>
                  <a:pt x="4540" y="4337"/>
                </a:lnTo>
                <a:lnTo>
                  <a:pt x="0" y="4337"/>
                </a:lnTo>
                <a:lnTo>
                  <a:pt x="354" y="3331"/>
                </a:lnTo>
              </a:path>
            </a:pathLst>
          </a:custGeom>
          <a:ln w="31680">
            <a:solidFill>
              <a:srgbClr val="ffffff">
                <a:alpha val="85000"/>
              </a:srgbClr>
            </a:solidFill>
            <a:miter/>
          </a:ln>
        </p:spPr>
        <p:txBody>
          <a:bodyPr lIns="15840" rIns="15840" tIns="15840" bIns="15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3" name=""/>
          <p:cNvSpPr/>
          <p:nvPr/>
        </p:nvSpPr>
        <p:spPr>
          <a:xfrm>
            <a:off x="6176520" y="1515600"/>
            <a:ext cx="1634400" cy="1561320"/>
          </a:xfrm>
          <a:custGeom>
            <a:avLst/>
            <a:gdLst/>
            <a:ahLst/>
            <a:rect l="0" t="0" r="r" b="b"/>
            <a:pathLst>
              <a:path fill="none" w="4540" h="4337">
                <a:moveTo>
                  <a:pt x="3413" y="0"/>
                </a:moveTo>
                <a:lnTo>
                  <a:pt x="3662" y="297"/>
                </a:lnTo>
                <a:lnTo>
                  <a:pt x="3711" y="474"/>
                </a:lnTo>
                <a:lnTo>
                  <a:pt x="3783" y="595"/>
                </a:lnTo>
                <a:lnTo>
                  <a:pt x="3767" y="571"/>
                </a:lnTo>
                <a:lnTo>
                  <a:pt x="4540" y="571"/>
                </a:lnTo>
                <a:lnTo>
                  <a:pt x="4540" y="4337"/>
                </a:lnTo>
                <a:lnTo>
                  <a:pt x="0" y="4337"/>
                </a:lnTo>
                <a:lnTo>
                  <a:pt x="354" y="3331"/>
                </a:lnTo>
              </a:path>
            </a:pathLst>
          </a:custGeom>
          <a:ln w="14400">
            <a:solidFill>
              <a:srgbClr val="d9531e"/>
            </a:solidFill>
            <a:miter/>
          </a:ln>
        </p:spPr>
        <p:txBody>
          <a:bodyPr lIns="7200" rIns="7200" tIns="7200" bIns="72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4" name=""/>
          <p:cNvSpPr/>
          <p:nvPr/>
        </p:nvSpPr>
        <p:spPr>
          <a:xfrm>
            <a:off x="6237000" y="2706480"/>
            <a:ext cx="82440" cy="96480"/>
          </a:xfrm>
          <a:custGeom>
            <a:avLst/>
            <a:gdLst/>
            <a:ahLst/>
            <a:rect l="0" t="0" r="r" b="b"/>
            <a:pathLst>
              <a:path w="229" h="268">
                <a:moveTo>
                  <a:pt x="0" y="188"/>
                </a:moveTo>
                <a:lnTo>
                  <a:pt x="195" y="0"/>
                </a:lnTo>
                <a:lnTo>
                  <a:pt x="229" y="268"/>
                </a:lnTo>
                <a:lnTo>
                  <a:pt x="0" y="188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5" name=""/>
          <p:cNvSpPr/>
          <p:nvPr/>
        </p:nvSpPr>
        <p:spPr>
          <a:xfrm>
            <a:off x="2065320" y="1573200"/>
            <a:ext cx="507600" cy="524880"/>
          </a:xfrm>
          <a:custGeom>
            <a:avLst/>
            <a:gdLst/>
            <a:ahLst/>
            <a:rect l="0" t="0" r="r" b="b"/>
            <a:pathLst>
              <a:path w="1410" h="1458">
                <a:moveTo>
                  <a:pt x="33" y="0"/>
                </a:moveTo>
                <a:lnTo>
                  <a:pt x="1378" y="0"/>
                </a:lnTo>
                <a:cubicBezTo>
                  <a:pt x="1386" y="0"/>
                  <a:pt x="1394" y="4"/>
                  <a:pt x="1400" y="10"/>
                </a:cubicBezTo>
                <a:cubicBezTo>
                  <a:pt x="1407" y="16"/>
                  <a:pt x="1410" y="24"/>
                  <a:pt x="1410" y="33"/>
                </a:cubicBezTo>
                <a:lnTo>
                  <a:pt x="1410" y="1425"/>
                </a:lnTo>
                <a:cubicBezTo>
                  <a:pt x="1410" y="1434"/>
                  <a:pt x="1407" y="1442"/>
                  <a:pt x="1400" y="1448"/>
                </a:cubicBezTo>
                <a:cubicBezTo>
                  <a:pt x="1394" y="1455"/>
                  <a:pt x="1386" y="1458"/>
                  <a:pt x="1378" y="1458"/>
                </a:cubicBezTo>
                <a:lnTo>
                  <a:pt x="33" y="1458"/>
                </a:lnTo>
                <a:cubicBezTo>
                  <a:pt x="24" y="1458"/>
                  <a:pt x="16" y="1455"/>
                  <a:pt x="10" y="1448"/>
                </a:cubicBezTo>
                <a:cubicBezTo>
                  <a:pt x="4" y="1442"/>
                  <a:pt x="0" y="1434"/>
                  <a:pt x="0" y="1425"/>
                </a:cubicBezTo>
                <a:lnTo>
                  <a:pt x="0" y="33"/>
                </a:lnTo>
                <a:cubicBezTo>
                  <a:pt x="0" y="24"/>
                  <a:pt x="4" y="16"/>
                  <a:pt x="10" y="10"/>
                </a:cubicBezTo>
                <a:cubicBezTo>
                  <a:pt x="16" y="4"/>
                  <a:pt x="24" y="0"/>
                  <a:pt x="33" y="0"/>
                </a:cubicBezTo>
                <a:close/>
              </a:path>
            </a:pathLst>
          </a:custGeom>
          <a:noFill/>
          <a:ln w="11520">
            <a:solidFill>
              <a:srgbClr val="1f6feb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6" name=""/>
          <p:cNvSpPr/>
          <p:nvPr/>
        </p:nvSpPr>
        <p:spPr>
          <a:xfrm>
            <a:off x="2865240" y="1295280"/>
            <a:ext cx="646200" cy="229320"/>
          </a:xfrm>
          <a:custGeom>
            <a:avLst/>
            <a:gdLst/>
            <a:ahLst/>
            <a:rect l="0" t="0" r="r" b="b"/>
            <a:pathLst>
              <a:path w="1795" h="637">
                <a:moveTo>
                  <a:pt x="32" y="0"/>
                </a:moveTo>
                <a:lnTo>
                  <a:pt x="1763" y="0"/>
                </a:lnTo>
                <a:cubicBezTo>
                  <a:pt x="1772" y="0"/>
                  <a:pt x="1779" y="3"/>
                  <a:pt x="1786" y="10"/>
                </a:cubicBezTo>
                <a:cubicBezTo>
                  <a:pt x="1792" y="16"/>
                  <a:pt x="1795" y="23"/>
                  <a:pt x="1795" y="32"/>
                </a:cubicBezTo>
                <a:lnTo>
                  <a:pt x="1795" y="605"/>
                </a:lnTo>
                <a:cubicBezTo>
                  <a:pt x="1795" y="613"/>
                  <a:pt x="1792" y="621"/>
                  <a:pt x="1786" y="627"/>
                </a:cubicBezTo>
                <a:cubicBezTo>
                  <a:pt x="1779" y="634"/>
                  <a:pt x="1772" y="637"/>
                  <a:pt x="1763" y="637"/>
                </a:cubicBezTo>
                <a:lnTo>
                  <a:pt x="32" y="637"/>
                </a:lnTo>
                <a:cubicBezTo>
                  <a:pt x="23" y="637"/>
                  <a:pt x="15" y="634"/>
                  <a:pt x="9" y="627"/>
                </a:cubicBezTo>
                <a:cubicBezTo>
                  <a:pt x="3" y="621"/>
                  <a:pt x="0" y="613"/>
                  <a:pt x="0" y="605"/>
                </a:cubicBezTo>
                <a:lnTo>
                  <a:pt x="0" y="32"/>
                </a:lnTo>
                <a:cubicBezTo>
                  <a:pt x="0" y="23"/>
                  <a:pt x="3" y="16"/>
                  <a:pt x="9" y="10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noFill/>
          <a:ln w="11520">
            <a:solidFill>
              <a:srgbClr val="1f6feb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7" name=""/>
          <p:cNvSpPr/>
          <p:nvPr/>
        </p:nvSpPr>
        <p:spPr>
          <a:xfrm>
            <a:off x="2865240" y="1295280"/>
            <a:ext cx="646200" cy="229320"/>
          </a:xfrm>
          <a:custGeom>
            <a:avLst/>
            <a:gdLst/>
            <a:ahLst/>
            <a:rect l="0" t="0" r="r" b="b"/>
            <a:pathLst>
              <a:path w="1795" h="637">
                <a:moveTo>
                  <a:pt x="32" y="0"/>
                </a:moveTo>
                <a:lnTo>
                  <a:pt x="1763" y="0"/>
                </a:lnTo>
                <a:cubicBezTo>
                  <a:pt x="1772" y="0"/>
                  <a:pt x="1779" y="3"/>
                  <a:pt x="1786" y="10"/>
                </a:cubicBezTo>
                <a:cubicBezTo>
                  <a:pt x="1792" y="16"/>
                  <a:pt x="1795" y="23"/>
                  <a:pt x="1795" y="32"/>
                </a:cubicBezTo>
                <a:lnTo>
                  <a:pt x="1795" y="605"/>
                </a:lnTo>
                <a:cubicBezTo>
                  <a:pt x="1795" y="613"/>
                  <a:pt x="1792" y="621"/>
                  <a:pt x="1786" y="627"/>
                </a:cubicBezTo>
                <a:cubicBezTo>
                  <a:pt x="1779" y="634"/>
                  <a:pt x="1772" y="637"/>
                  <a:pt x="1763" y="637"/>
                </a:cubicBezTo>
                <a:lnTo>
                  <a:pt x="32" y="637"/>
                </a:lnTo>
                <a:cubicBezTo>
                  <a:pt x="23" y="637"/>
                  <a:pt x="15" y="634"/>
                  <a:pt x="9" y="627"/>
                </a:cubicBezTo>
                <a:cubicBezTo>
                  <a:pt x="3" y="621"/>
                  <a:pt x="0" y="613"/>
                  <a:pt x="0" y="605"/>
                </a:cubicBezTo>
                <a:lnTo>
                  <a:pt x="0" y="32"/>
                </a:lnTo>
                <a:cubicBezTo>
                  <a:pt x="0" y="23"/>
                  <a:pt x="3" y="16"/>
                  <a:pt x="9" y="10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noFill/>
          <a:ln w="11520">
            <a:solidFill>
              <a:srgbClr val="1f6feb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8" name=""/>
          <p:cNvSpPr/>
          <p:nvPr/>
        </p:nvSpPr>
        <p:spPr>
          <a:xfrm>
            <a:off x="2065320" y="1573200"/>
            <a:ext cx="507600" cy="524880"/>
          </a:xfrm>
          <a:custGeom>
            <a:avLst/>
            <a:gdLst/>
            <a:ahLst/>
            <a:rect l="0" t="0" r="r" b="b"/>
            <a:pathLst>
              <a:path w="1410" h="1458">
                <a:moveTo>
                  <a:pt x="33" y="0"/>
                </a:moveTo>
                <a:lnTo>
                  <a:pt x="1378" y="0"/>
                </a:lnTo>
                <a:cubicBezTo>
                  <a:pt x="1386" y="0"/>
                  <a:pt x="1394" y="4"/>
                  <a:pt x="1400" y="10"/>
                </a:cubicBezTo>
                <a:cubicBezTo>
                  <a:pt x="1407" y="16"/>
                  <a:pt x="1410" y="24"/>
                  <a:pt x="1410" y="33"/>
                </a:cubicBezTo>
                <a:lnTo>
                  <a:pt x="1410" y="1425"/>
                </a:lnTo>
                <a:cubicBezTo>
                  <a:pt x="1410" y="1434"/>
                  <a:pt x="1407" y="1442"/>
                  <a:pt x="1400" y="1448"/>
                </a:cubicBezTo>
                <a:cubicBezTo>
                  <a:pt x="1394" y="1455"/>
                  <a:pt x="1386" y="1458"/>
                  <a:pt x="1378" y="1458"/>
                </a:cubicBezTo>
                <a:lnTo>
                  <a:pt x="33" y="1458"/>
                </a:lnTo>
                <a:cubicBezTo>
                  <a:pt x="24" y="1458"/>
                  <a:pt x="16" y="1455"/>
                  <a:pt x="10" y="1448"/>
                </a:cubicBezTo>
                <a:cubicBezTo>
                  <a:pt x="4" y="1442"/>
                  <a:pt x="0" y="1434"/>
                  <a:pt x="0" y="1425"/>
                </a:cubicBezTo>
                <a:lnTo>
                  <a:pt x="0" y="33"/>
                </a:lnTo>
                <a:cubicBezTo>
                  <a:pt x="0" y="24"/>
                  <a:pt x="4" y="16"/>
                  <a:pt x="10" y="10"/>
                </a:cubicBezTo>
                <a:cubicBezTo>
                  <a:pt x="16" y="4"/>
                  <a:pt x="24" y="0"/>
                  <a:pt x="33" y="0"/>
                </a:cubicBezTo>
                <a:close/>
              </a:path>
            </a:pathLst>
          </a:custGeom>
          <a:noFill/>
          <a:ln w="11520">
            <a:solidFill>
              <a:srgbClr val="1f6feb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9" name=""/>
          <p:cNvSpPr/>
          <p:nvPr/>
        </p:nvSpPr>
        <p:spPr>
          <a:xfrm>
            <a:off x="2065320" y="1573200"/>
            <a:ext cx="507600" cy="524880"/>
          </a:xfrm>
          <a:custGeom>
            <a:avLst/>
            <a:gdLst/>
            <a:ahLst/>
            <a:rect l="0" t="0" r="r" b="b"/>
            <a:pathLst>
              <a:path w="1410" h="1458">
                <a:moveTo>
                  <a:pt x="33" y="0"/>
                </a:moveTo>
                <a:lnTo>
                  <a:pt x="1378" y="0"/>
                </a:lnTo>
                <a:cubicBezTo>
                  <a:pt x="1386" y="0"/>
                  <a:pt x="1394" y="4"/>
                  <a:pt x="1400" y="10"/>
                </a:cubicBezTo>
                <a:cubicBezTo>
                  <a:pt x="1407" y="16"/>
                  <a:pt x="1410" y="24"/>
                  <a:pt x="1410" y="33"/>
                </a:cubicBezTo>
                <a:lnTo>
                  <a:pt x="1410" y="1425"/>
                </a:lnTo>
                <a:cubicBezTo>
                  <a:pt x="1410" y="1434"/>
                  <a:pt x="1407" y="1442"/>
                  <a:pt x="1400" y="1448"/>
                </a:cubicBezTo>
                <a:cubicBezTo>
                  <a:pt x="1394" y="1455"/>
                  <a:pt x="1386" y="1458"/>
                  <a:pt x="1378" y="1458"/>
                </a:cubicBezTo>
                <a:lnTo>
                  <a:pt x="33" y="1458"/>
                </a:lnTo>
                <a:cubicBezTo>
                  <a:pt x="24" y="1458"/>
                  <a:pt x="16" y="1455"/>
                  <a:pt x="10" y="1448"/>
                </a:cubicBezTo>
                <a:cubicBezTo>
                  <a:pt x="4" y="1442"/>
                  <a:pt x="0" y="1434"/>
                  <a:pt x="0" y="1425"/>
                </a:cubicBezTo>
                <a:lnTo>
                  <a:pt x="0" y="33"/>
                </a:lnTo>
                <a:cubicBezTo>
                  <a:pt x="0" y="24"/>
                  <a:pt x="4" y="16"/>
                  <a:pt x="10" y="10"/>
                </a:cubicBezTo>
                <a:cubicBezTo>
                  <a:pt x="16" y="4"/>
                  <a:pt x="24" y="0"/>
                  <a:pt x="33" y="0"/>
                </a:cubicBezTo>
                <a:close/>
              </a:path>
            </a:pathLst>
          </a:custGeom>
          <a:noFill/>
          <a:ln w="11520">
            <a:solidFill>
              <a:srgbClr val="1f6feb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0" name=""/>
          <p:cNvSpPr/>
          <p:nvPr/>
        </p:nvSpPr>
        <p:spPr>
          <a:xfrm>
            <a:off x="3038760" y="2416320"/>
            <a:ext cx="472680" cy="176760"/>
          </a:xfrm>
          <a:custGeom>
            <a:avLst/>
            <a:gdLst/>
            <a:ahLst/>
            <a:rect l="0" t="0" r="r" b="b"/>
            <a:pathLst>
              <a:path w="1313" h="491">
                <a:moveTo>
                  <a:pt x="33" y="0"/>
                </a:moveTo>
                <a:lnTo>
                  <a:pt x="1281" y="0"/>
                </a:lnTo>
                <a:cubicBezTo>
                  <a:pt x="1290" y="0"/>
                  <a:pt x="1297" y="3"/>
                  <a:pt x="1304" y="9"/>
                </a:cubicBezTo>
                <a:cubicBezTo>
                  <a:pt x="1310" y="15"/>
                  <a:pt x="1313" y="23"/>
                  <a:pt x="1313" y="32"/>
                </a:cubicBezTo>
                <a:lnTo>
                  <a:pt x="1313" y="459"/>
                </a:lnTo>
                <a:cubicBezTo>
                  <a:pt x="1313" y="468"/>
                  <a:pt x="1310" y="476"/>
                  <a:pt x="1304" y="482"/>
                </a:cubicBezTo>
                <a:cubicBezTo>
                  <a:pt x="1297" y="488"/>
                  <a:pt x="1290" y="491"/>
                  <a:pt x="1281" y="491"/>
                </a:cubicBezTo>
                <a:lnTo>
                  <a:pt x="33" y="491"/>
                </a:lnTo>
                <a:cubicBezTo>
                  <a:pt x="24" y="491"/>
                  <a:pt x="16" y="488"/>
                  <a:pt x="10" y="482"/>
                </a:cubicBezTo>
                <a:cubicBezTo>
                  <a:pt x="4" y="476"/>
                  <a:pt x="0" y="468"/>
                  <a:pt x="0" y="459"/>
                </a:cubicBezTo>
                <a:lnTo>
                  <a:pt x="0" y="32"/>
                </a:lnTo>
                <a:cubicBezTo>
                  <a:pt x="0" y="23"/>
                  <a:pt x="4" y="15"/>
                  <a:pt x="10" y="9"/>
                </a:cubicBezTo>
                <a:cubicBezTo>
                  <a:pt x="16" y="3"/>
                  <a:pt x="24" y="0"/>
                  <a:pt x="33" y="0"/>
                </a:cubicBezTo>
                <a:close/>
              </a:path>
            </a:pathLst>
          </a:custGeom>
          <a:noFill/>
          <a:ln w="11520">
            <a:solidFill>
              <a:srgbClr val="1f6feb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1" name=""/>
          <p:cNvSpPr/>
          <p:nvPr/>
        </p:nvSpPr>
        <p:spPr>
          <a:xfrm>
            <a:off x="2065320" y="1573200"/>
            <a:ext cx="507600" cy="524880"/>
          </a:xfrm>
          <a:custGeom>
            <a:avLst/>
            <a:gdLst/>
            <a:ahLst/>
            <a:rect l="0" t="0" r="r" b="b"/>
            <a:pathLst>
              <a:path w="1410" h="1458">
                <a:moveTo>
                  <a:pt x="33" y="0"/>
                </a:moveTo>
                <a:lnTo>
                  <a:pt x="1378" y="0"/>
                </a:lnTo>
                <a:cubicBezTo>
                  <a:pt x="1386" y="0"/>
                  <a:pt x="1394" y="4"/>
                  <a:pt x="1400" y="10"/>
                </a:cubicBezTo>
                <a:cubicBezTo>
                  <a:pt x="1407" y="16"/>
                  <a:pt x="1410" y="24"/>
                  <a:pt x="1410" y="33"/>
                </a:cubicBezTo>
                <a:lnTo>
                  <a:pt x="1410" y="1425"/>
                </a:lnTo>
                <a:cubicBezTo>
                  <a:pt x="1410" y="1434"/>
                  <a:pt x="1407" y="1442"/>
                  <a:pt x="1400" y="1448"/>
                </a:cubicBezTo>
                <a:cubicBezTo>
                  <a:pt x="1394" y="1455"/>
                  <a:pt x="1386" y="1458"/>
                  <a:pt x="1378" y="1458"/>
                </a:cubicBezTo>
                <a:lnTo>
                  <a:pt x="33" y="1458"/>
                </a:lnTo>
                <a:cubicBezTo>
                  <a:pt x="24" y="1458"/>
                  <a:pt x="16" y="1455"/>
                  <a:pt x="10" y="1448"/>
                </a:cubicBezTo>
                <a:cubicBezTo>
                  <a:pt x="4" y="1442"/>
                  <a:pt x="0" y="1434"/>
                  <a:pt x="0" y="1425"/>
                </a:cubicBezTo>
                <a:lnTo>
                  <a:pt x="0" y="33"/>
                </a:lnTo>
                <a:cubicBezTo>
                  <a:pt x="0" y="24"/>
                  <a:pt x="4" y="16"/>
                  <a:pt x="10" y="10"/>
                </a:cubicBezTo>
                <a:cubicBezTo>
                  <a:pt x="16" y="4"/>
                  <a:pt x="24" y="0"/>
                  <a:pt x="33" y="0"/>
                </a:cubicBezTo>
                <a:close/>
              </a:path>
            </a:pathLst>
          </a:custGeom>
          <a:noFill/>
          <a:ln w="11520">
            <a:solidFill>
              <a:srgbClr val="1f6feb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2" name=""/>
          <p:cNvSpPr/>
          <p:nvPr/>
        </p:nvSpPr>
        <p:spPr>
          <a:xfrm>
            <a:off x="2065320" y="2337840"/>
            <a:ext cx="507600" cy="194400"/>
          </a:xfrm>
          <a:custGeom>
            <a:avLst/>
            <a:gdLst/>
            <a:ahLst/>
            <a:rect l="0" t="0" r="r" b="b"/>
            <a:pathLst>
              <a:path w="1410" h="540">
                <a:moveTo>
                  <a:pt x="33" y="0"/>
                </a:moveTo>
                <a:lnTo>
                  <a:pt x="1378" y="0"/>
                </a:lnTo>
                <a:cubicBezTo>
                  <a:pt x="1386" y="0"/>
                  <a:pt x="1394" y="4"/>
                  <a:pt x="1400" y="10"/>
                </a:cubicBezTo>
                <a:cubicBezTo>
                  <a:pt x="1407" y="16"/>
                  <a:pt x="1410" y="24"/>
                  <a:pt x="1410" y="33"/>
                </a:cubicBezTo>
                <a:lnTo>
                  <a:pt x="1410" y="508"/>
                </a:lnTo>
                <a:cubicBezTo>
                  <a:pt x="1410" y="517"/>
                  <a:pt x="1407" y="525"/>
                  <a:pt x="1400" y="531"/>
                </a:cubicBezTo>
                <a:cubicBezTo>
                  <a:pt x="1394" y="537"/>
                  <a:pt x="1386" y="540"/>
                  <a:pt x="1378" y="540"/>
                </a:cubicBezTo>
                <a:lnTo>
                  <a:pt x="33" y="540"/>
                </a:lnTo>
                <a:cubicBezTo>
                  <a:pt x="24" y="540"/>
                  <a:pt x="16" y="537"/>
                  <a:pt x="10" y="531"/>
                </a:cubicBezTo>
                <a:cubicBezTo>
                  <a:pt x="4" y="525"/>
                  <a:pt x="0" y="517"/>
                  <a:pt x="0" y="508"/>
                </a:cubicBezTo>
                <a:lnTo>
                  <a:pt x="0" y="33"/>
                </a:lnTo>
                <a:cubicBezTo>
                  <a:pt x="0" y="24"/>
                  <a:pt x="4" y="16"/>
                  <a:pt x="10" y="10"/>
                </a:cubicBezTo>
                <a:cubicBezTo>
                  <a:pt x="16" y="4"/>
                  <a:pt x="24" y="0"/>
                  <a:pt x="33" y="0"/>
                </a:cubicBezTo>
                <a:close/>
              </a:path>
            </a:pathLst>
          </a:custGeom>
          <a:noFill/>
          <a:ln w="11520">
            <a:solidFill>
              <a:srgbClr val="1f6feb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3" name=""/>
          <p:cNvSpPr/>
          <p:nvPr/>
        </p:nvSpPr>
        <p:spPr>
          <a:xfrm>
            <a:off x="6915240" y="1295280"/>
            <a:ext cx="799920" cy="229320"/>
          </a:xfrm>
          <a:custGeom>
            <a:avLst/>
            <a:gdLst/>
            <a:ahLst/>
            <a:rect l="0" t="0" r="r" b="b"/>
            <a:pathLst>
              <a:path w="2222" h="637">
                <a:moveTo>
                  <a:pt x="32" y="0"/>
                </a:moveTo>
                <a:lnTo>
                  <a:pt x="2190" y="0"/>
                </a:lnTo>
                <a:cubicBezTo>
                  <a:pt x="2199" y="0"/>
                  <a:pt x="2206" y="3"/>
                  <a:pt x="2213" y="10"/>
                </a:cubicBezTo>
                <a:cubicBezTo>
                  <a:pt x="2219" y="16"/>
                  <a:pt x="2222" y="23"/>
                  <a:pt x="2222" y="32"/>
                </a:cubicBezTo>
                <a:lnTo>
                  <a:pt x="2222" y="605"/>
                </a:lnTo>
                <a:cubicBezTo>
                  <a:pt x="2222" y="613"/>
                  <a:pt x="2219" y="621"/>
                  <a:pt x="2213" y="627"/>
                </a:cubicBezTo>
                <a:cubicBezTo>
                  <a:pt x="2206" y="634"/>
                  <a:pt x="2199" y="637"/>
                  <a:pt x="2190" y="637"/>
                </a:cubicBezTo>
                <a:lnTo>
                  <a:pt x="32" y="637"/>
                </a:lnTo>
                <a:cubicBezTo>
                  <a:pt x="23" y="637"/>
                  <a:pt x="16" y="634"/>
                  <a:pt x="9" y="627"/>
                </a:cubicBezTo>
                <a:cubicBezTo>
                  <a:pt x="3" y="621"/>
                  <a:pt x="0" y="613"/>
                  <a:pt x="0" y="605"/>
                </a:cubicBezTo>
                <a:lnTo>
                  <a:pt x="0" y="32"/>
                </a:lnTo>
                <a:cubicBezTo>
                  <a:pt x="0" y="23"/>
                  <a:pt x="3" y="16"/>
                  <a:pt x="9" y="10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11520">
            <a:solidFill>
              <a:srgbClr val="1f6feb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4" name=""/>
          <p:cNvSpPr/>
          <p:nvPr/>
        </p:nvSpPr>
        <p:spPr>
          <a:xfrm>
            <a:off x="5817240" y="2546640"/>
            <a:ext cx="1028880" cy="176760"/>
          </a:xfrm>
          <a:custGeom>
            <a:avLst/>
            <a:gdLst/>
            <a:ahLst/>
            <a:rect l="0" t="0" r="r" b="b"/>
            <a:pathLst>
              <a:path w="2858" h="491">
                <a:moveTo>
                  <a:pt x="32" y="0"/>
                </a:moveTo>
                <a:lnTo>
                  <a:pt x="2826" y="0"/>
                </a:lnTo>
                <a:cubicBezTo>
                  <a:pt x="2834" y="0"/>
                  <a:pt x="2842" y="3"/>
                  <a:pt x="2848" y="9"/>
                </a:cubicBezTo>
                <a:cubicBezTo>
                  <a:pt x="2855" y="15"/>
                  <a:pt x="2858" y="23"/>
                  <a:pt x="2858" y="33"/>
                </a:cubicBezTo>
                <a:lnTo>
                  <a:pt x="2858" y="459"/>
                </a:lnTo>
                <a:cubicBezTo>
                  <a:pt x="2858" y="468"/>
                  <a:pt x="2855" y="476"/>
                  <a:pt x="2848" y="482"/>
                </a:cubicBezTo>
                <a:cubicBezTo>
                  <a:pt x="2842" y="488"/>
                  <a:pt x="2834" y="491"/>
                  <a:pt x="2826" y="491"/>
                </a:cubicBezTo>
                <a:lnTo>
                  <a:pt x="32" y="491"/>
                </a:lnTo>
                <a:cubicBezTo>
                  <a:pt x="23" y="491"/>
                  <a:pt x="16" y="488"/>
                  <a:pt x="9" y="482"/>
                </a:cubicBezTo>
                <a:cubicBezTo>
                  <a:pt x="3" y="476"/>
                  <a:pt x="0" y="468"/>
                  <a:pt x="0" y="459"/>
                </a:cubicBezTo>
                <a:lnTo>
                  <a:pt x="0" y="33"/>
                </a:lnTo>
                <a:cubicBezTo>
                  <a:pt x="0" y="23"/>
                  <a:pt x="3" y="15"/>
                  <a:pt x="9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11520">
            <a:solidFill>
              <a:srgbClr val="1f6feb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5" name=""/>
          <p:cNvSpPr/>
          <p:nvPr/>
        </p:nvSpPr>
        <p:spPr>
          <a:xfrm>
            <a:off x="2697120" y="1700640"/>
            <a:ext cx="185760" cy="61200"/>
          </a:xfrm>
          <a:custGeom>
            <a:avLst/>
            <a:gdLst/>
            <a:ahLst/>
            <a:rect l="0" t="0" r="r" b="b"/>
            <a:pathLst>
              <a:path w="516" h="170">
                <a:moveTo>
                  <a:pt x="32" y="0"/>
                </a:moveTo>
                <a:lnTo>
                  <a:pt x="483" y="0"/>
                </a:lnTo>
                <a:cubicBezTo>
                  <a:pt x="493" y="0"/>
                  <a:pt x="500" y="4"/>
                  <a:pt x="506" y="10"/>
                </a:cubicBezTo>
                <a:cubicBezTo>
                  <a:pt x="513" y="16"/>
                  <a:pt x="516" y="24"/>
                  <a:pt x="516" y="33"/>
                </a:cubicBezTo>
                <a:lnTo>
                  <a:pt x="516" y="138"/>
                </a:lnTo>
                <a:cubicBezTo>
                  <a:pt x="516" y="147"/>
                  <a:pt x="513" y="155"/>
                  <a:pt x="506" y="161"/>
                </a:cubicBezTo>
                <a:cubicBezTo>
                  <a:pt x="500" y="167"/>
                  <a:pt x="493" y="170"/>
                  <a:pt x="483" y="170"/>
                </a:cubicBezTo>
                <a:lnTo>
                  <a:pt x="32" y="170"/>
                </a:lnTo>
                <a:cubicBezTo>
                  <a:pt x="23" y="170"/>
                  <a:pt x="16" y="167"/>
                  <a:pt x="9" y="161"/>
                </a:cubicBezTo>
                <a:cubicBezTo>
                  <a:pt x="3" y="155"/>
                  <a:pt x="0" y="147"/>
                  <a:pt x="0" y="138"/>
                </a:cubicBezTo>
                <a:lnTo>
                  <a:pt x="0" y="33"/>
                </a:lnTo>
                <a:cubicBezTo>
                  <a:pt x="0" y="24"/>
                  <a:pt x="3" y="16"/>
                  <a:pt x="9" y="10"/>
                </a:cubicBezTo>
                <a:cubicBezTo>
                  <a:pt x="16" y="4"/>
                  <a:pt x="23" y="0"/>
                  <a:pt x="3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6" name=""/>
          <p:cNvSpPr/>
          <p:nvPr/>
        </p:nvSpPr>
        <p:spPr>
          <a:xfrm>
            <a:off x="2697120" y="1700640"/>
            <a:ext cx="185760" cy="61200"/>
          </a:xfrm>
          <a:custGeom>
            <a:avLst/>
            <a:gdLst/>
            <a:ahLst/>
            <a:rect l="0" t="0" r="r" b="b"/>
            <a:pathLst>
              <a:path w="516" h="170">
                <a:moveTo>
                  <a:pt x="32" y="0"/>
                </a:moveTo>
                <a:lnTo>
                  <a:pt x="483" y="0"/>
                </a:lnTo>
                <a:cubicBezTo>
                  <a:pt x="493" y="0"/>
                  <a:pt x="500" y="4"/>
                  <a:pt x="506" y="10"/>
                </a:cubicBezTo>
                <a:cubicBezTo>
                  <a:pt x="513" y="16"/>
                  <a:pt x="516" y="24"/>
                  <a:pt x="516" y="33"/>
                </a:cubicBezTo>
                <a:lnTo>
                  <a:pt x="516" y="138"/>
                </a:lnTo>
                <a:cubicBezTo>
                  <a:pt x="516" y="147"/>
                  <a:pt x="513" y="155"/>
                  <a:pt x="506" y="161"/>
                </a:cubicBezTo>
                <a:cubicBezTo>
                  <a:pt x="500" y="167"/>
                  <a:pt x="493" y="170"/>
                  <a:pt x="483" y="170"/>
                </a:cubicBezTo>
                <a:lnTo>
                  <a:pt x="32" y="170"/>
                </a:lnTo>
                <a:cubicBezTo>
                  <a:pt x="23" y="170"/>
                  <a:pt x="16" y="167"/>
                  <a:pt x="9" y="161"/>
                </a:cubicBezTo>
                <a:cubicBezTo>
                  <a:pt x="3" y="155"/>
                  <a:pt x="0" y="147"/>
                  <a:pt x="0" y="138"/>
                </a:cubicBezTo>
                <a:lnTo>
                  <a:pt x="0" y="33"/>
                </a:lnTo>
                <a:cubicBezTo>
                  <a:pt x="0" y="24"/>
                  <a:pt x="3" y="16"/>
                  <a:pt x="9" y="10"/>
                </a:cubicBezTo>
                <a:cubicBezTo>
                  <a:pt x="16" y="4"/>
                  <a:pt x="23" y="0"/>
                  <a:pt x="32" y="0"/>
                </a:cubicBezTo>
                <a:close/>
              </a:path>
            </a:pathLst>
          </a:custGeom>
          <a:noFill/>
          <a:ln w="5760">
            <a:solidFill>
              <a:srgbClr val="d9531e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7" name=""/>
          <p:cNvSpPr txBox="1"/>
          <p:nvPr/>
        </p:nvSpPr>
        <p:spPr>
          <a:xfrm>
            <a:off x="457200" y="680040"/>
            <a:ext cx="261576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6b7280"/>
                </a:solidFill>
                <a:latin typeface="Arial"/>
                <a:ea typeface="Arial"/>
              </a:rPr>
              <a:t>Drie koppelingen, alle lagen beschreven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8" name=""/>
          <p:cNvSpPr/>
          <p:nvPr/>
        </p:nvSpPr>
        <p:spPr>
          <a:xfrm>
            <a:off x="2836080" y="1839960"/>
            <a:ext cx="185760" cy="61200"/>
          </a:xfrm>
          <a:custGeom>
            <a:avLst/>
            <a:gdLst/>
            <a:ahLst/>
            <a:rect l="0" t="0" r="r" b="b"/>
            <a:pathLst>
              <a:path w="516" h="170">
                <a:moveTo>
                  <a:pt x="32" y="0"/>
                </a:moveTo>
                <a:lnTo>
                  <a:pt x="484" y="0"/>
                </a:lnTo>
                <a:cubicBezTo>
                  <a:pt x="493" y="0"/>
                  <a:pt x="500" y="3"/>
                  <a:pt x="507" y="9"/>
                </a:cubicBezTo>
                <a:cubicBezTo>
                  <a:pt x="513" y="16"/>
                  <a:pt x="516" y="24"/>
                  <a:pt x="516" y="33"/>
                </a:cubicBezTo>
                <a:lnTo>
                  <a:pt x="516" y="137"/>
                </a:lnTo>
                <a:cubicBezTo>
                  <a:pt x="516" y="146"/>
                  <a:pt x="513" y="154"/>
                  <a:pt x="507" y="160"/>
                </a:cubicBezTo>
                <a:cubicBezTo>
                  <a:pt x="500" y="166"/>
                  <a:pt x="493" y="170"/>
                  <a:pt x="484" y="170"/>
                </a:cubicBezTo>
                <a:lnTo>
                  <a:pt x="32" y="170"/>
                </a:lnTo>
                <a:cubicBezTo>
                  <a:pt x="23" y="170"/>
                  <a:pt x="16" y="166"/>
                  <a:pt x="10" y="160"/>
                </a:cubicBezTo>
                <a:cubicBezTo>
                  <a:pt x="3" y="154"/>
                  <a:pt x="0" y="146"/>
                  <a:pt x="0" y="137"/>
                </a:cubicBezTo>
                <a:lnTo>
                  <a:pt x="0" y="33"/>
                </a:lnTo>
                <a:cubicBezTo>
                  <a:pt x="0" y="24"/>
                  <a:pt x="3" y="16"/>
                  <a:pt x="10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9" name=""/>
          <p:cNvSpPr/>
          <p:nvPr/>
        </p:nvSpPr>
        <p:spPr>
          <a:xfrm>
            <a:off x="2836080" y="1839960"/>
            <a:ext cx="185760" cy="61200"/>
          </a:xfrm>
          <a:custGeom>
            <a:avLst/>
            <a:gdLst/>
            <a:ahLst/>
            <a:rect l="0" t="0" r="r" b="b"/>
            <a:pathLst>
              <a:path w="516" h="170">
                <a:moveTo>
                  <a:pt x="32" y="0"/>
                </a:moveTo>
                <a:lnTo>
                  <a:pt x="484" y="0"/>
                </a:lnTo>
                <a:cubicBezTo>
                  <a:pt x="493" y="0"/>
                  <a:pt x="500" y="3"/>
                  <a:pt x="507" y="9"/>
                </a:cubicBezTo>
                <a:cubicBezTo>
                  <a:pt x="513" y="16"/>
                  <a:pt x="516" y="24"/>
                  <a:pt x="516" y="33"/>
                </a:cubicBezTo>
                <a:lnTo>
                  <a:pt x="516" y="137"/>
                </a:lnTo>
                <a:cubicBezTo>
                  <a:pt x="516" y="146"/>
                  <a:pt x="513" y="154"/>
                  <a:pt x="507" y="160"/>
                </a:cubicBezTo>
                <a:cubicBezTo>
                  <a:pt x="500" y="166"/>
                  <a:pt x="493" y="170"/>
                  <a:pt x="484" y="170"/>
                </a:cubicBezTo>
                <a:lnTo>
                  <a:pt x="32" y="170"/>
                </a:lnTo>
                <a:cubicBezTo>
                  <a:pt x="23" y="170"/>
                  <a:pt x="16" y="166"/>
                  <a:pt x="10" y="160"/>
                </a:cubicBezTo>
                <a:cubicBezTo>
                  <a:pt x="3" y="154"/>
                  <a:pt x="0" y="146"/>
                  <a:pt x="0" y="137"/>
                </a:cubicBezTo>
                <a:lnTo>
                  <a:pt x="0" y="33"/>
                </a:lnTo>
                <a:cubicBezTo>
                  <a:pt x="0" y="24"/>
                  <a:pt x="3" y="16"/>
                  <a:pt x="10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5760">
            <a:solidFill>
              <a:srgbClr val="d9531e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0" name=""/>
          <p:cNvSpPr txBox="1"/>
          <p:nvPr/>
        </p:nvSpPr>
        <p:spPr>
          <a:xfrm>
            <a:off x="2694600" y="1704240"/>
            <a:ext cx="189720" cy="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" spc="-1" strike="noStrike">
                <a:solidFill>
                  <a:srgbClr val="d9531e"/>
                </a:solidFill>
                <a:latin typeface="DejaVuSans"/>
                <a:ea typeface="DejaVuSans"/>
              </a:rPr>
              <a:t>OC-P&amp;R</a:t>
            </a:r>
            <a:endParaRPr b="0" lang="en-US" sz="3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1" name=""/>
          <p:cNvSpPr/>
          <p:nvPr/>
        </p:nvSpPr>
        <p:spPr>
          <a:xfrm>
            <a:off x="2636280" y="1976040"/>
            <a:ext cx="185760" cy="61200"/>
          </a:xfrm>
          <a:custGeom>
            <a:avLst/>
            <a:gdLst/>
            <a:ahLst/>
            <a:rect l="0" t="0" r="r" b="b"/>
            <a:pathLst>
              <a:path w="516" h="170">
                <a:moveTo>
                  <a:pt x="32" y="0"/>
                </a:moveTo>
                <a:lnTo>
                  <a:pt x="484" y="0"/>
                </a:lnTo>
                <a:cubicBezTo>
                  <a:pt x="493" y="0"/>
                  <a:pt x="500" y="3"/>
                  <a:pt x="506" y="9"/>
                </a:cubicBezTo>
                <a:cubicBezTo>
                  <a:pt x="513" y="15"/>
                  <a:pt x="516" y="23"/>
                  <a:pt x="516" y="32"/>
                </a:cubicBezTo>
                <a:lnTo>
                  <a:pt x="516" y="137"/>
                </a:lnTo>
                <a:cubicBezTo>
                  <a:pt x="516" y="146"/>
                  <a:pt x="513" y="154"/>
                  <a:pt x="506" y="160"/>
                </a:cubicBezTo>
                <a:cubicBezTo>
                  <a:pt x="500" y="167"/>
                  <a:pt x="493" y="170"/>
                  <a:pt x="484" y="170"/>
                </a:cubicBezTo>
                <a:lnTo>
                  <a:pt x="32" y="170"/>
                </a:lnTo>
                <a:cubicBezTo>
                  <a:pt x="23" y="170"/>
                  <a:pt x="16" y="167"/>
                  <a:pt x="9" y="160"/>
                </a:cubicBezTo>
                <a:cubicBezTo>
                  <a:pt x="3" y="154"/>
                  <a:pt x="0" y="146"/>
                  <a:pt x="0" y="137"/>
                </a:cubicBezTo>
                <a:lnTo>
                  <a:pt x="0" y="32"/>
                </a:lnTo>
                <a:cubicBezTo>
                  <a:pt x="0" y="23"/>
                  <a:pt x="3" y="15"/>
                  <a:pt x="9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2" name=""/>
          <p:cNvSpPr/>
          <p:nvPr/>
        </p:nvSpPr>
        <p:spPr>
          <a:xfrm>
            <a:off x="2636280" y="1976040"/>
            <a:ext cx="185760" cy="61200"/>
          </a:xfrm>
          <a:custGeom>
            <a:avLst/>
            <a:gdLst/>
            <a:ahLst/>
            <a:rect l="0" t="0" r="r" b="b"/>
            <a:pathLst>
              <a:path w="516" h="170">
                <a:moveTo>
                  <a:pt x="32" y="0"/>
                </a:moveTo>
                <a:lnTo>
                  <a:pt x="484" y="0"/>
                </a:lnTo>
                <a:cubicBezTo>
                  <a:pt x="493" y="0"/>
                  <a:pt x="500" y="3"/>
                  <a:pt x="506" y="9"/>
                </a:cubicBezTo>
                <a:cubicBezTo>
                  <a:pt x="513" y="15"/>
                  <a:pt x="516" y="23"/>
                  <a:pt x="516" y="32"/>
                </a:cubicBezTo>
                <a:lnTo>
                  <a:pt x="516" y="137"/>
                </a:lnTo>
                <a:cubicBezTo>
                  <a:pt x="516" y="146"/>
                  <a:pt x="513" y="154"/>
                  <a:pt x="506" y="160"/>
                </a:cubicBezTo>
                <a:cubicBezTo>
                  <a:pt x="500" y="167"/>
                  <a:pt x="493" y="170"/>
                  <a:pt x="484" y="170"/>
                </a:cubicBezTo>
                <a:lnTo>
                  <a:pt x="32" y="170"/>
                </a:lnTo>
                <a:cubicBezTo>
                  <a:pt x="23" y="170"/>
                  <a:pt x="16" y="167"/>
                  <a:pt x="9" y="160"/>
                </a:cubicBezTo>
                <a:cubicBezTo>
                  <a:pt x="3" y="154"/>
                  <a:pt x="0" y="146"/>
                  <a:pt x="0" y="137"/>
                </a:cubicBezTo>
                <a:lnTo>
                  <a:pt x="0" y="32"/>
                </a:lnTo>
                <a:cubicBezTo>
                  <a:pt x="0" y="23"/>
                  <a:pt x="3" y="15"/>
                  <a:pt x="9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5760">
            <a:solidFill>
              <a:srgbClr val="d9531e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3" name=""/>
          <p:cNvSpPr txBox="1"/>
          <p:nvPr/>
        </p:nvSpPr>
        <p:spPr>
          <a:xfrm>
            <a:off x="2833560" y="1843200"/>
            <a:ext cx="189720" cy="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" spc="-1" strike="noStrike">
                <a:solidFill>
                  <a:srgbClr val="d9531e"/>
                </a:solidFill>
                <a:latin typeface="DejaVuSans"/>
                <a:ea typeface="DejaVuSans"/>
              </a:rPr>
              <a:t>OC-P&amp;R</a:t>
            </a:r>
            <a:endParaRPr b="0" lang="en-US" sz="3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4" name=""/>
          <p:cNvSpPr/>
          <p:nvPr/>
        </p:nvSpPr>
        <p:spPr>
          <a:xfrm>
            <a:off x="2224800" y="2132280"/>
            <a:ext cx="185760" cy="61200"/>
          </a:xfrm>
          <a:custGeom>
            <a:avLst/>
            <a:gdLst/>
            <a:ahLst/>
            <a:rect l="0" t="0" r="r" b="b"/>
            <a:pathLst>
              <a:path w="516" h="170">
                <a:moveTo>
                  <a:pt x="32" y="0"/>
                </a:moveTo>
                <a:lnTo>
                  <a:pt x="484" y="0"/>
                </a:lnTo>
                <a:cubicBezTo>
                  <a:pt x="493" y="0"/>
                  <a:pt x="500" y="3"/>
                  <a:pt x="507" y="10"/>
                </a:cubicBezTo>
                <a:cubicBezTo>
                  <a:pt x="513" y="16"/>
                  <a:pt x="516" y="24"/>
                  <a:pt x="516" y="32"/>
                </a:cubicBezTo>
                <a:lnTo>
                  <a:pt x="516" y="138"/>
                </a:lnTo>
                <a:cubicBezTo>
                  <a:pt x="516" y="147"/>
                  <a:pt x="513" y="154"/>
                  <a:pt x="507" y="161"/>
                </a:cubicBezTo>
                <a:cubicBezTo>
                  <a:pt x="500" y="167"/>
                  <a:pt x="493" y="170"/>
                  <a:pt x="484" y="170"/>
                </a:cubicBezTo>
                <a:lnTo>
                  <a:pt x="32" y="170"/>
                </a:lnTo>
                <a:cubicBezTo>
                  <a:pt x="23" y="170"/>
                  <a:pt x="16" y="167"/>
                  <a:pt x="10" y="161"/>
                </a:cubicBezTo>
                <a:cubicBezTo>
                  <a:pt x="3" y="154"/>
                  <a:pt x="0" y="147"/>
                  <a:pt x="0" y="138"/>
                </a:cubicBezTo>
                <a:lnTo>
                  <a:pt x="0" y="32"/>
                </a:lnTo>
                <a:cubicBezTo>
                  <a:pt x="0" y="24"/>
                  <a:pt x="3" y="16"/>
                  <a:pt x="10" y="10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5" name=""/>
          <p:cNvSpPr/>
          <p:nvPr/>
        </p:nvSpPr>
        <p:spPr>
          <a:xfrm>
            <a:off x="2224800" y="2132280"/>
            <a:ext cx="185760" cy="61200"/>
          </a:xfrm>
          <a:custGeom>
            <a:avLst/>
            <a:gdLst/>
            <a:ahLst/>
            <a:rect l="0" t="0" r="r" b="b"/>
            <a:pathLst>
              <a:path w="516" h="170">
                <a:moveTo>
                  <a:pt x="32" y="0"/>
                </a:moveTo>
                <a:lnTo>
                  <a:pt x="484" y="0"/>
                </a:lnTo>
                <a:cubicBezTo>
                  <a:pt x="493" y="0"/>
                  <a:pt x="500" y="3"/>
                  <a:pt x="507" y="10"/>
                </a:cubicBezTo>
                <a:cubicBezTo>
                  <a:pt x="513" y="16"/>
                  <a:pt x="516" y="24"/>
                  <a:pt x="516" y="32"/>
                </a:cubicBezTo>
                <a:lnTo>
                  <a:pt x="516" y="138"/>
                </a:lnTo>
                <a:cubicBezTo>
                  <a:pt x="516" y="147"/>
                  <a:pt x="513" y="154"/>
                  <a:pt x="507" y="161"/>
                </a:cubicBezTo>
                <a:cubicBezTo>
                  <a:pt x="500" y="167"/>
                  <a:pt x="493" y="170"/>
                  <a:pt x="484" y="170"/>
                </a:cubicBezTo>
                <a:lnTo>
                  <a:pt x="32" y="170"/>
                </a:lnTo>
                <a:cubicBezTo>
                  <a:pt x="23" y="170"/>
                  <a:pt x="16" y="167"/>
                  <a:pt x="10" y="161"/>
                </a:cubicBezTo>
                <a:cubicBezTo>
                  <a:pt x="3" y="154"/>
                  <a:pt x="0" y="147"/>
                  <a:pt x="0" y="138"/>
                </a:cubicBezTo>
                <a:lnTo>
                  <a:pt x="0" y="32"/>
                </a:lnTo>
                <a:cubicBezTo>
                  <a:pt x="0" y="24"/>
                  <a:pt x="3" y="16"/>
                  <a:pt x="10" y="10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5760">
            <a:solidFill>
              <a:srgbClr val="d9531e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6" name=""/>
          <p:cNvSpPr txBox="1"/>
          <p:nvPr/>
        </p:nvSpPr>
        <p:spPr>
          <a:xfrm>
            <a:off x="2646000" y="1979280"/>
            <a:ext cx="163800" cy="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" spc="-1" strike="noStrike">
                <a:solidFill>
                  <a:srgbClr val="d9531e"/>
                </a:solidFill>
                <a:latin typeface="DejaVuSans"/>
                <a:ea typeface="DejaVuSans"/>
              </a:rPr>
              <a:t>OC-SIS</a:t>
            </a:r>
            <a:endParaRPr b="0" lang="en-US" sz="3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7" name=""/>
          <p:cNvSpPr/>
          <p:nvPr/>
        </p:nvSpPr>
        <p:spPr>
          <a:xfrm>
            <a:off x="6900840" y="3053520"/>
            <a:ext cx="185760" cy="61200"/>
          </a:xfrm>
          <a:custGeom>
            <a:avLst/>
            <a:gdLst/>
            <a:ahLst/>
            <a:rect l="0" t="0" r="r" b="b"/>
            <a:pathLst>
              <a:path w="516" h="170">
                <a:moveTo>
                  <a:pt x="32" y="0"/>
                </a:moveTo>
                <a:lnTo>
                  <a:pt x="484" y="0"/>
                </a:lnTo>
                <a:cubicBezTo>
                  <a:pt x="492" y="0"/>
                  <a:pt x="500" y="4"/>
                  <a:pt x="506" y="10"/>
                </a:cubicBezTo>
                <a:cubicBezTo>
                  <a:pt x="513" y="16"/>
                  <a:pt x="516" y="24"/>
                  <a:pt x="516" y="33"/>
                </a:cubicBezTo>
                <a:lnTo>
                  <a:pt x="516" y="137"/>
                </a:lnTo>
                <a:cubicBezTo>
                  <a:pt x="516" y="146"/>
                  <a:pt x="513" y="154"/>
                  <a:pt x="506" y="160"/>
                </a:cubicBezTo>
                <a:cubicBezTo>
                  <a:pt x="500" y="166"/>
                  <a:pt x="492" y="170"/>
                  <a:pt x="484" y="170"/>
                </a:cubicBezTo>
                <a:lnTo>
                  <a:pt x="32" y="170"/>
                </a:lnTo>
                <a:cubicBezTo>
                  <a:pt x="23" y="170"/>
                  <a:pt x="15" y="166"/>
                  <a:pt x="9" y="160"/>
                </a:cubicBezTo>
                <a:cubicBezTo>
                  <a:pt x="3" y="154"/>
                  <a:pt x="0" y="146"/>
                  <a:pt x="0" y="137"/>
                </a:cubicBezTo>
                <a:lnTo>
                  <a:pt x="0" y="33"/>
                </a:lnTo>
                <a:cubicBezTo>
                  <a:pt x="0" y="24"/>
                  <a:pt x="3" y="16"/>
                  <a:pt x="9" y="10"/>
                </a:cubicBezTo>
                <a:cubicBezTo>
                  <a:pt x="15" y="4"/>
                  <a:pt x="23" y="0"/>
                  <a:pt x="3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8" name=""/>
          <p:cNvSpPr/>
          <p:nvPr/>
        </p:nvSpPr>
        <p:spPr>
          <a:xfrm>
            <a:off x="6900840" y="3053520"/>
            <a:ext cx="185760" cy="61200"/>
          </a:xfrm>
          <a:custGeom>
            <a:avLst/>
            <a:gdLst/>
            <a:ahLst/>
            <a:rect l="0" t="0" r="r" b="b"/>
            <a:pathLst>
              <a:path w="516" h="170">
                <a:moveTo>
                  <a:pt x="32" y="0"/>
                </a:moveTo>
                <a:lnTo>
                  <a:pt x="484" y="0"/>
                </a:lnTo>
                <a:cubicBezTo>
                  <a:pt x="492" y="0"/>
                  <a:pt x="500" y="4"/>
                  <a:pt x="506" y="10"/>
                </a:cubicBezTo>
                <a:cubicBezTo>
                  <a:pt x="513" y="16"/>
                  <a:pt x="516" y="24"/>
                  <a:pt x="516" y="33"/>
                </a:cubicBezTo>
                <a:lnTo>
                  <a:pt x="516" y="137"/>
                </a:lnTo>
                <a:cubicBezTo>
                  <a:pt x="516" y="146"/>
                  <a:pt x="513" y="154"/>
                  <a:pt x="506" y="160"/>
                </a:cubicBezTo>
                <a:cubicBezTo>
                  <a:pt x="500" y="166"/>
                  <a:pt x="492" y="170"/>
                  <a:pt x="484" y="170"/>
                </a:cubicBezTo>
                <a:lnTo>
                  <a:pt x="32" y="170"/>
                </a:lnTo>
                <a:cubicBezTo>
                  <a:pt x="23" y="170"/>
                  <a:pt x="15" y="166"/>
                  <a:pt x="9" y="160"/>
                </a:cubicBezTo>
                <a:cubicBezTo>
                  <a:pt x="3" y="154"/>
                  <a:pt x="0" y="146"/>
                  <a:pt x="0" y="137"/>
                </a:cubicBezTo>
                <a:lnTo>
                  <a:pt x="0" y="33"/>
                </a:lnTo>
                <a:cubicBezTo>
                  <a:pt x="0" y="24"/>
                  <a:pt x="3" y="16"/>
                  <a:pt x="9" y="10"/>
                </a:cubicBezTo>
                <a:cubicBezTo>
                  <a:pt x="15" y="4"/>
                  <a:pt x="23" y="0"/>
                  <a:pt x="32" y="0"/>
                </a:cubicBezTo>
                <a:close/>
              </a:path>
            </a:pathLst>
          </a:custGeom>
          <a:noFill/>
          <a:ln w="5760">
            <a:solidFill>
              <a:srgbClr val="d9531e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9" name=""/>
          <p:cNvSpPr txBox="1"/>
          <p:nvPr/>
        </p:nvSpPr>
        <p:spPr>
          <a:xfrm>
            <a:off x="2222640" y="2138400"/>
            <a:ext cx="188280" cy="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" spc="-1" strike="noStrike">
                <a:solidFill>
                  <a:srgbClr val="d9531e"/>
                </a:solidFill>
                <a:latin typeface="DejaVuSans"/>
                <a:ea typeface="DejaVuSans"/>
              </a:rPr>
              <a:t>OC-LMS</a:t>
            </a:r>
            <a:endParaRPr b="0" lang="en-US" sz="3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0" name=""/>
          <p:cNvSpPr txBox="1"/>
          <p:nvPr/>
        </p:nvSpPr>
        <p:spPr>
          <a:xfrm>
            <a:off x="6910560" y="3053880"/>
            <a:ext cx="163800" cy="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" spc="-1" strike="noStrike">
                <a:solidFill>
                  <a:srgbClr val="d9531e"/>
                </a:solidFill>
                <a:latin typeface="DejaVuSans"/>
                <a:ea typeface="DejaVuSans"/>
              </a:rPr>
              <a:t>OC-SIS</a:t>
            </a:r>
            <a:endParaRPr b="0" lang="en-US" sz="3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1" name=""/>
          <p:cNvSpPr/>
          <p:nvPr/>
        </p:nvSpPr>
        <p:spPr>
          <a:xfrm>
            <a:off x="456840" y="3581280"/>
            <a:ext cx="2734200" cy="933840"/>
          </a:xfrm>
          <a:custGeom>
            <a:avLst/>
            <a:gdLst/>
            <a:ahLst/>
            <a:rect l="0" t="0" r="r" b="b"/>
            <a:pathLst>
              <a:path w="7595" h="2594">
                <a:moveTo>
                  <a:pt x="0" y="0"/>
                </a:moveTo>
                <a:lnTo>
                  <a:pt x="7595" y="0"/>
                </a:lnTo>
                <a:lnTo>
                  <a:pt x="7595" y="2594"/>
                </a:lnTo>
                <a:lnTo>
                  <a:pt x="0" y="25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2" name=""/>
          <p:cNvSpPr/>
          <p:nvPr/>
        </p:nvSpPr>
        <p:spPr>
          <a:xfrm>
            <a:off x="456840" y="3581280"/>
            <a:ext cx="2734200" cy="38520"/>
          </a:xfrm>
          <a:custGeom>
            <a:avLst/>
            <a:gdLst/>
            <a:ahLst/>
            <a:rect l="0" t="0" r="r" b="b"/>
            <a:pathLst>
              <a:path w="7595" h="107">
                <a:moveTo>
                  <a:pt x="0" y="0"/>
                </a:moveTo>
                <a:lnTo>
                  <a:pt x="7595" y="0"/>
                </a:lnTo>
                <a:lnTo>
                  <a:pt x="759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3" name=""/>
          <p:cNvSpPr/>
          <p:nvPr/>
        </p:nvSpPr>
        <p:spPr>
          <a:xfrm>
            <a:off x="456840" y="4505040"/>
            <a:ext cx="2734200" cy="10080"/>
          </a:xfrm>
          <a:custGeom>
            <a:avLst/>
            <a:gdLst/>
            <a:ahLst/>
            <a:rect l="0" t="0" r="r" b="b"/>
            <a:pathLst>
              <a:path w="7595" h="28">
                <a:moveTo>
                  <a:pt x="0" y="0"/>
                </a:moveTo>
                <a:lnTo>
                  <a:pt x="7595" y="0"/>
                </a:lnTo>
                <a:lnTo>
                  <a:pt x="75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4" name=""/>
          <p:cNvSpPr/>
          <p:nvPr/>
        </p:nvSpPr>
        <p:spPr>
          <a:xfrm>
            <a:off x="3181320" y="3581280"/>
            <a:ext cx="9720" cy="933840"/>
          </a:xfrm>
          <a:custGeom>
            <a:avLst/>
            <a:gdLst/>
            <a:ahLst/>
            <a:rect l="0" t="0" r="r" b="b"/>
            <a:pathLst>
              <a:path w="27" h="2594">
                <a:moveTo>
                  <a:pt x="0" y="106"/>
                </a:moveTo>
                <a:lnTo>
                  <a:pt x="0" y="2594"/>
                </a:lnTo>
                <a:lnTo>
                  <a:pt x="27" y="2594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5" name=""/>
          <p:cNvSpPr/>
          <p:nvPr/>
        </p:nvSpPr>
        <p:spPr>
          <a:xfrm>
            <a:off x="456840" y="3581280"/>
            <a:ext cx="10080" cy="933840"/>
          </a:xfrm>
          <a:custGeom>
            <a:avLst/>
            <a:gdLst/>
            <a:ahLst/>
            <a:rect l="0" t="0" r="r" b="b"/>
            <a:pathLst>
              <a:path w="28" h="2594">
                <a:moveTo>
                  <a:pt x="0" y="0"/>
                </a:moveTo>
                <a:lnTo>
                  <a:pt x="0" y="2594"/>
                </a:lnTo>
                <a:lnTo>
                  <a:pt x="28" y="2594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6" name=""/>
          <p:cNvSpPr txBox="1"/>
          <p:nvPr/>
        </p:nvSpPr>
        <p:spPr>
          <a:xfrm>
            <a:off x="3105000" y="3346200"/>
            <a:ext cx="34984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Catalogus met planning, studentadministratie en leeromgeving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7" name=""/>
          <p:cNvSpPr txBox="1"/>
          <p:nvPr/>
        </p:nvSpPr>
        <p:spPr>
          <a:xfrm>
            <a:off x="588600" y="3742560"/>
            <a:ext cx="183708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Per koppeling alle lagen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8" name=""/>
          <p:cNvSpPr txBox="1"/>
          <p:nvPr/>
        </p:nvSpPr>
        <p:spPr>
          <a:xfrm>
            <a:off x="588600" y="3997800"/>
            <a:ext cx="266616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1a1a2e"/>
                </a:solidFill>
                <a:latin typeface="Arial"/>
                <a:ea typeface="Arial"/>
              </a:rPr>
              <a:t>eisen · systemen · berichtstromen · endpoints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9" name=""/>
          <p:cNvSpPr/>
          <p:nvPr/>
        </p:nvSpPr>
        <p:spPr>
          <a:xfrm>
            <a:off x="3295440" y="3581280"/>
            <a:ext cx="2743560" cy="686160"/>
          </a:xfrm>
          <a:custGeom>
            <a:avLst/>
            <a:gdLst/>
            <a:ahLst/>
            <a:rect l="0" t="0" r="r" b="b"/>
            <a:pathLst>
              <a:path w="7621" h="1906">
                <a:moveTo>
                  <a:pt x="0" y="0"/>
                </a:moveTo>
                <a:lnTo>
                  <a:pt x="7621" y="0"/>
                </a:lnTo>
                <a:lnTo>
                  <a:pt x="7621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0" name=""/>
          <p:cNvSpPr/>
          <p:nvPr/>
        </p:nvSpPr>
        <p:spPr>
          <a:xfrm>
            <a:off x="3295440" y="3581280"/>
            <a:ext cx="2743560" cy="38520"/>
          </a:xfrm>
          <a:custGeom>
            <a:avLst/>
            <a:gdLst/>
            <a:ahLst/>
            <a:rect l="0" t="0" r="r" b="b"/>
            <a:pathLst>
              <a:path w="7621" h="107">
                <a:moveTo>
                  <a:pt x="0" y="0"/>
                </a:moveTo>
                <a:lnTo>
                  <a:pt x="7621" y="0"/>
                </a:lnTo>
                <a:lnTo>
                  <a:pt x="762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1" name=""/>
          <p:cNvSpPr/>
          <p:nvPr/>
        </p:nvSpPr>
        <p:spPr>
          <a:xfrm>
            <a:off x="3295440" y="4257360"/>
            <a:ext cx="2743560" cy="10080"/>
          </a:xfrm>
          <a:custGeom>
            <a:avLst/>
            <a:gdLst/>
            <a:ahLst/>
            <a:rect l="0" t="0" r="r" b="b"/>
            <a:pathLst>
              <a:path w="7621" h="28">
                <a:moveTo>
                  <a:pt x="0" y="0"/>
                </a:moveTo>
                <a:lnTo>
                  <a:pt x="7621" y="0"/>
                </a:lnTo>
                <a:lnTo>
                  <a:pt x="76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2" name=""/>
          <p:cNvSpPr/>
          <p:nvPr/>
        </p:nvSpPr>
        <p:spPr>
          <a:xfrm>
            <a:off x="6029280" y="3581280"/>
            <a:ext cx="9720" cy="686160"/>
          </a:xfrm>
          <a:custGeom>
            <a:avLst/>
            <a:gdLst/>
            <a:ahLst/>
            <a:rect l="0" t="0" r="r" b="b"/>
            <a:pathLst>
              <a:path w="27" h="1906">
                <a:moveTo>
                  <a:pt x="0" y="106"/>
                </a:moveTo>
                <a:lnTo>
                  <a:pt x="0" y="1906"/>
                </a:lnTo>
                <a:lnTo>
                  <a:pt x="27" y="1906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3" name=""/>
          <p:cNvSpPr/>
          <p:nvPr/>
        </p:nvSpPr>
        <p:spPr>
          <a:xfrm>
            <a:off x="3295440" y="3581280"/>
            <a:ext cx="10080" cy="686160"/>
          </a:xfrm>
          <a:custGeom>
            <a:avLst/>
            <a:gdLst/>
            <a:ahLst/>
            <a:rect l="0" t="0" r="r" b="b"/>
            <a:pathLst>
              <a:path w="28" h="1906">
                <a:moveTo>
                  <a:pt x="0" y="0"/>
                </a:moveTo>
                <a:lnTo>
                  <a:pt x="0" y="1906"/>
                </a:lnTo>
                <a:lnTo>
                  <a:pt x="28" y="1906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4" name=""/>
          <p:cNvSpPr txBox="1"/>
          <p:nvPr/>
        </p:nvSpPr>
        <p:spPr>
          <a:xfrm>
            <a:off x="588600" y="4245480"/>
            <a:ext cx="148680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1a1a2e"/>
                </a:solidFill>
                <a:latin typeface="Arial"/>
                <a:ea typeface="Arial"/>
              </a:rPr>
              <a:t>· schema's · afsprakenset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5" name=""/>
          <p:cNvSpPr txBox="1"/>
          <p:nvPr/>
        </p:nvSpPr>
        <p:spPr>
          <a:xfrm>
            <a:off x="3430800" y="3742560"/>
            <a:ext cx="91368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Najaar 2026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6" name=""/>
          <p:cNvSpPr/>
          <p:nvPr/>
        </p:nvSpPr>
        <p:spPr>
          <a:xfrm>
            <a:off x="6143400" y="3581280"/>
            <a:ext cx="2734200" cy="686160"/>
          </a:xfrm>
          <a:custGeom>
            <a:avLst/>
            <a:gdLst/>
            <a:ahLst/>
            <a:rect l="0" t="0" r="r" b="b"/>
            <a:pathLst>
              <a:path w="7595" h="1906">
                <a:moveTo>
                  <a:pt x="0" y="0"/>
                </a:moveTo>
                <a:lnTo>
                  <a:pt x="7595" y="0"/>
                </a:lnTo>
                <a:lnTo>
                  <a:pt x="7595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7" name=""/>
          <p:cNvSpPr/>
          <p:nvPr/>
        </p:nvSpPr>
        <p:spPr>
          <a:xfrm>
            <a:off x="6143400" y="3581280"/>
            <a:ext cx="2734200" cy="38520"/>
          </a:xfrm>
          <a:custGeom>
            <a:avLst/>
            <a:gdLst/>
            <a:ahLst/>
            <a:rect l="0" t="0" r="r" b="b"/>
            <a:pathLst>
              <a:path w="7595" h="107">
                <a:moveTo>
                  <a:pt x="0" y="0"/>
                </a:moveTo>
                <a:lnTo>
                  <a:pt x="7595" y="0"/>
                </a:lnTo>
                <a:lnTo>
                  <a:pt x="759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8" name=""/>
          <p:cNvSpPr/>
          <p:nvPr/>
        </p:nvSpPr>
        <p:spPr>
          <a:xfrm>
            <a:off x="6143400" y="4257360"/>
            <a:ext cx="2734200" cy="10080"/>
          </a:xfrm>
          <a:custGeom>
            <a:avLst/>
            <a:gdLst/>
            <a:ahLst/>
            <a:rect l="0" t="0" r="r" b="b"/>
            <a:pathLst>
              <a:path w="7595" h="28">
                <a:moveTo>
                  <a:pt x="0" y="0"/>
                </a:moveTo>
                <a:lnTo>
                  <a:pt x="7595" y="0"/>
                </a:lnTo>
                <a:lnTo>
                  <a:pt x="75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9" name=""/>
          <p:cNvSpPr/>
          <p:nvPr/>
        </p:nvSpPr>
        <p:spPr>
          <a:xfrm>
            <a:off x="8867520" y="3581280"/>
            <a:ext cx="10080" cy="686160"/>
          </a:xfrm>
          <a:custGeom>
            <a:avLst/>
            <a:gdLst/>
            <a:ahLst/>
            <a:rect l="0" t="0" r="r" b="b"/>
            <a:pathLst>
              <a:path w="28" h="1906">
                <a:moveTo>
                  <a:pt x="0" y="106"/>
                </a:moveTo>
                <a:lnTo>
                  <a:pt x="0" y="1906"/>
                </a:lnTo>
                <a:lnTo>
                  <a:pt x="28" y="1906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0" name=""/>
          <p:cNvSpPr/>
          <p:nvPr/>
        </p:nvSpPr>
        <p:spPr>
          <a:xfrm>
            <a:off x="6143400" y="3581280"/>
            <a:ext cx="10080" cy="686160"/>
          </a:xfrm>
          <a:custGeom>
            <a:avLst/>
            <a:gdLst/>
            <a:ahLst/>
            <a:rect l="0" t="0" r="r" b="b"/>
            <a:pathLst>
              <a:path w="28" h="1906">
                <a:moveTo>
                  <a:pt x="0" y="0"/>
                </a:moveTo>
                <a:lnTo>
                  <a:pt x="0" y="1906"/>
                </a:lnTo>
                <a:lnTo>
                  <a:pt x="28" y="1906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1" name=""/>
          <p:cNvSpPr txBox="1"/>
          <p:nvPr/>
        </p:nvSpPr>
        <p:spPr>
          <a:xfrm>
            <a:off x="3430800" y="3997800"/>
            <a:ext cx="162072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1a1a2e"/>
                </a:solidFill>
                <a:latin typeface="Arial"/>
                <a:ea typeface="Arial"/>
              </a:rPr>
              <a:t>aanscherpen met koplopers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2" name=""/>
          <p:cNvSpPr txBox="1"/>
          <p:nvPr/>
        </p:nvSpPr>
        <p:spPr>
          <a:xfrm>
            <a:off x="6273000" y="3742560"/>
            <a:ext cx="54324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Daarna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3" name=""/>
          <p:cNvSpPr txBox="1"/>
          <p:nvPr/>
        </p:nvSpPr>
        <p:spPr>
          <a:xfrm>
            <a:off x="6273000" y="3997800"/>
            <a:ext cx="249840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1a1a2e"/>
                </a:solidFill>
                <a:latin typeface="Arial"/>
                <a:ea typeface="Arial"/>
              </a:rPr>
              <a:t>meer koppelingen, meer leerroutes, het ho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4" name=""/>
          <p:cNvSpPr/>
          <p:nvPr/>
        </p:nvSpPr>
        <p:spPr>
          <a:xfrm>
            <a:off x="1623960" y="4624200"/>
            <a:ext cx="2457720" cy="286200"/>
          </a:xfrm>
          <a:custGeom>
            <a:avLst/>
            <a:gdLst/>
            <a:ahLst/>
            <a:rect l="0" t="0" r="r" b="b"/>
            <a:pathLst>
              <a:path w="6827" h="795">
                <a:moveTo>
                  <a:pt x="0" y="398"/>
                </a:moveTo>
                <a:cubicBezTo>
                  <a:pt x="0" y="372"/>
                  <a:pt x="2" y="346"/>
                  <a:pt x="7" y="320"/>
                </a:cubicBezTo>
                <a:cubicBezTo>
                  <a:pt x="12" y="295"/>
                  <a:pt x="20" y="270"/>
                  <a:pt x="30" y="246"/>
                </a:cubicBezTo>
                <a:cubicBezTo>
                  <a:pt x="40" y="221"/>
                  <a:pt x="52" y="198"/>
                  <a:pt x="67" y="176"/>
                </a:cubicBezTo>
                <a:cubicBezTo>
                  <a:pt x="81" y="155"/>
                  <a:pt x="97" y="135"/>
                  <a:pt x="116" y="116"/>
                </a:cubicBezTo>
                <a:cubicBezTo>
                  <a:pt x="134" y="98"/>
                  <a:pt x="154" y="81"/>
                  <a:pt x="176" y="67"/>
                </a:cubicBezTo>
                <a:cubicBezTo>
                  <a:pt x="198" y="52"/>
                  <a:pt x="221" y="40"/>
                  <a:pt x="245" y="30"/>
                </a:cubicBezTo>
                <a:cubicBezTo>
                  <a:pt x="269" y="20"/>
                  <a:pt x="294" y="13"/>
                  <a:pt x="319" y="8"/>
                </a:cubicBezTo>
                <a:cubicBezTo>
                  <a:pt x="345" y="3"/>
                  <a:pt x="370" y="0"/>
                  <a:pt x="397" y="0"/>
                </a:cubicBezTo>
                <a:lnTo>
                  <a:pt x="6430" y="0"/>
                </a:lnTo>
                <a:cubicBezTo>
                  <a:pt x="6456" y="0"/>
                  <a:pt x="6482" y="3"/>
                  <a:pt x="6507" y="8"/>
                </a:cubicBezTo>
                <a:cubicBezTo>
                  <a:pt x="6533" y="13"/>
                  <a:pt x="6558" y="20"/>
                  <a:pt x="6582" y="30"/>
                </a:cubicBezTo>
                <a:cubicBezTo>
                  <a:pt x="6606" y="40"/>
                  <a:pt x="6629" y="52"/>
                  <a:pt x="6651" y="67"/>
                </a:cubicBezTo>
                <a:cubicBezTo>
                  <a:pt x="6672" y="81"/>
                  <a:pt x="6692" y="98"/>
                  <a:pt x="6711" y="116"/>
                </a:cubicBezTo>
                <a:cubicBezTo>
                  <a:pt x="6729" y="135"/>
                  <a:pt x="6746" y="155"/>
                  <a:pt x="6760" y="176"/>
                </a:cubicBezTo>
                <a:cubicBezTo>
                  <a:pt x="6774" y="198"/>
                  <a:pt x="6787" y="221"/>
                  <a:pt x="6797" y="246"/>
                </a:cubicBezTo>
                <a:cubicBezTo>
                  <a:pt x="6807" y="270"/>
                  <a:pt x="6814" y="295"/>
                  <a:pt x="6819" y="320"/>
                </a:cubicBezTo>
                <a:cubicBezTo>
                  <a:pt x="6824" y="346"/>
                  <a:pt x="6827" y="372"/>
                  <a:pt x="6827" y="398"/>
                </a:cubicBezTo>
                <a:cubicBezTo>
                  <a:pt x="6827" y="424"/>
                  <a:pt x="6824" y="450"/>
                  <a:pt x="6819" y="475"/>
                </a:cubicBezTo>
                <a:cubicBezTo>
                  <a:pt x="6814" y="501"/>
                  <a:pt x="6807" y="526"/>
                  <a:pt x="6797" y="550"/>
                </a:cubicBezTo>
                <a:cubicBezTo>
                  <a:pt x="6787" y="574"/>
                  <a:pt x="6774" y="597"/>
                  <a:pt x="6760" y="618"/>
                </a:cubicBezTo>
                <a:cubicBezTo>
                  <a:pt x="6746" y="640"/>
                  <a:pt x="6729" y="660"/>
                  <a:pt x="6711" y="679"/>
                </a:cubicBezTo>
                <a:cubicBezTo>
                  <a:pt x="6692" y="697"/>
                  <a:pt x="6672" y="713"/>
                  <a:pt x="6651" y="728"/>
                </a:cubicBezTo>
                <a:cubicBezTo>
                  <a:pt x="6629" y="742"/>
                  <a:pt x="6606" y="755"/>
                  <a:pt x="6582" y="765"/>
                </a:cubicBezTo>
                <a:cubicBezTo>
                  <a:pt x="6558" y="775"/>
                  <a:pt x="6533" y="782"/>
                  <a:pt x="6507" y="787"/>
                </a:cubicBezTo>
                <a:cubicBezTo>
                  <a:pt x="6482" y="792"/>
                  <a:pt x="6456" y="795"/>
                  <a:pt x="6430" y="795"/>
                </a:cubicBezTo>
                <a:lnTo>
                  <a:pt x="397" y="795"/>
                </a:lnTo>
                <a:cubicBezTo>
                  <a:pt x="370" y="795"/>
                  <a:pt x="345" y="792"/>
                  <a:pt x="319" y="787"/>
                </a:cubicBezTo>
                <a:cubicBezTo>
                  <a:pt x="294" y="782"/>
                  <a:pt x="269" y="775"/>
                  <a:pt x="245" y="765"/>
                </a:cubicBezTo>
                <a:cubicBezTo>
                  <a:pt x="221" y="755"/>
                  <a:pt x="198" y="742"/>
                  <a:pt x="176" y="728"/>
                </a:cubicBezTo>
                <a:cubicBezTo>
                  <a:pt x="154" y="713"/>
                  <a:pt x="134" y="697"/>
                  <a:pt x="116" y="679"/>
                </a:cubicBezTo>
                <a:cubicBezTo>
                  <a:pt x="97" y="660"/>
                  <a:pt x="81" y="640"/>
                  <a:pt x="67" y="618"/>
                </a:cubicBezTo>
                <a:cubicBezTo>
                  <a:pt x="52" y="597"/>
                  <a:pt x="40" y="574"/>
                  <a:pt x="30" y="550"/>
                </a:cubicBezTo>
                <a:cubicBezTo>
                  <a:pt x="20" y="526"/>
                  <a:pt x="12" y="501"/>
                  <a:pt x="7" y="475"/>
                </a:cubicBezTo>
                <a:cubicBezTo>
                  <a:pt x="2" y="450"/>
                  <a:pt x="0" y="424"/>
                  <a:pt x="0" y="39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5" name=""/>
          <p:cNvSpPr/>
          <p:nvPr/>
        </p:nvSpPr>
        <p:spPr>
          <a:xfrm>
            <a:off x="1623960" y="4624200"/>
            <a:ext cx="2457720" cy="286200"/>
          </a:xfrm>
          <a:custGeom>
            <a:avLst/>
            <a:gdLst/>
            <a:ahLst/>
            <a:rect l="0" t="0" r="r" b="b"/>
            <a:pathLst>
              <a:path w="6827" h="795">
                <a:moveTo>
                  <a:pt x="0" y="398"/>
                </a:moveTo>
                <a:cubicBezTo>
                  <a:pt x="0" y="372"/>
                  <a:pt x="2" y="346"/>
                  <a:pt x="7" y="320"/>
                </a:cubicBezTo>
                <a:cubicBezTo>
                  <a:pt x="12" y="295"/>
                  <a:pt x="20" y="270"/>
                  <a:pt x="30" y="246"/>
                </a:cubicBezTo>
                <a:cubicBezTo>
                  <a:pt x="40" y="221"/>
                  <a:pt x="52" y="198"/>
                  <a:pt x="67" y="176"/>
                </a:cubicBezTo>
                <a:cubicBezTo>
                  <a:pt x="81" y="155"/>
                  <a:pt x="97" y="135"/>
                  <a:pt x="116" y="116"/>
                </a:cubicBezTo>
                <a:cubicBezTo>
                  <a:pt x="134" y="98"/>
                  <a:pt x="154" y="81"/>
                  <a:pt x="176" y="67"/>
                </a:cubicBezTo>
                <a:cubicBezTo>
                  <a:pt x="198" y="52"/>
                  <a:pt x="221" y="40"/>
                  <a:pt x="245" y="30"/>
                </a:cubicBezTo>
                <a:cubicBezTo>
                  <a:pt x="269" y="20"/>
                  <a:pt x="294" y="13"/>
                  <a:pt x="319" y="8"/>
                </a:cubicBezTo>
                <a:cubicBezTo>
                  <a:pt x="345" y="3"/>
                  <a:pt x="370" y="0"/>
                  <a:pt x="397" y="0"/>
                </a:cubicBezTo>
                <a:lnTo>
                  <a:pt x="6430" y="0"/>
                </a:lnTo>
                <a:cubicBezTo>
                  <a:pt x="6456" y="0"/>
                  <a:pt x="6482" y="3"/>
                  <a:pt x="6507" y="8"/>
                </a:cubicBezTo>
                <a:cubicBezTo>
                  <a:pt x="6533" y="13"/>
                  <a:pt x="6558" y="20"/>
                  <a:pt x="6582" y="30"/>
                </a:cubicBezTo>
                <a:cubicBezTo>
                  <a:pt x="6606" y="40"/>
                  <a:pt x="6629" y="52"/>
                  <a:pt x="6651" y="67"/>
                </a:cubicBezTo>
                <a:cubicBezTo>
                  <a:pt x="6672" y="81"/>
                  <a:pt x="6692" y="98"/>
                  <a:pt x="6711" y="116"/>
                </a:cubicBezTo>
                <a:cubicBezTo>
                  <a:pt x="6729" y="135"/>
                  <a:pt x="6746" y="155"/>
                  <a:pt x="6760" y="176"/>
                </a:cubicBezTo>
                <a:cubicBezTo>
                  <a:pt x="6774" y="198"/>
                  <a:pt x="6787" y="221"/>
                  <a:pt x="6797" y="246"/>
                </a:cubicBezTo>
                <a:cubicBezTo>
                  <a:pt x="6807" y="270"/>
                  <a:pt x="6814" y="295"/>
                  <a:pt x="6819" y="320"/>
                </a:cubicBezTo>
                <a:cubicBezTo>
                  <a:pt x="6824" y="346"/>
                  <a:pt x="6827" y="372"/>
                  <a:pt x="6827" y="398"/>
                </a:cubicBezTo>
                <a:cubicBezTo>
                  <a:pt x="6827" y="424"/>
                  <a:pt x="6824" y="450"/>
                  <a:pt x="6819" y="475"/>
                </a:cubicBezTo>
                <a:cubicBezTo>
                  <a:pt x="6814" y="501"/>
                  <a:pt x="6807" y="526"/>
                  <a:pt x="6797" y="550"/>
                </a:cubicBezTo>
                <a:cubicBezTo>
                  <a:pt x="6787" y="574"/>
                  <a:pt x="6774" y="597"/>
                  <a:pt x="6760" y="618"/>
                </a:cubicBezTo>
                <a:cubicBezTo>
                  <a:pt x="6746" y="640"/>
                  <a:pt x="6729" y="660"/>
                  <a:pt x="6711" y="679"/>
                </a:cubicBezTo>
                <a:cubicBezTo>
                  <a:pt x="6692" y="697"/>
                  <a:pt x="6672" y="713"/>
                  <a:pt x="6651" y="728"/>
                </a:cubicBezTo>
                <a:cubicBezTo>
                  <a:pt x="6629" y="742"/>
                  <a:pt x="6606" y="755"/>
                  <a:pt x="6582" y="765"/>
                </a:cubicBezTo>
                <a:cubicBezTo>
                  <a:pt x="6558" y="775"/>
                  <a:pt x="6533" y="782"/>
                  <a:pt x="6507" y="787"/>
                </a:cubicBezTo>
                <a:cubicBezTo>
                  <a:pt x="6482" y="792"/>
                  <a:pt x="6456" y="795"/>
                  <a:pt x="6430" y="795"/>
                </a:cubicBezTo>
                <a:lnTo>
                  <a:pt x="397" y="795"/>
                </a:lnTo>
                <a:cubicBezTo>
                  <a:pt x="370" y="795"/>
                  <a:pt x="345" y="792"/>
                  <a:pt x="319" y="787"/>
                </a:cubicBezTo>
                <a:cubicBezTo>
                  <a:pt x="294" y="782"/>
                  <a:pt x="269" y="775"/>
                  <a:pt x="245" y="765"/>
                </a:cubicBezTo>
                <a:cubicBezTo>
                  <a:pt x="221" y="755"/>
                  <a:pt x="198" y="742"/>
                  <a:pt x="176" y="728"/>
                </a:cubicBezTo>
                <a:cubicBezTo>
                  <a:pt x="154" y="713"/>
                  <a:pt x="134" y="697"/>
                  <a:pt x="116" y="679"/>
                </a:cubicBezTo>
                <a:cubicBezTo>
                  <a:pt x="97" y="660"/>
                  <a:pt x="81" y="640"/>
                  <a:pt x="67" y="618"/>
                </a:cubicBezTo>
                <a:cubicBezTo>
                  <a:pt x="52" y="597"/>
                  <a:pt x="40" y="574"/>
                  <a:pt x="30" y="550"/>
                </a:cubicBezTo>
                <a:cubicBezTo>
                  <a:pt x="20" y="526"/>
                  <a:pt x="12" y="501"/>
                  <a:pt x="7" y="475"/>
                </a:cubicBezTo>
                <a:cubicBezTo>
                  <a:pt x="2" y="450"/>
                  <a:pt x="0" y="424"/>
                  <a:pt x="0" y="398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6" name=""/>
          <p:cNvSpPr/>
          <p:nvPr/>
        </p:nvSpPr>
        <p:spPr>
          <a:xfrm>
            <a:off x="1764000" y="4687920"/>
            <a:ext cx="159840" cy="160920"/>
          </a:xfrm>
          <a:custGeom>
            <a:avLst/>
            <a:gdLst/>
            <a:ahLst/>
            <a:rect l="0" t="0" r="r" b="b"/>
            <a:pathLst>
              <a:path w="444" h="447">
                <a:moveTo>
                  <a:pt x="160" y="0"/>
                </a:moveTo>
                <a:cubicBezTo>
                  <a:pt x="129" y="0"/>
                  <a:pt x="100" y="9"/>
                  <a:pt x="74" y="26"/>
                </a:cubicBezTo>
                <a:lnTo>
                  <a:pt x="176" y="128"/>
                </a:lnTo>
                <a:cubicBezTo>
                  <a:pt x="179" y="131"/>
                  <a:pt x="182" y="135"/>
                  <a:pt x="184" y="139"/>
                </a:cubicBezTo>
                <a:cubicBezTo>
                  <a:pt x="186" y="143"/>
                  <a:pt x="187" y="147"/>
                  <a:pt x="187" y="151"/>
                </a:cubicBezTo>
                <a:cubicBezTo>
                  <a:pt x="188" y="156"/>
                  <a:pt x="187" y="160"/>
                  <a:pt x="186" y="164"/>
                </a:cubicBezTo>
                <a:cubicBezTo>
                  <a:pt x="184" y="169"/>
                  <a:pt x="182" y="172"/>
                  <a:pt x="179" y="176"/>
                </a:cubicBezTo>
                <a:cubicBezTo>
                  <a:pt x="175" y="179"/>
                  <a:pt x="172" y="181"/>
                  <a:pt x="167" y="182"/>
                </a:cubicBezTo>
                <a:cubicBezTo>
                  <a:pt x="163" y="184"/>
                  <a:pt x="159" y="185"/>
                  <a:pt x="154" y="184"/>
                </a:cubicBezTo>
                <a:cubicBezTo>
                  <a:pt x="150" y="184"/>
                  <a:pt x="146" y="183"/>
                  <a:pt x="142" y="181"/>
                </a:cubicBezTo>
                <a:cubicBezTo>
                  <a:pt x="138" y="179"/>
                  <a:pt x="134" y="176"/>
                  <a:pt x="131" y="173"/>
                </a:cubicBezTo>
                <a:lnTo>
                  <a:pt x="27" y="70"/>
                </a:lnTo>
                <a:cubicBezTo>
                  <a:pt x="8" y="97"/>
                  <a:pt x="-1" y="129"/>
                  <a:pt x="0" y="162"/>
                </a:cubicBezTo>
                <a:cubicBezTo>
                  <a:pt x="0" y="172"/>
                  <a:pt x="1" y="182"/>
                  <a:pt x="3" y="193"/>
                </a:cubicBezTo>
                <a:cubicBezTo>
                  <a:pt x="5" y="203"/>
                  <a:pt x="8" y="213"/>
                  <a:pt x="12" y="223"/>
                </a:cubicBezTo>
                <a:cubicBezTo>
                  <a:pt x="16" y="232"/>
                  <a:pt x="21" y="242"/>
                  <a:pt x="27" y="250"/>
                </a:cubicBezTo>
                <a:cubicBezTo>
                  <a:pt x="33" y="259"/>
                  <a:pt x="39" y="267"/>
                  <a:pt x="47" y="275"/>
                </a:cubicBezTo>
                <a:cubicBezTo>
                  <a:pt x="54" y="282"/>
                  <a:pt x="62" y="289"/>
                  <a:pt x="71" y="295"/>
                </a:cubicBezTo>
                <a:cubicBezTo>
                  <a:pt x="80" y="300"/>
                  <a:pt x="89" y="305"/>
                  <a:pt x="99" y="309"/>
                </a:cubicBezTo>
                <a:cubicBezTo>
                  <a:pt x="108" y="313"/>
                  <a:pt x="118" y="316"/>
                  <a:pt x="129" y="319"/>
                </a:cubicBezTo>
                <a:cubicBezTo>
                  <a:pt x="139" y="321"/>
                  <a:pt x="149" y="322"/>
                  <a:pt x="160" y="322"/>
                </a:cubicBezTo>
                <a:cubicBezTo>
                  <a:pt x="174" y="322"/>
                  <a:pt x="187" y="320"/>
                  <a:pt x="202" y="317"/>
                </a:cubicBezTo>
                <a:lnTo>
                  <a:pt x="308" y="423"/>
                </a:lnTo>
                <a:cubicBezTo>
                  <a:pt x="316" y="431"/>
                  <a:pt x="324" y="436"/>
                  <a:pt x="334" y="441"/>
                </a:cubicBezTo>
                <a:cubicBezTo>
                  <a:pt x="344" y="445"/>
                  <a:pt x="354" y="447"/>
                  <a:pt x="365" y="447"/>
                </a:cubicBezTo>
                <a:cubicBezTo>
                  <a:pt x="375" y="447"/>
                  <a:pt x="385" y="445"/>
                  <a:pt x="395" y="441"/>
                </a:cubicBezTo>
                <a:cubicBezTo>
                  <a:pt x="405" y="436"/>
                  <a:pt x="414" y="431"/>
                  <a:pt x="421" y="423"/>
                </a:cubicBezTo>
                <a:cubicBezTo>
                  <a:pt x="428" y="416"/>
                  <a:pt x="434" y="407"/>
                  <a:pt x="438" y="397"/>
                </a:cubicBezTo>
                <a:cubicBezTo>
                  <a:pt x="442" y="388"/>
                  <a:pt x="444" y="378"/>
                  <a:pt x="444" y="367"/>
                </a:cubicBezTo>
                <a:cubicBezTo>
                  <a:pt x="444" y="356"/>
                  <a:pt x="442" y="346"/>
                  <a:pt x="438" y="336"/>
                </a:cubicBezTo>
                <a:cubicBezTo>
                  <a:pt x="434" y="327"/>
                  <a:pt x="428" y="318"/>
                  <a:pt x="421" y="311"/>
                </a:cubicBezTo>
                <a:lnTo>
                  <a:pt x="315" y="204"/>
                </a:lnTo>
                <a:cubicBezTo>
                  <a:pt x="318" y="191"/>
                  <a:pt x="320" y="177"/>
                  <a:pt x="319" y="163"/>
                </a:cubicBezTo>
                <a:cubicBezTo>
                  <a:pt x="320" y="153"/>
                  <a:pt x="319" y="142"/>
                  <a:pt x="317" y="132"/>
                </a:cubicBezTo>
                <a:cubicBezTo>
                  <a:pt x="315" y="121"/>
                  <a:pt x="312" y="111"/>
                  <a:pt x="308" y="100"/>
                </a:cubicBezTo>
                <a:cubicBezTo>
                  <a:pt x="304" y="91"/>
                  <a:pt x="300" y="81"/>
                  <a:pt x="294" y="72"/>
                </a:cubicBezTo>
                <a:cubicBezTo>
                  <a:pt x="288" y="64"/>
                  <a:pt x="281" y="55"/>
                  <a:pt x="274" y="48"/>
                </a:cubicBezTo>
                <a:cubicBezTo>
                  <a:pt x="267" y="40"/>
                  <a:pt x="259" y="34"/>
                  <a:pt x="250" y="28"/>
                </a:cubicBezTo>
                <a:cubicBezTo>
                  <a:pt x="241" y="22"/>
                  <a:pt x="232" y="17"/>
                  <a:pt x="222" y="13"/>
                </a:cubicBezTo>
                <a:cubicBezTo>
                  <a:pt x="213" y="9"/>
                  <a:pt x="202" y="5"/>
                  <a:pt x="191" y="3"/>
                </a:cubicBezTo>
                <a:cubicBezTo>
                  <a:pt x="181" y="1"/>
                  <a:pt x="170" y="0"/>
                  <a:pt x="160" y="0"/>
                </a:cubicBezTo>
                <a:moveTo>
                  <a:pt x="288" y="162"/>
                </a:moveTo>
                <a:cubicBezTo>
                  <a:pt x="288" y="173"/>
                  <a:pt x="286" y="184"/>
                  <a:pt x="283" y="195"/>
                </a:cubicBezTo>
                <a:lnTo>
                  <a:pt x="278" y="212"/>
                </a:lnTo>
                <a:lnTo>
                  <a:pt x="291" y="225"/>
                </a:lnTo>
                <a:lnTo>
                  <a:pt x="397" y="331"/>
                </a:lnTo>
                <a:cubicBezTo>
                  <a:pt x="407" y="340"/>
                  <a:pt x="411" y="351"/>
                  <a:pt x="411" y="365"/>
                </a:cubicBezTo>
                <a:cubicBezTo>
                  <a:pt x="412" y="378"/>
                  <a:pt x="407" y="389"/>
                  <a:pt x="397" y="398"/>
                </a:cubicBezTo>
                <a:cubicBezTo>
                  <a:pt x="393" y="402"/>
                  <a:pt x="388" y="406"/>
                  <a:pt x="382" y="408"/>
                </a:cubicBezTo>
                <a:cubicBezTo>
                  <a:pt x="376" y="411"/>
                  <a:pt x="370" y="412"/>
                  <a:pt x="364" y="412"/>
                </a:cubicBezTo>
                <a:cubicBezTo>
                  <a:pt x="358" y="412"/>
                  <a:pt x="352" y="411"/>
                  <a:pt x="346" y="408"/>
                </a:cubicBezTo>
                <a:cubicBezTo>
                  <a:pt x="340" y="406"/>
                  <a:pt x="335" y="402"/>
                  <a:pt x="331" y="398"/>
                </a:cubicBezTo>
                <a:lnTo>
                  <a:pt x="224" y="292"/>
                </a:lnTo>
                <a:lnTo>
                  <a:pt x="212" y="279"/>
                </a:lnTo>
                <a:lnTo>
                  <a:pt x="193" y="284"/>
                </a:lnTo>
                <a:cubicBezTo>
                  <a:pt x="182" y="287"/>
                  <a:pt x="171" y="288"/>
                  <a:pt x="160" y="288"/>
                </a:cubicBezTo>
                <a:cubicBezTo>
                  <a:pt x="125" y="288"/>
                  <a:pt x="95" y="276"/>
                  <a:pt x="69" y="252"/>
                </a:cubicBezTo>
                <a:cubicBezTo>
                  <a:pt x="43" y="227"/>
                  <a:pt x="31" y="197"/>
                  <a:pt x="31" y="162"/>
                </a:cubicBezTo>
                <a:cubicBezTo>
                  <a:pt x="31" y="150"/>
                  <a:pt x="33" y="138"/>
                  <a:pt x="36" y="127"/>
                </a:cubicBezTo>
                <a:lnTo>
                  <a:pt x="106" y="196"/>
                </a:lnTo>
                <a:cubicBezTo>
                  <a:pt x="112" y="203"/>
                  <a:pt x="119" y="208"/>
                  <a:pt x="127" y="212"/>
                </a:cubicBezTo>
                <a:cubicBezTo>
                  <a:pt x="135" y="215"/>
                  <a:pt x="143" y="217"/>
                  <a:pt x="152" y="218"/>
                </a:cubicBezTo>
                <a:cubicBezTo>
                  <a:pt x="161" y="218"/>
                  <a:pt x="169" y="216"/>
                  <a:pt x="178" y="213"/>
                </a:cubicBezTo>
                <a:cubicBezTo>
                  <a:pt x="186" y="210"/>
                  <a:pt x="193" y="206"/>
                  <a:pt x="200" y="200"/>
                </a:cubicBezTo>
                <a:cubicBezTo>
                  <a:pt x="207" y="193"/>
                  <a:pt x="211" y="186"/>
                  <a:pt x="214" y="178"/>
                </a:cubicBezTo>
                <a:cubicBezTo>
                  <a:pt x="217" y="169"/>
                  <a:pt x="219" y="161"/>
                  <a:pt x="218" y="152"/>
                </a:cubicBezTo>
                <a:cubicBezTo>
                  <a:pt x="218" y="143"/>
                  <a:pt x="216" y="135"/>
                  <a:pt x="213" y="127"/>
                </a:cubicBezTo>
                <a:cubicBezTo>
                  <a:pt x="209" y="119"/>
                  <a:pt x="204" y="112"/>
                  <a:pt x="197" y="105"/>
                </a:cubicBezTo>
                <a:lnTo>
                  <a:pt x="126" y="35"/>
                </a:lnTo>
                <a:cubicBezTo>
                  <a:pt x="137" y="32"/>
                  <a:pt x="147" y="30"/>
                  <a:pt x="158" y="30"/>
                </a:cubicBezTo>
                <a:cubicBezTo>
                  <a:pt x="193" y="31"/>
                  <a:pt x="224" y="43"/>
                  <a:pt x="250" y="67"/>
                </a:cubicBezTo>
                <a:cubicBezTo>
                  <a:pt x="275" y="93"/>
                  <a:pt x="288" y="125"/>
                  <a:pt x="288" y="162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7" name=""/>
          <p:cNvSpPr txBox="1"/>
          <p:nvPr/>
        </p:nvSpPr>
        <p:spPr>
          <a:xfrm>
            <a:off x="768240" y="4696920"/>
            <a:ext cx="8722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Aanhaken kan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8" name=""/>
          <p:cNvSpPr/>
          <p:nvPr/>
        </p:nvSpPr>
        <p:spPr>
          <a:xfrm>
            <a:off x="4186080" y="4624200"/>
            <a:ext cx="1933920" cy="286200"/>
          </a:xfrm>
          <a:custGeom>
            <a:avLst/>
            <a:gdLst/>
            <a:ahLst/>
            <a:rect l="0" t="0" r="r" b="b"/>
            <a:pathLst>
              <a:path w="5372" h="795">
                <a:moveTo>
                  <a:pt x="0" y="398"/>
                </a:moveTo>
                <a:cubicBezTo>
                  <a:pt x="0" y="372"/>
                  <a:pt x="2" y="346"/>
                  <a:pt x="8" y="320"/>
                </a:cubicBezTo>
                <a:cubicBezTo>
                  <a:pt x="13" y="295"/>
                  <a:pt x="20" y="270"/>
                  <a:pt x="30" y="246"/>
                </a:cubicBezTo>
                <a:cubicBezTo>
                  <a:pt x="40" y="221"/>
                  <a:pt x="52" y="198"/>
                  <a:pt x="67" y="176"/>
                </a:cubicBezTo>
                <a:cubicBezTo>
                  <a:pt x="81" y="155"/>
                  <a:pt x="98" y="135"/>
                  <a:pt x="116" y="116"/>
                </a:cubicBezTo>
                <a:cubicBezTo>
                  <a:pt x="135" y="98"/>
                  <a:pt x="155" y="81"/>
                  <a:pt x="176" y="67"/>
                </a:cubicBezTo>
                <a:cubicBezTo>
                  <a:pt x="198" y="52"/>
                  <a:pt x="221" y="40"/>
                  <a:pt x="245" y="30"/>
                </a:cubicBezTo>
                <a:cubicBezTo>
                  <a:pt x="269" y="20"/>
                  <a:pt x="294" y="13"/>
                  <a:pt x="319" y="8"/>
                </a:cubicBezTo>
                <a:cubicBezTo>
                  <a:pt x="345" y="3"/>
                  <a:pt x="371" y="0"/>
                  <a:pt x="397" y="0"/>
                </a:cubicBezTo>
                <a:lnTo>
                  <a:pt x="4975" y="0"/>
                </a:lnTo>
                <a:cubicBezTo>
                  <a:pt x="5001" y="0"/>
                  <a:pt x="5027" y="3"/>
                  <a:pt x="5053" y="8"/>
                </a:cubicBezTo>
                <a:cubicBezTo>
                  <a:pt x="5078" y="13"/>
                  <a:pt x="5103" y="20"/>
                  <a:pt x="5127" y="30"/>
                </a:cubicBezTo>
                <a:cubicBezTo>
                  <a:pt x="5151" y="40"/>
                  <a:pt x="5174" y="52"/>
                  <a:pt x="5196" y="67"/>
                </a:cubicBezTo>
                <a:cubicBezTo>
                  <a:pt x="5217" y="81"/>
                  <a:pt x="5237" y="98"/>
                  <a:pt x="5256" y="116"/>
                </a:cubicBezTo>
                <a:cubicBezTo>
                  <a:pt x="5274" y="135"/>
                  <a:pt x="5291" y="155"/>
                  <a:pt x="5305" y="176"/>
                </a:cubicBezTo>
                <a:cubicBezTo>
                  <a:pt x="5320" y="198"/>
                  <a:pt x="5332" y="221"/>
                  <a:pt x="5342" y="246"/>
                </a:cubicBezTo>
                <a:cubicBezTo>
                  <a:pt x="5352" y="270"/>
                  <a:pt x="5359" y="295"/>
                  <a:pt x="5364" y="320"/>
                </a:cubicBezTo>
                <a:cubicBezTo>
                  <a:pt x="5369" y="346"/>
                  <a:pt x="5372" y="372"/>
                  <a:pt x="5372" y="398"/>
                </a:cubicBezTo>
                <a:cubicBezTo>
                  <a:pt x="5372" y="424"/>
                  <a:pt x="5369" y="450"/>
                  <a:pt x="5364" y="475"/>
                </a:cubicBezTo>
                <a:cubicBezTo>
                  <a:pt x="5359" y="501"/>
                  <a:pt x="5352" y="526"/>
                  <a:pt x="5342" y="550"/>
                </a:cubicBezTo>
                <a:cubicBezTo>
                  <a:pt x="5332" y="574"/>
                  <a:pt x="5320" y="597"/>
                  <a:pt x="5305" y="618"/>
                </a:cubicBezTo>
                <a:cubicBezTo>
                  <a:pt x="5291" y="640"/>
                  <a:pt x="5274" y="660"/>
                  <a:pt x="5256" y="679"/>
                </a:cubicBezTo>
                <a:cubicBezTo>
                  <a:pt x="5237" y="697"/>
                  <a:pt x="5217" y="713"/>
                  <a:pt x="5196" y="728"/>
                </a:cubicBezTo>
                <a:cubicBezTo>
                  <a:pt x="5174" y="742"/>
                  <a:pt x="5151" y="755"/>
                  <a:pt x="5127" y="765"/>
                </a:cubicBezTo>
                <a:cubicBezTo>
                  <a:pt x="5103" y="775"/>
                  <a:pt x="5078" y="782"/>
                  <a:pt x="5053" y="787"/>
                </a:cubicBezTo>
                <a:cubicBezTo>
                  <a:pt x="5027" y="792"/>
                  <a:pt x="5001" y="795"/>
                  <a:pt x="4975" y="795"/>
                </a:cubicBezTo>
                <a:lnTo>
                  <a:pt x="397" y="795"/>
                </a:lnTo>
                <a:cubicBezTo>
                  <a:pt x="371" y="795"/>
                  <a:pt x="345" y="792"/>
                  <a:pt x="319" y="787"/>
                </a:cubicBezTo>
                <a:cubicBezTo>
                  <a:pt x="294" y="782"/>
                  <a:pt x="269" y="775"/>
                  <a:pt x="245" y="765"/>
                </a:cubicBezTo>
                <a:cubicBezTo>
                  <a:pt x="221" y="755"/>
                  <a:pt x="198" y="742"/>
                  <a:pt x="176" y="728"/>
                </a:cubicBezTo>
                <a:cubicBezTo>
                  <a:pt x="155" y="713"/>
                  <a:pt x="135" y="697"/>
                  <a:pt x="116" y="679"/>
                </a:cubicBezTo>
                <a:cubicBezTo>
                  <a:pt x="98" y="660"/>
                  <a:pt x="81" y="640"/>
                  <a:pt x="67" y="618"/>
                </a:cubicBezTo>
                <a:cubicBezTo>
                  <a:pt x="52" y="597"/>
                  <a:pt x="40" y="574"/>
                  <a:pt x="30" y="550"/>
                </a:cubicBezTo>
                <a:cubicBezTo>
                  <a:pt x="20" y="526"/>
                  <a:pt x="13" y="501"/>
                  <a:pt x="8" y="475"/>
                </a:cubicBezTo>
                <a:cubicBezTo>
                  <a:pt x="2" y="450"/>
                  <a:pt x="0" y="424"/>
                  <a:pt x="0" y="39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9" name=""/>
          <p:cNvSpPr/>
          <p:nvPr/>
        </p:nvSpPr>
        <p:spPr>
          <a:xfrm>
            <a:off x="4186080" y="4624200"/>
            <a:ext cx="1933920" cy="286200"/>
          </a:xfrm>
          <a:custGeom>
            <a:avLst/>
            <a:gdLst/>
            <a:ahLst/>
            <a:rect l="0" t="0" r="r" b="b"/>
            <a:pathLst>
              <a:path w="5372" h="795">
                <a:moveTo>
                  <a:pt x="0" y="398"/>
                </a:moveTo>
                <a:cubicBezTo>
                  <a:pt x="0" y="372"/>
                  <a:pt x="2" y="346"/>
                  <a:pt x="8" y="320"/>
                </a:cubicBezTo>
                <a:cubicBezTo>
                  <a:pt x="13" y="295"/>
                  <a:pt x="20" y="270"/>
                  <a:pt x="30" y="246"/>
                </a:cubicBezTo>
                <a:cubicBezTo>
                  <a:pt x="40" y="221"/>
                  <a:pt x="52" y="198"/>
                  <a:pt x="67" y="176"/>
                </a:cubicBezTo>
                <a:cubicBezTo>
                  <a:pt x="81" y="155"/>
                  <a:pt x="98" y="135"/>
                  <a:pt x="116" y="116"/>
                </a:cubicBezTo>
                <a:cubicBezTo>
                  <a:pt x="135" y="98"/>
                  <a:pt x="155" y="81"/>
                  <a:pt x="176" y="67"/>
                </a:cubicBezTo>
                <a:cubicBezTo>
                  <a:pt x="198" y="52"/>
                  <a:pt x="221" y="40"/>
                  <a:pt x="245" y="30"/>
                </a:cubicBezTo>
                <a:cubicBezTo>
                  <a:pt x="269" y="20"/>
                  <a:pt x="294" y="13"/>
                  <a:pt x="319" y="8"/>
                </a:cubicBezTo>
                <a:cubicBezTo>
                  <a:pt x="345" y="3"/>
                  <a:pt x="371" y="0"/>
                  <a:pt x="397" y="0"/>
                </a:cubicBezTo>
                <a:lnTo>
                  <a:pt x="4975" y="0"/>
                </a:lnTo>
                <a:cubicBezTo>
                  <a:pt x="5001" y="0"/>
                  <a:pt x="5027" y="3"/>
                  <a:pt x="5053" y="8"/>
                </a:cubicBezTo>
                <a:cubicBezTo>
                  <a:pt x="5078" y="13"/>
                  <a:pt x="5103" y="20"/>
                  <a:pt x="5127" y="30"/>
                </a:cubicBezTo>
                <a:cubicBezTo>
                  <a:pt x="5151" y="40"/>
                  <a:pt x="5174" y="52"/>
                  <a:pt x="5196" y="67"/>
                </a:cubicBezTo>
                <a:cubicBezTo>
                  <a:pt x="5217" y="81"/>
                  <a:pt x="5237" y="98"/>
                  <a:pt x="5256" y="116"/>
                </a:cubicBezTo>
                <a:cubicBezTo>
                  <a:pt x="5274" y="135"/>
                  <a:pt x="5291" y="155"/>
                  <a:pt x="5305" y="176"/>
                </a:cubicBezTo>
                <a:cubicBezTo>
                  <a:pt x="5320" y="198"/>
                  <a:pt x="5332" y="221"/>
                  <a:pt x="5342" y="246"/>
                </a:cubicBezTo>
                <a:cubicBezTo>
                  <a:pt x="5352" y="270"/>
                  <a:pt x="5359" y="295"/>
                  <a:pt x="5364" y="320"/>
                </a:cubicBezTo>
                <a:cubicBezTo>
                  <a:pt x="5369" y="346"/>
                  <a:pt x="5372" y="372"/>
                  <a:pt x="5372" y="398"/>
                </a:cubicBezTo>
                <a:cubicBezTo>
                  <a:pt x="5372" y="424"/>
                  <a:pt x="5369" y="450"/>
                  <a:pt x="5364" y="475"/>
                </a:cubicBezTo>
                <a:cubicBezTo>
                  <a:pt x="5359" y="501"/>
                  <a:pt x="5352" y="526"/>
                  <a:pt x="5342" y="550"/>
                </a:cubicBezTo>
                <a:cubicBezTo>
                  <a:pt x="5332" y="574"/>
                  <a:pt x="5320" y="597"/>
                  <a:pt x="5305" y="618"/>
                </a:cubicBezTo>
                <a:cubicBezTo>
                  <a:pt x="5291" y="640"/>
                  <a:pt x="5274" y="660"/>
                  <a:pt x="5256" y="679"/>
                </a:cubicBezTo>
                <a:cubicBezTo>
                  <a:pt x="5237" y="697"/>
                  <a:pt x="5217" y="713"/>
                  <a:pt x="5196" y="728"/>
                </a:cubicBezTo>
                <a:cubicBezTo>
                  <a:pt x="5174" y="742"/>
                  <a:pt x="5151" y="755"/>
                  <a:pt x="5127" y="765"/>
                </a:cubicBezTo>
                <a:cubicBezTo>
                  <a:pt x="5103" y="775"/>
                  <a:pt x="5078" y="782"/>
                  <a:pt x="5053" y="787"/>
                </a:cubicBezTo>
                <a:cubicBezTo>
                  <a:pt x="5027" y="792"/>
                  <a:pt x="5001" y="795"/>
                  <a:pt x="4975" y="795"/>
                </a:cubicBezTo>
                <a:lnTo>
                  <a:pt x="397" y="795"/>
                </a:lnTo>
                <a:cubicBezTo>
                  <a:pt x="371" y="795"/>
                  <a:pt x="345" y="792"/>
                  <a:pt x="319" y="787"/>
                </a:cubicBezTo>
                <a:cubicBezTo>
                  <a:pt x="294" y="782"/>
                  <a:pt x="269" y="775"/>
                  <a:pt x="245" y="765"/>
                </a:cubicBezTo>
                <a:cubicBezTo>
                  <a:pt x="221" y="755"/>
                  <a:pt x="198" y="742"/>
                  <a:pt x="176" y="728"/>
                </a:cubicBezTo>
                <a:cubicBezTo>
                  <a:pt x="155" y="713"/>
                  <a:pt x="135" y="697"/>
                  <a:pt x="116" y="679"/>
                </a:cubicBezTo>
                <a:cubicBezTo>
                  <a:pt x="98" y="660"/>
                  <a:pt x="81" y="640"/>
                  <a:pt x="67" y="618"/>
                </a:cubicBezTo>
                <a:cubicBezTo>
                  <a:pt x="52" y="597"/>
                  <a:pt x="40" y="574"/>
                  <a:pt x="30" y="550"/>
                </a:cubicBezTo>
                <a:cubicBezTo>
                  <a:pt x="20" y="526"/>
                  <a:pt x="13" y="501"/>
                  <a:pt x="8" y="475"/>
                </a:cubicBezTo>
                <a:cubicBezTo>
                  <a:pt x="2" y="450"/>
                  <a:pt x="0" y="424"/>
                  <a:pt x="0" y="398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0" name=""/>
          <p:cNvSpPr/>
          <p:nvPr/>
        </p:nvSpPr>
        <p:spPr>
          <a:xfrm>
            <a:off x="4326120" y="4699440"/>
            <a:ext cx="160200" cy="148680"/>
          </a:xfrm>
          <a:custGeom>
            <a:avLst/>
            <a:gdLst/>
            <a:ahLst/>
            <a:rect l="0" t="0" r="r" b="b"/>
            <a:pathLst>
              <a:path w="445" h="413">
                <a:moveTo>
                  <a:pt x="251" y="413"/>
                </a:moveTo>
                <a:lnTo>
                  <a:pt x="223" y="398"/>
                </a:lnTo>
                <a:lnTo>
                  <a:pt x="286" y="286"/>
                </a:lnTo>
                <a:lnTo>
                  <a:pt x="382" y="286"/>
                </a:lnTo>
                <a:cubicBezTo>
                  <a:pt x="390" y="286"/>
                  <a:pt x="398" y="282"/>
                  <a:pt x="404" y="276"/>
                </a:cubicBezTo>
                <a:cubicBezTo>
                  <a:pt x="410" y="270"/>
                  <a:pt x="413" y="263"/>
                  <a:pt x="413" y="254"/>
                </a:cubicBezTo>
                <a:lnTo>
                  <a:pt x="413" y="63"/>
                </a:lnTo>
                <a:cubicBezTo>
                  <a:pt x="413" y="55"/>
                  <a:pt x="410" y="47"/>
                  <a:pt x="404" y="41"/>
                </a:cubicBezTo>
                <a:cubicBezTo>
                  <a:pt x="398" y="35"/>
                  <a:pt x="390" y="32"/>
                  <a:pt x="382" y="32"/>
                </a:cubicBezTo>
                <a:lnTo>
                  <a:pt x="63" y="32"/>
                </a:lnTo>
                <a:cubicBezTo>
                  <a:pt x="55" y="32"/>
                  <a:pt x="47" y="35"/>
                  <a:pt x="41" y="41"/>
                </a:cubicBezTo>
                <a:cubicBezTo>
                  <a:pt x="35" y="47"/>
                  <a:pt x="32" y="55"/>
                  <a:pt x="32" y="63"/>
                </a:cubicBezTo>
                <a:lnTo>
                  <a:pt x="32" y="254"/>
                </a:lnTo>
                <a:cubicBezTo>
                  <a:pt x="32" y="263"/>
                  <a:pt x="35" y="270"/>
                  <a:pt x="41" y="276"/>
                </a:cubicBezTo>
                <a:cubicBezTo>
                  <a:pt x="47" y="282"/>
                  <a:pt x="55" y="286"/>
                  <a:pt x="63" y="286"/>
                </a:cubicBezTo>
                <a:lnTo>
                  <a:pt x="207" y="286"/>
                </a:lnTo>
                <a:lnTo>
                  <a:pt x="207" y="317"/>
                </a:lnTo>
                <a:lnTo>
                  <a:pt x="63" y="317"/>
                </a:lnTo>
                <a:cubicBezTo>
                  <a:pt x="55" y="317"/>
                  <a:pt x="47" y="316"/>
                  <a:pt x="39" y="312"/>
                </a:cubicBezTo>
                <a:cubicBezTo>
                  <a:pt x="31" y="309"/>
                  <a:pt x="24" y="305"/>
                  <a:pt x="18" y="299"/>
                </a:cubicBezTo>
                <a:cubicBezTo>
                  <a:pt x="12" y="293"/>
                  <a:pt x="8" y="286"/>
                  <a:pt x="5" y="278"/>
                </a:cubicBezTo>
                <a:cubicBezTo>
                  <a:pt x="1" y="270"/>
                  <a:pt x="0" y="262"/>
                  <a:pt x="0" y="254"/>
                </a:cubicBezTo>
                <a:lnTo>
                  <a:pt x="0" y="63"/>
                </a:lnTo>
                <a:cubicBezTo>
                  <a:pt x="0" y="55"/>
                  <a:pt x="1" y="47"/>
                  <a:pt x="5" y="39"/>
                </a:cubicBezTo>
                <a:cubicBezTo>
                  <a:pt x="8" y="31"/>
                  <a:pt x="12" y="25"/>
                  <a:pt x="18" y="19"/>
                </a:cubicBezTo>
                <a:cubicBezTo>
                  <a:pt x="24" y="13"/>
                  <a:pt x="31" y="8"/>
                  <a:pt x="39" y="5"/>
                </a:cubicBezTo>
                <a:cubicBezTo>
                  <a:pt x="47" y="2"/>
                  <a:pt x="55" y="0"/>
                  <a:pt x="63" y="0"/>
                </a:cubicBezTo>
                <a:lnTo>
                  <a:pt x="382" y="0"/>
                </a:lnTo>
                <a:cubicBezTo>
                  <a:pt x="390" y="0"/>
                  <a:pt x="398" y="2"/>
                  <a:pt x="406" y="5"/>
                </a:cubicBezTo>
                <a:cubicBezTo>
                  <a:pt x="414" y="8"/>
                  <a:pt x="421" y="13"/>
                  <a:pt x="426" y="19"/>
                </a:cubicBezTo>
                <a:cubicBezTo>
                  <a:pt x="432" y="25"/>
                  <a:pt x="437" y="31"/>
                  <a:pt x="440" y="39"/>
                </a:cubicBezTo>
                <a:cubicBezTo>
                  <a:pt x="443" y="47"/>
                  <a:pt x="445" y="55"/>
                  <a:pt x="445" y="63"/>
                </a:cubicBezTo>
                <a:lnTo>
                  <a:pt x="445" y="254"/>
                </a:lnTo>
                <a:cubicBezTo>
                  <a:pt x="445" y="262"/>
                  <a:pt x="443" y="270"/>
                  <a:pt x="440" y="278"/>
                </a:cubicBezTo>
                <a:cubicBezTo>
                  <a:pt x="437" y="286"/>
                  <a:pt x="432" y="293"/>
                  <a:pt x="426" y="299"/>
                </a:cubicBezTo>
                <a:cubicBezTo>
                  <a:pt x="421" y="305"/>
                  <a:pt x="414" y="309"/>
                  <a:pt x="406" y="312"/>
                </a:cubicBezTo>
                <a:cubicBezTo>
                  <a:pt x="398" y="316"/>
                  <a:pt x="390" y="317"/>
                  <a:pt x="382" y="317"/>
                </a:cubicBezTo>
                <a:lnTo>
                  <a:pt x="305" y="317"/>
                </a:lnTo>
                <a:lnTo>
                  <a:pt x="251" y="413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1" name=""/>
          <p:cNvSpPr/>
          <p:nvPr/>
        </p:nvSpPr>
        <p:spPr>
          <a:xfrm>
            <a:off x="4360320" y="4733640"/>
            <a:ext cx="91800" cy="46080"/>
          </a:xfrm>
          <a:custGeom>
            <a:avLst/>
            <a:gdLst/>
            <a:ahLst/>
            <a:rect l="0" t="0" r="r" b="b"/>
            <a:pathLst>
              <a:path w="255" h="128">
                <a:moveTo>
                  <a:pt x="0" y="0"/>
                </a:moveTo>
                <a:lnTo>
                  <a:pt x="255" y="0"/>
                </a:lnTo>
                <a:lnTo>
                  <a:pt x="255" y="33"/>
                </a:lnTo>
                <a:lnTo>
                  <a:pt x="0" y="33"/>
                </a:lnTo>
                <a:lnTo>
                  <a:pt x="0" y="0"/>
                </a:lnTo>
                <a:moveTo>
                  <a:pt x="0" y="96"/>
                </a:moveTo>
                <a:lnTo>
                  <a:pt x="160" y="96"/>
                </a:lnTo>
                <a:lnTo>
                  <a:pt x="160" y="128"/>
                </a:lnTo>
                <a:lnTo>
                  <a:pt x="0" y="128"/>
                </a:lnTo>
                <a:lnTo>
                  <a:pt x="0" y="96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2" name=""/>
          <p:cNvSpPr txBox="1"/>
          <p:nvPr/>
        </p:nvSpPr>
        <p:spPr>
          <a:xfrm>
            <a:off x="1989000" y="4699800"/>
            <a:ext cx="227448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3d68ec"/>
                </a:solidFill>
                <a:latin typeface="Arial"/>
                <a:ea typeface="Arial"/>
              </a:rPr>
              <a:t>Mee uitwerken</a:t>
            </a:r>
            <a:r>
              <a:rPr b="0" lang="en-US" sz="939" spc="-1" strike="noStrike">
                <a:solidFill>
                  <a:srgbClr val="1b2a6b"/>
                </a:solidFill>
                <a:latin typeface="Arial"/>
                <a:ea typeface="Arial"/>
              </a:rPr>
              <a:t> · kerngroep techniek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3" name=""/>
          <p:cNvSpPr/>
          <p:nvPr/>
        </p:nvSpPr>
        <p:spPr>
          <a:xfrm>
            <a:off x="6215040" y="4624200"/>
            <a:ext cx="2343240" cy="286200"/>
          </a:xfrm>
          <a:custGeom>
            <a:avLst/>
            <a:gdLst/>
            <a:ahLst/>
            <a:rect l="0" t="0" r="r" b="b"/>
            <a:pathLst>
              <a:path w="6509" h="795">
                <a:moveTo>
                  <a:pt x="0" y="398"/>
                </a:moveTo>
                <a:cubicBezTo>
                  <a:pt x="0" y="372"/>
                  <a:pt x="2" y="346"/>
                  <a:pt x="7" y="320"/>
                </a:cubicBezTo>
                <a:cubicBezTo>
                  <a:pt x="12" y="295"/>
                  <a:pt x="20" y="270"/>
                  <a:pt x="30" y="246"/>
                </a:cubicBezTo>
                <a:cubicBezTo>
                  <a:pt x="40" y="221"/>
                  <a:pt x="52" y="198"/>
                  <a:pt x="66" y="176"/>
                </a:cubicBezTo>
                <a:cubicBezTo>
                  <a:pt x="81" y="155"/>
                  <a:pt x="97" y="135"/>
                  <a:pt x="116" y="116"/>
                </a:cubicBezTo>
                <a:cubicBezTo>
                  <a:pt x="134" y="98"/>
                  <a:pt x="154" y="81"/>
                  <a:pt x="176" y="67"/>
                </a:cubicBezTo>
                <a:cubicBezTo>
                  <a:pt x="198" y="52"/>
                  <a:pt x="220" y="40"/>
                  <a:pt x="245" y="30"/>
                </a:cubicBezTo>
                <a:cubicBezTo>
                  <a:pt x="269" y="20"/>
                  <a:pt x="293" y="13"/>
                  <a:pt x="319" y="8"/>
                </a:cubicBezTo>
                <a:cubicBezTo>
                  <a:pt x="345" y="3"/>
                  <a:pt x="370" y="0"/>
                  <a:pt x="396" y="0"/>
                </a:cubicBezTo>
                <a:lnTo>
                  <a:pt x="6112" y="0"/>
                </a:lnTo>
                <a:cubicBezTo>
                  <a:pt x="6138" y="0"/>
                  <a:pt x="6164" y="3"/>
                  <a:pt x="6190" y="8"/>
                </a:cubicBezTo>
                <a:cubicBezTo>
                  <a:pt x="6215" y="13"/>
                  <a:pt x="6240" y="20"/>
                  <a:pt x="6264" y="30"/>
                </a:cubicBezTo>
                <a:cubicBezTo>
                  <a:pt x="6288" y="40"/>
                  <a:pt x="6311" y="52"/>
                  <a:pt x="6333" y="67"/>
                </a:cubicBezTo>
                <a:cubicBezTo>
                  <a:pt x="6355" y="81"/>
                  <a:pt x="6375" y="98"/>
                  <a:pt x="6393" y="116"/>
                </a:cubicBezTo>
                <a:cubicBezTo>
                  <a:pt x="6411" y="135"/>
                  <a:pt x="6428" y="155"/>
                  <a:pt x="6442" y="176"/>
                </a:cubicBezTo>
                <a:cubicBezTo>
                  <a:pt x="6457" y="198"/>
                  <a:pt x="6469" y="221"/>
                  <a:pt x="6479" y="246"/>
                </a:cubicBezTo>
                <a:cubicBezTo>
                  <a:pt x="6489" y="270"/>
                  <a:pt x="6497" y="295"/>
                  <a:pt x="6502" y="320"/>
                </a:cubicBezTo>
                <a:cubicBezTo>
                  <a:pt x="6507" y="346"/>
                  <a:pt x="6509" y="372"/>
                  <a:pt x="6509" y="398"/>
                </a:cubicBezTo>
                <a:cubicBezTo>
                  <a:pt x="6509" y="424"/>
                  <a:pt x="6507" y="450"/>
                  <a:pt x="6502" y="475"/>
                </a:cubicBezTo>
                <a:cubicBezTo>
                  <a:pt x="6497" y="501"/>
                  <a:pt x="6489" y="526"/>
                  <a:pt x="6479" y="550"/>
                </a:cubicBezTo>
                <a:cubicBezTo>
                  <a:pt x="6469" y="574"/>
                  <a:pt x="6457" y="597"/>
                  <a:pt x="6442" y="618"/>
                </a:cubicBezTo>
                <a:cubicBezTo>
                  <a:pt x="6428" y="640"/>
                  <a:pt x="6411" y="660"/>
                  <a:pt x="6393" y="679"/>
                </a:cubicBezTo>
                <a:cubicBezTo>
                  <a:pt x="6375" y="697"/>
                  <a:pt x="6355" y="713"/>
                  <a:pt x="6333" y="728"/>
                </a:cubicBezTo>
                <a:cubicBezTo>
                  <a:pt x="6311" y="742"/>
                  <a:pt x="6288" y="755"/>
                  <a:pt x="6264" y="765"/>
                </a:cubicBezTo>
                <a:cubicBezTo>
                  <a:pt x="6240" y="775"/>
                  <a:pt x="6215" y="782"/>
                  <a:pt x="6190" y="787"/>
                </a:cubicBezTo>
                <a:cubicBezTo>
                  <a:pt x="6164" y="792"/>
                  <a:pt x="6138" y="795"/>
                  <a:pt x="6112" y="795"/>
                </a:cubicBezTo>
                <a:lnTo>
                  <a:pt x="396" y="795"/>
                </a:lnTo>
                <a:cubicBezTo>
                  <a:pt x="370" y="795"/>
                  <a:pt x="345" y="792"/>
                  <a:pt x="319" y="787"/>
                </a:cubicBezTo>
                <a:cubicBezTo>
                  <a:pt x="293" y="782"/>
                  <a:pt x="269" y="775"/>
                  <a:pt x="245" y="765"/>
                </a:cubicBezTo>
                <a:cubicBezTo>
                  <a:pt x="220" y="755"/>
                  <a:pt x="198" y="742"/>
                  <a:pt x="176" y="728"/>
                </a:cubicBezTo>
                <a:cubicBezTo>
                  <a:pt x="154" y="713"/>
                  <a:pt x="134" y="697"/>
                  <a:pt x="116" y="679"/>
                </a:cubicBezTo>
                <a:cubicBezTo>
                  <a:pt x="97" y="660"/>
                  <a:pt x="81" y="640"/>
                  <a:pt x="66" y="618"/>
                </a:cubicBezTo>
                <a:cubicBezTo>
                  <a:pt x="52" y="597"/>
                  <a:pt x="40" y="574"/>
                  <a:pt x="30" y="550"/>
                </a:cubicBezTo>
                <a:cubicBezTo>
                  <a:pt x="20" y="526"/>
                  <a:pt x="12" y="501"/>
                  <a:pt x="7" y="475"/>
                </a:cubicBezTo>
                <a:cubicBezTo>
                  <a:pt x="2" y="450"/>
                  <a:pt x="0" y="424"/>
                  <a:pt x="0" y="39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4" name=""/>
          <p:cNvSpPr/>
          <p:nvPr/>
        </p:nvSpPr>
        <p:spPr>
          <a:xfrm>
            <a:off x="6215040" y="4624200"/>
            <a:ext cx="2343240" cy="286200"/>
          </a:xfrm>
          <a:custGeom>
            <a:avLst/>
            <a:gdLst/>
            <a:ahLst/>
            <a:rect l="0" t="0" r="r" b="b"/>
            <a:pathLst>
              <a:path w="6509" h="795">
                <a:moveTo>
                  <a:pt x="0" y="398"/>
                </a:moveTo>
                <a:cubicBezTo>
                  <a:pt x="0" y="372"/>
                  <a:pt x="2" y="346"/>
                  <a:pt x="7" y="320"/>
                </a:cubicBezTo>
                <a:cubicBezTo>
                  <a:pt x="12" y="295"/>
                  <a:pt x="20" y="270"/>
                  <a:pt x="30" y="246"/>
                </a:cubicBezTo>
                <a:cubicBezTo>
                  <a:pt x="40" y="221"/>
                  <a:pt x="52" y="198"/>
                  <a:pt x="66" y="176"/>
                </a:cubicBezTo>
                <a:cubicBezTo>
                  <a:pt x="81" y="155"/>
                  <a:pt x="97" y="135"/>
                  <a:pt x="116" y="116"/>
                </a:cubicBezTo>
                <a:cubicBezTo>
                  <a:pt x="134" y="98"/>
                  <a:pt x="154" y="81"/>
                  <a:pt x="176" y="67"/>
                </a:cubicBezTo>
                <a:cubicBezTo>
                  <a:pt x="198" y="52"/>
                  <a:pt x="220" y="40"/>
                  <a:pt x="245" y="30"/>
                </a:cubicBezTo>
                <a:cubicBezTo>
                  <a:pt x="269" y="20"/>
                  <a:pt x="293" y="13"/>
                  <a:pt x="319" y="8"/>
                </a:cubicBezTo>
                <a:cubicBezTo>
                  <a:pt x="345" y="3"/>
                  <a:pt x="370" y="0"/>
                  <a:pt x="396" y="0"/>
                </a:cubicBezTo>
                <a:lnTo>
                  <a:pt x="6112" y="0"/>
                </a:lnTo>
                <a:cubicBezTo>
                  <a:pt x="6138" y="0"/>
                  <a:pt x="6164" y="3"/>
                  <a:pt x="6190" y="8"/>
                </a:cubicBezTo>
                <a:cubicBezTo>
                  <a:pt x="6215" y="13"/>
                  <a:pt x="6240" y="20"/>
                  <a:pt x="6264" y="30"/>
                </a:cubicBezTo>
                <a:cubicBezTo>
                  <a:pt x="6288" y="40"/>
                  <a:pt x="6311" y="52"/>
                  <a:pt x="6333" y="67"/>
                </a:cubicBezTo>
                <a:cubicBezTo>
                  <a:pt x="6355" y="81"/>
                  <a:pt x="6375" y="98"/>
                  <a:pt x="6393" y="116"/>
                </a:cubicBezTo>
                <a:cubicBezTo>
                  <a:pt x="6411" y="135"/>
                  <a:pt x="6428" y="155"/>
                  <a:pt x="6442" y="176"/>
                </a:cubicBezTo>
                <a:cubicBezTo>
                  <a:pt x="6457" y="198"/>
                  <a:pt x="6469" y="221"/>
                  <a:pt x="6479" y="246"/>
                </a:cubicBezTo>
                <a:cubicBezTo>
                  <a:pt x="6489" y="270"/>
                  <a:pt x="6497" y="295"/>
                  <a:pt x="6502" y="320"/>
                </a:cubicBezTo>
                <a:cubicBezTo>
                  <a:pt x="6507" y="346"/>
                  <a:pt x="6509" y="372"/>
                  <a:pt x="6509" y="398"/>
                </a:cubicBezTo>
                <a:cubicBezTo>
                  <a:pt x="6509" y="424"/>
                  <a:pt x="6507" y="450"/>
                  <a:pt x="6502" y="475"/>
                </a:cubicBezTo>
                <a:cubicBezTo>
                  <a:pt x="6497" y="501"/>
                  <a:pt x="6489" y="526"/>
                  <a:pt x="6479" y="550"/>
                </a:cubicBezTo>
                <a:cubicBezTo>
                  <a:pt x="6469" y="574"/>
                  <a:pt x="6457" y="597"/>
                  <a:pt x="6442" y="618"/>
                </a:cubicBezTo>
                <a:cubicBezTo>
                  <a:pt x="6428" y="640"/>
                  <a:pt x="6411" y="660"/>
                  <a:pt x="6393" y="679"/>
                </a:cubicBezTo>
                <a:cubicBezTo>
                  <a:pt x="6375" y="697"/>
                  <a:pt x="6355" y="713"/>
                  <a:pt x="6333" y="728"/>
                </a:cubicBezTo>
                <a:cubicBezTo>
                  <a:pt x="6311" y="742"/>
                  <a:pt x="6288" y="755"/>
                  <a:pt x="6264" y="765"/>
                </a:cubicBezTo>
                <a:cubicBezTo>
                  <a:pt x="6240" y="775"/>
                  <a:pt x="6215" y="782"/>
                  <a:pt x="6190" y="787"/>
                </a:cubicBezTo>
                <a:cubicBezTo>
                  <a:pt x="6164" y="792"/>
                  <a:pt x="6138" y="795"/>
                  <a:pt x="6112" y="795"/>
                </a:cubicBezTo>
                <a:lnTo>
                  <a:pt x="396" y="795"/>
                </a:lnTo>
                <a:cubicBezTo>
                  <a:pt x="370" y="795"/>
                  <a:pt x="345" y="792"/>
                  <a:pt x="319" y="787"/>
                </a:cubicBezTo>
                <a:cubicBezTo>
                  <a:pt x="293" y="782"/>
                  <a:pt x="269" y="775"/>
                  <a:pt x="245" y="765"/>
                </a:cubicBezTo>
                <a:cubicBezTo>
                  <a:pt x="220" y="755"/>
                  <a:pt x="198" y="742"/>
                  <a:pt x="176" y="728"/>
                </a:cubicBezTo>
                <a:cubicBezTo>
                  <a:pt x="154" y="713"/>
                  <a:pt x="134" y="697"/>
                  <a:pt x="116" y="679"/>
                </a:cubicBezTo>
                <a:cubicBezTo>
                  <a:pt x="97" y="660"/>
                  <a:pt x="81" y="640"/>
                  <a:pt x="66" y="618"/>
                </a:cubicBezTo>
                <a:cubicBezTo>
                  <a:pt x="52" y="597"/>
                  <a:pt x="40" y="574"/>
                  <a:pt x="30" y="550"/>
                </a:cubicBezTo>
                <a:cubicBezTo>
                  <a:pt x="20" y="526"/>
                  <a:pt x="12" y="501"/>
                  <a:pt x="7" y="475"/>
                </a:cubicBezTo>
                <a:cubicBezTo>
                  <a:pt x="2" y="450"/>
                  <a:pt x="0" y="424"/>
                  <a:pt x="0" y="398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5" name=""/>
          <p:cNvSpPr/>
          <p:nvPr/>
        </p:nvSpPr>
        <p:spPr>
          <a:xfrm>
            <a:off x="6354720" y="4687920"/>
            <a:ext cx="160560" cy="160200"/>
          </a:xfrm>
          <a:custGeom>
            <a:avLst/>
            <a:gdLst/>
            <a:ahLst/>
            <a:rect l="0" t="0" r="r" b="b"/>
            <a:pathLst>
              <a:path w="446" h="445">
                <a:moveTo>
                  <a:pt x="223" y="32"/>
                </a:moveTo>
                <a:cubicBezTo>
                  <a:pt x="235" y="32"/>
                  <a:pt x="247" y="33"/>
                  <a:pt x="260" y="36"/>
                </a:cubicBezTo>
                <a:cubicBezTo>
                  <a:pt x="272" y="38"/>
                  <a:pt x="284" y="42"/>
                  <a:pt x="295" y="46"/>
                </a:cubicBezTo>
                <a:cubicBezTo>
                  <a:pt x="307" y="51"/>
                  <a:pt x="318" y="57"/>
                  <a:pt x="328" y="64"/>
                </a:cubicBezTo>
                <a:cubicBezTo>
                  <a:pt x="340" y="71"/>
                  <a:pt x="349" y="80"/>
                  <a:pt x="358" y="89"/>
                </a:cubicBezTo>
                <a:cubicBezTo>
                  <a:pt x="367" y="98"/>
                  <a:pt x="375" y="107"/>
                  <a:pt x="382" y="118"/>
                </a:cubicBezTo>
                <a:cubicBezTo>
                  <a:pt x="389" y="128"/>
                  <a:pt x="395" y="139"/>
                  <a:pt x="399" y="151"/>
                </a:cubicBezTo>
                <a:cubicBezTo>
                  <a:pt x="404" y="162"/>
                  <a:pt x="408" y="174"/>
                  <a:pt x="410" y="186"/>
                </a:cubicBezTo>
                <a:cubicBezTo>
                  <a:pt x="413" y="198"/>
                  <a:pt x="414" y="211"/>
                  <a:pt x="414" y="223"/>
                </a:cubicBezTo>
                <a:cubicBezTo>
                  <a:pt x="414" y="236"/>
                  <a:pt x="413" y="248"/>
                  <a:pt x="410" y="261"/>
                </a:cubicBezTo>
                <a:cubicBezTo>
                  <a:pt x="408" y="273"/>
                  <a:pt x="404" y="285"/>
                  <a:pt x="399" y="296"/>
                </a:cubicBezTo>
                <a:cubicBezTo>
                  <a:pt x="395" y="308"/>
                  <a:pt x="389" y="319"/>
                  <a:pt x="382" y="329"/>
                </a:cubicBezTo>
                <a:cubicBezTo>
                  <a:pt x="375" y="340"/>
                  <a:pt x="367" y="349"/>
                  <a:pt x="358" y="358"/>
                </a:cubicBezTo>
                <a:cubicBezTo>
                  <a:pt x="349" y="367"/>
                  <a:pt x="340" y="375"/>
                  <a:pt x="328" y="382"/>
                </a:cubicBezTo>
                <a:cubicBezTo>
                  <a:pt x="318" y="389"/>
                  <a:pt x="307" y="394"/>
                  <a:pt x="295" y="399"/>
                </a:cubicBezTo>
                <a:cubicBezTo>
                  <a:pt x="284" y="404"/>
                  <a:pt x="272" y="408"/>
                  <a:pt x="260" y="410"/>
                </a:cubicBezTo>
                <a:cubicBezTo>
                  <a:pt x="247" y="413"/>
                  <a:pt x="235" y="414"/>
                  <a:pt x="223" y="414"/>
                </a:cubicBezTo>
                <a:cubicBezTo>
                  <a:pt x="210" y="414"/>
                  <a:pt x="198" y="413"/>
                  <a:pt x="185" y="410"/>
                </a:cubicBezTo>
                <a:cubicBezTo>
                  <a:pt x="173" y="408"/>
                  <a:pt x="161" y="404"/>
                  <a:pt x="150" y="399"/>
                </a:cubicBezTo>
                <a:cubicBezTo>
                  <a:pt x="138" y="394"/>
                  <a:pt x="127" y="389"/>
                  <a:pt x="117" y="382"/>
                </a:cubicBezTo>
                <a:cubicBezTo>
                  <a:pt x="106" y="375"/>
                  <a:pt x="97" y="367"/>
                  <a:pt x="88" y="358"/>
                </a:cubicBezTo>
                <a:cubicBezTo>
                  <a:pt x="79" y="349"/>
                  <a:pt x="71" y="340"/>
                  <a:pt x="64" y="329"/>
                </a:cubicBezTo>
                <a:cubicBezTo>
                  <a:pt x="57" y="319"/>
                  <a:pt x="51" y="308"/>
                  <a:pt x="47" y="296"/>
                </a:cubicBezTo>
                <a:cubicBezTo>
                  <a:pt x="42" y="285"/>
                  <a:pt x="38" y="273"/>
                  <a:pt x="36" y="261"/>
                </a:cubicBezTo>
                <a:cubicBezTo>
                  <a:pt x="33" y="248"/>
                  <a:pt x="32" y="236"/>
                  <a:pt x="32" y="223"/>
                </a:cubicBezTo>
                <a:cubicBezTo>
                  <a:pt x="32" y="211"/>
                  <a:pt x="33" y="198"/>
                  <a:pt x="36" y="186"/>
                </a:cubicBezTo>
                <a:cubicBezTo>
                  <a:pt x="38" y="174"/>
                  <a:pt x="42" y="162"/>
                  <a:pt x="47" y="151"/>
                </a:cubicBezTo>
                <a:cubicBezTo>
                  <a:pt x="51" y="139"/>
                  <a:pt x="57" y="128"/>
                  <a:pt x="64" y="118"/>
                </a:cubicBezTo>
                <a:cubicBezTo>
                  <a:pt x="71" y="107"/>
                  <a:pt x="79" y="98"/>
                  <a:pt x="88" y="89"/>
                </a:cubicBezTo>
                <a:cubicBezTo>
                  <a:pt x="97" y="80"/>
                  <a:pt x="106" y="71"/>
                  <a:pt x="117" y="64"/>
                </a:cubicBezTo>
                <a:cubicBezTo>
                  <a:pt x="127" y="57"/>
                  <a:pt x="138" y="51"/>
                  <a:pt x="150" y="46"/>
                </a:cubicBezTo>
                <a:cubicBezTo>
                  <a:pt x="161" y="42"/>
                  <a:pt x="173" y="38"/>
                  <a:pt x="185" y="36"/>
                </a:cubicBezTo>
                <a:cubicBezTo>
                  <a:pt x="198" y="33"/>
                  <a:pt x="210" y="32"/>
                  <a:pt x="223" y="32"/>
                </a:cubicBezTo>
                <a:moveTo>
                  <a:pt x="223" y="0"/>
                </a:moveTo>
                <a:cubicBezTo>
                  <a:pt x="208" y="0"/>
                  <a:pt x="194" y="2"/>
                  <a:pt x="179" y="5"/>
                </a:cubicBezTo>
                <a:cubicBezTo>
                  <a:pt x="165" y="7"/>
                  <a:pt x="151" y="12"/>
                  <a:pt x="138" y="17"/>
                </a:cubicBezTo>
                <a:cubicBezTo>
                  <a:pt x="124" y="23"/>
                  <a:pt x="111" y="30"/>
                  <a:pt x="99" y="38"/>
                </a:cubicBezTo>
                <a:cubicBezTo>
                  <a:pt x="87" y="46"/>
                  <a:pt x="76" y="55"/>
                  <a:pt x="66" y="65"/>
                </a:cubicBezTo>
                <a:cubicBezTo>
                  <a:pt x="55" y="77"/>
                  <a:pt x="46" y="88"/>
                  <a:pt x="38" y="100"/>
                </a:cubicBezTo>
                <a:cubicBezTo>
                  <a:pt x="30" y="112"/>
                  <a:pt x="23" y="125"/>
                  <a:pt x="17" y="138"/>
                </a:cubicBezTo>
                <a:cubicBezTo>
                  <a:pt x="12" y="152"/>
                  <a:pt x="8" y="166"/>
                  <a:pt x="5" y="180"/>
                </a:cubicBezTo>
                <a:cubicBezTo>
                  <a:pt x="2" y="194"/>
                  <a:pt x="0" y="209"/>
                  <a:pt x="0" y="223"/>
                </a:cubicBezTo>
                <a:cubicBezTo>
                  <a:pt x="0" y="238"/>
                  <a:pt x="2" y="252"/>
                  <a:pt x="5" y="267"/>
                </a:cubicBezTo>
                <a:cubicBezTo>
                  <a:pt x="8" y="281"/>
                  <a:pt x="12" y="295"/>
                  <a:pt x="17" y="308"/>
                </a:cubicBezTo>
                <a:cubicBezTo>
                  <a:pt x="23" y="322"/>
                  <a:pt x="30" y="335"/>
                  <a:pt x="38" y="347"/>
                </a:cubicBezTo>
                <a:cubicBezTo>
                  <a:pt x="46" y="359"/>
                  <a:pt x="55" y="370"/>
                  <a:pt x="66" y="380"/>
                </a:cubicBezTo>
                <a:cubicBezTo>
                  <a:pt x="76" y="391"/>
                  <a:pt x="87" y="400"/>
                  <a:pt x="99" y="408"/>
                </a:cubicBezTo>
                <a:cubicBezTo>
                  <a:pt x="111" y="416"/>
                  <a:pt x="124" y="423"/>
                  <a:pt x="138" y="429"/>
                </a:cubicBezTo>
                <a:cubicBezTo>
                  <a:pt x="151" y="434"/>
                  <a:pt x="165" y="438"/>
                  <a:pt x="179" y="441"/>
                </a:cubicBezTo>
                <a:cubicBezTo>
                  <a:pt x="194" y="444"/>
                  <a:pt x="208" y="445"/>
                  <a:pt x="223" y="445"/>
                </a:cubicBezTo>
                <a:cubicBezTo>
                  <a:pt x="237" y="445"/>
                  <a:pt x="252" y="444"/>
                  <a:pt x="266" y="441"/>
                </a:cubicBezTo>
                <a:cubicBezTo>
                  <a:pt x="280" y="438"/>
                  <a:pt x="294" y="434"/>
                  <a:pt x="308" y="429"/>
                </a:cubicBezTo>
                <a:cubicBezTo>
                  <a:pt x="321" y="423"/>
                  <a:pt x="335" y="416"/>
                  <a:pt x="347" y="408"/>
                </a:cubicBezTo>
                <a:cubicBezTo>
                  <a:pt x="359" y="400"/>
                  <a:pt x="370" y="391"/>
                  <a:pt x="381" y="380"/>
                </a:cubicBezTo>
                <a:cubicBezTo>
                  <a:pt x="391" y="370"/>
                  <a:pt x="400" y="359"/>
                  <a:pt x="408" y="347"/>
                </a:cubicBezTo>
                <a:cubicBezTo>
                  <a:pt x="416" y="335"/>
                  <a:pt x="423" y="322"/>
                  <a:pt x="429" y="308"/>
                </a:cubicBezTo>
                <a:cubicBezTo>
                  <a:pt x="434" y="295"/>
                  <a:pt x="439" y="281"/>
                  <a:pt x="441" y="267"/>
                </a:cubicBezTo>
                <a:cubicBezTo>
                  <a:pt x="444" y="252"/>
                  <a:pt x="446" y="238"/>
                  <a:pt x="446" y="223"/>
                </a:cubicBezTo>
                <a:cubicBezTo>
                  <a:pt x="446" y="209"/>
                  <a:pt x="444" y="194"/>
                  <a:pt x="441" y="180"/>
                </a:cubicBezTo>
                <a:cubicBezTo>
                  <a:pt x="439" y="166"/>
                  <a:pt x="434" y="152"/>
                  <a:pt x="429" y="138"/>
                </a:cubicBezTo>
                <a:cubicBezTo>
                  <a:pt x="423" y="125"/>
                  <a:pt x="416" y="112"/>
                  <a:pt x="408" y="100"/>
                </a:cubicBezTo>
                <a:cubicBezTo>
                  <a:pt x="400" y="88"/>
                  <a:pt x="391" y="77"/>
                  <a:pt x="381" y="65"/>
                </a:cubicBezTo>
                <a:cubicBezTo>
                  <a:pt x="370" y="55"/>
                  <a:pt x="359" y="46"/>
                  <a:pt x="347" y="38"/>
                </a:cubicBezTo>
                <a:cubicBezTo>
                  <a:pt x="335" y="30"/>
                  <a:pt x="321" y="23"/>
                  <a:pt x="308" y="17"/>
                </a:cubicBezTo>
                <a:cubicBezTo>
                  <a:pt x="294" y="12"/>
                  <a:pt x="280" y="7"/>
                  <a:pt x="266" y="5"/>
                </a:cubicBezTo>
                <a:cubicBezTo>
                  <a:pt x="252" y="2"/>
                  <a:pt x="237" y="0"/>
                  <a:pt x="223" y="0"/>
                </a:cubicBez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6" name=""/>
          <p:cNvSpPr/>
          <p:nvPr/>
        </p:nvSpPr>
        <p:spPr>
          <a:xfrm>
            <a:off x="6395040" y="4727880"/>
            <a:ext cx="80280" cy="80280"/>
          </a:xfrm>
          <a:custGeom>
            <a:avLst/>
            <a:gdLst/>
            <a:ahLst/>
            <a:rect l="0" t="0" r="r" b="b"/>
            <a:pathLst>
              <a:path w="223" h="223">
                <a:moveTo>
                  <a:pt x="223" y="23"/>
                </a:moveTo>
                <a:lnTo>
                  <a:pt x="200" y="0"/>
                </a:lnTo>
                <a:lnTo>
                  <a:pt x="132" y="69"/>
                </a:lnTo>
                <a:cubicBezTo>
                  <a:pt x="123" y="64"/>
                  <a:pt x="113" y="63"/>
                  <a:pt x="102" y="65"/>
                </a:cubicBezTo>
                <a:cubicBezTo>
                  <a:pt x="93" y="66"/>
                  <a:pt x="84" y="71"/>
                  <a:pt x="77" y="79"/>
                </a:cubicBezTo>
                <a:cubicBezTo>
                  <a:pt x="70" y="86"/>
                  <a:pt x="65" y="95"/>
                  <a:pt x="64" y="104"/>
                </a:cubicBezTo>
                <a:cubicBezTo>
                  <a:pt x="62" y="114"/>
                  <a:pt x="63" y="124"/>
                  <a:pt x="68" y="133"/>
                </a:cubicBezTo>
                <a:lnTo>
                  <a:pt x="0" y="201"/>
                </a:lnTo>
                <a:lnTo>
                  <a:pt x="22" y="223"/>
                </a:lnTo>
                <a:lnTo>
                  <a:pt x="90" y="155"/>
                </a:lnTo>
                <a:cubicBezTo>
                  <a:pt x="99" y="160"/>
                  <a:pt x="110" y="161"/>
                  <a:pt x="120" y="159"/>
                </a:cubicBezTo>
                <a:cubicBezTo>
                  <a:pt x="130" y="157"/>
                  <a:pt x="138" y="153"/>
                  <a:pt x="145" y="146"/>
                </a:cubicBezTo>
                <a:cubicBezTo>
                  <a:pt x="152" y="139"/>
                  <a:pt x="157" y="130"/>
                  <a:pt x="159" y="120"/>
                </a:cubicBezTo>
                <a:cubicBezTo>
                  <a:pt x="160" y="110"/>
                  <a:pt x="159" y="101"/>
                  <a:pt x="155" y="92"/>
                </a:cubicBezTo>
                <a:lnTo>
                  <a:pt x="223" y="23"/>
                </a:lnTo>
                <a:moveTo>
                  <a:pt x="127" y="112"/>
                </a:moveTo>
                <a:cubicBezTo>
                  <a:pt x="127" y="117"/>
                  <a:pt x="126" y="120"/>
                  <a:pt x="123" y="124"/>
                </a:cubicBezTo>
                <a:cubicBezTo>
                  <a:pt x="120" y="127"/>
                  <a:pt x="116" y="128"/>
                  <a:pt x="112" y="128"/>
                </a:cubicBezTo>
                <a:cubicBezTo>
                  <a:pt x="106" y="128"/>
                  <a:pt x="102" y="127"/>
                  <a:pt x="99" y="124"/>
                </a:cubicBezTo>
                <a:cubicBezTo>
                  <a:pt x="96" y="120"/>
                  <a:pt x="95" y="117"/>
                  <a:pt x="95" y="112"/>
                </a:cubicBezTo>
                <a:cubicBezTo>
                  <a:pt x="95" y="108"/>
                  <a:pt x="96" y="104"/>
                  <a:pt x="99" y="101"/>
                </a:cubicBezTo>
                <a:cubicBezTo>
                  <a:pt x="102" y="98"/>
                  <a:pt x="106" y="97"/>
                  <a:pt x="112" y="97"/>
                </a:cubicBezTo>
                <a:cubicBezTo>
                  <a:pt x="116" y="97"/>
                  <a:pt x="120" y="98"/>
                  <a:pt x="123" y="101"/>
                </a:cubicBezTo>
                <a:cubicBezTo>
                  <a:pt x="126" y="104"/>
                  <a:pt x="127" y="108"/>
                  <a:pt x="127" y="112"/>
                </a:cubicBez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7" name=""/>
          <p:cNvSpPr/>
          <p:nvPr/>
        </p:nvSpPr>
        <p:spPr>
          <a:xfrm>
            <a:off x="6426360" y="4710960"/>
            <a:ext cx="17280" cy="17280"/>
          </a:xfrm>
          <a:custGeom>
            <a:avLst/>
            <a:gdLst/>
            <a:ahLst/>
            <a:rect l="0" t="0" r="r" b="b"/>
            <a:pathLst>
              <a:path w="48" h="48">
                <a:moveTo>
                  <a:pt x="48" y="25"/>
                </a:moveTo>
                <a:cubicBezTo>
                  <a:pt x="48" y="31"/>
                  <a:pt x="46" y="37"/>
                  <a:pt x="41" y="41"/>
                </a:cubicBezTo>
                <a:cubicBezTo>
                  <a:pt x="37" y="46"/>
                  <a:pt x="30" y="48"/>
                  <a:pt x="24" y="48"/>
                </a:cubicBezTo>
                <a:cubicBezTo>
                  <a:pt x="17" y="48"/>
                  <a:pt x="11" y="46"/>
                  <a:pt x="7" y="41"/>
                </a:cubicBezTo>
                <a:cubicBezTo>
                  <a:pt x="2" y="37"/>
                  <a:pt x="0" y="31"/>
                  <a:pt x="0" y="25"/>
                </a:cubicBezTo>
                <a:cubicBezTo>
                  <a:pt x="0" y="18"/>
                  <a:pt x="2" y="12"/>
                  <a:pt x="7" y="8"/>
                </a:cubicBezTo>
                <a:cubicBezTo>
                  <a:pt x="11" y="2"/>
                  <a:pt x="17" y="0"/>
                  <a:pt x="24" y="0"/>
                </a:cubicBezTo>
                <a:cubicBezTo>
                  <a:pt x="30" y="0"/>
                  <a:pt x="37" y="2"/>
                  <a:pt x="41" y="8"/>
                </a:cubicBezTo>
                <a:cubicBezTo>
                  <a:pt x="46" y="12"/>
                  <a:pt x="48" y="18"/>
                  <a:pt x="48" y="25"/>
                </a:cubicBez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8" name=""/>
          <p:cNvSpPr txBox="1"/>
          <p:nvPr/>
        </p:nvSpPr>
        <p:spPr>
          <a:xfrm>
            <a:off x="4547160" y="4699800"/>
            <a:ext cx="159192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3d68ec"/>
                </a:solidFill>
                <a:latin typeface="Arial"/>
                <a:ea typeface="Arial"/>
              </a:rPr>
              <a:t>Meedenken</a:t>
            </a:r>
            <a:r>
              <a:rPr b="0" lang="en-US" sz="939" spc="-1" strike="noStrike">
                <a:solidFill>
                  <a:srgbClr val="1b2a6b"/>
                </a:solidFill>
                <a:latin typeface="Arial"/>
                <a:ea typeface="Arial"/>
              </a:rPr>
              <a:t> · PoC-sessies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9" name=""/>
          <p:cNvSpPr txBox="1"/>
          <p:nvPr/>
        </p:nvSpPr>
        <p:spPr>
          <a:xfrm>
            <a:off x="6581160" y="4699800"/>
            <a:ext cx="213732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3d68ec"/>
                </a:solidFill>
                <a:latin typeface="Arial"/>
                <a:ea typeface="Arial"/>
              </a:rPr>
              <a:t>Richting geven</a:t>
            </a:r>
            <a:r>
              <a:rPr b="0" lang="en-US" sz="939" spc="-1" strike="noStrike">
                <a:solidFill>
                  <a:srgbClr val="1b2a6b"/>
                </a:solidFill>
                <a:latin typeface="Arial"/>
                <a:ea typeface="Arial"/>
              </a:rPr>
              <a:t> · adviesgroep OKx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0" name=""/>
          <p:cNvSpPr txBox="1"/>
          <p:nvPr/>
        </p:nvSpPr>
        <p:spPr>
          <a:xfrm>
            <a:off x="3833640" y="5014080"/>
            <a:ext cx="183240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Status: concept in afstemming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