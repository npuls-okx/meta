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8424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DejaVuSans"/>
                <a:ea typeface="DejaVuSans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 txBox="1"/>
          <p:nvPr/>
        </p:nvSpPr>
        <p:spPr>
          <a:xfrm>
            <a:off x="439920" y="7293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5142240" y="1997640"/>
            <a:ext cx="1819440" cy="359640"/>
          </a:xfrm>
          <a:custGeom>
            <a:avLst/>
            <a:gdLst/>
            <a:ahLst/>
            <a:rect l="0" t="0" r="r" b="b"/>
            <a:pathLst>
              <a:path w="5054" h="999">
                <a:moveTo>
                  <a:pt x="0" y="0"/>
                </a:moveTo>
                <a:lnTo>
                  <a:pt x="5054" y="0"/>
                </a:lnTo>
                <a:lnTo>
                  <a:pt x="5054" y="999"/>
                </a:lnTo>
                <a:lnTo>
                  <a:pt x="0" y="9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142240" y="1997640"/>
            <a:ext cx="1819440" cy="359640"/>
          </a:xfrm>
          <a:custGeom>
            <a:avLst/>
            <a:gdLst/>
            <a:ahLst/>
            <a:rect l="0" t="0" r="r" b="b"/>
            <a:pathLst>
              <a:path w="5054" h="999">
                <a:moveTo>
                  <a:pt x="0" y="0"/>
                </a:moveTo>
                <a:lnTo>
                  <a:pt x="5054" y="0"/>
                </a:lnTo>
                <a:lnTo>
                  <a:pt x="5054" y="999"/>
                </a:lnTo>
                <a:lnTo>
                  <a:pt x="0" y="99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57200" y="1317960"/>
            <a:ext cx="3018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drie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5142240" y="2415600"/>
            <a:ext cx="3711600" cy="425880"/>
          </a:xfrm>
          <a:custGeom>
            <a:avLst/>
            <a:gdLst/>
            <a:ahLst/>
            <a:rect l="0" t="0" r="r" b="b"/>
            <a:pathLst>
              <a:path w="10310" h="1183">
                <a:moveTo>
                  <a:pt x="0" y="0"/>
                </a:moveTo>
                <a:lnTo>
                  <a:pt x="10310" y="0"/>
                </a:lnTo>
                <a:lnTo>
                  <a:pt x="10310" y="1183"/>
                </a:lnTo>
                <a:lnTo>
                  <a:pt x="0" y="1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5142240" y="2415600"/>
            <a:ext cx="3711600" cy="425880"/>
          </a:xfrm>
          <a:custGeom>
            <a:avLst/>
            <a:gdLst/>
            <a:ahLst/>
            <a:rect l="0" t="0" r="r" b="b"/>
            <a:pathLst>
              <a:path w="10310" h="1183">
                <a:moveTo>
                  <a:pt x="0" y="0"/>
                </a:moveTo>
                <a:lnTo>
                  <a:pt x="10310" y="0"/>
                </a:lnTo>
                <a:lnTo>
                  <a:pt x="10310" y="1183"/>
                </a:lnTo>
                <a:lnTo>
                  <a:pt x="0" y="1183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977080" y="2003760"/>
            <a:ext cx="1666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80600" y="2012040"/>
            <a:ext cx="4515480" cy="752400"/>
          </a:xfrm>
          <a:custGeom>
            <a:avLst/>
            <a:gdLst/>
            <a:ahLst/>
            <a:rect l="0" t="0" r="r" b="b"/>
            <a:pathLst>
              <a:path w="12543" h="2090">
                <a:moveTo>
                  <a:pt x="0" y="0"/>
                </a:moveTo>
                <a:lnTo>
                  <a:pt x="12543" y="0"/>
                </a:lnTo>
                <a:lnTo>
                  <a:pt x="12543" y="2090"/>
                </a:lnTo>
                <a:lnTo>
                  <a:pt x="0" y="20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80600" y="2012040"/>
            <a:ext cx="4515480" cy="752400"/>
          </a:xfrm>
          <a:custGeom>
            <a:avLst/>
            <a:gdLst/>
            <a:ahLst/>
            <a:rect l="0" t="0" r="r" b="b"/>
            <a:pathLst>
              <a:path w="12543" h="2090">
                <a:moveTo>
                  <a:pt x="0" y="0"/>
                </a:moveTo>
                <a:lnTo>
                  <a:pt x="12543" y="0"/>
                </a:lnTo>
                <a:lnTo>
                  <a:pt x="12543" y="2090"/>
                </a:lnTo>
                <a:lnTo>
                  <a:pt x="0" y="20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671160" y="2421720"/>
            <a:ext cx="7261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 of docent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284480" y="2402640"/>
            <a:ext cx="135000" cy="0"/>
          </a:xfrm>
          <a:custGeom>
            <a:avLst/>
            <a:gdLst/>
            <a:ahLst/>
            <a:rect l="0" t="0" r="r" b="b"/>
            <a:pathLst>
              <a:path fill="none" w="375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5" y="0"/>
                  <a:pt x="198" y="0"/>
                </a:cubicBezTo>
                <a:cubicBezTo>
                  <a:pt x="260" y="0"/>
                  <a:pt x="318" y="0"/>
                  <a:pt x="346" y="0"/>
                </a:cubicBezTo>
                <a:lnTo>
                  <a:pt x="375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407600" y="239112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1406520" y="2388960"/>
            <a:ext cx="27360" cy="27720"/>
          </a:xfrm>
          <a:custGeom>
            <a:avLst/>
            <a:gdLst/>
            <a:ahLst/>
            <a:rect l="0" t="0" r="r" b="b"/>
            <a:pathLst>
              <a:path w="76" h="77">
                <a:moveTo>
                  <a:pt x="10" y="7"/>
                </a:moveTo>
                <a:lnTo>
                  <a:pt x="16" y="10"/>
                </a:lnTo>
                <a:lnTo>
                  <a:pt x="13" y="15"/>
                </a:lnTo>
                <a:lnTo>
                  <a:pt x="7" y="13"/>
                </a:lnTo>
                <a:lnTo>
                  <a:pt x="10" y="7"/>
                </a:lnTo>
                <a:moveTo>
                  <a:pt x="16" y="10"/>
                </a:moveTo>
                <a:lnTo>
                  <a:pt x="22" y="13"/>
                </a:lnTo>
                <a:lnTo>
                  <a:pt x="19" y="18"/>
                </a:lnTo>
                <a:lnTo>
                  <a:pt x="13" y="15"/>
                </a:lnTo>
                <a:lnTo>
                  <a:pt x="16" y="10"/>
                </a:lnTo>
                <a:moveTo>
                  <a:pt x="22" y="13"/>
                </a:moveTo>
                <a:lnTo>
                  <a:pt x="28" y="15"/>
                </a:lnTo>
                <a:lnTo>
                  <a:pt x="25" y="21"/>
                </a:lnTo>
                <a:lnTo>
                  <a:pt x="19" y="18"/>
                </a:lnTo>
                <a:lnTo>
                  <a:pt x="22" y="13"/>
                </a:lnTo>
                <a:moveTo>
                  <a:pt x="28" y="15"/>
                </a:moveTo>
                <a:lnTo>
                  <a:pt x="35" y="18"/>
                </a:lnTo>
                <a:lnTo>
                  <a:pt x="32" y="24"/>
                </a:lnTo>
                <a:lnTo>
                  <a:pt x="25" y="21"/>
                </a:lnTo>
                <a:lnTo>
                  <a:pt x="28" y="15"/>
                </a:lnTo>
                <a:moveTo>
                  <a:pt x="35" y="18"/>
                </a:moveTo>
                <a:lnTo>
                  <a:pt x="40" y="21"/>
                </a:lnTo>
                <a:lnTo>
                  <a:pt x="37" y="27"/>
                </a:lnTo>
                <a:lnTo>
                  <a:pt x="32" y="24"/>
                </a:lnTo>
                <a:lnTo>
                  <a:pt x="35" y="18"/>
                </a:lnTo>
                <a:moveTo>
                  <a:pt x="40" y="21"/>
                </a:moveTo>
                <a:lnTo>
                  <a:pt x="46" y="24"/>
                </a:lnTo>
                <a:lnTo>
                  <a:pt x="43" y="30"/>
                </a:lnTo>
                <a:lnTo>
                  <a:pt x="37" y="27"/>
                </a:lnTo>
                <a:lnTo>
                  <a:pt x="40" y="21"/>
                </a:lnTo>
                <a:moveTo>
                  <a:pt x="46" y="24"/>
                </a:moveTo>
                <a:lnTo>
                  <a:pt x="52" y="27"/>
                </a:lnTo>
                <a:lnTo>
                  <a:pt x="49" y="33"/>
                </a:lnTo>
                <a:lnTo>
                  <a:pt x="43" y="30"/>
                </a:lnTo>
                <a:lnTo>
                  <a:pt x="46" y="24"/>
                </a:lnTo>
                <a:moveTo>
                  <a:pt x="52" y="27"/>
                </a:moveTo>
                <a:lnTo>
                  <a:pt x="58" y="30"/>
                </a:lnTo>
                <a:lnTo>
                  <a:pt x="55" y="36"/>
                </a:lnTo>
                <a:lnTo>
                  <a:pt x="49" y="33"/>
                </a:lnTo>
                <a:lnTo>
                  <a:pt x="52" y="27"/>
                </a:lnTo>
                <a:moveTo>
                  <a:pt x="58" y="30"/>
                </a:moveTo>
                <a:lnTo>
                  <a:pt x="64" y="33"/>
                </a:lnTo>
                <a:lnTo>
                  <a:pt x="61" y="39"/>
                </a:lnTo>
                <a:lnTo>
                  <a:pt x="55" y="36"/>
                </a:lnTo>
                <a:lnTo>
                  <a:pt x="58" y="30"/>
                </a:lnTo>
                <a:moveTo>
                  <a:pt x="64" y="33"/>
                </a:moveTo>
                <a:lnTo>
                  <a:pt x="70" y="36"/>
                </a:lnTo>
                <a:lnTo>
                  <a:pt x="67" y="42"/>
                </a:lnTo>
                <a:lnTo>
                  <a:pt x="61" y="39"/>
                </a:lnTo>
                <a:lnTo>
                  <a:pt x="64" y="33"/>
                </a:lnTo>
                <a:moveTo>
                  <a:pt x="70" y="36"/>
                </a:moveTo>
                <a:lnTo>
                  <a:pt x="76" y="39"/>
                </a:lnTo>
                <a:lnTo>
                  <a:pt x="66" y="45"/>
                </a:lnTo>
                <a:lnTo>
                  <a:pt x="63" y="39"/>
                </a:lnTo>
                <a:lnTo>
                  <a:pt x="68" y="36"/>
                </a:lnTo>
                <a:lnTo>
                  <a:pt x="69" y="39"/>
                </a:lnTo>
                <a:lnTo>
                  <a:pt x="68" y="42"/>
                </a:lnTo>
                <a:lnTo>
                  <a:pt x="67" y="42"/>
                </a:lnTo>
                <a:lnTo>
                  <a:pt x="70" y="36"/>
                </a:lnTo>
                <a:moveTo>
                  <a:pt x="66" y="45"/>
                </a:moveTo>
                <a:lnTo>
                  <a:pt x="60" y="48"/>
                </a:lnTo>
                <a:lnTo>
                  <a:pt x="57" y="42"/>
                </a:lnTo>
                <a:lnTo>
                  <a:pt x="63" y="39"/>
                </a:lnTo>
                <a:lnTo>
                  <a:pt x="66" y="45"/>
                </a:lnTo>
                <a:moveTo>
                  <a:pt x="60" y="48"/>
                </a:moveTo>
                <a:lnTo>
                  <a:pt x="54" y="50"/>
                </a:lnTo>
                <a:lnTo>
                  <a:pt x="51" y="45"/>
                </a:lnTo>
                <a:lnTo>
                  <a:pt x="57" y="42"/>
                </a:lnTo>
                <a:lnTo>
                  <a:pt x="60" y="48"/>
                </a:lnTo>
                <a:moveTo>
                  <a:pt x="54" y="50"/>
                </a:moveTo>
                <a:lnTo>
                  <a:pt x="48" y="53"/>
                </a:lnTo>
                <a:lnTo>
                  <a:pt x="45" y="48"/>
                </a:lnTo>
                <a:lnTo>
                  <a:pt x="51" y="45"/>
                </a:lnTo>
                <a:lnTo>
                  <a:pt x="54" y="50"/>
                </a:lnTo>
                <a:moveTo>
                  <a:pt x="48" y="53"/>
                </a:moveTo>
                <a:lnTo>
                  <a:pt x="42" y="56"/>
                </a:lnTo>
                <a:lnTo>
                  <a:pt x="40" y="50"/>
                </a:lnTo>
                <a:lnTo>
                  <a:pt x="45" y="48"/>
                </a:lnTo>
                <a:lnTo>
                  <a:pt x="48" y="53"/>
                </a:lnTo>
                <a:moveTo>
                  <a:pt x="42" y="56"/>
                </a:moveTo>
                <a:lnTo>
                  <a:pt x="37" y="59"/>
                </a:lnTo>
                <a:lnTo>
                  <a:pt x="34" y="53"/>
                </a:lnTo>
                <a:lnTo>
                  <a:pt x="40" y="50"/>
                </a:lnTo>
                <a:lnTo>
                  <a:pt x="42" y="56"/>
                </a:lnTo>
                <a:moveTo>
                  <a:pt x="37" y="59"/>
                </a:moveTo>
                <a:lnTo>
                  <a:pt x="30" y="62"/>
                </a:lnTo>
                <a:lnTo>
                  <a:pt x="27" y="56"/>
                </a:lnTo>
                <a:lnTo>
                  <a:pt x="34" y="53"/>
                </a:lnTo>
                <a:lnTo>
                  <a:pt x="37" y="59"/>
                </a:lnTo>
                <a:moveTo>
                  <a:pt x="30" y="62"/>
                </a:moveTo>
                <a:lnTo>
                  <a:pt x="24" y="65"/>
                </a:lnTo>
                <a:lnTo>
                  <a:pt x="21" y="59"/>
                </a:lnTo>
                <a:lnTo>
                  <a:pt x="27" y="56"/>
                </a:lnTo>
                <a:lnTo>
                  <a:pt x="30" y="62"/>
                </a:lnTo>
                <a:moveTo>
                  <a:pt x="24" y="65"/>
                </a:moveTo>
                <a:lnTo>
                  <a:pt x="18" y="68"/>
                </a:lnTo>
                <a:lnTo>
                  <a:pt x="15" y="62"/>
                </a:lnTo>
                <a:lnTo>
                  <a:pt x="21" y="59"/>
                </a:lnTo>
                <a:lnTo>
                  <a:pt x="24" y="65"/>
                </a:lnTo>
                <a:moveTo>
                  <a:pt x="18" y="68"/>
                </a:moveTo>
                <a:lnTo>
                  <a:pt x="12" y="71"/>
                </a:lnTo>
                <a:lnTo>
                  <a:pt x="9" y="65"/>
                </a:lnTo>
                <a:lnTo>
                  <a:pt x="15" y="62"/>
                </a:lnTo>
                <a:lnTo>
                  <a:pt x="18" y="68"/>
                </a:lnTo>
                <a:moveTo>
                  <a:pt x="12" y="71"/>
                </a:moveTo>
                <a:lnTo>
                  <a:pt x="7" y="74"/>
                </a:lnTo>
                <a:lnTo>
                  <a:pt x="4" y="68"/>
                </a:lnTo>
                <a:lnTo>
                  <a:pt x="9" y="65"/>
                </a:lnTo>
                <a:lnTo>
                  <a:pt x="12" y="71"/>
                </a:lnTo>
                <a:moveTo>
                  <a:pt x="7" y="74"/>
                </a:moveTo>
                <a:lnTo>
                  <a:pt x="0" y="77"/>
                </a:lnTo>
                <a:lnTo>
                  <a:pt x="0" y="68"/>
                </a:lnTo>
                <a:lnTo>
                  <a:pt x="6" y="68"/>
                </a:lnTo>
                <a:lnTo>
                  <a:pt x="6" y="72"/>
                </a:lnTo>
                <a:lnTo>
                  <a:pt x="3" y="72"/>
                </a:lnTo>
                <a:lnTo>
                  <a:pt x="1" y="69"/>
                </a:lnTo>
                <a:lnTo>
                  <a:pt x="4" y="68"/>
                </a:lnTo>
                <a:lnTo>
                  <a:pt x="7" y="74"/>
                </a:lnTo>
                <a:moveTo>
                  <a:pt x="0" y="68"/>
                </a:moveTo>
                <a:lnTo>
                  <a:pt x="0" y="61"/>
                </a:lnTo>
                <a:lnTo>
                  <a:pt x="6" y="61"/>
                </a:lnTo>
                <a:lnTo>
                  <a:pt x="6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5"/>
                </a:lnTo>
                <a:lnTo>
                  <a:pt x="6" y="55"/>
                </a:lnTo>
                <a:lnTo>
                  <a:pt x="6" y="61"/>
                </a:lnTo>
                <a:lnTo>
                  <a:pt x="0" y="61"/>
                </a:lnTo>
                <a:moveTo>
                  <a:pt x="0" y="55"/>
                </a:moveTo>
                <a:lnTo>
                  <a:pt x="0" y="48"/>
                </a:lnTo>
                <a:lnTo>
                  <a:pt x="6" y="48"/>
                </a:lnTo>
                <a:lnTo>
                  <a:pt x="6" y="55"/>
                </a:lnTo>
                <a:lnTo>
                  <a:pt x="0" y="55"/>
                </a:lnTo>
                <a:moveTo>
                  <a:pt x="0" y="48"/>
                </a:moveTo>
                <a:lnTo>
                  <a:pt x="0" y="42"/>
                </a:lnTo>
                <a:lnTo>
                  <a:pt x="6" y="42"/>
                </a:lnTo>
                <a:lnTo>
                  <a:pt x="6" y="48"/>
                </a:lnTo>
                <a:lnTo>
                  <a:pt x="0" y="48"/>
                </a:lnTo>
                <a:moveTo>
                  <a:pt x="0" y="42"/>
                </a:moveTo>
                <a:lnTo>
                  <a:pt x="0" y="35"/>
                </a:lnTo>
                <a:lnTo>
                  <a:pt x="6" y="35"/>
                </a:lnTo>
                <a:lnTo>
                  <a:pt x="6" y="42"/>
                </a:lnTo>
                <a:lnTo>
                  <a:pt x="0" y="42"/>
                </a:lnTo>
                <a:moveTo>
                  <a:pt x="0" y="35"/>
                </a:moveTo>
                <a:lnTo>
                  <a:pt x="0" y="29"/>
                </a:lnTo>
                <a:lnTo>
                  <a:pt x="6" y="29"/>
                </a:lnTo>
                <a:lnTo>
                  <a:pt x="6" y="35"/>
                </a:lnTo>
                <a:lnTo>
                  <a:pt x="0" y="35"/>
                </a:lnTo>
                <a:moveTo>
                  <a:pt x="0" y="29"/>
                </a:moveTo>
                <a:lnTo>
                  <a:pt x="0" y="22"/>
                </a:lnTo>
                <a:lnTo>
                  <a:pt x="6" y="22"/>
                </a:lnTo>
                <a:lnTo>
                  <a:pt x="6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6"/>
                </a:lnTo>
                <a:lnTo>
                  <a:pt x="6" y="16"/>
                </a:lnTo>
                <a:lnTo>
                  <a:pt x="6" y="22"/>
                </a:lnTo>
                <a:lnTo>
                  <a:pt x="0" y="22"/>
                </a:lnTo>
                <a:moveTo>
                  <a:pt x="0" y="16"/>
                </a:moveTo>
                <a:lnTo>
                  <a:pt x="0" y="9"/>
                </a:lnTo>
                <a:lnTo>
                  <a:pt x="6" y="9"/>
                </a:lnTo>
                <a:lnTo>
                  <a:pt x="6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0" y="7"/>
                </a:lnTo>
                <a:lnTo>
                  <a:pt x="7" y="13"/>
                </a:lnTo>
                <a:lnTo>
                  <a:pt x="1" y="10"/>
                </a:lnTo>
                <a:lnTo>
                  <a:pt x="3" y="7"/>
                </a:lnTo>
                <a:lnTo>
                  <a:pt x="6" y="7"/>
                </a:lnTo>
                <a:lnTo>
                  <a:pt x="6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193840" y="2402640"/>
            <a:ext cx="135000" cy="0"/>
          </a:xfrm>
          <a:custGeom>
            <a:avLst/>
            <a:gdLst/>
            <a:ahLst/>
            <a:rect l="0" t="0" r="r" b="b"/>
            <a:pathLst>
              <a:path fill="none" w="375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6" y="0"/>
                  <a:pt x="198" y="0"/>
                </a:cubicBezTo>
                <a:cubicBezTo>
                  <a:pt x="261" y="0"/>
                  <a:pt x="318" y="0"/>
                  <a:pt x="346" y="0"/>
                </a:cubicBezTo>
                <a:lnTo>
                  <a:pt x="375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316960" y="239112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0" y="0"/>
                </a:moveTo>
                <a:lnTo>
                  <a:pt x="67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15880" y="238896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1" y="7"/>
                </a:moveTo>
                <a:lnTo>
                  <a:pt x="16" y="10"/>
                </a:lnTo>
                <a:lnTo>
                  <a:pt x="14" y="15"/>
                </a:lnTo>
                <a:lnTo>
                  <a:pt x="8" y="13"/>
                </a:lnTo>
                <a:lnTo>
                  <a:pt x="11" y="7"/>
                </a:lnTo>
                <a:moveTo>
                  <a:pt x="16" y="10"/>
                </a:moveTo>
                <a:lnTo>
                  <a:pt x="22" y="13"/>
                </a:lnTo>
                <a:lnTo>
                  <a:pt x="19" y="18"/>
                </a:lnTo>
                <a:lnTo>
                  <a:pt x="14" y="15"/>
                </a:lnTo>
                <a:lnTo>
                  <a:pt x="16" y="10"/>
                </a:lnTo>
                <a:moveTo>
                  <a:pt x="22" y="13"/>
                </a:moveTo>
                <a:lnTo>
                  <a:pt x="28" y="15"/>
                </a:lnTo>
                <a:lnTo>
                  <a:pt x="25" y="21"/>
                </a:lnTo>
                <a:lnTo>
                  <a:pt x="19" y="18"/>
                </a:lnTo>
                <a:lnTo>
                  <a:pt x="22" y="13"/>
                </a:lnTo>
                <a:moveTo>
                  <a:pt x="28" y="15"/>
                </a:moveTo>
                <a:lnTo>
                  <a:pt x="34" y="18"/>
                </a:lnTo>
                <a:lnTo>
                  <a:pt x="31" y="24"/>
                </a:lnTo>
                <a:lnTo>
                  <a:pt x="25" y="21"/>
                </a:lnTo>
                <a:lnTo>
                  <a:pt x="28" y="15"/>
                </a:lnTo>
                <a:moveTo>
                  <a:pt x="34" y="18"/>
                </a:moveTo>
                <a:lnTo>
                  <a:pt x="40" y="21"/>
                </a:lnTo>
                <a:lnTo>
                  <a:pt x="37" y="27"/>
                </a:lnTo>
                <a:lnTo>
                  <a:pt x="31" y="24"/>
                </a:lnTo>
                <a:lnTo>
                  <a:pt x="34" y="18"/>
                </a:lnTo>
                <a:moveTo>
                  <a:pt x="40" y="21"/>
                </a:moveTo>
                <a:lnTo>
                  <a:pt x="46" y="24"/>
                </a:lnTo>
                <a:lnTo>
                  <a:pt x="43" y="30"/>
                </a:lnTo>
                <a:lnTo>
                  <a:pt x="37" y="27"/>
                </a:lnTo>
                <a:lnTo>
                  <a:pt x="40" y="21"/>
                </a:lnTo>
                <a:moveTo>
                  <a:pt x="46" y="24"/>
                </a:moveTo>
                <a:lnTo>
                  <a:pt x="51" y="27"/>
                </a:lnTo>
                <a:lnTo>
                  <a:pt x="48" y="33"/>
                </a:lnTo>
                <a:lnTo>
                  <a:pt x="43" y="30"/>
                </a:lnTo>
                <a:lnTo>
                  <a:pt x="46" y="24"/>
                </a:lnTo>
                <a:moveTo>
                  <a:pt x="51" y="27"/>
                </a:moveTo>
                <a:lnTo>
                  <a:pt x="58" y="30"/>
                </a:lnTo>
                <a:lnTo>
                  <a:pt x="54" y="36"/>
                </a:lnTo>
                <a:lnTo>
                  <a:pt x="48" y="33"/>
                </a:lnTo>
                <a:lnTo>
                  <a:pt x="51" y="27"/>
                </a:lnTo>
                <a:moveTo>
                  <a:pt x="58" y="30"/>
                </a:moveTo>
                <a:lnTo>
                  <a:pt x="64" y="33"/>
                </a:lnTo>
                <a:lnTo>
                  <a:pt x="61" y="39"/>
                </a:lnTo>
                <a:lnTo>
                  <a:pt x="54" y="36"/>
                </a:lnTo>
                <a:lnTo>
                  <a:pt x="58" y="30"/>
                </a:lnTo>
                <a:moveTo>
                  <a:pt x="64" y="33"/>
                </a:moveTo>
                <a:lnTo>
                  <a:pt x="70" y="36"/>
                </a:lnTo>
                <a:lnTo>
                  <a:pt x="67" y="42"/>
                </a:lnTo>
                <a:lnTo>
                  <a:pt x="61" y="39"/>
                </a:lnTo>
                <a:lnTo>
                  <a:pt x="64" y="33"/>
                </a:lnTo>
                <a:moveTo>
                  <a:pt x="70" y="36"/>
                </a:moveTo>
                <a:lnTo>
                  <a:pt x="77" y="39"/>
                </a:lnTo>
                <a:lnTo>
                  <a:pt x="66" y="45"/>
                </a:lnTo>
                <a:lnTo>
                  <a:pt x="63" y="39"/>
                </a:lnTo>
                <a:lnTo>
                  <a:pt x="68" y="36"/>
                </a:lnTo>
                <a:lnTo>
                  <a:pt x="70" y="39"/>
                </a:lnTo>
                <a:lnTo>
                  <a:pt x="68" y="42"/>
                </a:lnTo>
                <a:lnTo>
                  <a:pt x="67" y="42"/>
                </a:lnTo>
                <a:lnTo>
                  <a:pt x="70" y="36"/>
                </a:lnTo>
                <a:moveTo>
                  <a:pt x="66" y="45"/>
                </a:moveTo>
                <a:lnTo>
                  <a:pt x="60" y="48"/>
                </a:lnTo>
                <a:lnTo>
                  <a:pt x="57" y="42"/>
                </a:lnTo>
                <a:lnTo>
                  <a:pt x="63" y="39"/>
                </a:lnTo>
                <a:lnTo>
                  <a:pt x="66" y="45"/>
                </a:lnTo>
                <a:moveTo>
                  <a:pt x="60" y="48"/>
                </a:moveTo>
                <a:lnTo>
                  <a:pt x="54" y="50"/>
                </a:lnTo>
                <a:lnTo>
                  <a:pt x="51" y="45"/>
                </a:lnTo>
                <a:lnTo>
                  <a:pt x="57" y="42"/>
                </a:lnTo>
                <a:lnTo>
                  <a:pt x="60" y="48"/>
                </a:lnTo>
                <a:moveTo>
                  <a:pt x="54" y="50"/>
                </a:moveTo>
                <a:lnTo>
                  <a:pt x="48" y="53"/>
                </a:lnTo>
                <a:lnTo>
                  <a:pt x="45" y="48"/>
                </a:lnTo>
                <a:lnTo>
                  <a:pt x="51" y="45"/>
                </a:lnTo>
                <a:lnTo>
                  <a:pt x="54" y="50"/>
                </a:lnTo>
                <a:moveTo>
                  <a:pt x="48" y="53"/>
                </a:moveTo>
                <a:lnTo>
                  <a:pt x="42" y="56"/>
                </a:lnTo>
                <a:lnTo>
                  <a:pt x="39" y="50"/>
                </a:lnTo>
                <a:lnTo>
                  <a:pt x="45" y="48"/>
                </a:lnTo>
                <a:lnTo>
                  <a:pt x="48" y="53"/>
                </a:lnTo>
                <a:moveTo>
                  <a:pt x="42" y="56"/>
                </a:moveTo>
                <a:lnTo>
                  <a:pt x="36" y="59"/>
                </a:lnTo>
                <a:lnTo>
                  <a:pt x="33" y="53"/>
                </a:lnTo>
                <a:lnTo>
                  <a:pt x="39" y="50"/>
                </a:lnTo>
                <a:lnTo>
                  <a:pt x="42" y="56"/>
                </a:lnTo>
                <a:moveTo>
                  <a:pt x="36" y="59"/>
                </a:moveTo>
                <a:lnTo>
                  <a:pt x="30" y="62"/>
                </a:lnTo>
                <a:lnTo>
                  <a:pt x="27" y="56"/>
                </a:lnTo>
                <a:lnTo>
                  <a:pt x="33" y="53"/>
                </a:lnTo>
                <a:lnTo>
                  <a:pt x="36" y="59"/>
                </a:lnTo>
                <a:moveTo>
                  <a:pt x="30" y="62"/>
                </a:moveTo>
                <a:lnTo>
                  <a:pt x="24" y="65"/>
                </a:lnTo>
                <a:lnTo>
                  <a:pt x="21" y="59"/>
                </a:lnTo>
                <a:lnTo>
                  <a:pt x="27" y="56"/>
                </a:lnTo>
                <a:lnTo>
                  <a:pt x="30" y="62"/>
                </a:lnTo>
                <a:moveTo>
                  <a:pt x="24" y="65"/>
                </a:moveTo>
                <a:lnTo>
                  <a:pt x="19" y="68"/>
                </a:lnTo>
                <a:lnTo>
                  <a:pt x="16" y="62"/>
                </a:lnTo>
                <a:lnTo>
                  <a:pt x="21" y="59"/>
                </a:lnTo>
                <a:lnTo>
                  <a:pt x="24" y="65"/>
                </a:lnTo>
                <a:moveTo>
                  <a:pt x="19" y="68"/>
                </a:moveTo>
                <a:lnTo>
                  <a:pt x="13" y="71"/>
                </a:lnTo>
                <a:lnTo>
                  <a:pt x="10" y="65"/>
                </a:lnTo>
                <a:lnTo>
                  <a:pt x="16" y="62"/>
                </a:lnTo>
                <a:lnTo>
                  <a:pt x="19" y="68"/>
                </a:lnTo>
                <a:moveTo>
                  <a:pt x="13" y="71"/>
                </a:moveTo>
                <a:lnTo>
                  <a:pt x="7" y="74"/>
                </a:lnTo>
                <a:lnTo>
                  <a:pt x="4" y="68"/>
                </a:lnTo>
                <a:lnTo>
                  <a:pt x="10" y="65"/>
                </a:lnTo>
                <a:lnTo>
                  <a:pt x="13" y="71"/>
                </a:lnTo>
                <a:moveTo>
                  <a:pt x="7" y="74"/>
                </a:moveTo>
                <a:lnTo>
                  <a:pt x="0" y="77"/>
                </a:lnTo>
                <a:lnTo>
                  <a:pt x="0" y="68"/>
                </a:lnTo>
                <a:lnTo>
                  <a:pt x="7" y="68"/>
                </a:lnTo>
                <a:lnTo>
                  <a:pt x="7" y="72"/>
                </a:lnTo>
                <a:lnTo>
                  <a:pt x="3" y="72"/>
                </a:lnTo>
                <a:lnTo>
                  <a:pt x="2" y="69"/>
                </a:lnTo>
                <a:lnTo>
                  <a:pt x="4" y="68"/>
                </a:lnTo>
                <a:lnTo>
                  <a:pt x="7" y="74"/>
                </a:lnTo>
                <a:moveTo>
                  <a:pt x="0" y="68"/>
                </a:moveTo>
                <a:lnTo>
                  <a:pt x="0" y="61"/>
                </a:lnTo>
                <a:lnTo>
                  <a:pt x="7" y="61"/>
                </a:lnTo>
                <a:lnTo>
                  <a:pt x="7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5"/>
                </a:lnTo>
                <a:lnTo>
                  <a:pt x="7" y="55"/>
                </a:lnTo>
                <a:lnTo>
                  <a:pt x="7" y="61"/>
                </a:lnTo>
                <a:lnTo>
                  <a:pt x="0" y="61"/>
                </a:lnTo>
                <a:moveTo>
                  <a:pt x="0" y="55"/>
                </a:moveTo>
                <a:lnTo>
                  <a:pt x="0" y="48"/>
                </a:lnTo>
                <a:lnTo>
                  <a:pt x="7" y="48"/>
                </a:lnTo>
                <a:lnTo>
                  <a:pt x="7" y="55"/>
                </a:lnTo>
                <a:lnTo>
                  <a:pt x="0" y="55"/>
                </a:lnTo>
                <a:moveTo>
                  <a:pt x="0" y="48"/>
                </a:moveTo>
                <a:lnTo>
                  <a:pt x="0" y="42"/>
                </a:lnTo>
                <a:lnTo>
                  <a:pt x="7" y="42"/>
                </a:lnTo>
                <a:lnTo>
                  <a:pt x="7" y="48"/>
                </a:lnTo>
                <a:lnTo>
                  <a:pt x="0" y="48"/>
                </a:lnTo>
                <a:moveTo>
                  <a:pt x="0" y="42"/>
                </a:moveTo>
                <a:lnTo>
                  <a:pt x="0" y="35"/>
                </a:lnTo>
                <a:lnTo>
                  <a:pt x="7" y="35"/>
                </a:lnTo>
                <a:lnTo>
                  <a:pt x="7" y="42"/>
                </a:lnTo>
                <a:lnTo>
                  <a:pt x="0" y="42"/>
                </a:lnTo>
                <a:moveTo>
                  <a:pt x="0" y="35"/>
                </a:moveTo>
                <a:lnTo>
                  <a:pt x="0" y="29"/>
                </a:lnTo>
                <a:lnTo>
                  <a:pt x="7" y="29"/>
                </a:lnTo>
                <a:lnTo>
                  <a:pt x="7" y="35"/>
                </a:lnTo>
                <a:lnTo>
                  <a:pt x="0" y="35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6"/>
                </a:lnTo>
                <a:lnTo>
                  <a:pt x="7" y="16"/>
                </a:lnTo>
                <a:lnTo>
                  <a:pt x="7" y="22"/>
                </a:lnTo>
                <a:lnTo>
                  <a:pt x="0" y="22"/>
                </a:lnTo>
                <a:moveTo>
                  <a:pt x="0" y="16"/>
                </a:moveTo>
                <a:lnTo>
                  <a:pt x="0" y="9"/>
                </a:lnTo>
                <a:lnTo>
                  <a:pt x="7" y="9"/>
                </a:lnTo>
                <a:lnTo>
                  <a:pt x="7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1" y="7"/>
                </a:lnTo>
                <a:lnTo>
                  <a:pt x="8" y="13"/>
                </a:lnTo>
                <a:lnTo>
                  <a:pt x="2" y="10"/>
                </a:lnTo>
                <a:lnTo>
                  <a:pt x="3" y="7"/>
                </a:lnTo>
                <a:lnTo>
                  <a:pt x="7" y="7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103200" y="2402640"/>
            <a:ext cx="135000" cy="0"/>
          </a:xfrm>
          <a:custGeom>
            <a:avLst/>
            <a:gdLst/>
            <a:ahLst/>
            <a:rect l="0" t="0" r="r" b="b"/>
            <a:pathLst>
              <a:path fill="none" w="375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6" y="0"/>
                  <a:pt x="199" y="0"/>
                </a:cubicBezTo>
                <a:cubicBezTo>
                  <a:pt x="261" y="0"/>
                  <a:pt x="318" y="0"/>
                  <a:pt x="347" y="0"/>
                </a:cubicBezTo>
                <a:lnTo>
                  <a:pt x="375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226680" y="239112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225240" y="238896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2" y="7"/>
                </a:moveTo>
                <a:lnTo>
                  <a:pt x="18" y="10"/>
                </a:lnTo>
                <a:lnTo>
                  <a:pt x="15" y="15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4" y="13"/>
                </a:lnTo>
                <a:lnTo>
                  <a:pt x="21" y="18"/>
                </a:lnTo>
                <a:lnTo>
                  <a:pt x="15" y="15"/>
                </a:lnTo>
                <a:lnTo>
                  <a:pt x="18" y="10"/>
                </a:lnTo>
                <a:moveTo>
                  <a:pt x="24" y="13"/>
                </a:moveTo>
                <a:lnTo>
                  <a:pt x="29" y="15"/>
                </a:lnTo>
                <a:lnTo>
                  <a:pt x="27" y="21"/>
                </a:lnTo>
                <a:lnTo>
                  <a:pt x="21" y="18"/>
                </a:lnTo>
                <a:lnTo>
                  <a:pt x="24" y="13"/>
                </a:lnTo>
                <a:moveTo>
                  <a:pt x="29" y="15"/>
                </a:moveTo>
                <a:lnTo>
                  <a:pt x="35" y="18"/>
                </a:lnTo>
                <a:lnTo>
                  <a:pt x="32" y="24"/>
                </a:lnTo>
                <a:lnTo>
                  <a:pt x="27" y="21"/>
                </a:lnTo>
                <a:lnTo>
                  <a:pt x="29" y="15"/>
                </a:lnTo>
                <a:moveTo>
                  <a:pt x="35" y="18"/>
                </a:moveTo>
                <a:lnTo>
                  <a:pt x="41" y="21"/>
                </a:lnTo>
                <a:lnTo>
                  <a:pt x="38" y="27"/>
                </a:lnTo>
                <a:lnTo>
                  <a:pt x="32" y="24"/>
                </a:lnTo>
                <a:lnTo>
                  <a:pt x="35" y="18"/>
                </a:lnTo>
                <a:moveTo>
                  <a:pt x="41" y="21"/>
                </a:moveTo>
                <a:lnTo>
                  <a:pt x="47" y="24"/>
                </a:lnTo>
                <a:lnTo>
                  <a:pt x="44" y="30"/>
                </a:lnTo>
                <a:lnTo>
                  <a:pt x="38" y="27"/>
                </a:lnTo>
                <a:lnTo>
                  <a:pt x="41" y="21"/>
                </a:lnTo>
                <a:moveTo>
                  <a:pt x="47" y="24"/>
                </a:moveTo>
                <a:lnTo>
                  <a:pt x="53" y="27"/>
                </a:lnTo>
                <a:lnTo>
                  <a:pt x="50" y="33"/>
                </a:lnTo>
                <a:lnTo>
                  <a:pt x="44" y="30"/>
                </a:lnTo>
                <a:lnTo>
                  <a:pt x="47" y="24"/>
                </a:lnTo>
                <a:moveTo>
                  <a:pt x="53" y="27"/>
                </a:moveTo>
                <a:lnTo>
                  <a:pt x="59" y="30"/>
                </a:lnTo>
                <a:lnTo>
                  <a:pt x="56" y="36"/>
                </a:lnTo>
                <a:lnTo>
                  <a:pt x="50" y="33"/>
                </a:lnTo>
                <a:lnTo>
                  <a:pt x="53" y="27"/>
                </a:lnTo>
                <a:moveTo>
                  <a:pt x="59" y="30"/>
                </a:moveTo>
                <a:lnTo>
                  <a:pt x="64" y="33"/>
                </a:lnTo>
                <a:lnTo>
                  <a:pt x="62" y="39"/>
                </a:lnTo>
                <a:lnTo>
                  <a:pt x="56" y="36"/>
                </a:lnTo>
                <a:lnTo>
                  <a:pt x="59" y="30"/>
                </a:lnTo>
                <a:moveTo>
                  <a:pt x="64" y="33"/>
                </a:moveTo>
                <a:lnTo>
                  <a:pt x="70" y="36"/>
                </a:lnTo>
                <a:lnTo>
                  <a:pt x="67" y="42"/>
                </a:lnTo>
                <a:lnTo>
                  <a:pt x="62" y="39"/>
                </a:lnTo>
                <a:lnTo>
                  <a:pt x="64" y="33"/>
                </a:lnTo>
                <a:moveTo>
                  <a:pt x="70" y="36"/>
                </a:moveTo>
                <a:lnTo>
                  <a:pt x="77" y="39"/>
                </a:lnTo>
                <a:lnTo>
                  <a:pt x="67" y="45"/>
                </a:lnTo>
                <a:lnTo>
                  <a:pt x="64" y="39"/>
                </a:lnTo>
                <a:lnTo>
                  <a:pt x="68" y="36"/>
                </a:lnTo>
                <a:lnTo>
                  <a:pt x="70" y="39"/>
                </a:lnTo>
                <a:lnTo>
                  <a:pt x="68" y="42"/>
                </a:lnTo>
                <a:lnTo>
                  <a:pt x="67" y="42"/>
                </a:lnTo>
                <a:lnTo>
                  <a:pt x="70" y="36"/>
                </a:lnTo>
                <a:moveTo>
                  <a:pt x="67" y="45"/>
                </a:moveTo>
                <a:lnTo>
                  <a:pt x="61" y="48"/>
                </a:lnTo>
                <a:lnTo>
                  <a:pt x="58" y="42"/>
                </a:lnTo>
                <a:lnTo>
                  <a:pt x="64" y="39"/>
                </a:lnTo>
                <a:lnTo>
                  <a:pt x="67" y="45"/>
                </a:lnTo>
                <a:moveTo>
                  <a:pt x="61" y="48"/>
                </a:moveTo>
                <a:lnTo>
                  <a:pt x="55" y="50"/>
                </a:lnTo>
                <a:lnTo>
                  <a:pt x="52" y="45"/>
                </a:lnTo>
                <a:lnTo>
                  <a:pt x="58" y="42"/>
                </a:lnTo>
                <a:lnTo>
                  <a:pt x="61" y="48"/>
                </a:lnTo>
                <a:moveTo>
                  <a:pt x="55" y="50"/>
                </a:moveTo>
                <a:lnTo>
                  <a:pt x="49" y="53"/>
                </a:lnTo>
                <a:lnTo>
                  <a:pt x="46" y="48"/>
                </a:lnTo>
                <a:lnTo>
                  <a:pt x="52" y="45"/>
                </a:lnTo>
                <a:lnTo>
                  <a:pt x="55" y="50"/>
                </a:lnTo>
                <a:moveTo>
                  <a:pt x="49" y="53"/>
                </a:moveTo>
                <a:lnTo>
                  <a:pt x="43" y="56"/>
                </a:lnTo>
                <a:lnTo>
                  <a:pt x="40" y="50"/>
                </a:lnTo>
                <a:lnTo>
                  <a:pt x="46" y="48"/>
                </a:lnTo>
                <a:lnTo>
                  <a:pt x="49" y="53"/>
                </a:lnTo>
                <a:moveTo>
                  <a:pt x="43" y="56"/>
                </a:moveTo>
                <a:lnTo>
                  <a:pt x="37" y="59"/>
                </a:lnTo>
                <a:lnTo>
                  <a:pt x="34" y="53"/>
                </a:lnTo>
                <a:lnTo>
                  <a:pt x="40" y="50"/>
                </a:lnTo>
                <a:lnTo>
                  <a:pt x="43" y="56"/>
                </a:lnTo>
                <a:moveTo>
                  <a:pt x="37" y="59"/>
                </a:moveTo>
                <a:lnTo>
                  <a:pt x="32" y="62"/>
                </a:lnTo>
                <a:lnTo>
                  <a:pt x="29" y="56"/>
                </a:lnTo>
                <a:lnTo>
                  <a:pt x="34" y="53"/>
                </a:lnTo>
                <a:lnTo>
                  <a:pt x="37" y="59"/>
                </a:lnTo>
                <a:moveTo>
                  <a:pt x="32" y="62"/>
                </a:moveTo>
                <a:lnTo>
                  <a:pt x="26" y="65"/>
                </a:lnTo>
                <a:lnTo>
                  <a:pt x="23" y="59"/>
                </a:lnTo>
                <a:lnTo>
                  <a:pt x="29" y="56"/>
                </a:lnTo>
                <a:lnTo>
                  <a:pt x="32" y="62"/>
                </a:lnTo>
                <a:moveTo>
                  <a:pt x="26" y="65"/>
                </a:moveTo>
                <a:lnTo>
                  <a:pt x="20" y="68"/>
                </a:lnTo>
                <a:lnTo>
                  <a:pt x="17" y="62"/>
                </a:lnTo>
                <a:lnTo>
                  <a:pt x="23" y="59"/>
                </a:lnTo>
                <a:lnTo>
                  <a:pt x="26" y="65"/>
                </a:lnTo>
                <a:moveTo>
                  <a:pt x="20" y="68"/>
                </a:moveTo>
                <a:lnTo>
                  <a:pt x="14" y="71"/>
                </a:lnTo>
                <a:lnTo>
                  <a:pt x="11" y="65"/>
                </a:lnTo>
                <a:lnTo>
                  <a:pt x="17" y="62"/>
                </a:lnTo>
                <a:lnTo>
                  <a:pt x="20" y="68"/>
                </a:lnTo>
                <a:moveTo>
                  <a:pt x="14" y="71"/>
                </a:moveTo>
                <a:lnTo>
                  <a:pt x="8" y="74"/>
                </a:lnTo>
                <a:lnTo>
                  <a:pt x="5" y="68"/>
                </a:lnTo>
                <a:lnTo>
                  <a:pt x="11" y="65"/>
                </a:lnTo>
                <a:lnTo>
                  <a:pt x="14" y="71"/>
                </a:lnTo>
                <a:moveTo>
                  <a:pt x="8" y="74"/>
                </a:moveTo>
                <a:lnTo>
                  <a:pt x="0" y="77"/>
                </a:lnTo>
                <a:lnTo>
                  <a:pt x="0" y="68"/>
                </a:lnTo>
                <a:lnTo>
                  <a:pt x="8" y="68"/>
                </a:lnTo>
                <a:lnTo>
                  <a:pt x="8" y="72"/>
                </a:lnTo>
                <a:lnTo>
                  <a:pt x="5" y="72"/>
                </a:lnTo>
                <a:lnTo>
                  <a:pt x="2" y="69"/>
                </a:lnTo>
                <a:lnTo>
                  <a:pt x="5" y="68"/>
                </a:lnTo>
                <a:lnTo>
                  <a:pt x="8" y="74"/>
                </a:lnTo>
                <a:moveTo>
                  <a:pt x="0" y="68"/>
                </a:moveTo>
                <a:lnTo>
                  <a:pt x="0" y="61"/>
                </a:lnTo>
                <a:lnTo>
                  <a:pt x="8" y="61"/>
                </a:lnTo>
                <a:lnTo>
                  <a:pt x="8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5"/>
                </a:lnTo>
                <a:lnTo>
                  <a:pt x="8" y="55"/>
                </a:lnTo>
                <a:lnTo>
                  <a:pt x="8" y="61"/>
                </a:lnTo>
                <a:lnTo>
                  <a:pt x="0" y="61"/>
                </a:lnTo>
                <a:moveTo>
                  <a:pt x="0" y="55"/>
                </a:moveTo>
                <a:lnTo>
                  <a:pt x="0" y="48"/>
                </a:lnTo>
                <a:lnTo>
                  <a:pt x="8" y="48"/>
                </a:lnTo>
                <a:lnTo>
                  <a:pt x="8" y="55"/>
                </a:lnTo>
                <a:lnTo>
                  <a:pt x="0" y="55"/>
                </a:lnTo>
                <a:moveTo>
                  <a:pt x="0" y="48"/>
                </a:moveTo>
                <a:lnTo>
                  <a:pt x="0" y="42"/>
                </a:lnTo>
                <a:lnTo>
                  <a:pt x="8" y="42"/>
                </a:lnTo>
                <a:lnTo>
                  <a:pt x="8" y="48"/>
                </a:lnTo>
                <a:lnTo>
                  <a:pt x="0" y="48"/>
                </a:lnTo>
                <a:moveTo>
                  <a:pt x="0" y="42"/>
                </a:moveTo>
                <a:lnTo>
                  <a:pt x="0" y="35"/>
                </a:lnTo>
                <a:lnTo>
                  <a:pt x="8" y="35"/>
                </a:lnTo>
                <a:lnTo>
                  <a:pt x="8" y="42"/>
                </a:lnTo>
                <a:lnTo>
                  <a:pt x="0" y="42"/>
                </a:lnTo>
                <a:moveTo>
                  <a:pt x="0" y="35"/>
                </a:moveTo>
                <a:lnTo>
                  <a:pt x="0" y="29"/>
                </a:lnTo>
                <a:lnTo>
                  <a:pt x="8" y="29"/>
                </a:lnTo>
                <a:lnTo>
                  <a:pt x="8" y="35"/>
                </a:lnTo>
                <a:lnTo>
                  <a:pt x="0" y="35"/>
                </a:lnTo>
                <a:moveTo>
                  <a:pt x="0" y="29"/>
                </a:moveTo>
                <a:lnTo>
                  <a:pt x="0" y="22"/>
                </a:lnTo>
                <a:lnTo>
                  <a:pt x="8" y="22"/>
                </a:lnTo>
                <a:lnTo>
                  <a:pt x="8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6"/>
                </a:lnTo>
                <a:lnTo>
                  <a:pt x="8" y="16"/>
                </a:lnTo>
                <a:lnTo>
                  <a:pt x="8" y="22"/>
                </a:lnTo>
                <a:lnTo>
                  <a:pt x="0" y="22"/>
                </a:lnTo>
                <a:moveTo>
                  <a:pt x="0" y="16"/>
                </a:moveTo>
                <a:lnTo>
                  <a:pt x="0" y="9"/>
                </a:lnTo>
                <a:lnTo>
                  <a:pt x="8" y="9"/>
                </a:lnTo>
                <a:lnTo>
                  <a:pt x="8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5" y="7"/>
                </a:lnTo>
                <a:lnTo>
                  <a:pt x="8" y="7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012920" y="2402640"/>
            <a:ext cx="135000" cy="0"/>
          </a:xfrm>
          <a:custGeom>
            <a:avLst/>
            <a:gdLst/>
            <a:ahLst/>
            <a:rect l="0" t="0" r="r" b="b"/>
            <a:pathLst>
              <a:path fill="none" w="375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6" y="0"/>
                  <a:pt x="198" y="0"/>
                </a:cubicBezTo>
                <a:cubicBezTo>
                  <a:pt x="261" y="0"/>
                  <a:pt x="318" y="0"/>
                  <a:pt x="346" y="0"/>
                </a:cubicBezTo>
                <a:lnTo>
                  <a:pt x="375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136040" y="239112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134960" y="238896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0" y="7"/>
                </a:moveTo>
                <a:lnTo>
                  <a:pt x="16" y="10"/>
                </a:lnTo>
                <a:lnTo>
                  <a:pt x="13" y="15"/>
                </a:lnTo>
                <a:lnTo>
                  <a:pt x="7" y="13"/>
                </a:lnTo>
                <a:lnTo>
                  <a:pt x="10" y="7"/>
                </a:lnTo>
                <a:moveTo>
                  <a:pt x="16" y="10"/>
                </a:moveTo>
                <a:lnTo>
                  <a:pt x="22" y="13"/>
                </a:lnTo>
                <a:lnTo>
                  <a:pt x="19" y="18"/>
                </a:lnTo>
                <a:lnTo>
                  <a:pt x="13" y="15"/>
                </a:lnTo>
                <a:lnTo>
                  <a:pt x="16" y="10"/>
                </a:lnTo>
                <a:moveTo>
                  <a:pt x="22" y="13"/>
                </a:moveTo>
                <a:lnTo>
                  <a:pt x="29" y="15"/>
                </a:lnTo>
                <a:lnTo>
                  <a:pt x="25" y="21"/>
                </a:lnTo>
                <a:lnTo>
                  <a:pt x="19" y="18"/>
                </a:lnTo>
                <a:lnTo>
                  <a:pt x="22" y="13"/>
                </a:lnTo>
                <a:moveTo>
                  <a:pt x="29" y="15"/>
                </a:moveTo>
                <a:lnTo>
                  <a:pt x="35" y="18"/>
                </a:lnTo>
                <a:lnTo>
                  <a:pt x="32" y="24"/>
                </a:lnTo>
                <a:lnTo>
                  <a:pt x="25" y="21"/>
                </a:lnTo>
                <a:lnTo>
                  <a:pt x="29" y="15"/>
                </a:lnTo>
                <a:moveTo>
                  <a:pt x="35" y="18"/>
                </a:moveTo>
                <a:lnTo>
                  <a:pt x="40" y="21"/>
                </a:lnTo>
                <a:lnTo>
                  <a:pt x="38" y="27"/>
                </a:lnTo>
                <a:lnTo>
                  <a:pt x="32" y="24"/>
                </a:lnTo>
                <a:lnTo>
                  <a:pt x="35" y="18"/>
                </a:lnTo>
                <a:moveTo>
                  <a:pt x="40" y="21"/>
                </a:moveTo>
                <a:lnTo>
                  <a:pt x="46" y="24"/>
                </a:lnTo>
                <a:lnTo>
                  <a:pt x="43" y="30"/>
                </a:lnTo>
                <a:lnTo>
                  <a:pt x="38" y="27"/>
                </a:lnTo>
                <a:lnTo>
                  <a:pt x="40" y="21"/>
                </a:lnTo>
                <a:moveTo>
                  <a:pt x="46" y="24"/>
                </a:moveTo>
                <a:lnTo>
                  <a:pt x="52" y="27"/>
                </a:lnTo>
                <a:lnTo>
                  <a:pt x="49" y="33"/>
                </a:lnTo>
                <a:lnTo>
                  <a:pt x="43" y="30"/>
                </a:lnTo>
                <a:lnTo>
                  <a:pt x="46" y="24"/>
                </a:lnTo>
                <a:moveTo>
                  <a:pt x="52" y="27"/>
                </a:moveTo>
                <a:lnTo>
                  <a:pt x="58" y="30"/>
                </a:lnTo>
                <a:lnTo>
                  <a:pt x="55" y="36"/>
                </a:lnTo>
                <a:lnTo>
                  <a:pt x="49" y="33"/>
                </a:lnTo>
                <a:lnTo>
                  <a:pt x="52" y="27"/>
                </a:lnTo>
                <a:moveTo>
                  <a:pt x="58" y="30"/>
                </a:moveTo>
                <a:lnTo>
                  <a:pt x="64" y="33"/>
                </a:lnTo>
                <a:lnTo>
                  <a:pt x="61" y="39"/>
                </a:lnTo>
                <a:lnTo>
                  <a:pt x="55" y="36"/>
                </a:lnTo>
                <a:lnTo>
                  <a:pt x="58" y="30"/>
                </a:lnTo>
                <a:moveTo>
                  <a:pt x="64" y="33"/>
                </a:moveTo>
                <a:lnTo>
                  <a:pt x="70" y="36"/>
                </a:lnTo>
                <a:lnTo>
                  <a:pt x="67" y="42"/>
                </a:lnTo>
                <a:lnTo>
                  <a:pt x="61" y="39"/>
                </a:lnTo>
                <a:lnTo>
                  <a:pt x="64" y="33"/>
                </a:lnTo>
                <a:moveTo>
                  <a:pt x="70" y="36"/>
                </a:moveTo>
                <a:lnTo>
                  <a:pt x="77" y="39"/>
                </a:lnTo>
                <a:lnTo>
                  <a:pt x="66" y="45"/>
                </a:lnTo>
                <a:lnTo>
                  <a:pt x="63" y="39"/>
                </a:lnTo>
                <a:lnTo>
                  <a:pt x="68" y="36"/>
                </a:lnTo>
                <a:lnTo>
                  <a:pt x="69" y="39"/>
                </a:lnTo>
                <a:lnTo>
                  <a:pt x="68" y="42"/>
                </a:lnTo>
                <a:lnTo>
                  <a:pt x="67" y="42"/>
                </a:lnTo>
                <a:lnTo>
                  <a:pt x="70" y="36"/>
                </a:lnTo>
                <a:moveTo>
                  <a:pt x="66" y="45"/>
                </a:moveTo>
                <a:lnTo>
                  <a:pt x="60" y="48"/>
                </a:lnTo>
                <a:lnTo>
                  <a:pt x="57" y="42"/>
                </a:lnTo>
                <a:lnTo>
                  <a:pt x="63" y="39"/>
                </a:lnTo>
                <a:lnTo>
                  <a:pt x="66" y="45"/>
                </a:lnTo>
                <a:moveTo>
                  <a:pt x="60" y="48"/>
                </a:moveTo>
                <a:lnTo>
                  <a:pt x="54" y="50"/>
                </a:lnTo>
                <a:lnTo>
                  <a:pt x="51" y="45"/>
                </a:lnTo>
                <a:lnTo>
                  <a:pt x="57" y="42"/>
                </a:lnTo>
                <a:lnTo>
                  <a:pt x="60" y="48"/>
                </a:lnTo>
                <a:moveTo>
                  <a:pt x="54" y="50"/>
                </a:moveTo>
                <a:lnTo>
                  <a:pt x="48" y="53"/>
                </a:lnTo>
                <a:lnTo>
                  <a:pt x="45" y="48"/>
                </a:lnTo>
                <a:lnTo>
                  <a:pt x="51" y="45"/>
                </a:lnTo>
                <a:lnTo>
                  <a:pt x="54" y="50"/>
                </a:lnTo>
                <a:moveTo>
                  <a:pt x="48" y="53"/>
                </a:moveTo>
                <a:lnTo>
                  <a:pt x="43" y="56"/>
                </a:lnTo>
                <a:lnTo>
                  <a:pt x="40" y="50"/>
                </a:lnTo>
                <a:lnTo>
                  <a:pt x="45" y="48"/>
                </a:lnTo>
                <a:lnTo>
                  <a:pt x="48" y="53"/>
                </a:lnTo>
                <a:moveTo>
                  <a:pt x="43" y="56"/>
                </a:moveTo>
                <a:lnTo>
                  <a:pt x="37" y="59"/>
                </a:lnTo>
                <a:lnTo>
                  <a:pt x="34" y="53"/>
                </a:lnTo>
                <a:lnTo>
                  <a:pt x="40" y="50"/>
                </a:lnTo>
                <a:lnTo>
                  <a:pt x="43" y="56"/>
                </a:lnTo>
                <a:moveTo>
                  <a:pt x="37" y="59"/>
                </a:moveTo>
                <a:lnTo>
                  <a:pt x="31" y="62"/>
                </a:lnTo>
                <a:lnTo>
                  <a:pt x="28" y="56"/>
                </a:lnTo>
                <a:lnTo>
                  <a:pt x="34" y="53"/>
                </a:lnTo>
                <a:lnTo>
                  <a:pt x="37" y="59"/>
                </a:lnTo>
                <a:moveTo>
                  <a:pt x="31" y="62"/>
                </a:moveTo>
                <a:lnTo>
                  <a:pt x="24" y="65"/>
                </a:lnTo>
                <a:lnTo>
                  <a:pt x="21" y="59"/>
                </a:lnTo>
                <a:lnTo>
                  <a:pt x="28" y="56"/>
                </a:lnTo>
                <a:lnTo>
                  <a:pt x="31" y="62"/>
                </a:lnTo>
                <a:moveTo>
                  <a:pt x="24" y="65"/>
                </a:moveTo>
                <a:lnTo>
                  <a:pt x="18" y="68"/>
                </a:lnTo>
                <a:lnTo>
                  <a:pt x="15" y="62"/>
                </a:lnTo>
                <a:lnTo>
                  <a:pt x="21" y="59"/>
                </a:lnTo>
                <a:lnTo>
                  <a:pt x="24" y="65"/>
                </a:lnTo>
                <a:moveTo>
                  <a:pt x="18" y="68"/>
                </a:moveTo>
                <a:lnTo>
                  <a:pt x="12" y="71"/>
                </a:lnTo>
                <a:lnTo>
                  <a:pt x="9" y="65"/>
                </a:lnTo>
                <a:lnTo>
                  <a:pt x="15" y="62"/>
                </a:lnTo>
                <a:lnTo>
                  <a:pt x="18" y="68"/>
                </a:lnTo>
                <a:moveTo>
                  <a:pt x="12" y="71"/>
                </a:moveTo>
                <a:lnTo>
                  <a:pt x="7" y="74"/>
                </a:lnTo>
                <a:lnTo>
                  <a:pt x="4" y="68"/>
                </a:lnTo>
                <a:lnTo>
                  <a:pt x="9" y="65"/>
                </a:lnTo>
                <a:lnTo>
                  <a:pt x="12" y="71"/>
                </a:lnTo>
                <a:moveTo>
                  <a:pt x="7" y="74"/>
                </a:moveTo>
                <a:lnTo>
                  <a:pt x="0" y="77"/>
                </a:lnTo>
                <a:lnTo>
                  <a:pt x="0" y="68"/>
                </a:lnTo>
                <a:lnTo>
                  <a:pt x="6" y="68"/>
                </a:lnTo>
                <a:lnTo>
                  <a:pt x="6" y="72"/>
                </a:lnTo>
                <a:lnTo>
                  <a:pt x="3" y="72"/>
                </a:lnTo>
                <a:lnTo>
                  <a:pt x="2" y="69"/>
                </a:lnTo>
                <a:lnTo>
                  <a:pt x="4" y="68"/>
                </a:lnTo>
                <a:lnTo>
                  <a:pt x="7" y="74"/>
                </a:lnTo>
                <a:moveTo>
                  <a:pt x="0" y="68"/>
                </a:moveTo>
                <a:lnTo>
                  <a:pt x="0" y="61"/>
                </a:lnTo>
                <a:lnTo>
                  <a:pt x="6" y="61"/>
                </a:lnTo>
                <a:lnTo>
                  <a:pt x="6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5"/>
                </a:lnTo>
                <a:lnTo>
                  <a:pt x="6" y="55"/>
                </a:lnTo>
                <a:lnTo>
                  <a:pt x="6" y="61"/>
                </a:lnTo>
                <a:lnTo>
                  <a:pt x="0" y="61"/>
                </a:lnTo>
                <a:moveTo>
                  <a:pt x="0" y="55"/>
                </a:moveTo>
                <a:lnTo>
                  <a:pt x="0" y="48"/>
                </a:lnTo>
                <a:lnTo>
                  <a:pt x="6" y="48"/>
                </a:lnTo>
                <a:lnTo>
                  <a:pt x="6" y="55"/>
                </a:lnTo>
                <a:lnTo>
                  <a:pt x="0" y="55"/>
                </a:lnTo>
                <a:moveTo>
                  <a:pt x="0" y="48"/>
                </a:moveTo>
                <a:lnTo>
                  <a:pt x="0" y="42"/>
                </a:lnTo>
                <a:lnTo>
                  <a:pt x="6" y="42"/>
                </a:lnTo>
                <a:lnTo>
                  <a:pt x="6" y="48"/>
                </a:lnTo>
                <a:lnTo>
                  <a:pt x="0" y="48"/>
                </a:lnTo>
                <a:moveTo>
                  <a:pt x="0" y="42"/>
                </a:moveTo>
                <a:lnTo>
                  <a:pt x="0" y="35"/>
                </a:lnTo>
                <a:lnTo>
                  <a:pt x="6" y="35"/>
                </a:lnTo>
                <a:lnTo>
                  <a:pt x="6" y="42"/>
                </a:lnTo>
                <a:lnTo>
                  <a:pt x="0" y="42"/>
                </a:lnTo>
                <a:moveTo>
                  <a:pt x="0" y="35"/>
                </a:moveTo>
                <a:lnTo>
                  <a:pt x="0" y="29"/>
                </a:lnTo>
                <a:lnTo>
                  <a:pt x="6" y="29"/>
                </a:lnTo>
                <a:lnTo>
                  <a:pt x="6" y="35"/>
                </a:lnTo>
                <a:lnTo>
                  <a:pt x="0" y="35"/>
                </a:lnTo>
                <a:moveTo>
                  <a:pt x="0" y="29"/>
                </a:moveTo>
                <a:lnTo>
                  <a:pt x="0" y="22"/>
                </a:lnTo>
                <a:lnTo>
                  <a:pt x="6" y="22"/>
                </a:lnTo>
                <a:lnTo>
                  <a:pt x="6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6"/>
                </a:lnTo>
                <a:lnTo>
                  <a:pt x="6" y="16"/>
                </a:lnTo>
                <a:lnTo>
                  <a:pt x="6" y="22"/>
                </a:lnTo>
                <a:lnTo>
                  <a:pt x="0" y="22"/>
                </a:lnTo>
                <a:moveTo>
                  <a:pt x="0" y="16"/>
                </a:moveTo>
                <a:lnTo>
                  <a:pt x="0" y="9"/>
                </a:lnTo>
                <a:lnTo>
                  <a:pt x="6" y="9"/>
                </a:lnTo>
                <a:lnTo>
                  <a:pt x="6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0" y="7"/>
                </a:lnTo>
                <a:lnTo>
                  <a:pt x="7" y="13"/>
                </a:lnTo>
                <a:lnTo>
                  <a:pt x="2" y="10"/>
                </a:lnTo>
                <a:lnTo>
                  <a:pt x="3" y="7"/>
                </a:lnTo>
                <a:lnTo>
                  <a:pt x="6" y="7"/>
                </a:lnTo>
                <a:lnTo>
                  <a:pt x="6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5978520" y="2628360"/>
            <a:ext cx="135000" cy="0"/>
          </a:xfrm>
          <a:custGeom>
            <a:avLst/>
            <a:gdLst/>
            <a:ahLst/>
            <a:rect l="0" t="0" r="r" b="b"/>
            <a:pathLst>
              <a:path fill="none" w="375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6" y="0"/>
                  <a:pt x="198" y="0"/>
                </a:cubicBezTo>
                <a:cubicBezTo>
                  <a:pt x="261" y="0"/>
                  <a:pt x="318" y="0"/>
                  <a:pt x="346" y="0"/>
                </a:cubicBezTo>
                <a:lnTo>
                  <a:pt x="375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6101640" y="261648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6100560" y="2614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0" y="5"/>
                </a:moveTo>
                <a:lnTo>
                  <a:pt x="16" y="8"/>
                </a:lnTo>
                <a:lnTo>
                  <a:pt x="13" y="14"/>
                </a:lnTo>
                <a:lnTo>
                  <a:pt x="8" y="11"/>
                </a:lnTo>
                <a:lnTo>
                  <a:pt x="10" y="5"/>
                </a:lnTo>
                <a:moveTo>
                  <a:pt x="16" y="8"/>
                </a:moveTo>
                <a:lnTo>
                  <a:pt x="22" y="11"/>
                </a:lnTo>
                <a:lnTo>
                  <a:pt x="19" y="17"/>
                </a:lnTo>
                <a:lnTo>
                  <a:pt x="13" y="14"/>
                </a:lnTo>
                <a:lnTo>
                  <a:pt x="16" y="8"/>
                </a:lnTo>
                <a:moveTo>
                  <a:pt x="22" y="11"/>
                </a:moveTo>
                <a:lnTo>
                  <a:pt x="28" y="14"/>
                </a:lnTo>
                <a:lnTo>
                  <a:pt x="25" y="20"/>
                </a:lnTo>
                <a:lnTo>
                  <a:pt x="19" y="17"/>
                </a:lnTo>
                <a:lnTo>
                  <a:pt x="22" y="11"/>
                </a:lnTo>
                <a:moveTo>
                  <a:pt x="28" y="14"/>
                </a:moveTo>
                <a:lnTo>
                  <a:pt x="34" y="17"/>
                </a:lnTo>
                <a:lnTo>
                  <a:pt x="31" y="23"/>
                </a:lnTo>
                <a:lnTo>
                  <a:pt x="25" y="20"/>
                </a:lnTo>
                <a:lnTo>
                  <a:pt x="28" y="14"/>
                </a:lnTo>
                <a:moveTo>
                  <a:pt x="34" y="17"/>
                </a:moveTo>
                <a:lnTo>
                  <a:pt x="40" y="20"/>
                </a:lnTo>
                <a:lnTo>
                  <a:pt x="37" y="26"/>
                </a:lnTo>
                <a:lnTo>
                  <a:pt x="31" y="23"/>
                </a:lnTo>
                <a:lnTo>
                  <a:pt x="34" y="17"/>
                </a:lnTo>
                <a:moveTo>
                  <a:pt x="40" y="20"/>
                </a:moveTo>
                <a:lnTo>
                  <a:pt x="46" y="23"/>
                </a:lnTo>
                <a:lnTo>
                  <a:pt x="44" y="29"/>
                </a:lnTo>
                <a:lnTo>
                  <a:pt x="37" y="26"/>
                </a:lnTo>
                <a:lnTo>
                  <a:pt x="40" y="20"/>
                </a:lnTo>
                <a:moveTo>
                  <a:pt x="46" y="23"/>
                </a:moveTo>
                <a:lnTo>
                  <a:pt x="52" y="26"/>
                </a:lnTo>
                <a:lnTo>
                  <a:pt x="49" y="31"/>
                </a:lnTo>
                <a:lnTo>
                  <a:pt x="44" y="29"/>
                </a:lnTo>
                <a:lnTo>
                  <a:pt x="46" y="23"/>
                </a:lnTo>
                <a:moveTo>
                  <a:pt x="52" y="26"/>
                </a:moveTo>
                <a:lnTo>
                  <a:pt x="58" y="29"/>
                </a:lnTo>
                <a:lnTo>
                  <a:pt x="55" y="34"/>
                </a:lnTo>
                <a:lnTo>
                  <a:pt x="49" y="31"/>
                </a:lnTo>
                <a:lnTo>
                  <a:pt x="52" y="26"/>
                </a:lnTo>
                <a:moveTo>
                  <a:pt x="58" y="29"/>
                </a:moveTo>
                <a:lnTo>
                  <a:pt x="64" y="31"/>
                </a:lnTo>
                <a:lnTo>
                  <a:pt x="61" y="37"/>
                </a:lnTo>
                <a:lnTo>
                  <a:pt x="55" y="34"/>
                </a:lnTo>
                <a:lnTo>
                  <a:pt x="58" y="29"/>
                </a:lnTo>
                <a:moveTo>
                  <a:pt x="64" y="31"/>
                </a:moveTo>
                <a:lnTo>
                  <a:pt x="70" y="34"/>
                </a:lnTo>
                <a:lnTo>
                  <a:pt x="67" y="40"/>
                </a:lnTo>
                <a:lnTo>
                  <a:pt x="61" y="37"/>
                </a:lnTo>
                <a:lnTo>
                  <a:pt x="64" y="31"/>
                </a:lnTo>
                <a:moveTo>
                  <a:pt x="70" y="34"/>
                </a:moveTo>
                <a:lnTo>
                  <a:pt x="77" y="38"/>
                </a:lnTo>
                <a:lnTo>
                  <a:pt x="66" y="43"/>
                </a:lnTo>
                <a:lnTo>
                  <a:pt x="63" y="37"/>
                </a:lnTo>
                <a:lnTo>
                  <a:pt x="68" y="35"/>
                </a:lnTo>
                <a:lnTo>
                  <a:pt x="69" y="38"/>
                </a:lnTo>
                <a:lnTo>
                  <a:pt x="68" y="41"/>
                </a:lnTo>
                <a:lnTo>
                  <a:pt x="67" y="40"/>
                </a:lnTo>
                <a:lnTo>
                  <a:pt x="70" y="34"/>
                </a:lnTo>
                <a:moveTo>
                  <a:pt x="66" y="43"/>
                </a:moveTo>
                <a:lnTo>
                  <a:pt x="60" y="46"/>
                </a:lnTo>
                <a:lnTo>
                  <a:pt x="57" y="40"/>
                </a:lnTo>
                <a:lnTo>
                  <a:pt x="63" y="37"/>
                </a:lnTo>
                <a:lnTo>
                  <a:pt x="66" y="43"/>
                </a:lnTo>
                <a:moveTo>
                  <a:pt x="60" y="46"/>
                </a:moveTo>
                <a:lnTo>
                  <a:pt x="54" y="49"/>
                </a:lnTo>
                <a:lnTo>
                  <a:pt x="52" y="43"/>
                </a:lnTo>
                <a:lnTo>
                  <a:pt x="57" y="40"/>
                </a:lnTo>
                <a:lnTo>
                  <a:pt x="60" y="46"/>
                </a:lnTo>
                <a:moveTo>
                  <a:pt x="54" y="49"/>
                </a:moveTo>
                <a:lnTo>
                  <a:pt x="49" y="53"/>
                </a:lnTo>
                <a:lnTo>
                  <a:pt x="46" y="46"/>
                </a:lnTo>
                <a:lnTo>
                  <a:pt x="52" y="43"/>
                </a:lnTo>
                <a:lnTo>
                  <a:pt x="54" y="49"/>
                </a:lnTo>
                <a:moveTo>
                  <a:pt x="49" y="53"/>
                </a:moveTo>
                <a:lnTo>
                  <a:pt x="43" y="56"/>
                </a:lnTo>
                <a:lnTo>
                  <a:pt x="39" y="49"/>
                </a:lnTo>
                <a:lnTo>
                  <a:pt x="46" y="46"/>
                </a:lnTo>
                <a:lnTo>
                  <a:pt x="49" y="53"/>
                </a:lnTo>
                <a:moveTo>
                  <a:pt x="43" y="56"/>
                </a:moveTo>
                <a:lnTo>
                  <a:pt x="36" y="59"/>
                </a:lnTo>
                <a:lnTo>
                  <a:pt x="33" y="53"/>
                </a:lnTo>
                <a:lnTo>
                  <a:pt x="39" y="49"/>
                </a:lnTo>
                <a:lnTo>
                  <a:pt x="43" y="56"/>
                </a:lnTo>
                <a:moveTo>
                  <a:pt x="36" y="59"/>
                </a:moveTo>
                <a:lnTo>
                  <a:pt x="30" y="62"/>
                </a:lnTo>
                <a:lnTo>
                  <a:pt x="27" y="56"/>
                </a:lnTo>
                <a:lnTo>
                  <a:pt x="33" y="53"/>
                </a:lnTo>
                <a:lnTo>
                  <a:pt x="36" y="59"/>
                </a:lnTo>
                <a:moveTo>
                  <a:pt x="30" y="62"/>
                </a:moveTo>
                <a:lnTo>
                  <a:pt x="24" y="64"/>
                </a:lnTo>
                <a:lnTo>
                  <a:pt x="21" y="59"/>
                </a:lnTo>
                <a:lnTo>
                  <a:pt x="27" y="56"/>
                </a:lnTo>
                <a:lnTo>
                  <a:pt x="30" y="62"/>
                </a:lnTo>
                <a:moveTo>
                  <a:pt x="24" y="64"/>
                </a:moveTo>
                <a:lnTo>
                  <a:pt x="18" y="67"/>
                </a:lnTo>
                <a:lnTo>
                  <a:pt x="16" y="62"/>
                </a:lnTo>
                <a:lnTo>
                  <a:pt x="21" y="59"/>
                </a:lnTo>
                <a:lnTo>
                  <a:pt x="24" y="64"/>
                </a:lnTo>
                <a:moveTo>
                  <a:pt x="18" y="67"/>
                </a:moveTo>
                <a:lnTo>
                  <a:pt x="13" y="70"/>
                </a:lnTo>
                <a:lnTo>
                  <a:pt x="10" y="64"/>
                </a:lnTo>
                <a:lnTo>
                  <a:pt x="16" y="62"/>
                </a:lnTo>
                <a:lnTo>
                  <a:pt x="18" y="67"/>
                </a:lnTo>
                <a:moveTo>
                  <a:pt x="13" y="70"/>
                </a:moveTo>
                <a:lnTo>
                  <a:pt x="7" y="73"/>
                </a:lnTo>
                <a:lnTo>
                  <a:pt x="4" y="67"/>
                </a:lnTo>
                <a:lnTo>
                  <a:pt x="10" y="64"/>
                </a:lnTo>
                <a:lnTo>
                  <a:pt x="13" y="70"/>
                </a:lnTo>
                <a:moveTo>
                  <a:pt x="7" y="73"/>
                </a:moveTo>
                <a:lnTo>
                  <a:pt x="0" y="77"/>
                </a:lnTo>
                <a:lnTo>
                  <a:pt x="0" y="67"/>
                </a:lnTo>
                <a:lnTo>
                  <a:pt x="6" y="67"/>
                </a:lnTo>
                <a:lnTo>
                  <a:pt x="6" y="71"/>
                </a:lnTo>
                <a:lnTo>
                  <a:pt x="3" y="71"/>
                </a:lnTo>
                <a:lnTo>
                  <a:pt x="2" y="68"/>
                </a:lnTo>
                <a:lnTo>
                  <a:pt x="4" y="67"/>
                </a:lnTo>
                <a:lnTo>
                  <a:pt x="7" y="73"/>
                </a:lnTo>
                <a:moveTo>
                  <a:pt x="0" y="67"/>
                </a:moveTo>
                <a:lnTo>
                  <a:pt x="0" y="61"/>
                </a:lnTo>
                <a:lnTo>
                  <a:pt x="6" y="61"/>
                </a:lnTo>
                <a:lnTo>
                  <a:pt x="6" y="67"/>
                </a:lnTo>
                <a:lnTo>
                  <a:pt x="0" y="67"/>
                </a:lnTo>
                <a:moveTo>
                  <a:pt x="0" y="61"/>
                </a:moveTo>
                <a:lnTo>
                  <a:pt x="0" y="54"/>
                </a:lnTo>
                <a:lnTo>
                  <a:pt x="6" y="54"/>
                </a:lnTo>
                <a:lnTo>
                  <a:pt x="6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6" y="47"/>
                </a:lnTo>
                <a:lnTo>
                  <a:pt x="6" y="54"/>
                </a:lnTo>
                <a:lnTo>
                  <a:pt x="0" y="54"/>
                </a:lnTo>
                <a:moveTo>
                  <a:pt x="0" y="47"/>
                </a:moveTo>
                <a:lnTo>
                  <a:pt x="0" y="40"/>
                </a:lnTo>
                <a:lnTo>
                  <a:pt x="6" y="40"/>
                </a:lnTo>
                <a:lnTo>
                  <a:pt x="6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4"/>
                </a:lnTo>
                <a:lnTo>
                  <a:pt x="6" y="34"/>
                </a:lnTo>
                <a:lnTo>
                  <a:pt x="6" y="40"/>
                </a:lnTo>
                <a:lnTo>
                  <a:pt x="0" y="40"/>
                </a:lnTo>
                <a:moveTo>
                  <a:pt x="0" y="34"/>
                </a:moveTo>
                <a:lnTo>
                  <a:pt x="0" y="27"/>
                </a:lnTo>
                <a:lnTo>
                  <a:pt x="6" y="27"/>
                </a:lnTo>
                <a:lnTo>
                  <a:pt x="6" y="34"/>
                </a:lnTo>
                <a:lnTo>
                  <a:pt x="0" y="34"/>
                </a:lnTo>
                <a:moveTo>
                  <a:pt x="0" y="27"/>
                </a:moveTo>
                <a:lnTo>
                  <a:pt x="0" y="21"/>
                </a:lnTo>
                <a:lnTo>
                  <a:pt x="6" y="21"/>
                </a:lnTo>
                <a:lnTo>
                  <a:pt x="6" y="27"/>
                </a:lnTo>
                <a:lnTo>
                  <a:pt x="0" y="27"/>
                </a:lnTo>
                <a:moveTo>
                  <a:pt x="0" y="21"/>
                </a:moveTo>
                <a:lnTo>
                  <a:pt x="0" y="14"/>
                </a:lnTo>
                <a:lnTo>
                  <a:pt x="6" y="14"/>
                </a:lnTo>
                <a:lnTo>
                  <a:pt x="6" y="21"/>
                </a:lnTo>
                <a:lnTo>
                  <a:pt x="0" y="21"/>
                </a:lnTo>
                <a:moveTo>
                  <a:pt x="0" y="14"/>
                </a:moveTo>
                <a:lnTo>
                  <a:pt x="0" y="8"/>
                </a:lnTo>
                <a:lnTo>
                  <a:pt x="6" y="8"/>
                </a:lnTo>
                <a:lnTo>
                  <a:pt x="6" y="14"/>
                </a:lnTo>
                <a:lnTo>
                  <a:pt x="0" y="14"/>
                </a:lnTo>
                <a:moveTo>
                  <a:pt x="0" y="8"/>
                </a:moveTo>
                <a:lnTo>
                  <a:pt x="0" y="0"/>
                </a:lnTo>
                <a:lnTo>
                  <a:pt x="10" y="5"/>
                </a:lnTo>
                <a:lnTo>
                  <a:pt x="8" y="11"/>
                </a:lnTo>
                <a:lnTo>
                  <a:pt x="2" y="8"/>
                </a:lnTo>
                <a:lnTo>
                  <a:pt x="3" y="5"/>
                </a:lnTo>
                <a:lnTo>
                  <a:pt x="6" y="5"/>
                </a:lnTo>
                <a:lnTo>
                  <a:pt x="6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887880" y="2628360"/>
            <a:ext cx="208440" cy="0"/>
          </a:xfrm>
          <a:custGeom>
            <a:avLst/>
            <a:gdLst/>
            <a:ahLst/>
            <a:rect l="0" t="0" r="r" b="b"/>
            <a:pathLst>
              <a:path fill="none" w="579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6" y="0"/>
                  <a:pt x="204" y="0"/>
                </a:cubicBezTo>
                <a:cubicBezTo>
                  <a:pt x="272" y="0"/>
                  <a:pt x="340" y="0"/>
                  <a:pt x="402" y="0"/>
                </a:cubicBezTo>
                <a:cubicBezTo>
                  <a:pt x="465" y="0"/>
                  <a:pt x="522" y="0"/>
                  <a:pt x="550" y="0"/>
                </a:cubicBezTo>
                <a:lnTo>
                  <a:pt x="579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7084440" y="261648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083360" y="2614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1" y="5"/>
                </a:moveTo>
                <a:lnTo>
                  <a:pt x="17" y="8"/>
                </a:lnTo>
                <a:lnTo>
                  <a:pt x="15" y="14"/>
                </a:lnTo>
                <a:lnTo>
                  <a:pt x="8" y="11"/>
                </a:lnTo>
                <a:lnTo>
                  <a:pt x="11" y="5"/>
                </a:lnTo>
                <a:moveTo>
                  <a:pt x="17" y="8"/>
                </a:moveTo>
                <a:lnTo>
                  <a:pt x="23" y="11"/>
                </a:lnTo>
                <a:lnTo>
                  <a:pt x="20" y="17"/>
                </a:lnTo>
                <a:lnTo>
                  <a:pt x="15" y="14"/>
                </a:lnTo>
                <a:lnTo>
                  <a:pt x="17" y="8"/>
                </a:lnTo>
                <a:moveTo>
                  <a:pt x="23" y="11"/>
                </a:moveTo>
                <a:lnTo>
                  <a:pt x="29" y="14"/>
                </a:lnTo>
                <a:lnTo>
                  <a:pt x="26" y="20"/>
                </a:lnTo>
                <a:lnTo>
                  <a:pt x="20" y="17"/>
                </a:lnTo>
                <a:lnTo>
                  <a:pt x="23" y="11"/>
                </a:lnTo>
                <a:moveTo>
                  <a:pt x="29" y="14"/>
                </a:moveTo>
                <a:lnTo>
                  <a:pt x="35" y="17"/>
                </a:lnTo>
                <a:lnTo>
                  <a:pt x="32" y="23"/>
                </a:lnTo>
                <a:lnTo>
                  <a:pt x="26" y="20"/>
                </a:lnTo>
                <a:lnTo>
                  <a:pt x="29" y="14"/>
                </a:lnTo>
                <a:moveTo>
                  <a:pt x="35" y="17"/>
                </a:moveTo>
                <a:lnTo>
                  <a:pt x="41" y="20"/>
                </a:lnTo>
                <a:lnTo>
                  <a:pt x="38" y="26"/>
                </a:lnTo>
                <a:lnTo>
                  <a:pt x="32" y="23"/>
                </a:lnTo>
                <a:lnTo>
                  <a:pt x="35" y="17"/>
                </a:lnTo>
                <a:moveTo>
                  <a:pt x="41" y="20"/>
                </a:moveTo>
                <a:lnTo>
                  <a:pt x="47" y="23"/>
                </a:lnTo>
                <a:lnTo>
                  <a:pt x="44" y="29"/>
                </a:lnTo>
                <a:lnTo>
                  <a:pt x="38" y="26"/>
                </a:lnTo>
                <a:lnTo>
                  <a:pt x="41" y="20"/>
                </a:lnTo>
                <a:moveTo>
                  <a:pt x="47" y="23"/>
                </a:moveTo>
                <a:lnTo>
                  <a:pt x="52" y="26"/>
                </a:lnTo>
                <a:lnTo>
                  <a:pt x="49" y="31"/>
                </a:lnTo>
                <a:lnTo>
                  <a:pt x="44" y="29"/>
                </a:lnTo>
                <a:lnTo>
                  <a:pt x="47" y="23"/>
                </a:lnTo>
                <a:moveTo>
                  <a:pt x="52" y="26"/>
                </a:moveTo>
                <a:lnTo>
                  <a:pt x="58" y="29"/>
                </a:lnTo>
                <a:lnTo>
                  <a:pt x="55" y="34"/>
                </a:lnTo>
                <a:lnTo>
                  <a:pt x="49" y="31"/>
                </a:lnTo>
                <a:lnTo>
                  <a:pt x="52" y="26"/>
                </a:lnTo>
                <a:moveTo>
                  <a:pt x="58" y="29"/>
                </a:moveTo>
                <a:lnTo>
                  <a:pt x="64" y="31"/>
                </a:lnTo>
                <a:lnTo>
                  <a:pt x="61" y="37"/>
                </a:lnTo>
                <a:lnTo>
                  <a:pt x="55" y="34"/>
                </a:lnTo>
                <a:lnTo>
                  <a:pt x="58" y="29"/>
                </a:lnTo>
                <a:moveTo>
                  <a:pt x="64" y="31"/>
                </a:moveTo>
                <a:lnTo>
                  <a:pt x="70" y="34"/>
                </a:lnTo>
                <a:lnTo>
                  <a:pt x="67" y="40"/>
                </a:lnTo>
                <a:lnTo>
                  <a:pt x="61" y="37"/>
                </a:lnTo>
                <a:lnTo>
                  <a:pt x="64" y="31"/>
                </a:lnTo>
                <a:moveTo>
                  <a:pt x="70" y="34"/>
                </a:moveTo>
                <a:lnTo>
                  <a:pt x="77" y="38"/>
                </a:lnTo>
                <a:lnTo>
                  <a:pt x="66" y="43"/>
                </a:lnTo>
                <a:lnTo>
                  <a:pt x="63" y="37"/>
                </a:lnTo>
                <a:lnTo>
                  <a:pt x="68" y="35"/>
                </a:lnTo>
                <a:lnTo>
                  <a:pt x="69" y="38"/>
                </a:lnTo>
                <a:lnTo>
                  <a:pt x="68" y="41"/>
                </a:lnTo>
                <a:lnTo>
                  <a:pt x="67" y="40"/>
                </a:lnTo>
                <a:lnTo>
                  <a:pt x="70" y="34"/>
                </a:lnTo>
                <a:moveTo>
                  <a:pt x="66" y="43"/>
                </a:moveTo>
                <a:lnTo>
                  <a:pt x="60" y="46"/>
                </a:lnTo>
                <a:lnTo>
                  <a:pt x="57" y="40"/>
                </a:lnTo>
                <a:lnTo>
                  <a:pt x="63" y="37"/>
                </a:lnTo>
                <a:lnTo>
                  <a:pt x="66" y="43"/>
                </a:lnTo>
                <a:moveTo>
                  <a:pt x="60" y="46"/>
                </a:moveTo>
                <a:lnTo>
                  <a:pt x="55" y="49"/>
                </a:lnTo>
                <a:lnTo>
                  <a:pt x="52" y="43"/>
                </a:lnTo>
                <a:lnTo>
                  <a:pt x="57" y="40"/>
                </a:lnTo>
                <a:lnTo>
                  <a:pt x="60" y="46"/>
                </a:lnTo>
                <a:moveTo>
                  <a:pt x="55" y="49"/>
                </a:moveTo>
                <a:lnTo>
                  <a:pt x="49" y="53"/>
                </a:lnTo>
                <a:lnTo>
                  <a:pt x="46" y="46"/>
                </a:lnTo>
                <a:lnTo>
                  <a:pt x="52" y="43"/>
                </a:lnTo>
                <a:lnTo>
                  <a:pt x="55" y="49"/>
                </a:lnTo>
                <a:moveTo>
                  <a:pt x="49" y="53"/>
                </a:moveTo>
                <a:lnTo>
                  <a:pt x="43" y="56"/>
                </a:lnTo>
                <a:lnTo>
                  <a:pt x="40" y="49"/>
                </a:lnTo>
                <a:lnTo>
                  <a:pt x="46" y="46"/>
                </a:lnTo>
                <a:lnTo>
                  <a:pt x="49" y="53"/>
                </a:lnTo>
                <a:moveTo>
                  <a:pt x="43" y="56"/>
                </a:moveTo>
                <a:lnTo>
                  <a:pt x="37" y="59"/>
                </a:lnTo>
                <a:lnTo>
                  <a:pt x="34" y="53"/>
                </a:lnTo>
                <a:lnTo>
                  <a:pt x="40" y="49"/>
                </a:lnTo>
                <a:lnTo>
                  <a:pt x="43" y="56"/>
                </a:lnTo>
                <a:moveTo>
                  <a:pt x="37" y="59"/>
                </a:moveTo>
                <a:lnTo>
                  <a:pt x="31" y="62"/>
                </a:lnTo>
                <a:lnTo>
                  <a:pt x="28" y="56"/>
                </a:lnTo>
                <a:lnTo>
                  <a:pt x="34" y="53"/>
                </a:lnTo>
                <a:lnTo>
                  <a:pt x="37" y="59"/>
                </a:lnTo>
                <a:moveTo>
                  <a:pt x="31" y="62"/>
                </a:moveTo>
                <a:lnTo>
                  <a:pt x="25" y="64"/>
                </a:lnTo>
                <a:lnTo>
                  <a:pt x="22" y="59"/>
                </a:lnTo>
                <a:lnTo>
                  <a:pt x="28" y="56"/>
                </a:lnTo>
                <a:lnTo>
                  <a:pt x="31" y="62"/>
                </a:lnTo>
                <a:moveTo>
                  <a:pt x="25" y="64"/>
                </a:moveTo>
                <a:lnTo>
                  <a:pt x="20" y="67"/>
                </a:lnTo>
                <a:lnTo>
                  <a:pt x="17" y="62"/>
                </a:lnTo>
                <a:lnTo>
                  <a:pt x="22" y="59"/>
                </a:lnTo>
                <a:lnTo>
                  <a:pt x="25" y="64"/>
                </a:lnTo>
                <a:moveTo>
                  <a:pt x="20" y="67"/>
                </a:moveTo>
                <a:lnTo>
                  <a:pt x="14" y="70"/>
                </a:lnTo>
                <a:lnTo>
                  <a:pt x="10" y="64"/>
                </a:lnTo>
                <a:lnTo>
                  <a:pt x="17" y="62"/>
                </a:lnTo>
                <a:lnTo>
                  <a:pt x="20" y="67"/>
                </a:lnTo>
                <a:moveTo>
                  <a:pt x="14" y="70"/>
                </a:moveTo>
                <a:lnTo>
                  <a:pt x="7" y="73"/>
                </a:lnTo>
                <a:lnTo>
                  <a:pt x="4" y="67"/>
                </a:lnTo>
                <a:lnTo>
                  <a:pt x="10" y="64"/>
                </a:lnTo>
                <a:lnTo>
                  <a:pt x="14" y="70"/>
                </a:lnTo>
                <a:moveTo>
                  <a:pt x="7" y="73"/>
                </a:moveTo>
                <a:lnTo>
                  <a:pt x="0" y="77"/>
                </a:lnTo>
                <a:lnTo>
                  <a:pt x="0" y="67"/>
                </a:lnTo>
                <a:lnTo>
                  <a:pt x="7" y="67"/>
                </a:lnTo>
                <a:lnTo>
                  <a:pt x="7" y="71"/>
                </a:lnTo>
                <a:lnTo>
                  <a:pt x="3" y="71"/>
                </a:lnTo>
                <a:lnTo>
                  <a:pt x="2" y="68"/>
                </a:lnTo>
                <a:lnTo>
                  <a:pt x="4" y="67"/>
                </a:lnTo>
                <a:lnTo>
                  <a:pt x="7" y="73"/>
                </a:lnTo>
                <a:moveTo>
                  <a:pt x="0" y="67"/>
                </a:moveTo>
                <a:lnTo>
                  <a:pt x="0" y="61"/>
                </a:lnTo>
                <a:lnTo>
                  <a:pt x="7" y="61"/>
                </a:lnTo>
                <a:lnTo>
                  <a:pt x="7" y="67"/>
                </a:lnTo>
                <a:lnTo>
                  <a:pt x="0" y="67"/>
                </a:lnTo>
                <a:moveTo>
                  <a:pt x="0" y="61"/>
                </a:moveTo>
                <a:lnTo>
                  <a:pt x="0" y="54"/>
                </a:lnTo>
                <a:lnTo>
                  <a:pt x="7" y="54"/>
                </a:lnTo>
                <a:lnTo>
                  <a:pt x="7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7" y="47"/>
                </a:lnTo>
                <a:lnTo>
                  <a:pt x="7" y="54"/>
                </a:lnTo>
                <a:lnTo>
                  <a:pt x="0" y="54"/>
                </a:lnTo>
                <a:moveTo>
                  <a:pt x="0" y="47"/>
                </a:moveTo>
                <a:lnTo>
                  <a:pt x="0" y="40"/>
                </a:lnTo>
                <a:lnTo>
                  <a:pt x="7" y="40"/>
                </a:lnTo>
                <a:lnTo>
                  <a:pt x="7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4"/>
                </a:lnTo>
                <a:lnTo>
                  <a:pt x="7" y="34"/>
                </a:lnTo>
                <a:lnTo>
                  <a:pt x="7" y="40"/>
                </a:lnTo>
                <a:lnTo>
                  <a:pt x="0" y="40"/>
                </a:lnTo>
                <a:moveTo>
                  <a:pt x="0" y="34"/>
                </a:moveTo>
                <a:lnTo>
                  <a:pt x="0" y="27"/>
                </a:lnTo>
                <a:lnTo>
                  <a:pt x="7" y="27"/>
                </a:lnTo>
                <a:lnTo>
                  <a:pt x="7" y="34"/>
                </a:lnTo>
                <a:lnTo>
                  <a:pt x="0" y="34"/>
                </a:lnTo>
                <a:moveTo>
                  <a:pt x="0" y="27"/>
                </a:moveTo>
                <a:lnTo>
                  <a:pt x="0" y="21"/>
                </a:lnTo>
                <a:lnTo>
                  <a:pt x="7" y="21"/>
                </a:lnTo>
                <a:lnTo>
                  <a:pt x="7" y="27"/>
                </a:lnTo>
                <a:lnTo>
                  <a:pt x="0" y="27"/>
                </a:lnTo>
                <a:moveTo>
                  <a:pt x="0" y="21"/>
                </a:moveTo>
                <a:lnTo>
                  <a:pt x="0" y="14"/>
                </a:lnTo>
                <a:lnTo>
                  <a:pt x="7" y="14"/>
                </a:lnTo>
                <a:lnTo>
                  <a:pt x="7" y="21"/>
                </a:lnTo>
                <a:lnTo>
                  <a:pt x="0" y="21"/>
                </a:lnTo>
                <a:moveTo>
                  <a:pt x="0" y="14"/>
                </a:moveTo>
                <a:lnTo>
                  <a:pt x="0" y="8"/>
                </a:lnTo>
                <a:lnTo>
                  <a:pt x="7" y="8"/>
                </a:lnTo>
                <a:lnTo>
                  <a:pt x="7" y="14"/>
                </a:lnTo>
                <a:lnTo>
                  <a:pt x="0" y="14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1"/>
                </a:lnTo>
                <a:lnTo>
                  <a:pt x="2" y="8"/>
                </a:lnTo>
                <a:lnTo>
                  <a:pt x="3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870680" y="2628360"/>
            <a:ext cx="135000" cy="0"/>
          </a:xfrm>
          <a:custGeom>
            <a:avLst/>
            <a:gdLst/>
            <a:ahLst/>
            <a:rect l="0" t="0" r="r" b="b"/>
            <a:pathLst>
              <a:path fill="none" w="375" h="0">
                <a:moveTo>
                  <a:pt x="0" y="0"/>
                </a:moveTo>
                <a:lnTo>
                  <a:pt x="34" y="0"/>
                </a:lnTo>
                <a:cubicBezTo>
                  <a:pt x="68" y="0"/>
                  <a:pt x="136" y="0"/>
                  <a:pt x="199" y="0"/>
                </a:cubicBezTo>
                <a:cubicBezTo>
                  <a:pt x="261" y="0"/>
                  <a:pt x="318" y="0"/>
                  <a:pt x="347" y="0"/>
                </a:cubicBezTo>
                <a:lnTo>
                  <a:pt x="375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994160" y="261648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7992720" y="2614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1" y="5"/>
                </a:moveTo>
                <a:lnTo>
                  <a:pt x="17" y="8"/>
                </a:lnTo>
                <a:lnTo>
                  <a:pt x="14" y="14"/>
                </a:lnTo>
                <a:lnTo>
                  <a:pt x="8" y="11"/>
                </a:lnTo>
                <a:lnTo>
                  <a:pt x="11" y="5"/>
                </a:lnTo>
                <a:moveTo>
                  <a:pt x="17" y="8"/>
                </a:moveTo>
                <a:lnTo>
                  <a:pt x="23" y="11"/>
                </a:lnTo>
                <a:lnTo>
                  <a:pt x="20" y="17"/>
                </a:lnTo>
                <a:lnTo>
                  <a:pt x="14" y="14"/>
                </a:lnTo>
                <a:lnTo>
                  <a:pt x="17" y="8"/>
                </a:lnTo>
                <a:moveTo>
                  <a:pt x="23" y="11"/>
                </a:moveTo>
                <a:lnTo>
                  <a:pt x="28" y="14"/>
                </a:lnTo>
                <a:lnTo>
                  <a:pt x="26" y="20"/>
                </a:lnTo>
                <a:lnTo>
                  <a:pt x="20" y="17"/>
                </a:lnTo>
                <a:lnTo>
                  <a:pt x="23" y="11"/>
                </a:lnTo>
                <a:moveTo>
                  <a:pt x="28" y="14"/>
                </a:moveTo>
                <a:lnTo>
                  <a:pt x="34" y="17"/>
                </a:lnTo>
                <a:lnTo>
                  <a:pt x="31" y="23"/>
                </a:lnTo>
                <a:lnTo>
                  <a:pt x="26" y="20"/>
                </a:lnTo>
                <a:lnTo>
                  <a:pt x="28" y="14"/>
                </a:lnTo>
                <a:moveTo>
                  <a:pt x="34" y="17"/>
                </a:moveTo>
                <a:lnTo>
                  <a:pt x="41" y="20"/>
                </a:lnTo>
                <a:lnTo>
                  <a:pt x="38" y="26"/>
                </a:lnTo>
                <a:lnTo>
                  <a:pt x="31" y="23"/>
                </a:lnTo>
                <a:lnTo>
                  <a:pt x="34" y="17"/>
                </a:lnTo>
                <a:moveTo>
                  <a:pt x="41" y="20"/>
                </a:moveTo>
                <a:lnTo>
                  <a:pt x="47" y="23"/>
                </a:lnTo>
                <a:lnTo>
                  <a:pt x="44" y="29"/>
                </a:lnTo>
                <a:lnTo>
                  <a:pt x="38" y="26"/>
                </a:lnTo>
                <a:lnTo>
                  <a:pt x="41" y="20"/>
                </a:lnTo>
                <a:moveTo>
                  <a:pt x="47" y="23"/>
                </a:moveTo>
                <a:lnTo>
                  <a:pt x="53" y="26"/>
                </a:lnTo>
                <a:lnTo>
                  <a:pt x="50" y="31"/>
                </a:lnTo>
                <a:lnTo>
                  <a:pt x="44" y="29"/>
                </a:lnTo>
                <a:lnTo>
                  <a:pt x="47" y="23"/>
                </a:lnTo>
                <a:moveTo>
                  <a:pt x="53" y="26"/>
                </a:moveTo>
                <a:lnTo>
                  <a:pt x="59" y="29"/>
                </a:lnTo>
                <a:lnTo>
                  <a:pt x="56" y="34"/>
                </a:lnTo>
                <a:lnTo>
                  <a:pt x="50" y="31"/>
                </a:lnTo>
                <a:lnTo>
                  <a:pt x="53" y="26"/>
                </a:lnTo>
                <a:moveTo>
                  <a:pt x="59" y="29"/>
                </a:moveTo>
                <a:lnTo>
                  <a:pt x="64" y="31"/>
                </a:lnTo>
                <a:lnTo>
                  <a:pt x="62" y="37"/>
                </a:lnTo>
                <a:lnTo>
                  <a:pt x="56" y="34"/>
                </a:lnTo>
                <a:lnTo>
                  <a:pt x="59" y="29"/>
                </a:lnTo>
                <a:moveTo>
                  <a:pt x="64" y="31"/>
                </a:moveTo>
                <a:lnTo>
                  <a:pt x="70" y="34"/>
                </a:lnTo>
                <a:lnTo>
                  <a:pt x="67" y="40"/>
                </a:lnTo>
                <a:lnTo>
                  <a:pt x="62" y="37"/>
                </a:lnTo>
                <a:lnTo>
                  <a:pt x="64" y="31"/>
                </a:lnTo>
                <a:moveTo>
                  <a:pt x="70" y="34"/>
                </a:moveTo>
                <a:lnTo>
                  <a:pt x="77" y="38"/>
                </a:lnTo>
                <a:lnTo>
                  <a:pt x="67" y="43"/>
                </a:lnTo>
                <a:lnTo>
                  <a:pt x="64" y="37"/>
                </a:lnTo>
                <a:lnTo>
                  <a:pt x="68" y="35"/>
                </a:lnTo>
                <a:lnTo>
                  <a:pt x="70" y="38"/>
                </a:lnTo>
                <a:lnTo>
                  <a:pt x="68" y="41"/>
                </a:lnTo>
                <a:lnTo>
                  <a:pt x="67" y="40"/>
                </a:lnTo>
                <a:lnTo>
                  <a:pt x="70" y="34"/>
                </a:lnTo>
                <a:moveTo>
                  <a:pt x="67" y="43"/>
                </a:moveTo>
                <a:lnTo>
                  <a:pt x="61" y="46"/>
                </a:lnTo>
                <a:lnTo>
                  <a:pt x="58" y="40"/>
                </a:lnTo>
                <a:lnTo>
                  <a:pt x="64" y="37"/>
                </a:lnTo>
                <a:lnTo>
                  <a:pt x="67" y="43"/>
                </a:lnTo>
                <a:moveTo>
                  <a:pt x="61" y="46"/>
                </a:moveTo>
                <a:lnTo>
                  <a:pt x="55" y="49"/>
                </a:lnTo>
                <a:lnTo>
                  <a:pt x="52" y="43"/>
                </a:lnTo>
                <a:lnTo>
                  <a:pt x="58" y="40"/>
                </a:lnTo>
                <a:lnTo>
                  <a:pt x="61" y="46"/>
                </a:lnTo>
                <a:moveTo>
                  <a:pt x="55" y="49"/>
                </a:moveTo>
                <a:lnTo>
                  <a:pt x="49" y="53"/>
                </a:lnTo>
                <a:lnTo>
                  <a:pt x="46" y="46"/>
                </a:lnTo>
                <a:lnTo>
                  <a:pt x="52" y="43"/>
                </a:lnTo>
                <a:lnTo>
                  <a:pt x="55" y="49"/>
                </a:lnTo>
                <a:moveTo>
                  <a:pt x="49" y="53"/>
                </a:moveTo>
                <a:lnTo>
                  <a:pt x="43" y="56"/>
                </a:lnTo>
                <a:lnTo>
                  <a:pt x="40" y="49"/>
                </a:lnTo>
                <a:lnTo>
                  <a:pt x="46" y="46"/>
                </a:lnTo>
                <a:lnTo>
                  <a:pt x="49" y="53"/>
                </a:lnTo>
                <a:moveTo>
                  <a:pt x="43" y="56"/>
                </a:moveTo>
                <a:lnTo>
                  <a:pt x="37" y="59"/>
                </a:lnTo>
                <a:lnTo>
                  <a:pt x="33" y="53"/>
                </a:lnTo>
                <a:lnTo>
                  <a:pt x="40" y="49"/>
                </a:lnTo>
                <a:lnTo>
                  <a:pt x="43" y="56"/>
                </a:lnTo>
                <a:moveTo>
                  <a:pt x="37" y="59"/>
                </a:moveTo>
                <a:lnTo>
                  <a:pt x="31" y="62"/>
                </a:lnTo>
                <a:lnTo>
                  <a:pt x="28" y="56"/>
                </a:lnTo>
                <a:lnTo>
                  <a:pt x="33" y="53"/>
                </a:lnTo>
                <a:lnTo>
                  <a:pt x="37" y="59"/>
                </a:lnTo>
                <a:moveTo>
                  <a:pt x="31" y="62"/>
                </a:moveTo>
                <a:lnTo>
                  <a:pt x="25" y="64"/>
                </a:lnTo>
                <a:lnTo>
                  <a:pt x="22" y="59"/>
                </a:lnTo>
                <a:lnTo>
                  <a:pt x="28" y="56"/>
                </a:lnTo>
                <a:lnTo>
                  <a:pt x="31" y="62"/>
                </a:lnTo>
                <a:moveTo>
                  <a:pt x="25" y="64"/>
                </a:moveTo>
                <a:lnTo>
                  <a:pt x="19" y="67"/>
                </a:lnTo>
                <a:lnTo>
                  <a:pt x="16" y="62"/>
                </a:lnTo>
                <a:lnTo>
                  <a:pt x="22" y="59"/>
                </a:lnTo>
                <a:lnTo>
                  <a:pt x="25" y="64"/>
                </a:lnTo>
                <a:moveTo>
                  <a:pt x="19" y="67"/>
                </a:moveTo>
                <a:lnTo>
                  <a:pt x="13" y="70"/>
                </a:lnTo>
                <a:lnTo>
                  <a:pt x="10" y="64"/>
                </a:lnTo>
                <a:lnTo>
                  <a:pt x="16" y="62"/>
                </a:lnTo>
                <a:lnTo>
                  <a:pt x="19" y="67"/>
                </a:lnTo>
                <a:moveTo>
                  <a:pt x="13" y="70"/>
                </a:moveTo>
                <a:lnTo>
                  <a:pt x="7" y="73"/>
                </a:lnTo>
                <a:lnTo>
                  <a:pt x="4" y="67"/>
                </a:lnTo>
                <a:lnTo>
                  <a:pt x="10" y="64"/>
                </a:lnTo>
                <a:lnTo>
                  <a:pt x="13" y="70"/>
                </a:lnTo>
                <a:moveTo>
                  <a:pt x="7" y="73"/>
                </a:moveTo>
                <a:lnTo>
                  <a:pt x="0" y="77"/>
                </a:lnTo>
                <a:lnTo>
                  <a:pt x="0" y="67"/>
                </a:lnTo>
                <a:lnTo>
                  <a:pt x="7" y="67"/>
                </a:lnTo>
                <a:lnTo>
                  <a:pt x="7" y="71"/>
                </a:lnTo>
                <a:lnTo>
                  <a:pt x="4" y="71"/>
                </a:lnTo>
                <a:lnTo>
                  <a:pt x="2" y="68"/>
                </a:lnTo>
                <a:lnTo>
                  <a:pt x="4" y="67"/>
                </a:lnTo>
                <a:lnTo>
                  <a:pt x="7" y="73"/>
                </a:lnTo>
                <a:moveTo>
                  <a:pt x="0" y="67"/>
                </a:moveTo>
                <a:lnTo>
                  <a:pt x="0" y="61"/>
                </a:lnTo>
                <a:lnTo>
                  <a:pt x="7" y="61"/>
                </a:lnTo>
                <a:lnTo>
                  <a:pt x="7" y="67"/>
                </a:lnTo>
                <a:lnTo>
                  <a:pt x="0" y="67"/>
                </a:lnTo>
                <a:moveTo>
                  <a:pt x="0" y="61"/>
                </a:moveTo>
                <a:lnTo>
                  <a:pt x="0" y="54"/>
                </a:lnTo>
                <a:lnTo>
                  <a:pt x="7" y="54"/>
                </a:lnTo>
                <a:lnTo>
                  <a:pt x="7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7" y="47"/>
                </a:lnTo>
                <a:lnTo>
                  <a:pt x="7" y="54"/>
                </a:lnTo>
                <a:lnTo>
                  <a:pt x="0" y="54"/>
                </a:lnTo>
                <a:moveTo>
                  <a:pt x="0" y="47"/>
                </a:moveTo>
                <a:lnTo>
                  <a:pt x="0" y="40"/>
                </a:lnTo>
                <a:lnTo>
                  <a:pt x="7" y="40"/>
                </a:lnTo>
                <a:lnTo>
                  <a:pt x="7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4"/>
                </a:lnTo>
                <a:lnTo>
                  <a:pt x="7" y="34"/>
                </a:lnTo>
                <a:lnTo>
                  <a:pt x="7" y="40"/>
                </a:lnTo>
                <a:lnTo>
                  <a:pt x="0" y="40"/>
                </a:lnTo>
                <a:moveTo>
                  <a:pt x="0" y="34"/>
                </a:moveTo>
                <a:lnTo>
                  <a:pt x="0" y="27"/>
                </a:lnTo>
                <a:lnTo>
                  <a:pt x="7" y="27"/>
                </a:lnTo>
                <a:lnTo>
                  <a:pt x="7" y="34"/>
                </a:lnTo>
                <a:lnTo>
                  <a:pt x="0" y="34"/>
                </a:lnTo>
                <a:moveTo>
                  <a:pt x="0" y="27"/>
                </a:moveTo>
                <a:lnTo>
                  <a:pt x="0" y="21"/>
                </a:lnTo>
                <a:lnTo>
                  <a:pt x="7" y="21"/>
                </a:lnTo>
                <a:lnTo>
                  <a:pt x="7" y="27"/>
                </a:lnTo>
                <a:lnTo>
                  <a:pt x="0" y="27"/>
                </a:lnTo>
                <a:moveTo>
                  <a:pt x="0" y="21"/>
                </a:moveTo>
                <a:lnTo>
                  <a:pt x="0" y="14"/>
                </a:lnTo>
                <a:lnTo>
                  <a:pt x="7" y="14"/>
                </a:lnTo>
                <a:lnTo>
                  <a:pt x="7" y="21"/>
                </a:lnTo>
                <a:lnTo>
                  <a:pt x="0" y="21"/>
                </a:lnTo>
                <a:moveTo>
                  <a:pt x="0" y="14"/>
                </a:moveTo>
                <a:lnTo>
                  <a:pt x="0" y="8"/>
                </a:lnTo>
                <a:lnTo>
                  <a:pt x="7" y="8"/>
                </a:lnTo>
                <a:lnTo>
                  <a:pt x="7" y="14"/>
                </a:lnTo>
                <a:lnTo>
                  <a:pt x="0" y="14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1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5940360" y="2177280"/>
            <a:ext cx="268560" cy="0"/>
          </a:xfrm>
          <a:custGeom>
            <a:avLst/>
            <a:gdLst/>
            <a:ahLst/>
            <a:rect l="0" t="0" r="r" b="b"/>
            <a:pathLst>
              <a:path fill="none" w="746" h="0">
                <a:moveTo>
                  <a:pt x="0" y="0"/>
                </a:moveTo>
                <a:lnTo>
                  <a:pt x="52" y="0"/>
                </a:lnTo>
                <a:cubicBezTo>
                  <a:pt x="103" y="0"/>
                  <a:pt x="206" y="0"/>
                  <a:pt x="331" y="0"/>
                </a:cubicBezTo>
                <a:cubicBezTo>
                  <a:pt x="455" y="0"/>
                  <a:pt x="600" y="0"/>
                  <a:pt x="673" y="0"/>
                </a:cubicBezTo>
                <a:lnTo>
                  <a:pt x="746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6197040" y="216540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6195960" y="216360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11" y="5"/>
                </a:moveTo>
                <a:lnTo>
                  <a:pt x="17" y="8"/>
                </a:lnTo>
                <a:lnTo>
                  <a:pt x="14" y="14"/>
                </a:lnTo>
                <a:lnTo>
                  <a:pt x="8" y="11"/>
                </a:lnTo>
                <a:lnTo>
                  <a:pt x="11" y="5"/>
                </a:lnTo>
                <a:moveTo>
                  <a:pt x="17" y="8"/>
                </a:moveTo>
                <a:lnTo>
                  <a:pt x="23" y="11"/>
                </a:lnTo>
                <a:lnTo>
                  <a:pt x="20" y="17"/>
                </a:lnTo>
                <a:lnTo>
                  <a:pt x="14" y="14"/>
                </a:lnTo>
                <a:lnTo>
                  <a:pt x="17" y="8"/>
                </a:lnTo>
                <a:moveTo>
                  <a:pt x="23" y="11"/>
                </a:moveTo>
                <a:lnTo>
                  <a:pt x="29" y="14"/>
                </a:lnTo>
                <a:lnTo>
                  <a:pt x="26" y="20"/>
                </a:lnTo>
                <a:lnTo>
                  <a:pt x="20" y="17"/>
                </a:lnTo>
                <a:lnTo>
                  <a:pt x="23" y="11"/>
                </a:lnTo>
                <a:moveTo>
                  <a:pt x="29" y="14"/>
                </a:moveTo>
                <a:lnTo>
                  <a:pt x="35" y="17"/>
                </a:lnTo>
                <a:lnTo>
                  <a:pt x="32" y="23"/>
                </a:lnTo>
                <a:lnTo>
                  <a:pt x="26" y="20"/>
                </a:lnTo>
                <a:lnTo>
                  <a:pt x="29" y="14"/>
                </a:lnTo>
                <a:moveTo>
                  <a:pt x="35" y="17"/>
                </a:moveTo>
                <a:lnTo>
                  <a:pt x="41" y="20"/>
                </a:lnTo>
                <a:lnTo>
                  <a:pt x="38" y="26"/>
                </a:lnTo>
                <a:lnTo>
                  <a:pt x="32" y="23"/>
                </a:lnTo>
                <a:lnTo>
                  <a:pt x="35" y="17"/>
                </a:lnTo>
                <a:moveTo>
                  <a:pt x="41" y="20"/>
                </a:moveTo>
                <a:lnTo>
                  <a:pt x="46" y="23"/>
                </a:lnTo>
                <a:lnTo>
                  <a:pt x="43" y="30"/>
                </a:lnTo>
                <a:lnTo>
                  <a:pt x="38" y="26"/>
                </a:lnTo>
                <a:lnTo>
                  <a:pt x="41" y="20"/>
                </a:lnTo>
                <a:moveTo>
                  <a:pt x="46" y="23"/>
                </a:moveTo>
                <a:lnTo>
                  <a:pt x="52" y="26"/>
                </a:lnTo>
                <a:lnTo>
                  <a:pt x="49" y="32"/>
                </a:lnTo>
                <a:lnTo>
                  <a:pt x="43" y="30"/>
                </a:lnTo>
                <a:lnTo>
                  <a:pt x="46" y="23"/>
                </a:lnTo>
                <a:moveTo>
                  <a:pt x="52" y="26"/>
                </a:moveTo>
                <a:lnTo>
                  <a:pt x="58" y="30"/>
                </a:lnTo>
                <a:lnTo>
                  <a:pt x="55" y="35"/>
                </a:lnTo>
                <a:lnTo>
                  <a:pt x="49" y="32"/>
                </a:lnTo>
                <a:lnTo>
                  <a:pt x="52" y="26"/>
                </a:lnTo>
                <a:moveTo>
                  <a:pt x="58" y="30"/>
                </a:moveTo>
                <a:lnTo>
                  <a:pt x="64" y="32"/>
                </a:lnTo>
                <a:lnTo>
                  <a:pt x="61" y="38"/>
                </a:lnTo>
                <a:lnTo>
                  <a:pt x="55" y="35"/>
                </a:lnTo>
                <a:lnTo>
                  <a:pt x="58" y="30"/>
                </a:lnTo>
                <a:moveTo>
                  <a:pt x="64" y="32"/>
                </a:moveTo>
                <a:lnTo>
                  <a:pt x="70" y="35"/>
                </a:lnTo>
                <a:lnTo>
                  <a:pt x="67" y="41"/>
                </a:lnTo>
                <a:lnTo>
                  <a:pt x="61" y="38"/>
                </a:lnTo>
                <a:lnTo>
                  <a:pt x="64" y="32"/>
                </a:lnTo>
                <a:moveTo>
                  <a:pt x="70" y="35"/>
                </a:moveTo>
                <a:lnTo>
                  <a:pt x="77" y="39"/>
                </a:lnTo>
                <a:lnTo>
                  <a:pt x="66" y="44"/>
                </a:lnTo>
                <a:lnTo>
                  <a:pt x="63" y="38"/>
                </a:lnTo>
                <a:lnTo>
                  <a:pt x="68" y="36"/>
                </a:lnTo>
                <a:lnTo>
                  <a:pt x="69" y="39"/>
                </a:lnTo>
                <a:lnTo>
                  <a:pt x="68" y="42"/>
                </a:lnTo>
                <a:lnTo>
                  <a:pt x="67" y="41"/>
                </a:lnTo>
                <a:lnTo>
                  <a:pt x="70" y="35"/>
                </a:lnTo>
                <a:moveTo>
                  <a:pt x="66" y="44"/>
                </a:moveTo>
                <a:lnTo>
                  <a:pt x="60" y="47"/>
                </a:lnTo>
                <a:lnTo>
                  <a:pt x="57" y="41"/>
                </a:lnTo>
                <a:lnTo>
                  <a:pt x="63" y="38"/>
                </a:lnTo>
                <a:lnTo>
                  <a:pt x="66" y="44"/>
                </a:lnTo>
                <a:moveTo>
                  <a:pt x="60" y="47"/>
                </a:moveTo>
                <a:lnTo>
                  <a:pt x="54" y="50"/>
                </a:lnTo>
                <a:lnTo>
                  <a:pt x="51" y="44"/>
                </a:lnTo>
                <a:lnTo>
                  <a:pt x="57" y="41"/>
                </a:lnTo>
                <a:lnTo>
                  <a:pt x="60" y="47"/>
                </a:lnTo>
                <a:moveTo>
                  <a:pt x="54" y="50"/>
                </a:moveTo>
                <a:lnTo>
                  <a:pt x="48" y="53"/>
                </a:lnTo>
                <a:lnTo>
                  <a:pt x="46" y="47"/>
                </a:lnTo>
                <a:lnTo>
                  <a:pt x="51" y="44"/>
                </a:lnTo>
                <a:lnTo>
                  <a:pt x="54" y="50"/>
                </a:lnTo>
                <a:moveTo>
                  <a:pt x="48" y="53"/>
                </a:moveTo>
                <a:lnTo>
                  <a:pt x="43" y="56"/>
                </a:lnTo>
                <a:lnTo>
                  <a:pt x="40" y="50"/>
                </a:lnTo>
                <a:lnTo>
                  <a:pt x="46" y="47"/>
                </a:lnTo>
                <a:lnTo>
                  <a:pt x="48" y="53"/>
                </a:lnTo>
                <a:moveTo>
                  <a:pt x="43" y="56"/>
                </a:moveTo>
                <a:lnTo>
                  <a:pt x="37" y="59"/>
                </a:lnTo>
                <a:lnTo>
                  <a:pt x="34" y="53"/>
                </a:lnTo>
                <a:lnTo>
                  <a:pt x="40" y="50"/>
                </a:lnTo>
                <a:lnTo>
                  <a:pt x="43" y="56"/>
                </a:lnTo>
                <a:moveTo>
                  <a:pt x="37" y="59"/>
                </a:moveTo>
                <a:lnTo>
                  <a:pt x="31" y="62"/>
                </a:lnTo>
                <a:lnTo>
                  <a:pt x="28" y="56"/>
                </a:lnTo>
                <a:lnTo>
                  <a:pt x="34" y="53"/>
                </a:lnTo>
                <a:lnTo>
                  <a:pt x="37" y="59"/>
                </a:lnTo>
                <a:moveTo>
                  <a:pt x="31" y="62"/>
                </a:moveTo>
                <a:lnTo>
                  <a:pt x="25" y="65"/>
                </a:lnTo>
                <a:lnTo>
                  <a:pt x="22" y="59"/>
                </a:lnTo>
                <a:lnTo>
                  <a:pt x="28" y="56"/>
                </a:lnTo>
                <a:lnTo>
                  <a:pt x="31" y="62"/>
                </a:lnTo>
                <a:moveTo>
                  <a:pt x="25" y="65"/>
                </a:moveTo>
                <a:lnTo>
                  <a:pt x="19" y="67"/>
                </a:lnTo>
                <a:lnTo>
                  <a:pt x="16" y="62"/>
                </a:lnTo>
                <a:lnTo>
                  <a:pt x="22" y="59"/>
                </a:lnTo>
                <a:lnTo>
                  <a:pt x="25" y="65"/>
                </a:lnTo>
                <a:moveTo>
                  <a:pt x="19" y="67"/>
                </a:moveTo>
                <a:lnTo>
                  <a:pt x="13" y="70"/>
                </a:lnTo>
                <a:lnTo>
                  <a:pt x="11" y="65"/>
                </a:lnTo>
                <a:lnTo>
                  <a:pt x="16" y="62"/>
                </a:lnTo>
                <a:lnTo>
                  <a:pt x="19" y="67"/>
                </a:lnTo>
                <a:moveTo>
                  <a:pt x="13" y="70"/>
                </a:moveTo>
                <a:lnTo>
                  <a:pt x="8" y="73"/>
                </a:lnTo>
                <a:lnTo>
                  <a:pt x="5" y="67"/>
                </a:lnTo>
                <a:lnTo>
                  <a:pt x="11" y="65"/>
                </a:lnTo>
                <a:lnTo>
                  <a:pt x="13" y="70"/>
                </a:lnTo>
                <a:moveTo>
                  <a:pt x="8" y="73"/>
                </a:moveTo>
                <a:lnTo>
                  <a:pt x="0" y="77"/>
                </a:lnTo>
                <a:lnTo>
                  <a:pt x="0" y="67"/>
                </a:lnTo>
                <a:lnTo>
                  <a:pt x="7" y="67"/>
                </a:lnTo>
                <a:lnTo>
                  <a:pt x="7" y="71"/>
                </a:lnTo>
                <a:lnTo>
                  <a:pt x="4" y="71"/>
                </a:lnTo>
                <a:lnTo>
                  <a:pt x="3" y="68"/>
                </a:lnTo>
                <a:lnTo>
                  <a:pt x="5" y="67"/>
                </a:lnTo>
                <a:lnTo>
                  <a:pt x="8" y="73"/>
                </a:lnTo>
                <a:moveTo>
                  <a:pt x="0" y="67"/>
                </a:moveTo>
                <a:lnTo>
                  <a:pt x="0" y="61"/>
                </a:lnTo>
                <a:lnTo>
                  <a:pt x="7" y="61"/>
                </a:lnTo>
                <a:lnTo>
                  <a:pt x="7" y="67"/>
                </a:lnTo>
                <a:lnTo>
                  <a:pt x="0" y="67"/>
                </a:lnTo>
                <a:moveTo>
                  <a:pt x="0" y="61"/>
                </a:moveTo>
                <a:lnTo>
                  <a:pt x="0" y="54"/>
                </a:lnTo>
                <a:lnTo>
                  <a:pt x="7" y="54"/>
                </a:lnTo>
                <a:lnTo>
                  <a:pt x="7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8"/>
                </a:lnTo>
                <a:lnTo>
                  <a:pt x="7" y="48"/>
                </a:lnTo>
                <a:lnTo>
                  <a:pt x="7" y="54"/>
                </a:lnTo>
                <a:lnTo>
                  <a:pt x="0" y="54"/>
                </a:lnTo>
                <a:moveTo>
                  <a:pt x="0" y="48"/>
                </a:moveTo>
                <a:lnTo>
                  <a:pt x="0" y="41"/>
                </a:lnTo>
                <a:lnTo>
                  <a:pt x="7" y="41"/>
                </a:lnTo>
                <a:lnTo>
                  <a:pt x="7" y="48"/>
                </a:lnTo>
                <a:lnTo>
                  <a:pt x="0" y="48"/>
                </a:lnTo>
                <a:moveTo>
                  <a:pt x="0" y="41"/>
                </a:moveTo>
                <a:lnTo>
                  <a:pt x="0" y="35"/>
                </a:lnTo>
                <a:lnTo>
                  <a:pt x="7" y="35"/>
                </a:lnTo>
                <a:lnTo>
                  <a:pt x="7" y="41"/>
                </a:lnTo>
                <a:lnTo>
                  <a:pt x="0" y="41"/>
                </a:lnTo>
                <a:moveTo>
                  <a:pt x="0" y="35"/>
                </a:moveTo>
                <a:lnTo>
                  <a:pt x="0" y="27"/>
                </a:lnTo>
                <a:lnTo>
                  <a:pt x="7" y="27"/>
                </a:lnTo>
                <a:lnTo>
                  <a:pt x="7" y="35"/>
                </a:lnTo>
                <a:lnTo>
                  <a:pt x="0" y="35"/>
                </a:lnTo>
                <a:moveTo>
                  <a:pt x="0" y="27"/>
                </a:moveTo>
                <a:lnTo>
                  <a:pt x="0" y="21"/>
                </a:lnTo>
                <a:lnTo>
                  <a:pt x="7" y="21"/>
                </a:lnTo>
                <a:lnTo>
                  <a:pt x="7" y="27"/>
                </a:lnTo>
                <a:lnTo>
                  <a:pt x="0" y="27"/>
                </a:lnTo>
                <a:moveTo>
                  <a:pt x="0" y="21"/>
                </a:moveTo>
                <a:lnTo>
                  <a:pt x="0" y="14"/>
                </a:lnTo>
                <a:lnTo>
                  <a:pt x="7" y="14"/>
                </a:lnTo>
                <a:lnTo>
                  <a:pt x="7" y="21"/>
                </a:lnTo>
                <a:lnTo>
                  <a:pt x="0" y="21"/>
                </a:lnTo>
                <a:moveTo>
                  <a:pt x="0" y="14"/>
                </a:moveTo>
                <a:lnTo>
                  <a:pt x="0" y="8"/>
                </a:lnTo>
                <a:lnTo>
                  <a:pt x="7" y="8"/>
                </a:lnTo>
                <a:lnTo>
                  <a:pt x="7" y="14"/>
                </a:lnTo>
                <a:lnTo>
                  <a:pt x="0" y="14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62800" y="2512800"/>
            <a:ext cx="441360" cy="115920"/>
          </a:xfrm>
          <a:custGeom>
            <a:avLst/>
            <a:gdLst/>
            <a:ahLst/>
            <a:rect l="0" t="0" r="r" b="b"/>
            <a:pathLst>
              <a:path fill="none" w="1226" h="322">
                <a:moveTo>
                  <a:pt x="0" y="0"/>
                </a:moveTo>
                <a:lnTo>
                  <a:pt x="108" y="53"/>
                </a:lnTo>
                <a:cubicBezTo>
                  <a:pt x="216" y="107"/>
                  <a:pt x="431" y="214"/>
                  <a:pt x="573" y="268"/>
                </a:cubicBezTo>
                <a:cubicBezTo>
                  <a:pt x="715" y="322"/>
                  <a:pt x="783" y="322"/>
                  <a:pt x="851" y="322"/>
                </a:cubicBezTo>
                <a:cubicBezTo>
                  <a:pt x="919" y="322"/>
                  <a:pt x="987" y="322"/>
                  <a:pt x="1050" y="322"/>
                </a:cubicBezTo>
                <a:cubicBezTo>
                  <a:pt x="1112" y="322"/>
                  <a:pt x="1169" y="322"/>
                  <a:pt x="1198" y="322"/>
                </a:cubicBezTo>
                <a:lnTo>
                  <a:pt x="1226" y="322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5192280" y="261648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191200" y="2614680"/>
            <a:ext cx="27360" cy="27720"/>
          </a:xfrm>
          <a:custGeom>
            <a:avLst/>
            <a:gdLst/>
            <a:ahLst/>
            <a:rect l="0" t="0" r="r" b="b"/>
            <a:pathLst>
              <a:path w="76" h="77">
                <a:moveTo>
                  <a:pt x="10" y="5"/>
                </a:moveTo>
                <a:lnTo>
                  <a:pt x="16" y="8"/>
                </a:lnTo>
                <a:lnTo>
                  <a:pt x="13" y="14"/>
                </a:lnTo>
                <a:lnTo>
                  <a:pt x="7" y="11"/>
                </a:lnTo>
                <a:lnTo>
                  <a:pt x="10" y="5"/>
                </a:lnTo>
                <a:moveTo>
                  <a:pt x="16" y="8"/>
                </a:moveTo>
                <a:lnTo>
                  <a:pt x="23" y="11"/>
                </a:lnTo>
                <a:lnTo>
                  <a:pt x="20" y="17"/>
                </a:lnTo>
                <a:lnTo>
                  <a:pt x="13" y="14"/>
                </a:lnTo>
                <a:lnTo>
                  <a:pt x="16" y="8"/>
                </a:lnTo>
                <a:moveTo>
                  <a:pt x="23" y="11"/>
                </a:moveTo>
                <a:lnTo>
                  <a:pt x="29" y="14"/>
                </a:lnTo>
                <a:lnTo>
                  <a:pt x="26" y="20"/>
                </a:lnTo>
                <a:lnTo>
                  <a:pt x="20" y="17"/>
                </a:lnTo>
                <a:lnTo>
                  <a:pt x="23" y="11"/>
                </a:lnTo>
                <a:moveTo>
                  <a:pt x="29" y="14"/>
                </a:moveTo>
                <a:lnTo>
                  <a:pt x="34" y="17"/>
                </a:lnTo>
                <a:lnTo>
                  <a:pt x="32" y="23"/>
                </a:lnTo>
                <a:lnTo>
                  <a:pt x="26" y="20"/>
                </a:lnTo>
                <a:lnTo>
                  <a:pt x="29" y="14"/>
                </a:lnTo>
                <a:moveTo>
                  <a:pt x="34" y="17"/>
                </a:moveTo>
                <a:lnTo>
                  <a:pt x="40" y="20"/>
                </a:lnTo>
                <a:lnTo>
                  <a:pt x="37" y="26"/>
                </a:lnTo>
                <a:lnTo>
                  <a:pt x="32" y="23"/>
                </a:lnTo>
                <a:lnTo>
                  <a:pt x="34" y="17"/>
                </a:lnTo>
                <a:moveTo>
                  <a:pt x="40" y="20"/>
                </a:moveTo>
                <a:lnTo>
                  <a:pt x="46" y="23"/>
                </a:lnTo>
                <a:lnTo>
                  <a:pt x="43" y="29"/>
                </a:lnTo>
                <a:lnTo>
                  <a:pt x="37" y="26"/>
                </a:lnTo>
                <a:lnTo>
                  <a:pt x="40" y="20"/>
                </a:lnTo>
                <a:moveTo>
                  <a:pt x="46" y="23"/>
                </a:moveTo>
                <a:lnTo>
                  <a:pt x="52" y="26"/>
                </a:lnTo>
                <a:lnTo>
                  <a:pt x="49" y="31"/>
                </a:lnTo>
                <a:lnTo>
                  <a:pt x="43" y="29"/>
                </a:lnTo>
                <a:lnTo>
                  <a:pt x="46" y="23"/>
                </a:lnTo>
                <a:moveTo>
                  <a:pt x="52" y="26"/>
                </a:moveTo>
                <a:lnTo>
                  <a:pt x="58" y="29"/>
                </a:lnTo>
                <a:lnTo>
                  <a:pt x="55" y="34"/>
                </a:lnTo>
                <a:lnTo>
                  <a:pt x="49" y="31"/>
                </a:lnTo>
                <a:lnTo>
                  <a:pt x="52" y="26"/>
                </a:lnTo>
                <a:moveTo>
                  <a:pt x="58" y="29"/>
                </a:moveTo>
                <a:lnTo>
                  <a:pt x="64" y="31"/>
                </a:lnTo>
                <a:lnTo>
                  <a:pt x="61" y="37"/>
                </a:lnTo>
                <a:lnTo>
                  <a:pt x="55" y="34"/>
                </a:lnTo>
                <a:lnTo>
                  <a:pt x="58" y="29"/>
                </a:lnTo>
                <a:moveTo>
                  <a:pt x="64" y="31"/>
                </a:moveTo>
                <a:lnTo>
                  <a:pt x="69" y="34"/>
                </a:lnTo>
                <a:lnTo>
                  <a:pt x="67" y="40"/>
                </a:lnTo>
                <a:lnTo>
                  <a:pt x="61" y="37"/>
                </a:lnTo>
                <a:lnTo>
                  <a:pt x="64" y="31"/>
                </a:lnTo>
                <a:moveTo>
                  <a:pt x="69" y="34"/>
                </a:moveTo>
                <a:lnTo>
                  <a:pt x="76" y="38"/>
                </a:lnTo>
                <a:lnTo>
                  <a:pt x="66" y="43"/>
                </a:lnTo>
                <a:lnTo>
                  <a:pt x="63" y="37"/>
                </a:lnTo>
                <a:lnTo>
                  <a:pt x="68" y="35"/>
                </a:lnTo>
                <a:lnTo>
                  <a:pt x="69" y="38"/>
                </a:lnTo>
                <a:lnTo>
                  <a:pt x="68" y="41"/>
                </a:lnTo>
                <a:lnTo>
                  <a:pt x="67" y="40"/>
                </a:lnTo>
                <a:lnTo>
                  <a:pt x="69" y="34"/>
                </a:lnTo>
                <a:moveTo>
                  <a:pt x="66" y="43"/>
                </a:moveTo>
                <a:lnTo>
                  <a:pt x="60" y="46"/>
                </a:lnTo>
                <a:lnTo>
                  <a:pt x="57" y="40"/>
                </a:lnTo>
                <a:lnTo>
                  <a:pt x="63" y="37"/>
                </a:lnTo>
                <a:lnTo>
                  <a:pt x="66" y="43"/>
                </a:lnTo>
                <a:moveTo>
                  <a:pt x="60" y="46"/>
                </a:moveTo>
                <a:lnTo>
                  <a:pt x="54" y="49"/>
                </a:lnTo>
                <a:lnTo>
                  <a:pt x="51" y="43"/>
                </a:lnTo>
                <a:lnTo>
                  <a:pt x="57" y="40"/>
                </a:lnTo>
                <a:lnTo>
                  <a:pt x="60" y="46"/>
                </a:lnTo>
                <a:moveTo>
                  <a:pt x="54" y="49"/>
                </a:moveTo>
                <a:lnTo>
                  <a:pt x="48" y="53"/>
                </a:lnTo>
                <a:lnTo>
                  <a:pt x="45" y="46"/>
                </a:lnTo>
                <a:lnTo>
                  <a:pt x="51" y="43"/>
                </a:lnTo>
                <a:lnTo>
                  <a:pt x="54" y="49"/>
                </a:lnTo>
                <a:moveTo>
                  <a:pt x="48" y="53"/>
                </a:moveTo>
                <a:lnTo>
                  <a:pt x="42" y="56"/>
                </a:lnTo>
                <a:lnTo>
                  <a:pt x="39" y="49"/>
                </a:lnTo>
                <a:lnTo>
                  <a:pt x="45" y="46"/>
                </a:lnTo>
                <a:lnTo>
                  <a:pt x="48" y="53"/>
                </a:lnTo>
                <a:moveTo>
                  <a:pt x="42" y="56"/>
                </a:moveTo>
                <a:lnTo>
                  <a:pt x="37" y="59"/>
                </a:lnTo>
                <a:lnTo>
                  <a:pt x="34" y="53"/>
                </a:lnTo>
                <a:lnTo>
                  <a:pt x="39" y="49"/>
                </a:lnTo>
                <a:lnTo>
                  <a:pt x="42" y="56"/>
                </a:lnTo>
                <a:moveTo>
                  <a:pt x="37" y="59"/>
                </a:moveTo>
                <a:lnTo>
                  <a:pt x="31" y="62"/>
                </a:lnTo>
                <a:lnTo>
                  <a:pt x="28" y="56"/>
                </a:lnTo>
                <a:lnTo>
                  <a:pt x="34" y="53"/>
                </a:lnTo>
                <a:lnTo>
                  <a:pt x="37" y="59"/>
                </a:lnTo>
                <a:moveTo>
                  <a:pt x="31" y="62"/>
                </a:moveTo>
                <a:lnTo>
                  <a:pt x="25" y="64"/>
                </a:lnTo>
                <a:lnTo>
                  <a:pt x="22" y="59"/>
                </a:lnTo>
                <a:lnTo>
                  <a:pt x="28" y="56"/>
                </a:lnTo>
                <a:lnTo>
                  <a:pt x="31" y="62"/>
                </a:lnTo>
                <a:moveTo>
                  <a:pt x="25" y="64"/>
                </a:moveTo>
                <a:lnTo>
                  <a:pt x="19" y="67"/>
                </a:lnTo>
                <a:lnTo>
                  <a:pt x="15" y="62"/>
                </a:lnTo>
                <a:lnTo>
                  <a:pt x="22" y="59"/>
                </a:lnTo>
                <a:lnTo>
                  <a:pt x="25" y="64"/>
                </a:lnTo>
                <a:moveTo>
                  <a:pt x="19" y="67"/>
                </a:moveTo>
                <a:lnTo>
                  <a:pt x="12" y="70"/>
                </a:lnTo>
                <a:lnTo>
                  <a:pt x="9" y="64"/>
                </a:lnTo>
                <a:lnTo>
                  <a:pt x="15" y="62"/>
                </a:lnTo>
                <a:lnTo>
                  <a:pt x="19" y="67"/>
                </a:lnTo>
                <a:moveTo>
                  <a:pt x="12" y="70"/>
                </a:moveTo>
                <a:lnTo>
                  <a:pt x="6" y="73"/>
                </a:lnTo>
                <a:lnTo>
                  <a:pt x="3" y="67"/>
                </a:lnTo>
                <a:lnTo>
                  <a:pt x="9" y="64"/>
                </a:lnTo>
                <a:lnTo>
                  <a:pt x="12" y="70"/>
                </a:lnTo>
                <a:moveTo>
                  <a:pt x="6" y="73"/>
                </a:moveTo>
                <a:lnTo>
                  <a:pt x="0" y="77"/>
                </a:lnTo>
                <a:lnTo>
                  <a:pt x="0" y="67"/>
                </a:lnTo>
                <a:lnTo>
                  <a:pt x="6" y="67"/>
                </a:lnTo>
                <a:lnTo>
                  <a:pt x="6" y="71"/>
                </a:lnTo>
                <a:lnTo>
                  <a:pt x="3" y="71"/>
                </a:lnTo>
                <a:lnTo>
                  <a:pt x="1" y="68"/>
                </a:lnTo>
                <a:lnTo>
                  <a:pt x="3" y="67"/>
                </a:lnTo>
                <a:lnTo>
                  <a:pt x="6" y="73"/>
                </a:lnTo>
                <a:moveTo>
                  <a:pt x="0" y="67"/>
                </a:moveTo>
                <a:lnTo>
                  <a:pt x="0" y="61"/>
                </a:lnTo>
                <a:lnTo>
                  <a:pt x="6" y="61"/>
                </a:lnTo>
                <a:lnTo>
                  <a:pt x="6" y="67"/>
                </a:lnTo>
                <a:lnTo>
                  <a:pt x="0" y="67"/>
                </a:lnTo>
                <a:moveTo>
                  <a:pt x="0" y="61"/>
                </a:moveTo>
                <a:lnTo>
                  <a:pt x="0" y="54"/>
                </a:lnTo>
                <a:lnTo>
                  <a:pt x="6" y="54"/>
                </a:lnTo>
                <a:lnTo>
                  <a:pt x="6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6" y="47"/>
                </a:lnTo>
                <a:lnTo>
                  <a:pt x="6" y="54"/>
                </a:lnTo>
                <a:lnTo>
                  <a:pt x="0" y="54"/>
                </a:lnTo>
                <a:moveTo>
                  <a:pt x="0" y="47"/>
                </a:moveTo>
                <a:lnTo>
                  <a:pt x="0" y="40"/>
                </a:lnTo>
                <a:lnTo>
                  <a:pt x="6" y="40"/>
                </a:lnTo>
                <a:lnTo>
                  <a:pt x="6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4"/>
                </a:lnTo>
                <a:lnTo>
                  <a:pt x="6" y="34"/>
                </a:lnTo>
                <a:lnTo>
                  <a:pt x="6" y="40"/>
                </a:lnTo>
                <a:lnTo>
                  <a:pt x="0" y="40"/>
                </a:lnTo>
                <a:moveTo>
                  <a:pt x="0" y="34"/>
                </a:moveTo>
                <a:lnTo>
                  <a:pt x="0" y="27"/>
                </a:lnTo>
                <a:lnTo>
                  <a:pt x="6" y="27"/>
                </a:lnTo>
                <a:lnTo>
                  <a:pt x="6" y="34"/>
                </a:lnTo>
                <a:lnTo>
                  <a:pt x="0" y="34"/>
                </a:lnTo>
                <a:moveTo>
                  <a:pt x="0" y="27"/>
                </a:moveTo>
                <a:lnTo>
                  <a:pt x="0" y="21"/>
                </a:lnTo>
                <a:lnTo>
                  <a:pt x="6" y="21"/>
                </a:lnTo>
                <a:lnTo>
                  <a:pt x="6" y="27"/>
                </a:lnTo>
                <a:lnTo>
                  <a:pt x="0" y="27"/>
                </a:lnTo>
                <a:moveTo>
                  <a:pt x="0" y="21"/>
                </a:moveTo>
                <a:lnTo>
                  <a:pt x="0" y="14"/>
                </a:lnTo>
                <a:lnTo>
                  <a:pt x="6" y="14"/>
                </a:lnTo>
                <a:lnTo>
                  <a:pt x="6" y="21"/>
                </a:lnTo>
                <a:lnTo>
                  <a:pt x="0" y="21"/>
                </a:lnTo>
                <a:moveTo>
                  <a:pt x="0" y="14"/>
                </a:moveTo>
                <a:lnTo>
                  <a:pt x="0" y="8"/>
                </a:lnTo>
                <a:lnTo>
                  <a:pt x="6" y="8"/>
                </a:lnTo>
                <a:lnTo>
                  <a:pt x="6" y="14"/>
                </a:lnTo>
                <a:lnTo>
                  <a:pt x="0" y="14"/>
                </a:lnTo>
                <a:moveTo>
                  <a:pt x="0" y="8"/>
                </a:moveTo>
                <a:lnTo>
                  <a:pt x="0" y="0"/>
                </a:lnTo>
                <a:lnTo>
                  <a:pt x="10" y="5"/>
                </a:lnTo>
                <a:lnTo>
                  <a:pt x="7" y="11"/>
                </a:lnTo>
                <a:lnTo>
                  <a:pt x="1" y="8"/>
                </a:lnTo>
                <a:lnTo>
                  <a:pt x="3" y="5"/>
                </a:lnTo>
                <a:lnTo>
                  <a:pt x="6" y="5"/>
                </a:lnTo>
                <a:lnTo>
                  <a:pt x="6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762800" y="2177280"/>
            <a:ext cx="479520" cy="115920"/>
          </a:xfrm>
          <a:custGeom>
            <a:avLst/>
            <a:gdLst/>
            <a:ahLst/>
            <a:rect l="0" t="0" r="r" b="b"/>
            <a:pathLst>
              <a:path fill="none" w="1332" h="322">
                <a:moveTo>
                  <a:pt x="0" y="322"/>
                </a:moveTo>
                <a:lnTo>
                  <a:pt x="108" y="268"/>
                </a:lnTo>
                <a:cubicBezTo>
                  <a:pt x="216" y="215"/>
                  <a:pt x="431" y="107"/>
                  <a:pt x="573" y="53"/>
                </a:cubicBezTo>
                <a:cubicBezTo>
                  <a:pt x="715" y="0"/>
                  <a:pt x="784" y="0"/>
                  <a:pt x="852" y="0"/>
                </a:cubicBezTo>
                <a:cubicBezTo>
                  <a:pt x="919" y="0"/>
                  <a:pt x="987" y="0"/>
                  <a:pt x="1068" y="0"/>
                </a:cubicBezTo>
                <a:cubicBezTo>
                  <a:pt x="1148" y="0"/>
                  <a:pt x="1240" y="0"/>
                  <a:pt x="1286" y="0"/>
                </a:cubicBezTo>
                <a:lnTo>
                  <a:pt x="1332" y="0"/>
                </a:lnTo>
              </a:path>
            </a:pathLst>
          </a:custGeom>
          <a:ln w="2880">
            <a:solidFill>
              <a:srgbClr val="dd784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230440" y="2165400"/>
            <a:ext cx="23760" cy="23760"/>
          </a:xfrm>
          <a:custGeom>
            <a:avLst/>
            <a:gdLst/>
            <a:ahLst/>
            <a:rect l="0" t="0" r="r" b="b"/>
            <a:pathLst>
              <a:path w="66" h="66">
                <a:moveTo>
                  <a:pt x="0" y="0"/>
                </a:moveTo>
                <a:lnTo>
                  <a:pt x="66" y="33"/>
                </a:lnTo>
                <a:lnTo>
                  <a:pt x="0" y="6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229360" y="2163600"/>
            <a:ext cx="27360" cy="27720"/>
          </a:xfrm>
          <a:custGeom>
            <a:avLst/>
            <a:gdLst/>
            <a:ahLst/>
            <a:rect l="0" t="0" r="r" b="b"/>
            <a:pathLst>
              <a:path w="76" h="77">
                <a:moveTo>
                  <a:pt x="10" y="5"/>
                </a:moveTo>
                <a:lnTo>
                  <a:pt x="16" y="8"/>
                </a:lnTo>
                <a:lnTo>
                  <a:pt x="13" y="14"/>
                </a:lnTo>
                <a:lnTo>
                  <a:pt x="7" y="11"/>
                </a:lnTo>
                <a:lnTo>
                  <a:pt x="10" y="5"/>
                </a:lnTo>
                <a:moveTo>
                  <a:pt x="16" y="8"/>
                </a:moveTo>
                <a:lnTo>
                  <a:pt x="22" y="11"/>
                </a:lnTo>
                <a:lnTo>
                  <a:pt x="19" y="17"/>
                </a:lnTo>
                <a:lnTo>
                  <a:pt x="13" y="14"/>
                </a:lnTo>
                <a:lnTo>
                  <a:pt x="16" y="8"/>
                </a:lnTo>
                <a:moveTo>
                  <a:pt x="22" y="11"/>
                </a:moveTo>
                <a:lnTo>
                  <a:pt x="28" y="14"/>
                </a:lnTo>
                <a:lnTo>
                  <a:pt x="25" y="20"/>
                </a:lnTo>
                <a:lnTo>
                  <a:pt x="19" y="17"/>
                </a:lnTo>
                <a:lnTo>
                  <a:pt x="22" y="11"/>
                </a:lnTo>
                <a:moveTo>
                  <a:pt x="28" y="14"/>
                </a:moveTo>
                <a:lnTo>
                  <a:pt x="33" y="17"/>
                </a:lnTo>
                <a:lnTo>
                  <a:pt x="30" y="23"/>
                </a:lnTo>
                <a:lnTo>
                  <a:pt x="25" y="20"/>
                </a:lnTo>
                <a:lnTo>
                  <a:pt x="28" y="14"/>
                </a:lnTo>
                <a:moveTo>
                  <a:pt x="33" y="17"/>
                </a:moveTo>
                <a:lnTo>
                  <a:pt x="39" y="20"/>
                </a:lnTo>
                <a:lnTo>
                  <a:pt x="36" y="26"/>
                </a:lnTo>
                <a:lnTo>
                  <a:pt x="30" y="23"/>
                </a:lnTo>
                <a:lnTo>
                  <a:pt x="33" y="17"/>
                </a:lnTo>
                <a:moveTo>
                  <a:pt x="39" y="20"/>
                </a:moveTo>
                <a:lnTo>
                  <a:pt x="45" y="23"/>
                </a:lnTo>
                <a:lnTo>
                  <a:pt x="42" y="30"/>
                </a:lnTo>
                <a:lnTo>
                  <a:pt x="36" y="26"/>
                </a:lnTo>
                <a:lnTo>
                  <a:pt x="39" y="20"/>
                </a:lnTo>
                <a:moveTo>
                  <a:pt x="45" y="23"/>
                </a:moveTo>
                <a:lnTo>
                  <a:pt x="51" y="26"/>
                </a:lnTo>
                <a:lnTo>
                  <a:pt x="48" y="32"/>
                </a:lnTo>
                <a:lnTo>
                  <a:pt x="42" y="30"/>
                </a:lnTo>
                <a:lnTo>
                  <a:pt x="45" y="23"/>
                </a:lnTo>
                <a:moveTo>
                  <a:pt x="51" y="26"/>
                </a:moveTo>
                <a:lnTo>
                  <a:pt x="57" y="30"/>
                </a:lnTo>
                <a:lnTo>
                  <a:pt x="54" y="35"/>
                </a:lnTo>
                <a:lnTo>
                  <a:pt x="48" y="32"/>
                </a:lnTo>
                <a:lnTo>
                  <a:pt x="51" y="26"/>
                </a:lnTo>
                <a:moveTo>
                  <a:pt x="57" y="30"/>
                </a:moveTo>
                <a:lnTo>
                  <a:pt x="64" y="32"/>
                </a:lnTo>
                <a:lnTo>
                  <a:pt x="60" y="38"/>
                </a:lnTo>
                <a:lnTo>
                  <a:pt x="54" y="35"/>
                </a:lnTo>
                <a:lnTo>
                  <a:pt x="57" y="30"/>
                </a:lnTo>
                <a:moveTo>
                  <a:pt x="64" y="32"/>
                </a:moveTo>
                <a:lnTo>
                  <a:pt x="69" y="35"/>
                </a:lnTo>
                <a:lnTo>
                  <a:pt x="66" y="41"/>
                </a:lnTo>
                <a:lnTo>
                  <a:pt x="60" y="38"/>
                </a:lnTo>
                <a:lnTo>
                  <a:pt x="64" y="32"/>
                </a:lnTo>
                <a:moveTo>
                  <a:pt x="69" y="35"/>
                </a:moveTo>
                <a:lnTo>
                  <a:pt x="76" y="39"/>
                </a:lnTo>
                <a:lnTo>
                  <a:pt x="66" y="44"/>
                </a:lnTo>
                <a:lnTo>
                  <a:pt x="63" y="38"/>
                </a:lnTo>
                <a:lnTo>
                  <a:pt x="68" y="36"/>
                </a:lnTo>
                <a:lnTo>
                  <a:pt x="69" y="39"/>
                </a:lnTo>
                <a:lnTo>
                  <a:pt x="68" y="42"/>
                </a:lnTo>
                <a:lnTo>
                  <a:pt x="66" y="41"/>
                </a:lnTo>
                <a:lnTo>
                  <a:pt x="69" y="35"/>
                </a:lnTo>
                <a:moveTo>
                  <a:pt x="66" y="44"/>
                </a:moveTo>
                <a:lnTo>
                  <a:pt x="59" y="47"/>
                </a:lnTo>
                <a:lnTo>
                  <a:pt x="56" y="41"/>
                </a:lnTo>
                <a:lnTo>
                  <a:pt x="63" y="38"/>
                </a:lnTo>
                <a:lnTo>
                  <a:pt x="66" y="44"/>
                </a:lnTo>
                <a:moveTo>
                  <a:pt x="59" y="47"/>
                </a:moveTo>
                <a:lnTo>
                  <a:pt x="53" y="50"/>
                </a:lnTo>
                <a:lnTo>
                  <a:pt x="50" y="44"/>
                </a:lnTo>
                <a:lnTo>
                  <a:pt x="56" y="41"/>
                </a:lnTo>
                <a:lnTo>
                  <a:pt x="59" y="47"/>
                </a:lnTo>
                <a:moveTo>
                  <a:pt x="53" y="50"/>
                </a:moveTo>
                <a:lnTo>
                  <a:pt x="47" y="53"/>
                </a:lnTo>
                <a:lnTo>
                  <a:pt x="44" y="47"/>
                </a:lnTo>
                <a:lnTo>
                  <a:pt x="50" y="44"/>
                </a:lnTo>
                <a:lnTo>
                  <a:pt x="53" y="50"/>
                </a:lnTo>
                <a:moveTo>
                  <a:pt x="47" y="53"/>
                </a:moveTo>
                <a:lnTo>
                  <a:pt x="41" y="56"/>
                </a:lnTo>
                <a:lnTo>
                  <a:pt x="38" y="50"/>
                </a:lnTo>
                <a:lnTo>
                  <a:pt x="44" y="47"/>
                </a:lnTo>
                <a:lnTo>
                  <a:pt x="47" y="53"/>
                </a:lnTo>
                <a:moveTo>
                  <a:pt x="41" y="56"/>
                </a:moveTo>
                <a:lnTo>
                  <a:pt x="36" y="59"/>
                </a:lnTo>
                <a:lnTo>
                  <a:pt x="33" y="53"/>
                </a:lnTo>
                <a:lnTo>
                  <a:pt x="38" y="50"/>
                </a:lnTo>
                <a:lnTo>
                  <a:pt x="41" y="56"/>
                </a:lnTo>
                <a:moveTo>
                  <a:pt x="36" y="59"/>
                </a:moveTo>
                <a:lnTo>
                  <a:pt x="30" y="62"/>
                </a:lnTo>
                <a:lnTo>
                  <a:pt x="27" y="56"/>
                </a:lnTo>
                <a:lnTo>
                  <a:pt x="33" y="53"/>
                </a:lnTo>
                <a:lnTo>
                  <a:pt x="36" y="59"/>
                </a:lnTo>
                <a:moveTo>
                  <a:pt x="30" y="62"/>
                </a:moveTo>
                <a:lnTo>
                  <a:pt x="24" y="65"/>
                </a:lnTo>
                <a:lnTo>
                  <a:pt x="21" y="59"/>
                </a:lnTo>
                <a:lnTo>
                  <a:pt x="27" y="56"/>
                </a:lnTo>
                <a:lnTo>
                  <a:pt x="30" y="62"/>
                </a:lnTo>
                <a:moveTo>
                  <a:pt x="24" y="65"/>
                </a:moveTo>
                <a:lnTo>
                  <a:pt x="18" y="67"/>
                </a:lnTo>
                <a:lnTo>
                  <a:pt x="15" y="62"/>
                </a:lnTo>
                <a:lnTo>
                  <a:pt x="21" y="59"/>
                </a:lnTo>
                <a:lnTo>
                  <a:pt x="24" y="65"/>
                </a:lnTo>
                <a:moveTo>
                  <a:pt x="18" y="67"/>
                </a:moveTo>
                <a:lnTo>
                  <a:pt x="12" y="70"/>
                </a:lnTo>
                <a:lnTo>
                  <a:pt x="9" y="65"/>
                </a:lnTo>
                <a:lnTo>
                  <a:pt x="15" y="62"/>
                </a:lnTo>
                <a:lnTo>
                  <a:pt x="18" y="67"/>
                </a:lnTo>
                <a:moveTo>
                  <a:pt x="12" y="70"/>
                </a:moveTo>
                <a:lnTo>
                  <a:pt x="6" y="73"/>
                </a:lnTo>
                <a:lnTo>
                  <a:pt x="3" y="67"/>
                </a:lnTo>
                <a:lnTo>
                  <a:pt x="9" y="65"/>
                </a:lnTo>
                <a:lnTo>
                  <a:pt x="12" y="70"/>
                </a:lnTo>
                <a:moveTo>
                  <a:pt x="6" y="73"/>
                </a:moveTo>
                <a:lnTo>
                  <a:pt x="0" y="77"/>
                </a:lnTo>
                <a:lnTo>
                  <a:pt x="0" y="67"/>
                </a:lnTo>
                <a:lnTo>
                  <a:pt x="6" y="67"/>
                </a:lnTo>
                <a:lnTo>
                  <a:pt x="6" y="71"/>
                </a:lnTo>
                <a:lnTo>
                  <a:pt x="3" y="71"/>
                </a:lnTo>
                <a:lnTo>
                  <a:pt x="1" y="68"/>
                </a:lnTo>
                <a:lnTo>
                  <a:pt x="3" y="67"/>
                </a:lnTo>
                <a:lnTo>
                  <a:pt x="6" y="73"/>
                </a:lnTo>
                <a:moveTo>
                  <a:pt x="0" y="67"/>
                </a:moveTo>
                <a:lnTo>
                  <a:pt x="0" y="61"/>
                </a:lnTo>
                <a:lnTo>
                  <a:pt x="6" y="61"/>
                </a:lnTo>
                <a:lnTo>
                  <a:pt x="6" y="67"/>
                </a:lnTo>
                <a:lnTo>
                  <a:pt x="0" y="67"/>
                </a:lnTo>
                <a:moveTo>
                  <a:pt x="0" y="61"/>
                </a:moveTo>
                <a:lnTo>
                  <a:pt x="0" y="54"/>
                </a:lnTo>
                <a:lnTo>
                  <a:pt x="6" y="54"/>
                </a:lnTo>
                <a:lnTo>
                  <a:pt x="6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8"/>
                </a:lnTo>
                <a:lnTo>
                  <a:pt x="6" y="48"/>
                </a:lnTo>
                <a:lnTo>
                  <a:pt x="6" y="54"/>
                </a:lnTo>
                <a:lnTo>
                  <a:pt x="0" y="54"/>
                </a:lnTo>
                <a:moveTo>
                  <a:pt x="0" y="48"/>
                </a:moveTo>
                <a:lnTo>
                  <a:pt x="0" y="41"/>
                </a:lnTo>
                <a:lnTo>
                  <a:pt x="6" y="41"/>
                </a:lnTo>
                <a:lnTo>
                  <a:pt x="6" y="48"/>
                </a:lnTo>
                <a:lnTo>
                  <a:pt x="0" y="48"/>
                </a:lnTo>
                <a:moveTo>
                  <a:pt x="0" y="41"/>
                </a:moveTo>
                <a:lnTo>
                  <a:pt x="0" y="35"/>
                </a:lnTo>
                <a:lnTo>
                  <a:pt x="6" y="35"/>
                </a:lnTo>
                <a:lnTo>
                  <a:pt x="6" y="41"/>
                </a:lnTo>
                <a:lnTo>
                  <a:pt x="0" y="41"/>
                </a:lnTo>
                <a:moveTo>
                  <a:pt x="0" y="35"/>
                </a:moveTo>
                <a:lnTo>
                  <a:pt x="0" y="27"/>
                </a:lnTo>
                <a:lnTo>
                  <a:pt x="6" y="27"/>
                </a:lnTo>
                <a:lnTo>
                  <a:pt x="6" y="35"/>
                </a:lnTo>
                <a:lnTo>
                  <a:pt x="0" y="35"/>
                </a:lnTo>
                <a:moveTo>
                  <a:pt x="0" y="27"/>
                </a:moveTo>
                <a:lnTo>
                  <a:pt x="0" y="21"/>
                </a:lnTo>
                <a:lnTo>
                  <a:pt x="6" y="21"/>
                </a:lnTo>
                <a:lnTo>
                  <a:pt x="6" y="27"/>
                </a:lnTo>
                <a:lnTo>
                  <a:pt x="0" y="27"/>
                </a:lnTo>
                <a:moveTo>
                  <a:pt x="0" y="21"/>
                </a:moveTo>
                <a:lnTo>
                  <a:pt x="0" y="14"/>
                </a:lnTo>
                <a:lnTo>
                  <a:pt x="6" y="14"/>
                </a:lnTo>
                <a:lnTo>
                  <a:pt x="6" y="21"/>
                </a:lnTo>
                <a:lnTo>
                  <a:pt x="0" y="21"/>
                </a:lnTo>
                <a:moveTo>
                  <a:pt x="0" y="14"/>
                </a:moveTo>
                <a:lnTo>
                  <a:pt x="0" y="8"/>
                </a:lnTo>
                <a:lnTo>
                  <a:pt x="6" y="8"/>
                </a:lnTo>
                <a:lnTo>
                  <a:pt x="6" y="14"/>
                </a:lnTo>
                <a:lnTo>
                  <a:pt x="0" y="14"/>
                </a:lnTo>
                <a:moveTo>
                  <a:pt x="0" y="8"/>
                </a:moveTo>
                <a:lnTo>
                  <a:pt x="0" y="0"/>
                </a:lnTo>
                <a:lnTo>
                  <a:pt x="10" y="5"/>
                </a:lnTo>
                <a:lnTo>
                  <a:pt x="7" y="11"/>
                </a:lnTo>
                <a:lnTo>
                  <a:pt x="1" y="8"/>
                </a:lnTo>
                <a:lnTo>
                  <a:pt x="3" y="5"/>
                </a:lnTo>
                <a:lnTo>
                  <a:pt x="6" y="5"/>
                </a:lnTo>
                <a:lnTo>
                  <a:pt x="6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3680" y="2325600"/>
            <a:ext cx="731160" cy="154440"/>
          </a:xfrm>
          <a:custGeom>
            <a:avLst/>
            <a:gdLst/>
            <a:ahLst/>
            <a:rect l="0" t="0" r="r" b="b"/>
            <a:pathLst>
              <a:path w="2031" h="429">
                <a:moveTo>
                  <a:pt x="0" y="0"/>
                </a:moveTo>
                <a:lnTo>
                  <a:pt x="2031" y="0"/>
                </a:lnTo>
                <a:lnTo>
                  <a:pt x="2031" y="429"/>
                </a:lnTo>
                <a:lnTo>
                  <a:pt x="0" y="4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3680" y="2325600"/>
            <a:ext cx="731160" cy="154440"/>
          </a:xfrm>
          <a:custGeom>
            <a:avLst/>
            <a:gdLst/>
            <a:ahLst/>
            <a:rect l="0" t="0" r="r" b="b"/>
            <a:pathLst>
              <a:path w="2031" h="429">
                <a:moveTo>
                  <a:pt x="0" y="0"/>
                </a:moveTo>
                <a:lnTo>
                  <a:pt x="2031" y="0"/>
                </a:lnTo>
                <a:lnTo>
                  <a:pt x="2031" y="429"/>
                </a:lnTo>
                <a:lnTo>
                  <a:pt x="0" y="42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535840" y="2018520"/>
            <a:ext cx="4471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1431000" y="229284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1431000" y="229284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41880" y="2376000"/>
            <a:ext cx="6379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594080" y="2342880"/>
            <a:ext cx="4867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2340720" y="2292840"/>
            <a:ext cx="762840" cy="220320"/>
          </a:xfrm>
          <a:custGeom>
            <a:avLst/>
            <a:gdLst/>
            <a:ahLst/>
            <a:rect l="0" t="0" r="r" b="b"/>
            <a:pathLst>
              <a:path w="2119" h="612">
                <a:moveTo>
                  <a:pt x="0" y="0"/>
                </a:moveTo>
                <a:lnTo>
                  <a:pt x="2119" y="0"/>
                </a:lnTo>
                <a:lnTo>
                  <a:pt x="2119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2340720" y="2292840"/>
            <a:ext cx="762840" cy="220320"/>
          </a:xfrm>
          <a:custGeom>
            <a:avLst/>
            <a:gdLst/>
            <a:ahLst/>
            <a:rect l="0" t="0" r="r" b="b"/>
            <a:pathLst>
              <a:path w="2119" h="612">
                <a:moveTo>
                  <a:pt x="0" y="0"/>
                </a:moveTo>
                <a:lnTo>
                  <a:pt x="2119" y="0"/>
                </a:lnTo>
                <a:lnTo>
                  <a:pt x="2119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1699560" y="2410560"/>
            <a:ext cx="2538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491920" y="2342880"/>
            <a:ext cx="5050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250080" y="229284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250080" y="229284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2490480" y="2410560"/>
            <a:ext cx="5173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448080" y="2342880"/>
            <a:ext cx="41076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159440" y="229284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159440" y="229284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387960" y="2410560"/>
            <a:ext cx="54036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310640" y="2342880"/>
            <a:ext cx="5065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21568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21568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438440" y="2410560"/>
            <a:ext cx="2322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20080" y="2568600"/>
            <a:ext cx="6210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612504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612504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494680" y="2635920"/>
            <a:ext cx="2368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detailleren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241320" y="2568600"/>
            <a:ext cx="58284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Les speciﬁcaties opzetten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710784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710784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374880" y="2635920"/>
            <a:ext cx="30564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en detailleren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234200" y="2568600"/>
            <a:ext cx="5752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Leermiddelen functioneel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801756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8017560" y="2518200"/>
            <a:ext cx="763200" cy="220320"/>
          </a:xfrm>
          <a:custGeom>
            <a:avLst/>
            <a:gdLst/>
            <a:ahLst/>
            <a:rect l="0" t="0" r="r" b="b"/>
            <a:pathLst>
              <a:path w="2120" h="612">
                <a:moveTo>
                  <a:pt x="0" y="0"/>
                </a:moveTo>
                <a:lnTo>
                  <a:pt x="2120" y="0"/>
                </a:lnTo>
                <a:lnTo>
                  <a:pt x="2120" y="612"/>
                </a:lnTo>
                <a:lnTo>
                  <a:pt x="0" y="61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401600" y="2635920"/>
            <a:ext cx="1944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inrichten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8132040" y="2568600"/>
            <a:ext cx="5860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Toegang LMS aan student 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5253840" y="2100240"/>
            <a:ext cx="686880" cy="154440"/>
          </a:xfrm>
          <a:custGeom>
            <a:avLst/>
            <a:gdLst/>
            <a:ahLst/>
            <a:rect l="0" t="0" r="r" b="b"/>
            <a:pathLst>
              <a:path w="1908" h="429">
                <a:moveTo>
                  <a:pt x="0" y="0"/>
                </a:moveTo>
                <a:lnTo>
                  <a:pt x="1908" y="0"/>
                </a:lnTo>
                <a:lnTo>
                  <a:pt x="1908" y="429"/>
                </a:lnTo>
                <a:lnTo>
                  <a:pt x="0" y="4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253840" y="2100240"/>
            <a:ext cx="686880" cy="154440"/>
          </a:xfrm>
          <a:custGeom>
            <a:avLst/>
            <a:gdLst/>
            <a:ahLst/>
            <a:rect l="0" t="0" r="r" b="b"/>
            <a:pathLst>
              <a:path w="1908" h="429">
                <a:moveTo>
                  <a:pt x="0" y="0"/>
                </a:moveTo>
                <a:lnTo>
                  <a:pt x="1908" y="0"/>
                </a:lnTo>
                <a:lnTo>
                  <a:pt x="1908" y="429"/>
                </a:lnTo>
                <a:lnTo>
                  <a:pt x="0" y="42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8298000" y="2635920"/>
            <a:ext cx="22032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en docent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220440" y="2100240"/>
            <a:ext cx="572400" cy="154440"/>
          </a:xfrm>
          <a:custGeom>
            <a:avLst/>
            <a:gdLst/>
            <a:ahLst/>
            <a:rect l="0" t="0" r="r" b="b"/>
            <a:pathLst>
              <a:path w="1590" h="429">
                <a:moveTo>
                  <a:pt x="0" y="0"/>
                </a:moveTo>
                <a:lnTo>
                  <a:pt x="1590" y="0"/>
                </a:lnTo>
                <a:lnTo>
                  <a:pt x="1590" y="429"/>
                </a:lnTo>
                <a:lnTo>
                  <a:pt x="0" y="4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220440" y="2100240"/>
            <a:ext cx="572400" cy="154440"/>
          </a:xfrm>
          <a:custGeom>
            <a:avLst/>
            <a:gdLst/>
            <a:ahLst/>
            <a:rect l="0" t="0" r="r" b="b"/>
            <a:pathLst>
              <a:path w="1590" h="429">
                <a:moveTo>
                  <a:pt x="0" y="0"/>
                </a:moveTo>
                <a:lnTo>
                  <a:pt x="1590" y="0"/>
                </a:lnTo>
                <a:lnTo>
                  <a:pt x="1590" y="429"/>
                </a:lnTo>
                <a:lnTo>
                  <a:pt x="0" y="42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342040" y="2150640"/>
            <a:ext cx="5644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195200" y="3348000"/>
            <a:ext cx="886320" cy="285840"/>
          </a:xfrm>
          <a:custGeom>
            <a:avLst/>
            <a:gdLst/>
            <a:ahLst/>
            <a:rect l="0" t="0" r="r" b="b"/>
            <a:pathLst>
              <a:path w="2462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8" y="59"/>
                  <a:pt x="29" y="46"/>
                  <a:pt x="43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5" y="0"/>
                  <a:pt x="2354" y="3"/>
                  <a:pt x="2372" y="9"/>
                </a:cubicBezTo>
                <a:cubicBezTo>
                  <a:pt x="2390" y="15"/>
                  <a:pt x="2405" y="23"/>
                  <a:pt x="2419" y="34"/>
                </a:cubicBezTo>
                <a:cubicBezTo>
                  <a:pt x="2433" y="46"/>
                  <a:pt x="2443" y="59"/>
                  <a:pt x="2451" y="73"/>
                </a:cubicBezTo>
                <a:cubicBezTo>
                  <a:pt x="2458" y="88"/>
                  <a:pt x="2462" y="103"/>
                  <a:pt x="2462" y="119"/>
                </a:cubicBezTo>
                <a:lnTo>
                  <a:pt x="2462" y="649"/>
                </a:lnTo>
                <a:cubicBezTo>
                  <a:pt x="2462" y="658"/>
                  <a:pt x="2461" y="668"/>
                  <a:pt x="2459" y="677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3"/>
                  <a:pt x="2442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8"/>
                  <a:pt x="2405" y="765"/>
                  <a:pt x="2397" y="770"/>
                </a:cubicBezTo>
                <a:cubicBezTo>
                  <a:pt x="2389" y="775"/>
                  <a:pt x="2381" y="780"/>
                  <a:pt x="2372" y="783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3"/>
                  <a:pt x="2326" y="794"/>
                  <a:pt x="2316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308640" y="2150640"/>
            <a:ext cx="4366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5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2147760" y="3348000"/>
            <a:ext cx="1190880" cy="285840"/>
          </a:xfrm>
          <a:custGeom>
            <a:avLst/>
            <a:gdLst/>
            <a:ahLst/>
            <a:rect l="0" t="0" r="r" b="b"/>
            <a:pathLst>
              <a:path w="3308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8" y="59"/>
                  <a:pt x="29" y="46"/>
                  <a:pt x="42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3163" y="0"/>
                </a:lnTo>
                <a:cubicBezTo>
                  <a:pt x="3182" y="0"/>
                  <a:pt x="3200" y="3"/>
                  <a:pt x="3218" y="9"/>
                </a:cubicBezTo>
                <a:cubicBezTo>
                  <a:pt x="3236" y="15"/>
                  <a:pt x="3252" y="23"/>
                  <a:pt x="3266" y="34"/>
                </a:cubicBezTo>
                <a:cubicBezTo>
                  <a:pt x="3279" y="46"/>
                  <a:pt x="3290" y="59"/>
                  <a:pt x="3297" y="73"/>
                </a:cubicBezTo>
                <a:cubicBezTo>
                  <a:pt x="3304" y="88"/>
                  <a:pt x="3308" y="103"/>
                  <a:pt x="3308" y="119"/>
                </a:cubicBezTo>
                <a:lnTo>
                  <a:pt x="3308" y="649"/>
                </a:lnTo>
                <a:cubicBezTo>
                  <a:pt x="3308" y="658"/>
                  <a:pt x="3307" y="668"/>
                  <a:pt x="3305" y="677"/>
                </a:cubicBezTo>
                <a:cubicBezTo>
                  <a:pt x="3303" y="687"/>
                  <a:pt x="3301" y="696"/>
                  <a:pt x="3297" y="705"/>
                </a:cubicBezTo>
                <a:cubicBezTo>
                  <a:pt x="3293" y="713"/>
                  <a:pt x="3289" y="722"/>
                  <a:pt x="3284" y="730"/>
                </a:cubicBezTo>
                <a:cubicBezTo>
                  <a:pt x="3278" y="738"/>
                  <a:pt x="3272" y="745"/>
                  <a:pt x="3266" y="752"/>
                </a:cubicBezTo>
                <a:cubicBezTo>
                  <a:pt x="3259" y="758"/>
                  <a:pt x="3251" y="765"/>
                  <a:pt x="3243" y="770"/>
                </a:cubicBezTo>
                <a:cubicBezTo>
                  <a:pt x="3236" y="775"/>
                  <a:pt x="3227" y="780"/>
                  <a:pt x="3218" y="783"/>
                </a:cubicBezTo>
                <a:cubicBezTo>
                  <a:pt x="3209" y="787"/>
                  <a:pt x="3200" y="790"/>
                  <a:pt x="3191" y="792"/>
                </a:cubicBezTo>
                <a:cubicBezTo>
                  <a:pt x="3182" y="793"/>
                  <a:pt x="3172" y="794"/>
                  <a:pt x="3163" y="794"/>
                </a:cubicBezTo>
                <a:lnTo>
                  <a:pt x="145" y="794"/>
                </a:lnTo>
                <a:cubicBezTo>
                  <a:pt x="136" y="794"/>
                  <a:pt x="126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2" y="775"/>
                  <a:pt x="65" y="770"/>
                </a:cubicBezTo>
                <a:cubicBezTo>
                  <a:pt x="57" y="765"/>
                  <a:pt x="49" y="758"/>
                  <a:pt x="42" y="752"/>
                </a:cubicBezTo>
                <a:cubicBezTo>
                  <a:pt x="36" y="745"/>
                  <a:pt x="30" y="738"/>
                  <a:pt x="24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89160" y="342612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404880" y="3348000"/>
            <a:ext cx="1343520" cy="285840"/>
          </a:xfrm>
          <a:custGeom>
            <a:avLst/>
            <a:gdLst/>
            <a:ahLst/>
            <a:rect l="0" t="0" r="r" b="b"/>
            <a:pathLst>
              <a:path w="3732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4"/>
                </a:cubicBezTo>
                <a:cubicBezTo>
                  <a:pt x="57" y="23"/>
                  <a:pt x="72" y="15"/>
                  <a:pt x="90" y="9"/>
                </a:cubicBezTo>
                <a:cubicBezTo>
                  <a:pt x="108" y="3"/>
                  <a:pt x="127" y="0"/>
                  <a:pt x="146" y="0"/>
                </a:cubicBezTo>
                <a:lnTo>
                  <a:pt x="3585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3"/>
                  <a:pt x="3689" y="34"/>
                </a:cubicBezTo>
                <a:cubicBezTo>
                  <a:pt x="3703" y="46"/>
                  <a:pt x="3714" y="59"/>
                  <a:pt x="3721" y="73"/>
                </a:cubicBezTo>
                <a:cubicBezTo>
                  <a:pt x="3728" y="88"/>
                  <a:pt x="3732" y="103"/>
                  <a:pt x="3732" y="119"/>
                </a:cubicBezTo>
                <a:lnTo>
                  <a:pt x="3732" y="649"/>
                </a:lnTo>
                <a:cubicBezTo>
                  <a:pt x="3732" y="658"/>
                  <a:pt x="3731" y="668"/>
                  <a:pt x="3729" y="677"/>
                </a:cubicBezTo>
                <a:cubicBezTo>
                  <a:pt x="3727" y="687"/>
                  <a:pt x="3725" y="696"/>
                  <a:pt x="3721" y="705"/>
                </a:cubicBezTo>
                <a:cubicBezTo>
                  <a:pt x="3717" y="713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3" y="758"/>
                  <a:pt x="3675" y="765"/>
                  <a:pt x="3667" y="770"/>
                </a:cubicBezTo>
                <a:cubicBezTo>
                  <a:pt x="3659" y="775"/>
                  <a:pt x="3651" y="780"/>
                  <a:pt x="3642" y="783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3"/>
                  <a:pt x="3595" y="794"/>
                  <a:pt x="3585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20" y="722"/>
                  <a:pt x="15" y="713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2247120" y="342612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814640" y="3348000"/>
            <a:ext cx="1629360" cy="285840"/>
          </a:xfrm>
          <a:custGeom>
            <a:avLst/>
            <a:gdLst/>
            <a:ahLst/>
            <a:rect l="0" t="0" r="r" b="b"/>
            <a:pathLst>
              <a:path w="4526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4" y="15"/>
                  <a:pt x="4469" y="23"/>
                  <a:pt x="4483" y="34"/>
                </a:cubicBezTo>
                <a:cubicBezTo>
                  <a:pt x="4497" y="46"/>
                  <a:pt x="4507" y="59"/>
                  <a:pt x="4514" y="73"/>
                </a:cubicBezTo>
                <a:cubicBezTo>
                  <a:pt x="4522" y="88"/>
                  <a:pt x="4526" y="103"/>
                  <a:pt x="4526" y="119"/>
                </a:cubicBezTo>
                <a:lnTo>
                  <a:pt x="4526" y="649"/>
                </a:lnTo>
                <a:cubicBezTo>
                  <a:pt x="4526" y="658"/>
                  <a:pt x="4525" y="668"/>
                  <a:pt x="4523" y="677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3"/>
                  <a:pt x="4506" y="722"/>
                  <a:pt x="4501" y="730"/>
                </a:cubicBezTo>
                <a:cubicBezTo>
                  <a:pt x="4496" y="738"/>
                  <a:pt x="4490" y="745"/>
                  <a:pt x="4483" y="752"/>
                </a:cubicBezTo>
                <a:cubicBezTo>
                  <a:pt x="4476" y="758"/>
                  <a:pt x="4469" y="765"/>
                  <a:pt x="4461" y="770"/>
                </a:cubicBezTo>
                <a:cubicBezTo>
                  <a:pt x="4453" y="775"/>
                  <a:pt x="4445" y="780"/>
                  <a:pt x="4436" y="783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3"/>
                  <a:pt x="4390" y="794"/>
                  <a:pt x="4380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3500280" y="342612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6510240" y="3348000"/>
            <a:ext cx="1629000" cy="285840"/>
          </a:xfrm>
          <a:custGeom>
            <a:avLst/>
            <a:gdLst/>
            <a:ahLst/>
            <a:rect l="0" t="0" r="r" b="b"/>
            <a:pathLst>
              <a:path w="4525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3" y="88"/>
                  <a:pt x="11" y="73"/>
                </a:cubicBezTo>
                <a:cubicBezTo>
                  <a:pt x="18" y="59"/>
                  <a:pt x="29" y="46"/>
                  <a:pt x="42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7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3"/>
                  <a:pt x="4483" y="34"/>
                </a:cubicBezTo>
                <a:cubicBezTo>
                  <a:pt x="4496" y="46"/>
                  <a:pt x="4507" y="59"/>
                  <a:pt x="4514" y="73"/>
                </a:cubicBezTo>
                <a:cubicBezTo>
                  <a:pt x="4521" y="88"/>
                  <a:pt x="4525" y="103"/>
                  <a:pt x="4525" y="119"/>
                </a:cubicBezTo>
                <a:lnTo>
                  <a:pt x="4525" y="649"/>
                </a:lnTo>
                <a:cubicBezTo>
                  <a:pt x="4525" y="658"/>
                  <a:pt x="4524" y="668"/>
                  <a:pt x="4522" y="677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3"/>
                  <a:pt x="4506" y="722"/>
                  <a:pt x="4501" y="730"/>
                </a:cubicBezTo>
                <a:cubicBezTo>
                  <a:pt x="4495" y="738"/>
                  <a:pt x="4489" y="745"/>
                  <a:pt x="4483" y="752"/>
                </a:cubicBezTo>
                <a:cubicBezTo>
                  <a:pt x="4476" y="758"/>
                  <a:pt x="4468" y="765"/>
                  <a:pt x="4460" y="770"/>
                </a:cubicBezTo>
                <a:cubicBezTo>
                  <a:pt x="4453" y="775"/>
                  <a:pt x="4444" y="780"/>
                  <a:pt x="4435" y="783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9" y="793"/>
                  <a:pt x="4389" y="794"/>
                  <a:pt x="4380" y="794"/>
                </a:cubicBezTo>
                <a:lnTo>
                  <a:pt x="145" y="794"/>
                </a:lnTo>
                <a:cubicBezTo>
                  <a:pt x="136" y="794"/>
                  <a:pt x="126" y="793"/>
                  <a:pt x="117" y="792"/>
                </a:cubicBezTo>
                <a:cubicBezTo>
                  <a:pt x="108" y="790"/>
                  <a:pt x="98" y="787"/>
                  <a:pt x="90" y="783"/>
                </a:cubicBezTo>
                <a:cubicBezTo>
                  <a:pt x="81" y="780"/>
                  <a:pt x="72" y="775"/>
                  <a:pt x="64" y="770"/>
                </a:cubicBezTo>
                <a:cubicBezTo>
                  <a:pt x="56" y="765"/>
                  <a:pt x="49" y="758"/>
                  <a:pt x="42" y="752"/>
                </a:cubicBezTo>
                <a:cubicBezTo>
                  <a:pt x="36" y="745"/>
                  <a:pt x="30" y="738"/>
                  <a:pt x="24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7" y="696"/>
                  <a:pt x="4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915800" y="342612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528640" y="370980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9"/>
                </a:cubicBezTo>
                <a:cubicBezTo>
                  <a:pt x="3845" y="15"/>
                  <a:pt x="3861" y="24"/>
                  <a:pt x="3874" y="35"/>
                </a:cubicBezTo>
                <a:cubicBezTo>
                  <a:pt x="3888" y="46"/>
                  <a:pt x="3899" y="59"/>
                  <a:pt x="3906" y="74"/>
                </a:cubicBezTo>
                <a:cubicBezTo>
                  <a:pt x="3913" y="88"/>
                  <a:pt x="3917" y="103"/>
                  <a:pt x="3917" y="119"/>
                </a:cubicBezTo>
                <a:lnTo>
                  <a:pt x="3917" y="649"/>
                </a:lnTo>
                <a:cubicBezTo>
                  <a:pt x="3917" y="659"/>
                  <a:pt x="3916" y="668"/>
                  <a:pt x="3914" y="678"/>
                </a:cubicBezTo>
                <a:cubicBezTo>
                  <a:pt x="3912" y="687"/>
                  <a:pt x="3910" y="696"/>
                  <a:pt x="3906" y="705"/>
                </a:cubicBezTo>
                <a:cubicBezTo>
                  <a:pt x="3902" y="714"/>
                  <a:pt x="3898" y="722"/>
                  <a:pt x="3892" y="730"/>
                </a:cubicBezTo>
                <a:cubicBezTo>
                  <a:pt x="3887" y="738"/>
                  <a:pt x="3881" y="745"/>
                  <a:pt x="3874" y="752"/>
                </a:cubicBezTo>
                <a:cubicBezTo>
                  <a:pt x="3868" y="759"/>
                  <a:pt x="3860" y="765"/>
                  <a:pt x="3852" y="770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7"/>
                  <a:pt x="3809" y="790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2639160" y="379152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89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29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29"/>
                </a:lnTo>
                <a:lnTo>
                  <a:pt x="278" y="409"/>
                </a:lnTo>
                <a:lnTo>
                  <a:pt x="241" y="371"/>
                </a:lnTo>
                <a:lnTo>
                  <a:pt x="345" y="371"/>
                </a:lnTo>
                <a:cubicBezTo>
                  <a:pt x="355" y="371"/>
                  <a:pt x="364" y="369"/>
                  <a:pt x="372" y="364"/>
                </a:cubicBezTo>
                <a:cubicBezTo>
                  <a:pt x="381" y="359"/>
                  <a:pt x="388" y="352"/>
                  <a:pt x="393" y="344"/>
                </a:cubicBezTo>
                <a:cubicBezTo>
                  <a:pt x="398" y="336"/>
                  <a:pt x="400" y="326"/>
                  <a:pt x="400" y="317"/>
                </a:cubicBezTo>
                <a:cubicBezTo>
                  <a:pt x="400" y="307"/>
                  <a:pt x="398" y="298"/>
                  <a:pt x="393" y="289"/>
                </a:cubicBezTo>
                <a:moveTo>
                  <a:pt x="56" y="343"/>
                </a:moveTo>
                <a:cubicBezTo>
                  <a:pt x="45" y="343"/>
                  <a:pt x="37" y="338"/>
                  <a:pt x="32" y="329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7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1"/>
                </a:lnTo>
                <a:lnTo>
                  <a:pt x="15" y="199"/>
                </a:lnTo>
                <a:lnTo>
                  <a:pt x="66" y="184"/>
                </a:lnTo>
                <a:lnTo>
                  <a:pt x="7" y="289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6"/>
                  <a:pt x="2" y="336"/>
                  <a:pt x="7" y="344"/>
                </a:cubicBezTo>
                <a:cubicBezTo>
                  <a:pt x="12" y="352"/>
                  <a:pt x="19" y="359"/>
                  <a:pt x="27" y="364"/>
                </a:cubicBezTo>
                <a:cubicBezTo>
                  <a:pt x="36" y="369"/>
                  <a:pt x="45" y="371"/>
                  <a:pt x="56" y="371"/>
                </a:cubicBezTo>
                <a:lnTo>
                  <a:pt x="143" y="371"/>
                </a:lnTo>
                <a:lnTo>
                  <a:pt x="143" y="343"/>
                </a:lnTo>
                <a:lnTo>
                  <a:pt x="56" y="343"/>
                </a:lnTo>
                <a:moveTo>
                  <a:pt x="336" y="109"/>
                </a:moveTo>
                <a:lnTo>
                  <a:pt x="321" y="160"/>
                </a:lnTo>
                <a:lnTo>
                  <a:pt x="248" y="28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8"/>
                </a:cubicBezTo>
                <a:lnTo>
                  <a:pt x="109" y="107"/>
                </a:lnTo>
                <a:lnTo>
                  <a:pt x="134" y="121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8"/>
                </a:lnTo>
                <a:lnTo>
                  <a:pt x="238" y="185"/>
                </a:lnTo>
                <a:lnTo>
                  <a:pt x="335" y="214"/>
                </a:lnTo>
                <a:lnTo>
                  <a:pt x="363" y="117"/>
                </a:lnTo>
                <a:lnTo>
                  <a:pt x="336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607080" y="342612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005000" y="370980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9"/>
                </a:cubicBezTo>
                <a:cubicBezTo>
                  <a:pt x="2628" y="15"/>
                  <a:pt x="2644" y="24"/>
                  <a:pt x="2657" y="35"/>
                </a:cubicBezTo>
                <a:cubicBezTo>
                  <a:pt x="2671" y="46"/>
                  <a:pt x="2682" y="59"/>
                  <a:pt x="2689" y="74"/>
                </a:cubicBezTo>
                <a:cubicBezTo>
                  <a:pt x="2696" y="88"/>
                  <a:pt x="2700" y="103"/>
                  <a:pt x="2700" y="119"/>
                </a:cubicBezTo>
                <a:lnTo>
                  <a:pt x="2700" y="649"/>
                </a:lnTo>
                <a:cubicBezTo>
                  <a:pt x="2700" y="659"/>
                  <a:pt x="2699" y="668"/>
                  <a:pt x="2697" y="678"/>
                </a:cubicBezTo>
                <a:cubicBezTo>
                  <a:pt x="2695" y="687"/>
                  <a:pt x="2693" y="696"/>
                  <a:pt x="2689" y="705"/>
                </a:cubicBezTo>
                <a:cubicBezTo>
                  <a:pt x="2685" y="714"/>
                  <a:pt x="2681" y="722"/>
                  <a:pt x="2675" y="730"/>
                </a:cubicBezTo>
                <a:cubicBezTo>
                  <a:pt x="2670" y="738"/>
                  <a:pt x="2664" y="745"/>
                  <a:pt x="2657" y="752"/>
                </a:cubicBezTo>
                <a:cubicBezTo>
                  <a:pt x="2651" y="759"/>
                  <a:pt x="2643" y="765"/>
                  <a:pt x="2635" y="770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7"/>
                  <a:pt x="2592" y="790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115520" y="379152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89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29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29"/>
                </a:lnTo>
                <a:lnTo>
                  <a:pt x="277" y="409"/>
                </a:lnTo>
                <a:lnTo>
                  <a:pt x="240" y="371"/>
                </a:lnTo>
                <a:lnTo>
                  <a:pt x="345" y="371"/>
                </a:lnTo>
                <a:cubicBezTo>
                  <a:pt x="355" y="371"/>
                  <a:pt x="364" y="369"/>
                  <a:pt x="372" y="364"/>
                </a:cubicBezTo>
                <a:cubicBezTo>
                  <a:pt x="381" y="359"/>
                  <a:pt x="388" y="352"/>
                  <a:pt x="393" y="344"/>
                </a:cubicBezTo>
                <a:cubicBezTo>
                  <a:pt x="398" y="336"/>
                  <a:pt x="400" y="326"/>
                  <a:pt x="400" y="317"/>
                </a:cubicBezTo>
                <a:cubicBezTo>
                  <a:pt x="400" y="307"/>
                  <a:pt x="398" y="298"/>
                  <a:pt x="393" y="289"/>
                </a:cubicBezTo>
                <a:moveTo>
                  <a:pt x="55" y="343"/>
                </a:moveTo>
                <a:cubicBezTo>
                  <a:pt x="45" y="343"/>
                  <a:pt x="37" y="338"/>
                  <a:pt x="32" y="329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7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1"/>
                </a:lnTo>
                <a:lnTo>
                  <a:pt x="15" y="199"/>
                </a:lnTo>
                <a:lnTo>
                  <a:pt x="65" y="184"/>
                </a:lnTo>
                <a:lnTo>
                  <a:pt x="7" y="289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6"/>
                  <a:pt x="2" y="336"/>
                  <a:pt x="7" y="344"/>
                </a:cubicBezTo>
                <a:cubicBezTo>
                  <a:pt x="12" y="352"/>
                  <a:pt x="19" y="359"/>
                  <a:pt x="27" y="364"/>
                </a:cubicBezTo>
                <a:cubicBezTo>
                  <a:pt x="36" y="369"/>
                  <a:pt x="45" y="371"/>
                  <a:pt x="55" y="371"/>
                </a:cubicBezTo>
                <a:lnTo>
                  <a:pt x="142" y="371"/>
                </a:lnTo>
                <a:lnTo>
                  <a:pt x="142" y="343"/>
                </a:lnTo>
                <a:lnTo>
                  <a:pt x="55" y="343"/>
                </a:lnTo>
                <a:moveTo>
                  <a:pt x="335" y="109"/>
                </a:moveTo>
                <a:lnTo>
                  <a:pt x="320" y="160"/>
                </a:lnTo>
                <a:lnTo>
                  <a:pt x="247" y="28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8"/>
                </a:cubicBezTo>
                <a:lnTo>
                  <a:pt x="108" y="107"/>
                </a:lnTo>
                <a:lnTo>
                  <a:pt x="133" y="121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8"/>
                </a:lnTo>
                <a:lnTo>
                  <a:pt x="237" y="185"/>
                </a:lnTo>
                <a:lnTo>
                  <a:pt x="334" y="214"/>
                </a:lnTo>
                <a:lnTo>
                  <a:pt x="364" y="117"/>
                </a:lnTo>
                <a:lnTo>
                  <a:pt x="335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828160" y="378828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5052960" y="370980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9"/>
                </a:cubicBezTo>
                <a:cubicBezTo>
                  <a:pt x="4797" y="15"/>
                  <a:pt x="4813" y="24"/>
                  <a:pt x="4826" y="35"/>
                </a:cubicBezTo>
                <a:cubicBezTo>
                  <a:pt x="4840" y="46"/>
                  <a:pt x="4851" y="59"/>
                  <a:pt x="4858" y="74"/>
                </a:cubicBezTo>
                <a:cubicBezTo>
                  <a:pt x="4865" y="88"/>
                  <a:pt x="4869" y="103"/>
                  <a:pt x="4869" y="119"/>
                </a:cubicBezTo>
                <a:lnTo>
                  <a:pt x="4869" y="649"/>
                </a:lnTo>
                <a:cubicBezTo>
                  <a:pt x="4869" y="659"/>
                  <a:pt x="4868" y="668"/>
                  <a:pt x="4866" y="678"/>
                </a:cubicBezTo>
                <a:cubicBezTo>
                  <a:pt x="4864" y="687"/>
                  <a:pt x="4862" y="696"/>
                  <a:pt x="4858" y="705"/>
                </a:cubicBezTo>
                <a:cubicBezTo>
                  <a:pt x="4854" y="714"/>
                  <a:pt x="4850" y="722"/>
                  <a:pt x="4844" y="730"/>
                </a:cubicBezTo>
                <a:cubicBezTo>
                  <a:pt x="4839" y="738"/>
                  <a:pt x="4833" y="745"/>
                  <a:pt x="4826" y="752"/>
                </a:cubicBezTo>
                <a:cubicBezTo>
                  <a:pt x="4820" y="759"/>
                  <a:pt x="4812" y="765"/>
                  <a:pt x="4804" y="770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7"/>
                  <a:pt x="4761" y="790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6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303080" y="378828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5146920" y="378828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2233440" y="411840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833640" y="436644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0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8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49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9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1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62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94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1" name=""/>
          <p:cNvSpPr txBox="1"/>
          <p:nvPr/>
        </p:nvSpPr>
        <p:spPr>
          <a:xfrm>
            <a:off x="439920" y="5868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1962360" y="17913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2"/>
                  <a:pt x="0" y="599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194040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193680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1"/>
                </a:lnTo>
                <a:lnTo>
                  <a:pt x="95" y="70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3" y="92"/>
                </a:lnTo>
                <a:lnTo>
                  <a:pt x="90" y="81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8" y="103"/>
                </a:lnTo>
                <a:lnTo>
                  <a:pt x="83" y="92"/>
                </a:lnTo>
                <a:lnTo>
                  <a:pt x="95" y="97"/>
                </a:lnTo>
                <a:moveTo>
                  <a:pt x="90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7" y="8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3"/>
                </a:lnTo>
                <a:lnTo>
                  <a:pt x="79" y="13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925360" y="17913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2"/>
                  <a:pt x="863" y="599"/>
                  <a:pt x="863" y="653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321372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321012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4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89" y="81"/>
                </a:lnTo>
                <a:lnTo>
                  <a:pt x="94" y="70"/>
                </a:lnTo>
                <a:lnTo>
                  <a:pt x="106" y="75"/>
                </a:lnTo>
                <a:moveTo>
                  <a:pt x="101" y="86"/>
                </a:moveTo>
                <a:lnTo>
                  <a:pt x="94" y="97"/>
                </a:lnTo>
                <a:lnTo>
                  <a:pt x="83" y="92"/>
                </a:lnTo>
                <a:lnTo>
                  <a:pt x="89" y="81"/>
                </a:lnTo>
                <a:lnTo>
                  <a:pt x="101" y="86"/>
                </a:lnTo>
                <a:moveTo>
                  <a:pt x="94" y="97"/>
                </a:moveTo>
                <a:lnTo>
                  <a:pt x="89" y="108"/>
                </a:lnTo>
                <a:lnTo>
                  <a:pt x="78" y="103"/>
                </a:lnTo>
                <a:lnTo>
                  <a:pt x="83" y="92"/>
                </a:lnTo>
                <a:lnTo>
                  <a:pt x="94" y="97"/>
                </a:lnTo>
                <a:moveTo>
                  <a:pt x="89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3"/>
                </a:lnTo>
                <a:lnTo>
                  <a:pt x="79" y="13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3"/>
                </a:lnTo>
                <a:lnTo>
                  <a:pt x="91" y="13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962360" y="2357640"/>
            <a:ext cx="290880" cy="267480"/>
          </a:xfrm>
          <a:custGeom>
            <a:avLst/>
            <a:gdLst/>
            <a:ahLst/>
            <a:rect l="0" t="0" r="r" b="b"/>
            <a:pathLst>
              <a:path fill="none" w="808" h="743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35" y="379"/>
                </a:cubicBezTo>
                <a:cubicBezTo>
                  <a:pt x="269" y="504"/>
                  <a:pt x="538" y="624"/>
                  <a:pt x="674" y="683"/>
                </a:cubicBezTo>
                <a:lnTo>
                  <a:pt x="808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22372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220120" y="25916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8"/>
                </a:moveTo>
                <a:lnTo>
                  <a:pt x="80" y="27"/>
                </a:lnTo>
                <a:lnTo>
                  <a:pt x="71" y="35"/>
                </a:lnTo>
                <a:lnTo>
                  <a:pt x="63" y="26"/>
                </a:lnTo>
                <a:lnTo>
                  <a:pt x="72" y="18"/>
                </a:lnTo>
                <a:moveTo>
                  <a:pt x="80" y="27"/>
                </a:moveTo>
                <a:lnTo>
                  <a:pt x="88" y="37"/>
                </a:lnTo>
                <a:lnTo>
                  <a:pt x="79" y="44"/>
                </a:lnTo>
                <a:lnTo>
                  <a:pt x="71" y="35"/>
                </a:lnTo>
                <a:lnTo>
                  <a:pt x="80" y="27"/>
                </a:lnTo>
                <a:moveTo>
                  <a:pt x="88" y="37"/>
                </a:moveTo>
                <a:lnTo>
                  <a:pt x="96" y="46"/>
                </a:lnTo>
                <a:lnTo>
                  <a:pt x="86" y="54"/>
                </a:lnTo>
                <a:lnTo>
                  <a:pt x="79" y="44"/>
                </a:lnTo>
                <a:lnTo>
                  <a:pt x="88" y="37"/>
                </a:lnTo>
                <a:moveTo>
                  <a:pt x="96" y="46"/>
                </a:moveTo>
                <a:lnTo>
                  <a:pt x="104" y="56"/>
                </a:lnTo>
                <a:lnTo>
                  <a:pt x="94" y="63"/>
                </a:lnTo>
                <a:lnTo>
                  <a:pt x="86" y="54"/>
                </a:lnTo>
                <a:lnTo>
                  <a:pt x="96" y="46"/>
                </a:lnTo>
                <a:moveTo>
                  <a:pt x="104" y="56"/>
                </a:moveTo>
                <a:lnTo>
                  <a:pt x="111" y="65"/>
                </a:lnTo>
                <a:lnTo>
                  <a:pt x="102" y="73"/>
                </a:lnTo>
                <a:lnTo>
                  <a:pt x="94" y="63"/>
                </a:lnTo>
                <a:lnTo>
                  <a:pt x="104" y="56"/>
                </a:lnTo>
                <a:moveTo>
                  <a:pt x="111" y="65"/>
                </a:moveTo>
                <a:lnTo>
                  <a:pt x="120" y="75"/>
                </a:lnTo>
                <a:lnTo>
                  <a:pt x="110" y="82"/>
                </a:lnTo>
                <a:lnTo>
                  <a:pt x="102" y="73"/>
                </a:lnTo>
                <a:lnTo>
                  <a:pt x="111" y="65"/>
                </a:lnTo>
                <a:moveTo>
                  <a:pt x="120" y="75"/>
                </a:moveTo>
                <a:lnTo>
                  <a:pt x="128" y="84"/>
                </a:lnTo>
                <a:lnTo>
                  <a:pt x="119" y="92"/>
                </a:lnTo>
                <a:lnTo>
                  <a:pt x="110" y="82"/>
                </a:lnTo>
                <a:lnTo>
                  <a:pt x="120" y="75"/>
                </a:lnTo>
                <a:moveTo>
                  <a:pt x="128" y="84"/>
                </a:moveTo>
                <a:lnTo>
                  <a:pt x="136" y="94"/>
                </a:lnTo>
                <a:lnTo>
                  <a:pt x="126" y="101"/>
                </a:lnTo>
                <a:lnTo>
                  <a:pt x="119" y="92"/>
                </a:lnTo>
                <a:lnTo>
                  <a:pt x="128" y="84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1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0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2"/>
                </a:lnTo>
                <a:lnTo>
                  <a:pt x="148" y="112"/>
                </a:lnTo>
                <a:lnTo>
                  <a:pt x="148" y="118"/>
                </a:lnTo>
                <a:lnTo>
                  <a:pt x="143" y="122"/>
                </a:lnTo>
                <a:lnTo>
                  <a:pt x="142" y="120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5"/>
                </a:lnTo>
                <a:lnTo>
                  <a:pt x="125" y="113"/>
                </a:lnTo>
                <a:lnTo>
                  <a:pt x="138" y="112"/>
                </a:lnTo>
                <a:lnTo>
                  <a:pt x="138" y="125"/>
                </a:lnTo>
                <a:moveTo>
                  <a:pt x="126" y="125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5"/>
                </a:lnTo>
                <a:moveTo>
                  <a:pt x="113" y="126"/>
                </a:moveTo>
                <a:lnTo>
                  <a:pt x="101" y="126"/>
                </a:lnTo>
                <a:lnTo>
                  <a:pt x="100" y="114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6"/>
                </a:moveTo>
                <a:lnTo>
                  <a:pt x="88" y="127"/>
                </a:lnTo>
                <a:lnTo>
                  <a:pt x="88" y="115"/>
                </a:lnTo>
                <a:lnTo>
                  <a:pt x="100" y="114"/>
                </a:lnTo>
                <a:lnTo>
                  <a:pt x="101" y="126"/>
                </a:lnTo>
                <a:moveTo>
                  <a:pt x="88" y="127"/>
                </a:moveTo>
                <a:lnTo>
                  <a:pt x="76" y="127"/>
                </a:lnTo>
                <a:lnTo>
                  <a:pt x="75" y="115"/>
                </a:lnTo>
                <a:lnTo>
                  <a:pt x="88" y="115"/>
                </a:lnTo>
                <a:lnTo>
                  <a:pt x="88" y="127"/>
                </a:lnTo>
                <a:moveTo>
                  <a:pt x="76" y="127"/>
                </a:moveTo>
                <a:lnTo>
                  <a:pt x="64" y="128"/>
                </a:lnTo>
                <a:lnTo>
                  <a:pt x="63" y="116"/>
                </a:lnTo>
                <a:lnTo>
                  <a:pt x="75" y="115"/>
                </a:lnTo>
                <a:lnTo>
                  <a:pt x="76" y="127"/>
                </a:lnTo>
                <a:moveTo>
                  <a:pt x="64" y="128"/>
                </a:moveTo>
                <a:lnTo>
                  <a:pt x="51" y="129"/>
                </a:lnTo>
                <a:lnTo>
                  <a:pt x="51" y="116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29"/>
                </a:lnTo>
                <a:lnTo>
                  <a:pt x="39" y="117"/>
                </a:lnTo>
                <a:lnTo>
                  <a:pt x="51" y="116"/>
                </a:lnTo>
                <a:lnTo>
                  <a:pt x="51" y="129"/>
                </a:lnTo>
                <a:moveTo>
                  <a:pt x="39" y="129"/>
                </a:moveTo>
                <a:lnTo>
                  <a:pt x="27" y="130"/>
                </a:lnTo>
                <a:lnTo>
                  <a:pt x="26" y="117"/>
                </a:lnTo>
                <a:lnTo>
                  <a:pt x="39" y="117"/>
                </a:lnTo>
                <a:lnTo>
                  <a:pt x="39" y="129"/>
                </a:lnTo>
                <a:moveTo>
                  <a:pt x="27" y="130"/>
                </a:moveTo>
                <a:lnTo>
                  <a:pt x="15" y="130"/>
                </a:lnTo>
                <a:lnTo>
                  <a:pt x="14" y="118"/>
                </a:lnTo>
                <a:lnTo>
                  <a:pt x="26" y="117"/>
                </a:lnTo>
                <a:lnTo>
                  <a:pt x="27" y="130"/>
                </a:lnTo>
                <a:moveTo>
                  <a:pt x="15" y="130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4"/>
                </a:lnTo>
                <a:lnTo>
                  <a:pt x="10" y="118"/>
                </a:lnTo>
                <a:lnTo>
                  <a:pt x="14" y="118"/>
                </a:lnTo>
                <a:lnTo>
                  <a:pt x="15" y="130"/>
                </a:lnTo>
                <a:moveTo>
                  <a:pt x="8" y="115"/>
                </a:moveTo>
                <a:lnTo>
                  <a:pt x="13" y="103"/>
                </a:lnTo>
                <a:lnTo>
                  <a:pt x="24" y="108"/>
                </a:lnTo>
                <a:lnTo>
                  <a:pt x="19" y="120"/>
                </a:lnTo>
                <a:lnTo>
                  <a:pt x="8" y="115"/>
                </a:lnTo>
                <a:moveTo>
                  <a:pt x="13" y="103"/>
                </a:moveTo>
                <a:lnTo>
                  <a:pt x="18" y="92"/>
                </a:lnTo>
                <a:lnTo>
                  <a:pt x="29" y="97"/>
                </a:lnTo>
                <a:lnTo>
                  <a:pt x="24" y="108"/>
                </a:lnTo>
                <a:lnTo>
                  <a:pt x="13" y="103"/>
                </a:lnTo>
                <a:moveTo>
                  <a:pt x="18" y="92"/>
                </a:moveTo>
                <a:lnTo>
                  <a:pt x="23" y="81"/>
                </a:lnTo>
                <a:lnTo>
                  <a:pt x="34" y="86"/>
                </a:lnTo>
                <a:lnTo>
                  <a:pt x="29" y="97"/>
                </a:lnTo>
                <a:lnTo>
                  <a:pt x="18" y="92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7"/>
                </a:lnTo>
                <a:lnTo>
                  <a:pt x="49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7"/>
                </a:moveTo>
                <a:lnTo>
                  <a:pt x="42" y="36"/>
                </a:lnTo>
                <a:lnTo>
                  <a:pt x="54" y="41"/>
                </a:lnTo>
                <a:lnTo>
                  <a:pt x="49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5"/>
                </a:lnTo>
                <a:lnTo>
                  <a:pt x="59" y="30"/>
                </a:lnTo>
                <a:lnTo>
                  <a:pt x="54" y="41"/>
                </a:lnTo>
                <a:lnTo>
                  <a:pt x="42" y="36"/>
                </a:lnTo>
                <a:moveTo>
                  <a:pt x="47" y="25"/>
                </a:moveTo>
                <a:lnTo>
                  <a:pt x="52" y="13"/>
                </a:lnTo>
                <a:lnTo>
                  <a:pt x="64" y="19"/>
                </a:lnTo>
                <a:lnTo>
                  <a:pt x="59" y="30"/>
                </a:lnTo>
                <a:lnTo>
                  <a:pt x="47" y="25"/>
                </a:lnTo>
                <a:moveTo>
                  <a:pt x="52" y="13"/>
                </a:moveTo>
                <a:lnTo>
                  <a:pt x="58" y="0"/>
                </a:lnTo>
                <a:lnTo>
                  <a:pt x="72" y="18"/>
                </a:lnTo>
                <a:lnTo>
                  <a:pt x="63" y="26"/>
                </a:lnTo>
                <a:lnTo>
                  <a:pt x="55" y="15"/>
                </a:lnTo>
                <a:lnTo>
                  <a:pt x="60" y="11"/>
                </a:lnTo>
                <a:lnTo>
                  <a:pt x="65" y="14"/>
                </a:lnTo>
                <a:lnTo>
                  <a:pt x="64" y="19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945520" y="2357640"/>
            <a:ext cx="290520" cy="267480"/>
          </a:xfrm>
          <a:custGeom>
            <a:avLst/>
            <a:gdLst/>
            <a:ahLst/>
            <a:rect l="0" t="0" r="r" b="b"/>
            <a:pathLst>
              <a:path fill="none" w="807" h="743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6"/>
                  <a:pt x="673" y="379"/>
                </a:cubicBezTo>
                <a:cubicBezTo>
                  <a:pt x="538" y="504"/>
                  <a:pt x="269" y="624"/>
                  <a:pt x="134" y="683"/>
                </a:cubicBezTo>
                <a:lnTo>
                  <a:pt x="0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92536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920680" y="25916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29"/>
                </a:lnTo>
                <a:lnTo>
                  <a:pt x="127" y="117"/>
                </a:lnTo>
                <a:lnTo>
                  <a:pt x="139" y="118"/>
                </a:lnTo>
                <a:lnTo>
                  <a:pt x="138" y="130"/>
                </a:lnTo>
                <a:moveTo>
                  <a:pt x="126" y="129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7"/>
                </a:lnTo>
                <a:lnTo>
                  <a:pt x="126" y="129"/>
                </a:lnTo>
                <a:moveTo>
                  <a:pt x="114" y="129"/>
                </a:moveTo>
                <a:lnTo>
                  <a:pt x="101" y="128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8"/>
                </a:moveTo>
                <a:lnTo>
                  <a:pt x="89" y="128"/>
                </a:lnTo>
                <a:lnTo>
                  <a:pt x="90" y="115"/>
                </a:lnTo>
                <a:lnTo>
                  <a:pt x="102" y="116"/>
                </a:lnTo>
                <a:lnTo>
                  <a:pt x="101" y="128"/>
                </a:lnTo>
                <a:moveTo>
                  <a:pt x="89" y="128"/>
                </a:moveTo>
                <a:lnTo>
                  <a:pt x="77" y="127"/>
                </a:lnTo>
                <a:lnTo>
                  <a:pt x="77" y="115"/>
                </a:lnTo>
                <a:lnTo>
                  <a:pt x="90" y="115"/>
                </a:lnTo>
                <a:lnTo>
                  <a:pt x="89" y="128"/>
                </a:lnTo>
                <a:moveTo>
                  <a:pt x="77" y="127"/>
                </a:moveTo>
                <a:lnTo>
                  <a:pt x="64" y="127"/>
                </a:lnTo>
                <a:lnTo>
                  <a:pt x="64" y="114"/>
                </a:lnTo>
                <a:lnTo>
                  <a:pt x="77" y="115"/>
                </a:lnTo>
                <a:lnTo>
                  <a:pt x="77" y="127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4"/>
                </a:lnTo>
                <a:lnTo>
                  <a:pt x="64" y="127"/>
                </a:lnTo>
                <a:moveTo>
                  <a:pt x="51" y="126"/>
                </a:moveTo>
                <a:lnTo>
                  <a:pt x="39" y="125"/>
                </a:lnTo>
                <a:lnTo>
                  <a:pt x="40" y="113"/>
                </a:lnTo>
                <a:lnTo>
                  <a:pt x="52" y="114"/>
                </a:lnTo>
                <a:lnTo>
                  <a:pt x="51" y="126"/>
                </a:lnTo>
                <a:moveTo>
                  <a:pt x="39" y="125"/>
                </a:moveTo>
                <a:lnTo>
                  <a:pt x="27" y="125"/>
                </a:lnTo>
                <a:lnTo>
                  <a:pt x="27" y="113"/>
                </a:lnTo>
                <a:lnTo>
                  <a:pt x="40" y="113"/>
                </a:lnTo>
                <a:lnTo>
                  <a:pt x="39" y="125"/>
                </a:lnTo>
                <a:moveTo>
                  <a:pt x="27" y="125"/>
                </a:moveTo>
                <a:lnTo>
                  <a:pt x="15" y="124"/>
                </a:lnTo>
                <a:lnTo>
                  <a:pt x="15" y="112"/>
                </a:lnTo>
                <a:lnTo>
                  <a:pt x="27" y="113"/>
                </a:lnTo>
                <a:lnTo>
                  <a:pt x="27" y="125"/>
                </a:lnTo>
                <a:moveTo>
                  <a:pt x="15" y="124"/>
                </a:moveTo>
                <a:lnTo>
                  <a:pt x="0" y="124"/>
                </a:lnTo>
                <a:lnTo>
                  <a:pt x="14" y="106"/>
                </a:lnTo>
                <a:lnTo>
                  <a:pt x="24" y="114"/>
                </a:lnTo>
                <a:lnTo>
                  <a:pt x="17" y="122"/>
                </a:lnTo>
                <a:lnTo>
                  <a:pt x="13" y="118"/>
                </a:lnTo>
                <a:lnTo>
                  <a:pt x="13" y="112"/>
                </a:lnTo>
                <a:lnTo>
                  <a:pt x="15" y="112"/>
                </a:lnTo>
                <a:lnTo>
                  <a:pt x="15" y="124"/>
                </a:lnTo>
                <a:moveTo>
                  <a:pt x="14" y="106"/>
                </a:moveTo>
                <a:lnTo>
                  <a:pt x="22" y="97"/>
                </a:lnTo>
                <a:lnTo>
                  <a:pt x="32" y="105"/>
                </a:lnTo>
                <a:lnTo>
                  <a:pt x="24" y="114"/>
                </a:lnTo>
                <a:lnTo>
                  <a:pt x="14" y="106"/>
                </a:lnTo>
                <a:moveTo>
                  <a:pt x="22" y="97"/>
                </a:moveTo>
                <a:lnTo>
                  <a:pt x="30" y="88"/>
                </a:lnTo>
                <a:lnTo>
                  <a:pt x="39" y="95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5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6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6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7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0"/>
                </a:lnTo>
                <a:lnTo>
                  <a:pt x="79" y="48"/>
                </a:lnTo>
                <a:lnTo>
                  <a:pt x="71" y="57"/>
                </a:lnTo>
                <a:lnTo>
                  <a:pt x="61" y="50"/>
                </a:lnTo>
                <a:moveTo>
                  <a:pt x="69" y="40"/>
                </a:moveTo>
                <a:lnTo>
                  <a:pt x="78" y="31"/>
                </a:lnTo>
                <a:lnTo>
                  <a:pt x="87" y="38"/>
                </a:lnTo>
                <a:lnTo>
                  <a:pt x="79" y="48"/>
                </a:lnTo>
                <a:lnTo>
                  <a:pt x="69" y="40"/>
                </a:lnTo>
                <a:moveTo>
                  <a:pt x="78" y="31"/>
                </a:moveTo>
                <a:lnTo>
                  <a:pt x="86" y="21"/>
                </a:lnTo>
                <a:lnTo>
                  <a:pt x="95" y="29"/>
                </a:lnTo>
                <a:lnTo>
                  <a:pt x="87" y="38"/>
                </a:lnTo>
                <a:lnTo>
                  <a:pt x="78" y="31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9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7"/>
                </a:lnTo>
                <a:lnTo>
                  <a:pt x="98" y="22"/>
                </a:lnTo>
                <a:lnTo>
                  <a:pt x="95" y="14"/>
                </a:lnTo>
                <a:lnTo>
                  <a:pt x="101" y="11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7"/>
                </a:moveTo>
                <a:lnTo>
                  <a:pt x="115" y="28"/>
                </a:lnTo>
                <a:lnTo>
                  <a:pt x="103" y="33"/>
                </a:lnTo>
                <a:lnTo>
                  <a:pt x="98" y="22"/>
                </a:lnTo>
                <a:lnTo>
                  <a:pt x="110" y="17"/>
                </a:lnTo>
                <a:moveTo>
                  <a:pt x="115" y="28"/>
                </a:moveTo>
                <a:lnTo>
                  <a:pt x="120" y="39"/>
                </a:lnTo>
                <a:lnTo>
                  <a:pt x="108" y="44"/>
                </a:lnTo>
                <a:lnTo>
                  <a:pt x="103" y="33"/>
                </a:lnTo>
                <a:lnTo>
                  <a:pt x="115" y="28"/>
                </a:lnTo>
                <a:moveTo>
                  <a:pt x="120" y="39"/>
                </a:moveTo>
                <a:lnTo>
                  <a:pt x="125" y="50"/>
                </a:lnTo>
                <a:lnTo>
                  <a:pt x="113" y="55"/>
                </a:lnTo>
                <a:lnTo>
                  <a:pt x="108" y="44"/>
                </a:lnTo>
                <a:lnTo>
                  <a:pt x="120" y="39"/>
                </a:lnTo>
                <a:moveTo>
                  <a:pt x="125" y="50"/>
                </a:moveTo>
                <a:lnTo>
                  <a:pt x="130" y="62"/>
                </a:lnTo>
                <a:lnTo>
                  <a:pt x="118" y="67"/>
                </a:lnTo>
                <a:lnTo>
                  <a:pt x="113" y="55"/>
                </a:lnTo>
                <a:lnTo>
                  <a:pt x="125" y="50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4"/>
                </a:lnTo>
                <a:lnTo>
                  <a:pt x="128" y="89"/>
                </a:lnTo>
                <a:lnTo>
                  <a:pt x="123" y="78"/>
                </a:lnTo>
                <a:lnTo>
                  <a:pt x="135" y="73"/>
                </a:lnTo>
                <a:moveTo>
                  <a:pt x="140" y="84"/>
                </a:moveTo>
                <a:lnTo>
                  <a:pt x="145" y="95"/>
                </a:lnTo>
                <a:lnTo>
                  <a:pt x="133" y="100"/>
                </a:lnTo>
                <a:lnTo>
                  <a:pt x="128" y="89"/>
                </a:lnTo>
                <a:lnTo>
                  <a:pt x="140" y="84"/>
                </a:lnTo>
                <a:moveTo>
                  <a:pt x="145" y="95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0"/>
                </a:lnTo>
                <a:lnTo>
                  <a:pt x="145" y="95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8"/>
                </a:lnTo>
                <a:lnTo>
                  <a:pt x="151" y="124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1929240" y="29239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5"/>
                  <a:pt x="152" y="373"/>
                </a:cubicBezTo>
                <a:cubicBezTo>
                  <a:pt x="0" y="491"/>
                  <a:pt x="0" y="598"/>
                  <a:pt x="0" y="652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190728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190368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4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4" y="68"/>
                </a:moveTo>
                <a:lnTo>
                  <a:pt x="28" y="57"/>
                </a:lnTo>
                <a:lnTo>
                  <a:pt x="40" y="51"/>
                </a:lnTo>
                <a:lnTo>
                  <a:pt x="46" y="62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0"/>
                </a:lnTo>
                <a:lnTo>
                  <a:pt x="40" y="51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2"/>
                </a:lnTo>
                <a:lnTo>
                  <a:pt x="30" y="12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2"/>
                </a:lnTo>
                <a:lnTo>
                  <a:pt x="80" y="12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2"/>
                </a:lnTo>
                <a:lnTo>
                  <a:pt x="92" y="12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942280" y="29239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5"/>
                  <a:pt x="757" y="373"/>
                </a:cubicBezTo>
                <a:cubicBezTo>
                  <a:pt x="908" y="491"/>
                  <a:pt x="908" y="598"/>
                  <a:pt x="908" y="652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324684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1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324324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5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5" y="68"/>
                </a:moveTo>
                <a:lnTo>
                  <a:pt x="30" y="57"/>
                </a:lnTo>
                <a:lnTo>
                  <a:pt x="40" y="51"/>
                </a:lnTo>
                <a:lnTo>
                  <a:pt x="46" y="62"/>
                </a:lnTo>
                <a:lnTo>
                  <a:pt x="35" y="68"/>
                </a:lnTo>
                <a:moveTo>
                  <a:pt x="30" y="57"/>
                </a:moveTo>
                <a:lnTo>
                  <a:pt x="24" y="46"/>
                </a:lnTo>
                <a:lnTo>
                  <a:pt x="35" y="40"/>
                </a:lnTo>
                <a:lnTo>
                  <a:pt x="40" y="51"/>
                </a:lnTo>
                <a:lnTo>
                  <a:pt x="30" y="57"/>
                </a:lnTo>
                <a:moveTo>
                  <a:pt x="24" y="46"/>
                </a:moveTo>
                <a:lnTo>
                  <a:pt x="19" y="35"/>
                </a:lnTo>
                <a:lnTo>
                  <a:pt x="30" y="29"/>
                </a:lnTo>
                <a:lnTo>
                  <a:pt x="35" y="40"/>
                </a:lnTo>
                <a:lnTo>
                  <a:pt x="24" y="46"/>
                </a:lnTo>
                <a:moveTo>
                  <a:pt x="19" y="35"/>
                </a:moveTo>
                <a:lnTo>
                  <a:pt x="13" y="24"/>
                </a:lnTo>
                <a:lnTo>
                  <a:pt x="24" y="18"/>
                </a:lnTo>
                <a:lnTo>
                  <a:pt x="30" y="29"/>
                </a:lnTo>
                <a:lnTo>
                  <a:pt x="19" y="35"/>
                </a:lnTo>
                <a:moveTo>
                  <a:pt x="13" y="24"/>
                </a:moveTo>
                <a:lnTo>
                  <a:pt x="7" y="13"/>
                </a:lnTo>
                <a:lnTo>
                  <a:pt x="19" y="7"/>
                </a:lnTo>
                <a:lnTo>
                  <a:pt x="24" y="18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2"/>
                </a:lnTo>
                <a:lnTo>
                  <a:pt x="11" y="12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2"/>
                </a:lnTo>
                <a:lnTo>
                  <a:pt x="19" y="12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2"/>
                </a:lnTo>
                <a:lnTo>
                  <a:pt x="31" y="12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2"/>
                </a:lnTo>
                <a:lnTo>
                  <a:pt x="80" y="12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19292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7"/>
                  <a:pt x="0" y="255"/>
                  <a:pt x="142" y="380"/>
                </a:cubicBezTo>
                <a:cubicBezTo>
                  <a:pt x="285" y="504"/>
                  <a:pt x="569" y="624"/>
                  <a:pt x="711" y="684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20680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48" y="0"/>
                </a:moveTo>
                <a:lnTo>
                  <a:pt x="138" y="106"/>
                </a:lnTo>
                <a:lnTo>
                  <a:pt x="0" y="115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203200" y="3724560"/>
            <a:ext cx="57960" cy="47520"/>
          </a:xfrm>
          <a:custGeom>
            <a:avLst/>
            <a:gdLst/>
            <a:ahLst/>
            <a:rect l="0" t="0" r="r" b="b"/>
            <a:pathLst>
              <a:path w="161" h="132">
                <a:moveTo>
                  <a:pt x="71" y="17"/>
                </a:moveTo>
                <a:lnTo>
                  <a:pt x="79" y="26"/>
                </a:lnTo>
                <a:lnTo>
                  <a:pt x="70" y="34"/>
                </a:lnTo>
                <a:lnTo>
                  <a:pt x="62" y="25"/>
                </a:lnTo>
                <a:lnTo>
                  <a:pt x="71" y="17"/>
                </a:lnTo>
                <a:moveTo>
                  <a:pt x="79" y="26"/>
                </a:moveTo>
                <a:lnTo>
                  <a:pt x="87" y="35"/>
                </a:lnTo>
                <a:lnTo>
                  <a:pt x="78" y="43"/>
                </a:lnTo>
                <a:lnTo>
                  <a:pt x="70" y="34"/>
                </a:lnTo>
                <a:lnTo>
                  <a:pt x="79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8" y="43"/>
                </a:lnTo>
                <a:lnTo>
                  <a:pt x="87" y="35"/>
                </a:lnTo>
                <a:moveTo>
                  <a:pt x="95" y="45"/>
                </a:moveTo>
                <a:lnTo>
                  <a:pt x="103" y="54"/>
                </a:lnTo>
                <a:lnTo>
                  <a:pt x="94" y="62"/>
                </a:lnTo>
                <a:lnTo>
                  <a:pt x="86" y="53"/>
                </a:lnTo>
                <a:lnTo>
                  <a:pt x="95" y="45"/>
                </a:lnTo>
                <a:moveTo>
                  <a:pt x="103" y="54"/>
                </a:moveTo>
                <a:lnTo>
                  <a:pt x="111" y="63"/>
                </a:lnTo>
                <a:lnTo>
                  <a:pt x="102" y="72"/>
                </a:lnTo>
                <a:lnTo>
                  <a:pt x="94" y="62"/>
                </a:lnTo>
                <a:lnTo>
                  <a:pt x="103" y="54"/>
                </a:lnTo>
                <a:moveTo>
                  <a:pt x="111" y="63"/>
                </a:moveTo>
                <a:lnTo>
                  <a:pt x="119" y="74"/>
                </a:lnTo>
                <a:lnTo>
                  <a:pt x="110" y="82"/>
                </a:lnTo>
                <a:lnTo>
                  <a:pt x="102" y="72"/>
                </a:lnTo>
                <a:lnTo>
                  <a:pt x="111" y="63"/>
                </a:lnTo>
                <a:moveTo>
                  <a:pt x="119" y="74"/>
                </a:moveTo>
                <a:lnTo>
                  <a:pt x="127" y="83"/>
                </a:lnTo>
                <a:lnTo>
                  <a:pt x="118" y="91"/>
                </a:lnTo>
                <a:lnTo>
                  <a:pt x="110" y="82"/>
                </a:lnTo>
                <a:lnTo>
                  <a:pt x="119" y="74"/>
                </a:lnTo>
                <a:moveTo>
                  <a:pt x="127" y="83"/>
                </a:moveTo>
                <a:lnTo>
                  <a:pt x="135" y="92"/>
                </a:lnTo>
                <a:lnTo>
                  <a:pt x="126" y="100"/>
                </a:lnTo>
                <a:lnTo>
                  <a:pt x="118" y="91"/>
                </a:lnTo>
                <a:lnTo>
                  <a:pt x="127" y="83"/>
                </a:lnTo>
                <a:moveTo>
                  <a:pt x="135" y="92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0"/>
                </a:lnTo>
                <a:lnTo>
                  <a:pt x="135" y="92"/>
                </a:lnTo>
                <a:moveTo>
                  <a:pt x="143" y="102"/>
                </a:moveTo>
                <a:lnTo>
                  <a:pt x="151" y="111"/>
                </a:lnTo>
                <a:lnTo>
                  <a:pt x="142" y="119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1"/>
                </a:moveTo>
                <a:lnTo>
                  <a:pt x="161" y="122"/>
                </a:lnTo>
                <a:lnTo>
                  <a:pt x="138" y="124"/>
                </a:lnTo>
                <a:lnTo>
                  <a:pt x="137" y="111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19"/>
                </a:lnTo>
                <a:lnTo>
                  <a:pt x="151" y="111"/>
                </a:lnTo>
                <a:moveTo>
                  <a:pt x="138" y="124"/>
                </a:moveTo>
                <a:lnTo>
                  <a:pt x="126" y="124"/>
                </a:lnTo>
                <a:lnTo>
                  <a:pt x="125" y="112"/>
                </a:lnTo>
                <a:lnTo>
                  <a:pt x="137" y="111"/>
                </a:lnTo>
                <a:lnTo>
                  <a:pt x="138" y="124"/>
                </a:lnTo>
                <a:moveTo>
                  <a:pt x="126" y="124"/>
                </a:moveTo>
                <a:lnTo>
                  <a:pt x="114" y="125"/>
                </a:lnTo>
                <a:lnTo>
                  <a:pt x="113" y="113"/>
                </a:lnTo>
                <a:lnTo>
                  <a:pt x="125" y="112"/>
                </a:lnTo>
                <a:lnTo>
                  <a:pt x="126" y="124"/>
                </a:lnTo>
                <a:moveTo>
                  <a:pt x="114" y="125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5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4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7"/>
                </a:lnTo>
                <a:lnTo>
                  <a:pt x="76" y="115"/>
                </a:lnTo>
                <a:lnTo>
                  <a:pt x="88" y="114"/>
                </a:lnTo>
                <a:lnTo>
                  <a:pt x="89" y="127"/>
                </a:lnTo>
                <a:moveTo>
                  <a:pt x="77" y="127"/>
                </a:moveTo>
                <a:lnTo>
                  <a:pt x="65" y="128"/>
                </a:lnTo>
                <a:lnTo>
                  <a:pt x="64" y="116"/>
                </a:lnTo>
                <a:lnTo>
                  <a:pt x="76" y="115"/>
                </a:lnTo>
                <a:lnTo>
                  <a:pt x="77" y="127"/>
                </a:lnTo>
                <a:moveTo>
                  <a:pt x="65" y="128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8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8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1"/>
                </a:lnTo>
                <a:lnTo>
                  <a:pt x="15" y="119"/>
                </a:lnTo>
                <a:lnTo>
                  <a:pt x="27" y="118"/>
                </a:lnTo>
                <a:lnTo>
                  <a:pt x="28" y="131"/>
                </a:lnTo>
                <a:moveTo>
                  <a:pt x="16" y="131"/>
                </a:moveTo>
                <a:lnTo>
                  <a:pt x="0" y="132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19"/>
                </a:lnTo>
                <a:lnTo>
                  <a:pt x="15" y="119"/>
                </a:lnTo>
                <a:lnTo>
                  <a:pt x="16" y="131"/>
                </a:lnTo>
                <a:moveTo>
                  <a:pt x="8" y="116"/>
                </a:moveTo>
                <a:lnTo>
                  <a:pt x="13" y="105"/>
                </a:lnTo>
                <a:lnTo>
                  <a:pt x="24" y="109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5"/>
                </a:lnTo>
                <a:moveTo>
                  <a:pt x="18" y="93"/>
                </a:moveTo>
                <a:lnTo>
                  <a:pt x="23" y="82"/>
                </a:lnTo>
                <a:lnTo>
                  <a:pt x="34" y="87"/>
                </a:lnTo>
                <a:lnTo>
                  <a:pt x="29" y="98"/>
                </a:lnTo>
                <a:lnTo>
                  <a:pt x="18" y="93"/>
                </a:lnTo>
                <a:moveTo>
                  <a:pt x="23" y="82"/>
                </a:moveTo>
                <a:lnTo>
                  <a:pt x="27" y="71"/>
                </a:lnTo>
                <a:lnTo>
                  <a:pt x="39" y="75"/>
                </a:lnTo>
                <a:lnTo>
                  <a:pt x="34" y="87"/>
                </a:lnTo>
                <a:lnTo>
                  <a:pt x="23" y="82"/>
                </a:lnTo>
                <a:moveTo>
                  <a:pt x="27" y="71"/>
                </a:moveTo>
                <a:lnTo>
                  <a:pt x="32" y="58"/>
                </a:lnTo>
                <a:lnTo>
                  <a:pt x="44" y="63"/>
                </a:lnTo>
                <a:lnTo>
                  <a:pt x="39" y="75"/>
                </a:lnTo>
                <a:lnTo>
                  <a:pt x="27" y="71"/>
                </a:lnTo>
                <a:moveTo>
                  <a:pt x="32" y="58"/>
                </a:moveTo>
                <a:lnTo>
                  <a:pt x="37" y="47"/>
                </a:lnTo>
                <a:lnTo>
                  <a:pt x="48" y="52"/>
                </a:lnTo>
                <a:lnTo>
                  <a:pt x="44" y="63"/>
                </a:lnTo>
                <a:lnTo>
                  <a:pt x="32" y="58"/>
                </a:lnTo>
                <a:moveTo>
                  <a:pt x="37" y="47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4"/>
                </a:lnTo>
                <a:lnTo>
                  <a:pt x="58" y="29"/>
                </a:lnTo>
                <a:lnTo>
                  <a:pt x="53" y="41"/>
                </a:lnTo>
                <a:lnTo>
                  <a:pt x="42" y="36"/>
                </a:lnTo>
                <a:moveTo>
                  <a:pt x="47" y="24"/>
                </a:moveTo>
                <a:lnTo>
                  <a:pt x="51" y="13"/>
                </a:lnTo>
                <a:lnTo>
                  <a:pt x="63" y="18"/>
                </a:lnTo>
                <a:lnTo>
                  <a:pt x="58" y="29"/>
                </a:lnTo>
                <a:lnTo>
                  <a:pt x="47" y="24"/>
                </a:lnTo>
                <a:moveTo>
                  <a:pt x="51" y="13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5"/>
                </a:lnTo>
                <a:lnTo>
                  <a:pt x="59" y="11"/>
                </a:lnTo>
                <a:lnTo>
                  <a:pt x="64" y="14"/>
                </a:lnTo>
                <a:lnTo>
                  <a:pt x="63" y="18"/>
                </a:lnTo>
                <a:lnTo>
                  <a:pt x="51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9624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7"/>
                  <a:pt x="852" y="255"/>
                  <a:pt x="711" y="380"/>
                </a:cubicBezTo>
                <a:cubicBezTo>
                  <a:pt x="568" y="504"/>
                  <a:pt x="284" y="624"/>
                  <a:pt x="142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94228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138" y="115"/>
                </a:moveTo>
                <a:lnTo>
                  <a:pt x="0" y="106"/>
                </a:lnTo>
                <a:lnTo>
                  <a:pt x="90" y="0"/>
                </a:lnTo>
                <a:lnTo>
                  <a:pt x="138" y="11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937600" y="3724560"/>
            <a:ext cx="57600" cy="47520"/>
          </a:xfrm>
          <a:custGeom>
            <a:avLst/>
            <a:gdLst/>
            <a:ahLst/>
            <a:rect l="0" t="0" r="r" b="b"/>
            <a:pathLst>
              <a:path w="160" h="132">
                <a:moveTo>
                  <a:pt x="138" y="131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6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6"/>
                </a:moveTo>
                <a:lnTo>
                  <a:pt x="52" y="125"/>
                </a:lnTo>
                <a:lnTo>
                  <a:pt x="53" y="113"/>
                </a:lnTo>
                <a:lnTo>
                  <a:pt x="65" y="114"/>
                </a:lnTo>
                <a:lnTo>
                  <a:pt x="65" y="126"/>
                </a:lnTo>
                <a:moveTo>
                  <a:pt x="52" y="125"/>
                </a:moveTo>
                <a:lnTo>
                  <a:pt x="40" y="125"/>
                </a:lnTo>
                <a:lnTo>
                  <a:pt x="41" y="112"/>
                </a:lnTo>
                <a:lnTo>
                  <a:pt x="53" y="113"/>
                </a:lnTo>
                <a:lnTo>
                  <a:pt x="52" y="125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2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2"/>
                </a:lnTo>
                <a:lnTo>
                  <a:pt x="15" y="105"/>
                </a:lnTo>
                <a:lnTo>
                  <a:pt x="24" y="113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5"/>
                </a:moveTo>
                <a:lnTo>
                  <a:pt x="23" y="96"/>
                </a:lnTo>
                <a:lnTo>
                  <a:pt x="33" y="104"/>
                </a:lnTo>
                <a:lnTo>
                  <a:pt x="24" y="113"/>
                </a:lnTo>
                <a:lnTo>
                  <a:pt x="15" y="105"/>
                </a:lnTo>
                <a:moveTo>
                  <a:pt x="23" y="96"/>
                </a:moveTo>
                <a:lnTo>
                  <a:pt x="32" y="87"/>
                </a:lnTo>
                <a:lnTo>
                  <a:pt x="41" y="94"/>
                </a:lnTo>
                <a:lnTo>
                  <a:pt x="33" y="104"/>
                </a:lnTo>
                <a:lnTo>
                  <a:pt x="23" y="96"/>
                </a:lnTo>
                <a:moveTo>
                  <a:pt x="32" y="87"/>
                </a:moveTo>
                <a:lnTo>
                  <a:pt x="40" y="77"/>
                </a:lnTo>
                <a:lnTo>
                  <a:pt x="49" y="85"/>
                </a:lnTo>
                <a:lnTo>
                  <a:pt x="41" y="94"/>
                </a:lnTo>
                <a:lnTo>
                  <a:pt x="32" y="87"/>
                </a:lnTo>
                <a:moveTo>
                  <a:pt x="40" y="77"/>
                </a:moveTo>
                <a:lnTo>
                  <a:pt x="48" y="67"/>
                </a:lnTo>
                <a:lnTo>
                  <a:pt x="57" y="76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5"/>
                </a:lnTo>
                <a:lnTo>
                  <a:pt x="57" y="76"/>
                </a:lnTo>
                <a:lnTo>
                  <a:pt x="48" y="67"/>
                </a:lnTo>
                <a:moveTo>
                  <a:pt x="56" y="58"/>
                </a:moveTo>
                <a:lnTo>
                  <a:pt x="64" y="48"/>
                </a:lnTo>
                <a:lnTo>
                  <a:pt x="73" y="56"/>
                </a:lnTo>
                <a:lnTo>
                  <a:pt x="65" y="65"/>
                </a:lnTo>
                <a:lnTo>
                  <a:pt x="56" y="58"/>
                </a:lnTo>
                <a:moveTo>
                  <a:pt x="64" y="48"/>
                </a:moveTo>
                <a:lnTo>
                  <a:pt x="72" y="39"/>
                </a:lnTo>
                <a:lnTo>
                  <a:pt x="81" y="47"/>
                </a:lnTo>
                <a:lnTo>
                  <a:pt x="73" y="56"/>
                </a:lnTo>
                <a:lnTo>
                  <a:pt x="64" y="48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0"/>
                </a:lnTo>
                <a:lnTo>
                  <a:pt x="97" y="28"/>
                </a:lnTo>
                <a:lnTo>
                  <a:pt x="89" y="38"/>
                </a:lnTo>
                <a:lnTo>
                  <a:pt x="80" y="30"/>
                </a:lnTo>
                <a:moveTo>
                  <a:pt x="88" y="20"/>
                </a:moveTo>
                <a:lnTo>
                  <a:pt x="95" y="11"/>
                </a:lnTo>
                <a:lnTo>
                  <a:pt x="105" y="19"/>
                </a:lnTo>
                <a:lnTo>
                  <a:pt x="97" y="28"/>
                </a:lnTo>
                <a:lnTo>
                  <a:pt x="88" y="20"/>
                </a:lnTo>
                <a:moveTo>
                  <a:pt x="95" y="11"/>
                </a:moveTo>
                <a:lnTo>
                  <a:pt x="105" y="0"/>
                </a:lnTo>
                <a:lnTo>
                  <a:pt x="112" y="16"/>
                </a:lnTo>
                <a:lnTo>
                  <a:pt x="100" y="21"/>
                </a:lnTo>
                <a:lnTo>
                  <a:pt x="97" y="14"/>
                </a:lnTo>
                <a:lnTo>
                  <a:pt x="103" y="11"/>
                </a:lnTo>
                <a:lnTo>
                  <a:pt x="108" y="15"/>
                </a:lnTo>
                <a:lnTo>
                  <a:pt x="105" y="19"/>
                </a:lnTo>
                <a:lnTo>
                  <a:pt x="95" y="11"/>
                </a:lnTo>
                <a:moveTo>
                  <a:pt x="112" y="16"/>
                </a:moveTo>
                <a:lnTo>
                  <a:pt x="117" y="28"/>
                </a:lnTo>
                <a:lnTo>
                  <a:pt x="105" y="32"/>
                </a:lnTo>
                <a:lnTo>
                  <a:pt x="100" y="21"/>
                </a:lnTo>
                <a:lnTo>
                  <a:pt x="112" y="16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2"/>
                </a:lnTo>
                <a:lnTo>
                  <a:pt x="117" y="28"/>
                </a:lnTo>
                <a:moveTo>
                  <a:pt x="121" y="39"/>
                </a:moveTo>
                <a:lnTo>
                  <a:pt x="126" y="50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0"/>
                </a:moveTo>
                <a:lnTo>
                  <a:pt x="131" y="62"/>
                </a:lnTo>
                <a:lnTo>
                  <a:pt x="120" y="66"/>
                </a:lnTo>
                <a:lnTo>
                  <a:pt x="115" y="55"/>
                </a:lnTo>
                <a:lnTo>
                  <a:pt x="126" y="50"/>
                </a:lnTo>
                <a:moveTo>
                  <a:pt x="131" y="62"/>
                </a:moveTo>
                <a:lnTo>
                  <a:pt x="136" y="74"/>
                </a:lnTo>
                <a:lnTo>
                  <a:pt x="124" y="79"/>
                </a:lnTo>
                <a:lnTo>
                  <a:pt x="120" y="66"/>
                </a:lnTo>
                <a:lnTo>
                  <a:pt x="131" y="62"/>
                </a:lnTo>
                <a:moveTo>
                  <a:pt x="136" y="74"/>
                </a:moveTo>
                <a:lnTo>
                  <a:pt x="140" y="85"/>
                </a:lnTo>
                <a:lnTo>
                  <a:pt x="129" y="90"/>
                </a:lnTo>
                <a:lnTo>
                  <a:pt x="124" y="79"/>
                </a:lnTo>
                <a:lnTo>
                  <a:pt x="136" y="74"/>
                </a:lnTo>
                <a:moveTo>
                  <a:pt x="140" y="85"/>
                </a:moveTo>
                <a:lnTo>
                  <a:pt x="145" y="96"/>
                </a:lnTo>
                <a:lnTo>
                  <a:pt x="134" y="101"/>
                </a:lnTo>
                <a:lnTo>
                  <a:pt x="129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1"/>
                </a:lnTo>
                <a:lnTo>
                  <a:pt x="145" y="96"/>
                </a:lnTo>
                <a:moveTo>
                  <a:pt x="150" y="108"/>
                </a:moveTo>
                <a:lnTo>
                  <a:pt x="155" y="119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19"/>
                </a:moveTo>
                <a:lnTo>
                  <a:pt x="160" y="132"/>
                </a:lnTo>
                <a:lnTo>
                  <a:pt x="138" y="131"/>
                </a:lnTo>
                <a:lnTo>
                  <a:pt x="139" y="119"/>
                </a:lnTo>
                <a:lnTo>
                  <a:pt x="151" y="119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1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7200" y="117504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278800" y="15958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1631160" y="21621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901960" y="21621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2262240" y="27284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581480" y="32947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2885040" y="32947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27" name="" descr=""/>
          <p:cNvPicPr/>
          <p:nvPr/>
        </p:nvPicPr>
        <p:blipFill>
          <a:blip r:embed="rId2"/>
          <a:stretch/>
        </p:blipFill>
        <p:spPr>
          <a:xfrm>
            <a:off x="2000160" y="41432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28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2345400" y="386064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2752560" y="450648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51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4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955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