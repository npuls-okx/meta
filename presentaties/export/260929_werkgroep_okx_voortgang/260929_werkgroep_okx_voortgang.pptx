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3.jpeg" ContentType="image/jpeg"/>
  <Override PartName="/ppt/media/image2.png" ContentType="image/png"/>
  <Override PartName="/ppt/media/image4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910440"/>
            <a:ext cx="9120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werkwijze die de complexiteit hanteerbaar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2057040"/>
            <a:ext cx="2590920" cy="1243440"/>
          </a:xfrm>
          <a:custGeom>
            <a:avLst/>
            <a:gdLst/>
            <a:ahLst/>
            <a:rect l="0" t="0" r="r" b="b"/>
            <a:pathLst>
              <a:path w="7197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2" y="6"/>
                </a:cubicBezTo>
                <a:cubicBezTo>
                  <a:pt x="6972" y="9"/>
                  <a:pt x="6991" y="14"/>
                  <a:pt x="7010" y="21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5"/>
                  <a:pt x="7094" y="66"/>
                  <a:pt x="7108" y="78"/>
                </a:cubicBezTo>
                <a:cubicBezTo>
                  <a:pt x="7122" y="90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50"/>
                </a:lnTo>
                <a:cubicBezTo>
                  <a:pt x="7197" y="3170"/>
                  <a:pt x="7195" y="3190"/>
                  <a:pt x="7192" y="3209"/>
                </a:cubicBezTo>
                <a:cubicBezTo>
                  <a:pt x="7188" y="3229"/>
                  <a:pt x="7182" y="3248"/>
                  <a:pt x="7174" y="3266"/>
                </a:cubicBezTo>
                <a:cubicBezTo>
                  <a:pt x="7167" y="3285"/>
                  <a:pt x="7157" y="3302"/>
                  <a:pt x="7146" y="3319"/>
                </a:cubicBezTo>
                <a:cubicBezTo>
                  <a:pt x="7135" y="3336"/>
                  <a:pt x="7122" y="3351"/>
                  <a:pt x="7108" y="3365"/>
                </a:cubicBezTo>
                <a:cubicBezTo>
                  <a:pt x="7094" y="3379"/>
                  <a:pt x="7079" y="3392"/>
                  <a:pt x="7062" y="3403"/>
                </a:cubicBezTo>
                <a:cubicBezTo>
                  <a:pt x="7046" y="3414"/>
                  <a:pt x="7028" y="3424"/>
                  <a:pt x="7010" y="3431"/>
                </a:cubicBezTo>
                <a:cubicBezTo>
                  <a:pt x="6991" y="3439"/>
                  <a:pt x="6972" y="3445"/>
                  <a:pt x="6952" y="3448"/>
                </a:cubicBezTo>
                <a:cubicBezTo>
                  <a:pt x="6933" y="3452"/>
                  <a:pt x="6913" y="3454"/>
                  <a:pt x="6893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8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9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659880" y="2241000"/>
            <a:ext cx="304200" cy="304200"/>
          </a:xfrm>
          <a:custGeom>
            <a:avLst/>
            <a:gdLst/>
            <a:ahLst/>
            <a:rect l="0" t="0" r="r" b="b"/>
            <a:pathLst>
              <a:path w="845" h="845">
                <a:moveTo>
                  <a:pt x="845" y="845"/>
                </a:moveTo>
                <a:lnTo>
                  <a:pt x="784" y="845"/>
                </a:lnTo>
                <a:lnTo>
                  <a:pt x="784" y="694"/>
                </a:lnTo>
                <a:cubicBezTo>
                  <a:pt x="784" y="684"/>
                  <a:pt x="784" y="674"/>
                  <a:pt x="782" y="665"/>
                </a:cubicBezTo>
                <a:cubicBezTo>
                  <a:pt x="780" y="655"/>
                  <a:pt x="777" y="646"/>
                  <a:pt x="773" y="636"/>
                </a:cubicBezTo>
                <a:cubicBezTo>
                  <a:pt x="769" y="627"/>
                  <a:pt x="765" y="619"/>
                  <a:pt x="759" y="610"/>
                </a:cubicBezTo>
                <a:cubicBezTo>
                  <a:pt x="754" y="602"/>
                  <a:pt x="747" y="595"/>
                  <a:pt x="740" y="588"/>
                </a:cubicBezTo>
                <a:cubicBezTo>
                  <a:pt x="733" y="581"/>
                  <a:pt x="726" y="574"/>
                  <a:pt x="717" y="569"/>
                </a:cubicBezTo>
                <a:cubicBezTo>
                  <a:pt x="709" y="563"/>
                  <a:pt x="701" y="559"/>
                  <a:pt x="691" y="555"/>
                </a:cubicBezTo>
                <a:cubicBezTo>
                  <a:pt x="682" y="551"/>
                  <a:pt x="673" y="548"/>
                  <a:pt x="663" y="546"/>
                </a:cubicBezTo>
                <a:cubicBezTo>
                  <a:pt x="653" y="544"/>
                  <a:pt x="644" y="543"/>
                  <a:pt x="634" y="543"/>
                </a:cubicBezTo>
                <a:lnTo>
                  <a:pt x="634" y="483"/>
                </a:lnTo>
                <a:cubicBezTo>
                  <a:pt x="648" y="483"/>
                  <a:pt x="661" y="484"/>
                  <a:pt x="675" y="487"/>
                </a:cubicBezTo>
                <a:cubicBezTo>
                  <a:pt x="688" y="490"/>
                  <a:pt x="702" y="494"/>
                  <a:pt x="714" y="499"/>
                </a:cubicBezTo>
                <a:cubicBezTo>
                  <a:pt x="727" y="505"/>
                  <a:pt x="739" y="511"/>
                  <a:pt x="751" y="519"/>
                </a:cubicBezTo>
                <a:cubicBezTo>
                  <a:pt x="762" y="526"/>
                  <a:pt x="773" y="535"/>
                  <a:pt x="783" y="545"/>
                </a:cubicBezTo>
                <a:cubicBezTo>
                  <a:pt x="793" y="555"/>
                  <a:pt x="801" y="565"/>
                  <a:pt x="809" y="577"/>
                </a:cubicBezTo>
                <a:cubicBezTo>
                  <a:pt x="817" y="588"/>
                  <a:pt x="823" y="601"/>
                  <a:pt x="829" y="613"/>
                </a:cubicBezTo>
                <a:cubicBezTo>
                  <a:pt x="834" y="626"/>
                  <a:pt x="838" y="639"/>
                  <a:pt x="841" y="653"/>
                </a:cubicBezTo>
                <a:cubicBezTo>
                  <a:pt x="843" y="667"/>
                  <a:pt x="845" y="680"/>
                  <a:pt x="845" y="694"/>
                </a:cubicBezTo>
                <a:lnTo>
                  <a:pt x="845" y="845"/>
                </a:lnTo>
                <a:moveTo>
                  <a:pt x="604" y="845"/>
                </a:moveTo>
                <a:lnTo>
                  <a:pt x="543" y="845"/>
                </a:lnTo>
                <a:lnTo>
                  <a:pt x="543" y="694"/>
                </a:lnTo>
                <a:cubicBezTo>
                  <a:pt x="543" y="684"/>
                  <a:pt x="542" y="674"/>
                  <a:pt x="540" y="665"/>
                </a:cubicBezTo>
                <a:cubicBezTo>
                  <a:pt x="538" y="655"/>
                  <a:pt x="536" y="646"/>
                  <a:pt x="532" y="636"/>
                </a:cubicBezTo>
                <a:cubicBezTo>
                  <a:pt x="528" y="627"/>
                  <a:pt x="523" y="619"/>
                  <a:pt x="518" y="610"/>
                </a:cubicBezTo>
                <a:cubicBezTo>
                  <a:pt x="512" y="602"/>
                  <a:pt x="506" y="595"/>
                  <a:pt x="499" y="588"/>
                </a:cubicBezTo>
                <a:cubicBezTo>
                  <a:pt x="492" y="581"/>
                  <a:pt x="484" y="574"/>
                  <a:pt x="476" y="569"/>
                </a:cubicBezTo>
                <a:cubicBezTo>
                  <a:pt x="468" y="563"/>
                  <a:pt x="459" y="559"/>
                  <a:pt x="450" y="555"/>
                </a:cubicBezTo>
                <a:cubicBezTo>
                  <a:pt x="441" y="551"/>
                  <a:pt x="432" y="548"/>
                  <a:pt x="422" y="546"/>
                </a:cubicBezTo>
                <a:cubicBezTo>
                  <a:pt x="412" y="544"/>
                  <a:pt x="402" y="543"/>
                  <a:pt x="393" y="543"/>
                </a:cubicBezTo>
                <a:lnTo>
                  <a:pt x="211" y="543"/>
                </a:lnTo>
                <a:cubicBezTo>
                  <a:pt x="201" y="543"/>
                  <a:pt x="191" y="544"/>
                  <a:pt x="181" y="546"/>
                </a:cubicBezTo>
                <a:cubicBezTo>
                  <a:pt x="171" y="548"/>
                  <a:pt x="162" y="551"/>
                  <a:pt x="153" y="555"/>
                </a:cubicBezTo>
                <a:cubicBezTo>
                  <a:pt x="144" y="559"/>
                  <a:pt x="135" y="563"/>
                  <a:pt x="127" y="569"/>
                </a:cubicBezTo>
                <a:cubicBezTo>
                  <a:pt x="119" y="574"/>
                  <a:pt x="111" y="581"/>
                  <a:pt x="104" y="588"/>
                </a:cubicBezTo>
                <a:cubicBezTo>
                  <a:pt x="97" y="595"/>
                  <a:pt x="91" y="602"/>
                  <a:pt x="85" y="610"/>
                </a:cubicBezTo>
                <a:cubicBezTo>
                  <a:pt x="80" y="619"/>
                  <a:pt x="75" y="627"/>
                  <a:pt x="71" y="636"/>
                </a:cubicBezTo>
                <a:cubicBezTo>
                  <a:pt x="68" y="646"/>
                  <a:pt x="65" y="655"/>
                  <a:pt x="63" y="665"/>
                </a:cubicBezTo>
                <a:cubicBezTo>
                  <a:pt x="61" y="674"/>
                  <a:pt x="60" y="684"/>
                  <a:pt x="60" y="694"/>
                </a:cubicBezTo>
                <a:lnTo>
                  <a:pt x="60" y="845"/>
                </a:lnTo>
                <a:lnTo>
                  <a:pt x="0" y="845"/>
                </a:lnTo>
                <a:lnTo>
                  <a:pt x="0" y="694"/>
                </a:lnTo>
                <a:cubicBezTo>
                  <a:pt x="0" y="680"/>
                  <a:pt x="1" y="667"/>
                  <a:pt x="4" y="653"/>
                </a:cubicBezTo>
                <a:cubicBezTo>
                  <a:pt x="6" y="639"/>
                  <a:pt x="10" y="626"/>
                  <a:pt x="16" y="613"/>
                </a:cubicBezTo>
                <a:cubicBezTo>
                  <a:pt x="21" y="601"/>
                  <a:pt x="27" y="588"/>
                  <a:pt x="35" y="577"/>
                </a:cubicBezTo>
                <a:cubicBezTo>
                  <a:pt x="43" y="565"/>
                  <a:pt x="52" y="555"/>
                  <a:pt x="61" y="545"/>
                </a:cubicBezTo>
                <a:cubicBezTo>
                  <a:pt x="71" y="535"/>
                  <a:pt x="82" y="526"/>
                  <a:pt x="93" y="519"/>
                </a:cubicBezTo>
                <a:cubicBezTo>
                  <a:pt x="105" y="511"/>
                  <a:pt x="117" y="505"/>
                  <a:pt x="130" y="499"/>
                </a:cubicBezTo>
                <a:cubicBezTo>
                  <a:pt x="143" y="494"/>
                  <a:pt x="156" y="490"/>
                  <a:pt x="169" y="487"/>
                </a:cubicBezTo>
                <a:cubicBezTo>
                  <a:pt x="183" y="484"/>
                  <a:pt x="197" y="483"/>
                  <a:pt x="211" y="483"/>
                </a:cubicBezTo>
                <a:lnTo>
                  <a:pt x="393" y="483"/>
                </a:lnTo>
                <a:cubicBezTo>
                  <a:pt x="406" y="483"/>
                  <a:pt x="420" y="484"/>
                  <a:pt x="434" y="487"/>
                </a:cubicBezTo>
                <a:cubicBezTo>
                  <a:pt x="447" y="490"/>
                  <a:pt x="460" y="494"/>
                  <a:pt x="473" y="499"/>
                </a:cubicBezTo>
                <a:cubicBezTo>
                  <a:pt x="486" y="505"/>
                  <a:pt x="498" y="511"/>
                  <a:pt x="510" y="519"/>
                </a:cubicBezTo>
                <a:cubicBezTo>
                  <a:pt x="521" y="526"/>
                  <a:pt x="532" y="535"/>
                  <a:pt x="542" y="545"/>
                </a:cubicBezTo>
                <a:cubicBezTo>
                  <a:pt x="551" y="555"/>
                  <a:pt x="560" y="565"/>
                  <a:pt x="568" y="577"/>
                </a:cubicBezTo>
                <a:cubicBezTo>
                  <a:pt x="576" y="588"/>
                  <a:pt x="582" y="601"/>
                  <a:pt x="587" y="613"/>
                </a:cubicBezTo>
                <a:cubicBezTo>
                  <a:pt x="593" y="626"/>
                  <a:pt x="597" y="639"/>
                  <a:pt x="599" y="653"/>
                </a:cubicBezTo>
                <a:cubicBezTo>
                  <a:pt x="602" y="667"/>
                  <a:pt x="604" y="680"/>
                  <a:pt x="604" y="694"/>
                </a:cubicBezTo>
                <a:lnTo>
                  <a:pt x="604" y="845"/>
                </a:lnTo>
                <a:moveTo>
                  <a:pt x="543" y="0"/>
                </a:moveTo>
                <a:lnTo>
                  <a:pt x="543" y="60"/>
                </a:lnTo>
                <a:cubicBezTo>
                  <a:pt x="553" y="60"/>
                  <a:pt x="563" y="61"/>
                  <a:pt x="573" y="63"/>
                </a:cubicBezTo>
                <a:cubicBezTo>
                  <a:pt x="582" y="65"/>
                  <a:pt x="592" y="68"/>
                  <a:pt x="601" y="71"/>
                </a:cubicBezTo>
                <a:cubicBezTo>
                  <a:pt x="610" y="75"/>
                  <a:pt x="619" y="80"/>
                  <a:pt x="627" y="85"/>
                </a:cubicBezTo>
                <a:cubicBezTo>
                  <a:pt x="635" y="91"/>
                  <a:pt x="643" y="97"/>
                  <a:pt x="650" y="104"/>
                </a:cubicBezTo>
                <a:cubicBezTo>
                  <a:pt x="657" y="112"/>
                  <a:pt x="663" y="120"/>
                  <a:pt x="669" y="128"/>
                </a:cubicBezTo>
                <a:cubicBezTo>
                  <a:pt x="674" y="136"/>
                  <a:pt x="679" y="145"/>
                  <a:pt x="683" y="154"/>
                </a:cubicBezTo>
                <a:cubicBezTo>
                  <a:pt x="686" y="163"/>
                  <a:pt x="689" y="173"/>
                  <a:pt x="691" y="182"/>
                </a:cubicBezTo>
                <a:cubicBezTo>
                  <a:pt x="693" y="192"/>
                  <a:pt x="694" y="202"/>
                  <a:pt x="694" y="212"/>
                </a:cubicBezTo>
                <a:cubicBezTo>
                  <a:pt x="694" y="222"/>
                  <a:pt x="693" y="231"/>
                  <a:pt x="691" y="241"/>
                </a:cubicBezTo>
                <a:cubicBezTo>
                  <a:pt x="689" y="251"/>
                  <a:pt x="686" y="260"/>
                  <a:pt x="683" y="269"/>
                </a:cubicBezTo>
                <a:cubicBezTo>
                  <a:pt x="679" y="279"/>
                  <a:pt x="674" y="287"/>
                  <a:pt x="669" y="295"/>
                </a:cubicBezTo>
                <a:cubicBezTo>
                  <a:pt x="663" y="304"/>
                  <a:pt x="657" y="311"/>
                  <a:pt x="650" y="318"/>
                </a:cubicBezTo>
                <a:cubicBezTo>
                  <a:pt x="643" y="325"/>
                  <a:pt x="635" y="332"/>
                  <a:pt x="627" y="337"/>
                </a:cubicBezTo>
                <a:cubicBezTo>
                  <a:pt x="619" y="343"/>
                  <a:pt x="610" y="347"/>
                  <a:pt x="601" y="351"/>
                </a:cubicBezTo>
                <a:cubicBezTo>
                  <a:pt x="592" y="355"/>
                  <a:pt x="582" y="358"/>
                  <a:pt x="573" y="360"/>
                </a:cubicBezTo>
                <a:cubicBezTo>
                  <a:pt x="563" y="361"/>
                  <a:pt x="553" y="362"/>
                  <a:pt x="543" y="362"/>
                </a:cubicBezTo>
                <a:lnTo>
                  <a:pt x="543" y="423"/>
                </a:lnTo>
                <a:cubicBezTo>
                  <a:pt x="557" y="423"/>
                  <a:pt x="571" y="421"/>
                  <a:pt x="584" y="419"/>
                </a:cubicBezTo>
                <a:cubicBezTo>
                  <a:pt x="598" y="416"/>
                  <a:pt x="611" y="412"/>
                  <a:pt x="624" y="407"/>
                </a:cubicBezTo>
                <a:cubicBezTo>
                  <a:pt x="637" y="401"/>
                  <a:pt x="649" y="395"/>
                  <a:pt x="661" y="387"/>
                </a:cubicBezTo>
                <a:cubicBezTo>
                  <a:pt x="672" y="379"/>
                  <a:pt x="683" y="371"/>
                  <a:pt x="693" y="361"/>
                </a:cubicBezTo>
                <a:cubicBezTo>
                  <a:pt x="702" y="351"/>
                  <a:pt x="711" y="340"/>
                  <a:pt x="719" y="329"/>
                </a:cubicBezTo>
                <a:cubicBezTo>
                  <a:pt x="726" y="317"/>
                  <a:pt x="733" y="305"/>
                  <a:pt x="738" y="292"/>
                </a:cubicBezTo>
                <a:cubicBezTo>
                  <a:pt x="744" y="280"/>
                  <a:pt x="748" y="266"/>
                  <a:pt x="750" y="253"/>
                </a:cubicBezTo>
                <a:cubicBezTo>
                  <a:pt x="753" y="239"/>
                  <a:pt x="754" y="226"/>
                  <a:pt x="754" y="212"/>
                </a:cubicBezTo>
                <a:cubicBezTo>
                  <a:pt x="754" y="198"/>
                  <a:pt x="753" y="184"/>
                  <a:pt x="750" y="170"/>
                </a:cubicBezTo>
                <a:cubicBezTo>
                  <a:pt x="748" y="157"/>
                  <a:pt x="744" y="144"/>
                  <a:pt x="738" y="131"/>
                </a:cubicBezTo>
                <a:cubicBezTo>
                  <a:pt x="733" y="118"/>
                  <a:pt x="726" y="106"/>
                  <a:pt x="719" y="93"/>
                </a:cubicBezTo>
                <a:cubicBezTo>
                  <a:pt x="711" y="82"/>
                  <a:pt x="702" y="71"/>
                  <a:pt x="693" y="61"/>
                </a:cubicBezTo>
                <a:cubicBezTo>
                  <a:pt x="683" y="52"/>
                  <a:pt x="672" y="43"/>
                  <a:pt x="661" y="35"/>
                </a:cubicBezTo>
                <a:cubicBezTo>
                  <a:pt x="649" y="27"/>
                  <a:pt x="637" y="21"/>
                  <a:pt x="624" y="16"/>
                </a:cubicBezTo>
                <a:cubicBezTo>
                  <a:pt x="611" y="10"/>
                  <a:pt x="598" y="6"/>
                  <a:pt x="584" y="4"/>
                </a:cubicBezTo>
                <a:cubicBezTo>
                  <a:pt x="571" y="1"/>
                  <a:pt x="557" y="0"/>
                  <a:pt x="543" y="0"/>
                </a:cubicBezTo>
                <a:moveTo>
                  <a:pt x="302" y="60"/>
                </a:moveTo>
                <a:cubicBezTo>
                  <a:pt x="312" y="60"/>
                  <a:pt x="322" y="61"/>
                  <a:pt x="331" y="63"/>
                </a:cubicBezTo>
                <a:cubicBezTo>
                  <a:pt x="341" y="65"/>
                  <a:pt x="351" y="68"/>
                  <a:pt x="360" y="71"/>
                </a:cubicBezTo>
                <a:cubicBezTo>
                  <a:pt x="369" y="75"/>
                  <a:pt x="378" y="80"/>
                  <a:pt x="386" y="85"/>
                </a:cubicBezTo>
                <a:cubicBezTo>
                  <a:pt x="394" y="91"/>
                  <a:pt x="402" y="97"/>
                  <a:pt x="409" y="104"/>
                </a:cubicBezTo>
                <a:cubicBezTo>
                  <a:pt x="416" y="112"/>
                  <a:pt x="422" y="120"/>
                  <a:pt x="427" y="128"/>
                </a:cubicBezTo>
                <a:cubicBezTo>
                  <a:pt x="433" y="136"/>
                  <a:pt x="438" y="145"/>
                  <a:pt x="441" y="154"/>
                </a:cubicBezTo>
                <a:cubicBezTo>
                  <a:pt x="445" y="163"/>
                  <a:pt x="448" y="173"/>
                  <a:pt x="450" y="182"/>
                </a:cubicBezTo>
                <a:cubicBezTo>
                  <a:pt x="452" y="192"/>
                  <a:pt x="453" y="202"/>
                  <a:pt x="453" y="212"/>
                </a:cubicBezTo>
                <a:cubicBezTo>
                  <a:pt x="453" y="222"/>
                  <a:pt x="452" y="231"/>
                  <a:pt x="450" y="241"/>
                </a:cubicBezTo>
                <a:cubicBezTo>
                  <a:pt x="448" y="251"/>
                  <a:pt x="445" y="260"/>
                  <a:pt x="441" y="269"/>
                </a:cubicBezTo>
                <a:cubicBezTo>
                  <a:pt x="438" y="279"/>
                  <a:pt x="433" y="287"/>
                  <a:pt x="427" y="295"/>
                </a:cubicBezTo>
                <a:cubicBezTo>
                  <a:pt x="422" y="304"/>
                  <a:pt x="416" y="311"/>
                  <a:pt x="409" y="318"/>
                </a:cubicBezTo>
                <a:cubicBezTo>
                  <a:pt x="402" y="325"/>
                  <a:pt x="394" y="332"/>
                  <a:pt x="386" y="337"/>
                </a:cubicBezTo>
                <a:cubicBezTo>
                  <a:pt x="378" y="343"/>
                  <a:pt x="369" y="347"/>
                  <a:pt x="360" y="351"/>
                </a:cubicBezTo>
                <a:cubicBezTo>
                  <a:pt x="351" y="355"/>
                  <a:pt x="341" y="358"/>
                  <a:pt x="331" y="360"/>
                </a:cubicBezTo>
                <a:cubicBezTo>
                  <a:pt x="322" y="361"/>
                  <a:pt x="312" y="362"/>
                  <a:pt x="302" y="362"/>
                </a:cubicBezTo>
                <a:cubicBezTo>
                  <a:pt x="292" y="362"/>
                  <a:pt x="282" y="361"/>
                  <a:pt x="272" y="360"/>
                </a:cubicBezTo>
                <a:cubicBezTo>
                  <a:pt x="262" y="358"/>
                  <a:pt x="252" y="355"/>
                  <a:pt x="243" y="351"/>
                </a:cubicBezTo>
                <a:cubicBezTo>
                  <a:pt x="234" y="347"/>
                  <a:pt x="226" y="343"/>
                  <a:pt x="217" y="337"/>
                </a:cubicBezTo>
                <a:cubicBezTo>
                  <a:pt x="209" y="332"/>
                  <a:pt x="201" y="325"/>
                  <a:pt x="194" y="318"/>
                </a:cubicBezTo>
                <a:cubicBezTo>
                  <a:pt x="187" y="311"/>
                  <a:pt x="181" y="304"/>
                  <a:pt x="176" y="295"/>
                </a:cubicBezTo>
                <a:cubicBezTo>
                  <a:pt x="170" y="287"/>
                  <a:pt x="166" y="279"/>
                  <a:pt x="162" y="269"/>
                </a:cubicBezTo>
                <a:cubicBezTo>
                  <a:pt x="158" y="260"/>
                  <a:pt x="155" y="251"/>
                  <a:pt x="153" y="241"/>
                </a:cubicBezTo>
                <a:cubicBezTo>
                  <a:pt x="151" y="231"/>
                  <a:pt x="150" y="222"/>
                  <a:pt x="150" y="212"/>
                </a:cubicBezTo>
                <a:cubicBezTo>
                  <a:pt x="150" y="202"/>
                  <a:pt x="151" y="192"/>
                  <a:pt x="153" y="182"/>
                </a:cubicBezTo>
                <a:cubicBezTo>
                  <a:pt x="155" y="173"/>
                  <a:pt x="158" y="163"/>
                  <a:pt x="162" y="154"/>
                </a:cubicBezTo>
                <a:cubicBezTo>
                  <a:pt x="166" y="145"/>
                  <a:pt x="170" y="136"/>
                  <a:pt x="176" y="128"/>
                </a:cubicBezTo>
                <a:cubicBezTo>
                  <a:pt x="181" y="120"/>
                  <a:pt x="187" y="112"/>
                  <a:pt x="194" y="104"/>
                </a:cubicBezTo>
                <a:cubicBezTo>
                  <a:pt x="201" y="97"/>
                  <a:pt x="209" y="91"/>
                  <a:pt x="217" y="85"/>
                </a:cubicBezTo>
                <a:cubicBezTo>
                  <a:pt x="226" y="80"/>
                  <a:pt x="234" y="75"/>
                  <a:pt x="243" y="71"/>
                </a:cubicBezTo>
                <a:cubicBezTo>
                  <a:pt x="252" y="68"/>
                  <a:pt x="262" y="65"/>
                  <a:pt x="272" y="63"/>
                </a:cubicBezTo>
                <a:cubicBezTo>
                  <a:pt x="282" y="61"/>
                  <a:pt x="292" y="60"/>
                  <a:pt x="302" y="60"/>
                </a:cubicBezTo>
                <a:moveTo>
                  <a:pt x="302" y="0"/>
                </a:moveTo>
                <a:cubicBezTo>
                  <a:pt x="288" y="0"/>
                  <a:pt x="273" y="1"/>
                  <a:pt x="260" y="4"/>
                </a:cubicBezTo>
                <a:cubicBezTo>
                  <a:pt x="246" y="6"/>
                  <a:pt x="233" y="10"/>
                  <a:pt x="220" y="16"/>
                </a:cubicBezTo>
                <a:cubicBezTo>
                  <a:pt x="207" y="21"/>
                  <a:pt x="195" y="27"/>
                  <a:pt x="184" y="35"/>
                </a:cubicBezTo>
                <a:cubicBezTo>
                  <a:pt x="172" y="43"/>
                  <a:pt x="162" y="52"/>
                  <a:pt x="152" y="61"/>
                </a:cubicBezTo>
                <a:cubicBezTo>
                  <a:pt x="142" y="71"/>
                  <a:pt x="133" y="82"/>
                  <a:pt x="126" y="93"/>
                </a:cubicBezTo>
                <a:cubicBezTo>
                  <a:pt x="118" y="106"/>
                  <a:pt x="111" y="118"/>
                  <a:pt x="106" y="131"/>
                </a:cubicBezTo>
                <a:cubicBezTo>
                  <a:pt x="101" y="144"/>
                  <a:pt x="97" y="157"/>
                  <a:pt x="94" y="170"/>
                </a:cubicBezTo>
                <a:cubicBezTo>
                  <a:pt x="91" y="184"/>
                  <a:pt x="90" y="198"/>
                  <a:pt x="90" y="212"/>
                </a:cubicBezTo>
                <a:cubicBezTo>
                  <a:pt x="90" y="226"/>
                  <a:pt x="91" y="239"/>
                  <a:pt x="94" y="253"/>
                </a:cubicBezTo>
                <a:cubicBezTo>
                  <a:pt x="97" y="266"/>
                  <a:pt x="101" y="280"/>
                  <a:pt x="106" y="292"/>
                </a:cubicBezTo>
                <a:cubicBezTo>
                  <a:pt x="111" y="305"/>
                  <a:pt x="118" y="317"/>
                  <a:pt x="126" y="329"/>
                </a:cubicBezTo>
                <a:cubicBezTo>
                  <a:pt x="133" y="340"/>
                  <a:pt x="142" y="351"/>
                  <a:pt x="152" y="361"/>
                </a:cubicBezTo>
                <a:cubicBezTo>
                  <a:pt x="162" y="371"/>
                  <a:pt x="172" y="379"/>
                  <a:pt x="184" y="387"/>
                </a:cubicBezTo>
                <a:cubicBezTo>
                  <a:pt x="195" y="395"/>
                  <a:pt x="207" y="401"/>
                  <a:pt x="220" y="407"/>
                </a:cubicBezTo>
                <a:cubicBezTo>
                  <a:pt x="233" y="412"/>
                  <a:pt x="246" y="416"/>
                  <a:pt x="260" y="419"/>
                </a:cubicBezTo>
                <a:cubicBezTo>
                  <a:pt x="273" y="421"/>
                  <a:pt x="288" y="423"/>
                  <a:pt x="302" y="423"/>
                </a:cubicBezTo>
                <a:cubicBezTo>
                  <a:pt x="316" y="423"/>
                  <a:pt x="330" y="421"/>
                  <a:pt x="343" y="419"/>
                </a:cubicBezTo>
                <a:cubicBezTo>
                  <a:pt x="357" y="416"/>
                  <a:pt x="370" y="412"/>
                  <a:pt x="383" y="407"/>
                </a:cubicBezTo>
                <a:cubicBezTo>
                  <a:pt x="396" y="401"/>
                  <a:pt x="408" y="395"/>
                  <a:pt x="419" y="387"/>
                </a:cubicBezTo>
                <a:cubicBezTo>
                  <a:pt x="431" y="379"/>
                  <a:pt x="441" y="371"/>
                  <a:pt x="451" y="361"/>
                </a:cubicBezTo>
                <a:cubicBezTo>
                  <a:pt x="461" y="351"/>
                  <a:pt x="470" y="340"/>
                  <a:pt x="478" y="329"/>
                </a:cubicBezTo>
                <a:cubicBezTo>
                  <a:pt x="485" y="317"/>
                  <a:pt x="492" y="305"/>
                  <a:pt x="497" y="292"/>
                </a:cubicBezTo>
                <a:cubicBezTo>
                  <a:pt x="502" y="280"/>
                  <a:pt x="506" y="266"/>
                  <a:pt x="509" y="253"/>
                </a:cubicBezTo>
                <a:cubicBezTo>
                  <a:pt x="512" y="239"/>
                  <a:pt x="513" y="226"/>
                  <a:pt x="513" y="212"/>
                </a:cubicBezTo>
                <a:cubicBezTo>
                  <a:pt x="513" y="198"/>
                  <a:pt x="512" y="184"/>
                  <a:pt x="509" y="170"/>
                </a:cubicBezTo>
                <a:cubicBezTo>
                  <a:pt x="506" y="157"/>
                  <a:pt x="502" y="144"/>
                  <a:pt x="497" y="131"/>
                </a:cubicBezTo>
                <a:cubicBezTo>
                  <a:pt x="492" y="118"/>
                  <a:pt x="485" y="106"/>
                  <a:pt x="478" y="93"/>
                </a:cubicBezTo>
                <a:cubicBezTo>
                  <a:pt x="470" y="82"/>
                  <a:pt x="461" y="71"/>
                  <a:pt x="451" y="61"/>
                </a:cubicBezTo>
                <a:cubicBezTo>
                  <a:pt x="441" y="52"/>
                  <a:pt x="431" y="43"/>
                  <a:pt x="419" y="35"/>
                </a:cubicBezTo>
                <a:cubicBezTo>
                  <a:pt x="408" y="27"/>
                  <a:pt x="396" y="21"/>
                  <a:pt x="383" y="16"/>
                </a:cubicBezTo>
                <a:cubicBezTo>
                  <a:pt x="370" y="10"/>
                  <a:pt x="357" y="6"/>
                  <a:pt x="343" y="4"/>
                </a:cubicBezTo>
                <a:cubicBezTo>
                  <a:pt x="330" y="1"/>
                  <a:pt x="316" y="0"/>
                  <a:pt x="302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39920" y="1291680"/>
            <a:ext cx="1213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165320" y="261864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Wat scholen willen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22600" y="2850840"/>
            <a:ext cx="2111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opgehaald bij koplopers, per leerroute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494000" y="3012840"/>
            <a:ext cx="59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uitgewerkt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3376440" y="2057040"/>
            <a:ext cx="2581560" cy="1243440"/>
          </a:xfrm>
          <a:custGeom>
            <a:avLst/>
            <a:gdLst/>
            <a:ahLst/>
            <a:rect l="0" t="0" r="r" b="b"/>
            <a:pathLst>
              <a:path w="7171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2"/>
                  <a:pt x="6926" y="6"/>
                </a:cubicBezTo>
                <a:cubicBezTo>
                  <a:pt x="6946" y="9"/>
                  <a:pt x="6965" y="14"/>
                  <a:pt x="6983" y="21"/>
                </a:cubicBezTo>
                <a:cubicBezTo>
                  <a:pt x="7002" y="27"/>
                  <a:pt x="7019" y="35"/>
                  <a:pt x="7036" y="45"/>
                </a:cubicBezTo>
                <a:cubicBezTo>
                  <a:pt x="7053" y="55"/>
                  <a:pt x="7068" y="66"/>
                  <a:pt x="7082" y="78"/>
                </a:cubicBezTo>
                <a:cubicBezTo>
                  <a:pt x="7096" y="90"/>
                  <a:pt x="7109" y="104"/>
                  <a:pt x="7120" y="118"/>
                </a:cubicBezTo>
                <a:cubicBezTo>
                  <a:pt x="7131" y="133"/>
                  <a:pt x="7140" y="148"/>
                  <a:pt x="7148" y="164"/>
                </a:cubicBezTo>
                <a:cubicBezTo>
                  <a:pt x="7156" y="180"/>
                  <a:pt x="7161" y="196"/>
                  <a:pt x="7165" y="213"/>
                </a:cubicBezTo>
                <a:cubicBezTo>
                  <a:pt x="7169" y="231"/>
                  <a:pt x="7171" y="248"/>
                  <a:pt x="7171" y="265"/>
                </a:cubicBezTo>
                <a:lnTo>
                  <a:pt x="7171" y="3150"/>
                </a:lnTo>
                <a:cubicBezTo>
                  <a:pt x="7171" y="3170"/>
                  <a:pt x="7169" y="3190"/>
                  <a:pt x="7165" y="3209"/>
                </a:cubicBezTo>
                <a:cubicBezTo>
                  <a:pt x="7161" y="3229"/>
                  <a:pt x="7156" y="3248"/>
                  <a:pt x="7148" y="3266"/>
                </a:cubicBezTo>
                <a:cubicBezTo>
                  <a:pt x="7140" y="3285"/>
                  <a:pt x="7131" y="3302"/>
                  <a:pt x="7120" y="3319"/>
                </a:cubicBezTo>
                <a:cubicBezTo>
                  <a:pt x="7109" y="3336"/>
                  <a:pt x="7096" y="3351"/>
                  <a:pt x="7082" y="3365"/>
                </a:cubicBezTo>
                <a:cubicBezTo>
                  <a:pt x="7068" y="3379"/>
                  <a:pt x="7053" y="3392"/>
                  <a:pt x="7036" y="3403"/>
                </a:cubicBezTo>
                <a:cubicBezTo>
                  <a:pt x="7019" y="3414"/>
                  <a:pt x="7002" y="3424"/>
                  <a:pt x="6983" y="3431"/>
                </a:cubicBezTo>
                <a:cubicBezTo>
                  <a:pt x="6965" y="3439"/>
                  <a:pt x="6946" y="3445"/>
                  <a:pt x="6926" y="3448"/>
                </a:cubicBezTo>
                <a:cubicBezTo>
                  <a:pt x="6907" y="3452"/>
                  <a:pt x="6887" y="3454"/>
                  <a:pt x="6867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9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10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3564720" y="2229840"/>
            <a:ext cx="304560" cy="315360"/>
          </a:xfrm>
          <a:custGeom>
            <a:avLst/>
            <a:gdLst/>
            <a:ahLst/>
            <a:rect l="0" t="0" r="r" b="b"/>
            <a:pathLst>
              <a:path w="846" h="876">
                <a:moveTo>
                  <a:pt x="181" y="242"/>
                </a:moveTo>
                <a:cubicBezTo>
                  <a:pt x="165" y="242"/>
                  <a:pt x="150" y="239"/>
                  <a:pt x="135" y="232"/>
                </a:cubicBezTo>
                <a:cubicBezTo>
                  <a:pt x="120" y="226"/>
                  <a:pt x="107" y="218"/>
                  <a:pt x="96" y="206"/>
                </a:cubicBezTo>
                <a:cubicBezTo>
                  <a:pt x="85" y="195"/>
                  <a:pt x="76" y="182"/>
                  <a:pt x="70" y="167"/>
                </a:cubicBezTo>
                <a:cubicBezTo>
                  <a:pt x="64" y="152"/>
                  <a:pt x="61" y="137"/>
                  <a:pt x="61" y="121"/>
                </a:cubicBezTo>
                <a:cubicBezTo>
                  <a:pt x="61" y="105"/>
                  <a:pt x="64" y="90"/>
                  <a:pt x="70" y="75"/>
                </a:cubicBezTo>
                <a:cubicBezTo>
                  <a:pt x="76" y="60"/>
                  <a:pt x="85" y="47"/>
                  <a:pt x="96" y="36"/>
                </a:cubicBezTo>
                <a:cubicBezTo>
                  <a:pt x="107" y="24"/>
                  <a:pt x="120" y="16"/>
                  <a:pt x="135" y="10"/>
                </a:cubicBezTo>
                <a:cubicBezTo>
                  <a:pt x="150" y="4"/>
                  <a:pt x="165" y="0"/>
                  <a:pt x="181" y="0"/>
                </a:cubicBezTo>
                <a:cubicBezTo>
                  <a:pt x="197" y="0"/>
                  <a:pt x="213" y="4"/>
                  <a:pt x="227" y="10"/>
                </a:cubicBezTo>
                <a:cubicBezTo>
                  <a:pt x="242" y="16"/>
                  <a:pt x="255" y="24"/>
                  <a:pt x="267" y="36"/>
                </a:cubicBezTo>
                <a:cubicBezTo>
                  <a:pt x="278" y="47"/>
                  <a:pt x="287" y="60"/>
                  <a:pt x="293" y="75"/>
                </a:cubicBezTo>
                <a:cubicBezTo>
                  <a:pt x="299" y="90"/>
                  <a:pt x="302" y="105"/>
                  <a:pt x="302" y="121"/>
                </a:cubicBezTo>
                <a:cubicBezTo>
                  <a:pt x="302" y="137"/>
                  <a:pt x="299" y="152"/>
                  <a:pt x="293" y="167"/>
                </a:cubicBezTo>
                <a:cubicBezTo>
                  <a:pt x="287" y="182"/>
                  <a:pt x="278" y="195"/>
                  <a:pt x="267" y="206"/>
                </a:cubicBezTo>
                <a:cubicBezTo>
                  <a:pt x="255" y="218"/>
                  <a:pt x="242" y="226"/>
                  <a:pt x="227" y="232"/>
                </a:cubicBezTo>
                <a:cubicBezTo>
                  <a:pt x="213" y="239"/>
                  <a:pt x="197" y="242"/>
                  <a:pt x="181" y="242"/>
                </a:cubicBezTo>
                <a:moveTo>
                  <a:pt x="181" y="61"/>
                </a:moveTo>
                <a:cubicBezTo>
                  <a:pt x="173" y="61"/>
                  <a:pt x="166" y="62"/>
                  <a:pt x="158" y="65"/>
                </a:cubicBezTo>
                <a:cubicBezTo>
                  <a:pt x="151" y="68"/>
                  <a:pt x="144" y="73"/>
                  <a:pt x="139" y="78"/>
                </a:cubicBezTo>
                <a:cubicBezTo>
                  <a:pt x="133" y="84"/>
                  <a:pt x="129" y="91"/>
                  <a:pt x="126" y="98"/>
                </a:cubicBezTo>
                <a:cubicBezTo>
                  <a:pt x="122" y="105"/>
                  <a:pt x="121" y="113"/>
                  <a:pt x="121" y="121"/>
                </a:cubicBezTo>
                <a:cubicBezTo>
                  <a:pt x="121" y="129"/>
                  <a:pt x="122" y="137"/>
                  <a:pt x="126" y="144"/>
                </a:cubicBezTo>
                <a:cubicBezTo>
                  <a:pt x="129" y="152"/>
                  <a:pt x="133" y="158"/>
                  <a:pt x="139" y="164"/>
                </a:cubicBezTo>
                <a:cubicBezTo>
                  <a:pt x="144" y="169"/>
                  <a:pt x="151" y="174"/>
                  <a:pt x="158" y="177"/>
                </a:cubicBezTo>
                <a:cubicBezTo>
                  <a:pt x="166" y="180"/>
                  <a:pt x="173" y="181"/>
                  <a:pt x="181" y="181"/>
                </a:cubicBezTo>
                <a:cubicBezTo>
                  <a:pt x="189" y="181"/>
                  <a:pt x="197" y="180"/>
                  <a:pt x="204" y="177"/>
                </a:cubicBezTo>
                <a:cubicBezTo>
                  <a:pt x="212" y="174"/>
                  <a:pt x="218" y="169"/>
                  <a:pt x="224" y="164"/>
                </a:cubicBezTo>
                <a:cubicBezTo>
                  <a:pt x="230" y="158"/>
                  <a:pt x="234" y="152"/>
                  <a:pt x="237" y="144"/>
                </a:cubicBezTo>
                <a:cubicBezTo>
                  <a:pt x="240" y="137"/>
                  <a:pt x="242" y="129"/>
                  <a:pt x="242" y="121"/>
                </a:cubicBezTo>
                <a:cubicBezTo>
                  <a:pt x="242" y="113"/>
                  <a:pt x="240" y="105"/>
                  <a:pt x="237" y="98"/>
                </a:cubicBezTo>
                <a:cubicBezTo>
                  <a:pt x="234" y="91"/>
                  <a:pt x="230" y="84"/>
                  <a:pt x="224" y="78"/>
                </a:cubicBezTo>
                <a:cubicBezTo>
                  <a:pt x="218" y="73"/>
                  <a:pt x="212" y="68"/>
                  <a:pt x="204" y="65"/>
                </a:cubicBezTo>
                <a:cubicBezTo>
                  <a:pt x="197" y="62"/>
                  <a:pt x="189" y="61"/>
                  <a:pt x="181" y="61"/>
                </a:cubicBezTo>
                <a:moveTo>
                  <a:pt x="665" y="242"/>
                </a:moveTo>
                <a:cubicBezTo>
                  <a:pt x="649" y="242"/>
                  <a:pt x="632" y="239"/>
                  <a:pt x="618" y="232"/>
                </a:cubicBezTo>
                <a:cubicBezTo>
                  <a:pt x="603" y="226"/>
                  <a:pt x="590" y="218"/>
                  <a:pt x="578" y="206"/>
                </a:cubicBezTo>
                <a:cubicBezTo>
                  <a:pt x="567" y="195"/>
                  <a:pt x="558" y="182"/>
                  <a:pt x="552" y="167"/>
                </a:cubicBezTo>
                <a:cubicBezTo>
                  <a:pt x="546" y="152"/>
                  <a:pt x="543" y="137"/>
                  <a:pt x="543" y="121"/>
                </a:cubicBezTo>
                <a:cubicBezTo>
                  <a:pt x="543" y="105"/>
                  <a:pt x="546" y="90"/>
                  <a:pt x="552" y="75"/>
                </a:cubicBezTo>
                <a:cubicBezTo>
                  <a:pt x="558" y="60"/>
                  <a:pt x="567" y="47"/>
                  <a:pt x="578" y="36"/>
                </a:cubicBezTo>
                <a:cubicBezTo>
                  <a:pt x="590" y="24"/>
                  <a:pt x="603" y="16"/>
                  <a:pt x="618" y="10"/>
                </a:cubicBezTo>
                <a:cubicBezTo>
                  <a:pt x="632" y="4"/>
                  <a:pt x="649" y="0"/>
                  <a:pt x="665" y="0"/>
                </a:cubicBezTo>
                <a:cubicBezTo>
                  <a:pt x="681" y="0"/>
                  <a:pt x="696" y="4"/>
                  <a:pt x="711" y="10"/>
                </a:cubicBezTo>
                <a:cubicBezTo>
                  <a:pt x="726" y="16"/>
                  <a:pt x="739" y="24"/>
                  <a:pt x="750" y="36"/>
                </a:cubicBezTo>
                <a:cubicBezTo>
                  <a:pt x="761" y="47"/>
                  <a:pt x="770" y="60"/>
                  <a:pt x="776" y="75"/>
                </a:cubicBezTo>
                <a:cubicBezTo>
                  <a:pt x="782" y="90"/>
                  <a:pt x="785" y="105"/>
                  <a:pt x="785" y="121"/>
                </a:cubicBezTo>
                <a:cubicBezTo>
                  <a:pt x="785" y="137"/>
                  <a:pt x="782" y="152"/>
                  <a:pt x="776" y="167"/>
                </a:cubicBezTo>
                <a:cubicBezTo>
                  <a:pt x="770" y="182"/>
                  <a:pt x="761" y="195"/>
                  <a:pt x="750" y="206"/>
                </a:cubicBezTo>
                <a:cubicBezTo>
                  <a:pt x="739" y="218"/>
                  <a:pt x="726" y="226"/>
                  <a:pt x="711" y="232"/>
                </a:cubicBezTo>
                <a:cubicBezTo>
                  <a:pt x="696" y="239"/>
                  <a:pt x="681" y="242"/>
                  <a:pt x="665" y="242"/>
                </a:cubicBezTo>
                <a:moveTo>
                  <a:pt x="665" y="61"/>
                </a:moveTo>
                <a:cubicBezTo>
                  <a:pt x="657" y="61"/>
                  <a:pt x="649" y="62"/>
                  <a:pt x="641" y="65"/>
                </a:cubicBezTo>
                <a:cubicBezTo>
                  <a:pt x="633" y="68"/>
                  <a:pt x="627" y="73"/>
                  <a:pt x="621" y="78"/>
                </a:cubicBezTo>
                <a:cubicBezTo>
                  <a:pt x="615" y="84"/>
                  <a:pt x="611" y="91"/>
                  <a:pt x="608" y="98"/>
                </a:cubicBezTo>
                <a:cubicBezTo>
                  <a:pt x="605" y="105"/>
                  <a:pt x="603" y="113"/>
                  <a:pt x="603" y="121"/>
                </a:cubicBezTo>
                <a:cubicBezTo>
                  <a:pt x="603" y="129"/>
                  <a:pt x="605" y="137"/>
                  <a:pt x="608" y="144"/>
                </a:cubicBezTo>
                <a:cubicBezTo>
                  <a:pt x="611" y="152"/>
                  <a:pt x="615" y="158"/>
                  <a:pt x="621" y="164"/>
                </a:cubicBezTo>
                <a:cubicBezTo>
                  <a:pt x="627" y="169"/>
                  <a:pt x="633" y="174"/>
                  <a:pt x="641" y="177"/>
                </a:cubicBezTo>
                <a:cubicBezTo>
                  <a:pt x="649" y="180"/>
                  <a:pt x="657" y="181"/>
                  <a:pt x="665" y="181"/>
                </a:cubicBezTo>
                <a:cubicBezTo>
                  <a:pt x="673" y="181"/>
                  <a:pt x="680" y="180"/>
                  <a:pt x="688" y="177"/>
                </a:cubicBezTo>
                <a:cubicBezTo>
                  <a:pt x="695" y="174"/>
                  <a:pt x="702" y="169"/>
                  <a:pt x="707" y="164"/>
                </a:cubicBezTo>
                <a:cubicBezTo>
                  <a:pt x="713" y="158"/>
                  <a:pt x="717" y="152"/>
                  <a:pt x="720" y="144"/>
                </a:cubicBezTo>
                <a:cubicBezTo>
                  <a:pt x="723" y="137"/>
                  <a:pt x="725" y="129"/>
                  <a:pt x="725" y="121"/>
                </a:cubicBezTo>
                <a:cubicBezTo>
                  <a:pt x="725" y="113"/>
                  <a:pt x="723" y="105"/>
                  <a:pt x="720" y="98"/>
                </a:cubicBezTo>
                <a:cubicBezTo>
                  <a:pt x="717" y="91"/>
                  <a:pt x="713" y="84"/>
                  <a:pt x="707" y="78"/>
                </a:cubicBezTo>
                <a:cubicBezTo>
                  <a:pt x="702" y="73"/>
                  <a:pt x="695" y="68"/>
                  <a:pt x="688" y="65"/>
                </a:cubicBezTo>
                <a:cubicBezTo>
                  <a:pt x="680" y="62"/>
                  <a:pt x="673" y="61"/>
                  <a:pt x="665" y="61"/>
                </a:cubicBezTo>
                <a:moveTo>
                  <a:pt x="725" y="876"/>
                </a:moveTo>
                <a:lnTo>
                  <a:pt x="603" y="876"/>
                </a:lnTo>
                <a:cubicBezTo>
                  <a:pt x="595" y="876"/>
                  <a:pt x="588" y="874"/>
                  <a:pt x="580" y="871"/>
                </a:cubicBezTo>
                <a:cubicBezTo>
                  <a:pt x="573" y="868"/>
                  <a:pt x="566" y="864"/>
                  <a:pt x="561" y="858"/>
                </a:cubicBezTo>
                <a:cubicBezTo>
                  <a:pt x="555" y="853"/>
                  <a:pt x="551" y="846"/>
                  <a:pt x="548" y="839"/>
                </a:cubicBezTo>
                <a:cubicBezTo>
                  <a:pt x="545" y="831"/>
                  <a:pt x="543" y="824"/>
                  <a:pt x="543" y="816"/>
                </a:cubicBezTo>
                <a:lnTo>
                  <a:pt x="543" y="605"/>
                </a:lnTo>
                <a:lnTo>
                  <a:pt x="603" y="605"/>
                </a:lnTo>
                <a:lnTo>
                  <a:pt x="603" y="816"/>
                </a:lnTo>
                <a:lnTo>
                  <a:pt x="725" y="816"/>
                </a:lnTo>
                <a:lnTo>
                  <a:pt x="725" y="544"/>
                </a:lnTo>
                <a:lnTo>
                  <a:pt x="785" y="544"/>
                </a:lnTo>
                <a:lnTo>
                  <a:pt x="785" y="363"/>
                </a:lnTo>
                <a:cubicBezTo>
                  <a:pt x="785" y="354"/>
                  <a:pt x="782" y="347"/>
                  <a:pt x="776" y="341"/>
                </a:cubicBezTo>
                <a:cubicBezTo>
                  <a:pt x="771" y="335"/>
                  <a:pt x="763" y="332"/>
                  <a:pt x="755" y="332"/>
                </a:cubicBezTo>
                <a:lnTo>
                  <a:pt x="561" y="332"/>
                </a:lnTo>
                <a:lnTo>
                  <a:pt x="422" y="574"/>
                </a:lnTo>
                <a:lnTo>
                  <a:pt x="284" y="332"/>
                </a:lnTo>
                <a:lnTo>
                  <a:pt x="91" y="332"/>
                </a:lnTo>
                <a:cubicBezTo>
                  <a:pt x="82" y="332"/>
                  <a:pt x="75" y="335"/>
                  <a:pt x="69" y="341"/>
                </a:cubicBezTo>
                <a:cubicBezTo>
                  <a:pt x="64" y="347"/>
                  <a:pt x="61" y="354"/>
                  <a:pt x="61" y="363"/>
                </a:cubicBezTo>
                <a:lnTo>
                  <a:pt x="61" y="544"/>
                </a:lnTo>
                <a:lnTo>
                  <a:pt x="121" y="544"/>
                </a:lnTo>
                <a:lnTo>
                  <a:pt x="121" y="816"/>
                </a:lnTo>
                <a:lnTo>
                  <a:pt x="242" y="816"/>
                </a:lnTo>
                <a:lnTo>
                  <a:pt x="242" y="605"/>
                </a:lnTo>
                <a:lnTo>
                  <a:pt x="302" y="605"/>
                </a:lnTo>
                <a:lnTo>
                  <a:pt x="302" y="816"/>
                </a:lnTo>
                <a:cubicBezTo>
                  <a:pt x="302" y="824"/>
                  <a:pt x="300" y="831"/>
                  <a:pt x="297" y="839"/>
                </a:cubicBezTo>
                <a:cubicBezTo>
                  <a:pt x="294" y="846"/>
                  <a:pt x="290" y="853"/>
                  <a:pt x="284" y="858"/>
                </a:cubicBezTo>
                <a:cubicBezTo>
                  <a:pt x="279" y="864"/>
                  <a:pt x="272" y="868"/>
                  <a:pt x="265" y="871"/>
                </a:cubicBezTo>
                <a:cubicBezTo>
                  <a:pt x="257" y="874"/>
                  <a:pt x="250" y="876"/>
                  <a:pt x="242" y="876"/>
                </a:cubicBezTo>
                <a:lnTo>
                  <a:pt x="121" y="876"/>
                </a:lnTo>
                <a:cubicBezTo>
                  <a:pt x="113" y="876"/>
                  <a:pt x="105" y="874"/>
                  <a:pt x="98" y="871"/>
                </a:cubicBezTo>
                <a:cubicBezTo>
                  <a:pt x="90" y="868"/>
                  <a:pt x="84" y="864"/>
                  <a:pt x="78" y="858"/>
                </a:cubicBezTo>
                <a:cubicBezTo>
                  <a:pt x="73" y="853"/>
                  <a:pt x="68" y="846"/>
                  <a:pt x="65" y="839"/>
                </a:cubicBezTo>
                <a:cubicBezTo>
                  <a:pt x="62" y="831"/>
                  <a:pt x="61" y="824"/>
                  <a:pt x="61" y="816"/>
                </a:cubicBezTo>
                <a:lnTo>
                  <a:pt x="61" y="605"/>
                </a:lnTo>
                <a:cubicBezTo>
                  <a:pt x="53" y="605"/>
                  <a:pt x="45" y="603"/>
                  <a:pt x="38" y="600"/>
                </a:cubicBezTo>
                <a:cubicBezTo>
                  <a:pt x="30" y="597"/>
                  <a:pt x="24" y="592"/>
                  <a:pt x="18" y="587"/>
                </a:cubicBezTo>
                <a:cubicBezTo>
                  <a:pt x="12" y="581"/>
                  <a:pt x="8" y="575"/>
                  <a:pt x="5" y="567"/>
                </a:cubicBezTo>
                <a:cubicBezTo>
                  <a:pt x="2" y="560"/>
                  <a:pt x="0" y="552"/>
                  <a:pt x="0" y="544"/>
                </a:cubicBezTo>
                <a:lnTo>
                  <a:pt x="0" y="363"/>
                </a:lnTo>
                <a:cubicBezTo>
                  <a:pt x="0" y="350"/>
                  <a:pt x="3" y="339"/>
                  <a:pt x="7" y="328"/>
                </a:cubicBezTo>
                <a:cubicBezTo>
                  <a:pt x="12" y="317"/>
                  <a:pt x="18" y="307"/>
                  <a:pt x="27" y="298"/>
                </a:cubicBezTo>
                <a:cubicBezTo>
                  <a:pt x="35" y="290"/>
                  <a:pt x="45" y="283"/>
                  <a:pt x="56" y="279"/>
                </a:cubicBezTo>
                <a:cubicBezTo>
                  <a:pt x="67" y="274"/>
                  <a:pt x="79" y="272"/>
                  <a:pt x="91" y="272"/>
                </a:cubicBezTo>
                <a:lnTo>
                  <a:pt x="319" y="272"/>
                </a:lnTo>
                <a:lnTo>
                  <a:pt x="422" y="454"/>
                </a:lnTo>
                <a:lnTo>
                  <a:pt x="526" y="272"/>
                </a:lnTo>
                <a:lnTo>
                  <a:pt x="755" y="272"/>
                </a:lnTo>
                <a:cubicBezTo>
                  <a:pt x="767" y="272"/>
                  <a:pt x="779" y="274"/>
                  <a:pt x="790" y="279"/>
                </a:cubicBezTo>
                <a:cubicBezTo>
                  <a:pt x="801" y="283"/>
                  <a:pt x="811" y="290"/>
                  <a:pt x="819" y="298"/>
                </a:cubicBezTo>
                <a:cubicBezTo>
                  <a:pt x="828" y="307"/>
                  <a:pt x="834" y="317"/>
                  <a:pt x="839" y="328"/>
                </a:cubicBezTo>
                <a:cubicBezTo>
                  <a:pt x="843" y="339"/>
                  <a:pt x="846" y="350"/>
                  <a:pt x="846" y="363"/>
                </a:cubicBezTo>
                <a:lnTo>
                  <a:pt x="846" y="544"/>
                </a:lnTo>
                <a:cubicBezTo>
                  <a:pt x="846" y="552"/>
                  <a:pt x="844" y="560"/>
                  <a:pt x="841" y="567"/>
                </a:cubicBezTo>
                <a:cubicBezTo>
                  <a:pt x="838" y="575"/>
                  <a:pt x="834" y="581"/>
                  <a:pt x="828" y="587"/>
                </a:cubicBezTo>
                <a:cubicBezTo>
                  <a:pt x="822" y="592"/>
                  <a:pt x="816" y="597"/>
                  <a:pt x="808" y="600"/>
                </a:cubicBezTo>
                <a:cubicBezTo>
                  <a:pt x="801" y="603"/>
                  <a:pt x="793" y="605"/>
                  <a:pt x="785" y="605"/>
                </a:cubicBezTo>
                <a:lnTo>
                  <a:pt x="785" y="816"/>
                </a:lnTo>
                <a:cubicBezTo>
                  <a:pt x="785" y="824"/>
                  <a:pt x="784" y="831"/>
                  <a:pt x="781" y="839"/>
                </a:cubicBezTo>
                <a:cubicBezTo>
                  <a:pt x="778" y="846"/>
                  <a:pt x="773" y="853"/>
                  <a:pt x="768" y="858"/>
                </a:cubicBezTo>
                <a:cubicBezTo>
                  <a:pt x="762" y="864"/>
                  <a:pt x="755" y="868"/>
                  <a:pt x="748" y="871"/>
                </a:cubicBezTo>
                <a:cubicBezTo>
                  <a:pt x="741" y="874"/>
                  <a:pt x="733" y="876"/>
                  <a:pt x="725" y="87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115800" y="25405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09960" y="2618640"/>
            <a:ext cx="1771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Beschreven vertaalslag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719520" y="2850840"/>
            <a:ext cx="210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scenario, begrippen, informatiemodel,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200480" y="301284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informatiestromen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6281640" y="2057040"/>
            <a:ext cx="2590920" cy="1243440"/>
          </a:xfrm>
          <a:custGeom>
            <a:avLst/>
            <a:gdLst/>
            <a:ahLst/>
            <a:rect l="0" t="0" r="r" b="b"/>
            <a:pathLst>
              <a:path w="7197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3" y="6"/>
                </a:cubicBezTo>
                <a:cubicBezTo>
                  <a:pt x="6972" y="9"/>
                  <a:pt x="6991" y="14"/>
                  <a:pt x="7010" y="21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5"/>
                  <a:pt x="7094" y="66"/>
                  <a:pt x="7108" y="78"/>
                </a:cubicBezTo>
                <a:cubicBezTo>
                  <a:pt x="7122" y="90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50"/>
                </a:lnTo>
                <a:cubicBezTo>
                  <a:pt x="7197" y="3170"/>
                  <a:pt x="7195" y="3190"/>
                  <a:pt x="7192" y="3209"/>
                </a:cubicBezTo>
                <a:cubicBezTo>
                  <a:pt x="7188" y="3229"/>
                  <a:pt x="7182" y="3248"/>
                  <a:pt x="7174" y="3266"/>
                </a:cubicBezTo>
                <a:cubicBezTo>
                  <a:pt x="7167" y="3285"/>
                  <a:pt x="7157" y="3302"/>
                  <a:pt x="7146" y="3319"/>
                </a:cubicBezTo>
                <a:cubicBezTo>
                  <a:pt x="7135" y="3336"/>
                  <a:pt x="7122" y="3351"/>
                  <a:pt x="7108" y="3365"/>
                </a:cubicBezTo>
                <a:cubicBezTo>
                  <a:pt x="7094" y="3379"/>
                  <a:pt x="7079" y="3392"/>
                  <a:pt x="7062" y="3403"/>
                </a:cubicBezTo>
                <a:cubicBezTo>
                  <a:pt x="7046" y="3414"/>
                  <a:pt x="7028" y="3424"/>
                  <a:pt x="7010" y="3431"/>
                </a:cubicBezTo>
                <a:cubicBezTo>
                  <a:pt x="6991" y="3439"/>
                  <a:pt x="6972" y="3445"/>
                  <a:pt x="6953" y="3448"/>
                </a:cubicBezTo>
                <a:cubicBezTo>
                  <a:pt x="6933" y="3452"/>
                  <a:pt x="6913" y="3454"/>
                  <a:pt x="6893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8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10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522840" y="2241000"/>
            <a:ext cx="217440" cy="304200"/>
          </a:xfrm>
          <a:custGeom>
            <a:avLst/>
            <a:gdLst/>
            <a:ahLst/>
            <a:rect l="0" t="0" r="r" b="b"/>
            <a:pathLst>
              <a:path w="604" h="845">
                <a:moveTo>
                  <a:pt x="595" y="221"/>
                </a:moveTo>
                <a:lnTo>
                  <a:pt x="384" y="9"/>
                </a:lnTo>
                <a:cubicBezTo>
                  <a:pt x="378" y="3"/>
                  <a:pt x="372" y="0"/>
                  <a:pt x="363" y="0"/>
                </a:cubicBezTo>
                <a:lnTo>
                  <a:pt x="60" y="0"/>
                </a:lnTo>
                <a:cubicBezTo>
                  <a:pt x="27" y="0"/>
                  <a:pt x="0" y="27"/>
                  <a:pt x="0" y="60"/>
                </a:cubicBezTo>
                <a:lnTo>
                  <a:pt x="0" y="785"/>
                </a:lnTo>
                <a:cubicBezTo>
                  <a:pt x="0" y="818"/>
                  <a:pt x="27" y="845"/>
                  <a:pt x="60" y="845"/>
                </a:cubicBezTo>
                <a:lnTo>
                  <a:pt x="544" y="845"/>
                </a:lnTo>
                <a:cubicBezTo>
                  <a:pt x="577" y="845"/>
                  <a:pt x="604" y="818"/>
                  <a:pt x="604" y="785"/>
                </a:cubicBezTo>
                <a:lnTo>
                  <a:pt x="604" y="242"/>
                </a:lnTo>
                <a:cubicBezTo>
                  <a:pt x="604" y="233"/>
                  <a:pt x="601" y="227"/>
                  <a:pt x="595" y="221"/>
                </a:cubicBezTo>
                <a:moveTo>
                  <a:pt x="363" y="72"/>
                </a:moveTo>
                <a:lnTo>
                  <a:pt x="532" y="242"/>
                </a:lnTo>
                <a:lnTo>
                  <a:pt x="363" y="242"/>
                </a:lnTo>
                <a:lnTo>
                  <a:pt x="363" y="72"/>
                </a:lnTo>
                <a:moveTo>
                  <a:pt x="544" y="785"/>
                </a:moveTo>
                <a:lnTo>
                  <a:pt x="60" y="785"/>
                </a:lnTo>
                <a:lnTo>
                  <a:pt x="60" y="60"/>
                </a:lnTo>
                <a:lnTo>
                  <a:pt x="303" y="60"/>
                </a:lnTo>
                <a:lnTo>
                  <a:pt x="303" y="242"/>
                </a:lnTo>
                <a:cubicBezTo>
                  <a:pt x="303" y="275"/>
                  <a:pt x="330" y="302"/>
                  <a:pt x="363" y="302"/>
                </a:cubicBezTo>
                <a:lnTo>
                  <a:pt x="544" y="302"/>
                </a:lnTo>
                <a:lnTo>
                  <a:pt x="544" y="785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66400" y="2392920"/>
            <a:ext cx="130680" cy="87120"/>
          </a:xfrm>
          <a:custGeom>
            <a:avLst/>
            <a:gdLst/>
            <a:ahLst/>
            <a:rect l="0" t="0" r="r" b="b"/>
            <a:pathLst>
              <a:path w="363" h="242">
                <a:moveTo>
                  <a:pt x="0" y="181"/>
                </a:moveTo>
                <a:lnTo>
                  <a:pt x="363" y="181"/>
                </a:lnTo>
                <a:lnTo>
                  <a:pt x="363" y="242"/>
                </a:lnTo>
                <a:lnTo>
                  <a:pt x="0" y="242"/>
                </a:lnTo>
                <a:lnTo>
                  <a:pt x="0" y="181"/>
                </a:lnTo>
                <a:moveTo>
                  <a:pt x="0" y="0"/>
                </a:moveTo>
                <a:lnTo>
                  <a:pt x="363" y="0"/>
                </a:lnTo>
                <a:lnTo>
                  <a:pt x="363" y="60"/>
                </a:lnTo>
                <a:lnTo>
                  <a:pt x="0" y="6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027120" y="25405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183080" y="2618640"/>
            <a:ext cx="918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Eindproduct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625800" y="2850840"/>
            <a:ext cx="210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koppelvlakspeciﬁcatie, opgebouwd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3514680"/>
            <a:ext cx="8420760" cy="828720"/>
          </a:xfrm>
          <a:custGeom>
            <a:avLst/>
            <a:gdLst/>
            <a:ahLst/>
            <a:rect l="0" t="0" r="r" b="b"/>
            <a:pathLst>
              <a:path w="23391" h="2302">
                <a:moveTo>
                  <a:pt x="0" y="0"/>
                </a:moveTo>
                <a:lnTo>
                  <a:pt x="23391" y="0"/>
                </a:lnTo>
                <a:lnTo>
                  <a:pt x="23391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51468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43336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8867520" y="35146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105"/>
                </a:moveTo>
                <a:lnTo>
                  <a:pt x="0" y="2302"/>
                </a:lnTo>
                <a:lnTo>
                  <a:pt x="28" y="230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35146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0"/>
                </a:moveTo>
                <a:lnTo>
                  <a:pt x="0" y="2302"/>
                </a:lnTo>
                <a:lnTo>
                  <a:pt x="28" y="230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011720" y="3012840"/>
            <a:ext cx="1221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4320" y="3738240"/>
            <a:ext cx="9457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Dat is de winst van dit kwartaal: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een vorm waarin business en techniek aan elkaar te knopen zijn, en waarin de vraag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34320" y="3976200"/>
            <a:ext cx="5356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een school herleidbaar terugkomt in wat een leverancier moet bouwen.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456840" y="1476360"/>
            <a:ext cx="4134240" cy="1047960"/>
          </a:xfrm>
          <a:custGeom>
            <a:avLst/>
            <a:gdLst/>
            <a:ahLst/>
            <a:rect l="0" t="0" r="r" b="b"/>
            <a:pathLst>
              <a:path w="11484" h="2911">
                <a:moveTo>
                  <a:pt x="0" y="0"/>
                </a:moveTo>
                <a:lnTo>
                  <a:pt x="11484" y="0"/>
                </a:lnTo>
                <a:lnTo>
                  <a:pt x="11484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147636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56840" y="251424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81360" y="1476360"/>
            <a:ext cx="9720" cy="1047960"/>
          </a:xfrm>
          <a:custGeom>
            <a:avLst/>
            <a:gdLst/>
            <a:ahLst/>
            <a:rect l="0" t="0" r="r" b="b"/>
            <a:pathLst>
              <a:path w="27" h="2911">
                <a:moveTo>
                  <a:pt x="0" y="105"/>
                </a:moveTo>
                <a:lnTo>
                  <a:pt x="0" y="2911"/>
                </a:lnTo>
                <a:lnTo>
                  <a:pt x="27" y="2911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147636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0"/>
                </a:moveTo>
                <a:lnTo>
                  <a:pt x="0" y="2911"/>
                </a:lnTo>
                <a:lnTo>
                  <a:pt x="28" y="2911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71040" y="1683360"/>
            <a:ext cx="199080" cy="232200"/>
          </a:xfrm>
          <a:custGeom>
            <a:avLst/>
            <a:gdLst/>
            <a:ahLst/>
            <a:rect l="0" t="0" r="r" b="b"/>
            <a:pathLst>
              <a:path w="553" h="645">
                <a:moveTo>
                  <a:pt x="507" y="0"/>
                </a:moveTo>
                <a:lnTo>
                  <a:pt x="93" y="0"/>
                </a:lnTo>
                <a:cubicBezTo>
                  <a:pt x="87" y="0"/>
                  <a:pt x="81" y="1"/>
                  <a:pt x="76" y="3"/>
                </a:cubicBezTo>
                <a:cubicBezTo>
                  <a:pt x="70" y="6"/>
                  <a:pt x="64" y="9"/>
                  <a:pt x="60" y="13"/>
                </a:cubicBezTo>
                <a:cubicBezTo>
                  <a:pt x="55" y="18"/>
                  <a:pt x="52" y="22"/>
                  <a:pt x="50" y="28"/>
                </a:cubicBezTo>
                <a:cubicBezTo>
                  <a:pt x="47" y="34"/>
                  <a:pt x="46" y="40"/>
                  <a:pt x="46" y="46"/>
                </a:cubicBezTo>
                <a:lnTo>
                  <a:pt x="46" y="138"/>
                </a:lnTo>
                <a:lnTo>
                  <a:pt x="0" y="138"/>
                </a:lnTo>
                <a:lnTo>
                  <a:pt x="0" y="185"/>
                </a:lnTo>
                <a:lnTo>
                  <a:pt x="46" y="185"/>
                </a:lnTo>
                <a:lnTo>
                  <a:pt x="46" y="300"/>
                </a:lnTo>
                <a:lnTo>
                  <a:pt x="0" y="300"/>
                </a:lnTo>
                <a:lnTo>
                  <a:pt x="0" y="346"/>
                </a:lnTo>
                <a:lnTo>
                  <a:pt x="46" y="346"/>
                </a:lnTo>
                <a:lnTo>
                  <a:pt x="46" y="461"/>
                </a:lnTo>
                <a:lnTo>
                  <a:pt x="0" y="461"/>
                </a:lnTo>
                <a:lnTo>
                  <a:pt x="0" y="507"/>
                </a:lnTo>
                <a:lnTo>
                  <a:pt x="46" y="507"/>
                </a:lnTo>
                <a:lnTo>
                  <a:pt x="46" y="599"/>
                </a:lnTo>
                <a:cubicBezTo>
                  <a:pt x="46" y="605"/>
                  <a:pt x="47" y="611"/>
                  <a:pt x="50" y="617"/>
                </a:cubicBezTo>
                <a:cubicBezTo>
                  <a:pt x="52" y="622"/>
                  <a:pt x="55" y="627"/>
                  <a:pt x="60" y="631"/>
                </a:cubicBezTo>
                <a:cubicBezTo>
                  <a:pt x="64" y="636"/>
                  <a:pt x="70" y="639"/>
                  <a:pt x="76" y="641"/>
                </a:cubicBezTo>
                <a:cubicBezTo>
                  <a:pt x="81" y="644"/>
                  <a:pt x="87" y="645"/>
                  <a:pt x="93" y="645"/>
                </a:cubicBezTo>
                <a:lnTo>
                  <a:pt x="507" y="645"/>
                </a:lnTo>
                <a:cubicBezTo>
                  <a:pt x="514" y="645"/>
                  <a:pt x="519" y="644"/>
                  <a:pt x="525" y="641"/>
                </a:cubicBezTo>
                <a:cubicBezTo>
                  <a:pt x="531" y="639"/>
                  <a:pt x="536" y="636"/>
                  <a:pt x="540" y="631"/>
                </a:cubicBezTo>
                <a:cubicBezTo>
                  <a:pt x="544" y="627"/>
                  <a:pt x="548" y="622"/>
                  <a:pt x="550" y="617"/>
                </a:cubicBezTo>
                <a:cubicBezTo>
                  <a:pt x="552" y="611"/>
                  <a:pt x="553" y="605"/>
                  <a:pt x="553" y="599"/>
                </a:cubicBezTo>
                <a:lnTo>
                  <a:pt x="553" y="46"/>
                </a:lnTo>
                <a:cubicBezTo>
                  <a:pt x="553" y="40"/>
                  <a:pt x="552" y="34"/>
                  <a:pt x="550" y="28"/>
                </a:cubicBezTo>
                <a:cubicBezTo>
                  <a:pt x="548" y="22"/>
                  <a:pt x="544" y="18"/>
                  <a:pt x="540" y="13"/>
                </a:cubicBezTo>
                <a:cubicBezTo>
                  <a:pt x="536" y="9"/>
                  <a:pt x="531" y="6"/>
                  <a:pt x="525" y="3"/>
                </a:cubicBezTo>
                <a:cubicBezTo>
                  <a:pt x="519" y="1"/>
                  <a:pt x="514" y="0"/>
                  <a:pt x="507" y="0"/>
                </a:cubicBezTo>
                <a:moveTo>
                  <a:pt x="507" y="599"/>
                </a:moveTo>
                <a:lnTo>
                  <a:pt x="93" y="599"/>
                </a:lnTo>
                <a:lnTo>
                  <a:pt x="93" y="507"/>
                </a:lnTo>
                <a:lnTo>
                  <a:pt x="139" y="507"/>
                </a:lnTo>
                <a:lnTo>
                  <a:pt x="139" y="461"/>
                </a:lnTo>
                <a:lnTo>
                  <a:pt x="93" y="461"/>
                </a:lnTo>
                <a:lnTo>
                  <a:pt x="93" y="346"/>
                </a:lnTo>
                <a:lnTo>
                  <a:pt x="139" y="346"/>
                </a:lnTo>
                <a:lnTo>
                  <a:pt x="139" y="300"/>
                </a:lnTo>
                <a:lnTo>
                  <a:pt x="93" y="300"/>
                </a:lnTo>
                <a:lnTo>
                  <a:pt x="93" y="185"/>
                </a:lnTo>
                <a:lnTo>
                  <a:pt x="139" y="185"/>
                </a:lnTo>
                <a:lnTo>
                  <a:pt x="139" y="138"/>
                </a:lnTo>
                <a:lnTo>
                  <a:pt x="93" y="138"/>
                </a:lnTo>
                <a:lnTo>
                  <a:pt x="93" y="46"/>
                </a:lnTo>
                <a:lnTo>
                  <a:pt x="507" y="46"/>
                </a:lnTo>
                <a:lnTo>
                  <a:pt x="507" y="59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753840" y="1733040"/>
            <a:ext cx="66600" cy="132840"/>
          </a:xfrm>
          <a:custGeom>
            <a:avLst/>
            <a:gdLst/>
            <a:ahLst/>
            <a:rect l="0" t="0" r="r" b="b"/>
            <a:pathLst>
              <a:path w="185" h="369">
                <a:moveTo>
                  <a:pt x="0" y="0"/>
                </a:moveTo>
                <a:lnTo>
                  <a:pt x="185" y="0"/>
                </a:lnTo>
                <a:lnTo>
                  <a:pt x="185" y="46"/>
                </a:lnTo>
                <a:lnTo>
                  <a:pt x="0" y="46"/>
                </a:lnTo>
                <a:lnTo>
                  <a:pt x="0" y="0"/>
                </a:lnTo>
                <a:moveTo>
                  <a:pt x="0" y="162"/>
                </a:moveTo>
                <a:lnTo>
                  <a:pt x="185" y="162"/>
                </a:lnTo>
                <a:lnTo>
                  <a:pt x="185" y="208"/>
                </a:lnTo>
                <a:lnTo>
                  <a:pt x="0" y="208"/>
                </a:lnTo>
                <a:lnTo>
                  <a:pt x="0" y="162"/>
                </a:lnTo>
                <a:moveTo>
                  <a:pt x="0" y="323"/>
                </a:moveTo>
                <a:lnTo>
                  <a:pt x="185" y="323"/>
                </a:lnTo>
                <a:lnTo>
                  <a:pt x="185" y="369"/>
                </a:lnTo>
                <a:lnTo>
                  <a:pt x="0" y="369"/>
                </a:lnTo>
                <a:lnTo>
                  <a:pt x="0" y="32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86600"/>
            <a:ext cx="510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Koppelingen in uitwerking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99280" y="1767600"/>
            <a:ext cx="2487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 en planning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34320" y="1977840"/>
            <a:ext cx="4155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het ontworpen aanbod, nominaal en keuze, planbaar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743360" y="1476360"/>
            <a:ext cx="4134240" cy="1047960"/>
          </a:xfrm>
          <a:custGeom>
            <a:avLst/>
            <a:gdLst/>
            <a:ahLst/>
            <a:rect l="0" t="0" r="r" b="b"/>
            <a:pathLst>
              <a:path w="11484" h="2911">
                <a:moveTo>
                  <a:pt x="0" y="0"/>
                </a:moveTo>
                <a:lnTo>
                  <a:pt x="11484" y="0"/>
                </a:lnTo>
                <a:lnTo>
                  <a:pt x="11484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743360" y="147636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743360" y="251424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8867520" y="147636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105"/>
                </a:moveTo>
                <a:lnTo>
                  <a:pt x="0" y="2911"/>
                </a:lnTo>
                <a:lnTo>
                  <a:pt x="28" y="2911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743360" y="1476360"/>
            <a:ext cx="9720" cy="1047960"/>
          </a:xfrm>
          <a:custGeom>
            <a:avLst/>
            <a:gdLst/>
            <a:ahLst/>
            <a:rect l="0" t="0" r="r" b="b"/>
            <a:pathLst>
              <a:path w="27" h="2911">
                <a:moveTo>
                  <a:pt x="0" y="0"/>
                </a:moveTo>
                <a:lnTo>
                  <a:pt x="0" y="2911"/>
                </a:lnTo>
                <a:lnTo>
                  <a:pt x="27" y="2911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974120" y="1691640"/>
            <a:ext cx="165960" cy="215640"/>
          </a:xfrm>
          <a:custGeom>
            <a:avLst/>
            <a:gdLst/>
            <a:ahLst/>
            <a:rect l="0" t="0" r="r" b="b"/>
            <a:pathLst>
              <a:path w="461" h="599">
                <a:moveTo>
                  <a:pt x="415" y="0"/>
                </a:moveTo>
                <a:lnTo>
                  <a:pt x="46" y="0"/>
                </a:lnTo>
                <a:cubicBezTo>
                  <a:pt x="39" y="0"/>
                  <a:pt x="34" y="1"/>
                  <a:pt x="28" y="3"/>
                </a:cubicBezTo>
                <a:cubicBezTo>
                  <a:pt x="22" y="6"/>
                  <a:pt x="17" y="9"/>
                  <a:pt x="13" y="13"/>
                </a:cubicBezTo>
                <a:cubicBezTo>
                  <a:pt x="9" y="18"/>
                  <a:pt x="5" y="23"/>
                  <a:pt x="3" y="28"/>
                </a:cubicBezTo>
                <a:cubicBezTo>
                  <a:pt x="1" y="34"/>
                  <a:pt x="0" y="40"/>
                  <a:pt x="0" y="46"/>
                </a:cubicBezTo>
                <a:lnTo>
                  <a:pt x="0" y="553"/>
                </a:lnTo>
                <a:cubicBezTo>
                  <a:pt x="0" y="559"/>
                  <a:pt x="1" y="565"/>
                  <a:pt x="3" y="571"/>
                </a:cubicBezTo>
                <a:cubicBezTo>
                  <a:pt x="5" y="576"/>
                  <a:pt x="9" y="581"/>
                  <a:pt x="13" y="585"/>
                </a:cubicBezTo>
                <a:cubicBezTo>
                  <a:pt x="17" y="590"/>
                  <a:pt x="22" y="593"/>
                  <a:pt x="28" y="595"/>
                </a:cubicBezTo>
                <a:cubicBezTo>
                  <a:pt x="34" y="598"/>
                  <a:pt x="39" y="599"/>
                  <a:pt x="46" y="599"/>
                </a:cubicBezTo>
                <a:lnTo>
                  <a:pt x="415" y="599"/>
                </a:lnTo>
                <a:cubicBezTo>
                  <a:pt x="421" y="599"/>
                  <a:pt x="427" y="598"/>
                  <a:pt x="432" y="595"/>
                </a:cubicBezTo>
                <a:cubicBezTo>
                  <a:pt x="438" y="593"/>
                  <a:pt x="443" y="590"/>
                  <a:pt x="447" y="585"/>
                </a:cubicBezTo>
                <a:cubicBezTo>
                  <a:pt x="452" y="581"/>
                  <a:pt x="455" y="576"/>
                  <a:pt x="457" y="571"/>
                </a:cubicBezTo>
                <a:cubicBezTo>
                  <a:pt x="460" y="565"/>
                  <a:pt x="461" y="559"/>
                  <a:pt x="461" y="553"/>
                </a:cubicBezTo>
                <a:lnTo>
                  <a:pt x="461" y="46"/>
                </a:lnTo>
                <a:cubicBezTo>
                  <a:pt x="461" y="40"/>
                  <a:pt x="460" y="34"/>
                  <a:pt x="457" y="28"/>
                </a:cubicBezTo>
                <a:cubicBezTo>
                  <a:pt x="455" y="23"/>
                  <a:pt x="452" y="18"/>
                  <a:pt x="447" y="13"/>
                </a:cubicBezTo>
                <a:cubicBezTo>
                  <a:pt x="443" y="9"/>
                  <a:pt x="438" y="6"/>
                  <a:pt x="432" y="3"/>
                </a:cubicBezTo>
                <a:cubicBezTo>
                  <a:pt x="427" y="1"/>
                  <a:pt x="421" y="0"/>
                  <a:pt x="415" y="0"/>
                </a:cubicBezTo>
                <a:moveTo>
                  <a:pt x="415" y="46"/>
                </a:moveTo>
                <a:lnTo>
                  <a:pt x="415" y="184"/>
                </a:lnTo>
                <a:lnTo>
                  <a:pt x="46" y="184"/>
                </a:lnTo>
                <a:lnTo>
                  <a:pt x="46" y="46"/>
                </a:lnTo>
                <a:lnTo>
                  <a:pt x="415" y="46"/>
                </a:lnTo>
                <a:moveTo>
                  <a:pt x="46" y="368"/>
                </a:moveTo>
                <a:lnTo>
                  <a:pt x="46" y="230"/>
                </a:lnTo>
                <a:lnTo>
                  <a:pt x="415" y="230"/>
                </a:lnTo>
                <a:lnTo>
                  <a:pt x="415" y="368"/>
                </a:lnTo>
                <a:lnTo>
                  <a:pt x="46" y="368"/>
                </a:lnTo>
                <a:moveTo>
                  <a:pt x="46" y="553"/>
                </a:moveTo>
                <a:lnTo>
                  <a:pt x="46" y="415"/>
                </a:lnTo>
                <a:lnTo>
                  <a:pt x="415" y="415"/>
                </a:lnTo>
                <a:lnTo>
                  <a:pt x="415" y="553"/>
                </a:lnTo>
                <a:lnTo>
                  <a:pt x="46" y="55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007240" y="172476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24"/>
                </a:moveTo>
                <a:cubicBezTo>
                  <a:pt x="47" y="30"/>
                  <a:pt x="44" y="36"/>
                  <a:pt x="40" y="40"/>
                </a:cubicBezTo>
                <a:cubicBezTo>
                  <a:pt x="35" y="45"/>
                  <a:pt x="30" y="47"/>
                  <a:pt x="24" y="47"/>
                </a:cubicBezTo>
                <a:cubicBezTo>
                  <a:pt x="17" y="47"/>
                  <a:pt x="12" y="45"/>
                  <a:pt x="7" y="40"/>
                </a:cubicBezTo>
                <a:cubicBezTo>
                  <a:pt x="2" y="36"/>
                  <a:pt x="0" y="30"/>
                  <a:pt x="0" y="24"/>
                </a:cubicBez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4" y="11"/>
                  <a:pt x="47" y="17"/>
                  <a:pt x="47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5007240" y="179100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24"/>
                </a:moveTo>
                <a:cubicBezTo>
                  <a:pt x="47" y="30"/>
                  <a:pt x="44" y="36"/>
                  <a:pt x="40" y="40"/>
                </a:cubicBezTo>
                <a:cubicBezTo>
                  <a:pt x="35" y="45"/>
                  <a:pt x="30" y="47"/>
                  <a:pt x="24" y="47"/>
                </a:cubicBezTo>
                <a:cubicBezTo>
                  <a:pt x="17" y="47"/>
                  <a:pt x="12" y="45"/>
                  <a:pt x="7" y="40"/>
                </a:cubicBezTo>
                <a:cubicBezTo>
                  <a:pt x="2" y="36"/>
                  <a:pt x="0" y="30"/>
                  <a:pt x="0" y="24"/>
                </a:cubicBez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4" y="11"/>
                  <a:pt x="47" y="17"/>
                  <a:pt x="47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5007240" y="185724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24"/>
                </a:moveTo>
                <a:cubicBezTo>
                  <a:pt x="47" y="30"/>
                  <a:pt x="44" y="36"/>
                  <a:pt x="40" y="40"/>
                </a:cubicBezTo>
                <a:cubicBezTo>
                  <a:pt x="35" y="45"/>
                  <a:pt x="30" y="47"/>
                  <a:pt x="24" y="47"/>
                </a:cubicBezTo>
                <a:cubicBezTo>
                  <a:pt x="17" y="47"/>
                  <a:pt x="12" y="45"/>
                  <a:pt x="7" y="40"/>
                </a:cubicBezTo>
                <a:cubicBezTo>
                  <a:pt x="2" y="36"/>
                  <a:pt x="0" y="30"/>
                  <a:pt x="0" y="24"/>
                </a:cubicBezTo>
                <a:cubicBezTo>
                  <a:pt x="0" y="18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4" y="11"/>
                  <a:pt x="47" y="18"/>
                  <a:pt x="47" y="2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34320" y="2187360"/>
            <a:ext cx="170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 perioden en capaciteit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185440" y="176760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 en studentadministratie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920480" y="1977840"/>
            <a:ext cx="4103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waarop een student zich inschrijft, en waartegen resultaten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56840" y="2676240"/>
            <a:ext cx="4134240" cy="1048320"/>
          </a:xfrm>
          <a:custGeom>
            <a:avLst/>
            <a:gdLst/>
            <a:ahLst/>
            <a:rect l="0" t="0" r="r" b="b"/>
            <a:pathLst>
              <a:path w="11484" h="2912">
                <a:moveTo>
                  <a:pt x="0" y="0"/>
                </a:moveTo>
                <a:lnTo>
                  <a:pt x="11484" y="0"/>
                </a:lnTo>
                <a:lnTo>
                  <a:pt x="11484" y="2912"/>
                </a:lnTo>
                <a:lnTo>
                  <a:pt x="0" y="29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56840" y="267624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456840" y="371448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4581360" y="2676240"/>
            <a:ext cx="9720" cy="1048320"/>
          </a:xfrm>
          <a:custGeom>
            <a:avLst/>
            <a:gdLst/>
            <a:ahLst/>
            <a:rect l="0" t="0" r="r" b="b"/>
            <a:pathLst>
              <a:path w="27" h="2912">
                <a:moveTo>
                  <a:pt x="0" y="106"/>
                </a:moveTo>
                <a:lnTo>
                  <a:pt x="0" y="2912"/>
                </a:lnTo>
                <a:lnTo>
                  <a:pt x="27" y="291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456840" y="2676240"/>
            <a:ext cx="10080" cy="1048320"/>
          </a:xfrm>
          <a:custGeom>
            <a:avLst/>
            <a:gdLst/>
            <a:ahLst/>
            <a:rect l="0" t="0" r="r" b="b"/>
            <a:pathLst>
              <a:path w="28" h="2912">
                <a:moveTo>
                  <a:pt x="0" y="0"/>
                </a:moveTo>
                <a:lnTo>
                  <a:pt x="0" y="2912"/>
                </a:lnTo>
                <a:lnTo>
                  <a:pt x="28" y="291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71040" y="2916720"/>
            <a:ext cx="182520" cy="199080"/>
          </a:xfrm>
          <a:custGeom>
            <a:avLst/>
            <a:gdLst/>
            <a:ahLst/>
            <a:rect l="0" t="0" r="r" b="b"/>
            <a:pathLst>
              <a:path w="507" h="553">
                <a:moveTo>
                  <a:pt x="507" y="553"/>
                </a:moveTo>
                <a:lnTo>
                  <a:pt x="461" y="553"/>
                </a:lnTo>
                <a:lnTo>
                  <a:pt x="461" y="484"/>
                </a:lnTo>
                <a:cubicBezTo>
                  <a:pt x="461" y="468"/>
                  <a:pt x="458" y="453"/>
                  <a:pt x="453" y="439"/>
                </a:cubicBezTo>
                <a:cubicBezTo>
                  <a:pt x="447" y="425"/>
                  <a:pt x="438" y="412"/>
                  <a:pt x="428" y="401"/>
                </a:cubicBezTo>
                <a:cubicBezTo>
                  <a:pt x="417" y="391"/>
                  <a:pt x="403" y="382"/>
                  <a:pt x="389" y="376"/>
                </a:cubicBezTo>
                <a:cubicBezTo>
                  <a:pt x="375" y="371"/>
                  <a:pt x="361" y="368"/>
                  <a:pt x="345" y="368"/>
                </a:cubicBezTo>
                <a:lnTo>
                  <a:pt x="207" y="368"/>
                </a:lnTo>
                <a:cubicBezTo>
                  <a:pt x="192" y="368"/>
                  <a:pt x="177" y="371"/>
                  <a:pt x="163" y="376"/>
                </a:cubicBezTo>
                <a:cubicBezTo>
                  <a:pt x="149" y="382"/>
                  <a:pt x="137" y="391"/>
                  <a:pt x="126" y="401"/>
                </a:cubicBezTo>
                <a:cubicBezTo>
                  <a:pt x="115" y="412"/>
                  <a:pt x="107" y="425"/>
                  <a:pt x="101" y="439"/>
                </a:cubicBezTo>
                <a:cubicBezTo>
                  <a:pt x="95" y="453"/>
                  <a:pt x="92" y="468"/>
                  <a:pt x="92" y="484"/>
                </a:cubicBezTo>
                <a:lnTo>
                  <a:pt x="92" y="553"/>
                </a:lnTo>
                <a:lnTo>
                  <a:pt x="46" y="553"/>
                </a:lnTo>
                <a:lnTo>
                  <a:pt x="46" y="484"/>
                </a:lnTo>
                <a:cubicBezTo>
                  <a:pt x="46" y="473"/>
                  <a:pt x="47" y="463"/>
                  <a:pt x="49" y="451"/>
                </a:cubicBezTo>
                <a:cubicBezTo>
                  <a:pt x="51" y="441"/>
                  <a:pt x="55" y="431"/>
                  <a:pt x="59" y="421"/>
                </a:cubicBezTo>
                <a:cubicBezTo>
                  <a:pt x="63" y="411"/>
                  <a:pt x="68" y="402"/>
                  <a:pt x="73" y="393"/>
                </a:cubicBezTo>
                <a:cubicBezTo>
                  <a:pt x="79" y="384"/>
                  <a:pt x="86" y="376"/>
                  <a:pt x="94" y="369"/>
                </a:cubicBezTo>
                <a:cubicBezTo>
                  <a:pt x="101" y="361"/>
                  <a:pt x="109" y="355"/>
                  <a:pt x="118" y="349"/>
                </a:cubicBezTo>
                <a:cubicBezTo>
                  <a:pt x="127" y="343"/>
                  <a:pt x="136" y="338"/>
                  <a:pt x="146" y="334"/>
                </a:cubicBezTo>
                <a:cubicBezTo>
                  <a:pt x="155" y="330"/>
                  <a:pt x="166" y="327"/>
                  <a:pt x="176" y="325"/>
                </a:cubicBezTo>
                <a:cubicBezTo>
                  <a:pt x="186" y="323"/>
                  <a:pt x="197" y="322"/>
                  <a:pt x="207" y="322"/>
                </a:cubicBezTo>
                <a:lnTo>
                  <a:pt x="345" y="322"/>
                </a:lnTo>
                <a:cubicBezTo>
                  <a:pt x="356" y="322"/>
                  <a:pt x="366" y="323"/>
                  <a:pt x="377" y="325"/>
                </a:cubicBezTo>
                <a:cubicBezTo>
                  <a:pt x="387" y="327"/>
                  <a:pt x="397" y="330"/>
                  <a:pt x="407" y="334"/>
                </a:cubicBezTo>
                <a:cubicBezTo>
                  <a:pt x="418" y="338"/>
                  <a:pt x="427" y="343"/>
                  <a:pt x="436" y="349"/>
                </a:cubicBezTo>
                <a:cubicBezTo>
                  <a:pt x="445" y="355"/>
                  <a:pt x="453" y="361"/>
                  <a:pt x="460" y="369"/>
                </a:cubicBezTo>
                <a:cubicBezTo>
                  <a:pt x="468" y="376"/>
                  <a:pt x="474" y="384"/>
                  <a:pt x="480" y="393"/>
                </a:cubicBezTo>
                <a:cubicBezTo>
                  <a:pt x="486" y="402"/>
                  <a:pt x="491" y="411"/>
                  <a:pt x="495" y="421"/>
                </a:cubicBezTo>
                <a:cubicBezTo>
                  <a:pt x="499" y="431"/>
                  <a:pt x="502" y="441"/>
                  <a:pt x="504" y="451"/>
                </a:cubicBezTo>
                <a:cubicBezTo>
                  <a:pt x="506" y="463"/>
                  <a:pt x="507" y="473"/>
                  <a:pt x="507" y="484"/>
                </a:cubicBezTo>
                <a:lnTo>
                  <a:pt x="507" y="553"/>
                </a:lnTo>
                <a:moveTo>
                  <a:pt x="23" y="0"/>
                </a:moveTo>
                <a:cubicBezTo>
                  <a:pt x="17" y="0"/>
                  <a:pt x="11" y="2"/>
                  <a:pt x="7" y="6"/>
                </a:cubicBezTo>
                <a:cubicBezTo>
                  <a:pt x="2" y="11"/>
                  <a:pt x="0" y="16"/>
                  <a:pt x="0" y="23"/>
                </a:cubicBezTo>
                <a:lnTo>
                  <a:pt x="0" y="230"/>
                </a:lnTo>
                <a:lnTo>
                  <a:pt x="46" y="230"/>
                </a:lnTo>
                <a:lnTo>
                  <a:pt x="46" y="23"/>
                </a:lnTo>
                <a:cubicBezTo>
                  <a:pt x="46" y="16"/>
                  <a:pt x="44" y="11"/>
                  <a:pt x="40" y="6"/>
                </a:cubicBezTo>
                <a:cubicBezTo>
                  <a:pt x="35" y="2"/>
                  <a:pt x="30" y="0"/>
                  <a:pt x="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71040" y="2883240"/>
            <a:ext cx="199080" cy="133200"/>
          </a:xfrm>
          <a:custGeom>
            <a:avLst/>
            <a:gdLst/>
            <a:ahLst/>
            <a:rect l="0" t="0" r="r" b="b"/>
            <a:pathLst>
              <a:path w="553" h="370">
                <a:moveTo>
                  <a:pt x="0" y="0"/>
                </a:moveTo>
                <a:lnTo>
                  <a:pt x="0" y="46"/>
                </a:lnTo>
                <a:lnTo>
                  <a:pt x="116" y="46"/>
                </a:lnTo>
                <a:lnTo>
                  <a:pt x="116" y="208"/>
                </a:lnTo>
                <a:cubicBezTo>
                  <a:pt x="116" y="218"/>
                  <a:pt x="117" y="229"/>
                  <a:pt x="119" y="239"/>
                </a:cubicBezTo>
                <a:cubicBezTo>
                  <a:pt x="121" y="249"/>
                  <a:pt x="125" y="259"/>
                  <a:pt x="129" y="269"/>
                </a:cubicBezTo>
                <a:cubicBezTo>
                  <a:pt x="133" y="280"/>
                  <a:pt x="138" y="289"/>
                  <a:pt x="143" y="298"/>
                </a:cubicBezTo>
                <a:cubicBezTo>
                  <a:pt x="149" y="307"/>
                  <a:pt x="156" y="315"/>
                  <a:pt x="163" y="322"/>
                </a:cubicBezTo>
                <a:cubicBezTo>
                  <a:pt x="171" y="330"/>
                  <a:pt x="179" y="337"/>
                  <a:pt x="188" y="342"/>
                </a:cubicBezTo>
                <a:cubicBezTo>
                  <a:pt x="197" y="348"/>
                  <a:pt x="206" y="353"/>
                  <a:pt x="216" y="357"/>
                </a:cubicBezTo>
                <a:cubicBezTo>
                  <a:pt x="225" y="361"/>
                  <a:pt x="236" y="364"/>
                  <a:pt x="246" y="367"/>
                </a:cubicBezTo>
                <a:cubicBezTo>
                  <a:pt x="256" y="369"/>
                  <a:pt x="267" y="370"/>
                  <a:pt x="277" y="370"/>
                </a:cubicBezTo>
                <a:cubicBezTo>
                  <a:pt x="288" y="370"/>
                  <a:pt x="298" y="369"/>
                  <a:pt x="309" y="367"/>
                </a:cubicBezTo>
                <a:cubicBezTo>
                  <a:pt x="319" y="364"/>
                  <a:pt x="329" y="361"/>
                  <a:pt x="339" y="357"/>
                </a:cubicBezTo>
                <a:cubicBezTo>
                  <a:pt x="349" y="353"/>
                  <a:pt x="358" y="348"/>
                  <a:pt x="367" y="342"/>
                </a:cubicBezTo>
                <a:cubicBezTo>
                  <a:pt x="376" y="337"/>
                  <a:pt x="384" y="330"/>
                  <a:pt x="391" y="322"/>
                </a:cubicBezTo>
                <a:cubicBezTo>
                  <a:pt x="399" y="315"/>
                  <a:pt x="405" y="307"/>
                  <a:pt x="411" y="298"/>
                </a:cubicBezTo>
                <a:cubicBezTo>
                  <a:pt x="417" y="289"/>
                  <a:pt x="422" y="280"/>
                  <a:pt x="426" y="269"/>
                </a:cubicBezTo>
                <a:cubicBezTo>
                  <a:pt x="430" y="259"/>
                  <a:pt x="433" y="249"/>
                  <a:pt x="435" y="239"/>
                </a:cubicBezTo>
                <a:cubicBezTo>
                  <a:pt x="437" y="229"/>
                  <a:pt x="438" y="218"/>
                  <a:pt x="438" y="208"/>
                </a:cubicBezTo>
                <a:lnTo>
                  <a:pt x="438" y="46"/>
                </a:lnTo>
                <a:lnTo>
                  <a:pt x="553" y="46"/>
                </a:lnTo>
                <a:lnTo>
                  <a:pt x="553" y="0"/>
                </a:lnTo>
                <a:lnTo>
                  <a:pt x="0" y="0"/>
                </a:lnTo>
                <a:moveTo>
                  <a:pt x="162" y="46"/>
                </a:moveTo>
                <a:lnTo>
                  <a:pt x="392" y="46"/>
                </a:lnTo>
                <a:lnTo>
                  <a:pt x="392" y="116"/>
                </a:lnTo>
                <a:lnTo>
                  <a:pt x="162" y="116"/>
                </a:lnTo>
                <a:lnTo>
                  <a:pt x="162" y="46"/>
                </a:lnTo>
                <a:moveTo>
                  <a:pt x="277" y="324"/>
                </a:moveTo>
                <a:cubicBezTo>
                  <a:pt x="262" y="324"/>
                  <a:pt x="247" y="321"/>
                  <a:pt x="233" y="315"/>
                </a:cubicBezTo>
                <a:cubicBezTo>
                  <a:pt x="219" y="309"/>
                  <a:pt x="207" y="301"/>
                  <a:pt x="196" y="290"/>
                </a:cubicBezTo>
                <a:cubicBezTo>
                  <a:pt x="185" y="279"/>
                  <a:pt x="177" y="266"/>
                  <a:pt x="171" y="252"/>
                </a:cubicBezTo>
                <a:cubicBezTo>
                  <a:pt x="165" y="237"/>
                  <a:pt x="162" y="223"/>
                  <a:pt x="162" y="208"/>
                </a:cubicBezTo>
                <a:lnTo>
                  <a:pt x="162" y="162"/>
                </a:lnTo>
                <a:lnTo>
                  <a:pt x="392" y="162"/>
                </a:lnTo>
                <a:lnTo>
                  <a:pt x="392" y="208"/>
                </a:lnTo>
                <a:cubicBezTo>
                  <a:pt x="392" y="223"/>
                  <a:pt x="389" y="237"/>
                  <a:pt x="384" y="252"/>
                </a:cubicBezTo>
                <a:cubicBezTo>
                  <a:pt x="378" y="266"/>
                  <a:pt x="369" y="279"/>
                  <a:pt x="359" y="290"/>
                </a:cubicBezTo>
                <a:cubicBezTo>
                  <a:pt x="348" y="301"/>
                  <a:pt x="335" y="309"/>
                  <a:pt x="321" y="315"/>
                </a:cubicBezTo>
                <a:cubicBezTo>
                  <a:pt x="307" y="321"/>
                  <a:pt x="293" y="324"/>
                  <a:pt x="277" y="3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4920480" y="2187360"/>
            <a:ext cx="38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899280" y="2967840"/>
            <a:ext cx="287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 en leeromgeving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4320" y="3177720"/>
            <a:ext cx="397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leeromgeving uitlijnen op het ontworpen onderwijs;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743360" y="2676240"/>
            <a:ext cx="4134240" cy="1048320"/>
          </a:xfrm>
          <a:custGeom>
            <a:avLst/>
            <a:gdLst/>
            <a:ahLst/>
            <a:rect l="0" t="0" r="r" b="b"/>
            <a:pathLst>
              <a:path w="11484" h="2912">
                <a:moveTo>
                  <a:pt x="0" y="0"/>
                </a:moveTo>
                <a:lnTo>
                  <a:pt x="11484" y="0"/>
                </a:lnTo>
                <a:lnTo>
                  <a:pt x="11484" y="2912"/>
                </a:lnTo>
                <a:lnTo>
                  <a:pt x="0" y="29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743360" y="267624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743360" y="371448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8867520" y="2676240"/>
            <a:ext cx="10080" cy="1048320"/>
          </a:xfrm>
          <a:custGeom>
            <a:avLst/>
            <a:gdLst/>
            <a:ahLst/>
            <a:rect l="0" t="0" r="r" b="b"/>
            <a:pathLst>
              <a:path w="28" h="2912">
                <a:moveTo>
                  <a:pt x="0" y="106"/>
                </a:moveTo>
                <a:lnTo>
                  <a:pt x="0" y="2912"/>
                </a:lnTo>
                <a:lnTo>
                  <a:pt x="28" y="29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743360" y="2676240"/>
            <a:ext cx="9720" cy="1048320"/>
          </a:xfrm>
          <a:custGeom>
            <a:avLst/>
            <a:gdLst/>
            <a:ahLst/>
            <a:rect l="0" t="0" r="r" b="b"/>
            <a:pathLst>
              <a:path w="27" h="2912">
                <a:moveTo>
                  <a:pt x="0" y="0"/>
                </a:moveTo>
                <a:lnTo>
                  <a:pt x="0" y="2912"/>
                </a:lnTo>
                <a:lnTo>
                  <a:pt x="27" y="29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982400" y="298296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93" y="47"/>
                </a:moveTo>
                <a:cubicBezTo>
                  <a:pt x="93" y="53"/>
                  <a:pt x="91" y="59"/>
                  <a:pt x="89" y="64"/>
                </a:cubicBezTo>
                <a:cubicBezTo>
                  <a:pt x="87" y="70"/>
                  <a:pt x="83" y="75"/>
                  <a:pt x="79" y="79"/>
                </a:cubicBezTo>
                <a:cubicBezTo>
                  <a:pt x="75" y="83"/>
                  <a:pt x="70" y="87"/>
                  <a:pt x="64" y="89"/>
                </a:cubicBezTo>
                <a:cubicBezTo>
                  <a:pt x="59" y="91"/>
                  <a:pt x="53" y="93"/>
                  <a:pt x="47" y="93"/>
                </a:cubicBezTo>
                <a:cubicBezTo>
                  <a:pt x="40" y="93"/>
                  <a:pt x="35" y="91"/>
                  <a:pt x="29" y="89"/>
                </a:cubicBezTo>
                <a:cubicBezTo>
                  <a:pt x="23" y="87"/>
                  <a:pt x="18" y="83"/>
                  <a:pt x="14" y="79"/>
                </a:cubicBezTo>
                <a:cubicBezTo>
                  <a:pt x="10" y="75"/>
                  <a:pt x="5" y="70"/>
                  <a:pt x="3" y="64"/>
                </a:cubicBezTo>
                <a:cubicBezTo>
                  <a:pt x="1" y="59"/>
                  <a:pt x="0" y="53"/>
                  <a:pt x="0" y="47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2"/>
                  <a:pt x="10" y="17"/>
                  <a:pt x="14" y="13"/>
                </a:cubicBezTo>
                <a:cubicBezTo>
                  <a:pt x="18" y="9"/>
                  <a:pt x="23" y="5"/>
                  <a:pt x="29" y="3"/>
                </a:cubicBezTo>
                <a:cubicBezTo>
                  <a:pt x="35" y="1"/>
                  <a:pt x="40" y="0"/>
                  <a:pt x="47" y="0"/>
                </a:cubicBezTo>
                <a:cubicBezTo>
                  <a:pt x="53" y="0"/>
                  <a:pt x="59" y="1"/>
                  <a:pt x="64" y="3"/>
                </a:cubicBezTo>
                <a:cubicBezTo>
                  <a:pt x="70" y="5"/>
                  <a:pt x="75" y="9"/>
                  <a:pt x="79" y="13"/>
                </a:cubicBezTo>
                <a:cubicBezTo>
                  <a:pt x="83" y="17"/>
                  <a:pt x="87" y="22"/>
                  <a:pt x="89" y="28"/>
                </a:cubicBezTo>
                <a:cubicBezTo>
                  <a:pt x="91" y="34"/>
                  <a:pt x="93" y="39"/>
                  <a:pt x="93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098320" y="298296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93" y="47"/>
                </a:moveTo>
                <a:cubicBezTo>
                  <a:pt x="93" y="53"/>
                  <a:pt x="92" y="59"/>
                  <a:pt x="89" y="64"/>
                </a:cubicBezTo>
                <a:cubicBezTo>
                  <a:pt x="87" y="70"/>
                  <a:pt x="84" y="75"/>
                  <a:pt x="79" y="79"/>
                </a:cubicBezTo>
                <a:cubicBezTo>
                  <a:pt x="75" y="83"/>
                  <a:pt x="70" y="87"/>
                  <a:pt x="64" y="89"/>
                </a:cubicBezTo>
                <a:cubicBezTo>
                  <a:pt x="59" y="91"/>
                  <a:pt x="53" y="93"/>
                  <a:pt x="46" y="93"/>
                </a:cubicBezTo>
                <a:cubicBezTo>
                  <a:pt x="40" y="93"/>
                  <a:pt x="34" y="91"/>
                  <a:pt x="28" y="89"/>
                </a:cubicBezTo>
                <a:cubicBezTo>
                  <a:pt x="22" y="87"/>
                  <a:pt x="17" y="83"/>
                  <a:pt x="13" y="79"/>
                </a:cubicBezTo>
                <a:cubicBezTo>
                  <a:pt x="9" y="75"/>
                  <a:pt x="5" y="70"/>
                  <a:pt x="3" y="64"/>
                </a:cubicBezTo>
                <a:cubicBezTo>
                  <a:pt x="1" y="59"/>
                  <a:pt x="0" y="53"/>
                  <a:pt x="0" y="47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4" y="1"/>
                  <a:pt x="40" y="0"/>
                  <a:pt x="46" y="0"/>
                </a:cubicBezTo>
                <a:cubicBezTo>
                  <a:pt x="53" y="0"/>
                  <a:pt x="59" y="1"/>
                  <a:pt x="64" y="3"/>
                </a:cubicBezTo>
                <a:cubicBezTo>
                  <a:pt x="70" y="5"/>
                  <a:pt x="75" y="9"/>
                  <a:pt x="79" y="13"/>
                </a:cubicBezTo>
                <a:cubicBezTo>
                  <a:pt x="84" y="17"/>
                  <a:pt x="87" y="22"/>
                  <a:pt x="89" y="28"/>
                </a:cubicBezTo>
                <a:cubicBezTo>
                  <a:pt x="92" y="34"/>
                  <a:pt x="93" y="39"/>
                  <a:pt x="93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040360" y="298296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93" y="47"/>
                </a:moveTo>
                <a:cubicBezTo>
                  <a:pt x="93" y="53"/>
                  <a:pt x="91" y="59"/>
                  <a:pt x="89" y="64"/>
                </a:cubicBezTo>
                <a:cubicBezTo>
                  <a:pt x="87" y="70"/>
                  <a:pt x="83" y="75"/>
                  <a:pt x="79" y="79"/>
                </a:cubicBezTo>
                <a:cubicBezTo>
                  <a:pt x="75" y="83"/>
                  <a:pt x="70" y="87"/>
                  <a:pt x="64" y="89"/>
                </a:cubicBezTo>
                <a:cubicBezTo>
                  <a:pt x="59" y="91"/>
                  <a:pt x="53" y="93"/>
                  <a:pt x="47" y="93"/>
                </a:cubicBezTo>
                <a:cubicBezTo>
                  <a:pt x="40" y="93"/>
                  <a:pt x="35" y="91"/>
                  <a:pt x="28" y="89"/>
                </a:cubicBezTo>
                <a:cubicBezTo>
                  <a:pt x="22" y="87"/>
                  <a:pt x="17" y="83"/>
                  <a:pt x="13" y="79"/>
                </a:cubicBezTo>
                <a:cubicBezTo>
                  <a:pt x="9" y="75"/>
                  <a:pt x="5" y="70"/>
                  <a:pt x="3" y="64"/>
                </a:cubicBezTo>
                <a:cubicBezTo>
                  <a:pt x="1" y="59"/>
                  <a:pt x="0" y="53"/>
                  <a:pt x="0" y="47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5" y="1"/>
                  <a:pt x="40" y="0"/>
                  <a:pt x="47" y="0"/>
                </a:cubicBezTo>
                <a:cubicBezTo>
                  <a:pt x="53" y="0"/>
                  <a:pt x="59" y="1"/>
                  <a:pt x="64" y="3"/>
                </a:cubicBezTo>
                <a:cubicBezTo>
                  <a:pt x="70" y="5"/>
                  <a:pt x="75" y="9"/>
                  <a:pt x="79" y="13"/>
                </a:cubicBezTo>
                <a:cubicBezTo>
                  <a:pt x="83" y="17"/>
                  <a:pt x="87" y="22"/>
                  <a:pt x="89" y="28"/>
                </a:cubicBezTo>
                <a:cubicBezTo>
                  <a:pt x="91" y="34"/>
                  <a:pt x="93" y="39"/>
                  <a:pt x="93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940640" y="2883240"/>
            <a:ext cx="232560" cy="232560"/>
          </a:xfrm>
          <a:custGeom>
            <a:avLst/>
            <a:gdLst/>
            <a:ahLst/>
            <a:rect l="0" t="0" r="r" b="b"/>
            <a:pathLst>
              <a:path w="646" h="646">
                <a:moveTo>
                  <a:pt x="324" y="646"/>
                </a:moveTo>
                <a:cubicBezTo>
                  <a:pt x="302" y="646"/>
                  <a:pt x="282" y="644"/>
                  <a:pt x="261" y="640"/>
                </a:cubicBezTo>
                <a:cubicBezTo>
                  <a:pt x="240" y="635"/>
                  <a:pt x="220" y="629"/>
                  <a:pt x="200" y="621"/>
                </a:cubicBezTo>
                <a:cubicBezTo>
                  <a:pt x="181" y="613"/>
                  <a:pt x="162" y="603"/>
                  <a:pt x="145" y="591"/>
                </a:cubicBezTo>
                <a:cubicBezTo>
                  <a:pt x="127" y="580"/>
                  <a:pt x="110" y="566"/>
                  <a:pt x="95" y="551"/>
                </a:cubicBezTo>
                <a:cubicBezTo>
                  <a:pt x="80" y="536"/>
                  <a:pt x="67" y="520"/>
                  <a:pt x="55" y="503"/>
                </a:cubicBezTo>
                <a:cubicBezTo>
                  <a:pt x="43" y="485"/>
                  <a:pt x="33" y="466"/>
                  <a:pt x="25" y="447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6"/>
                  <a:pt x="0" y="345"/>
                  <a:pt x="0" y="324"/>
                </a:cubicBezTo>
                <a:cubicBezTo>
                  <a:pt x="0" y="302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1"/>
                  <a:pt x="43" y="162"/>
                  <a:pt x="55" y="145"/>
                </a:cubicBezTo>
                <a:cubicBezTo>
                  <a:pt x="67" y="127"/>
                  <a:pt x="80" y="111"/>
                  <a:pt x="95" y="96"/>
                </a:cubicBezTo>
                <a:cubicBezTo>
                  <a:pt x="110" y="81"/>
                  <a:pt x="127" y="68"/>
                  <a:pt x="145" y="56"/>
                </a:cubicBezTo>
                <a:cubicBezTo>
                  <a:pt x="162" y="44"/>
                  <a:pt x="181" y="33"/>
                  <a:pt x="200" y="25"/>
                </a:cubicBezTo>
                <a:cubicBezTo>
                  <a:pt x="220" y="17"/>
                  <a:pt x="240" y="11"/>
                  <a:pt x="261" y="7"/>
                </a:cubicBezTo>
                <a:cubicBezTo>
                  <a:pt x="282" y="3"/>
                  <a:pt x="302" y="0"/>
                  <a:pt x="324" y="0"/>
                </a:cubicBezTo>
                <a:cubicBezTo>
                  <a:pt x="345" y="0"/>
                  <a:pt x="366" y="3"/>
                  <a:pt x="386" y="7"/>
                </a:cubicBezTo>
                <a:cubicBezTo>
                  <a:pt x="407" y="11"/>
                  <a:pt x="427" y="17"/>
                  <a:pt x="447" y="25"/>
                </a:cubicBezTo>
                <a:cubicBezTo>
                  <a:pt x="466" y="33"/>
                  <a:pt x="485" y="44"/>
                  <a:pt x="503" y="56"/>
                </a:cubicBezTo>
                <a:cubicBezTo>
                  <a:pt x="520" y="68"/>
                  <a:pt x="536" y="81"/>
                  <a:pt x="551" y="96"/>
                </a:cubicBezTo>
                <a:cubicBezTo>
                  <a:pt x="566" y="111"/>
                  <a:pt x="580" y="127"/>
                  <a:pt x="591" y="145"/>
                </a:cubicBezTo>
                <a:cubicBezTo>
                  <a:pt x="603" y="162"/>
                  <a:pt x="613" y="181"/>
                  <a:pt x="621" y="200"/>
                </a:cubicBezTo>
                <a:cubicBezTo>
                  <a:pt x="629" y="220"/>
                  <a:pt x="635" y="240"/>
                  <a:pt x="640" y="261"/>
                </a:cubicBezTo>
                <a:cubicBezTo>
                  <a:pt x="644" y="282"/>
                  <a:pt x="646" y="302"/>
                  <a:pt x="646" y="324"/>
                </a:cubicBezTo>
                <a:cubicBezTo>
                  <a:pt x="646" y="345"/>
                  <a:pt x="644" y="366"/>
                  <a:pt x="639" y="386"/>
                </a:cubicBezTo>
                <a:cubicBezTo>
                  <a:pt x="635" y="407"/>
                  <a:pt x="629" y="427"/>
                  <a:pt x="621" y="447"/>
                </a:cubicBezTo>
                <a:cubicBezTo>
                  <a:pt x="613" y="466"/>
                  <a:pt x="603" y="485"/>
                  <a:pt x="591" y="502"/>
                </a:cubicBezTo>
                <a:cubicBezTo>
                  <a:pt x="580" y="520"/>
                  <a:pt x="566" y="536"/>
                  <a:pt x="551" y="551"/>
                </a:cubicBezTo>
                <a:cubicBezTo>
                  <a:pt x="536" y="566"/>
                  <a:pt x="520" y="580"/>
                  <a:pt x="502" y="591"/>
                </a:cubicBezTo>
                <a:cubicBezTo>
                  <a:pt x="485" y="603"/>
                  <a:pt x="466" y="613"/>
                  <a:pt x="447" y="621"/>
                </a:cubicBezTo>
                <a:cubicBezTo>
                  <a:pt x="427" y="629"/>
                  <a:pt x="407" y="635"/>
                  <a:pt x="386" y="639"/>
                </a:cubicBezTo>
                <a:cubicBezTo>
                  <a:pt x="366" y="644"/>
                  <a:pt x="345" y="646"/>
                  <a:pt x="324" y="646"/>
                </a:cubicBezTo>
                <a:moveTo>
                  <a:pt x="324" y="47"/>
                </a:moveTo>
                <a:cubicBezTo>
                  <a:pt x="305" y="47"/>
                  <a:pt x="288" y="49"/>
                  <a:pt x="270" y="53"/>
                </a:cubicBezTo>
                <a:cubicBezTo>
                  <a:pt x="252" y="56"/>
                  <a:pt x="235" y="62"/>
                  <a:pt x="218" y="69"/>
                </a:cubicBezTo>
                <a:cubicBezTo>
                  <a:pt x="201" y="75"/>
                  <a:pt x="185" y="84"/>
                  <a:pt x="170" y="94"/>
                </a:cubicBezTo>
                <a:cubicBezTo>
                  <a:pt x="155" y="104"/>
                  <a:pt x="141" y="116"/>
                  <a:pt x="128" y="128"/>
                </a:cubicBezTo>
                <a:cubicBezTo>
                  <a:pt x="115" y="141"/>
                  <a:pt x="103" y="155"/>
                  <a:pt x="93" y="170"/>
                </a:cubicBezTo>
                <a:cubicBezTo>
                  <a:pt x="83" y="185"/>
                  <a:pt x="74" y="201"/>
                  <a:pt x="68" y="218"/>
                </a:cubicBezTo>
                <a:cubicBezTo>
                  <a:pt x="61" y="235"/>
                  <a:pt x="55" y="252"/>
                  <a:pt x="52" y="270"/>
                </a:cubicBezTo>
                <a:cubicBezTo>
                  <a:pt x="48" y="288"/>
                  <a:pt x="46" y="305"/>
                  <a:pt x="46" y="324"/>
                </a:cubicBezTo>
                <a:cubicBezTo>
                  <a:pt x="46" y="342"/>
                  <a:pt x="48" y="360"/>
                  <a:pt x="52" y="377"/>
                </a:cubicBezTo>
                <a:cubicBezTo>
                  <a:pt x="55" y="395"/>
                  <a:pt x="61" y="413"/>
                  <a:pt x="68" y="429"/>
                </a:cubicBezTo>
                <a:cubicBezTo>
                  <a:pt x="74" y="446"/>
                  <a:pt x="83" y="462"/>
                  <a:pt x="93" y="477"/>
                </a:cubicBezTo>
                <a:cubicBezTo>
                  <a:pt x="103" y="492"/>
                  <a:pt x="115" y="506"/>
                  <a:pt x="128" y="519"/>
                </a:cubicBezTo>
                <a:cubicBezTo>
                  <a:pt x="141" y="532"/>
                  <a:pt x="155" y="543"/>
                  <a:pt x="170" y="553"/>
                </a:cubicBezTo>
                <a:cubicBezTo>
                  <a:pt x="185" y="563"/>
                  <a:pt x="201" y="572"/>
                  <a:pt x="218" y="579"/>
                </a:cubicBezTo>
                <a:cubicBezTo>
                  <a:pt x="235" y="586"/>
                  <a:pt x="252" y="591"/>
                  <a:pt x="270" y="594"/>
                </a:cubicBezTo>
                <a:cubicBezTo>
                  <a:pt x="288" y="598"/>
                  <a:pt x="305" y="600"/>
                  <a:pt x="324" y="600"/>
                </a:cubicBezTo>
                <a:cubicBezTo>
                  <a:pt x="342" y="600"/>
                  <a:pt x="360" y="598"/>
                  <a:pt x="377" y="594"/>
                </a:cubicBezTo>
                <a:cubicBezTo>
                  <a:pt x="395" y="591"/>
                  <a:pt x="413" y="586"/>
                  <a:pt x="429" y="579"/>
                </a:cubicBezTo>
                <a:cubicBezTo>
                  <a:pt x="446" y="572"/>
                  <a:pt x="462" y="563"/>
                  <a:pt x="477" y="553"/>
                </a:cubicBezTo>
                <a:cubicBezTo>
                  <a:pt x="492" y="543"/>
                  <a:pt x="506" y="532"/>
                  <a:pt x="519" y="519"/>
                </a:cubicBezTo>
                <a:cubicBezTo>
                  <a:pt x="532" y="506"/>
                  <a:pt x="543" y="492"/>
                  <a:pt x="553" y="477"/>
                </a:cubicBezTo>
                <a:cubicBezTo>
                  <a:pt x="563" y="462"/>
                  <a:pt x="572" y="446"/>
                  <a:pt x="579" y="429"/>
                </a:cubicBezTo>
                <a:cubicBezTo>
                  <a:pt x="586" y="413"/>
                  <a:pt x="591" y="395"/>
                  <a:pt x="594" y="377"/>
                </a:cubicBezTo>
                <a:cubicBezTo>
                  <a:pt x="598" y="360"/>
                  <a:pt x="600" y="342"/>
                  <a:pt x="600" y="324"/>
                </a:cubicBezTo>
                <a:cubicBezTo>
                  <a:pt x="600" y="305"/>
                  <a:pt x="598" y="288"/>
                  <a:pt x="594" y="270"/>
                </a:cubicBezTo>
                <a:cubicBezTo>
                  <a:pt x="591" y="252"/>
                  <a:pt x="586" y="235"/>
                  <a:pt x="579" y="218"/>
                </a:cubicBezTo>
                <a:cubicBezTo>
                  <a:pt x="572" y="201"/>
                  <a:pt x="563" y="185"/>
                  <a:pt x="553" y="170"/>
                </a:cubicBezTo>
                <a:cubicBezTo>
                  <a:pt x="543" y="155"/>
                  <a:pt x="532" y="141"/>
                  <a:pt x="519" y="128"/>
                </a:cubicBezTo>
                <a:cubicBezTo>
                  <a:pt x="506" y="116"/>
                  <a:pt x="492" y="104"/>
                  <a:pt x="477" y="94"/>
                </a:cubicBezTo>
                <a:cubicBezTo>
                  <a:pt x="462" y="84"/>
                  <a:pt x="446" y="76"/>
                  <a:pt x="429" y="69"/>
                </a:cubicBezTo>
                <a:cubicBezTo>
                  <a:pt x="412" y="62"/>
                  <a:pt x="395" y="56"/>
                  <a:pt x="377" y="53"/>
                </a:cubicBezTo>
                <a:cubicBezTo>
                  <a:pt x="360" y="49"/>
                  <a:pt x="342" y="48"/>
                  <a:pt x="324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34320" y="3377880"/>
            <a:ext cx="181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inhoud blijft van de school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185440" y="2967840"/>
            <a:ext cx="2376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Status: concept in afstemming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920480" y="3177720"/>
            <a:ext cx="411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richting en eerste invulling liggen er, de details worden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56840" y="38955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56840" y="44575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8867520" y="38955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56840" y="38955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920480" y="3377880"/>
            <a:ext cx="182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aangescherpt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34320" y="4116600"/>
            <a:ext cx="812196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Openbaar en versiebeheerd, zodat iedereen dezelfde versie leest en een wijziging zichtbaar is met de reden erbij.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" name=""/>
          <p:cNvSpPr/>
          <p:nvPr/>
        </p:nvSpPr>
        <p:spPr>
          <a:xfrm>
            <a:off x="456840" y="278100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56840" y="27810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562280" y="278100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56840" y="27810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70512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4324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2280" y="370512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37051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56840" y="15811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1581120"/>
            <a:ext cx="2010240" cy="38160"/>
          </a:xfrm>
          <a:custGeom>
            <a:avLst/>
            <a:gdLst/>
            <a:ahLst/>
            <a:rect l="0" t="0" r="r" b="b"/>
            <a:pathLst>
              <a:path w="5584" h="106">
                <a:moveTo>
                  <a:pt x="0" y="0"/>
                </a:moveTo>
                <a:lnTo>
                  <a:pt x="5584" y="0"/>
                </a:lnTo>
                <a:lnTo>
                  <a:pt x="55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56840" y="265716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245736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5684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28880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26840" y="212508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2571480" y="15811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571480" y="1581120"/>
            <a:ext cx="2000520" cy="38160"/>
          </a:xfrm>
          <a:custGeom>
            <a:avLst/>
            <a:gdLst/>
            <a:ahLst/>
            <a:rect l="0" t="0" r="r" b="b"/>
            <a:pathLst>
              <a:path w="5557" h="106">
                <a:moveTo>
                  <a:pt x="0" y="0"/>
                </a:moveTo>
                <a:lnTo>
                  <a:pt x="5557" y="0"/>
                </a:lnTo>
                <a:lnTo>
                  <a:pt x="555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571480" y="265716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228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257148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193400" y="237276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339192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682360" y="212508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03720" y="2934360"/>
            <a:ext cx="4181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Begrippenkader, informatiemodel en informatiestromen liggen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03720" y="3134520"/>
            <a:ext cx="4190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als concept voor. Elk begrip ligt naast MORA en ROSA: waar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03720" y="3334680"/>
            <a:ext cx="2983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sector al een woord heeft, gebruiken wij dat.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03720" y="384876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 punten: de grens tussen koppeling en koppelvlak,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93" name=""/>
          <p:cNvSpPr txBox="1"/>
          <p:nvPr/>
        </p:nvSpPr>
        <p:spPr>
          <a:xfrm>
            <a:off x="603720" y="4048920"/>
            <a:ext cx="233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ﬁjnmazig de uitwisseling moet zijn.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3" name=""/>
          <p:cNvSpPr/>
          <p:nvPr/>
        </p:nvSpPr>
        <p:spPr>
          <a:xfrm>
            <a:off x="461880" y="2062080"/>
            <a:ext cx="4105440" cy="1810080"/>
          </a:xfrm>
          <a:custGeom>
            <a:avLst/>
            <a:gdLst/>
            <a:ahLst/>
            <a:rect l="0" t="0" r="r" b="b"/>
            <a:pathLst>
              <a:path w="11404" h="5028">
                <a:moveTo>
                  <a:pt x="0" y="488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30"/>
                  <a:pt x="11355" y="36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90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4882"/>
                </a:lnTo>
                <a:cubicBezTo>
                  <a:pt x="11404" y="4892"/>
                  <a:pt x="11403" y="4901"/>
                  <a:pt x="11401" y="4911"/>
                </a:cubicBezTo>
                <a:cubicBezTo>
                  <a:pt x="11400" y="4920"/>
                  <a:pt x="11397" y="4929"/>
                  <a:pt x="11393" y="4938"/>
                </a:cubicBezTo>
                <a:cubicBezTo>
                  <a:pt x="11390" y="4947"/>
                  <a:pt x="11385" y="4955"/>
                  <a:pt x="11380" y="4963"/>
                </a:cubicBezTo>
                <a:cubicBezTo>
                  <a:pt x="11374" y="4971"/>
                  <a:pt x="11368" y="4978"/>
                  <a:pt x="11362" y="4985"/>
                </a:cubicBezTo>
                <a:cubicBezTo>
                  <a:pt x="11355" y="4992"/>
                  <a:pt x="11348" y="4998"/>
                  <a:pt x="11340" y="5003"/>
                </a:cubicBezTo>
                <a:cubicBezTo>
                  <a:pt x="11332" y="5009"/>
                  <a:pt x="11323" y="5013"/>
                  <a:pt x="11314" y="5017"/>
                </a:cubicBezTo>
                <a:cubicBezTo>
                  <a:pt x="11306" y="5020"/>
                  <a:pt x="11297" y="5023"/>
                  <a:pt x="11287" y="5025"/>
                </a:cubicBezTo>
                <a:cubicBezTo>
                  <a:pt x="11278" y="5027"/>
                  <a:pt x="11268" y="5028"/>
                  <a:pt x="11259" y="5028"/>
                </a:cubicBezTo>
                <a:lnTo>
                  <a:pt x="145" y="5028"/>
                </a:lnTo>
                <a:cubicBezTo>
                  <a:pt x="136" y="5028"/>
                  <a:pt x="126" y="5027"/>
                  <a:pt x="117" y="5025"/>
                </a:cubicBezTo>
                <a:cubicBezTo>
                  <a:pt x="107" y="5023"/>
                  <a:pt x="98" y="5020"/>
                  <a:pt x="90" y="5017"/>
                </a:cubicBezTo>
                <a:cubicBezTo>
                  <a:pt x="81" y="5013"/>
                  <a:pt x="72" y="5009"/>
                  <a:pt x="64" y="5003"/>
                </a:cubicBezTo>
                <a:cubicBezTo>
                  <a:pt x="56" y="4998"/>
                  <a:pt x="49" y="4992"/>
                  <a:pt x="42" y="4985"/>
                </a:cubicBezTo>
                <a:cubicBezTo>
                  <a:pt x="36" y="4978"/>
                  <a:pt x="30" y="4971"/>
                  <a:pt x="24" y="4963"/>
                </a:cubicBezTo>
                <a:cubicBezTo>
                  <a:pt x="19" y="4955"/>
                  <a:pt x="14" y="4947"/>
                  <a:pt x="11" y="4938"/>
                </a:cubicBezTo>
                <a:cubicBezTo>
                  <a:pt x="7" y="4929"/>
                  <a:pt x="4" y="4920"/>
                  <a:pt x="3" y="4911"/>
                </a:cubicBezTo>
                <a:cubicBezTo>
                  <a:pt x="1" y="4901"/>
                  <a:pt x="0" y="4892"/>
                  <a:pt x="0" y="488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2"/>
          <a:stretch/>
        </p:blipFill>
        <p:spPr>
          <a:xfrm>
            <a:off x="466560" y="2066760"/>
            <a:ext cx="4095360" cy="1800000"/>
          </a:xfrm>
          <a:prstGeom prst="rect">
            <a:avLst/>
          </a:prstGeom>
          <a:ln w="0">
            <a:noFill/>
          </a:ln>
        </p:spPr>
      </p:pic>
      <p:sp>
        <p:nvSpPr>
          <p:cNvPr id="205" name=""/>
          <p:cNvSpPr/>
          <p:nvPr/>
        </p:nvSpPr>
        <p:spPr>
          <a:xfrm>
            <a:off x="4762440" y="150480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2440" y="1504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62440" y="225720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8867520" y="150480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62440" y="15048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762440" y="2371680"/>
            <a:ext cx="4115160" cy="971640"/>
          </a:xfrm>
          <a:custGeom>
            <a:avLst/>
            <a:gdLst/>
            <a:ahLst/>
            <a:rect l="0" t="0" r="r" b="b"/>
            <a:pathLst>
              <a:path w="11431" h="2699">
                <a:moveTo>
                  <a:pt x="0" y="0"/>
                </a:moveTo>
                <a:lnTo>
                  <a:pt x="11431" y="0"/>
                </a:lnTo>
                <a:lnTo>
                  <a:pt x="11431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62440" y="2371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8867520" y="237168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105"/>
                </a:moveTo>
                <a:lnTo>
                  <a:pt x="0" y="2699"/>
                </a:lnTo>
                <a:lnTo>
                  <a:pt x="28" y="269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762440" y="2371680"/>
            <a:ext cx="9720" cy="971640"/>
          </a:xfrm>
          <a:custGeom>
            <a:avLst/>
            <a:gdLst/>
            <a:ahLst/>
            <a:rect l="0" t="0" r="r" b="b"/>
            <a:pathLst>
              <a:path w="27" h="2699">
                <a:moveTo>
                  <a:pt x="0" y="0"/>
                </a:moveTo>
                <a:lnTo>
                  <a:pt x="0" y="2699"/>
                </a:lnTo>
                <a:lnTo>
                  <a:pt x="27" y="269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762440" y="3447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762440" y="4410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8867520" y="3447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2440" y="3447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39920" y="8344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935600" y="1720440"/>
            <a:ext cx="3769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Omvang en complexiteit vragen om voorbeelden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935600" y="1929960"/>
            <a:ext cx="385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abstracte modellen blijven anders te ver van de praktijk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35600" y="2587320"/>
            <a:ext cx="259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 per leerroute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935600" y="2796840"/>
            <a:ext cx="401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van het ontwerp van de opleiding tot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935600" y="3006360"/>
            <a:ext cx="82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diplomering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935600" y="3663720"/>
            <a:ext cx="1614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Robuustheid toetsen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4935600" y="3873240"/>
            <a:ext cx="373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scholen en leveranciers leggen het naast hun praktijk: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935600" y="4082760"/>
            <a:ext cx="2426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7" name=""/>
          <p:cNvSpPr/>
          <p:nvPr/>
        </p:nvSpPr>
        <p:spPr>
          <a:xfrm>
            <a:off x="456840" y="1618920"/>
            <a:ext cx="4153320" cy="753120"/>
          </a:xfrm>
          <a:custGeom>
            <a:avLst/>
            <a:gdLst/>
            <a:ahLst/>
            <a:rect l="0" t="0" r="r" b="b"/>
            <a:pathLst>
              <a:path w="11537" h="2092">
                <a:moveTo>
                  <a:pt x="0" y="0"/>
                </a:moveTo>
                <a:lnTo>
                  <a:pt x="11537" y="0"/>
                </a:lnTo>
                <a:lnTo>
                  <a:pt x="1153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161892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56840" y="236196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600440" y="161892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106"/>
                </a:moveTo>
                <a:lnTo>
                  <a:pt x="0" y="2092"/>
                </a:lnTo>
                <a:lnTo>
                  <a:pt x="27" y="20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56840" y="1618920"/>
            <a:ext cx="10080" cy="753120"/>
          </a:xfrm>
          <a:custGeom>
            <a:avLst/>
            <a:gdLst/>
            <a:ahLst/>
            <a:rect l="0" t="0" r="r" b="b"/>
            <a:pathLst>
              <a:path w="28" h="2092">
                <a:moveTo>
                  <a:pt x="0" y="0"/>
                </a:moveTo>
                <a:lnTo>
                  <a:pt x="0" y="2092"/>
                </a:lnTo>
                <a:lnTo>
                  <a:pt x="28" y="20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634320" y="183780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724280" y="1618920"/>
            <a:ext cx="4153320" cy="753120"/>
          </a:xfrm>
          <a:custGeom>
            <a:avLst/>
            <a:gdLst/>
            <a:ahLst/>
            <a:rect l="0" t="0" r="r" b="b"/>
            <a:pathLst>
              <a:path w="11537" h="2092">
                <a:moveTo>
                  <a:pt x="0" y="0"/>
                </a:moveTo>
                <a:lnTo>
                  <a:pt x="11537" y="0"/>
                </a:lnTo>
                <a:lnTo>
                  <a:pt x="11537" y="2092"/>
                </a:lnTo>
                <a:lnTo>
                  <a:pt x="0" y="2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4724280" y="161892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724280" y="236196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8867520" y="1618920"/>
            <a:ext cx="10080" cy="753120"/>
          </a:xfrm>
          <a:custGeom>
            <a:avLst/>
            <a:gdLst/>
            <a:ahLst/>
            <a:rect l="0" t="0" r="r" b="b"/>
            <a:pathLst>
              <a:path w="28" h="2092">
                <a:moveTo>
                  <a:pt x="0" y="106"/>
                </a:moveTo>
                <a:lnTo>
                  <a:pt x="0" y="2092"/>
                </a:lnTo>
                <a:lnTo>
                  <a:pt x="28" y="209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4724280" y="1618920"/>
            <a:ext cx="9720" cy="753120"/>
          </a:xfrm>
          <a:custGeom>
            <a:avLst/>
            <a:gdLst/>
            <a:ahLst/>
            <a:rect l="0" t="0" r="r" b="b"/>
            <a:pathLst>
              <a:path w="27" h="2092">
                <a:moveTo>
                  <a:pt x="0" y="0"/>
                </a:moveTo>
                <a:lnTo>
                  <a:pt x="0" y="2092"/>
                </a:lnTo>
                <a:lnTo>
                  <a:pt x="27" y="209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34320" y="2037600"/>
            <a:ext cx="397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koploperscholen en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905360" y="183780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456840" y="249552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2495520"/>
            <a:ext cx="4153320" cy="38160"/>
          </a:xfrm>
          <a:custGeom>
            <a:avLst/>
            <a:gdLst/>
            <a:ahLst/>
            <a:rect l="0" t="0" r="r" b="b"/>
            <a:pathLst>
              <a:path w="11537" h="106">
                <a:moveTo>
                  <a:pt x="0" y="0"/>
                </a:moveTo>
                <a:lnTo>
                  <a:pt x="11537" y="0"/>
                </a:lnTo>
                <a:lnTo>
                  <a:pt x="1153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56840" y="323820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600440" y="249552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5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49552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905360" y="2037600"/>
            <a:ext cx="2899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 bij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34320" y="271404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Daarna: verbreden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724280" y="249552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724280" y="2495520"/>
            <a:ext cx="4153320" cy="38160"/>
          </a:xfrm>
          <a:custGeom>
            <a:avLst/>
            <a:gdLst/>
            <a:ahLst/>
            <a:rect l="0" t="0" r="r" b="b"/>
            <a:pathLst>
              <a:path w="11537" h="106">
                <a:moveTo>
                  <a:pt x="0" y="0"/>
                </a:moveTo>
                <a:lnTo>
                  <a:pt x="11537" y="0"/>
                </a:lnTo>
                <a:lnTo>
                  <a:pt x="1153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724280" y="323820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867520" y="249552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5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724280" y="249552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34320" y="2913840"/>
            <a:ext cx="303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905360" y="271404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456840" y="3428640"/>
            <a:ext cx="8420760" cy="591120"/>
          </a:xfrm>
          <a:custGeom>
            <a:avLst/>
            <a:gdLst/>
            <a:ahLst/>
            <a:rect l="0" t="0" r="r" b="b"/>
            <a:pathLst>
              <a:path w="23391" h="1642">
                <a:moveTo>
                  <a:pt x="0" y="0"/>
                </a:moveTo>
                <a:lnTo>
                  <a:pt x="23391" y="0"/>
                </a:lnTo>
                <a:lnTo>
                  <a:pt x="23391" y="1642"/>
                </a:lnTo>
                <a:lnTo>
                  <a:pt x="0" y="164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09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8867520" y="3428640"/>
            <a:ext cx="10080" cy="591120"/>
          </a:xfrm>
          <a:custGeom>
            <a:avLst/>
            <a:gdLst/>
            <a:ahLst/>
            <a:rect l="0" t="0" r="r" b="b"/>
            <a:pathLst>
              <a:path w="28" h="1642">
                <a:moveTo>
                  <a:pt x="0" y="106"/>
                </a:moveTo>
                <a:lnTo>
                  <a:pt x="0" y="1642"/>
                </a:lnTo>
                <a:lnTo>
                  <a:pt x="28" y="164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428640"/>
            <a:ext cx="10080" cy="591120"/>
          </a:xfrm>
          <a:custGeom>
            <a:avLst/>
            <a:gdLst/>
            <a:ahLst/>
            <a:rect l="0" t="0" r="r" b="b"/>
            <a:pathLst>
              <a:path w="28" h="1642">
                <a:moveTo>
                  <a:pt x="0" y="0"/>
                </a:moveTo>
                <a:lnTo>
                  <a:pt x="0" y="1642"/>
                </a:lnTo>
                <a:lnTo>
                  <a:pt x="28" y="164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4905360" y="2913840"/>
            <a:ext cx="3018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hoger onderwijs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347920" y="3652200"/>
            <a:ext cx="5395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Vraag aan de werkgroep: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herkennen de instellingen zich hierin?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