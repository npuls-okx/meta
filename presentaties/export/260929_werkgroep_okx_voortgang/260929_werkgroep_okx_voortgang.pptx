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61880" y="1733400"/>
            <a:ext cx="2590920" cy="1195560"/>
          </a:xfrm>
          <a:custGeom>
            <a:avLst/>
            <a:gdLst/>
            <a:ahLst/>
            <a:rect l="0" t="0" r="r" b="b"/>
            <a:pathLst>
              <a:path w="7197" h="3321">
                <a:moveTo>
                  <a:pt x="0" y="3017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2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90"/>
                  <a:pt x="7135" y="103"/>
                  <a:pt x="7146" y="118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80"/>
                  <a:pt x="7188" y="197"/>
                  <a:pt x="7192" y="214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017"/>
                </a:lnTo>
                <a:cubicBezTo>
                  <a:pt x="7197" y="3037"/>
                  <a:pt x="7195" y="3057"/>
                  <a:pt x="7192" y="3077"/>
                </a:cubicBezTo>
                <a:cubicBezTo>
                  <a:pt x="7188" y="3096"/>
                  <a:pt x="7182" y="3115"/>
                  <a:pt x="7174" y="3134"/>
                </a:cubicBezTo>
                <a:cubicBezTo>
                  <a:pt x="7167" y="3152"/>
                  <a:pt x="7157" y="3170"/>
                  <a:pt x="7146" y="3186"/>
                </a:cubicBezTo>
                <a:cubicBezTo>
                  <a:pt x="7135" y="3203"/>
                  <a:pt x="7122" y="3218"/>
                  <a:pt x="7108" y="3232"/>
                </a:cubicBezTo>
                <a:cubicBezTo>
                  <a:pt x="7094" y="3246"/>
                  <a:pt x="7079" y="3259"/>
                  <a:pt x="7062" y="3270"/>
                </a:cubicBezTo>
                <a:cubicBezTo>
                  <a:pt x="7046" y="3281"/>
                  <a:pt x="7028" y="3291"/>
                  <a:pt x="7010" y="3298"/>
                </a:cubicBezTo>
                <a:cubicBezTo>
                  <a:pt x="6991" y="3306"/>
                  <a:pt x="6972" y="3312"/>
                  <a:pt x="6952" y="3316"/>
                </a:cubicBezTo>
                <a:cubicBezTo>
                  <a:pt x="6933" y="3319"/>
                  <a:pt x="6913" y="3321"/>
                  <a:pt x="6893" y="3321"/>
                </a:cubicBezTo>
                <a:lnTo>
                  <a:pt x="304" y="3321"/>
                </a:lnTo>
                <a:cubicBezTo>
                  <a:pt x="284" y="3321"/>
                  <a:pt x="264" y="3319"/>
                  <a:pt x="245" y="3316"/>
                </a:cubicBezTo>
                <a:cubicBezTo>
                  <a:pt x="225" y="3312"/>
                  <a:pt x="206" y="3306"/>
                  <a:pt x="188" y="3298"/>
                </a:cubicBezTo>
                <a:cubicBezTo>
                  <a:pt x="169" y="3291"/>
                  <a:pt x="152" y="3281"/>
                  <a:pt x="135" y="3270"/>
                </a:cubicBezTo>
                <a:cubicBezTo>
                  <a:pt x="118" y="3259"/>
                  <a:pt x="103" y="3246"/>
                  <a:pt x="89" y="3232"/>
                </a:cubicBezTo>
                <a:cubicBezTo>
                  <a:pt x="75" y="3218"/>
                  <a:pt x="62" y="3203"/>
                  <a:pt x="51" y="3186"/>
                </a:cubicBezTo>
                <a:cubicBezTo>
                  <a:pt x="40" y="3170"/>
                  <a:pt x="31" y="3152"/>
                  <a:pt x="23" y="3134"/>
                </a:cubicBezTo>
                <a:cubicBezTo>
                  <a:pt x="15" y="3115"/>
                  <a:pt x="9" y="3096"/>
                  <a:pt x="6" y="3077"/>
                </a:cubicBezTo>
                <a:cubicBezTo>
                  <a:pt x="2" y="3057"/>
                  <a:pt x="0" y="3037"/>
                  <a:pt x="0" y="301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171432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71432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71432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714320"/>
            <a:ext cx="2601000" cy="1219680"/>
          </a:xfrm>
          <a:custGeom>
            <a:avLst/>
            <a:gdLst/>
            <a:ahLst/>
            <a:rect l="0" t="0" r="r" b="b"/>
            <a:pathLst>
              <a:path w="7225" h="3388">
                <a:moveTo>
                  <a:pt x="0" y="0"/>
                </a:moveTo>
                <a:lnTo>
                  <a:pt x="7225" y="0"/>
                </a:lnTo>
                <a:lnTo>
                  <a:pt x="7225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657360" y="1905120"/>
            <a:ext cx="272160" cy="272520"/>
          </a:xfrm>
          <a:custGeom>
            <a:avLst/>
            <a:gdLst/>
            <a:ahLst/>
            <a:rect l="0" t="0" r="r" b="b"/>
            <a:pathLst>
              <a:path w="756" h="757">
                <a:moveTo>
                  <a:pt x="756" y="757"/>
                </a:moveTo>
                <a:lnTo>
                  <a:pt x="703" y="757"/>
                </a:lnTo>
                <a:lnTo>
                  <a:pt x="703" y="622"/>
                </a:lnTo>
                <a:cubicBezTo>
                  <a:pt x="702" y="604"/>
                  <a:pt x="699" y="587"/>
                  <a:pt x="692" y="570"/>
                </a:cubicBezTo>
                <a:cubicBezTo>
                  <a:pt x="685" y="554"/>
                  <a:pt x="676" y="539"/>
                  <a:pt x="663" y="526"/>
                </a:cubicBezTo>
                <a:cubicBezTo>
                  <a:pt x="650" y="514"/>
                  <a:pt x="636" y="504"/>
                  <a:pt x="619" y="497"/>
                </a:cubicBezTo>
                <a:cubicBezTo>
                  <a:pt x="603" y="490"/>
                  <a:pt x="586" y="487"/>
                  <a:pt x="568" y="487"/>
                </a:cubicBezTo>
                <a:lnTo>
                  <a:pt x="568" y="433"/>
                </a:lnTo>
                <a:cubicBezTo>
                  <a:pt x="580" y="433"/>
                  <a:pt x="592" y="434"/>
                  <a:pt x="604" y="436"/>
                </a:cubicBezTo>
                <a:cubicBezTo>
                  <a:pt x="617" y="439"/>
                  <a:pt x="628" y="442"/>
                  <a:pt x="640" y="447"/>
                </a:cubicBezTo>
                <a:cubicBezTo>
                  <a:pt x="651" y="452"/>
                  <a:pt x="662" y="458"/>
                  <a:pt x="672" y="465"/>
                </a:cubicBezTo>
                <a:cubicBezTo>
                  <a:pt x="683" y="472"/>
                  <a:pt x="692" y="479"/>
                  <a:pt x="701" y="488"/>
                </a:cubicBezTo>
                <a:cubicBezTo>
                  <a:pt x="710" y="497"/>
                  <a:pt x="718" y="506"/>
                  <a:pt x="725" y="517"/>
                </a:cubicBezTo>
                <a:cubicBezTo>
                  <a:pt x="731" y="527"/>
                  <a:pt x="737" y="538"/>
                  <a:pt x="742" y="549"/>
                </a:cubicBezTo>
                <a:cubicBezTo>
                  <a:pt x="747" y="561"/>
                  <a:pt x="750" y="573"/>
                  <a:pt x="753" y="585"/>
                </a:cubicBezTo>
                <a:cubicBezTo>
                  <a:pt x="755" y="597"/>
                  <a:pt x="756" y="609"/>
                  <a:pt x="756" y="622"/>
                </a:cubicBezTo>
                <a:lnTo>
                  <a:pt x="756" y="757"/>
                </a:lnTo>
                <a:moveTo>
                  <a:pt x="541" y="757"/>
                </a:moveTo>
                <a:lnTo>
                  <a:pt x="487" y="757"/>
                </a:lnTo>
                <a:lnTo>
                  <a:pt x="487" y="622"/>
                </a:lnTo>
                <a:cubicBezTo>
                  <a:pt x="487" y="604"/>
                  <a:pt x="483" y="587"/>
                  <a:pt x="476" y="570"/>
                </a:cubicBezTo>
                <a:cubicBezTo>
                  <a:pt x="470" y="554"/>
                  <a:pt x="460" y="539"/>
                  <a:pt x="447" y="526"/>
                </a:cubicBezTo>
                <a:cubicBezTo>
                  <a:pt x="435" y="514"/>
                  <a:pt x="420" y="504"/>
                  <a:pt x="403" y="497"/>
                </a:cubicBezTo>
                <a:cubicBezTo>
                  <a:pt x="387" y="490"/>
                  <a:pt x="370" y="487"/>
                  <a:pt x="352" y="487"/>
                </a:cubicBezTo>
                <a:lnTo>
                  <a:pt x="190" y="487"/>
                </a:lnTo>
                <a:cubicBezTo>
                  <a:pt x="172" y="487"/>
                  <a:pt x="155" y="490"/>
                  <a:pt x="138" y="497"/>
                </a:cubicBezTo>
                <a:cubicBezTo>
                  <a:pt x="122" y="504"/>
                  <a:pt x="107" y="514"/>
                  <a:pt x="95" y="526"/>
                </a:cubicBezTo>
                <a:cubicBezTo>
                  <a:pt x="82" y="539"/>
                  <a:pt x="72" y="554"/>
                  <a:pt x="65" y="570"/>
                </a:cubicBezTo>
                <a:cubicBezTo>
                  <a:pt x="58" y="587"/>
                  <a:pt x="54" y="604"/>
                  <a:pt x="54" y="622"/>
                </a:cubicBezTo>
                <a:lnTo>
                  <a:pt x="54" y="757"/>
                </a:lnTo>
                <a:lnTo>
                  <a:pt x="0" y="757"/>
                </a:lnTo>
                <a:lnTo>
                  <a:pt x="0" y="622"/>
                </a:lnTo>
                <a:cubicBezTo>
                  <a:pt x="0" y="609"/>
                  <a:pt x="1" y="597"/>
                  <a:pt x="4" y="585"/>
                </a:cubicBezTo>
                <a:cubicBezTo>
                  <a:pt x="6" y="573"/>
                  <a:pt x="10" y="561"/>
                  <a:pt x="15" y="549"/>
                </a:cubicBezTo>
                <a:cubicBezTo>
                  <a:pt x="19" y="538"/>
                  <a:pt x="25" y="527"/>
                  <a:pt x="32" y="517"/>
                </a:cubicBezTo>
                <a:cubicBezTo>
                  <a:pt x="39" y="506"/>
                  <a:pt x="47" y="497"/>
                  <a:pt x="56" y="488"/>
                </a:cubicBezTo>
                <a:cubicBezTo>
                  <a:pt x="65" y="479"/>
                  <a:pt x="75" y="472"/>
                  <a:pt x="85" y="465"/>
                </a:cubicBezTo>
                <a:cubicBezTo>
                  <a:pt x="95" y="458"/>
                  <a:pt x="106" y="452"/>
                  <a:pt x="118" y="447"/>
                </a:cubicBezTo>
                <a:cubicBezTo>
                  <a:pt x="129" y="442"/>
                  <a:pt x="141" y="439"/>
                  <a:pt x="153" y="436"/>
                </a:cubicBezTo>
                <a:cubicBezTo>
                  <a:pt x="165" y="434"/>
                  <a:pt x="178" y="433"/>
                  <a:pt x="190" y="433"/>
                </a:cubicBezTo>
                <a:lnTo>
                  <a:pt x="352" y="433"/>
                </a:lnTo>
                <a:cubicBezTo>
                  <a:pt x="364" y="433"/>
                  <a:pt x="377" y="434"/>
                  <a:pt x="389" y="436"/>
                </a:cubicBezTo>
                <a:cubicBezTo>
                  <a:pt x="401" y="439"/>
                  <a:pt x="413" y="442"/>
                  <a:pt x="424" y="447"/>
                </a:cubicBezTo>
                <a:cubicBezTo>
                  <a:pt x="436" y="452"/>
                  <a:pt x="446" y="458"/>
                  <a:pt x="457" y="465"/>
                </a:cubicBezTo>
                <a:cubicBezTo>
                  <a:pt x="467" y="472"/>
                  <a:pt x="477" y="479"/>
                  <a:pt x="485" y="488"/>
                </a:cubicBezTo>
                <a:cubicBezTo>
                  <a:pt x="494" y="497"/>
                  <a:pt x="502" y="506"/>
                  <a:pt x="509" y="517"/>
                </a:cubicBezTo>
                <a:cubicBezTo>
                  <a:pt x="516" y="527"/>
                  <a:pt x="521" y="538"/>
                  <a:pt x="526" y="549"/>
                </a:cubicBezTo>
                <a:cubicBezTo>
                  <a:pt x="531" y="561"/>
                  <a:pt x="535" y="573"/>
                  <a:pt x="537" y="585"/>
                </a:cubicBezTo>
                <a:cubicBezTo>
                  <a:pt x="539" y="597"/>
                  <a:pt x="541" y="609"/>
                  <a:pt x="541" y="622"/>
                </a:cubicBezTo>
                <a:lnTo>
                  <a:pt x="541" y="757"/>
                </a:lnTo>
                <a:moveTo>
                  <a:pt x="487" y="0"/>
                </a:moveTo>
                <a:lnTo>
                  <a:pt x="487" y="54"/>
                </a:lnTo>
                <a:cubicBezTo>
                  <a:pt x="505" y="54"/>
                  <a:pt x="522" y="58"/>
                  <a:pt x="538" y="64"/>
                </a:cubicBezTo>
                <a:cubicBezTo>
                  <a:pt x="555" y="71"/>
                  <a:pt x="569" y="81"/>
                  <a:pt x="582" y="94"/>
                </a:cubicBezTo>
                <a:cubicBezTo>
                  <a:pt x="595" y="106"/>
                  <a:pt x="604" y="121"/>
                  <a:pt x="611" y="137"/>
                </a:cubicBezTo>
                <a:cubicBezTo>
                  <a:pt x="618" y="154"/>
                  <a:pt x="622" y="171"/>
                  <a:pt x="622" y="189"/>
                </a:cubicBezTo>
                <a:cubicBezTo>
                  <a:pt x="622" y="207"/>
                  <a:pt x="618" y="224"/>
                  <a:pt x="611" y="241"/>
                </a:cubicBezTo>
                <a:cubicBezTo>
                  <a:pt x="604" y="257"/>
                  <a:pt x="595" y="272"/>
                  <a:pt x="582" y="284"/>
                </a:cubicBezTo>
                <a:cubicBezTo>
                  <a:pt x="569" y="297"/>
                  <a:pt x="555" y="307"/>
                  <a:pt x="538" y="314"/>
                </a:cubicBezTo>
                <a:cubicBezTo>
                  <a:pt x="522" y="320"/>
                  <a:pt x="505" y="324"/>
                  <a:pt x="487" y="324"/>
                </a:cubicBezTo>
                <a:lnTo>
                  <a:pt x="487" y="379"/>
                </a:lnTo>
                <a:cubicBezTo>
                  <a:pt x="499" y="379"/>
                  <a:pt x="511" y="378"/>
                  <a:pt x="524" y="375"/>
                </a:cubicBezTo>
                <a:cubicBezTo>
                  <a:pt x="536" y="373"/>
                  <a:pt x="548" y="368"/>
                  <a:pt x="559" y="363"/>
                </a:cubicBezTo>
                <a:cubicBezTo>
                  <a:pt x="570" y="359"/>
                  <a:pt x="581" y="353"/>
                  <a:pt x="592" y="346"/>
                </a:cubicBezTo>
                <a:cubicBezTo>
                  <a:pt x="602" y="339"/>
                  <a:pt x="611" y="331"/>
                  <a:pt x="620" y="323"/>
                </a:cubicBezTo>
                <a:cubicBezTo>
                  <a:pt x="629" y="314"/>
                  <a:pt x="637" y="304"/>
                  <a:pt x="644" y="294"/>
                </a:cubicBezTo>
                <a:cubicBezTo>
                  <a:pt x="651" y="284"/>
                  <a:pt x="656" y="273"/>
                  <a:pt x="661" y="261"/>
                </a:cubicBezTo>
                <a:cubicBezTo>
                  <a:pt x="666" y="250"/>
                  <a:pt x="669" y="238"/>
                  <a:pt x="672" y="226"/>
                </a:cubicBezTo>
                <a:cubicBezTo>
                  <a:pt x="674" y="214"/>
                  <a:pt x="676" y="201"/>
                  <a:pt x="676" y="189"/>
                </a:cubicBezTo>
                <a:cubicBezTo>
                  <a:pt x="676" y="177"/>
                  <a:pt x="674" y="164"/>
                  <a:pt x="672" y="152"/>
                </a:cubicBezTo>
                <a:cubicBezTo>
                  <a:pt x="669" y="140"/>
                  <a:pt x="666" y="128"/>
                  <a:pt x="661" y="117"/>
                </a:cubicBezTo>
                <a:cubicBezTo>
                  <a:pt x="656" y="105"/>
                  <a:pt x="651" y="94"/>
                  <a:pt x="644" y="84"/>
                </a:cubicBezTo>
                <a:cubicBezTo>
                  <a:pt x="637" y="74"/>
                  <a:pt x="629" y="64"/>
                  <a:pt x="620" y="56"/>
                </a:cubicBezTo>
                <a:cubicBezTo>
                  <a:pt x="611" y="47"/>
                  <a:pt x="602" y="39"/>
                  <a:pt x="592" y="32"/>
                </a:cubicBezTo>
                <a:cubicBezTo>
                  <a:pt x="581" y="25"/>
                  <a:pt x="570" y="19"/>
                  <a:pt x="559" y="15"/>
                </a:cubicBezTo>
                <a:cubicBezTo>
                  <a:pt x="548" y="10"/>
                  <a:pt x="536" y="6"/>
                  <a:pt x="524" y="4"/>
                </a:cubicBezTo>
                <a:cubicBezTo>
                  <a:pt x="511" y="1"/>
                  <a:pt x="499" y="0"/>
                  <a:pt x="487" y="0"/>
                </a:cubicBezTo>
                <a:moveTo>
                  <a:pt x="271" y="54"/>
                </a:moveTo>
                <a:cubicBezTo>
                  <a:pt x="289" y="54"/>
                  <a:pt x="306" y="58"/>
                  <a:pt x="323" y="64"/>
                </a:cubicBezTo>
                <a:cubicBezTo>
                  <a:pt x="339" y="71"/>
                  <a:pt x="354" y="81"/>
                  <a:pt x="366" y="94"/>
                </a:cubicBezTo>
                <a:cubicBezTo>
                  <a:pt x="379" y="106"/>
                  <a:pt x="389" y="121"/>
                  <a:pt x="396" y="137"/>
                </a:cubicBezTo>
                <a:cubicBezTo>
                  <a:pt x="402" y="154"/>
                  <a:pt x="406" y="171"/>
                  <a:pt x="406" y="189"/>
                </a:cubicBezTo>
                <a:cubicBezTo>
                  <a:pt x="406" y="207"/>
                  <a:pt x="402" y="224"/>
                  <a:pt x="396" y="241"/>
                </a:cubicBezTo>
                <a:cubicBezTo>
                  <a:pt x="389" y="257"/>
                  <a:pt x="379" y="272"/>
                  <a:pt x="366" y="284"/>
                </a:cubicBezTo>
                <a:cubicBezTo>
                  <a:pt x="354" y="297"/>
                  <a:pt x="339" y="307"/>
                  <a:pt x="323" y="314"/>
                </a:cubicBezTo>
                <a:cubicBezTo>
                  <a:pt x="306" y="320"/>
                  <a:pt x="289" y="324"/>
                  <a:pt x="271" y="324"/>
                </a:cubicBezTo>
                <a:cubicBezTo>
                  <a:pt x="253" y="324"/>
                  <a:pt x="236" y="320"/>
                  <a:pt x="219" y="314"/>
                </a:cubicBezTo>
                <a:cubicBezTo>
                  <a:pt x="203" y="307"/>
                  <a:pt x="188" y="297"/>
                  <a:pt x="176" y="284"/>
                </a:cubicBezTo>
                <a:cubicBezTo>
                  <a:pt x="163" y="272"/>
                  <a:pt x="153" y="257"/>
                  <a:pt x="146" y="241"/>
                </a:cubicBezTo>
                <a:cubicBezTo>
                  <a:pt x="139" y="224"/>
                  <a:pt x="136" y="207"/>
                  <a:pt x="136" y="189"/>
                </a:cubicBezTo>
                <a:cubicBezTo>
                  <a:pt x="136" y="171"/>
                  <a:pt x="139" y="154"/>
                  <a:pt x="146" y="137"/>
                </a:cubicBezTo>
                <a:cubicBezTo>
                  <a:pt x="153" y="121"/>
                  <a:pt x="163" y="106"/>
                  <a:pt x="176" y="94"/>
                </a:cubicBezTo>
                <a:cubicBezTo>
                  <a:pt x="188" y="81"/>
                  <a:pt x="203" y="71"/>
                  <a:pt x="219" y="64"/>
                </a:cubicBezTo>
                <a:cubicBezTo>
                  <a:pt x="236" y="58"/>
                  <a:pt x="253" y="54"/>
                  <a:pt x="271" y="54"/>
                </a:cubicBezTo>
                <a:moveTo>
                  <a:pt x="271" y="0"/>
                </a:moveTo>
                <a:cubicBezTo>
                  <a:pt x="259" y="0"/>
                  <a:pt x="246" y="1"/>
                  <a:pt x="234" y="4"/>
                </a:cubicBezTo>
                <a:cubicBezTo>
                  <a:pt x="222" y="6"/>
                  <a:pt x="210" y="10"/>
                  <a:pt x="199" y="15"/>
                </a:cubicBezTo>
                <a:cubicBezTo>
                  <a:pt x="187" y="19"/>
                  <a:pt x="176" y="25"/>
                  <a:pt x="166" y="32"/>
                </a:cubicBezTo>
                <a:cubicBezTo>
                  <a:pt x="156" y="39"/>
                  <a:pt x="146" y="47"/>
                  <a:pt x="137" y="56"/>
                </a:cubicBezTo>
                <a:cubicBezTo>
                  <a:pt x="129" y="64"/>
                  <a:pt x="121" y="74"/>
                  <a:pt x="114" y="84"/>
                </a:cubicBezTo>
                <a:cubicBezTo>
                  <a:pt x="107" y="94"/>
                  <a:pt x="101" y="105"/>
                  <a:pt x="96" y="117"/>
                </a:cubicBezTo>
                <a:cubicBezTo>
                  <a:pt x="92" y="128"/>
                  <a:pt x="88" y="140"/>
                  <a:pt x="86" y="152"/>
                </a:cubicBezTo>
                <a:cubicBezTo>
                  <a:pt x="83" y="164"/>
                  <a:pt x="82" y="177"/>
                  <a:pt x="82" y="189"/>
                </a:cubicBezTo>
                <a:cubicBezTo>
                  <a:pt x="82" y="201"/>
                  <a:pt x="83" y="214"/>
                  <a:pt x="86" y="226"/>
                </a:cubicBezTo>
                <a:cubicBezTo>
                  <a:pt x="88" y="238"/>
                  <a:pt x="92" y="250"/>
                  <a:pt x="96" y="261"/>
                </a:cubicBezTo>
                <a:cubicBezTo>
                  <a:pt x="101" y="273"/>
                  <a:pt x="107" y="284"/>
                  <a:pt x="114" y="294"/>
                </a:cubicBezTo>
                <a:cubicBezTo>
                  <a:pt x="121" y="304"/>
                  <a:pt x="129" y="314"/>
                  <a:pt x="137" y="323"/>
                </a:cubicBezTo>
                <a:cubicBezTo>
                  <a:pt x="146" y="331"/>
                  <a:pt x="156" y="339"/>
                  <a:pt x="166" y="346"/>
                </a:cubicBezTo>
                <a:cubicBezTo>
                  <a:pt x="176" y="353"/>
                  <a:pt x="187" y="359"/>
                  <a:pt x="199" y="363"/>
                </a:cubicBezTo>
                <a:cubicBezTo>
                  <a:pt x="210" y="368"/>
                  <a:pt x="222" y="373"/>
                  <a:pt x="234" y="375"/>
                </a:cubicBezTo>
                <a:cubicBezTo>
                  <a:pt x="246" y="378"/>
                  <a:pt x="259" y="379"/>
                  <a:pt x="271" y="379"/>
                </a:cubicBezTo>
                <a:cubicBezTo>
                  <a:pt x="283" y="379"/>
                  <a:pt x="296" y="378"/>
                  <a:pt x="308" y="375"/>
                </a:cubicBezTo>
                <a:cubicBezTo>
                  <a:pt x="320" y="373"/>
                  <a:pt x="332" y="368"/>
                  <a:pt x="343" y="363"/>
                </a:cubicBezTo>
                <a:cubicBezTo>
                  <a:pt x="355" y="359"/>
                  <a:pt x="366" y="353"/>
                  <a:pt x="376" y="346"/>
                </a:cubicBezTo>
                <a:cubicBezTo>
                  <a:pt x="386" y="339"/>
                  <a:pt x="396" y="331"/>
                  <a:pt x="404" y="323"/>
                </a:cubicBezTo>
                <a:cubicBezTo>
                  <a:pt x="413" y="314"/>
                  <a:pt x="421" y="304"/>
                  <a:pt x="428" y="294"/>
                </a:cubicBezTo>
                <a:cubicBezTo>
                  <a:pt x="435" y="284"/>
                  <a:pt x="441" y="273"/>
                  <a:pt x="445" y="261"/>
                </a:cubicBezTo>
                <a:cubicBezTo>
                  <a:pt x="450" y="250"/>
                  <a:pt x="454" y="238"/>
                  <a:pt x="456" y="226"/>
                </a:cubicBezTo>
                <a:cubicBezTo>
                  <a:pt x="459" y="214"/>
                  <a:pt x="460" y="201"/>
                  <a:pt x="460" y="189"/>
                </a:cubicBezTo>
                <a:cubicBezTo>
                  <a:pt x="460" y="177"/>
                  <a:pt x="459" y="164"/>
                  <a:pt x="456" y="152"/>
                </a:cubicBezTo>
                <a:cubicBezTo>
                  <a:pt x="454" y="140"/>
                  <a:pt x="450" y="128"/>
                  <a:pt x="445" y="117"/>
                </a:cubicBezTo>
                <a:cubicBezTo>
                  <a:pt x="441" y="105"/>
                  <a:pt x="435" y="94"/>
                  <a:pt x="428" y="84"/>
                </a:cubicBezTo>
                <a:cubicBezTo>
                  <a:pt x="421" y="74"/>
                  <a:pt x="413" y="64"/>
                  <a:pt x="404" y="56"/>
                </a:cubicBezTo>
                <a:cubicBezTo>
                  <a:pt x="396" y="47"/>
                  <a:pt x="386" y="39"/>
                  <a:pt x="376" y="32"/>
                </a:cubicBezTo>
                <a:cubicBezTo>
                  <a:pt x="366" y="25"/>
                  <a:pt x="355" y="19"/>
                  <a:pt x="343" y="15"/>
                </a:cubicBezTo>
                <a:cubicBezTo>
                  <a:pt x="332" y="10"/>
                  <a:pt x="320" y="6"/>
                  <a:pt x="308" y="4"/>
                </a:cubicBezTo>
                <a:cubicBezTo>
                  <a:pt x="296" y="1"/>
                  <a:pt x="283" y="0"/>
                  <a:pt x="271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39920" y="910440"/>
            <a:ext cx="668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sporen, alle drie in uitvoering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93880" y="2250000"/>
            <a:ext cx="201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Ophalen wat scholen willen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12960" y="2479320"/>
            <a:ext cx="197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koplopers per leerroute;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98640" y="2641320"/>
            <a:ext cx="1753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uitgewerkt, 2 en 3 in bewerking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3376440" y="1647720"/>
            <a:ext cx="2581560" cy="1357560"/>
          </a:xfrm>
          <a:custGeom>
            <a:avLst/>
            <a:gdLst/>
            <a:ahLst/>
            <a:rect l="0" t="0" r="r" b="b"/>
            <a:pathLst>
              <a:path w="7171" h="3771">
                <a:moveTo>
                  <a:pt x="0" y="3467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1"/>
                  <a:pt x="6926" y="5"/>
                </a:cubicBezTo>
                <a:cubicBezTo>
                  <a:pt x="6946" y="8"/>
                  <a:pt x="6965" y="13"/>
                  <a:pt x="6983" y="20"/>
                </a:cubicBezTo>
                <a:cubicBezTo>
                  <a:pt x="7002" y="27"/>
                  <a:pt x="7019" y="35"/>
                  <a:pt x="7036" y="44"/>
                </a:cubicBezTo>
                <a:cubicBezTo>
                  <a:pt x="7053" y="54"/>
                  <a:pt x="7068" y="65"/>
                  <a:pt x="7082" y="77"/>
                </a:cubicBezTo>
                <a:cubicBezTo>
                  <a:pt x="7096" y="90"/>
                  <a:pt x="7109" y="103"/>
                  <a:pt x="7120" y="117"/>
                </a:cubicBezTo>
                <a:cubicBezTo>
                  <a:pt x="7131" y="132"/>
                  <a:pt x="7140" y="147"/>
                  <a:pt x="7148" y="163"/>
                </a:cubicBezTo>
                <a:cubicBezTo>
                  <a:pt x="7156" y="179"/>
                  <a:pt x="7161" y="196"/>
                  <a:pt x="7165" y="213"/>
                </a:cubicBezTo>
                <a:cubicBezTo>
                  <a:pt x="7169" y="230"/>
                  <a:pt x="7171" y="247"/>
                  <a:pt x="7171" y="264"/>
                </a:cubicBezTo>
                <a:lnTo>
                  <a:pt x="7171" y="3467"/>
                </a:lnTo>
                <a:cubicBezTo>
                  <a:pt x="7171" y="3487"/>
                  <a:pt x="7169" y="3507"/>
                  <a:pt x="7165" y="3526"/>
                </a:cubicBezTo>
                <a:cubicBezTo>
                  <a:pt x="7161" y="3546"/>
                  <a:pt x="7156" y="3565"/>
                  <a:pt x="7148" y="3583"/>
                </a:cubicBezTo>
                <a:cubicBezTo>
                  <a:pt x="7140" y="3602"/>
                  <a:pt x="7131" y="3619"/>
                  <a:pt x="7120" y="3636"/>
                </a:cubicBezTo>
                <a:cubicBezTo>
                  <a:pt x="7109" y="3652"/>
                  <a:pt x="7096" y="3668"/>
                  <a:pt x="7082" y="3682"/>
                </a:cubicBezTo>
                <a:cubicBezTo>
                  <a:pt x="7068" y="3696"/>
                  <a:pt x="7053" y="3709"/>
                  <a:pt x="7036" y="3720"/>
                </a:cubicBezTo>
                <a:cubicBezTo>
                  <a:pt x="7019" y="3731"/>
                  <a:pt x="7002" y="3740"/>
                  <a:pt x="6983" y="3748"/>
                </a:cubicBezTo>
                <a:cubicBezTo>
                  <a:pt x="6965" y="3756"/>
                  <a:pt x="6946" y="3761"/>
                  <a:pt x="6926" y="3765"/>
                </a:cubicBezTo>
                <a:cubicBezTo>
                  <a:pt x="6907" y="3769"/>
                  <a:pt x="6887" y="3771"/>
                  <a:pt x="6867" y="3771"/>
                </a:cubicBezTo>
                <a:lnTo>
                  <a:pt x="304" y="3771"/>
                </a:lnTo>
                <a:cubicBezTo>
                  <a:pt x="284" y="3771"/>
                  <a:pt x="264" y="3769"/>
                  <a:pt x="245" y="3765"/>
                </a:cubicBezTo>
                <a:cubicBezTo>
                  <a:pt x="225" y="3761"/>
                  <a:pt x="206" y="3756"/>
                  <a:pt x="188" y="3748"/>
                </a:cubicBezTo>
                <a:cubicBezTo>
                  <a:pt x="169" y="3740"/>
                  <a:pt x="152" y="3731"/>
                  <a:pt x="135" y="3720"/>
                </a:cubicBezTo>
                <a:cubicBezTo>
                  <a:pt x="119" y="3709"/>
                  <a:pt x="103" y="3696"/>
                  <a:pt x="89" y="3682"/>
                </a:cubicBezTo>
                <a:cubicBezTo>
                  <a:pt x="75" y="3668"/>
                  <a:pt x="62" y="3652"/>
                  <a:pt x="51" y="3636"/>
                </a:cubicBezTo>
                <a:cubicBezTo>
                  <a:pt x="40" y="3619"/>
                  <a:pt x="31" y="3602"/>
                  <a:pt x="23" y="3583"/>
                </a:cubicBezTo>
                <a:cubicBezTo>
                  <a:pt x="15" y="3565"/>
                  <a:pt x="10" y="3546"/>
                  <a:pt x="6" y="3526"/>
                </a:cubicBezTo>
                <a:cubicBezTo>
                  <a:pt x="2" y="3507"/>
                  <a:pt x="0" y="3487"/>
                  <a:pt x="0" y="34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3371760" y="1628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1760" y="1628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1628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371760" y="1628640"/>
            <a:ext cx="2590920" cy="1381320"/>
          </a:xfrm>
          <a:custGeom>
            <a:avLst/>
            <a:gdLst/>
            <a:ahLst/>
            <a:rect l="0" t="0" r="r" b="b"/>
            <a:pathLst>
              <a:path w="7197" h="3837">
                <a:moveTo>
                  <a:pt x="0" y="0"/>
                </a:moveTo>
                <a:lnTo>
                  <a:pt x="7197" y="0"/>
                </a:lnTo>
                <a:lnTo>
                  <a:pt x="7197" y="3837"/>
                </a:lnTo>
                <a:lnTo>
                  <a:pt x="0" y="383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562560" y="1809720"/>
            <a:ext cx="272160" cy="281880"/>
          </a:xfrm>
          <a:custGeom>
            <a:avLst/>
            <a:gdLst/>
            <a:ahLst/>
            <a:rect l="0" t="0" r="r" b="b"/>
            <a:pathLst>
              <a:path w="756" h="783">
                <a:moveTo>
                  <a:pt x="162" y="217"/>
                </a:moveTo>
                <a:cubicBezTo>
                  <a:pt x="147" y="217"/>
                  <a:pt x="134" y="214"/>
                  <a:pt x="121" y="209"/>
                </a:cubicBezTo>
                <a:cubicBezTo>
                  <a:pt x="107" y="203"/>
                  <a:pt x="96" y="195"/>
                  <a:pt x="86" y="185"/>
                </a:cubicBezTo>
                <a:cubicBezTo>
                  <a:pt x="75" y="175"/>
                  <a:pt x="68" y="164"/>
                  <a:pt x="62" y="150"/>
                </a:cubicBezTo>
                <a:cubicBezTo>
                  <a:pt x="57" y="137"/>
                  <a:pt x="54" y="123"/>
                  <a:pt x="54" y="109"/>
                </a:cubicBezTo>
                <a:cubicBezTo>
                  <a:pt x="54" y="95"/>
                  <a:pt x="57" y="81"/>
                  <a:pt x="62" y="68"/>
                </a:cubicBezTo>
                <a:cubicBezTo>
                  <a:pt x="68" y="53"/>
                  <a:pt x="75" y="42"/>
                  <a:pt x="86" y="32"/>
                </a:cubicBezTo>
                <a:cubicBezTo>
                  <a:pt x="96" y="22"/>
                  <a:pt x="107" y="14"/>
                  <a:pt x="121" y="8"/>
                </a:cubicBezTo>
                <a:cubicBezTo>
                  <a:pt x="134" y="3"/>
                  <a:pt x="147" y="0"/>
                  <a:pt x="162" y="0"/>
                </a:cubicBezTo>
                <a:cubicBezTo>
                  <a:pt x="176" y="0"/>
                  <a:pt x="190" y="3"/>
                  <a:pt x="203" y="8"/>
                </a:cubicBezTo>
                <a:cubicBezTo>
                  <a:pt x="216" y="14"/>
                  <a:pt x="228" y="22"/>
                  <a:pt x="238" y="32"/>
                </a:cubicBezTo>
                <a:cubicBezTo>
                  <a:pt x="248" y="42"/>
                  <a:pt x="256" y="53"/>
                  <a:pt x="261" y="68"/>
                </a:cubicBezTo>
                <a:cubicBezTo>
                  <a:pt x="267" y="81"/>
                  <a:pt x="270" y="95"/>
                  <a:pt x="270" y="109"/>
                </a:cubicBezTo>
                <a:cubicBezTo>
                  <a:pt x="270" y="123"/>
                  <a:pt x="267" y="137"/>
                  <a:pt x="261" y="150"/>
                </a:cubicBezTo>
                <a:cubicBezTo>
                  <a:pt x="256" y="164"/>
                  <a:pt x="248" y="175"/>
                  <a:pt x="238" y="185"/>
                </a:cubicBezTo>
                <a:cubicBezTo>
                  <a:pt x="228" y="195"/>
                  <a:pt x="216" y="203"/>
                  <a:pt x="203" y="209"/>
                </a:cubicBezTo>
                <a:cubicBezTo>
                  <a:pt x="190" y="214"/>
                  <a:pt x="176" y="217"/>
                  <a:pt x="162" y="217"/>
                </a:cubicBezTo>
                <a:moveTo>
                  <a:pt x="162" y="54"/>
                </a:moveTo>
                <a:cubicBezTo>
                  <a:pt x="155" y="54"/>
                  <a:pt x="148" y="55"/>
                  <a:pt x="141" y="59"/>
                </a:cubicBezTo>
                <a:cubicBezTo>
                  <a:pt x="135" y="62"/>
                  <a:pt x="129" y="66"/>
                  <a:pt x="124" y="71"/>
                </a:cubicBezTo>
                <a:cubicBezTo>
                  <a:pt x="119" y="76"/>
                  <a:pt x="115" y="82"/>
                  <a:pt x="112" y="88"/>
                </a:cubicBezTo>
                <a:cubicBezTo>
                  <a:pt x="109" y="95"/>
                  <a:pt x="108" y="102"/>
                  <a:pt x="108" y="109"/>
                </a:cubicBezTo>
                <a:cubicBezTo>
                  <a:pt x="108" y="116"/>
                  <a:pt x="109" y="123"/>
                  <a:pt x="112" y="130"/>
                </a:cubicBezTo>
                <a:cubicBezTo>
                  <a:pt x="115" y="136"/>
                  <a:pt x="119" y="142"/>
                  <a:pt x="124" y="147"/>
                </a:cubicBezTo>
                <a:cubicBezTo>
                  <a:pt x="129" y="152"/>
                  <a:pt x="135" y="156"/>
                  <a:pt x="141" y="159"/>
                </a:cubicBezTo>
                <a:cubicBezTo>
                  <a:pt x="148" y="162"/>
                  <a:pt x="155" y="163"/>
                  <a:pt x="162" y="163"/>
                </a:cubicBezTo>
                <a:cubicBezTo>
                  <a:pt x="169" y="163"/>
                  <a:pt x="176" y="162"/>
                  <a:pt x="182" y="159"/>
                </a:cubicBezTo>
                <a:cubicBezTo>
                  <a:pt x="189" y="156"/>
                  <a:pt x="195" y="152"/>
                  <a:pt x="200" y="147"/>
                </a:cubicBezTo>
                <a:cubicBezTo>
                  <a:pt x="205" y="142"/>
                  <a:pt x="209" y="136"/>
                  <a:pt x="212" y="130"/>
                </a:cubicBezTo>
                <a:cubicBezTo>
                  <a:pt x="214" y="123"/>
                  <a:pt x="216" y="116"/>
                  <a:pt x="216" y="109"/>
                </a:cubicBezTo>
                <a:cubicBezTo>
                  <a:pt x="216" y="102"/>
                  <a:pt x="214" y="95"/>
                  <a:pt x="212" y="88"/>
                </a:cubicBezTo>
                <a:cubicBezTo>
                  <a:pt x="209" y="82"/>
                  <a:pt x="205" y="76"/>
                  <a:pt x="200" y="71"/>
                </a:cubicBezTo>
                <a:cubicBezTo>
                  <a:pt x="195" y="66"/>
                  <a:pt x="189" y="62"/>
                  <a:pt x="182" y="59"/>
                </a:cubicBezTo>
                <a:cubicBezTo>
                  <a:pt x="176" y="55"/>
                  <a:pt x="169" y="54"/>
                  <a:pt x="162" y="54"/>
                </a:cubicBezTo>
                <a:moveTo>
                  <a:pt x="594" y="217"/>
                </a:moveTo>
                <a:cubicBezTo>
                  <a:pt x="580" y="217"/>
                  <a:pt x="566" y="214"/>
                  <a:pt x="553" y="209"/>
                </a:cubicBezTo>
                <a:cubicBezTo>
                  <a:pt x="540" y="203"/>
                  <a:pt x="528" y="195"/>
                  <a:pt x="518" y="185"/>
                </a:cubicBezTo>
                <a:cubicBezTo>
                  <a:pt x="508" y="175"/>
                  <a:pt x="500" y="164"/>
                  <a:pt x="495" y="150"/>
                </a:cubicBezTo>
                <a:cubicBezTo>
                  <a:pt x="489" y="137"/>
                  <a:pt x="487" y="123"/>
                  <a:pt x="487" y="109"/>
                </a:cubicBezTo>
                <a:cubicBezTo>
                  <a:pt x="487" y="95"/>
                  <a:pt x="489" y="81"/>
                  <a:pt x="495" y="68"/>
                </a:cubicBezTo>
                <a:cubicBezTo>
                  <a:pt x="500" y="53"/>
                  <a:pt x="508" y="42"/>
                  <a:pt x="518" y="32"/>
                </a:cubicBezTo>
                <a:cubicBezTo>
                  <a:pt x="528" y="22"/>
                  <a:pt x="540" y="14"/>
                  <a:pt x="553" y="8"/>
                </a:cubicBezTo>
                <a:cubicBezTo>
                  <a:pt x="566" y="3"/>
                  <a:pt x="580" y="0"/>
                  <a:pt x="594" y="0"/>
                </a:cubicBezTo>
                <a:cubicBezTo>
                  <a:pt x="609" y="0"/>
                  <a:pt x="622" y="3"/>
                  <a:pt x="636" y="8"/>
                </a:cubicBezTo>
                <a:cubicBezTo>
                  <a:pt x="649" y="14"/>
                  <a:pt x="661" y="22"/>
                  <a:pt x="671" y="32"/>
                </a:cubicBezTo>
                <a:cubicBezTo>
                  <a:pt x="681" y="42"/>
                  <a:pt x="689" y="53"/>
                  <a:pt x="694" y="68"/>
                </a:cubicBezTo>
                <a:cubicBezTo>
                  <a:pt x="700" y="81"/>
                  <a:pt x="702" y="95"/>
                  <a:pt x="702" y="109"/>
                </a:cubicBezTo>
                <a:cubicBezTo>
                  <a:pt x="702" y="123"/>
                  <a:pt x="700" y="137"/>
                  <a:pt x="694" y="150"/>
                </a:cubicBezTo>
                <a:cubicBezTo>
                  <a:pt x="689" y="164"/>
                  <a:pt x="681" y="175"/>
                  <a:pt x="671" y="185"/>
                </a:cubicBezTo>
                <a:cubicBezTo>
                  <a:pt x="661" y="195"/>
                  <a:pt x="649" y="203"/>
                  <a:pt x="636" y="209"/>
                </a:cubicBezTo>
                <a:cubicBezTo>
                  <a:pt x="622" y="214"/>
                  <a:pt x="609" y="217"/>
                  <a:pt x="594" y="217"/>
                </a:cubicBezTo>
                <a:moveTo>
                  <a:pt x="594" y="54"/>
                </a:moveTo>
                <a:cubicBezTo>
                  <a:pt x="587" y="54"/>
                  <a:pt x="580" y="55"/>
                  <a:pt x="574" y="59"/>
                </a:cubicBezTo>
                <a:cubicBezTo>
                  <a:pt x="567" y="62"/>
                  <a:pt x="561" y="66"/>
                  <a:pt x="556" y="71"/>
                </a:cubicBezTo>
                <a:cubicBezTo>
                  <a:pt x="551" y="76"/>
                  <a:pt x="547" y="82"/>
                  <a:pt x="545" y="88"/>
                </a:cubicBezTo>
                <a:cubicBezTo>
                  <a:pt x="542" y="95"/>
                  <a:pt x="540" y="102"/>
                  <a:pt x="540" y="109"/>
                </a:cubicBezTo>
                <a:cubicBezTo>
                  <a:pt x="540" y="116"/>
                  <a:pt x="542" y="123"/>
                  <a:pt x="545" y="130"/>
                </a:cubicBezTo>
                <a:cubicBezTo>
                  <a:pt x="547" y="136"/>
                  <a:pt x="551" y="142"/>
                  <a:pt x="556" y="147"/>
                </a:cubicBezTo>
                <a:cubicBezTo>
                  <a:pt x="561" y="152"/>
                  <a:pt x="567" y="156"/>
                  <a:pt x="574" y="159"/>
                </a:cubicBezTo>
                <a:cubicBezTo>
                  <a:pt x="580" y="162"/>
                  <a:pt x="587" y="163"/>
                  <a:pt x="594" y="163"/>
                </a:cubicBezTo>
                <a:cubicBezTo>
                  <a:pt x="602" y="163"/>
                  <a:pt x="608" y="162"/>
                  <a:pt x="615" y="159"/>
                </a:cubicBezTo>
                <a:cubicBezTo>
                  <a:pt x="622" y="156"/>
                  <a:pt x="627" y="152"/>
                  <a:pt x="633" y="147"/>
                </a:cubicBezTo>
                <a:cubicBezTo>
                  <a:pt x="638" y="142"/>
                  <a:pt x="642" y="136"/>
                  <a:pt x="644" y="130"/>
                </a:cubicBezTo>
                <a:cubicBezTo>
                  <a:pt x="647" y="123"/>
                  <a:pt x="648" y="116"/>
                  <a:pt x="648" y="109"/>
                </a:cubicBezTo>
                <a:cubicBezTo>
                  <a:pt x="648" y="102"/>
                  <a:pt x="647" y="95"/>
                  <a:pt x="644" y="88"/>
                </a:cubicBezTo>
                <a:cubicBezTo>
                  <a:pt x="642" y="82"/>
                  <a:pt x="638" y="76"/>
                  <a:pt x="633" y="71"/>
                </a:cubicBezTo>
                <a:cubicBezTo>
                  <a:pt x="627" y="66"/>
                  <a:pt x="622" y="62"/>
                  <a:pt x="615" y="59"/>
                </a:cubicBezTo>
                <a:cubicBezTo>
                  <a:pt x="608" y="55"/>
                  <a:pt x="602" y="54"/>
                  <a:pt x="594" y="54"/>
                </a:cubicBezTo>
                <a:moveTo>
                  <a:pt x="648" y="783"/>
                </a:moveTo>
                <a:lnTo>
                  <a:pt x="540" y="783"/>
                </a:lnTo>
                <a:cubicBezTo>
                  <a:pt x="533" y="783"/>
                  <a:pt x="526" y="782"/>
                  <a:pt x="520" y="779"/>
                </a:cubicBezTo>
                <a:cubicBezTo>
                  <a:pt x="513" y="777"/>
                  <a:pt x="507" y="773"/>
                  <a:pt x="502" y="768"/>
                </a:cubicBezTo>
                <a:cubicBezTo>
                  <a:pt x="497" y="763"/>
                  <a:pt x="493" y="757"/>
                  <a:pt x="491" y="750"/>
                </a:cubicBezTo>
                <a:cubicBezTo>
                  <a:pt x="488" y="743"/>
                  <a:pt x="487" y="737"/>
                  <a:pt x="487" y="729"/>
                </a:cubicBezTo>
                <a:lnTo>
                  <a:pt x="487" y="541"/>
                </a:lnTo>
                <a:lnTo>
                  <a:pt x="540" y="541"/>
                </a:lnTo>
                <a:lnTo>
                  <a:pt x="540" y="729"/>
                </a:lnTo>
                <a:lnTo>
                  <a:pt x="648" y="729"/>
                </a:lnTo>
                <a:lnTo>
                  <a:pt x="648" y="487"/>
                </a:lnTo>
                <a:lnTo>
                  <a:pt x="702" y="487"/>
                </a:lnTo>
                <a:lnTo>
                  <a:pt x="702" y="325"/>
                </a:lnTo>
                <a:cubicBezTo>
                  <a:pt x="702" y="317"/>
                  <a:pt x="700" y="311"/>
                  <a:pt x="694" y="306"/>
                </a:cubicBezTo>
                <a:cubicBezTo>
                  <a:pt x="689" y="300"/>
                  <a:pt x="683" y="298"/>
                  <a:pt x="675" y="298"/>
                </a:cubicBezTo>
                <a:lnTo>
                  <a:pt x="502" y="298"/>
                </a:lnTo>
                <a:lnTo>
                  <a:pt x="379" y="514"/>
                </a:lnTo>
                <a:lnTo>
                  <a:pt x="254" y="298"/>
                </a:lnTo>
                <a:lnTo>
                  <a:pt x="81" y="298"/>
                </a:lnTo>
                <a:cubicBezTo>
                  <a:pt x="73" y="298"/>
                  <a:pt x="67" y="300"/>
                  <a:pt x="62" y="306"/>
                </a:cubicBezTo>
                <a:cubicBezTo>
                  <a:pt x="57" y="311"/>
                  <a:pt x="54" y="317"/>
                  <a:pt x="54" y="325"/>
                </a:cubicBezTo>
                <a:lnTo>
                  <a:pt x="54" y="487"/>
                </a:lnTo>
                <a:lnTo>
                  <a:pt x="108" y="487"/>
                </a:lnTo>
                <a:lnTo>
                  <a:pt x="108" y="729"/>
                </a:lnTo>
                <a:lnTo>
                  <a:pt x="216" y="729"/>
                </a:lnTo>
                <a:lnTo>
                  <a:pt x="216" y="541"/>
                </a:lnTo>
                <a:lnTo>
                  <a:pt x="270" y="541"/>
                </a:lnTo>
                <a:lnTo>
                  <a:pt x="270" y="729"/>
                </a:lnTo>
                <a:cubicBezTo>
                  <a:pt x="270" y="737"/>
                  <a:pt x="268" y="743"/>
                  <a:pt x="266" y="750"/>
                </a:cubicBezTo>
                <a:cubicBezTo>
                  <a:pt x="263" y="757"/>
                  <a:pt x="259" y="763"/>
                  <a:pt x="254" y="768"/>
                </a:cubicBezTo>
                <a:cubicBezTo>
                  <a:pt x="249" y="773"/>
                  <a:pt x="243" y="777"/>
                  <a:pt x="236" y="779"/>
                </a:cubicBezTo>
                <a:cubicBezTo>
                  <a:pt x="230" y="782"/>
                  <a:pt x="223" y="783"/>
                  <a:pt x="216" y="783"/>
                </a:cubicBezTo>
                <a:lnTo>
                  <a:pt x="108" y="783"/>
                </a:lnTo>
                <a:cubicBezTo>
                  <a:pt x="101" y="783"/>
                  <a:pt x="94" y="782"/>
                  <a:pt x="87" y="779"/>
                </a:cubicBezTo>
                <a:cubicBezTo>
                  <a:pt x="81" y="777"/>
                  <a:pt x="75" y="773"/>
                  <a:pt x="70" y="768"/>
                </a:cubicBezTo>
                <a:cubicBezTo>
                  <a:pt x="65" y="763"/>
                  <a:pt x="61" y="757"/>
                  <a:pt x="58" y="750"/>
                </a:cubicBezTo>
                <a:cubicBezTo>
                  <a:pt x="55" y="743"/>
                  <a:pt x="54" y="737"/>
                  <a:pt x="54" y="729"/>
                </a:cubicBezTo>
                <a:lnTo>
                  <a:pt x="54" y="541"/>
                </a:lnTo>
                <a:cubicBezTo>
                  <a:pt x="47" y="541"/>
                  <a:pt x="40" y="539"/>
                  <a:pt x="33" y="536"/>
                </a:cubicBezTo>
                <a:cubicBezTo>
                  <a:pt x="27" y="534"/>
                  <a:pt x="21" y="530"/>
                  <a:pt x="16" y="525"/>
                </a:cubicBezTo>
                <a:cubicBezTo>
                  <a:pt x="11" y="520"/>
                  <a:pt x="7" y="514"/>
                  <a:pt x="4" y="507"/>
                </a:cubicBezTo>
                <a:cubicBezTo>
                  <a:pt x="1" y="501"/>
                  <a:pt x="0" y="494"/>
                  <a:pt x="0" y="487"/>
                </a:cubicBezTo>
                <a:lnTo>
                  <a:pt x="0" y="325"/>
                </a:lnTo>
                <a:cubicBezTo>
                  <a:pt x="0" y="314"/>
                  <a:pt x="2" y="304"/>
                  <a:pt x="6" y="294"/>
                </a:cubicBezTo>
                <a:cubicBezTo>
                  <a:pt x="10" y="284"/>
                  <a:pt x="16" y="275"/>
                  <a:pt x="24" y="268"/>
                </a:cubicBezTo>
                <a:cubicBezTo>
                  <a:pt x="31" y="260"/>
                  <a:pt x="40" y="254"/>
                  <a:pt x="50" y="250"/>
                </a:cubicBezTo>
                <a:cubicBezTo>
                  <a:pt x="60" y="246"/>
                  <a:pt x="70" y="244"/>
                  <a:pt x="81" y="244"/>
                </a:cubicBezTo>
                <a:lnTo>
                  <a:pt x="285" y="244"/>
                </a:lnTo>
                <a:lnTo>
                  <a:pt x="379" y="406"/>
                </a:lnTo>
                <a:lnTo>
                  <a:pt x="471" y="244"/>
                </a:lnTo>
                <a:lnTo>
                  <a:pt x="675" y="244"/>
                </a:lnTo>
                <a:cubicBezTo>
                  <a:pt x="686" y="244"/>
                  <a:pt x="696" y="246"/>
                  <a:pt x="706" y="250"/>
                </a:cubicBezTo>
                <a:cubicBezTo>
                  <a:pt x="716" y="254"/>
                  <a:pt x="725" y="260"/>
                  <a:pt x="733" y="268"/>
                </a:cubicBezTo>
                <a:cubicBezTo>
                  <a:pt x="740" y="275"/>
                  <a:pt x="746" y="284"/>
                  <a:pt x="750" y="294"/>
                </a:cubicBezTo>
                <a:cubicBezTo>
                  <a:pt x="754" y="304"/>
                  <a:pt x="756" y="314"/>
                  <a:pt x="756" y="325"/>
                </a:cubicBezTo>
                <a:lnTo>
                  <a:pt x="756" y="487"/>
                </a:lnTo>
                <a:cubicBezTo>
                  <a:pt x="756" y="494"/>
                  <a:pt x="755" y="501"/>
                  <a:pt x="752" y="507"/>
                </a:cubicBezTo>
                <a:cubicBezTo>
                  <a:pt x="749" y="514"/>
                  <a:pt x="746" y="520"/>
                  <a:pt x="740" y="525"/>
                </a:cubicBezTo>
                <a:cubicBezTo>
                  <a:pt x="735" y="530"/>
                  <a:pt x="730" y="534"/>
                  <a:pt x="723" y="536"/>
                </a:cubicBezTo>
                <a:cubicBezTo>
                  <a:pt x="716" y="539"/>
                  <a:pt x="709" y="541"/>
                  <a:pt x="702" y="541"/>
                </a:cubicBezTo>
                <a:lnTo>
                  <a:pt x="702" y="729"/>
                </a:lnTo>
                <a:cubicBezTo>
                  <a:pt x="702" y="737"/>
                  <a:pt x="701" y="743"/>
                  <a:pt x="698" y="750"/>
                </a:cubicBezTo>
                <a:cubicBezTo>
                  <a:pt x="695" y="757"/>
                  <a:pt x="692" y="763"/>
                  <a:pt x="687" y="768"/>
                </a:cubicBezTo>
                <a:cubicBezTo>
                  <a:pt x="681" y="773"/>
                  <a:pt x="676" y="777"/>
                  <a:pt x="669" y="779"/>
                </a:cubicBezTo>
                <a:cubicBezTo>
                  <a:pt x="662" y="782"/>
                  <a:pt x="656" y="783"/>
                  <a:pt x="648" y="78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115800" y="21978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705120" y="2164320"/>
            <a:ext cx="2282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Vertalen langs een vaste route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00600" y="2393640"/>
            <a:ext cx="171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begrippen, informatiemodel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591000" y="2555640"/>
            <a:ext cx="2404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informatiestromen liggen voor, afstemming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533840" y="2727000"/>
            <a:ext cx="27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loopt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6281640" y="1733400"/>
            <a:ext cx="2590920" cy="1195560"/>
          </a:xfrm>
          <a:custGeom>
            <a:avLst/>
            <a:gdLst/>
            <a:ahLst/>
            <a:rect l="0" t="0" r="r" b="b"/>
            <a:pathLst>
              <a:path w="7197" h="3321">
                <a:moveTo>
                  <a:pt x="0" y="3017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10" y="197"/>
                  <a:pt x="15" y="180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3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90"/>
                  <a:pt x="7135" y="103"/>
                  <a:pt x="7146" y="118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80"/>
                  <a:pt x="7188" y="197"/>
                  <a:pt x="7192" y="214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017"/>
                </a:lnTo>
                <a:cubicBezTo>
                  <a:pt x="7197" y="3037"/>
                  <a:pt x="7195" y="3057"/>
                  <a:pt x="7192" y="3077"/>
                </a:cubicBezTo>
                <a:cubicBezTo>
                  <a:pt x="7188" y="3096"/>
                  <a:pt x="7182" y="3115"/>
                  <a:pt x="7174" y="3134"/>
                </a:cubicBezTo>
                <a:cubicBezTo>
                  <a:pt x="7167" y="3152"/>
                  <a:pt x="7157" y="3170"/>
                  <a:pt x="7146" y="3186"/>
                </a:cubicBezTo>
                <a:cubicBezTo>
                  <a:pt x="7135" y="3203"/>
                  <a:pt x="7122" y="3218"/>
                  <a:pt x="7108" y="3232"/>
                </a:cubicBezTo>
                <a:cubicBezTo>
                  <a:pt x="7094" y="3246"/>
                  <a:pt x="7079" y="3259"/>
                  <a:pt x="7062" y="3270"/>
                </a:cubicBezTo>
                <a:cubicBezTo>
                  <a:pt x="7046" y="3281"/>
                  <a:pt x="7028" y="3291"/>
                  <a:pt x="7010" y="3298"/>
                </a:cubicBezTo>
                <a:cubicBezTo>
                  <a:pt x="6991" y="3306"/>
                  <a:pt x="6972" y="3312"/>
                  <a:pt x="6953" y="3316"/>
                </a:cubicBezTo>
                <a:cubicBezTo>
                  <a:pt x="6933" y="3319"/>
                  <a:pt x="6913" y="3321"/>
                  <a:pt x="6893" y="3321"/>
                </a:cubicBezTo>
                <a:lnTo>
                  <a:pt x="304" y="3321"/>
                </a:lnTo>
                <a:cubicBezTo>
                  <a:pt x="284" y="3321"/>
                  <a:pt x="264" y="3319"/>
                  <a:pt x="245" y="3316"/>
                </a:cubicBezTo>
                <a:cubicBezTo>
                  <a:pt x="225" y="3312"/>
                  <a:pt x="206" y="3306"/>
                  <a:pt x="188" y="3298"/>
                </a:cubicBezTo>
                <a:cubicBezTo>
                  <a:pt x="169" y="3291"/>
                  <a:pt x="152" y="3281"/>
                  <a:pt x="135" y="3270"/>
                </a:cubicBezTo>
                <a:cubicBezTo>
                  <a:pt x="118" y="3259"/>
                  <a:pt x="103" y="3246"/>
                  <a:pt x="89" y="3232"/>
                </a:cubicBezTo>
                <a:cubicBezTo>
                  <a:pt x="75" y="3218"/>
                  <a:pt x="62" y="3203"/>
                  <a:pt x="51" y="3186"/>
                </a:cubicBezTo>
                <a:cubicBezTo>
                  <a:pt x="40" y="3170"/>
                  <a:pt x="31" y="3152"/>
                  <a:pt x="23" y="3134"/>
                </a:cubicBezTo>
                <a:cubicBezTo>
                  <a:pt x="15" y="3115"/>
                  <a:pt x="10" y="3096"/>
                  <a:pt x="6" y="3077"/>
                </a:cubicBezTo>
                <a:cubicBezTo>
                  <a:pt x="2" y="3057"/>
                  <a:pt x="0" y="3037"/>
                  <a:pt x="0" y="301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76960" y="171432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276960" y="171432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276960" y="171432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276960" y="1714320"/>
            <a:ext cx="2600640" cy="1219680"/>
          </a:xfrm>
          <a:custGeom>
            <a:avLst/>
            <a:gdLst/>
            <a:ahLst/>
            <a:rect l="0" t="0" r="r" b="b"/>
            <a:pathLst>
              <a:path w="7224" h="3388">
                <a:moveTo>
                  <a:pt x="0" y="0"/>
                </a:moveTo>
                <a:lnTo>
                  <a:pt x="7224" y="0"/>
                </a:lnTo>
                <a:lnTo>
                  <a:pt x="7224" y="3388"/>
                </a:lnTo>
                <a:lnTo>
                  <a:pt x="0" y="338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516000" y="1905120"/>
            <a:ext cx="194760" cy="272520"/>
          </a:xfrm>
          <a:custGeom>
            <a:avLst/>
            <a:gdLst/>
            <a:ahLst/>
            <a:rect l="0" t="0" r="r" b="b"/>
            <a:pathLst>
              <a:path w="541" h="757">
                <a:moveTo>
                  <a:pt x="533" y="197"/>
                </a:moveTo>
                <a:lnTo>
                  <a:pt x="343" y="8"/>
                </a:lnTo>
                <a:cubicBezTo>
                  <a:pt x="337" y="3"/>
                  <a:pt x="332" y="0"/>
                  <a:pt x="324" y="0"/>
                </a:cubicBezTo>
                <a:lnTo>
                  <a:pt x="54" y="0"/>
                </a:lnTo>
                <a:cubicBezTo>
                  <a:pt x="24" y="0"/>
                  <a:pt x="0" y="24"/>
                  <a:pt x="0" y="54"/>
                </a:cubicBezTo>
                <a:lnTo>
                  <a:pt x="0" y="703"/>
                </a:lnTo>
                <a:cubicBezTo>
                  <a:pt x="0" y="732"/>
                  <a:pt x="24" y="757"/>
                  <a:pt x="54" y="757"/>
                </a:cubicBezTo>
                <a:lnTo>
                  <a:pt x="486" y="757"/>
                </a:lnTo>
                <a:cubicBezTo>
                  <a:pt x="516" y="757"/>
                  <a:pt x="541" y="732"/>
                  <a:pt x="541" y="703"/>
                </a:cubicBezTo>
                <a:lnTo>
                  <a:pt x="541" y="216"/>
                </a:lnTo>
                <a:cubicBezTo>
                  <a:pt x="541" y="208"/>
                  <a:pt x="538" y="203"/>
                  <a:pt x="533" y="197"/>
                </a:cubicBezTo>
                <a:moveTo>
                  <a:pt x="324" y="65"/>
                </a:moveTo>
                <a:lnTo>
                  <a:pt x="475" y="216"/>
                </a:lnTo>
                <a:lnTo>
                  <a:pt x="324" y="216"/>
                </a:lnTo>
                <a:lnTo>
                  <a:pt x="324" y="65"/>
                </a:lnTo>
                <a:moveTo>
                  <a:pt x="486" y="703"/>
                </a:moveTo>
                <a:lnTo>
                  <a:pt x="54" y="703"/>
                </a:lnTo>
                <a:lnTo>
                  <a:pt x="54" y="54"/>
                </a:lnTo>
                <a:lnTo>
                  <a:pt x="270" y="54"/>
                </a:lnTo>
                <a:lnTo>
                  <a:pt x="270" y="216"/>
                </a:lnTo>
                <a:cubicBezTo>
                  <a:pt x="270" y="246"/>
                  <a:pt x="294" y="270"/>
                  <a:pt x="324" y="270"/>
                </a:cubicBezTo>
                <a:lnTo>
                  <a:pt x="486" y="270"/>
                </a:lnTo>
                <a:lnTo>
                  <a:pt x="486" y="70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54880" y="2041200"/>
            <a:ext cx="117000" cy="78120"/>
          </a:xfrm>
          <a:custGeom>
            <a:avLst/>
            <a:gdLst/>
            <a:ahLst/>
            <a:rect l="0" t="0" r="r" b="b"/>
            <a:pathLst>
              <a:path w="325" h="217">
                <a:moveTo>
                  <a:pt x="0" y="163"/>
                </a:moveTo>
                <a:lnTo>
                  <a:pt x="325" y="163"/>
                </a:lnTo>
                <a:lnTo>
                  <a:pt x="325" y="217"/>
                </a:lnTo>
                <a:lnTo>
                  <a:pt x="0" y="217"/>
                </a:lnTo>
                <a:lnTo>
                  <a:pt x="0" y="163"/>
                </a:lnTo>
                <a:moveTo>
                  <a:pt x="0" y="0"/>
                </a:moveTo>
                <a:lnTo>
                  <a:pt x="325" y="0"/>
                </a:lnTo>
                <a:lnTo>
                  <a:pt x="325" y="55"/>
                </a:lnTo>
                <a:lnTo>
                  <a:pt x="0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027120" y="21978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11400" y="225000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Uitwerken tot het eindproduct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06640" y="2479320"/>
            <a:ext cx="244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opbouw en eerste invulling liggen er, details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3209760"/>
            <a:ext cx="2724840" cy="1133640"/>
          </a:xfrm>
          <a:custGeom>
            <a:avLst/>
            <a:gdLst/>
            <a:ahLst/>
            <a:rect l="0" t="0" r="r" b="b"/>
            <a:pathLst>
              <a:path w="7569" h="3149">
                <a:moveTo>
                  <a:pt x="0" y="0"/>
                </a:moveTo>
                <a:lnTo>
                  <a:pt x="7569" y="0"/>
                </a:lnTo>
                <a:lnTo>
                  <a:pt x="7569" y="3149"/>
                </a:lnTo>
                <a:lnTo>
                  <a:pt x="0" y="31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20976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433368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3171600" y="3209760"/>
            <a:ext cx="10080" cy="1133640"/>
          </a:xfrm>
          <a:custGeom>
            <a:avLst/>
            <a:gdLst/>
            <a:ahLst/>
            <a:rect l="0" t="0" r="r" b="b"/>
            <a:pathLst>
              <a:path w="28" h="3149">
                <a:moveTo>
                  <a:pt x="0" y="106"/>
                </a:moveTo>
                <a:lnTo>
                  <a:pt x="0" y="3149"/>
                </a:lnTo>
                <a:lnTo>
                  <a:pt x="28" y="314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3209760"/>
            <a:ext cx="10080" cy="1133640"/>
          </a:xfrm>
          <a:custGeom>
            <a:avLst/>
            <a:gdLst/>
            <a:ahLst/>
            <a:rect l="0" t="0" r="r" b="b"/>
            <a:pathLst>
              <a:path w="28" h="3149">
                <a:moveTo>
                  <a:pt x="0" y="0"/>
                </a:moveTo>
                <a:lnTo>
                  <a:pt x="0" y="3149"/>
                </a:lnTo>
                <a:lnTo>
                  <a:pt x="28" y="314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1753920" y="3478320"/>
            <a:ext cx="136440" cy="101520"/>
          </a:xfrm>
          <a:custGeom>
            <a:avLst/>
            <a:gdLst/>
            <a:ahLst/>
            <a:rect l="0" t="0" r="r" b="b"/>
            <a:pathLst>
              <a:path w="379" h="282">
                <a:moveTo>
                  <a:pt x="135" y="282"/>
                </a:moveTo>
                <a:lnTo>
                  <a:pt x="0" y="146"/>
                </a:lnTo>
                <a:lnTo>
                  <a:pt x="39" y="108"/>
                </a:lnTo>
                <a:lnTo>
                  <a:pt x="135" y="205"/>
                </a:lnTo>
                <a:lnTo>
                  <a:pt x="341" y="0"/>
                </a:lnTo>
                <a:lnTo>
                  <a:pt x="379" y="39"/>
                </a:lnTo>
                <a:lnTo>
                  <a:pt x="135" y="282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1686240" y="3391200"/>
            <a:ext cx="272160" cy="272160"/>
          </a:xfrm>
          <a:custGeom>
            <a:avLst/>
            <a:gdLst/>
            <a:ahLst/>
            <a:rect l="0" t="0" r="r" b="b"/>
            <a:pathLst>
              <a:path w="756" h="756">
                <a:moveTo>
                  <a:pt x="378" y="0"/>
                </a:moveTo>
                <a:cubicBezTo>
                  <a:pt x="354" y="0"/>
                  <a:pt x="329" y="2"/>
                  <a:pt x="305" y="7"/>
                </a:cubicBezTo>
                <a:cubicBezTo>
                  <a:pt x="280" y="12"/>
                  <a:pt x="257" y="20"/>
                  <a:pt x="234" y="29"/>
                </a:cubicBezTo>
                <a:cubicBezTo>
                  <a:pt x="210" y="39"/>
                  <a:pt x="188" y="51"/>
                  <a:pt x="167" y="64"/>
                </a:cubicBezTo>
                <a:cubicBezTo>
                  <a:pt x="147" y="78"/>
                  <a:pt x="128" y="94"/>
                  <a:pt x="110" y="111"/>
                </a:cubicBezTo>
                <a:cubicBezTo>
                  <a:pt x="93" y="129"/>
                  <a:pt x="77" y="148"/>
                  <a:pt x="63" y="169"/>
                </a:cubicBezTo>
                <a:cubicBezTo>
                  <a:pt x="50" y="189"/>
                  <a:pt x="38" y="211"/>
                  <a:pt x="28" y="234"/>
                </a:cubicBezTo>
                <a:cubicBezTo>
                  <a:pt x="19" y="257"/>
                  <a:pt x="12" y="280"/>
                  <a:pt x="7" y="305"/>
                </a:cubicBezTo>
                <a:cubicBezTo>
                  <a:pt x="2" y="329"/>
                  <a:pt x="0" y="354"/>
                  <a:pt x="0" y="378"/>
                </a:cubicBezTo>
                <a:cubicBezTo>
                  <a:pt x="0" y="403"/>
                  <a:pt x="2" y="428"/>
                  <a:pt x="7" y="452"/>
                </a:cubicBezTo>
                <a:cubicBezTo>
                  <a:pt x="12" y="476"/>
                  <a:pt x="19" y="500"/>
                  <a:pt x="28" y="523"/>
                </a:cubicBezTo>
                <a:cubicBezTo>
                  <a:pt x="38" y="546"/>
                  <a:pt x="50" y="568"/>
                  <a:pt x="63" y="588"/>
                </a:cubicBezTo>
                <a:cubicBezTo>
                  <a:pt x="77" y="609"/>
                  <a:pt x="93" y="628"/>
                  <a:pt x="110" y="645"/>
                </a:cubicBezTo>
                <a:cubicBezTo>
                  <a:pt x="128" y="663"/>
                  <a:pt x="147" y="679"/>
                  <a:pt x="167" y="692"/>
                </a:cubicBezTo>
                <a:cubicBezTo>
                  <a:pt x="188" y="706"/>
                  <a:pt x="210" y="718"/>
                  <a:pt x="234" y="727"/>
                </a:cubicBezTo>
                <a:cubicBezTo>
                  <a:pt x="257" y="737"/>
                  <a:pt x="280" y="744"/>
                  <a:pt x="305" y="749"/>
                </a:cubicBezTo>
                <a:cubicBezTo>
                  <a:pt x="329" y="754"/>
                  <a:pt x="354" y="756"/>
                  <a:pt x="378" y="756"/>
                </a:cubicBezTo>
                <a:cubicBezTo>
                  <a:pt x="403" y="756"/>
                  <a:pt x="428" y="754"/>
                  <a:pt x="452" y="749"/>
                </a:cubicBezTo>
                <a:cubicBezTo>
                  <a:pt x="476" y="744"/>
                  <a:pt x="500" y="737"/>
                  <a:pt x="523" y="727"/>
                </a:cubicBezTo>
                <a:cubicBezTo>
                  <a:pt x="546" y="718"/>
                  <a:pt x="568" y="706"/>
                  <a:pt x="588" y="692"/>
                </a:cubicBezTo>
                <a:cubicBezTo>
                  <a:pt x="609" y="679"/>
                  <a:pt x="628" y="663"/>
                  <a:pt x="645" y="645"/>
                </a:cubicBezTo>
                <a:cubicBezTo>
                  <a:pt x="663" y="628"/>
                  <a:pt x="679" y="609"/>
                  <a:pt x="692" y="588"/>
                </a:cubicBezTo>
                <a:cubicBezTo>
                  <a:pt x="706" y="568"/>
                  <a:pt x="718" y="546"/>
                  <a:pt x="727" y="523"/>
                </a:cubicBezTo>
                <a:cubicBezTo>
                  <a:pt x="737" y="500"/>
                  <a:pt x="744" y="476"/>
                  <a:pt x="749" y="452"/>
                </a:cubicBezTo>
                <a:cubicBezTo>
                  <a:pt x="754" y="428"/>
                  <a:pt x="756" y="403"/>
                  <a:pt x="756" y="378"/>
                </a:cubicBezTo>
                <a:cubicBezTo>
                  <a:pt x="756" y="354"/>
                  <a:pt x="754" y="329"/>
                  <a:pt x="749" y="305"/>
                </a:cubicBezTo>
                <a:cubicBezTo>
                  <a:pt x="744" y="280"/>
                  <a:pt x="737" y="257"/>
                  <a:pt x="727" y="234"/>
                </a:cubicBezTo>
                <a:cubicBezTo>
                  <a:pt x="718" y="211"/>
                  <a:pt x="706" y="189"/>
                  <a:pt x="692" y="169"/>
                </a:cubicBezTo>
                <a:cubicBezTo>
                  <a:pt x="679" y="148"/>
                  <a:pt x="663" y="129"/>
                  <a:pt x="645" y="111"/>
                </a:cubicBezTo>
                <a:cubicBezTo>
                  <a:pt x="628" y="94"/>
                  <a:pt x="609" y="78"/>
                  <a:pt x="588" y="64"/>
                </a:cubicBezTo>
                <a:cubicBezTo>
                  <a:pt x="568" y="51"/>
                  <a:pt x="546" y="39"/>
                  <a:pt x="523" y="29"/>
                </a:cubicBezTo>
                <a:cubicBezTo>
                  <a:pt x="500" y="20"/>
                  <a:pt x="476" y="12"/>
                  <a:pt x="452" y="7"/>
                </a:cubicBezTo>
                <a:cubicBezTo>
                  <a:pt x="428" y="2"/>
                  <a:pt x="403" y="0"/>
                  <a:pt x="378" y="0"/>
                </a:cubicBezTo>
                <a:moveTo>
                  <a:pt x="378" y="702"/>
                </a:moveTo>
                <a:cubicBezTo>
                  <a:pt x="357" y="702"/>
                  <a:pt x="336" y="700"/>
                  <a:pt x="315" y="696"/>
                </a:cubicBezTo>
                <a:cubicBezTo>
                  <a:pt x="294" y="692"/>
                  <a:pt x="274" y="686"/>
                  <a:pt x="254" y="677"/>
                </a:cubicBezTo>
                <a:cubicBezTo>
                  <a:pt x="235" y="669"/>
                  <a:pt x="215" y="659"/>
                  <a:pt x="197" y="647"/>
                </a:cubicBezTo>
                <a:cubicBezTo>
                  <a:pt x="180" y="636"/>
                  <a:pt x="163" y="622"/>
                  <a:pt x="148" y="607"/>
                </a:cubicBezTo>
                <a:cubicBezTo>
                  <a:pt x="133" y="592"/>
                  <a:pt x="120" y="576"/>
                  <a:pt x="108" y="558"/>
                </a:cubicBezTo>
                <a:cubicBezTo>
                  <a:pt x="96" y="541"/>
                  <a:pt x="86" y="522"/>
                  <a:pt x="78" y="502"/>
                </a:cubicBezTo>
                <a:cubicBezTo>
                  <a:pt x="70" y="483"/>
                  <a:pt x="64" y="462"/>
                  <a:pt x="60" y="442"/>
                </a:cubicBezTo>
                <a:cubicBezTo>
                  <a:pt x="56" y="421"/>
                  <a:pt x="54" y="400"/>
                  <a:pt x="54" y="378"/>
                </a:cubicBezTo>
                <a:cubicBezTo>
                  <a:pt x="54" y="357"/>
                  <a:pt x="56" y="336"/>
                  <a:pt x="60" y="315"/>
                </a:cubicBezTo>
                <a:cubicBezTo>
                  <a:pt x="64" y="294"/>
                  <a:pt x="70" y="274"/>
                  <a:pt x="78" y="254"/>
                </a:cubicBezTo>
                <a:cubicBezTo>
                  <a:pt x="86" y="235"/>
                  <a:pt x="96" y="216"/>
                  <a:pt x="108" y="199"/>
                </a:cubicBezTo>
                <a:cubicBezTo>
                  <a:pt x="120" y="181"/>
                  <a:pt x="133" y="164"/>
                  <a:pt x="148" y="149"/>
                </a:cubicBezTo>
                <a:cubicBezTo>
                  <a:pt x="163" y="134"/>
                  <a:pt x="180" y="121"/>
                  <a:pt x="197" y="109"/>
                </a:cubicBezTo>
                <a:cubicBezTo>
                  <a:pt x="215" y="97"/>
                  <a:pt x="235" y="87"/>
                  <a:pt x="254" y="79"/>
                </a:cubicBezTo>
                <a:cubicBezTo>
                  <a:pt x="274" y="71"/>
                  <a:pt x="294" y="65"/>
                  <a:pt x="315" y="61"/>
                </a:cubicBezTo>
                <a:cubicBezTo>
                  <a:pt x="336" y="57"/>
                  <a:pt x="357" y="55"/>
                  <a:pt x="378" y="55"/>
                </a:cubicBezTo>
                <a:cubicBezTo>
                  <a:pt x="400" y="55"/>
                  <a:pt x="421" y="57"/>
                  <a:pt x="441" y="61"/>
                </a:cubicBezTo>
                <a:cubicBezTo>
                  <a:pt x="462" y="65"/>
                  <a:pt x="483" y="71"/>
                  <a:pt x="502" y="79"/>
                </a:cubicBezTo>
                <a:cubicBezTo>
                  <a:pt x="522" y="87"/>
                  <a:pt x="540" y="97"/>
                  <a:pt x="558" y="109"/>
                </a:cubicBezTo>
                <a:cubicBezTo>
                  <a:pt x="576" y="121"/>
                  <a:pt x="592" y="134"/>
                  <a:pt x="607" y="149"/>
                </a:cubicBezTo>
                <a:cubicBezTo>
                  <a:pt x="622" y="164"/>
                  <a:pt x="636" y="181"/>
                  <a:pt x="647" y="199"/>
                </a:cubicBezTo>
                <a:cubicBezTo>
                  <a:pt x="659" y="216"/>
                  <a:pt x="669" y="235"/>
                  <a:pt x="677" y="254"/>
                </a:cubicBezTo>
                <a:cubicBezTo>
                  <a:pt x="686" y="274"/>
                  <a:pt x="692" y="294"/>
                  <a:pt x="696" y="315"/>
                </a:cubicBezTo>
                <a:cubicBezTo>
                  <a:pt x="700" y="336"/>
                  <a:pt x="702" y="357"/>
                  <a:pt x="702" y="378"/>
                </a:cubicBezTo>
                <a:cubicBezTo>
                  <a:pt x="702" y="400"/>
                  <a:pt x="700" y="421"/>
                  <a:pt x="696" y="442"/>
                </a:cubicBezTo>
                <a:cubicBezTo>
                  <a:pt x="692" y="462"/>
                  <a:pt x="686" y="483"/>
                  <a:pt x="677" y="502"/>
                </a:cubicBezTo>
                <a:cubicBezTo>
                  <a:pt x="669" y="522"/>
                  <a:pt x="659" y="541"/>
                  <a:pt x="647" y="558"/>
                </a:cubicBezTo>
                <a:cubicBezTo>
                  <a:pt x="636" y="576"/>
                  <a:pt x="622" y="592"/>
                  <a:pt x="607" y="607"/>
                </a:cubicBezTo>
                <a:cubicBezTo>
                  <a:pt x="592" y="622"/>
                  <a:pt x="576" y="636"/>
                  <a:pt x="558" y="647"/>
                </a:cubicBezTo>
                <a:cubicBezTo>
                  <a:pt x="540" y="659"/>
                  <a:pt x="522" y="669"/>
                  <a:pt x="502" y="677"/>
                </a:cubicBezTo>
                <a:cubicBezTo>
                  <a:pt x="483" y="686"/>
                  <a:pt x="462" y="692"/>
                  <a:pt x="441" y="696"/>
                </a:cubicBezTo>
                <a:cubicBezTo>
                  <a:pt x="421" y="700"/>
                  <a:pt x="400" y="702"/>
                  <a:pt x="378" y="70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992640" y="2641320"/>
            <a:ext cx="1332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volgen met leveranciers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176840" y="3761280"/>
            <a:ext cx="154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Route staat scherp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3305160" y="3209760"/>
            <a:ext cx="2724480" cy="1133640"/>
          </a:xfrm>
          <a:custGeom>
            <a:avLst/>
            <a:gdLst/>
            <a:ahLst/>
            <a:rect l="0" t="0" r="r" b="b"/>
            <a:pathLst>
              <a:path w="7568" h="3149">
                <a:moveTo>
                  <a:pt x="0" y="0"/>
                </a:moveTo>
                <a:lnTo>
                  <a:pt x="7568" y="0"/>
                </a:lnTo>
                <a:lnTo>
                  <a:pt x="7568" y="3149"/>
                </a:lnTo>
                <a:lnTo>
                  <a:pt x="0" y="31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305160" y="320976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30516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19560" y="3209760"/>
            <a:ext cx="10080" cy="1133640"/>
          </a:xfrm>
          <a:custGeom>
            <a:avLst/>
            <a:gdLst/>
            <a:ahLst/>
            <a:rect l="0" t="0" r="r" b="b"/>
            <a:pathLst>
              <a:path w="28" h="3149">
                <a:moveTo>
                  <a:pt x="0" y="106"/>
                </a:moveTo>
                <a:lnTo>
                  <a:pt x="0" y="3149"/>
                </a:lnTo>
                <a:lnTo>
                  <a:pt x="28" y="314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305160" y="3209760"/>
            <a:ext cx="9720" cy="1133640"/>
          </a:xfrm>
          <a:custGeom>
            <a:avLst/>
            <a:gdLst/>
            <a:ahLst/>
            <a:rect l="0" t="0" r="r" b="b"/>
            <a:pathLst>
              <a:path w="27" h="3149">
                <a:moveTo>
                  <a:pt x="0" y="0"/>
                </a:moveTo>
                <a:lnTo>
                  <a:pt x="0" y="3149"/>
                </a:lnTo>
                <a:lnTo>
                  <a:pt x="27" y="314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34200" y="3391200"/>
            <a:ext cx="272160" cy="272160"/>
          </a:xfrm>
          <a:custGeom>
            <a:avLst/>
            <a:gdLst/>
            <a:ahLst/>
            <a:rect l="0" t="0" r="r" b="b"/>
            <a:pathLst>
              <a:path w="756" h="756">
                <a:moveTo>
                  <a:pt x="756" y="756"/>
                </a:moveTo>
                <a:lnTo>
                  <a:pt x="702" y="756"/>
                </a:lnTo>
                <a:lnTo>
                  <a:pt x="702" y="621"/>
                </a:lnTo>
                <a:cubicBezTo>
                  <a:pt x="702" y="603"/>
                  <a:pt x="699" y="586"/>
                  <a:pt x="692" y="570"/>
                </a:cubicBezTo>
                <a:cubicBezTo>
                  <a:pt x="685" y="553"/>
                  <a:pt x="675" y="538"/>
                  <a:pt x="663" y="526"/>
                </a:cubicBezTo>
                <a:cubicBezTo>
                  <a:pt x="650" y="513"/>
                  <a:pt x="635" y="503"/>
                  <a:pt x="619" y="497"/>
                </a:cubicBezTo>
                <a:cubicBezTo>
                  <a:pt x="601" y="490"/>
                  <a:pt x="584" y="486"/>
                  <a:pt x="566" y="486"/>
                </a:cubicBezTo>
                <a:lnTo>
                  <a:pt x="566" y="432"/>
                </a:lnTo>
                <a:cubicBezTo>
                  <a:pt x="579" y="432"/>
                  <a:pt x="591" y="434"/>
                  <a:pt x="603" y="436"/>
                </a:cubicBezTo>
                <a:cubicBezTo>
                  <a:pt x="615" y="438"/>
                  <a:pt x="628" y="442"/>
                  <a:pt x="639" y="447"/>
                </a:cubicBezTo>
                <a:cubicBezTo>
                  <a:pt x="651" y="451"/>
                  <a:pt x="662" y="457"/>
                  <a:pt x="672" y="464"/>
                </a:cubicBezTo>
                <a:cubicBezTo>
                  <a:pt x="682" y="471"/>
                  <a:pt x="692" y="479"/>
                  <a:pt x="701" y="488"/>
                </a:cubicBezTo>
                <a:cubicBezTo>
                  <a:pt x="709" y="496"/>
                  <a:pt x="717" y="506"/>
                  <a:pt x="724" y="516"/>
                </a:cubicBezTo>
                <a:cubicBezTo>
                  <a:pt x="731" y="527"/>
                  <a:pt x="737" y="537"/>
                  <a:pt x="742" y="549"/>
                </a:cubicBezTo>
                <a:cubicBezTo>
                  <a:pt x="746" y="560"/>
                  <a:pt x="750" y="572"/>
                  <a:pt x="752" y="584"/>
                </a:cubicBezTo>
                <a:cubicBezTo>
                  <a:pt x="755" y="596"/>
                  <a:pt x="756" y="609"/>
                  <a:pt x="756" y="621"/>
                </a:cubicBezTo>
                <a:lnTo>
                  <a:pt x="756" y="756"/>
                </a:lnTo>
                <a:moveTo>
                  <a:pt x="539" y="756"/>
                </a:moveTo>
                <a:lnTo>
                  <a:pt x="485" y="756"/>
                </a:lnTo>
                <a:lnTo>
                  <a:pt x="485" y="621"/>
                </a:lnTo>
                <a:cubicBezTo>
                  <a:pt x="485" y="603"/>
                  <a:pt x="482" y="586"/>
                  <a:pt x="475" y="570"/>
                </a:cubicBezTo>
                <a:cubicBezTo>
                  <a:pt x="468" y="553"/>
                  <a:pt x="458" y="538"/>
                  <a:pt x="446" y="526"/>
                </a:cubicBezTo>
                <a:cubicBezTo>
                  <a:pt x="433" y="513"/>
                  <a:pt x="418" y="503"/>
                  <a:pt x="402" y="497"/>
                </a:cubicBezTo>
                <a:cubicBezTo>
                  <a:pt x="385" y="490"/>
                  <a:pt x="368" y="486"/>
                  <a:pt x="350" y="486"/>
                </a:cubicBezTo>
                <a:lnTo>
                  <a:pt x="189" y="486"/>
                </a:lnTo>
                <a:cubicBezTo>
                  <a:pt x="171" y="486"/>
                  <a:pt x="153" y="490"/>
                  <a:pt x="137" y="497"/>
                </a:cubicBezTo>
                <a:cubicBezTo>
                  <a:pt x="120" y="503"/>
                  <a:pt x="106" y="513"/>
                  <a:pt x="93" y="526"/>
                </a:cubicBezTo>
                <a:cubicBezTo>
                  <a:pt x="81" y="538"/>
                  <a:pt x="71" y="553"/>
                  <a:pt x="64" y="570"/>
                </a:cubicBezTo>
                <a:cubicBezTo>
                  <a:pt x="57" y="586"/>
                  <a:pt x="54" y="603"/>
                  <a:pt x="54" y="621"/>
                </a:cubicBezTo>
                <a:lnTo>
                  <a:pt x="54" y="756"/>
                </a:lnTo>
                <a:lnTo>
                  <a:pt x="0" y="756"/>
                </a:lnTo>
                <a:lnTo>
                  <a:pt x="0" y="621"/>
                </a:lnTo>
                <a:cubicBezTo>
                  <a:pt x="0" y="609"/>
                  <a:pt x="1" y="596"/>
                  <a:pt x="3" y="584"/>
                </a:cubicBezTo>
                <a:cubicBezTo>
                  <a:pt x="6" y="572"/>
                  <a:pt x="9" y="560"/>
                  <a:pt x="14" y="549"/>
                </a:cubicBezTo>
                <a:cubicBezTo>
                  <a:pt x="19" y="537"/>
                  <a:pt x="25" y="527"/>
                  <a:pt x="32" y="516"/>
                </a:cubicBezTo>
                <a:cubicBezTo>
                  <a:pt x="38" y="506"/>
                  <a:pt x="46" y="496"/>
                  <a:pt x="55" y="488"/>
                </a:cubicBezTo>
                <a:cubicBezTo>
                  <a:pt x="64" y="479"/>
                  <a:pt x="73" y="471"/>
                  <a:pt x="84" y="464"/>
                </a:cubicBezTo>
                <a:cubicBezTo>
                  <a:pt x="94" y="457"/>
                  <a:pt x="105" y="451"/>
                  <a:pt x="116" y="447"/>
                </a:cubicBezTo>
                <a:cubicBezTo>
                  <a:pt x="128" y="442"/>
                  <a:pt x="140" y="438"/>
                  <a:pt x="152" y="436"/>
                </a:cubicBezTo>
                <a:cubicBezTo>
                  <a:pt x="164" y="434"/>
                  <a:pt x="176" y="432"/>
                  <a:pt x="189" y="432"/>
                </a:cubicBezTo>
                <a:lnTo>
                  <a:pt x="350" y="432"/>
                </a:lnTo>
                <a:cubicBezTo>
                  <a:pt x="363" y="432"/>
                  <a:pt x="375" y="434"/>
                  <a:pt x="387" y="436"/>
                </a:cubicBezTo>
                <a:cubicBezTo>
                  <a:pt x="399" y="438"/>
                  <a:pt x="411" y="442"/>
                  <a:pt x="423" y="447"/>
                </a:cubicBezTo>
                <a:cubicBezTo>
                  <a:pt x="434" y="451"/>
                  <a:pt x="445" y="457"/>
                  <a:pt x="455" y="464"/>
                </a:cubicBezTo>
                <a:cubicBezTo>
                  <a:pt x="466" y="471"/>
                  <a:pt x="475" y="479"/>
                  <a:pt x="484" y="488"/>
                </a:cubicBezTo>
                <a:cubicBezTo>
                  <a:pt x="493" y="496"/>
                  <a:pt x="500" y="506"/>
                  <a:pt x="507" y="516"/>
                </a:cubicBezTo>
                <a:cubicBezTo>
                  <a:pt x="514" y="527"/>
                  <a:pt x="520" y="537"/>
                  <a:pt x="525" y="549"/>
                </a:cubicBezTo>
                <a:cubicBezTo>
                  <a:pt x="530" y="560"/>
                  <a:pt x="533" y="572"/>
                  <a:pt x="536" y="584"/>
                </a:cubicBezTo>
                <a:cubicBezTo>
                  <a:pt x="538" y="596"/>
                  <a:pt x="539" y="609"/>
                  <a:pt x="539" y="621"/>
                </a:cubicBezTo>
                <a:lnTo>
                  <a:pt x="539" y="756"/>
                </a:lnTo>
                <a:moveTo>
                  <a:pt x="485" y="0"/>
                </a:moveTo>
                <a:lnTo>
                  <a:pt x="485" y="55"/>
                </a:lnTo>
                <a:cubicBezTo>
                  <a:pt x="503" y="55"/>
                  <a:pt x="520" y="58"/>
                  <a:pt x="537" y="65"/>
                </a:cubicBezTo>
                <a:cubicBezTo>
                  <a:pt x="553" y="72"/>
                  <a:pt x="568" y="82"/>
                  <a:pt x="581" y="94"/>
                </a:cubicBezTo>
                <a:cubicBezTo>
                  <a:pt x="593" y="107"/>
                  <a:pt x="603" y="121"/>
                  <a:pt x="610" y="138"/>
                </a:cubicBezTo>
                <a:cubicBezTo>
                  <a:pt x="617" y="154"/>
                  <a:pt x="621" y="172"/>
                  <a:pt x="621" y="190"/>
                </a:cubicBezTo>
                <a:cubicBezTo>
                  <a:pt x="621" y="207"/>
                  <a:pt x="617" y="225"/>
                  <a:pt x="610" y="241"/>
                </a:cubicBezTo>
                <a:cubicBezTo>
                  <a:pt x="603" y="258"/>
                  <a:pt x="593" y="272"/>
                  <a:pt x="581" y="285"/>
                </a:cubicBezTo>
                <a:cubicBezTo>
                  <a:pt x="568" y="298"/>
                  <a:pt x="553" y="307"/>
                  <a:pt x="537" y="314"/>
                </a:cubicBezTo>
                <a:cubicBezTo>
                  <a:pt x="520" y="321"/>
                  <a:pt x="503" y="324"/>
                  <a:pt x="485" y="324"/>
                </a:cubicBezTo>
                <a:lnTo>
                  <a:pt x="485" y="378"/>
                </a:lnTo>
                <a:cubicBezTo>
                  <a:pt x="498" y="378"/>
                  <a:pt x="510" y="377"/>
                  <a:pt x="522" y="375"/>
                </a:cubicBezTo>
                <a:cubicBezTo>
                  <a:pt x="534" y="372"/>
                  <a:pt x="546" y="369"/>
                  <a:pt x="558" y="364"/>
                </a:cubicBezTo>
                <a:cubicBezTo>
                  <a:pt x="569" y="359"/>
                  <a:pt x="580" y="353"/>
                  <a:pt x="590" y="347"/>
                </a:cubicBezTo>
                <a:cubicBezTo>
                  <a:pt x="600" y="340"/>
                  <a:pt x="610" y="332"/>
                  <a:pt x="620" y="323"/>
                </a:cubicBezTo>
                <a:cubicBezTo>
                  <a:pt x="629" y="314"/>
                  <a:pt x="636" y="305"/>
                  <a:pt x="643" y="294"/>
                </a:cubicBezTo>
                <a:cubicBezTo>
                  <a:pt x="650" y="284"/>
                  <a:pt x="656" y="273"/>
                  <a:pt x="661" y="262"/>
                </a:cubicBezTo>
                <a:cubicBezTo>
                  <a:pt x="665" y="250"/>
                  <a:pt x="669" y="239"/>
                  <a:pt x="671" y="226"/>
                </a:cubicBezTo>
                <a:cubicBezTo>
                  <a:pt x="674" y="214"/>
                  <a:pt x="675" y="202"/>
                  <a:pt x="675" y="190"/>
                </a:cubicBezTo>
                <a:cubicBezTo>
                  <a:pt x="675" y="177"/>
                  <a:pt x="674" y="165"/>
                  <a:pt x="671" y="153"/>
                </a:cubicBezTo>
                <a:cubicBezTo>
                  <a:pt x="669" y="141"/>
                  <a:pt x="665" y="129"/>
                  <a:pt x="661" y="117"/>
                </a:cubicBezTo>
                <a:cubicBezTo>
                  <a:pt x="656" y="106"/>
                  <a:pt x="650" y="95"/>
                  <a:pt x="643" y="85"/>
                </a:cubicBezTo>
                <a:cubicBezTo>
                  <a:pt x="636" y="74"/>
                  <a:pt x="629" y="65"/>
                  <a:pt x="620" y="56"/>
                </a:cubicBezTo>
                <a:cubicBezTo>
                  <a:pt x="610" y="47"/>
                  <a:pt x="600" y="39"/>
                  <a:pt x="590" y="33"/>
                </a:cubicBezTo>
                <a:cubicBezTo>
                  <a:pt x="580" y="26"/>
                  <a:pt x="569" y="20"/>
                  <a:pt x="558" y="14"/>
                </a:cubicBezTo>
                <a:cubicBezTo>
                  <a:pt x="546" y="9"/>
                  <a:pt x="534" y="6"/>
                  <a:pt x="522" y="3"/>
                </a:cubicBezTo>
                <a:cubicBezTo>
                  <a:pt x="510" y="1"/>
                  <a:pt x="498" y="0"/>
                  <a:pt x="485" y="0"/>
                </a:cubicBezTo>
                <a:moveTo>
                  <a:pt x="269" y="55"/>
                </a:moveTo>
                <a:cubicBezTo>
                  <a:pt x="287" y="55"/>
                  <a:pt x="305" y="58"/>
                  <a:pt x="321" y="65"/>
                </a:cubicBezTo>
                <a:cubicBezTo>
                  <a:pt x="338" y="72"/>
                  <a:pt x="352" y="82"/>
                  <a:pt x="365" y="94"/>
                </a:cubicBezTo>
                <a:cubicBezTo>
                  <a:pt x="377" y="107"/>
                  <a:pt x="387" y="121"/>
                  <a:pt x="394" y="138"/>
                </a:cubicBezTo>
                <a:cubicBezTo>
                  <a:pt x="401" y="154"/>
                  <a:pt x="404" y="172"/>
                  <a:pt x="404" y="190"/>
                </a:cubicBezTo>
                <a:cubicBezTo>
                  <a:pt x="404" y="207"/>
                  <a:pt x="401" y="225"/>
                  <a:pt x="394" y="241"/>
                </a:cubicBezTo>
                <a:cubicBezTo>
                  <a:pt x="387" y="258"/>
                  <a:pt x="377" y="272"/>
                  <a:pt x="365" y="285"/>
                </a:cubicBezTo>
                <a:cubicBezTo>
                  <a:pt x="352" y="298"/>
                  <a:pt x="338" y="307"/>
                  <a:pt x="321" y="314"/>
                </a:cubicBezTo>
                <a:cubicBezTo>
                  <a:pt x="305" y="321"/>
                  <a:pt x="287" y="324"/>
                  <a:pt x="269" y="324"/>
                </a:cubicBezTo>
                <a:cubicBezTo>
                  <a:pt x="252" y="324"/>
                  <a:pt x="234" y="321"/>
                  <a:pt x="218" y="314"/>
                </a:cubicBezTo>
                <a:cubicBezTo>
                  <a:pt x="201" y="307"/>
                  <a:pt x="187" y="298"/>
                  <a:pt x="174" y="285"/>
                </a:cubicBezTo>
                <a:cubicBezTo>
                  <a:pt x="161" y="272"/>
                  <a:pt x="152" y="258"/>
                  <a:pt x="145" y="241"/>
                </a:cubicBezTo>
                <a:cubicBezTo>
                  <a:pt x="138" y="225"/>
                  <a:pt x="135" y="207"/>
                  <a:pt x="135" y="190"/>
                </a:cubicBezTo>
                <a:cubicBezTo>
                  <a:pt x="135" y="172"/>
                  <a:pt x="138" y="154"/>
                  <a:pt x="145" y="138"/>
                </a:cubicBezTo>
                <a:cubicBezTo>
                  <a:pt x="152" y="121"/>
                  <a:pt x="161" y="107"/>
                  <a:pt x="174" y="94"/>
                </a:cubicBezTo>
                <a:cubicBezTo>
                  <a:pt x="187" y="82"/>
                  <a:pt x="201" y="72"/>
                  <a:pt x="218" y="65"/>
                </a:cubicBezTo>
                <a:cubicBezTo>
                  <a:pt x="234" y="58"/>
                  <a:pt x="252" y="55"/>
                  <a:pt x="269" y="55"/>
                </a:cubicBezTo>
                <a:moveTo>
                  <a:pt x="269" y="0"/>
                </a:moveTo>
                <a:cubicBezTo>
                  <a:pt x="257" y="0"/>
                  <a:pt x="245" y="1"/>
                  <a:pt x="233" y="3"/>
                </a:cubicBezTo>
                <a:cubicBezTo>
                  <a:pt x="220" y="6"/>
                  <a:pt x="209" y="9"/>
                  <a:pt x="197" y="14"/>
                </a:cubicBezTo>
                <a:cubicBezTo>
                  <a:pt x="186" y="20"/>
                  <a:pt x="175" y="26"/>
                  <a:pt x="165" y="33"/>
                </a:cubicBezTo>
                <a:cubicBezTo>
                  <a:pt x="154" y="39"/>
                  <a:pt x="145" y="47"/>
                  <a:pt x="136" y="56"/>
                </a:cubicBezTo>
                <a:cubicBezTo>
                  <a:pt x="127" y="65"/>
                  <a:pt x="119" y="74"/>
                  <a:pt x="112" y="85"/>
                </a:cubicBezTo>
                <a:cubicBezTo>
                  <a:pt x="106" y="95"/>
                  <a:pt x="100" y="106"/>
                  <a:pt x="95" y="117"/>
                </a:cubicBezTo>
                <a:cubicBezTo>
                  <a:pt x="90" y="129"/>
                  <a:pt x="87" y="141"/>
                  <a:pt x="84" y="153"/>
                </a:cubicBezTo>
                <a:cubicBezTo>
                  <a:pt x="82" y="165"/>
                  <a:pt x="81" y="177"/>
                  <a:pt x="81" y="190"/>
                </a:cubicBezTo>
                <a:cubicBezTo>
                  <a:pt x="81" y="202"/>
                  <a:pt x="82" y="214"/>
                  <a:pt x="84" y="226"/>
                </a:cubicBezTo>
                <a:cubicBezTo>
                  <a:pt x="87" y="239"/>
                  <a:pt x="90" y="250"/>
                  <a:pt x="95" y="262"/>
                </a:cubicBezTo>
                <a:cubicBezTo>
                  <a:pt x="100" y="273"/>
                  <a:pt x="106" y="284"/>
                  <a:pt x="112" y="294"/>
                </a:cubicBezTo>
                <a:cubicBezTo>
                  <a:pt x="119" y="305"/>
                  <a:pt x="127" y="314"/>
                  <a:pt x="136" y="323"/>
                </a:cubicBezTo>
                <a:cubicBezTo>
                  <a:pt x="145" y="332"/>
                  <a:pt x="154" y="340"/>
                  <a:pt x="165" y="347"/>
                </a:cubicBezTo>
                <a:cubicBezTo>
                  <a:pt x="175" y="353"/>
                  <a:pt x="186" y="359"/>
                  <a:pt x="197" y="364"/>
                </a:cubicBezTo>
                <a:cubicBezTo>
                  <a:pt x="209" y="369"/>
                  <a:pt x="220" y="372"/>
                  <a:pt x="233" y="375"/>
                </a:cubicBezTo>
                <a:cubicBezTo>
                  <a:pt x="245" y="377"/>
                  <a:pt x="257" y="378"/>
                  <a:pt x="269" y="378"/>
                </a:cubicBezTo>
                <a:cubicBezTo>
                  <a:pt x="282" y="378"/>
                  <a:pt x="294" y="377"/>
                  <a:pt x="306" y="375"/>
                </a:cubicBezTo>
                <a:cubicBezTo>
                  <a:pt x="318" y="372"/>
                  <a:pt x="330" y="369"/>
                  <a:pt x="342" y="364"/>
                </a:cubicBezTo>
                <a:cubicBezTo>
                  <a:pt x="353" y="359"/>
                  <a:pt x="364" y="353"/>
                  <a:pt x="374" y="347"/>
                </a:cubicBezTo>
                <a:cubicBezTo>
                  <a:pt x="385" y="340"/>
                  <a:pt x="394" y="332"/>
                  <a:pt x="403" y="323"/>
                </a:cubicBezTo>
                <a:cubicBezTo>
                  <a:pt x="412" y="314"/>
                  <a:pt x="420" y="305"/>
                  <a:pt x="426" y="294"/>
                </a:cubicBezTo>
                <a:cubicBezTo>
                  <a:pt x="433" y="284"/>
                  <a:pt x="439" y="273"/>
                  <a:pt x="444" y="262"/>
                </a:cubicBezTo>
                <a:cubicBezTo>
                  <a:pt x="449" y="250"/>
                  <a:pt x="452" y="239"/>
                  <a:pt x="455" y="226"/>
                </a:cubicBezTo>
                <a:cubicBezTo>
                  <a:pt x="457" y="214"/>
                  <a:pt x="458" y="202"/>
                  <a:pt x="458" y="190"/>
                </a:cubicBezTo>
                <a:cubicBezTo>
                  <a:pt x="458" y="177"/>
                  <a:pt x="457" y="165"/>
                  <a:pt x="455" y="153"/>
                </a:cubicBezTo>
                <a:cubicBezTo>
                  <a:pt x="452" y="141"/>
                  <a:pt x="449" y="129"/>
                  <a:pt x="444" y="117"/>
                </a:cubicBezTo>
                <a:cubicBezTo>
                  <a:pt x="439" y="106"/>
                  <a:pt x="433" y="95"/>
                  <a:pt x="426" y="85"/>
                </a:cubicBezTo>
                <a:cubicBezTo>
                  <a:pt x="420" y="74"/>
                  <a:pt x="412" y="65"/>
                  <a:pt x="403" y="56"/>
                </a:cubicBezTo>
                <a:cubicBezTo>
                  <a:pt x="394" y="47"/>
                  <a:pt x="385" y="39"/>
                  <a:pt x="374" y="33"/>
                </a:cubicBezTo>
                <a:cubicBezTo>
                  <a:pt x="364" y="26"/>
                  <a:pt x="353" y="20"/>
                  <a:pt x="342" y="14"/>
                </a:cubicBezTo>
                <a:cubicBezTo>
                  <a:pt x="330" y="9"/>
                  <a:pt x="318" y="6"/>
                  <a:pt x="306" y="3"/>
                </a:cubicBezTo>
                <a:cubicBezTo>
                  <a:pt x="294" y="1"/>
                  <a:pt x="282" y="0"/>
                  <a:pt x="26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67400" y="403992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van wens naar eindproduct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248000" y="3761280"/>
            <a:ext cx="10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Weer op pad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6153120" y="3209760"/>
            <a:ext cx="2724480" cy="1133640"/>
          </a:xfrm>
          <a:custGeom>
            <a:avLst/>
            <a:gdLst/>
            <a:ahLst/>
            <a:rect l="0" t="0" r="r" b="b"/>
            <a:pathLst>
              <a:path w="7568" h="3149">
                <a:moveTo>
                  <a:pt x="0" y="0"/>
                </a:moveTo>
                <a:lnTo>
                  <a:pt x="7568" y="0"/>
                </a:lnTo>
                <a:lnTo>
                  <a:pt x="7568" y="3149"/>
                </a:lnTo>
                <a:lnTo>
                  <a:pt x="0" y="31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6153120" y="320976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8867520" y="3209760"/>
            <a:ext cx="10080" cy="1133640"/>
          </a:xfrm>
          <a:custGeom>
            <a:avLst/>
            <a:gdLst/>
            <a:ahLst/>
            <a:rect l="0" t="0" r="r" b="b"/>
            <a:pathLst>
              <a:path w="28" h="3149">
                <a:moveTo>
                  <a:pt x="0" y="106"/>
                </a:moveTo>
                <a:lnTo>
                  <a:pt x="0" y="3149"/>
                </a:lnTo>
                <a:lnTo>
                  <a:pt x="28" y="314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6153120" y="3209760"/>
            <a:ext cx="9720" cy="1133640"/>
          </a:xfrm>
          <a:custGeom>
            <a:avLst/>
            <a:gdLst/>
            <a:ahLst/>
            <a:rect l="0" t="0" r="r" b="b"/>
            <a:pathLst>
              <a:path w="27" h="3149">
                <a:moveTo>
                  <a:pt x="0" y="0"/>
                </a:moveTo>
                <a:lnTo>
                  <a:pt x="0" y="3149"/>
                </a:lnTo>
                <a:lnTo>
                  <a:pt x="27" y="314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7382160" y="3391200"/>
            <a:ext cx="272160" cy="252720"/>
          </a:xfrm>
          <a:custGeom>
            <a:avLst/>
            <a:gdLst/>
            <a:ahLst/>
            <a:rect l="0" t="0" r="r" b="b"/>
            <a:pathLst>
              <a:path w="756" h="702">
                <a:moveTo>
                  <a:pt x="743" y="113"/>
                </a:moveTo>
                <a:cubicBezTo>
                  <a:pt x="734" y="107"/>
                  <a:pt x="725" y="107"/>
                  <a:pt x="716" y="113"/>
                </a:cubicBezTo>
                <a:lnTo>
                  <a:pt x="486" y="227"/>
                </a:lnTo>
                <a:lnTo>
                  <a:pt x="486" y="136"/>
                </a:lnTo>
                <a:cubicBezTo>
                  <a:pt x="486" y="131"/>
                  <a:pt x="485" y="127"/>
                  <a:pt x="483" y="122"/>
                </a:cubicBezTo>
                <a:cubicBezTo>
                  <a:pt x="481" y="118"/>
                  <a:pt x="477" y="115"/>
                  <a:pt x="473" y="113"/>
                </a:cubicBezTo>
                <a:cubicBezTo>
                  <a:pt x="469" y="110"/>
                  <a:pt x="465" y="109"/>
                  <a:pt x="460" y="109"/>
                </a:cubicBezTo>
                <a:cubicBezTo>
                  <a:pt x="456" y="109"/>
                  <a:pt x="451" y="109"/>
                  <a:pt x="447" y="112"/>
                </a:cubicBezTo>
                <a:lnTo>
                  <a:pt x="216" y="227"/>
                </a:lnTo>
                <a:lnTo>
                  <a:pt x="216" y="27"/>
                </a:lnTo>
                <a:cubicBezTo>
                  <a:pt x="216" y="19"/>
                  <a:pt x="213" y="13"/>
                  <a:pt x="208" y="8"/>
                </a:cubicBezTo>
                <a:cubicBezTo>
                  <a:pt x="202" y="2"/>
                  <a:pt x="196" y="0"/>
                  <a:pt x="189" y="0"/>
                </a:cubicBezTo>
                <a:lnTo>
                  <a:pt x="27" y="0"/>
                </a:lnTo>
                <a:cubicBezTo>
                  <a:pt x="19" y="0"/>
                  <a:pt x="13" y="2"/>
                  <a:pt x="8" y="8"/>
                </a:cubicBezTo>
                <a:cubicBezTo>
                  <a:pt x="2" y="13"/>
                  <a:pt x="0" y="19"/>
                  <a:pt x="0" y="27"/>
                </a:cubicBezTo>
                <a:lnTo>
                  <a:pt x="0" y="702"/>
                </a:lnTo>
                <a:lnTo>
                  <a:pt x="756" y="702"/>
                </a:lnTo>
                <a:lnTo>
                  <a:pt x="756" y="136"/>
                </a:lnTo>
                <a:cubicBezTo>
                  <a:pt x="756" y="126"/>
                  <a:pt x="752" y="118"/>
                  <a:pt x="743" y="113"/>
                </a:cubicBezTo>
                <a:moveTo>
                  <a:pt x="540" y="648"/>
                </a:moveTo>
                <a:lnTo>
                  <a:pt x="432" y="648"/>
                </a:lnTo>
                <a:lnTo>
                  <a:pt x="432" y="459"/>
                </a:lnTo>
                <a:lnTo>
                  <a:pt x="540" y="459"/>
                </a:lnTo>
                <a:lnTo>
                  <a:pt x="540" y="648"/>
                </a:lnTo>
                <a:moveTo>
                  <a:pt x="702" y="648"/>
                </a:moveTo>
                <a:lnTo>
                  <a:pt x="594" y="648"/>
                </a:lnTo>
                <a:lnTo>
                  <a:pt x="594" y="432"/>
                </a:lnTo>
                <a:cubicBezTo>
                  <a:pt x="594" y="425"/>
                  <a:pt x="592" y="418"/>
                  <a:pt x="586" y="413"/>
                </a:cubicBezTo>
                <a:cubicBezTo>
                  <a:pt x="581" y="408"/>
                  <a:pt x="575" y="405"/>
                  <a:pt x="567" y="405"/>
                </a:cubicBezTo>
                <a:lnTo>
                  <a:pt x="405" y="405"/>
                </a:lnTo>
                <a:cubicBezTo>
                  <a:pt x="398" y="405"/>
                  <a:pt x="392" y="408"/>
                  <a:pt x="386" y="413"/>
                </a:cubicBezTo>
                <a:cubicBezTo>
                  <a:pt x="381" y="418"/>
                  <a:pt x="378" y="425"/>
                  <a:pt x="378" y="432"/>
                </a:cubicBezTo>
                <a:lnTo>
                  <a:pt x="378" y="648"/>
                </a:lnTo>
                <a:lnTo>
                  <a:pt x="54" y="648"/>
                </a:lnTo>
                <a:lnTo>
                  <a:pt x="54" y="55"/>
                </a:lnTo>
                <a:lnTo>
                  <a:pt x="162" y="55"/>
                </a:lnTo>
                <a:lnTo>
                  <a:pt x="162" y="314"/>
                </a:lnTo>
                <a:lnTo>
                  <a:pt x="432" y="179"/>
                </a:lnTo>
                <a:lnTo>
                  <a:pt x="432" y="314"/>
                </a:lnTo>
                <a:lnTo>
                  <a:pt x="702" y="179"/>
                </a:lnTo>
                <a:lnTo>
                  <a:pt x="702" y="64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805200" y="4039920"/>
            <a:ext cx="1892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worden?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719040" y="3761280"/>
            <a:ext cx="1946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Leerroute 1 erdoorheen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09480" y="4039920"/>
            <a:ext cx="1331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tot in het eindproduct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23" name=""/>
          <p:cNvSpPr txBox="1"/>
          <p:nvPr/>
        </p:nvSpPr>
        <p:spPr>
          <a:xfrm>
            <a:off x="439920" y="186480"/>
            <a:ext cx="6773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eindproduct, scherper in 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752720" y="1457280"/>
            <a:ext cx="4124880" cy="828720"/>
          </a:xfrm>
          <a:custGeom>
            <a:avLst/>
            <a:gdLst/>
            <a:ahLst/>
            <a:rect l="0" t="0" r="r" b="b"/>
            <a:pathLst>
              <a:path w="11458" h="2302">
                <a:moveTo>
                  <a:pt x="0" y="0"/>
                </a:moveTo>
                <a:lnTo>
                  <a:pt x="11458" y="0"/>
                </a:lnTo>
                <a:lnTo>
                  <a:pt x="11458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752720" y="145728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4752720" y="22762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88675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105"/>
                </a:moveTo>
                <a:lnTo>
                  <a:pt x="0" y="2302"/>
                </a:lnTo>
                <a:lnTo>
                  <a:pt x="28" y="230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47527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0"/>
                </a:moveTo>
                <a:lnTo>
                  <a:pt x="0" y="2302"/>
                </a:lnTo>
                <a:lnTo>
                  <a:pt x="28" y="230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4752720" y="2381040"/>
            <a:ext cx="4124880" cy="819360"/>
          </a:xfrm>
          <a:custGeom>
            <a:avLst/>
            <a:gdLst/>
            <a:ahLst/>
            <a:rect l="0" t="0" r="r" b="b"/>
            <a:pathLst>
              <a:path w="11458" h="2276">
                <a:moveTo>
                  <a:pt x="0" y="0"/>
                </a:moveTo>
                <a:lnTo>
                  <a:pt x="11458" y="0"/>
                </a:lnTo>
                <a:lnTo>
                  <a:pt x="1145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752720" y="23810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752720" y="31906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88675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7527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752720" y="3295440"/>
            <a:ext cx="4124880" cy="829080"/>
          </a:xfrm>
          <a:custGeom>
            <a:avLst/>
            <a:gdLst/>
            <a:ahLst/>
            <a:rect l="0" t="0" r="r" b="b"/>
            <a:pathLst>
              <a:path w="11458" h="2303">
                <a:moveTo>
                  <a:pt x="0" y="0"/>
                </a:moveTo>
                <a:lnTo>
                  <a:pt x="11458" y="0"/>
                </a:lnTo>
                <a:lnTo>
                  <a:pt x="11458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752720" y="3295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752720" y="4114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88675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7527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897800" y="1610640"/>
            <a:ext cx="4310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Vaste bouwblokken per koppeling: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wat systemen van elkaar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897800" y="1810440"/>
            <a:ext cx="426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vragen, wanneer zij dat doen, welke gegevens meegaan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897800" y="2010600"/>
            <a:ext cx="41385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toegang is geregeld. Elke eis komt uit de vraag van de sector.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897800" y="252504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Drie koppelingen in uitwerking: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catalogus en planning voor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897800" y="2724840"/>
            <a:ext cx="42040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nominaal en keuze-aanbod, catalogus en studentadministratie,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897800" y="2925000"/>
            <a:ext cx="1849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catalogus en leeromgeving.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897800" y="3448800"/>
            <a:ext cx="44661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Per onderdeel een eigen versie en ritme,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openbaar en met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897800" y="3639240"/>
            <a:ext cx="4082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reden bij elke wijziging. Een school of leverancier weet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897800" y="3839400"/>
            <a:ext cx="255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versie hij leest en wat er veranderd is.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738440" y="4889880"/>
            <a:ext cx="6521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concept. Richting en eerste invulling liggen er; de details scherpen wij aan met leveranciers.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456840" y="278100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56840" y="27810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562280" y="278100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56840" y="27810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56840" y="370512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56840" y="4324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2280" y="370512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56840" y="37051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15811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840" y="1581120"/>
            <a:ext cx="2010240" cy="38160"/>
          </a:xfrm>
          <a:custGeom>
            <a:avLst/>
            <a:gdLst/>
            <a:ahLst/>
            <a:rect l="0" t="0" r="r" b="b"/>
            <a:pathLst>
              <a:path w="5584" h="106">
                <a:moveTo>
                  <a:pt x="0" y="0"/>
                </a:moveTo>
                <a:lnTo>
                  <a:pt x="5584" y="0"/>
                </a:lnTo>
                <a:lnTo>
                  <a:pt x="55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265716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245736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28880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26840" y="212508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571480" y="15811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571480" y="1581120"/>
            <a:ext cx="2000520" cy="38160"/>
          </a:xfrm>
          <a:custGeom>
            <a:avLst/>
            <a:gdLst/>
            <a:ahLst/>
            <a:rect l="0" t="0" r="r" b="b"/>
            <a:pathLst>
              <a:path w="5557" h="106">
                <a:moveTo>
                  <a:pt x="0" y="0"/>
                </a:moveTo>
                <a:lnTo>
                  <a:pt x="5557" y="0"/>
                </a:lnTo>
                <a:lnTo>
                  <a:pt x="555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2571480" y="265716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56228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57148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193400" y="237276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39192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682360" y="212508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03720" y="2934360"/>
            <a:ext cx="4181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Begrippenkader, informatiemodel en informatiestromen liggen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03720" y="3134520"/>
            <a:ext cx="4190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als concept voor. Elk begrip ligt naast MORA en ROSA: waar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03720" y="3334680"/>
            <a:ext cx="2983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sector al een woord heeft, gebruiken wij dat.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03720" y="384876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 punten: de grens tussen koppeling en koppelvlak,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9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90" name=""/>
          <p:cNvSpPr txBox="1"/>
          <p:nvPr/>
        </p:nvSpPr>
        <p:spPr>
          <a:xfrm>
            <a:off x="603720" y="4048920"/>
            <a:ext cx="233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ﬁjnmazig de uitwisseling moet zijn.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0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2"/>
          <a:stretch/>
        </p:blipFill>
        <p:spPr>
          <a:xfrm>
            <a:off x="466560" y="1266840"/>
            <a:ext cx="4095360" cy="3190680"/>
          </a:xfrm>
          <a:prstGeom prst="rect">
            <a:avLst/>
          </a:prstGeom>
          <a:ln w="0">
            <a:noFill/>
          </a:ln>
        </p:spPr>
      </p:pic>
      <p:sp>
        <p:nvSpPr>
          <p:cNvPr id="203" name=""/>
          <p:cNvSpPr txBox="1"/>
          <p:nvPr/>
        </p:nvSpPr>
        <p:spPr>
          <a:xfrm>
            <a:off x="439920" y="5770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762440" y="150480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762440" y="1504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2440" y="225720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8867520" y="150480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762440" y="15048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62440" y="2371680"/>
            <a:ext cx="4115160" cy="971640"/>
          </a:xfrm>
          <a:custGeom>
            <a:avLst/>
            <a:gdLst/>
            <a:ahLst/>
            <a:rect l="0" t="0" r="r" b="b"/>
            <a:pathLst>
              <a:path w="11431" h="2699">
                <a:moveTo>
                  <a:pt x="0" y="0"/>
                </a:moveTo>
                <a:lnTo>
                  <a:pt x="11431" y="0"/>
                </a:lnTo>
                <a:lnTo>
                  <a:pt x="11431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762440" y="2371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8867520" y="237168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105"/>
                </a:moveTo>
                <a:lnTo>
                  <a:pt x="0" y="2699"/>
                </a:lnTo>
                <a:lnTo>
                  <a:pt x="28" y="269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762440" y="2371680"/>
            <a:ext cx="9720" cy="971640"/>
          </a:xfrm>
          <a:custGeom>
            <a:avLst/>
            <a:gdLst/>
            <a:ahLst/>
            <a:rect l="0" t="0" r="r" b="b"/>
            <a:pathLst>
              <a:path w="27" h="2699">
                <a:moveTo>
                  <a:pt x="0" y="0"/>
                </a:moveTo>
                <a:lnTo>
                  <a:pt x="0" y="2699"/>
                </a:lnTo>
                <a:lnTo>
                  <a:pt x="27" y="269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762440" y="3447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762440" y="4410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8867520" y="3447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2440" y="3447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57200" y="4530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935600" y="1720440"/>
            <a:ext cx="3769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Omvang en complexiteit vragen om voorbeelden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935600" y="1929960"/>
            <a:ext cx="385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abstracte modellen blijven anders te ver van de praktijk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935600" y="2587320"/>
            <a:ext cx="259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 per leerroute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35600" y="2796840"/>
            <a:ext cx="401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van het ontwerp van de opleiding tot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935600" y="3006360"/>
            <a:ext cx="82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diplomering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935600" y="3663720"/>
            <a:ext cx="1614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Robuustheid toetsen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935600" y="3873240"/>
            <a:ext cx="373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scholen en leveranciers leggen het naast hun praktijk: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935600" y="4082760"/>
            <a:ext cx="2426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6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634320" y="2028240"/>
            <a:ext cx="397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koploperscholen en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905360" y="2028240"/>
            <a:ext cx="2899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 bij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634320" y="270432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Daarna: verbreden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34320" y="2904480"/>
            <a:ext cx="303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905360" y="2904480"/>
            <a:ext cx="3018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hoger onderwijs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