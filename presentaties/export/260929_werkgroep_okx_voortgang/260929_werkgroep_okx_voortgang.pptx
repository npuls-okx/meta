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44388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4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9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5516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668" y="668"/>
                </a:moveTo>
                <a:lnTo>
                  <a:pt x="620" y="668"/>
                </a:lnTo>
                <a:lnTo>
                  <a:pt x="620" y="549"/>
                </a:lnTo>
                <a:cubicBezTo>
                  <a:pt x="620" y="533"/>
                  <a:pt x="617" y="518"/>
                  <a:pt x="611" y="503"/>
                </a:cubicBezTo>
                <a:cubicBezTo>
                  <a:pt x="605" y="489"/>
                  <a:pt x="596" y="476"/>
                  <a:pt x="585" y="465"/>
                </a:cubicBezTo>
                <a:cubicBezTo>
                  <a:pt x="574" y="453"/>
                  <a:pt x="561" y="444"/>
                  <a:pt x="547" y="438"/>
                </a:cubicBezTo>
                <a:cubicBezTo>
                  <a:pt x="532" y="432"/>
                  <a:pt x="517" y="429"/>
                  <a:pt x="501" y="429"/>
                </a:cubicBezTo>
                <a:lnTo>
                  <a:pt x="501" y="381"/>
                </a:lnTo>
                <a:cubicBezTo>
                  <a:pt x="512" y="381"/>
                  <a:pt x="523" y="382"/>
                  <a:pt x="534" y="384"/>
                </a:cubicBezTo>
                <a:cubicBezTo>
                  <a:pt x="544" y="386"/>
                  <a:pt x="555" y="390"/>
                  <a:pt x="565" y="394"/>
                </a:cubicBezTo>
                <a:cubicBezTo>
                  <a:pt x="575" y="398"/>
                  <a:pt x="585" y="403"/>
                  <a:pt x="594" y="409"/>
                </a:cubicBezTo>
                <a:cubicBezTo>
                  <a:pt x="603" y="415"/>
                  <a:pt x="611" y="422"/>
                  <a:pt x="619" y="430"/>
                </a:cubicBezTo>
                <a:cubicBezTo>
                  <a:pt x="627" y="438"/>
                  <a:pt x="634" y="446"/>
                  <a:pt x="640" y="456"/>
                </a:cubicBezTo>
                <a:cubicBezTo>
                  <a:pt x="646" y="465"/>
                  <a:pt x="651" y="475"/>
                  <a:pt x="655" y="485"/>
                </a:cubicBezTo>
                <a:cubicBezTo>
                  <a:pt x="659" y="495"/>
                  <a:pt x="662" y="505"/>
                  <a:pt x="665" y="516"/>
                </a:cubicBezTo>
                <a:cubicBezTo>
                  <a:pt x="667" y="527"/>
                  <a:pt x="668" y="538"/>
                  <a:pt x="668" y="549"/>
                </a:cubicBezTo>
                <a:lnTo>
                  <a:pt x="668" y="668"/>
                </a:lnTo>
                <a:moveTo>
                  <a:pt x="477" y="668"/>
                </a:moveTo>
                <a:lnTo>
                  <a:pt x="430" y="668"/>
                </a:lnTo>
                <a:lnTo>
                  <a:pt x="430" y="549"/>
                </a:lnTo>
                <a:cubicBezTo>
                  <a:pt x="430" y="533"/>
                  <a:pt x="427" y="518"/>
                  <a:pt x="421" y="503"/>
                </a:cubicBezTo>
                <a:cubicBezTo>
                  <a:pt x="415" y="489"/>
                  <a:pt x="406" y="476"/>
                  <a:pt x="395" y="465"/>
                </a:cubicBezTo>
                <a:cubicBezTo>
                  <a:pt x="384" y="453"/>
                  <a:pt x="371" y="444"/>
                  <a:pt x="356" y="438"/>
                </a:cubicBezTo>
                <a:cubicBezTo>
                  <a:pt x="342" y="432"/>
                  <a:pt x="326" y="429"/>
                  <a:pt x="311" y="429"/>
                </a:cubicBezTo>
                <a:lnTo>
                  <a:pt x="168" y="429"/>
                </a:lnTo>
                <a:cubicBezTo>
                  <a:pt x="152" y="429"/>
                  <a:pt x="137" y="432"/>
                  <a:pt x="122" y="438"/>
                </a:cubicBezTo>
                <a:cubicBezTo>
                  <a:pt x="108" y="444"/>
                  <a:pt x="95" y="453"/>
                  <a:pt x="84" y="465"/>
                </a:cubicBezTo>
                <a:cubicBezTo>
                  <a:pt x="72" y="476"/>
                  <a:pt x="63" y="489"/>
                  <a:pt x="57" y="503"/>
                </a:cubicBezTo>
                <a:cubicBezTo>
                  <a:pt x="51" y="518"/>
                  <a:pt x="48" y="533"/>
                  <a:pt x="48" y="549"/>
                </a:cubicBezTo>
                <a:lnTo>
                  <a:pt x="48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9" y="495"/>
                  <a:pt x="13" y="485"/>
                </a:cubicBezTo>
                <a:cubicBezTo>
                  <a:pt x="17" y="475"/>
                  <a:pt x="22" y="465"/>
                  <a:pt x="28" y="456"/>
                </a:cubicBezTo>
                <a:cubicBezTo>
                  <a:pt x="34" y="446"/>
                  <a:pt x="41" y="438"/>
                  <a:pt x="49" y="430"/>
                </a:cubicBezTo>
                <a:cubicBezTo>
                  <a:pt x="57" y="422"/>
                  <a:pt x="65" y="415"/>
                  <a:pt x="75" y="409"/>
                </a:cubicBezTo>
                <a:cubicBezTo>
                  <a:pt x="84" y="403"/>
                  <a:pt x="94" y="398"/>
                  <a:pt x="104" y="394"/>
                </a:cubicBezTo>
                <a:cubicBezTo>
                  <a:pt x="114" y="390"/>
                  <a:pt x="125" y="386"/>
                  <a:pt x="135" y="384"/>
                </a:cubicBezTo>
                <a:cubicBezTo>
                  <a:pt x="146" y="382"/>
                  <a:pt x="157" y="381"/>
                  <a:pt x="168" y="381"/>
                </a:cubicBezTo>
                <a:lnTo>
                  <a:pt x="311" y="381"/>
                </a:lnTo>
                <a:cubicBezTo>
                  <a:pt x="322" y="381"/>
                  <a:pt x="332" y="382"/>
                  <a:pt x="343" y="384"/>
                </a:cubicBezTo>
                <a:cubicBezTo>
                  <a:pt x="354" y="386"/>
                  <a:pt x="364" y="390"/>
                  <a:pt x="374" y="394"/>
                </a:cubicBezTo>
                <a:cubicBezTo>
                  <a:pt x="384" y="398"/>
                  <a:pt x="394" y="403"/>
                  <a:pt x="403" y="409"/>
                </a:cubicBezTo>
                <a:cubicBezTo>
                  <a:pt x="412" y="415"/>
                  <a:pt x="421" y="422"/>
                  <a:pt x="428" y="430"/>
                </a:cubicBezTo>
                <a:cubicBezTo>
                  <a:pt x="436" y="438"/>
                  <a:pt x="443" y="446"/>
                  <a:pt x="449" y="456"/>
                </a:cubicBezTo>
                <a:cubicBezTo>
                  <a:pt x="455" y="465"/>
                  <a:pt x="460" y="475"/>
                  <a:pt x="465" y="485"/>
                </a:cubicBezTo>
                <a:cubicBezTo>
                  <a:pt x="469" y="495"/>
                  <a:pt x="472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moveTo>
                  <a:pt x="430" y="0"/>
                </a:moveTo>
                <a:lnTo>
                  <a:pt x="430" y="48"/>
                </a:lnTo>
                <a:cubicBezTo>
                  <a:pt x="445" y="48"/>
                  <a:pt x="461" y="51"/>
                  <a:pt x="475" y="57"/>
                </a:cubicBezTo>
                <a:cubicBezTo>
                  <a:pt x="490" y="63"/>
                  <a:pt x="503" y="71"/>
                  <a:pt x="514" y="83"/>
                </a:cubicBezTo>
                <a:cubicBezTo>
                  <a:pt x="525" y="94"/>
                  <a:pt x="534" y="107"/>
                  <a:pt x="540" y="121"/>
                </a:cubicBezTo>
                <a:cubicBezTo>
                  <a:pt x="546" y="136"/>
                  <a:pt x="549" y="151"/>
                  <a:pt x="549" y="167"/>
                </a:cubicBezTo>
                <a:cubicBezTo>
                  <a:pt x="549" y="182"/>
                  <a:pt x="546" y="198"/>
                  <a:pt x="540" y="212"/>
                </a:cubicBezTo>
                <a:cubicBezTo>
                  <a:pt x="534" y="227"/>
                  <a:pt x="525" y="240"/>
                  <a:pt x="514" y="251"/>
                </a:cubicBezTo>
                <a:cubicBezTo>
                  <a:pt x="503" y="262"/>
                  <a:pt x="490" y="271"/>
                  <a:pt x="475" y="277"/>
                </a:cubicBezTo>
                <a:cubicBezTo>
                  <a:pt x="461" y="283"/>
                  <a:pt x="445" y="286"/>
                  <a:pt x="430" y="286"/>
                </a:cubicBezTo>
                <a:lnTo>
                  <a:pt x="430" y="333"/>
                </a:lnTo>
                <a:cubicBezTo>
                  <a:pt x="441" y="333"/>
                  <a:pt x="451" y="332"/>
                  <a:pt x="462" y="330"/>
                </a:cubicBezTo>
                <a:cubicBezTo>
                  <a:pt x="473" y="328"/>
                  <a:pt x="483" y="325"/>
                  <a:pt x="493" y="321"/>
                </a:cubicBezTo>
                <a:cubicBezTo>
                  <a:pt x="504" y="317"/>
                  <a:pt x="513" y="311"/>
                  <a:pt x="522" y="305"/>
                </a:cubicBezTo>
                <a:cubicBezTo>
                  <a:pt x="531" y="299"/>
                  <a:pt x="540" y="292"/>
                  <a:pt x="548" y="285"/>
                </a:cubicBezTo>
                <a:cubicBezTo>
                  <a:pt x="555" y="277"/>
                  <a:pt x="562" y="268"/>
                  <a:pt x="568" y="259"/>
                </a:cubicBezTo>
                <a:cubicBezTo>
                  <a:pt x="574" y="250"/>
                  <a:pt x="579" y="241"/>
                  <a:pt x="584" y="230"/>
                </a:cubicBezTo>
                <a:cubicBezTo>
                  <a:pt x="588" y="220"/>
                  <a:pt x="591" y="210"/>
                  <a:pt x="593" y="199"/>
                </a:cubicBezTo>
                <a:cubicBezTo>
                  <a:pt x="595" y="188"/>
                  <a:pt x="596" y="178"/>
                  <a:pt x="596" y="167"/>
                </a:cubicBezTo>
                <a:cubicBezTo>
                  <a:pt x="596" y="156"/>
                  <a:pt x="595" y="145"/>
                  <a:pt x="593" y="134"/>
                </a:cubicBezTo>
                <a:cubicBezTo>
                  <a:pt x="591" y="123"/>
                  <a:pt x="588" y="113"/>
                  <a:pt x="584" y="103"/>
                </a:cubicBezTo>
                <a:cubicBezTo>
                  <a:pt x="579" y="93"/>
                  <a:pt x="574" y="83"/>
                  <a:pt x="568" y="74"/>
                </a:cubicBezTo>
                <a:cubicBezTo>
                  <a:pt x="562" y="65"/>
                  <a:pt x="555" y="57"/>
                  <a:pt x="548" y="49"/>
                </a:cubicBezTo>
                <a:cubicBezTo>
                  <a:pt x="540" y="41"/>
                  <a:pt x="531" y="34"/>
                  <a:pt x="522" y="28"/>
                </a:cubicBezTo>
                <a:cubicBezTo>
                  <a:pt x="513" y="22"/>
                  <a:pt x="504" y="17"/>
                  <a:pt x="493" y="13"/>
                </a:cubicBezTo>
                <a:cubicBezTo>
                  <a:pt x="483" y="9"/>
                  <a:pt x="473" y="5"/>
                  <a:pt x="462" y="3"/>
                </a:cubicBezTo>
                <a:cubicBezTo>
                  <a:pt x="451" y="1"/>
                  <a:pt x="441" y="0"/>
                  <a:pt x="430" y="0"/>
                </a:cubicBezTo>
                <a:moveTo>
                  <a:pt x="239" y="48"/>
                </a:moveTo>
                <a:cubicBezTo>
                  <a:pt x="255" y="48"/>
                  <a:pt x="270" y="51"/>
                  <a:pt x="285" y="57"/>
                </a:cubicBezTo>
                <a:cubicBezTo>
                  <a:pt x="299" y="63"/>
                  <a:pt x="312" y="71"/>
                  <a:pt x="323" y="83"/>
                </a:cubicBezTo>
                <a:cubicBezTo>
                  <a:pt x="335" y="94"/>
                  <a:pt x="343" y="107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5" y="240"/>
                  <a:pt x="323" y="251"/>
                </a:cubicBezTo>
                <a:cubicBezTo>
                  <a:pt x="312" y="262"/>
                  <a:pt x="299" y="271"/>
                  <a:pt x="285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4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4" y="240"/>
                  <a:pt x="135" y="227"/>
                  <a:pt x="129" y="212"/>
                </a:cubicBezTo>
                <a:cubicBezTo>
                  <a:pt x="123" y="198"/>
                  <a:pt x="120" y="182"/>
                  <a:pt x="120" y="167"/>
                </a:cubicBezTo>
                <a:cubicBezTo>
                  <a:pt x="120" y="151"/>
                  <a:pt x="123" y="136"/>
                  <a:pt x="129" y="121"/>
                </a:cubicBezTo>
                <a:cubicBezTo>
                  <a:pt x="135" y="107"/>
                  <a:pt x="144" y="94"/>
                  <a:pt x="155" y="83"/>
                </a:cubicBezTo>
                <a:cubicBezTo>
                  <a:pt x="166" y="71"/>
                  <a:pt x="179" y="63"/>
                  <a:pt x="194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7" y="3"/>
                </a:cubicBezTo>
                <a:cubicBezTo>
                  <a:pt x="196" y="5"/>
                  <a:pt x="186" y="9"/>
                  <a:pt x="175" y="13"/>
                </a:cubicBezTo>
                <a:cubicBezTo>
                  <a:pt x="165" y="17"/>
                  <a:pt x="156" y="22"/>
                  <a:pt x="147" y="28"/>
                </a:cubicBezTo>
                <a:cubicBezTo>
                  <a:pt x="137" y="34"/>
                  <a:pt x="129" y="41"/>
                  <a:pt x="121" y="49"/>
                </a:cubicBezTo>
                <a:cubicBezTo>
                  <a:pt x="114" y="57"/>
                  <a:pt x="107" y="65"/>
                  <a:pt x="101" y="74"/>
                </a:cubicBezTo>
                <a:cubicBezTo>
                  <a:pt x="95" y="83"/>
                  <a:pt x="89" y="93"/>
                  <a:pt x="85" y="103"/>
                </a:cubicBezTo>
                <a:cubicBezTo>
                  <a:pt x="81" y="113"/>
                  <a:pt x="78" y="123"/>
                  <a:pt x="76" y="134"/>
                </a:cubicBezTo>
                <a:cubicBezTo>
                  <a:pt x="74" y="145"/>
                  <a:pt x="73" y="156"/>
                  <a:pt x="73" y="167"/>
                </a:cubicBezTo>
                <a:cubicBezTo>
                  <a:pt x="73" y="178"/>
                  <a:pt x="74" y="188"/>
                  <a:pt x="76" y="199"/>
                </a:cubicBezTo>
                <a:cubicBezTo>
                  <a:pt x="78" y="210"/>
                  <a:pt x="81" y="220"/>
                  <a:pt x="85" y="230"/>
                </a:cubicBezTo>
                <a:cubicBezTo>
                  <a:pt x="89" y="241"/>
                  <a:pt x="95" y="250"/>
                  <a:pt x="101" y="259"/>
                </a:cubicBezTo>
                <a:cubicBezTo>
                  <a:pt x="107" y="268"/>
                  <a:pt x="114" y="277"/>
                  <a:pt x="121" y="285"/>
                </a:cubicBezTo>
                <a:cubicBezTo>
                  <a:pt x="129" y="292"/>
                  <a:pt x="137" y="299"/>
                  <a:pt x="147" y="305"/>
                </a:cubicBezTo>
                <a:cubicBezTo>
                  <a:pt x="156" y="311"/>
                  <a:pt x="165" y="317"/>
                  <a:pt x="175" y="321"/>
                </a:cubicBezTo>
                <a:cubicBezTo>
                  <a:pt x="186" y="325"/>
                  <a:pt x="196" y="328"/>
                  <a:pt x="207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2" y="330"/>
                </a:cubicBezTo>
                <a:cubicBezTo>
                  <a:pt x="282" y="328"/>
                  <a:pt x="293" y="325"/>
                  <a:pt x="303" y="321"/>
                </a:cubicBezTo>
                <a:cubicBezTo>
                  <a:pt x="313" y="317"/>
                  <a:pt x="323" y="311"/>
                  <a:pt x="332" y="305"/>
                </a:cubicBezTo>
                <a:cubicBezTo>
                  <a:pt x="341" y="299"/>
                  <a:pt x="349" y="292"/>
                  <a:pt x="357" y="285"/>
                </a:cubicBezTo>
                <a:cubicBezTo>
                  <a:pt x="365" y="277"/>
                  <a:pt x="372" y="268"/>
                  <a:pt x="378" y="259"/>
                </a:cubicBezTo>
                <a:cubicBezTo>
                  <a:pt x="384" y="250"/>
                  <a:pt x="389" y="241"/>
                  <a:pt x="393" y="230"/>
                </a:cubicBezTo>
                <a:cubicBezTo>
                  <a:pt x="397" y="220"/>
                  <a:pt x="401" y="210"/>
                  <a:pt x="403" y="199"/>
                </a:cubicBezTo>
                <a:cubicBezTo>
                  <a:pt x="405" y="188"/>
                  <a:pt x="406" y="178"/>
                  <a:pt x="406" y="167"/>
                </a:cubicBezTo>
                <a:cubicBezTo>
                  <a:pt x="406" y="156"/>
                  <a:pt x="405" y="145"/>
                  <a:pt x="403" y="134"/>
                </a:cubicBezTo>
                <a:cubicBezTo>
                  <a:pt x="401" y="123"/>
                  <a:pt x="397" y="113"/>
                  <a:pt x="393" y="103"/>
                </a:cubicBezTo>
                <a:cubicBezTo>
                  <a:pt x="389" y="93"/>
                  <a:pt x="384" y="83"/>
                  <a:pt x="378" y="74"/>
                </a:cubicBezTo>
                <a:cubicBezTo>
                  <a:pt x="372" y="65"/>
                  <a:pt x="365" y="57"/>
                  <a:pt x="357" y="49"/>
                </a:cubicBezTo>
                <a:cubicBezTo>
                  <a:pt x="349" y="41"/>
                  <a:pt x="341" y="34"/>
                  <a:pt x="332" y="28"/>
                </a:cubicBezTo>
                <a:cubicBezTo>
                  <a:pt x="323" y="22"/>
                  <a:pt x="313" y="17"/>
                  <a:pt x="303" y="13"/>
                </a:cubicBezTo>
                <a:cubicBezTo>
                  <a:pt x="293" y="9"/>
                  <a:pt x="282" y="5"/>
                  <a:pt x="272" y="3"/>
                </a:cubicBezTo>
                <a:cubicBezTo>
                  <a:pt x="261" y="1"/>
                  <a:pt x="250" y="0"/>
                  <a:pt x="23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3248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21520" y="1941480"/>
            <a:ext cx="80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14360"/>
            <a:ext cx="1428840" cy="1090800"/>
          </a:xfrm>
          <a:custGeom>
            <a:avLst/>
            <a:gdLst/>
            <a:ahLst/>
            <a:rect l="0" t="0" r="r" b="b"/>
            <a:pathLst>
              <a:path w="3969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2726"/>
                </a:lnTo>
                <a:cubicBezTo>
                  <a:pt x="3969" y="2746"/>
                  <a:pt x="3967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4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1" y="3007"/>
                </a:cubicBezTo>
                <a:cubicBezTo>
                  <a:pt x="3762" y="3015"/>
                  <a:pt x="3743" y="3020"/>
                  <a:pt x="3723" y="3024"/>
                </a:cubicBezTo>
                <a:cubicBezTo>
                  <a:pt x="3704" y="3028"/>
                  <a:pt x="3684" y="3030"/>
                  <a:pt x="3664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7" y="3007"/>
                </a:cubicBezTo>
                <a:cubicBezTo>
                  <a:pt x="169" y="2999"/>
                  <a:pt x="151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0" y="2861"/>
                  <a:pt x="23" y="2842"/>
                </a:cubicBezTo>
                <a:cubicBezTo>
                  <a:pt x="15" y="2824"/>
                  <a:pt x="9" y="2805"/>
                  <a:pt x="5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798280" y="163620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59" y="69"/>
                </a:moveTo>
                <a:lnTo>
                  <a:pt x="352" y="5"/>
                </a:lnTo>
                <a:cubicBezTo>
                  <a:pt x="345" y="2"/>
                  <a:pt x="340" y="0"/>
                  <a:pt x="333" y="0"/>
                </a:cubicBezTo>
                <a:cubicBezTo>
                  <a:pt x="326" y="0"/>
                  <a:pt x="321" y="2"/>
                  <a:pt x="317" y="5"/>
                </a:cubicBezTo>
                <a:lnTo>
                  <a:pt x="209" y="69"/>
                </a:lnTo>
                <a:cubicBezTo>
                  <a:pt x="198" y="76"/>
                  <a:pt x="190" y="88"/>
                  <a:pt x="190" y="100"/>
                </a:cubicBezTo>
                <a:lnTo>
                  <a:pt x="190" y="233"/>
                </a:lnTo>
                <a:cubicBezTo>
                  <a:pt x="190" y="245"/>
                  <a:pt x="198" y="257"/>
                  <a:pt x="207" y="264"/>
                </a:cubicBezTo>
                <a:lnTo>
                  <a:pt x="314" y="329"/>
                </a:lnTo>
                <a:cubicBezTo>
                  <a:pt x="319" y="331"/>
                  <a:pt x="326" y="333"/>
                  <a:pt x="331" y="333"/>
                </a:cubicBezTo>
                <a:cubicBezTo>
                  <a:pt x="336" y="333"/>
                  <a:pt x="343" y="331"/>
                  <a:pt x="348" y="329"/>
                </a:cubicBezTo>
                <a:lnTo>
                  <a:pt x="455" y="264"/>
                </a:lnTo>
                <a:cubicBezTo>
                  <a:pt x="464" y="257"/>
                  <a:pt x="471" y="248"/>
                  <a:pt x="471" y="233"/>
                </a:cubicBezTo>
                <a:lnTo>
                  <a:pt x="471" y="100"/>
                </a:lnTo>
                <a:cubicBezTo>
                  <a:pt x="476" y="88"/>
                  <a:pt x="469" y="76"/>
                  <a:pt x="459" y="69"/>
                </a:cubicBezTo>
                <a:moveTo>
                  <a:pt x="429" y="226"/>
                </a:moveTo>
                <a:lnTo>
                  <a:pt x="333" y="283"/>
                </a:lnTo>
                <a:lnTo>
                  <a:pt x="238" y="226"/>
                </a:lnTo>
                <a:lnTo>
                  <a:pt x="238" y="107"/>
                </a:lnTo>
                <a:lnTo>
                  <a:pt x="333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4" y="333"/>
                </a:cubicBezTo>
                <a:cubicBezTo>
                  <a:pt x="517" y="333"/>
                  <a:pt x="512" y="336"/>
                  <a:pt x="507" y="338"/>
                </a:cubicBezTo>
                <a:lnTo>
                  <a:pt x="400" y="402"/>
                </a:lnTo>
                <a:cubicBezTo>
                  <a:pt x="390" y="410"/>
                  <a:pt x="383" y="419"/>
                  <a:pt x="383" y="433"/>
                </a:cubicBezTo>
                <a:lnTo>
                  <a:pt x="383" y="568"/>
                </a:lnTo>
                <a:cubicBezTo>
                  <a:pt x="383" y="580"/>
                  <a:pt x="390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30" y="668"/>
                  <a:pt x="537" y="665"/>
                  <a:pt x="541" y="663"/>
                </a:cubicBezTo>
                <a:lnTo>
                  <a:pt x="649" y="599"/>
                </a:lnTo>
                <a:cubicBezTo>
                  <a:pt x="658" y="592"/>
                  <a:pt x="665" y="582"/>
                  <a:pt x="665" y="568"/>
                </a:cubicBezTo>
                <a:lnTo>
                  <a:pt x="665" y="433"/>
                </a:lnTo>
                <a:cubicBezTo>
                  <a:pt x="668" y="421"/>
                  <a:pt x="660" y="410"/>
                  <a:pt x="651" y="402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1"/>
                </a:lnTo>
                <a:lnTo>
                  <a:pt x="524" y="383"/>
                </a:lnTo>
                <a:lnTo>
                  <a:pt x="620" y="441"/>
                </a:lnTo>
                <a:lnTo>
                  <a:pt x="620" y="561"/>
                </a:lnTo>
                <a:moveTo>
                  <a:pt x="269" y="402"/>
                </a:moveTo>
                <a:lnTo>
                  <a:pt x="162" y="338"/>
                </a:lnTo>
                <a:cubicBezTo>
                  <a:pt x="155" y="336"/>
                  <a:pt x="150" y="333"/>
                  <a:pt x="143" y="333"/>
                </a:cubicBezTo>
                <a:cubicBezTo>
                  <a:pt x="136" y="333"/>
                  <a:pt x="131" y="336"/>
                  <a:pt x="126" y="338"/>
                </a:cubicBezTo>
                <a:lnTo>
                  <a:pt x="19" y="402"/>
                </a:lnTo>
                <a:cubicBezTo>
                  <a:pt x="7" y="410"/>
                  <a:pt x="0" y="421"/>
                  <a:pt x="0" y="433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59" y="663"/>
                </a:cubicBezTo>
                <a:lnTo>
                  <a:pt x="267" y="599"/>
                </a:lnTo>
                <a:cubicBezTo>
                  <a:pt x="276" y="592"/>
                  <a:pt x="283" y="582"/>
                  <a:pt x="283" y="568"/>
                </a:cubicBezTo>
                <a:lnTo>
                  <a:pt x="283" y="433"/>
                </a:lnTo>
                <a:cubicBezTo>
                  <a:pt x="286" y="421"/>
                  <a:pt x="279" y="410"/>
                  <a:pt x="269" y="402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1"/>
                </a:lnTo>
                <a:lnTo>
                  <a:pt x="143" y="383"/>
                </a:lnTo>
                <a:lnTo>
                  <a:pt x="238" y="441"/>
                </a:lnTo>
                <a:lnTo>
                  <a:pt x="238" y="56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15680" y="1941480"/>
            <a:ext cx="94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85320" y="1704960"/>
            <a:ext cx="171720" cy="102960"/>
          </a:xfrm>
          <a:custGeom>
            <a:avLst/>
            <a:gdLst/>
            <a:ahLst/>
            <a:rect l="0" t="0" r="r" b="b"/>
            <a:pathLst>
              <a:path w="477" h="286">
                <a:moveTo>
                  <a:pt x="309" y="0"/>
                </a:moveTo>
                <a:lnTo>
                  <a:pt x="477" y="0"/>
                </a:lnTo>
                <a:lnTo>
                  <a:pt x="477" y="47"/>
                </a:lnTo>
                <a:lnTo>
                  <a:pt x="309" y="47"/>
                </a:lnTo>
                <a:lnTo>
                  <a:pt x="309" y="0"/>
                </a:lnTo>
                <a:moveTo>
                  <a:pt x="309" y="119"/>
                </a:moveTo>
                <a:lnTo>
                  <a:pt x="477" y="119"/>
                </a:lnTo>
                <a:lnTo>
                  <a:pt x="477" y="166"/>
                </a:lnTo>
                <a:lnTo>
                  <a:pt x="309" y="166"/>
                </a:lnTo>
                <a:lnTo>
                  <a:pt x="309" y="119"/>
                </a:lnTo>
                <a:moveTo>
                  <a:pt x="309" y="238"/>
                </a:moveTo>
                <a:lnTo>
                  <a:pt x="477" y="238"/>
                </a:lnTo>
                <a:lnTo>
                  <a:pt x="477" y="286"/>
                </a:lnTo>
                <a:lnTo>
                  <a:pt x="309" y="286"/>
                </a:lnTo>
                <a:lnTo>
                  <a:pt x="309" y="238"/>
                </a:lnTo>
                <a:moveTo>
                  <a:pt x="0" y="0"/>
                </a:moveTo>
                <a:lnTo>
                  <a:pt x="166" y="0"/>
                </a:lnTo>
                <a:lnTo>
                  <a:pt x="166" y="47"/>
                </a:lnTo>
                <a:lnTo>
                  <a:pt x="0" y="47"/>
                </a:lnTo>
                <a:lnTo>
                  <a:pt x="0" y="0"/>
                </a:lnTo>
                <a:moveTo>
                  <a:pt x="0" y="119"/>
                </a:moveTo>
                <a:lnTo>
                  <a:pt x="166" y="119"/>
                </a:lnTo>
                <a:lnTo>
                  <a:pt x="166" y="166"/>
                </a:lnTo>
                <a:lnTo>
                  <a:pt x="0" y="166"/>
                </a:lnTo>
                <a:lnTo>
                  <a:pt x="0" y="119"/>
                </a:lnTo>
                <a:moveTo>
                  <a:pt x="0" y="238"/>
                </a:moveTo>
                <a:lnTo>
                  <a:pt x="166" y="238"/>
                </a:lnTo>
                <a:lnTo>
                  <a:pt x="166" y="286"/>
                </a:lnTo>
                <a:lnTo>
                  <a:pt x="0" y="286"/>
                </a:lnTo>
                <a:lnTo>
                  <a:pt x="0" y="23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50760" y="1661760"/>
            <a:ext cx="240480" cy="189000"/>
          </a:xfrm>
          <a:custGeom>
            <a:avLst/>
            <a:gdLst/>
            <a:ahLst/>
            <a:rect l="0" t="0" r="r" b="b"/>
            <a:pathLst>
              <a:path w="668" h="525">
                <a:moveTo>
                  <a:pt x="620" y="0"/>
                </a:moveTo>
                <a:lnTo>
                  <a:pt x="48" y="0"/>
                </a:lnTo>
                <a:cubicBezTo>
                  <a:pt x="42" y="0"/>
                  <a:pt x="36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478"/>
                </a:lnTo>
                <a:cubicBezTo>
                  <a:pt x="0" y="484"/>
                  <a:pt x="1" y="490"/>
                  <a:pt x="4" y="496"/>
                </a:cubicBezTo>
                <a:cubicBezTo>
                  <a:pt x="6" y="502"/>
                  <a:pt x="10" y="507"/>
                  <a:pt x="14" y="511"/>
                </a:cubicBezTo>
                <a:cubicBezTo>
                  <a:pt x="19" y="516"/>
                  <a:pt x="24" y="519"/>
                  <a:pt x="30" y="522"/>
                </a:cubicBezTo>
                <a:cubicBezTo>
                  <a:pt x="36" y="524"/>
                  <a:pt x="42" y="525"/>
                  <a:pt x="48" y="525"/>
                </a:cubicBezTo>
                <a:lnTo>
                  <a:pt x="620" y="525"/>
                </a:lnTo>
                <a:cubicBezTo>
                  <a:pt x="627" y="525"/>
                  <a:pt x="633" y="524"/>
                  <a:pt x="639" y="522"/>
                </a:cubicBezTo>
                <a:cubicBezTo>
                  <a:pt x="644" y="519"/>
                  <a:pt x="650" y="516"/>
                  <a:pt x="654" y="511"/>
                </a:cubicBezTo>
                <a:cubicBezTo>
                  <a:pt x="658" y="507"/>
                  <a:pt x="662" y="502"/>
                  <a:pt x="664" y="496"/>
                </a:cubicBezTo>
                <a:cubicBezTo>
                  <a:pt x="667" y="490"/>
                  <a:pt x="668" y="484"/>
                  <a:pt x="668" y="478"/>
                </a:cubicBezTo>
                <a:lnTo>
                  <a:pt x="668" y="48"/>
                </a:lnTo>
                <a:cubicBezTo>
                  <a:pt x="668" y="42"/>
                  <a:pt x="667" y="36"/>
                  <a:pt x="664" y="30"/>
                </a:cubicBezTo>
                <a:cubicBezTo>
                  <a:pt x="662" y="24"/>
                  <a:pt x="658" y="19"/>
                  <a:pt x="654" y="14"/>
                </a:cubicBezTo>
                <a:cubicBezTo>
                  <a:pt x="650" y="10"/>
                  <a:pt x="644" y="7"/>
                  <a:pt x="639" y="4"/>
                </a:cubicBezTo>
                <a:cubicBezTo>
                  <a:pt x="633" y="2"/>
                  <a:pt x="627" y="0"/>
                  <a:pt x="620" y="0"/>
                </a:cubicBezTo>
                <a:moveTo>
                  <a:pt x="48" y="48"/>
                </a:moveTo>
                <a:lnTo>
                  <a:pt x="310" y="48"/>
                </a:lnTo>
                <a:lnTo>
                  <a:pt x="310" y="478"/>
                </a:lnTo>
                <a:lnTo>
                  <a:pt x="48" y="478"/>
                </a:lnTo>
                <a:lnTo>
                  <a:pt x="48" y="48"/>
                </a:lnTo>
                <a:moveTo>
                  <a:pt x="358" y="478"/>
                </a:moveTo>
                <a:lnTo>
                  <a:pt x="358" y="48"/>
                </a:lnTo>
                <a:lnTo>
                  <a:pt x="620" y="48"/>
                </a:lnTo>
                <a:lnTo>
                  <a:pt x="620" y="478"/>
                </a:lnTo>
                <a:lnTo>
                  <a:pt x="358" y="4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62480" y="1941480"/>
            <a:ext cx="729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14360"/>
            <a:ext cx="1429200" cy="1090800"/>
          </a:xfrm>
          <a:custGeom>
            <a:avLst/>
            <a:gdLst/>
            <a:ahLst/>
            <a:rect l="0" t="0" r="r" b="b"/>
            <a:pathLst>
              <a:path w="3970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2726"/>
                </a:lnTo>
                <a:cubicBezTo>
                  <a:pt x="3970" y="2746"/>
                  <a:pt x="3968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5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2" y="3007"/>
                </a:cubicBezTo>
                <a:cubicBezTo>
                  <a:pt x="3763" y="3015"/>
                  <a:pt x="3744" y="3020"/>
                  <a:pt x="3725" y="3024"/>
                </a:cubicBezTo>
                <a:cubicBezTo>
                  <a:pt x="3705" y="3028"/>
                  <a:pt x="3685" y="3030"/>
                  <a:pt x="3665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29388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596" y="405"/>
                </a:moveTo>
                <a:cubicBezTo>
                  <a:pt x="636" y="405"/>
                  <a:pt x="668" y="373"/>
                  <a:pt x="668" y="333"/>
                </a:cubicBezTo>
                <a:cubicBezTo>
                  <a:pt x="668" y="294"/>
                  <a:pt x="636" y="262"/>
                  <a:pt x="596" y="262"/>
                </a:cubicBezTo>
                <a:cubicBezTo>
                  <a:pt x="581" y="262"/>
                  <a:pt x="568" y="266"/>
                  <a:pt x="555" y="275"/>
                </a:cubicBezTo>
                <a:cubicBezTo>
                  <a:pt x="543" y="284"/>
                  <a:pt x="534" y="295"/>
                  <a:pt x="529" y="310"/>
                </a:cubicBezTo>
                <a:lnTo>
                  <a:pt x="392" y="310"/>
                </a:lnTo>
                <a:lnTo>
                  <a:pt x="566" y="136"/>
                </a:lnTo>
                <a:cubicBezTo>
                  <a:pt x="575" y="140"/>
                  <a:pt x="585" y="143"/>
                  <a:pt x="596" y="143"/>
                </a:cubicBezTo>
                <a:cubicBezTo>
                  <a:pt x="636" y="143"/>
                  <a:pt x="668" y="111"/>
                  <a:pt x="668" y="71"/>
                </a:cubicBezTo>
                <a:cubicBezTo>
                  <a:pt x="668" y="32"/>
                  <a:pt x="636" y="0"/>
                  <a:pt x="596" y="0"/>
                </a:cubicBezTo>
                <a:cubicBezTo>
                  <a:pt x="557" y="0"/>
                  <a:pt x="525" y="32"/>
                  <a:pt x="525" y="71"/>
                </a:cubicBezTo>
                <a:cubicBezTo>
                  <a:pt x="525" y="82"/>
                  <a:pt x="528" y="93"/>
                  <a:pt x="532" y="102"/>
                </a:cubicBezTo>
                <a:lnTo>
                  <a:pt x="334" y="300"/>
                </a:lnTo>
                <a:lnTo>
                  <a:pt x="334" y="143"/>
                </a:lnTo>
                <a:cubicBezTo>
                  <a:pt x="334" y="117"/>
                  <a:pt x="356" y="95"/>
                  <a:pt x="382" y="95"/>
                </a:cubicBezTo>
                <a:lnTo>
                  <a:pt x="430" y="95"/>
                </a:lnTo>
                <a:lnTo>
                  <a:pt x="430" y="48"/>
                </a:lnTo>
                <a:lnTo>
                  <a:pt x="382" y="48"/>
                </a:lnTo>
                <a:cubicBezTo>
                  <a:pt x="354" y="48"/>
                  <a:pt x="328" y="61"/>
                  <a:pt x="311" y="81"/>
                </a:cubicBezTo>
                <a:cubicBezTo>
                  <a:pt x="292" y="59"/>
                  <a:pt x="268" y="48"/>
                  <a:pt x="239" y="48"/>
                </a:cubicBezTo>
                <a:lnTo>
                  <a:pt x="215" y="48"/>
                </a:lnTo>
                <a:cubicBezTo>
                  <a:pt x="96" y="48"/>
                  <a:pt x="0" y="144"/>
                  <a:pt x="0" y="262"/>
                </a:cubicBezTo>
                <a:lnTo>
                  <a:pt x="0" y="405"/>
                </a:lnTo>
                <a:cubicBezTo>
                  <a:pt x="0" y="524"/>
                  <a:pt x="96" y="620"/>
                  <a:pt x="215" y="620"/>
                </a:cubicBezTo>
                <a:lnTo>
                  <a:pt x="239" y="620"/>
                </a:lnTo>
                <a:cubicBezTo>
                  <a:pt x="268" y="620"/>
                  <a:pt x="293" y="607"/>
                  <a:pt x="311" y="587"/>
                </a:cubicBezTo>
                <a:cubicBezTo>
                  <a:pt x="328" y="607"/>
                  <a:pt x="354" y="620"/>
                  <a:pt x="382" y="620"/>
                </a:cubicBezTo>
                <a:lnTo>
                  <a:pt x="430" y="620"/>
                </a:lnTo>
                <a:lnTo>
                  <a:pt x="430" y="572"/>
                </a:lnTo>
                <a:lnTo>
                  <a:pt x="382" y="572"/>
                </a:lnTo>
                <a:cubicBezTo>
                  <a:pt x="356" y="572"/>
                  <a:pt x="334" y="551"/>
                  <a:pt x="334" y="525"/>
                </a:cubicBezTo>
                <a:lnTo>
                  <a:pt x="334" y="367"/>
                </a:lnTo>
                <a:lnTo>
                  <a:pt x="532" y="566"/>
                </a:lnTo>
                <a:cubicBezTo>
                  <a:pt x="528" y="575"/>
                  <a:pt x="525" y="585"/>
                  <a:pt x="525" y="596"/>
                </a:cubicBezTo>
                <a:cubicBezTo>
                  <a:pt x="525" y="636"/>
                  <a:pt x="557" y="668"/>
                  <a:pt x="596" y="668"/>
                </a:cubicBezTo>
                <a:cubicBezTo>
                  <a:pt x="636" y="668"/>
                  <a:pt x="668" y="636"/>
                  <a:pt x="668" y="596"/>
                </a:cubicBezTo>
                <a:cubicBezTo>
                  <a:pt x="668" y="557"/>
                  <a:pt x="636" y="525"/>
                  <a:pt x="596" y="525"/>
                </a:cubicBezTo>
                <a:cubicBezTo>
                  <a:pt x="586" y="525"/>
                  <a:pt x="575" y="527"/>
                  <a:pt x="566" y="532"/>
                </a:cubicBezTo>
                <a:lnTo>
                  <a:pt x="392" y="357"/>
                </a:lnTo>
                <a:lnTo>
                  <a:pt x="529" y="357"/>
                </a:lnTo>
                <a:cubicBezTo>
                  <a:pt x="534" y="371"/>
                  <a:pt x="543" y="383"/>
                  <a:pt x="555" y="392"/>
                </a:cubicBezTo>
                <a:cubicBezTo>
                  <a:pt x="568" y="400"/>
                  <a:pt x="581" y="405"/>
                  <a:pt x="596" y="405"/>
                </a:cubicBezTo>
                <a:moveTo>
                  <a:pt x="596" y="310"/>
                </a:moveTo>
                <a:cubicBezTo>
                  <a:pt x="603" y="310"/>
                  <a:pt x="609" y="312"/>
                  <a:pt x="613" y="317"/>
                </a:cubicBezTo>
                <a:cubicBezTo>
                  <a:pt x="618" y="321"/>
                  <a:pt x="620" y="327"/>
                  <a:pt x="620" y="333"/>
                </a:cubicBezTo>
                <a:cubicBezTo>
                  <a:pt x="620" y="340"/>
                  <a:pt x="618" y="346"/>
                  <a:pt x="613" y="350"/>
                </a:cubicBezTo>
                <a:cubicBezTo>
                  <a:pt x="609" y="355"/>
                  <a:pt x="603" y="357"/>
                  <a:pt x="596" y="357"/>
                </a:cubicBezTo>
                <a:cubicBezTo>
                  <a:pt x="590" y="357"/>
                  <a:pt x="584" y="355"/>
                  <a:pt x="580" y="350"/>
                </a:cubicBezTo>
                <a:cubicBezTo>
                  <a:pt x="575" y="346"/>
                  <a:pt x="573" y="340"/>
                  <a:pt x="573" y="333"/>
                </a:cubicBezTo>
                <a:cubicBezTo>
                  <a:pt x="573" y="327"/>
                  <a:pt x="575" y="321"/>
                  <a:pt x="580" y="317"/>
                </a:cubicBezTo>
                <a:cubicBezTo>
                  <a:pt x="584" y="312"/>
                  <a:pt x="590" y="310"/>
                  <a:pt x="596" y="310"/>
                </a:cubicBezTo>
                <a:moveTo>
                  <a:pt x="596" y="48"/>
                </a:moveTo>
                <a:cubicBezTo>
                  <a:pt x="603" y="48"/>
                  <a:pt x="608" y="50"/>
                  <a:pt x="613" y="55"/>
                </a:cubicBezTo>
                <a:cubicBezTo>
                  <a:pt x="617" y="60"/>
                  <a:pt x="619" y="65"/>
                  <a:pt x="619" y="71"/>
                </a:cubicBezTo>
                <a:cubicBezTo>
                  <a:pt x="619" y="78"/>
                  <a:pt x="617" y="83"/>
                  <a:pt x="613" y="88"/>
                </a:cubicBezTo>
                <a:cubicBezTo>
                  <a:pt x="608" y="93"/>
                  <a:pt x="603" y="95"/>
                  <a:pt x="596" y="95"/>
                </a:cubicBezTo>
                <a:cubicBezTo>
                  <a:pt x="590" y="95"/>
                  <a:pt x="584" y="93"/>
                  <a:pt x="580" y="88"/>
                </a:cubicBezTo>
                <a:cubicBezTo>
                  <a:pt x="575" y="84"/>
                  <a:pt x="573" y="78"/>
                  <a:pt x="573" y="71"/>
                </a:cubicBezTo>
                <a:cubicBezTo>
                  <a:pt x="573" y="65"/>
                  <a:pt x="575" y="59"/>
                  <a:pt x="580" y="55"/>
                </a:cubicBezTo>
                <a:cubicBezTo>
                  <a:pt x="584" y="50"/>
                  <a:pt x="590" y="48"/>
                  <a:pt x="596" y="48"/>
                </a:cubicBezTo>
                <a:moveTo>
                  <a:pt x="287" y="238"/>
                </a:moveTo>
                <a:lnTo>
                  <a:pt x="239" y="238"/>
                </a:lnTo>
                <a:lnTo>
                  <a:pt x="239" y="286"/>
                </a:lnTo>
                <a:lnTo>
                  <a:pt x="287" y="286"/>
                </a:lnTo>
                <a:lnTo>
                  <a:pt x="287" y="381"/>
                </a:lnTo>
                <a:lnTo>
                  <a:pt x="239" y="381"/>
                </a:lnTo>
                <a:cubicBezTo>
                  <a:pt x="200" y="381"/>
                  <a:pt x="168" y="413"/>
                  <a:pt x="168" y="453"/>
                </a:cubicBezTo>
                <a:lnTo>
                  <a:pt x="168" y="501"/>
                </a:lnTo>
                <a:lnTo>
                  <a:pt x="215" y="501"/>
                </a:lnTo>
                <a:lnTo>
                  <a:pt x="215" y="453"/>
                </a:lnTo>
                <a:cubicBezTo>
                  <a:pt x="215" y="446"/>
                  <a:pt x="218" y="440"/>
                  <a:pt x="222" y="436"/>
                </a:cubicBezTo>
                <a:cubicBezTo>
                  <a:pt x="227" y="431"/>
                  <a:pt x="233" y="429"/>
                  <a:pt x="239" y="429"/>
                </a:cubicBezTo>
                <a:lnTo>
                  <a:pt x="287" y="429"/>
                </a:lnTo>
                <a:lnTo>
                  <a:pt x="287" y="525"/>
                </a:lnTo>
                <a:cubicBezTo>
                  <a:pt x="287" y="551"/>
                  <a:pt x="266" y="572"/>
                  <a:pt x="239" y="572"/>
                </a:cubicBezTo>
                <a:lnTo>
                  <a:pt x="215" y="572"/>
                </a:lnTo>
                <a:cubicBezTo>
                  <a:pt x="131" y="572"/>
                  <a:pt x="61" y="510"/>
                  <a:pt x="50" y="429"/>
                </a:cubicBezTo>
                <a:lnTo>
                  <a:pt x="95" y="429"/>
                </a:lnTo>
                <a:lnTo>
                  <a:pt x="95" y="381"/>
                </a:lnTo>
                <a:lnTo>
                  <a:pt x="48" y="381"/>
                </a:lnTo>
                <a:lnTo>
                  <a:pt x="48" y="286"/>
                </a:lnTo>
                <a:lnTo>
                  <a:pt x="119" y="286"/>
                </a:lnTo>
                <a:cubicBezTo>
                  <a:pt x="159" y="286"/>
                  <a:pt x="192" y="254"/>
                  <a:pt x="192" y="214"/>
                </a:cubicBezTo>
                <a:lnTo>
                  <a:pt x="192" y="167"/>
                </a:lnTo>
                <a:lnTo>
                  <a:pt x="143" y="167"/>
                </a:lnTo>
                <a:lnTo>
                  <a:pt x="143" y="214"/>
                </a:lnTo>
                <a:cubicBezTo>
                  <a:pt x="143" y="221"/>
                  <a:pt x="141" y="227"/>
                  <a:pt x="136" y="231"/>
                </a:cubicBezTo>
                <a:cubicBezTo>
                  <a:pt x="131" y="236"/>
                  <a:pt x="126" y="238"/>
                  <a:pt x="119" y="238"/>
                </a:cubicBezTo>
                <a:lnTo>
                  <a:pt x="50" y="238"/>
                </a:lnTo>
                <a:cubicBezTo>
                  <a:pt x="61" y="157"/>
                  <a:pt x="131" y="95"/>
                  <a:pt x="215" y="95"/>
                </a:cubicBezTo>
                <a:lnTo>
                  <a:pt x="239" y="95"/>
                </a:lnTo>
                <a:cubicBezTo>
                  <a:pt x="266" y="95"/>
                  <a:pt x="287" y="117"/>
                  <a:pt x="287" y="143"/>
                </a:cubicBezTo>
                <a:lnTo>
                  <a:pt x="287" y="238"/>
                </a:lnTo>
                <a:moveTo>
                  <a:pt x="620" y="596"/>
                </a:moveTo>
                <a:cubicBezTo>
                  <a:pt x="620" y="603"/>
                  <a:pt x="617" y="608"/>
                  <a:pt x="613" y="612"/>
                </a:cubicBezTo>
                <a:cubicBezTo>
                  <a:pt x="608" y="617"/>
                  <a:pt x="603" y="619"/>
                  <a:pt x="596" y="619"/>
                </a:cubicBezTo>
                <a:cubicBezTo>
                  <a:pt x="590" y="619"/>
                  <a:pt x="585" y="617"/>
                  <a:pt x="580" y="612"/>
                </a:cubicBezTo>
                <a:cubicBezTo>
                  <a:pt x="575" y="608"/>
                  <a:pt x="573" y="603"/>
                  <a:pt x="573" y="596"/>
                </a:cubicBezTo>
                <a:cubicBezTo>
                  <a:pt x="573" y="583"/>
                  <a:pt x="583" y="572"/>
                  <a:pt x="596" y="572"/>
                </a:cubicBezTo>
                <a:cubicBezTo>
                  <a:pt x="610" y="572"/>
                  <a:pt x="620" y="583"/>
                  <a:pt x="620" y="59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13720" y="1941480"/>
            <a:ext cx="11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7"/>
                  <a:pt x="3792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6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8" y="2785"/>
                </a:cubicBezTo>
                <a:cubicBezTo>
                  <a:pt x="3934" y="2805"/>
                  <a:pt x="3928" y="2824"/>
                  <a:pt x="3920" y="2842"/>
                </a:cubicBezTo>
                <a:cubicBezTo>
                  <a:pt x="3913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2" y="2990"/>
                  <a:pt x="3774" y="2999"/>
                  <a:pt x="3756" y="3007"/>
                </a:cubicBezTo>
                <a:cubicBezTo>
                  <a:pt x="3737" y="3015"/>
                  <a:pt x="3718" y="3020"/>
                  <a:pt x="3699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5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70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3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6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37000" y="15667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668" y="358"/>
                </a:moveTo>
                <a:lnTo>
                  <a:pt x="476" y="358"/>
                </a:lnTo>
                <a:lnTo>
                  <a:pt x="476" y="168"/>
                </a:lnTo>
                <a:lnTo>
                  <a:pt x="668" y="168"/>
                </a:lnTo>
                <a:lnTo>
                  <a:pt x="668" y="358"/>
                </a:lnTo>
                <a:moveTo>
                  <a:pt x="524" y="310"/>
                </a:moveTo>
                <a:lnTo>
                  <a:pt x="619" y="310"/>
                </a:lnTo>
                <a:lnTo>
                  <a:pt x="619" y="215"/>
                </a:lnTo>
                <a:lnTo>
                  <a:pt x="524" y="215"/>
                </a:lnTo>
                <a:lnTo>
                  <a:pt x="524" y="310"/>
                </a:lnTo>
                <a:moveTo>
                  <a:pt x="429" y="287"/>
                </a:moveTo>
                <a:lnTo>
                  <a:pt x="143" y="287"/>
                </a:lnTo>
                <a:cubicBezTo>
                  <a:pt x="134" y="287"/>
                  <a:pt x="124" y="286"/>
                  <a:pt x="115" y="284"/>
                </a:cubicBezTo>
                <a:cubicBezTo>
                  <a:pt x="106" y="282"/>
                  <a:pt x="97" y="279"/>
                  <a:pt x="88" y="276"/>
                </a:cubicBezTo>
                <a:cubicBezTo>
                  <a:pt x="80" y="272"/>
                  <a:pt x="71" y="268"/>
                  <a:pt x="64" y="262"/>
                </a:cubicBezTo>
                <a:cubicBezTo>
                  <a:pt x="56" y="257"/>
                  <a:pt x="49" y="251"/>
                  <a:pt x="42" y="245"/>
                </a:cubicBezTo>
                <a:cubicBezTo>
                  <a:pt x="35" y="238"/>
                  <a:pt x="29" y="231"/>
                  <a:pt x="24" y="223"/>
                </a:cubicBezTo>
                <a:cubicBezTo>
                  <a:pt x="19" y="215"/>
                  <a:pt x="14" y="207"/>
                  <a:pt x="11" y="198"/>
                </a:cubicBezTo>
                <a:cubicBezTo>
                  <a:pt x="7" y="190"/>
                  <a:pt x="5" y="181"/>
                  <a:pt x="3" y="172"/>
                </a:cubicBezTo>
                <a:cubicBezTo>
                  <a:pt x="1" y="162"/>
                  <a:pt x="0" y="153"/>
                  <a:pt x="0" y="144"/>
                </a:cubicBezTo>
                <a:cubicBezTo>
                  <a:pt x="0" y="134"/>
                  <a:pt x="1" y="125"/>
                  <a:pt x="3" y="116"/>
                </a:cubicBezTo>
                <a:cubicBezTo>
                  <a:pt x="5" y="106"/>
                  <a:pt x="7" y="97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1" y="19"/>
                  <a:pt x="80" y="14"/>
                  <a:pt x="88" y="11"/>
                </a:cubicBezTo>
                <a:cubicBezTo>
                  <a:pt x="97" y="7"/>
                  <a:pt x="106" y="4"/>
                  <a:pt x="115" y="3"/>
                </a:cubicBezTo>
                <a:cubicBezTo>
                  <a:pt x="124" y="1"/>
                  <a:pt x="134" y="0"/>
                  <a:pt x="143" y="0"/>
                </a:cubicBezTo>
                <a:lnTo>
                  <a:pt x="191" y="0"/>
                </a:lnTo>
                <a:lnTo>
                  <a:pt x="191" y="47"/>
                </a:lnTo>
                <a:lnTo>
                  <a:pt x="143" y="47"/>
                </a:lnTo>
                <a:cubicBezTo>
                  <a:pt x="130" y="47"/>
                  <a:pt x="118" y="50"/>
                  <a:pt x="106" y="55"/>
                </a:cubicBezTo>
                <a:cubicBezTo>
                  <a:pt x="95" y="60"/>
                  <a:pt x="84" y="66"/>
                  <a:pt x="76" y="75"/>
                </a:cubicBezTo>
                <a:cubicBezTo>
                  <a:pt x="67" y="84"/>
                  <a:pt x="60" y="95"/>
                  <a:pt x="55" y="106"/>
                </a:cubicBezTo>
                <a:cubicBezTo>
                  <a:pt x="50" y="119"/>
                  <a:pt x="48" y="131"/>
                  <a:pt x="48" y="144"/>
                </a:cubicBezTo>
                <a:cubicBezTo>
                  <a:pt x="48" y="156"/>
                  <a:pt x="50" y="168"/>
                  <a:pt x="55" y="180"/>
                </a:cubicBezTo>
                <a:cubicBezTo>
                  <a:pt x="60" y="192"/>
                  <a:pt x="67" y="202"/>
                  <a:pt x="76" y="211"/>
                </a:cubicBezTo>
                <a:cubicBezTo>
                  <a:pt x="84" y="220"/>
                  <a:pt x="95" y="227"/>
                  <a:pt x="106" y="232"/>
                </a:cubicBezTo>
                <a:cubicBezTo>
                  <a:pt x="118" y="237"/>
                  <a:pt x="130" y="239"/>
                  <a:pt x="143" y="239"/>
                </a:cubicBezTo>
                <a:lnTo>
                  <a:pt x="429" y="239"/>
                </a:lnTo>
                <a:lnTo>
                  <a:pt x="429" y="28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22680" y="1540800"/>
            <a:ext cx="69120" cy="69120"/>
          </a:xfrm>
          <a:custGeom>
            <a:avLst/>
            <a:gdLst/>
            <a:ahLst/>
            <a:rect l="0" t="0" r="r" b="b"/>
            <a:pathLst>
              <a:path w="192" h="192">
                <a:moveTo>
                  <a:pt x="192" y="192"/>
                </a:moveTo>
                <a:lnTo>
                  <a:pt x="0" y="192"/>
                </a:ln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37000" y="14551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524" y="358"/>
                </a:moveTo>
                <a:lnTo>
                  <a:pt x="476" y="358"/>
                </a:lnTo>
                <a:lnTo>
                  <a:pt x="476" y="311"/>
                </a:lnTo>
                <a:lnTo>
                  <a:pt x="524" y="311"/>
                </a:lnTo>
                <a:cubicBezTo>
                  <a:pt x="536" y="311"/>
                  <a:pt x="549" y="308"/>
                  <a:pt x="560" y="304"/>
                </a:cubicBezTo>
                <a:cubicBezTo>
                  <a:pt x="572" y="299"/>
                  <a:pt x="582" y="292"/>
                  <a:pt x="591" y="283"/>
                </a:cubicBezTo>
                <a:cubicBezTo>
                  <a:pt x="600" y="274"/>
                  <a:pt x="607" y="264"/>
                  <a:pt x="612" y="252"/>
                </a:cubicBezTo>
                <a:cubicBezTo>
                  <a:pt x="617" y="240"/>
                  <a:pt x="619" y="228"/>
                  <a:pt x="619" y="216"/>
                </a:cubicBezTo>
                <a:cubicBezTo>
                  <a:pt x="619" y="203"/>
                  <a:pt x="617" y="191"/>
                  <a:pt x="612" y="179"/>
                </a:cubicBezTo>
                <a:cubicBezTo>
                  <a:pt x="607" y="168"/>
                  <a:pt x="600" y="157"/>
                  <a:pt x="591" y="148"/>
                </a:cubicBezTo>
                <a:cubicBezTo>
                  <a:pt x="582" y="139"/>
                  <a:pt x="572" y="132"/>
                  <a:pt x="560" y="128"/>
                </a:cubicBezTo>
                <a:cubicBezTo>
                  <a:pt x="549" y="123"/>
                  <a:pt x="536" y="120"/>
                  <a:pt x="524" y="120"/>
                </a:cubicBezTo>
                <a:lnTo>
                  <a:pt x="238" y="120"/>
                </a:lnTo>
                <a:lnTo>
                  <a:pt x="238" y="73"/>
                </a:lnTo>
                <a:lnTo>
                  <a:pt x="524" y="73"/>
                </a:lnTo>
                <a:cubicBezTo>
                  <a:pt x="533" y="73"/>
                  <a:pt x="543" y="74"/>
                  <a:pt x="552" y="76"/>
                </a:cubicBezTo>
                <a:cubicBezTo>
                  <a:pt x="561" y="77"/>
                  <a:pt x="570" y="80"/>
                  <a:pt x="579" y="84"/>
                </a:cubicBezTo>
                <a:cubicBezTo>
                  <a:pt x="587" y="87"/>
                  <a:pt x="595" y="92"/>
                  <a:pt x="603" y="97"/>
                </a:cubicBezTo>
                <a:cubicBezTo>
                  <a:pt x="611" y="102"/>
                  <a:pt x="618" y="108"/>
                  <a:pt x="625" y="115"/>
                </a:cubicBezTo>
                <a:cubicBezTo>
                  <a:pt x="632" y="121"/>
                  <a:pt x="637" y="128"/>
                  <a:pt x="643" y="136"/>
                </a:cubicBezTo>
                <a:cubicBezTo>
                  <a:pt x="648" y="144"/>
                  <a:pt x="652" y="152"/>
                  <a:pt x="657" y="161"/>
                </a:cubicBezTo>
                <a:cubicBezTo>
                  <a:pt x="660" y="170"/>
                  <a:pt x="663" y="179"/>
                  <a:pt x="665" y="188"/>
                </a:cubicBezTo>
                <a:cubicBezTo>
                  <a:pt x="667" y="197"/>
                  <a:pt x="668" y="206"/>
                  <a:pt x="668" y="216"/>
                </a:cubicBezTo>
                <a:cubicBezTo>
                  <a:pt x="668" y="225"/>
                  <a:pt x="667" y="234"/>
                  <a:pt x="665" y="243"/>
                </a:cubicBezTo>
                <a:cubicBezTo>
                  <a:pt x="663" y="253"/>
                  <a:pt x="660" y="262"/>
                  <a:pt x="657" y="270"/>
                </a:cubicBezTo>
                <a:cubicBezTo>
                  <a:pt x="652" y="279"/>
                  <a:pt x="648" y="287"/>
                  <a:pt x="643" y="295"/>
                </a:cubicBezTo>
                <a:cubicBezTo>
                  <a:pt x="637" y="303"/>
                  <a:pt x="632" y="310"/>
                  <a:pt x="625" y="317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40"/>
                  <a:pt x="587" y="344"/>
                  <a:pt x="579" y="348"/>
                </a:cubicBezTo>
                <a:cubicBezTo>
                  <a:pt x="570" y="351"/>
                  <a:pt x="561" y="354"/>
                  <a:pt x="552" y="356"/>
                </a:cubicBezTo>
                <a:cubicBezTo>
                  <a:pt x="543" y="358"/>
                  <a:pt x="533" y="358"/>
                  <a:pt x="524" y="358"/>
                </a:cubicBezTo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8" y="144"/>
                </a:moveTo>
                <a:lnTo>
                  <a:pt x="143" y="144"/>
                </a:lnTo>
                <a:lnTo>
                  <a:pt x="143" y="48"/>
                </a:lnTo>
                <a:lnTo>
                  <a:pt x="48" y="48"/>
                </a:lnTo>
                <a:lnTo>
                  <a:pt x="48" y="14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589160" y="1760400"/>
            <a:ext cx="132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8432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4596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714400"/>
            <a:ext cx="8420760" cy="991080"/>
          </a:xfrm>
          <a:custGeom>
            <a:avLst/>
            <a:gdLst/>
            <a:ahLst/>
            <a:rect l="0" t="0" r="r" b="b"/>
            <a:pathLst>
              <a:path w="23391" h="2753">
                <a:moveTo>
                  <a:pt x="0" y="0"/>
                </a:moveTo>
                <a:lnTo>
                  <a:pt x="23391" y="0"/>
                </a:lnTo>
                <a:lnTo>
                  <a:pt x="23391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714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5320" y="2855520"/>
            <a:ext cx="171720" cy="240120"/>
          </a:xfrm>
          <a:custGeom>
            <a:avLst/>
            <a:gdLst/>
            <a:ahLst/>
            <a:rect l="0" t="0" r="r" b="b"/>
            <a:pathLst>
              <a:path w="477" h="667">
                <a:moveTo>
                  <a:pt x="470" y="174"/>
                </a:moveTo>
                <a:lnTo>
                  <a:pt x="302" y="7"/>
                </a:lnTo>
                <a:cubicBezTo>
                  <a:pt x="297" y="2"/>
                  <a:pt x="292" y="0"/>
                  <a:pt x="285" y="0"/>
                </a:cubicBez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lnTo>
                  <a:pt x="0" y="620"/>
                </a:lnTo>
                <a:cubicBezTo>
                  <a:pt x="0" y="646"/>
                  <a:pt x="21" y="667"/>
                  <a:pt x="47" y="667"/>
                </a:cubicBezTo>
                <a:lnTo>
                  <a:pt x="429" y="667"/>
                </a:lnTo>
                <a:cubicBezTo>
                  <a:pt x="455" y="667"/>
                  <a:pt x="477" y="646"/>
                  <a:pt x="477" y="620"/>
                </a:cubicBezTo>
                <a:lnTo>
                  <a:pt x="477" y="190"/>
                </a:lnTo>
                <a:cubicBezTo>
                  <a:pt x="477" y="183"/>
                  <a:pt x="474" y="178"/>
                  <a:pt x="470" y="174"/>
                </a:cubicBezTo>
                <a:moveTo>
                  <a:pt x="285" y="57"/>
                </a:moveTo>
                <a:lnTo>
                  <a:pt x="420" y="190"/>
                </a:lnTo>
                <a:lnTo>
                  <a:pt x="285" y="190"/>
                </a:lnTo>
                <a:lnTo>
                  <a:pt x="285" y="57"/>
                </a:lnTo>
                <a:moveTo>
                  <a:pt x="429" y="620"/>
                </a:moveTo>
                <a:lnTo>
                  <a:pt x="47" y="620"/>
                </a:lnTo>
                <a:lnTo>
                  <a:pt x="47" y="47"/>
                </a:lnTo>
                <a:lnTo>
                  <a:pt x="238" y="47"/>
                </a:lnTo>
                <a:lnTo>
                  <a:pt x="238" y="190"/>
                </a:lnTo>
                <a:cubicBezTo>
                  <a:pt x="238" y="216"/>
                  <a:pt x="259" y="238"/>
                  <a:pt x="285" y="238"/>
                </a:cubicBezTo>
                <a:lnTo>
                  <a:pt x="429" y="238"/>
                </a:lnTo>
                <a:lnTo>
                  <a:pt x="429" y="62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19520" y="2975400"/>
            <a:ext cx="102960" cy="69120"/>
          </a:xfrm>
          <a:custGeom>
            <a:avLst/>
            <a:gdLst/>
            <a:ahLst/>
            <a:rect l="0" t="0" r="r" b="b"/>
            <a:pathLst>
              <a:path w="286" h="192">
                <a:moveTo>
                  <a:pt x="0" y="143"/>
                </a:moveTo>
                <a:lnTo>
                  <a:pt x="286" y="143"/>
                </a:lnTo>
                <a:lnTo>
                  <a:pt x="286" y="192"/>
                </a:lnTo>
                <a:lnTo>
                  <a:pt x="0" y="192"/>
                </a:lnTo>
                <a:lnTo>
                  <a:pt x="0" y="143"/>
                </a:lnTo>
                <a:moveTo>
                  <a:pt x="0" y="0"/>
                </a:moveTo>
                <a:lnTo>
                  <a:pt x="286" y="0"/>
                </a:lnTo>
                <a:lnTo>
                  <a:pt x="286" y="48"/>
                </a:lnTo>
                <a:lnTo>
                  <a:pt x="0" y="4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4451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43400" y="3151800"/>
            <a:ext cx="291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60044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106"/>
                </a:moveTo>
                <a:lnTo>
                  <a:pt x="0" y="2806"/>
                </a:lnTo>
                <a:lnTo>
                  <a:pt x="27" y="28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7040" y="3951720"/>
            <a:ext cx="240480" cy="249120"/>
          </a:xfrm>
          <a:custGeom>
            <a:avLst/>
            <a:gdLst/>
            <a:ahLst/>
            <a:rect l="0" t="0" r="r" b="b"/>
            <a:pathLst>
              <a:path w="668" h="692">
                <a:moveTo>
                  <a:pt x="143" y="191"/>
                </a:moveTo>
                <a:cubicBezTo>
                  <a:pt x="130" y="191"/>
                  <a:pt x="118" y="188"/>
                  <a:pt x="106" y="183"/>
                </a:cubicBezTo>
                <a:cubicBezTo>
                  <a:pt x="95" y="178"/>
                  <a:pt x="84" y="172"/>
                  <a:pt x="76" y="163"/>
                </a:cubicBezTo>
                <a:cubicBezTo>
                  <a:pt x="67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1"/>
                  <a:pt x="55" y="59"/>
                </a:cubicBezTo>
                <a:cubicBezTo>
                  <a:pt x="60" y="47"/>
                  <a:pt x="67" y="37"/>
                  <a:pt x="76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1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2"/>
                  <a:pt x="191" y="178"/>
                  <a:pt x="179" y="183"/>
                </a:cubicBezTo>
                <a:cubicBezTo>
                  <a:pt x="168" y="188"/>
                  <a:pt x="155" y="191"/>
                  <a:pt x="143" y="191"/>
                </a:cubicBezTo>
                <a:moveTo>
                  <a:pt x="143" y="48"/>
                </a:moveTo>
                <a:cubicBezTo>
                  <a:pt x="137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4"/>
                </a:cubicBezTo>
                <a:cubicBezTo>
                  <a:pt x="101" y="119"/>
                  <a:pt x="105" y="125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7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7" y="129"/>
                </a:cubicBezTo>
                <a:cubicBezTo>
                  <a:pt x="181" y="125"/>
                  <a:pt x="184" y="119"/>
                  <a:pt x="187" y="114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7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1"/>
                </a:moveTo>
                <a:cubicBezTo>
                  <a:pt x="511" y="191"/>
                  <a:pt x="499" y="188"/>
                  <a:pt x="487" y="183"/>
                </a:cubicBezTo>
                <a:cubicBezTo>
                  <a:pt x="476" y="178"/>
                  <a:pt x="465" y="172"/>
                  <a:pt x="456" y="163"/>
                </a:cubicBezTo>
                <a:cubicBezTo>
                  <a:pt x="448" y="154"/>
                  <a:pt x="441" y="143"/>
                  <a:pt x="436" y="132"/>
                </a:cubicBezTo>
                <a:cubicBezTo>
                  <a:pt x="431" y="120"/>
                  <a:pt x="429" y="108"/>
                  <a:pt x="429" y="95"/>
                </a:cubicBezTo>
                <a:cubicBezTo>
                  <a:pt x="429" y="83"/>
                  <a:pt x="431" y="71"/>
                  <a:pt x="436" y="59"/>
                </a:cubicBezTo>
                <a:cubicBezTo>
                  <a:pt x="441" y="47"/>
                  <a:pt x="448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2" y="12"/>
                  <a:pt x="582" y="19"/>
                  <a:pt x="591" y="28"/>
                </a:cubicBezTo>
                <a:cubicBezTo>
                  <a:pt x="600" y="37"/>
                  <a:pt x="607" y="47"/>
                  <a:pt x="612" y="59"/>
                </a:cubicBezTo>
                <a:cubicBezTo>
                  <a:pt x="617" y="71"/>
                  <a:pt x="620" y="83"/>
                  <a:pt x="620" y="95"/>
                </a:cubicBezTo>
                <a:cubicBezTo>
                  <a:pt x="620" y="108"/>
                  <a:pt x="617" y="120"/>
                  <a:pt x="612" y="132"/>
                </a:cubicBezTo>
                <a:cubicBezTo>
                  <a:pt x="607" y="143"/>
                  <a:pt x="600" y="154"/>
                  <a:pt x="591" y="163"/>
                </a:cubicBezTo>
                <a:cubicBezTo>
                  <a:pt x="582" y="172"/>
                  <a:pt x="572" y="178"/>
                  <a:pt x="560" y="183"/>
                </a:cubicBezTo>
                <a:cubicBezTo>
                  <a:pt x="549" y="188"/>
                  <a:pt x="536" y="191"/>
                  <a:pt x="524" y="191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4"/>
                </a:cubicBezTo>
                <a:cubicBezTo>
                  <a:pt x="482" y="119"/>
                  <a:pt x="486" y="125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5"/>
                  <a:pt x="565" y="119"/>
                  <a:pt x="568" y="114"/>
                </a:cubicBezTo>
                <a:cubicBezTo>
                  <a:pt x="570" y="108"/>
                  <a:pt x="571" y="102"/>
                  <a:pt x="571" y="95"/>
                </a:cubicBezTo>
                <a:cubicBezTo>
                  <a:pt x="571" y="89"/>
                  <a:pt x="570" y="83"/>
                  <a:pt x="568" y="77"/>
                </a:cubicBezTo>
                <a:cubicBezTo>
                  <a:pt x="565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1" y="692"/>
                </a:moveTo>
                <a:lnTo>
                  <a:pt x="476" y="692"/>
                </a:lnTo>
                <a:cubicBezTo>
                  <a:pt x="470" y="692"/>
                  <a:pt x="464" y="690"/>
                  <a:pt x="458" y="688"/>
                </a:cubicBezTo>
                <a:cubicBezTo>
                  <a:pt x="452" y="686"/>
                  <a:pt x="447" y="682"/>
                  <a:pt x="443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9" y="650"/>
                  <a:pt x="429" y="644"/>
                </a:cubicBezTo>
                <a:lnTo>
                  <a:pt x="429" y="477"/>
                </a:lnTo>
                <a:lnTo>
                  <a:pt x="476" y="477"/>
                </a:lnTo>
                <a:lnTo>
                  <a:pt x="476" y="644"/>
                </a:lnTo>
                <a:lnTo>
                  <a:pt x="571" y="644"/>
                </a:lnTo>
                <a:lnTo>
                  <a:pt x="571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7" y="274"/>
                  <a:pt x="612" y="269"/>
                </a:cubicBezTo>
                <a:cubicBezTo>
                  <a:pt x="607" y="264"/>
                  <a:pt x="602" y="262"/>
                  <a:pt x="595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5" y="686"/>
                  <a:pt x="209" y="688"/>
                </a:cubicBezTo>
                <a:cubicBezTo>
                  <a:pt x="203" y="690"/>
                  <a:pt x="197" y="692"/>
                  <a:pt x="190" y="692"/>
                </a:cubicBezTo>
                <a:lnTo>
                  <a:pt x="95" y="692"/>
                </a:lnTo>
                <a:cubicBezTo>
                  <a:pt x="89" y="692"/>
                  <a:pt x="83" y="690"/>
                  <a:pt x="77" y="688"/>
                </a:cubicBezTo>
                <a:cubicBezTo>
                  <a:pt x="71" y="686"/>
                  <a:pt x="66" y="682"/>
                  <a:pt x="62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4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9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7"/>
                </a:lnTo>
                <a:lnTo>
                  <a:pt x="415" y="214"/>
                </a:lnTo>
                <a:lnTo>
                  <a:pt x="595" y="214"/>
                </a:lnTo>
                <a:cubicBezTo>
                  <a:pt x="605" y="214"/>
                  <a:pt x="614" y="216"/>
                  <a:pt x="624" y="220"/>
                </a:cubicBezTo>
                <a:cubicBezTo>
                  <a:pt x="632" y="223"/>
                  <a:pt x="640" y="229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5" y="662"/>
                </a:cubicBezTo>
                <a:cubicBezTo>
                  <a:pt x="613" y="668"/>
                  <a:pt x="610" y="673"/>
                  <a:pt x="605" y="678"/>
                </a:cubicBezTo>
                <a:cubicBezTo>
                  <a:pt x="601" y="682"/>
                  <a:pt x="595" y="686"/>
                  <a:pt x="590" y="688"/>
                </a:cubicBezTo>
                <a:cubicBezTo>
                  <a:pt x="584" y="690"/>
                  <a:pt x="578" y="692"/>
                  <a:pt x="571" y="6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7080" y="3427200"/>
            <a:ext cx="4875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interacties · koppelvlakdiensten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251240"/>
            <a:ext cx="343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2428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2428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2428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6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2428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0"/>
                </a:moveTo>
                <a:lnTo>
                  <a:pt x="0" y="2806"/>
                </a:lnTo>
                <a:lnTo>
                  <a:pt x="27" y="28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910760" y="399456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8" y="573"/>
                </a:lnTo>
                <a:lnTo>
                  <a:pt x="478" y="501"/>
                </a:lnTo>
                <a:cubicBezTo>
                  <a:pt x="478" y="485"/>
                  <a:pt x="475" y="470"/>
                  <a:pt x="469" y="456"/>
                </a:cubicBezTo>
                <a:cubicBezTo>
                  <a:pt x="462" y="441"/>
                  <a:pt x="454" y="428"/>
                  <a:pt x="443" y="417"/>
                </a:cubicBezTo>
                <a:cubicBezTo>
                  <a:pt x="432" y="406"/>
                  <a:pt x="419" y="397"/>
                  <a:pt x="404" y="391"/>
                </a:cubicBezTo>
                <a:cubicBezTo>
                  <a:pt x="390" y="385"/>
                  <a:pt x="374" y="382"/>
                  <a:pt x="359" y="382"/>
                </a:cubicBezTo>
                <a:lnTo>
                  <a:pt x="215" y="382"/>
                </a:lnTo>
                <a:cubicBezTo>
                  <a:pt x="199" y="382"/>
                  <a:pt x="184" y="385"/>
                  <a:pt x="169" y="391"/>
                </a:cubicBezTo>
                <a:cubicBezTo>
                  <a:pt x="155" y="397"/>
                  <a:pt x="142" y="406"/>
                  <a:pt x="131" y="417"/>
                </a:cubicBezTo>
                <a:cubicBezTo>
                  <a:pt x="119" y="428"/>
                  <a:pt x="111" y="441"/>
                  <a:pt x="105" y="456"/>
                </a:cubicBezTo>
                <a:cubicBezTo>
                  <a:pt x="99" y="470"/>
                  <a:pt x="96" y="485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79"/>
                  <a:pt x="51" y="469"/>
                </a:cubicBezTo>
                <a:cubicBezTo>
                  <a:pt x="53" y="458"/>
                  <a:pt x="57" y="447"/>
                  <a:pt x="61" y="437"/>
                </a:cubicBezTo>
                <a:cubicBezTo>
                  <a:pt x="65" y="427"/>
                  <a:pt x="70" y="418"/>
                  <a:pt x="76" y="409"/>
                </a:cubicBezTo>
                <a:cubicBezTo>
                  <a:pt x="82" y="399"/>
                  <a:pt x="89" y="391"/>
                  <a:pt x="97" y="383"/>
                </a:cubicBezTo>
                <a:cubicBezTo>
                  <a:pt x="105" y="376"/>
                  <a:pt x="113" y="369"/>
                  <a:pt x="122" y="363"/>
                </a:cubicBezTo>
                <a:cubicBezTo>
                  <a:pt x="131" y="357"/>
                  <a:pt x="141" y="351"/>
                  <a:pt x="151" y="347"/>
                </a:cubicBezTo>
                <a:cubicBezTo>
                  <a:pt x="161" y="343"/>
                  <a:pt x="171" y="340"/>
                  <a:pt x="182" y="338"/>
                </a:cubicBezTo>
                <a:cubicBezTo>
                  <a:pt x="193" y="336"/>
                  <a:pt x="204" y="334"/>
                  <a:pt x="215" y="334"/>
                </a:cubicBezTo>
                <a:lnTo>
                  <a:pt x="359" y="334"/>
                </a:lnTo>
                <a:cubicBezTo>
                  <a:pt x="369" y="334"/>
                  <a:pt x="380" y="336"/>
                  <a:pt x="391" y="338"/>
                </a:cubicBezTo>
                <a:cubicBezTo>
                  <a:pt x="402" y="340"/>
                  <a:pt x="412" y="343"/>
                  <a:pt x="422" y="347"/>
                </a:cubicBezTo>
                <a:cubicBezTo>
                  <a:pt x="432" y="351"/>
                  <a:pt x="442" y="357"/>
                  <a:pt x="451" y="363"/>
                </a:cubicBezTo>
                <a:cubicBezTo>
                  <a:pt x="460" y="369"/>
                  <a:pt x="469" y="376"/>
                  <a:pt x="476" y="383"/>
                </a:cubicBezTo>
                <a:cubicBezTo>
                  <a:pt x="484" y="391"/>
                  <a:pt x="491" y="399"/>
                  <a:pt x="497" y="409"/>
                </a:cubicBezTo>
                <a:cubicBezTo>
                  <a:pt x="503" y="418"/>
                  <a:pt x="508" y="427"/>
                  <a:pt x="512" y="437"/>
                </a:cubicBezTo>
                <a:cubicBezTo>
                  <a:pt x="517" y="447"/>
                  <a:pt x="520" y="458"/>
                  <a:pt x="522" y="469"/>
                </a:cubicBezTo>
                <a:cubicBezTo>
                  <a:pt x="524" y="479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2"/>
                  <a:pt x="7" y="7"/>
                </a:cubicBezTo>
                <a:cubicBezTo>
                  <a:pt x="3" y="12"/>
                  <a:pt x="0" y="17"/>
                  <a:pt x="0" y="24"/>
                </a:cubicBezTo>
                <a:lnTo>
                  <a:pt x="0" y="239"/>
                </a:lnTo>
                <a:lnTo>
                  <a:pt x="48" y="239"/>
                </a:lnTo>
                <a:lnTo>
                  <a:pt x="48" y="24"/>
                </a:lnTo>
                <a:cubicBezTo>
                  <a:pt x="48" y="17"/>
                  <a:pt x="46" y="12"/>
                  <a:pt x="41" y="7"/>
                </a:cubicBezTo>
                <a:cubicBezTo>
                  <a:pt x="36" y="2"/>
                  <a:pt x="31" y="0"/>
                  <a:pt x="24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910760" y="396036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7"/>
                </a:lnTo>
                <a:lnTo>
                  <a:pt x="119" y="47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8"/>
                  <a:pt x="128" y="269"/>
                  <a:pt x="132" y="279"/>
                </a:cubicBezTo>
                <a:cubicBezTo>
                  <a:pt x="136" y="289"/>
                  <a:pt x="141" y="299"/>
                  <a:pt x="148" y="308"/>
                </a:cubicBezTo>
                <a:cubicBezTo>
                  <a:pt x="154" y="317"/>
                  <a:pt x="161" y="325"/>
                  <a:pt x="168" y="333"/>
                </a:cubicBezTo>
                <a:cubicBezTo>
                  <a:pt x="176" y="341"/>
                  <a:pt x="184" y="348"/>
                  <a:pt x="194" y="354"/>
                </a:cubicBezTo>
                <a:cubicBezTo>
                  <a:pt x="203" y="360"/>
                  <a:pt x="212" y="365"/>
                  <a:pt x="222" y="369"/>
                </a:cubicBezTo>
                <a:cubicBezTo>
                  <a:pt x="232" y="373"/>
                  <a:pt x="243" y="376"/>
                  <a:pt x="254" y="379"/>
                </a:cubicBezTo>
                <a:cubicBezTo>
                  <a:pt x="264" y="381"/>
                  <a:pt x="275" y="382"/>
                  <a:pt x="286" y="382"/>
                </a:cubicBezTo>
                <a:cubicBezTo>
                  <a:pt x="297" y="382"/>
                  <a:pt x="308" y="381"/>
                  <a:pt x="319" y="379"/>
                </a:cubicBezTo>
                <a:cubicBezTo>
                  <a:pt x="329" y="376"/>
                  <a:pt x="340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8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7"/>
                </a:lnTo>
                <a:lnTo>
                  <a:pt x="573" y="47"/>
                </a:lnTo>
                <a:lnTo>
                  <a:pt x="573" y="0"/>
                </a:lnTo>
                <a:lnTo>
                  <a:pt x="0" y="0"/>
                </a:lnTo>
                <a:moveTo>
                  <a:pt x="167" y="47"/>
                </a:moveTo>
                <a:lnTo>
                  <a:pt x="406" y="47"/>
                </a:lnTo>
                <a:lnTo>
                  <a:pt x="406" y="119"/>
                </a:lnTo>
                <a:lnTo>
                  <a:pt x="167" y="119"/>
                </a:lnTo>
                <a:lnTo>
                  <a:pt x="167" y="47"/>
                </a:lnTo>
                <a:moveTo>
                  <a:pt x="286" y="334"/>
                </a:moveTo>
                <a:cubicBezTo>
                  <a:pt x="270" y="334"/>
                  <a:pt x="255" y="331"/>
                  <a:pt x="241" y="325"/>
                </a:cubicBezTo>
                <a:cubicBezTo>
                  <a:pt x="226" y="319"/>
                  <a:pt x="213" y="311"/>
                  <a:pt x="202" y="299"/>
                </a:cubicBezTo>
                <a:cubicBezTo>
                  <a:pt x="191" y="288"/>
                  <a:pt x="182" y="275"/>
                  <a:pt x="176" y="261"/>
                </a:cubicBezTo>
                <a:cubicBezTo>
                  <a:pt x="170" y="246"/>
                  <a:pt x="167" y="231"/>
                  <a:pt x="167" y="215"/>
                </a:cubicBezTo>
                <a:lnTo>
                  <a:pt x="167" y="167"/>
                </a:lnTo>
                <a:lnTo>
                  <a:pt x="406" y="167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2" y="288"/>
                  <a:pt x="371" y="299"/>
                </a:cubicBezTo>
                <a:cubicBezTo>
                  <a:pt x="360" y="311"/>
                  <a:pt x="346" y="319"/>
                  <a:pt x="332" y="325"/>
                </a:cubicBezTo>
                <a:cubicBezTo>
                  <a:pt x="317" y="331"/>
                  <a:pt x="302" y="334"/>
                  <a:pt x="286" y="33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513320"/>
            <a:ext cx="1873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74760" y="4251240"/>
            <a:ext cx="201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74760" y="4513320"/>
            <a:ext cx="1183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volgt deze opbouw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439920" y="18648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52720" y="11714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52720" y="1171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52720" y="21808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527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752720" y="2276280"/>
            <a:ext cx="4124880" cy="1029240"/>
          </a:xfrm>
          <a:custGeom>
            <a:avLst/>
            <a:gdLst/>
            <a:ahLst/>
            <a:rect l="0" t="0" r="r" b="b"/>
            <a:pathLst>
              <a:path w="11458" h="2859">
                <a:moveTo>
                  <a:pt x="0" y="0"/>
                </a:moveTo>
                <a:lnTo>
                  <a:pt x="11458" y="0"/>
                </a:lnTo>
                <a:lnTo>
                  <a:pt x="11458" y="2859"/>
                </a:lnTo>
                <a:lnTo>
                  <a:pt x="0" y="28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752720" y="2276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752720" y="3295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88675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106"/>
                </a:moveTo>
                <a:lnTo>
                  <a:pt x="0" y="2859"/>
                </a:lnTo>
                <a:lnTo>
                  <a:pt x="28" y="28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7527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0"/>
                </a:moveTo>
                <a:lnTo>
                  <a:pt x="0" y="2859"/>
                </a:lnTo>
                <a:lnTo>
                  <a:pt x="28" y="28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752720" y="33908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752720" y="339084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752720" y="44002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88675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5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47527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4912920" y="1331280"/>
            <a:ext cx="239400" cy="240480"/>
          </a:xfrm>
          <a:custGeom>
            <a:avLst/>
            <a:gdLst/>
            <a:ahLst/>
            <a:rect l="0" t="0" r="r" b="b"/>
            <a:pathLst>
              <a:path w="665" h="668">
                <a:moveTo>
                  <a:pt x="459" y="69"/>
                </a:moveTo>
                <a:lnTo>
                  <a:pt x="352" y="5"/>
                </a:lnTo>
                <a:cubicBezTo>
                  <a:pt x="345" y="3"/>
                  <a:pt x="340" y="0"/>
                  <a:pt x="333" y="0"/>
                </a:cubicBezTo>
                <a:cubicBezTo>
                  <a:pt x="326" y="0"/>
                  <a:pt x="321" y="3"/>
                  <a:pt x="316" y="5"/>
                </a:cubicBezTo>
                <a:lnTo>
                  <a:pt x="209" y="69"/>
                </a:lnTo>
                <a:cubicBezTo>
                  <a:pt x="197" y="77"/>
                  <a:pt x="190" y="88"/>
                  <a:pt x="190" y="100"/>
                </a:cubicBezTo>
                <a:lnTo>
                  <a:pt x="190" y="234"/>
                </a:lnTo>
                <a:cubicBezTo>
                  <a:pt x="190" y="246"/>
                  <a:pt x="197" y="258"/>
                  <a:pt x="207" y="265"/>
                </a:cubicBezTo>
                <a:lnTo>
                  <a:pt x="314" y="329"/>
                </a:lnTo>
                <a:cubicBezTo>
                  <a:pt x="319" y="331"/>
                  <a:pt x="326" y="334"/>
                  <a:pt x="331" y="334"/>
                </a:cubicBezTo>
                <a:cubicBezTo>
                  <a:pt x="335" y="334"/>
                  <a:pt x="343" y="331"/>
                  <a:pt x="347" y="329"/>
                </a:cubicBezTo>
                <a:lnTo>
                  <a:pt x="454" y="265"/>
                </a:lnTo>
                <a:cubicBezTo>
                  <a:pt x="464" y="258"/>
                  <a:pt x="471" y="248"/>
                  <a:pt x="471" y="234"/>
                </a:cubicBezTo>
                <a:lnTo>
                  <a:pt x="471" y="100"/>
                </a:lnTo>
                <a:cubicBezTo>
                  <a:pt x="476" y="88"/>
                  <a:pt x="469" y="77"/>
                  <a:pt x="459" y="69"/>
                </a:cubicBezTo>
                <a:moveTo>
                  <a:pt x="428" y="227"/>
                </a:moveTo>
                <a:lnTo>
                  <a:pt x="333" y="284"/>
                </a:lnTo>
                <a:lnTo>
                  <a:pt x="238" y="227"/>
                </a:lnTo>
                <a:lnTo>
                  <a:pt x="238" y="108"/>
                </a:lnTo>
                <a:lnTo>
                  <a:pt x="333" y="50"/>
                </a:lnTo>
                <a:lnTo>
                  <a:pt x="428" y="108"/>
                </a:lnTo>
                <a:lnTo>
                  <a:pt x="428" y="227"/>
                </a:lnTo>
                <a:moveTo>
                  <a:pt x="651" y="403"/>
                </a:moveTo>
                <a:lnTo>
                  <a:pt x="543" y="338"/>
                </a:lnTo>
                <a:cubicBezTo>
                  <a:pt x="535" y="336"/>
                  <a:pt x="531" y="334"/>
                  <a:pt x="524" y="334"/>
                </a:cubicBezTo>
                <a:cubicBezTo>
                  <a:pt x="516" y="334"/>
                  <a:pt x="512" y="336"/>
                  <a:pt x="507" y="338"/>
                </a:cubicBezTo>
                <a:lnTo>
                  <a:pt x="400" y="403"/>
                </a:lnTo>
                <a:cubicBezTo>
                  <a:pt x="390" y="410"/>
                  <a:pt x="383" y="419"/>
                  <a:pt x="383" y="434"/>
                </a:cubicBezTo>
                <a:lnTo>
                  <a:pt x="383" y="567"/>
                </a:lnTo>
                <a:cubicBezTo>
                  <a:pt x="383" y="579"/>
                  <a:pt x="390" y="591"/>
                  <a:pt x="400" y="598"/>
                </a:cubicBezTo>
                <a:lnTo>
                  <a:pt x="507" y="663"/>
                </a:lnTo>
                <a:cubicBezTo>
                  <a:pt x="512" y="666"/>
                  <a:pt x="519" y="668"/>
                  <a:pt x="524" y="668"/>
                </a:cubicBezTo>
                <a:cubicBezTo>
                  <a:pt x="528" y="668"/>
                  <a:pt x="535" y="666"/>
                  <a:pt x="540" y="663"/>
                </a:cubicBezTo>
                <a:lnTo>
                  <a:pt x="648" y="598"/>
                </a:lnTo>
                <a:cubicBezTo>
                  <a:pt x="658" y="591"/>
                  <a:pt x="665" y="581"/>
                  <a:pt x="665" y="567"/>
                </a:cubicBezTo>
                <a:lnTo>
                  <a:pt x="665" y="434"/>
                </a:lnTo>
                <a:cubicBezTo>
                  <a:pt x="667" y="422"/>
                  <a:pt x="660" y="410"/>
                  <a:pt x="651" y="403"/>
                </a:cubicBezTo>
                <a:moveTo>
                  <a:pt x="619" y="560"/>
                </a:moveTo>
                <a:lnTo>
                  <a:pt x="524" y="617"/>
                </a:lnTo>
                <a:lnTo>
                  <a:pt x="428" y="560"/>
                </a:lnTo>
                <a:lnTo>
                  <a:pt x="428" y="441"/>
                </a:lnTo>
                <a:lnTo>
                  <a:pt x="524" y="384"/>
                </a:lnTo>
                <a:lnTo>
                  <a:pt x="619" y="441"/>
                </a:lnTo>
                <a:lnTo>
                  <a:pt x="619" y="560"/>
                </a:lnTo>
                <a:moveTo>
                  <a:pt x="269" y="403"/>
                </a:moveTo>
                <a:lnTo>
                  <a:pt x="162" y="338"/>
                </a:lnTo>
                <a:cubicBezTo>
                  <a:pt x="154" y="336"/>
                  <a:pt x="150" y="334"/>
                  <a:pt x="143" y="334"/>
                </a:cubicBezTo>
                <a:cubicBezTo>
                  <a:pt x="135" y="334"/>
                  <a:pt x="131" y="336"/>
                  <a:pt x="126" y="338"/>
                </a:cubicBezTo>
                <a:lnTo>
                  <a:pt x="19" y="403"/>
                </a:lnTo>
                <a:cubicBezTo>
                  <a:pt x="7" y="410"/>
                  <a:pt x="0" y="422"/>
                  <a:pt x="0" y="434"/>
                </a:cubicBezTo>
                <a:lnTo>
                  <a:pt x="0" y="567"/>
                </a:lnTo>
                <a:cubicBezTo>
                  <a:pt x="0" y="579"/>
                  <a:pt x="7" y="591"/>
                  <a:pt x="16" y="598"/>
                </a:cubicBezTo>
                <a:lnTo>
                  <a:pt x="124" y="663"/>
                </a:lnTo>
                <a:cubicBezTo>
                  <a:pt x="131" y="666"/>
                  <a:pt x="135" y="668"/>
                  <a:pt x="143" y="668"/>
                </a:cubicBezTo>
                <a:cubicBezTo>
                  <a:pt x="150" y="668"/>
                  <a:pt x="154" y="666"/>
                  <a:pt x="159" y="663"/>
                </a:cubicBezTo>
                <a:lnTo>
                  <a:pt x="266" y="598"/>
                </a:lnTo>
                <a:cubicBezTo>
                  <a:pt x="276" y="591"/>
                  <a:pt x="283" y="581"/>
                  <a:pt x="283" y="567"/>
                </a:cubicBezTo>
                <a:lnTo>
                  <a:pt x="283" y="434"/>
                </a:lnTo>
                <a:cubicBezTo>
                  <a:pt x="285" y="422"/>
                  <a:pt x="278" y="410"/>
                  <a:pt x="269" y="403"/>
                </a:cubicBezTo>
                <a:moveTo>
                  <a:pt x="238" y="560"/>
                </a:moveTo>
                <a:lnTo>
                  <a:pt x="143" y="617"/>
                </a:lnTo>
                <a:lnTo>
                  <a:pt x="47" y="560"/>
                </a:lnTo>
                <a:lnTo>
                  <a:pt x="47" y="441"/>
                </a:lnTo>
                <a:lnTo>
                  <a:pt x="143" y="384"/>
                </a:lnTo>
                <a:lnTo>
                  <a:pt x="238" y="441"/>
                </a:lnTo>
                <a:lnTo>
                  <a:pt x="238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897800" y="1618200"/>
            <a:ext cx="160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912920" y="25574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667" y="358"/>
                </a:moveTo>
                <a:lnTo>
                  <a:pt x="477" y="358"/>
                </a:lnTo>
                <a:lnTo>
                  <a:pt x="477" y="166"/>
                </a:lnTo>
                <a:lnTo>
                  <a:pt x="667" y="166"/>
                </a:lnTo>
                <a:lnTo>
                  <a:pt x="667" y="358"/>
                </a:lnTo>
                <a:moveTo>
                  <a:pt x="525" y="310"/>
                </a:moveTo>
                <a:lnTo>
                  <a:pt x="620" y="310"/>
                </a:lnTo>
                <a:lnTo>
                  <a:pt x="620" y="214"/>
                </a:lnTo>
                <a:lnTo>
                  <a:pt x="525" y="214"/>
                </a:lnTo>
                <a:lnTo>
                  <a:pt x="525" y="310"/>
                </a:lnTo>
                <a:moveTo>
                  <a:pt x="429" y="286"/>
                </a:moveTo>
                <a:lnTo>
                  <a:pt x="144" y="286"/>
                </a:lnTo>
                <a:cubicBezTo>
                  <a:pt x="134" y="286"/>
                  <a:pt x="125" y="285"/>
                  <a:pt x="116" y="283"/>
                </a:cubicBezTo>
                <a:cubicBezTo>
                  <a:pt x="106" y="282"/>
                  <a:pt x="98" y="279"/>
                  <a:pt x="89" y="275"/>
                </a:cubicBezTo>
                <a:cubicBezTo>
                  <a:pt x="80" y="272"/>
                  <a:pt x="72" y="267"/>
                  <a:pt x="64" y="262"/>
                </a:cubicBezTo>
                <a:cubicBezTo>
                  <a:pt x="56" y="257"/>
                  <a:pt x="49" y="251"/>
                  <a:pt x="43" y="244"/>
                </a:cubicBezTo>
                <a:cubicBezTo>
                  <a:pt x="36" y="238"/>
                  <a:pt x="30" y="231"/>
                  <a:pt x="25" y="223"/>
                </a:cubicBezTo>
                <a:cubicBezTo>
                  <a:pt x="20" y="214"/>
                  <a:pt x="15" y="206"/>
                  <a:pt x="12" y="197"/>
                </a:cubicBezTo>
                <a:cubicBezTo>
                  <a:pt x="8" y="188"/>
                  <a:pt x="4" y="179"/>
                  <a:pt x="2" y="170"/>
                </a:cubicBezTo>
                <a:cubicBezTo>
                  <a:pt x="1" y="161"/>
                  <a:pt x="0" y="152"/>
                  <a:pt x="0" y="142"/>
                </a:cubicBezTo>
                <a:cubicBezTo>
                  <a:pt x="0" y="133"/>
                  <a:pt x="1" y="124"/>
                  <a:pt x="2" y="115"/>
                </a:cubicBezTo>
                <a:cubicBezTo>
                  <a:pt x="4" y="105"/>
                  <a:pt x="8" y="96"/>
                  <a:pt x="12" y="88"/>
                </a:cubicBezTo>
                <a:cubicBezTo>
                  <a:pt x="15" y="79"/>
                  <a:pt x="20" y="71"/>
                  <a:pt x="25" y="63"/>
                </a:cubicBezTo>
                <a:cubicBezTo>
                  <a:pt x="30" y="55"/>
                  <a:pt x="36" y="48"/>
                  <a:pt x="43" y="41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8"/>
                  <a:pt x="80" y="14"/>
                  <a:pt x="89" y="10"/>
                </a:cubicBezTo>
                <a:cubicBezTo>
                  <a:pt x="98" y="7"/>
                  <a:pt x="106" y="4"/>
                  <a:pt x="116" y="2"/>
                </a:cubicBezTo>
                <a:cubicBezTo>
                  <a:pt x="125" y="0"/>
                  <a:pt x="134" y="0"/>
                  <a:pt x="144" y="0"/>
                </a:cubicBezTo>
                <a:lnTo>
                  <a:pt x="191" y="0"/>
                </a:lnTo>
                <a:lnTo>
                  <a:pt x="191" y="47"/>
                </a:lnTo>
                <a:lnTo>
                  <a:pt x="144" y="47"/>
                </a:lnTo>
                <a:cubicBezTo>
                  <a:pt x="131" y="47"/>
                  <a:pt x="119" y="50"/>
                  <a:pt x="107" y="54"/>
                </a:cubicBezTo>
                <a:cubicBezTo>
                  <a:pt x="95" y="59"/>
                  <a:pt x="85" y="66"/>
                  <a:pt x="76" y="75"/>
                </a:cubicBezTo>
                <a:cubicBezTo>
                  <a:pt x="67" y="84"/>
                  <a:pt x="60" y="94"/>
                  <a:pt x="56" y="106"/>
                </a:cubicBezTo>
                <a:cubicBezTo>
                  <a:pt x="51" y="118"/>
                  <a:pt x="48" y="130"/>
                  <a:pt x="48" y="142"/>
                </a:cubicBezTo>
                <a:cubicBezTo>
                  <a:pt x="48" y="155"/>
                  <a:pt x="51" y="167"/>
                  <a:pt x="56" y="179"/>
                </a:cubicBezTo>
                <a:cubicBezTo>
                  <a:pt x="60" y="190"/>
                  <a:pt x="67" y="201"/>
                  <a:pt x="76" y="210"/>
                </a:cubicBezTo>
                <a:cubicBezTo>
                  <a:pt x="85" y="220"/>
                  <a:pt x="95" y="227"/>
                  <a:pt x="107" y="231"/>
                </a:cubicBezTo>
                <a:cubicBezTo>
                  <a:pt x="119" y="236"/>
                  <a:pt x="131" y="239"/>
                  <a:pt x="144" y="239"/>
                </a:cubicBezTo>
                <a:lnTo>
                  <a:pt x="429" y="239"/>
                </a:lnTo>
                <a:lnTo>
                  <a:pt x="429" y="28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998600" y="2531520"/>
            <a:ext cx="68760" cy="69120"/>
          </a:xfrm>
          <a:custGeom>
            <a:avLst/>
            <a:gdLst/>
            <a:ahLst/>
            <a:rect l="0" t="0" r="r" b="b"/>
            <a:pathLst>
              <a:path w="191" h="192"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7" y="144"/>
                </a:moveTo>
                <a:lnTo>
                  <a:pt x="144" y="144"/>
                </a:lnTo>
                <a:lnTo>
                  <a:pt x="144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912920" y="24458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525" y="358"/>
                </a:moveTo>
                <a:lnTo>
                  <a:pt x="477" y="358"/>
                </a:lnTo>
                <a:lnTo>
                  <a:pt x="477" y="311"/>
                </a:lnTo>
                <a:lnTo>
                  <a:pt x="525" y="311"/>
                </a:lnTo>
                <a:cubicBezTo>
                  <a:pt x="537" y="311"/>
                  <a:pt x="549" y="308"/>
                  <a:pt x="561" y="303"/>
                </a:cubicBezTo>
                <a:cubicBezTo>
                  <a:pt x="573" y="298"/>
                  <a:pt x="583" y="292"/>
                  <a:pt x="592" y="283"/>
                </a:cubicBezTo>
                <a:cubicBezTo>
                  <a:pt x="601" y="274"/>
                  <a:pt x="608" y="263"/>
                  <a:pt x="613" y="252"/>
                </a:cubicBezTo>
                <a:cubicBezTo>
                  <a:pt x="617" y="240"/>
                  <a:pt x="620" y="228"/>
                  <a:pt x="620" y="215"/>
                </a:cubicBezTo>
                <a:cubicBezTo>
                  <a:pt x="620" y="203"/>
                  <a:pt x="617" y="191"/>
                  <a:pt x="613" y="179"/>
                </a:cubicBezTo>
                <a:cubicBezTo>
                  <a:pt x="608" y="166"/>
                  <a:pt x="601" y="156"/>
                  <a:pt x="592" y="147"/>
                </a:cubicBezTo>
                <a:cubicBezTo>
                  <a:pt x="583" y="138"/>
                  <a:pt x="573" y="131"/>
                  <a:pt x="561" y="126"/>
                </a:cubicBezTo>
                <a:cubicBezTo>
                  <a:pt x="549" y="121"/>
                  <a:pt x="537" y="119"/>
                  <a:pt x="525" y="119"/>
                </a:cubicBezTo>
                <a:lnTo>
                  <a:pt x="239" y="119"/>
                </a:lnTo>
                <a:lnTo>
                  <a:pt x="239" y="71"/>
                </a:lnTo>
                <a:lnTo>
                  <a:pt x="525" y="71"/>
                </a:lnTo>
                <a:cubicBezTo>
                  <a:pt x="534" y="71"/>
                  <a:pt x="543" y="72"/>
                  <a:pt x="552" y="74"/>
                </a:cubicBezTo>
                <a:cubicBezTo>
                  <a:pt x="562" y="76"/>
                  <a:pt x="571" y="79"/>
                  <a:pt x="579" y="82"/>
                </a:cubicBezTo>
                <a:cubicBezTo>
                  <a:pt x="588" y="86"/>
                  <a:pt x="596" y="90"/>
                  <a:pt x="604" y="96"/>
                </a:cubicBezTo>
                <a:cubicBezTo>
                  <a:pt x="612" y="101"/>
                  <a:pt x="619" y="107"/>
                  <a:pt x="626" y="113"/>
                </a:cubicBezTo>
                <a:cubicBezTo>
                  <a:pt x="632" y="120"/>
                  <a:pt x="638" y="127"/>
                  <a:pt x="643" y="135"/>
                </a:cubicBezTo>
                <a:cubicBezTo>
                  <a:pt x="649" y="143"/>
                  <a:pt x="653" y="151"/>
                  <a:pt x="657" y="160"/>
                </a:cubicBezTo>
                <a:cubicBezTo>
                  <a:pt x="660" y="169"/>
                  <a:pt x="663" y="178"/>
                  <a:pt x="665" y="187"/>
                </a:cubicBezTo>
                <a:cubicBezTo>
                  <a:pt x="666" y="197"/>
                  <a:pt x="667" y="206"/>
                  <a:pt x="667" y="215"/>
                </a:cubicBezTo>
                <a:cubicBezTo>
                  <a:pt x="667" y="225"/>
                  <a:pt x="666" y="234"/>
                  <a:pt x="665" y="243"/>
                </a:cubicBezTo>
                <a:cubicBezTo>
                  <a:pt x="663" y="252"/>
                  <a:pt x="660" y="261"/>
                  <a:pt x="657" y="270"/>
                </a:cubicBezTo>
                <a:cubicBezTo>
                  <a:pt x="653" y="279"/>
                  <a:pt x="649" y="287"/>
                  <a:pt x="643" y="295"/>
                </a:cubicBezTo>
                <a:cubicBezTo>
                  <a:pt x="638" y="302"/>
                  <a:pt x="632" y="310"/>
                  <a:pt x="626" y="316"/>
                </a:cubicBezTo>
                <a:cubicBezTo>
                  <a:pt x="619" y="323"/>
                  <a:pt x="612" y="329"/>
                  <a:pt x="604" y="334"/>
                </a:cubicBezTo>
                <a:cubicBezTo>
                  <a:pt x="596" y="339"/>
                  <a:pt x="588" y="344"/>
                  <a:pt x="579" y="347"/>
                </a:cubicBezTo>
                <a:cubicBezTo>
                  <a:pt x="571" y="351"/>
                  <a:pt x="562" y="354"/>
                  <a:pt x="552" y="355"/>
                </a:cubicBezTo>
                <a:cubicBezTo>
                  <a:pt x="543" y="357"/>
                  <a:pt x="534" y="358"/>
                  <a:pt x="525" y="358"/>
                </a:cubicBezTo>
                <a:moveTo>
                  <a:pt x="191" y="191"/>
                </a:moveTo>
                <a:lnTo>
                  <a:pt x="0" y="191"/>
                </a:lnTo>
                <a:lnTo>
                  <a:pt x="0" y="0"/>
                </a:lnTo>
                <a:lnTo>
                  <a:pt x="191" y="0"/>
                </a:lnTo>
                <a:lnTo>
                  <a:pt x="191" y="191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897800" y="1893960"/>
            <a:ext cx="3824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 schema's · toegang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897800" y="2732760"/>
            <a:ext cx="13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5032800" y="355068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9"/>
                </a:lnTo>
                <a:lnTo>
                  <a:pt x="239" y="49"/>
                </a:lnTo>
                <a:lnTo>
                  <a:pt x="239" y="406"/>
                </a:lnTo>
                <a:lnTo>
                  <a:pt x="287" y="406"/>
                </a:lnTo>
                <a:lnTo>
                  <a:pt x="287" y="49"/>
                </a:lnTo>
                <a:cubicBezTo>
                  <a:pt x="287" y="42"/>
                  <a:pt x="286" y="36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989960" y="359352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8"/>
                </a:lnTo>
                <a:lnTo>
                  <a:pt x="238" y="48"/>
                </a:lnTo>
                <a:lnTo>
                  <a:pt x="238" y="406"/>
                </a:lnTo>
                <a:lnTo>
                  <a:pt x="287" y="406"/>
                </a:lnTo>
                <a:lnTo>
                  <a:pt x="287" y="48"/>
                </a:lnTo>
                <a:cubicBezTo>
                  <a:pt x="287" y="42"/>
                  <a:pt x="286" y="35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1" y="1"/>
                  <a:pt x="244" y="0"/>
                  <a:pt x="23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929840" y="3636360"/>
            <a:ext cx="120600" cy="154800"/>
          </a:xfrm>
          <a:custGeom>
            <a:avLst/>
            <a:gdLst/>
            <a:ahLst/>
            <a:rect l="0" t="0" r="r" b="b"/>
            <a:pathLst>
              <a:path w="335" h="430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299" y="1"/>
                  <a:pt x="305" y="4"/>
                </a:cubicBezTo>
                <a:cubicBezTo>
                  <a:pt x="311" y="6"/>
                  <a:pt x="316" y="10"/>
                  <a:pt x="321" y="14"/>
                </a:cubicBezTo>
                <a:cubicBezTo>
                  <a:pt x="325" y="19"/>
                  <a:pt x="329" y="24"/>
                  <a:pt x="331" y="30"/>
                </a:cubicBezTo>
                <a:cubicBezTo>
                  <a:pt x="333" y="35"/>
                  <a:pt x="335" y="42"/>
                  <a:pt x="335" y="48"/>
                </a:cubicBezTo>
                <a:lnTo>
                  <a:pt x="335" y="381"/>
                </a:lnTo>
                <a:cubicBezTo>
                  <a:pt x="335" y="389"/>
                  <a:pt x="333" y="395"/>
                  <a:pt x="331" y="400"/>
                </a:cubicBezTo>
                <a:cubicBezTo>
                  <a:pt x="329" y="406"/>
                  <a:pt x="325" y="411"/>
                  <a:pt x="321" y="416"/>
                </a:cubicBezTo>
                <a:cubicBezTo>
                  <a:pt x="316" y="420"/>
                  <a:pt x="311" y="424"/>
                  <a:pt x="305" y="426"/>
                </a:cubicBezTo>
                <a:cubicBezTo>
                  <a:pt x="299" y="429"/>
                  <a:pt x="293" y="430"/>
                  <a:pt x="287" y="430"/>
                </a:cubicBezTo>
                <a:lnTo>
                  <a:pt x="48" y="430"/>
                </a:lnTo>
                <a:cubicBezTo>
                  <a:pt x="42" y="430"/>
                  <a:pt x="36" y="429"/>
                  <a:pt x="30" y="426"/>
                </a:cubicBezTo>
                <a:cubicBezTo>
                  <a:pt x="24" y="424"/>
                  <a:pt x="19" y="420"/>
                  <a:pt x="14" y="416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5"/>
                  <a:pt x="0" y="389"/>
                  <a:pt x="0" y="381"/>
                </a:cubicBezTo>
                <a:lnTo>
                  <a:pt x="0" y="48"/>
                </a:lnTo>
                <a:cubicBezTo>
                  <a:pt x="0" y="42"/>
                  <a:pt x="2" y="35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moveTo>
                  <a:pt x="287" y="48"/>
                </a:moveTo>
                <a:lnTo>
                  <a:pt x="48" y="48"/>
                </a:lnTo>
                <a:lnTo>
                  <a:pt x="48" y="381"/>
                </a:lnTo>
                <a:lnTo>
                  <a:pt x="287" y="381"/>
                </a:lnTo>
                <a:lnTo>
                  <a:pt x="287" y="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897800" y="3008160"/>
            <a:ext cx="294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planning · studentadministratie · leeromgeving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4897800" y="3846960"/>
            <a:ext cx="1725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Eigen versie per deel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897800" y="4122720"/>
            <a:ext cx="18356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openbaar, met de reden erbij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3757680" y="48898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8" name=""/>
          <p:cNvSpPr/>
          <p:nvPr/>
        </p:nvSpPr>
        <p:spPr>
          <a:xfrm>
            <a:off x="456840" y="2981160"/>
            <a:ext cx="4115160" cy="628920"/>
          </a:xfrm>
          <a:custGeom>
            <a:avLst/>
            <a:gdLst/>
            <a:ahLst/>
            <a:rect l="0" t="0" r="r" b="b"/>
            <a:pathLst>
              <a:path w="11431" h="1747">
                <a:moveTo>
                  <a:pt x="0" y="0"/>
                </a:moveTo>
                <a:lnTo>
                  <a:pt x="11431" y="0"/>
                </a:lnTo>
                <a:lnTo>
                  <a:pt x="1143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456840" y="29811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56840" y="36003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4562280" y="2981160"/>
            <a:ext cx="9720" cy="628920"/>
          </a:xfrm>
          <a:custGeom>
            <a:avLst/>
            <a:gdLst/>
            <a:ahLst/>
            <a:rect l="0" t="0" r="r" b="b"/>
            <a:pathLst>
              <a:path w="27" h="1747">
                <a:moveTo>
                  <a:pt x="0" y="106"/>
                </a:moveTo>
                <a:lnTo>
                  <a:pt x="0" y="1747"/>
                </a:lnTo>
                <a:lnTo>
                  <a:pt x="27" y="174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456840" y="29811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456840" y="3705120"/>
            <a:ext cx="4115160" cy="428760"/>
          </a:xfrm>
          <a:custGeom>
            <a:avLst/>
            <a:gdLst/>
            <a:ahLst/>
            <a:rect l="0" t="0" r="r" b="b"/>
            <a:pathLst>
              <a:path w="11431" h="1191">
                <a:moveTo>
                  <a:pt x="0" y="0"/>
                </a:moveTo>
                <a:lnTo>
                  <a:pt x="11431" y="0"/>
                </a:lnTo>
                <a:lnTo>
                  <a:pt x="1143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56840" y="3705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56840" y="41241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562280" y="370512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106"/>
                </a:moveTo>
                <a:lnTo>
                  <a:pt x="0" y="1191"/>
                </a:lnTo>
                <a:lnTo>
                  <a:pt x="27" y="11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456840" y="370512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0" y="1191"/>
                </a:lnTo>
                <a:lnTo>
                  <a:pt x="28" y="11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56840" y="17809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56840" y="17809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56840" y="28573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457360" y="17809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456840" y="17809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288800" y="1903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726840" y="23252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2571480" y="17809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2571480" y="17809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2571480" y="28573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4562280" y="17809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2571480" y="17809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193400" y="25729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3391920" y="1903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682360" y="23252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603720" y="3134520"/>
            <a:ext cx="40226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Begrippen, model en stromen liggen als concept voor, naast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603720" y="3334680"/>
            <a:ext cx="10659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7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208" name=""/>
          <p:cNvSpPr txBox="1"/>
          <p:nvPr/>
        </p:nvSpPr>
        <p:spPr>
          <a:xfrm>
            <a:off x="603720" y="384876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8" name=""/>
          <p:cNvSpPr/>
          <p:nvPr/>
        </p:nvSpPr>
        <p:spPr>
          <a:xfrm>
            <a:off x="461880" y="1261800"/>
            <a:ext cx="4105440" cy="3200760"/>
          </a:xfrm>
          <a:custGeom>
            <a:avLst/>
            <a:gdLst/>
            <a:ahLst/>
            <a:rect l="0" t="0" r="r" b="b"/>
            <a:pathLst>
              <a:path w="11404" h="8891">
                <a:moveTo>
                  <a:pt x="0" y="874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46"/>
                </a:lnTo>
                <a:cubicBezTo>
                  <a:pt x="11404" y="8755"/>
                  <a:pt x="11403" y="8765"/>
                  <a:pt x="11401" y="8774"/>
                </a:cubicBezTo>
                <a:cubicBezTo>
                  <a:pt x="11400" y="8783"/>
                  <a:pt x="11397" y="8793"/>
                  <a:pt x="11393" y="8801"/>
                </a:cubicBezTo>
                <a:cubicBezTo>
                  <a:pt x="11390" y="8810"/>
                  <a:pt x="11385" y="8819"/>
                  <a:pt x="11380" y="8827"/>
                </a:cubicBezTo>
                <a:cubicBezTo>
                  <a:pt x="11374" y="8834"/>
                  <a:pt x="11368" y="8842"/>
                  <a:pt x="11362" y="8849"/>
                </a:cubicBezTo>
                <a:cubicBezTo>
                  <a:pt x="11355" y="8855"/>
                  <a:pt x="11348" y="8861"/>
                  <a:pt x="11340" y="8867"/>
                </a:cubicBezTo>
                <a:cubicBezTo>
                  <a:pt x="11332" y="8872"/>
                  <a:pt x="11323" y="8876"/>
                  <a:pt x="11314" y="8880"/>
                </a:cubicBezTo>
                <a:cubicBezTo>
                  <a:pt x="11306" y="8884"/>
                  <a:pt x="11297" y="8887"/>
                  <a:pt x="11287" y="8888"/>
                </a:cubicBezTo>
                <a:cubicBezTo>
                  <a:pt x="11278" y="8890"/>
                  <a:pt x="11268" y="8891"/>
                  <a:pt x="11259" y="8891"/>
                </a:cubicBezTo>
                <a:lnTo>
                  <a:pt x="145" y="8891"/>
                </a:lnTo>
                <a:cubicBezTo>
                  <a:pt x="136" y="8891"/>
                  <a:pt x="126" y="8890"/>
                  <a:pt x="117" y="8888"/>
                </a:cubicBezTo>
                <a:cubicBezTo>
                  <a:pt x="107" y="8887"/>
                  <a:pt x="98" y="8884"/>
                  <a:pt x="90" y="8880"/>
                </a:cubicBezTo>
                <a:cubicBezTo>
                  <a:pt x="81" y="8876"/>
                  <a:pt x="72" y="8872"/>
                  <a:pt x="64" y="8867"/>
                </a:cubicBezTo>
                <a:cubicBezTo>
                  <a:pt x="56" y="8861"/>
                  <a:pt x="49" y="8855"/>
                  <a:pt x="42" y="8849"/>
                </a:cubicBezTo>
                <a:cubicBezTo>
                  <a:pt x="36" y="8842"/>
                  <a:pt x="30" y="8834"/>
                  <a:pt x="24" y="8827"/>
                </a:cubicBezTo>
                <a:cubicBezTo>
                  <a:pt x="19" y="8819"/>
                  <a:pt x="14" y="8810"/>
                  <a:pt x="11" y="8801"/>
                </a:cubicBezTo>
                <a:cubicBezTo>
                  <a:pt x="7" y="8793"/>
                  <a:pt x="4" y="8783"/>
                  <a:pt x="3" y="8774"/>
                </a:cubicBezTo>
                <a:cubicBezTo>
                  <a:pt x="1" y="8765"/>
                  <a:pt x="0" y="8755"/>
                  <a:pt x="0" y="874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61880" y="1261800"/>
            <a:ext cx="4105440" cy="3200760"/>
          </a:xfrm>
          <a:custGeom>
            <a:avLst/>
            <a:gdLst/>
            <a:ahLst/>
            <a:rect l="0" t="0" r="r" b="b"/>
            <a:pathLst>
              <a:path w="11404" h="8891">
                <a:moveTo>
                  <a:pt x="0" y="874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46"/>
                </a:lnTo>
                <a:cubicBezTo>
                  <a:pt x="11404" y="8755"/>
                  <a:pt x="11403" y="8765"/>
                  <a:pt x="11401" y="8774"/>
                </a:cubicBezTo>
                <a:cubicBezTo>
                  <a:pt x="11400" y="8783"/>
                  <a:pt x="11397" y="8793"/>
                  <a:pt x="11393" y="8801"/>
                </a:cubicBezTo>
                <a:cubicBezTo>
                  <a:pt x="11390" y="8810"/>
                  <a:pt x="11385" y="8819"/>
                  <a:pt x="11380" y="8827"/>
                </a:cubicBezTo>
                <a:cubicBezTo>
                  <a:pt x="11374" y="8834"/>
                  <a:pt x="11368" y="8842"/>
                  <a:pt x="11362" y="8849"/>
                </a:cubicBezTo>
                <a:cubicBezTo>
                  <a:pt x="11355" y="8855"/>
                  <a:pt x="11348" y="8861"/>
                  <a:pt x="11340" y="8867"/>
                </a:cubicBezTo>
                <a:cubicBezTo>
                  <a:pt x="11332" y="8872"/>
                  <a:pt x="11323" y="8876"/>
                  <a:pt x="11314" y="8880"/>
                </a:cubicBezTo>
                <a:cubicBezTo>
                  <a:pt x="11306" y="8884"/>
                  <a:pt x="11297" y="8887"/>
                  <a:pt x="11287" y="8888"/>
                </a:cubicBezTo>
                <a:cubicBezTo>
                  <a:pt x="11278" y="8890"/>
                  <a:pt x="11268" y="8891"/>
                  <a:pt x="11259" y="8891"/>
                </a:cubicBezTo>
                <a:lnTo>
                  <a:pt x="145" y="8891"/>
                </a:lnTo>
                <a:cubicBezTo>
                  <a:pt x="136" y="8891"/>
                  <a:pt x="126" y="8890"/>
                  <a:pt x="117" y="8888"/>
                </a:cubicBezTo>
                <a:cubicBezTo>
                  <a:pt x="107" y="8887"/>
                  <a:pt x="98" y="8884"/>
                  <a:pt x="90" y="8880"/>
                </a:cubicBezTo>
                <a:cubicBezTo>
                  <a:pt x="81" y="8876"/>
                  <a:pt x="72" y="8872"/>
                  <a:pt x="64" y="8867"/>
                </a:cubicBezTo>
                <a:cubicBezTo>
                  <a:pt x="56" y="8861"/>
                  <a:pt x="49" y="8855"/>
                  <a:pt x="42" y="8849"/>
                </a:cubicBezTo>
                <a:cubicBezTo>
                  <a:pt x="36" y="8842"/>
                  <a:pt x="30" y="8834"/>
                  <a:pt x="24" y="8827"/>
                </a:cubicBezTo>
                <a:cubicBezTo>
                  <a:pt x="19" y="8819"/>
                  <a:pt x="14" y="8810"/>
                  <a:pt x="11" y="8801"/>
                </a:cubicBezTo>
                <a:cubicBezTo>
                  <a:pt x="7" y="8793"/>
                  <a:pt x="4" y="8783"/>
                  <a:pt x="3" y="8774"/>
                </a:cubicBezTo>
                <a:cubicBezTo>
                  <a:pt x="1" y="8765"/>
                  <a:pt x="0" y="8755"/>
                  <a:pt x="0" y="8746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0" name="" descr=""/>
          <p:cNvPicPr/>
          <p:nvPr/>
        </p:nvPicPr>
        <p:blipFill>
          <a:blip r:embed="rId2"/>
          <a:stretch/>
        </p:blipFill>
        <p:spPr>
          <a:xfrm>
            <a:off x="466560" y="1266840"/>
            <a:ext cx="4095360" cy="3190680"/>
          </a:xfrm>
          <a:prstGeom prst="rect">
            <a:avLst/>
          </a:prstGeom>
          <a:ln w="0">
            <a:noFill/>
          </a:ln>
        </p:spPr>
      </p:pic>
      <p:sp>
        <p:nvSpPr>
          <p:cNvPr id="221" name=""/>
          <p:cNvSpPr txBox="1"/>
          <p:nvPr/>
        </p:nvSpPr>
        <p:spPr>
          <a:xfrm>
            <a:off x="439920" y="577080"/>
            <a:ext cx="7408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762440" y="1714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762440" y="1714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4762440" y="2466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8867520" y="1714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4762440" y="1714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762440" y="2581200"/>
            <a:ext cx="4115160" cy="762120"/>
          </a:xfrm>
          <a:custGeom>
            <a:avLst/>
            <a:gdLst/>
            <a:ahLst/>
            <a:rect l="0" t="0" r="r" b="b"/>
            <a:pathLst>
              <a:path w="11431" h="2117">
                <a:moveTo>
                  <a:pt x="0" y="0"/>
                </a:moveTo>
                <a:lnTo>
                  <a:pt x="11431" y="0"/>
                </a:lnTo>
                <a:lnTo>
                  <a:pt x="11431" y="2117"/>
                </a:lnTo>
                <a:lnTo>
                  <a:pt x="0" y="21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4762440" y="2581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4762440" y="33336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8867520" y="2581200"/>
            <a:ext cx="10080" cy="762120"/>
          </a:xfrm>
          <a:custGeom>
            <a:avLst/>
            <a:gdLst/>
            <a:ahLst/>
            <a:rect l="0" t="0" r="r" b="b"/>
            <a:pathLst>
              <a:path w="28" h="2117">
                <a:moveTo>
                  <a:pt x="0" y="106"/>
                </a:moveTo>
                <a:lnTo>
                  <a:pt x="0" y="2117"/>
                </a:lnTo>
                <a:lnTo>
                  <a:pt x="28" y="211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762440" y="2581200"/>
            <a:ext cx="9720" cy="762120"/>
          </a:xfrm>
          <a:custGeom>
            <a:avLst/>
            <a:gdLst/>
            <a:ahLst/>
            <a:rect l="0" t="0" r="r" b="b"/>
            <a:pathLst>
              <a:path w="27" h="2117">
                <a:moveTo>
                  <a:pt x="0" y="0"/>
                </a:moveTo>
                <a:lnTo>
                  <a:pt x="0" y="2117"/>
                </a:lnTo>
                <a:lnTo>
                  <a:pt x="27" y="2117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762440" y="3447720"/>
            <a:ext cx="4115160" cy="772200"/>
          </a:xfrm>
          <a:custGeom>
            <a:avLst/>
            <a:gdLst/>
            <a:ahLst/>
            <a:rect l="0" t="0" r="r" b="b"/>
            <a:pathLst>
              <a:path w="11431" h="2145">
                <a:moveTo>
                  <a:pt x="0" y="0"/>
                </a:moveTo>
                <a:lnTo>
                  <a:pt x="11431" y="0"/>
                </a:lnTo>
                <a:lnTo>
                  <a:pt x="11431" y="2145"/>
                </a:lnTo>
                <a:lnTo>
                  <a:pt x="0" y="214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762440" y="3447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762440" y="42098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8867520" y="3447720"/>
            <a:ext cx="10080" cy="772200"/>
          </a:xfrm>
          <a:custGeom>
            <a:avLst/>
            <a:gdLst/>
            <a:ahLst/>
            <a:rect l="0" t="0" r="r" b="b"/>
            <a:pathLst>
              <a:path w="28" h="2145">
                <a:moveTo>
                  <a:pt x="0" y="107"/>
                </a:moveTo>
                <a:lnTo>
                  <a:pt x="0" y="2145"/>
                </a:lnTo>
                <a:lnTo>
                  <a:pt x="28" y="2145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762440" y="3447720"/>
            <a:ext cx="9720" cy="772200"/>
          </a:xfrm>
          <a:custGeom>
            <a:avLst/>
            <a:gdLst/>
            <a:ahLst/>
            <a:rect l="0" t="0" r="r" b="b"/>
            <a:pathLst>
              <a:path w="27" h="2145">
                <a:moveTo>
                  <a:pt x="0" y="0"/>
                </a:moveTo>
                <a:lnTo>
                  <a:pt x="0" y="2145"/>
                </a:lnTo>
                <a:lnTo>
                  <a:pt x="27" y="2145"/>
                </a:lnTo>
                <a:lnTo>
                  <a:pt x="27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457200" y="4530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4935600" y="192996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4935600" y="215568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4935600" y="2796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935600" y="3031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4935600" y="3663720"/>
            <a:ext cx="1646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935600" y="389880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2" name=""/>
          <p:cNvSpPr txBox="1"/>
          <p:nvPr/>
        </p:nvSpPr>
        <p:spPr>
          <a:xfrm>
            <a:off x="439920" y="75816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456840" y="1628640"/>
            <a:ext cx="4124880" cy="1410120"/>
          </a:xfrm>
          <a:custGeom>
            <a:avLst/>
            <a:gdLst/>
            <a:ahLst/>
            <a:rect l="0" t="0" r="r" b="b"/>
            <a:pathLst>
              <a:path w="11458" h="3917">
                <a:moveTo>
                  <a:pt x="0" y="0"/>
                </a:moveTo>
                <a:lnTo>
                  <a:pt x="11458" y="0"/>
                </a:lnTo>
                <a:lnTo>
                  <a:pt x="11458" y="3917"/>
                </a:lnTo>
                <a:lnTo>
                  <a:pt x="0" y="39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456840" y="16286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30286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571640" y="1628640"/>
            <a:ext cx="10080" cy="1410120"/>
          </a:xfrm>
          <a:custGeom>
            <a:avLst/>
            <a:gdLst/>
            <a:ahLst/>
            <a:rect l="0" t="0" r="r" b="b"/>
            <a:pathLst>
              <a:path w="28" h="3917">
                <a:moveTo>
                  <a:pt x="0" y="106"/>
                </a:moveTo>
                <a:lnTo>
                  <a:pt x="0" y="3917"/>
                </a:lnTo>
                <a:lnTo>
                  <a:pt x="28" y="391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56840" y="1628640"/>
            <a:ext cx="10080" cy="1410120"/>
          </a:xfrm>
          <a:custGeom>
            <a:avLst/>
            <a:gdLst/>
            <a:ahLst/>
            <a:rect l="0" t="0" r="r" b="b"/>
            <a:pathLst>
              <a:path w="28" h="3917">
                <a:moveTo>
                  <a:pt x="0" y="0"/>
                </a:moveTo>
                <a:lnTo>
                  <a:pt x="0" y="3917"/>
                </a:lnTo>
                <a:lnTo>
                  <a:pt x="28" y="39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315252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456840" y="315252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456840" y="416232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71640" y="315252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56840" y="315252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457200" y="135612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603720" y="179388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603720" y="2074680"/>
            <a:ext cx="1509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Planning </a:t>
            </a:r>
            <a:r>
              <a:rPr b="1" lang="en-US" sz="980" spc="-1" strike="noStrike">
                <a:solidFill>
                  <a:srgbClr val="3d68ec"/>
                </a:solidFill>
                <a:latin typeface="DejaVuSans"/>
                <a:ea typeface="DejaVuSans"/>
              </a:rPr>
              <a:t>→ </a:t>
            </a:r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Catalogus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2081880" y="2074680"/>
            <a:ext cx="1599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melding: aanbod gepland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603720" y="2322360"/>
            <a:ext cx="1509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Catalogus </a:t>
            </a:r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→ </a:t>
            </a:r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Planning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2081880" y="2322360"/>
            <a:ext cx="126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haalt het aanbod op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03720" y="2570040"/>
            <a:ext cx="1509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Planning </a:t>
            </a:r>
            <a:r>
              <a:rPr b="1" lang="en-US" sz="980" spc="-1" strike="noStrike">
                <a:solidFill>
                  <a:srgbClr val="3d68ec"/>
                </a:solidFill>
                <a:latin typeface="DejaVuSans"/>
                <a:ea typeface="DejaVuSans"/>
              </a:rPr>
              <a:t>→ </a:t>
            </a:r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Catalogus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2081880" y="2570040"/>
            <a:ext cx="1945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aanbod met verwijzing naar de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2081880" y="2751120"/>
            <a:ext cx="709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99760" y="3619440"/>
            <a:ext cx="1953000" cy="181080"/>
          </a:xfrm>
          <a:custGeom>
            <a:avLst/>
            <a:gdLst/>
            <a:ahLst/>
            <a:rect l="0" t="0" r="r" b="b"/>
            <a:pathLst>
              <a:path w="5425" h="503">
                <a:moveTo>
                  <a:pt x="0" y="398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5319" y="0"/>
                </a:lnTo>
                <a:cubicBezTo>
                  <a:pt x="5334" y="0"/>
                  <a:pt x="5347" y="2"/>
                  <a:pt x="5360" y="8"/>
                </a:cubicBezTo>
                <a:cubicBezTo>
                  <a:pt x="5373" y="13"/>
                  <a:pt x="5384" y="21"/>
                  <a:pt x="5394" y="31"/>
                </a:cubicBezTo>
                <a:cubicBezTo>
                  <a:pt x="5404" y="41"/>
                  <a:pt x="5412" y="52"/>
                  <a:pt x="5417" y="65"/>
                </a:cubicBezTo>
                <a:cubicBezTo>
                  <a:pt x="5423" y="78"/>
                  <a:pt x="5425" y="91"/>
                  <a:pt x="5425" y="105"/>
                </a:cubicBezTo>
                <a:lnTo>
                  <a:pt x="5425" y="398"/>
                </a:lnTo>
                <a:cubicBezTo>
                  <a:pt x="5425" y="412"/>
                  <a:pt x="5423" y="425"/>
                  <a:pt x="5417" y="438"/>
                </a:cubicBezTo>
                <a:cubicBezTo>
                  <a:pt x="5412" y="451"/>
                  <a:pt x="5404" y="462"/>
                  <a:pt x="5394" y="472"/>
                </a:cubicBezTo>
                <a:cubicBezTo>
                  <a:pt x="5384" y="482"/>
                  <a:pt x="5373" y="490"/>
                  <a:pt x="5360" y="495"/>
                </a:cubicBezTo>
                <a:cubicBezTo>
                  <a:pt x="5347" y="501"/>
                  <a:pt x="5334" y="503"/>
                  <a:pt x="5319" y="503"/>
                </a:cubicBezTo>
                <a:lnTo>
                  <a:pt x="106" y="503"/>
                </a:lnTo>
                <a:cubicBezTo>
                  <a:pt x="92" y="503"/>
                  <a:pt x="79" y="501"/>
                  <a:pt x="66" y="495"/>
                </a:cubicBezTo>
                <a:cubicBezTo>
                  <a:pt x="53" y="490"/>
                  <a:pt x="41" y="482"/>
                  <a:pt x="31" y="472"/>
                </a:cubicBezTo>
                <a:cubicBezTo>
                  <a:pt x="21" y="462"/>
                  <a:pt x="14" y="451"/>
                  <a:pt x="8" y="438"/>
                </a:cubicBezTo>
                <a:cubicBezTo>
                  <a:pt x="3" y="425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603720" y="3317760"/>
            <a:ext cx="707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660960" y="3630240"/>
            <a:ext cx="1829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752720" y="1628640"/>
            <a:ext cx="4124880" cy="2152800"/>
          </a:xfrm>
          <a:custGeom>
            <a:avLst/>
            <a:gdLst/>
            <a:ahLst/>
            <a:rect l="0" t="0" r="r" b="b"/>
            <a:pathLst>
              <a:path w="11458" h="5980">
                <a:moveTo>
                  <a:pt x="0" y="0"/>
                </a:moveTo>
                <a:lnTo>
                  <a:pt x="11458" y="0"/>
                </a:lnTo>
                <a:lnTo>
                  <a:pt x="11458" y="5980"/>
                </a:lnTo>
                <a:lnTo>
                  <a:pt x="0" y="5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4752720" y="16286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4752720" y="377172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8867520" y="1628640"/>
            <a:ext cx="10080" cy="2152800"/>
          </a:xfrm>
          <a:custGeom>
            <a:avLst/>
            <a:gdLst/>
            <a:ahLst/>
            <a:rect l="0" t="0" r="r" b="b"/>
            <a:pathLst>
              <a:path w="28" h="5980">
                <a:moveTo>
                  <a:pt x="0" y="106"/>
                </a:moveTo>
                <a:lnTo>
                  <a:pt x="0" y="5980"/>
                </a:lnTo>
                <a:lnTo>
                  <a:pt x="28" y="59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752720" y="1628640"/>
            <a:ext cx="10080" cy="2152800"/>
          </a:xfrm>
          <a:custGeom>
            <a:avLst/>
            <a:gdLst/>
            <a:ahLst/>
            <a:rect l="0" t="0" r="r" b="b"/>
            <a:pathLst>
              <a:path w="28" h="5980">
                <a:moveTo>
                  <a:pt x="0" y="0"/>
                </a:moveTo>
                <a:lnTo>
                  <a:pt x="0" y="5980"/>
                </a:lnTo>
                <a:lnTo>
                  <a:pt x="28" y="59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900320" y="2052360"/>
            <a:ext cx="3829680" cy="1610280"/>
          </a:xfrm>
          <a:custGeom>
            <a:avLst/>
            <a:gdLst/>
            <a:ahLst/>
            <a:rect l="0" t="0" r="r" b="b"/>
            <a:pathLst>
              <a:path w="10638" h="4473">
                <a:moveTo>
                  <a:pt x="0" y="432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492" y="0"/>
                </a:lnTo>
                <a:cubicBezTo>
                  <a:pt x="10502" y="0"/>
                  <a:pt x="10511" y="1"/>
                  <a:pt x="10520" y="3"/>
                </a:cubicBezTo>
                <a:cubicBezTo>
                  <a:pt x="10530" y="5"/>
                  <a:pt x="10539" y="8"/>
                  <a:pt x="10548" y="11"/>
                </a:cubicBezTo>
                <a:cubicBezTo>
                  <a:pt x="10557" y="15"/>
                  <a:pt x="10565" y="19"/>
                  <a:pt x="10573" y="25"/>
                </a:cubicBezTo>
                <a:cubicBezTo>
                  <a:pt x="10581" y="30"/>
                  <a:pt x="10588" y="36"/>
                  <a:pt x="10595" y="43"/>
                </a:cubicBezTo>
                <a:cubicBezTo>
                  <a:pt x="10602" y="50"/>
                  <a:pt x="10608" y="57"/>
                  <a:pt x="10613" y="65"/>
                </a:cubicBezTo>
                <a:cubicBezTo>
                  <a:pt x="10618" y="73"/>
                  <a:pt x="10623" y="81"/>
                  <a:pt x="10626" y="90"/>
                </a:cubicBezTo>
                <a:cubicBezTo>
                  <a:pt x="10630" y="99"/>
                  <a:pt x="10633" y="108"/>
                  <a:pt x="10635" y="117"/>
                </a:cubicBezTo>
                <a:cubicBezTo>
                  <a:pt x="10637" y="127"/>
                  <a:pt x="10638" y="136"/>
                  <a:pt x="10638" y="146"/>
                </a:cubicBezTo>
                <a:lnTo>
                  <a:pt x="10638" y="4327"/>
                </a:lnTo>
                <a:cubicBezTo>
                  <a:pt x="10638" y="4337"/>
                  <a:pt x="10637" y="4346"/>
                  <a:pt x="10635" y="4356"/>
                </a:cubicBezTo>
                <a:cubicBezTo>
                  <a:pt x="10633" y="4365"/>
                  <a:pt x="10630" y="4374"/>
                  <a:pt x="10626" y="4383"/>
                </a:cubicBezTo>
                <a:cubicBezTo>
                  <a:pt x="10623" y="4392"/>
                  <a:pt x="10618" y="4400"/>
                  <a:pt x="10613" y="4408"/>
                </a:cubicBezTo>
                <a:cubicBezTo>
                  <a:pt x="10608" y="4416"/>
                  <a:pt x="10602" y="4423"/>
                  <a:pt x="10595" y="4430"/>
                </a:cubicBezTo>
                <a:cubicBezTo>
                  <a:pt x="10588" y="4437"/>
                  <a:pt x="10581" y="4443"/>
                  <a:pt x="10573" y="4448"/>
                </a:cubicBezTo>
                <a:cubicBezTo>
                  <a:pt x="10565" y="4454"/>
                  <a:pt x="10557" y="4458"/>
                  <a:pt x="10548" y="4462"/>
                </a:cubicBezTo>
                <a:cubicBezTo>
                  <a:pt x="10539" y="4465"/>
                  <a:pt x="10530" y="4468"/>
                  <a:pt x="10520" y="4470"/>
                </a:cubicBezTo>
                <a:cubicBezTo>
                  <a:pt x="10511" y="4472"/>
                  <a:pt x="10502" y="4473"/>
                  <a:pt x="10492" y="4473"/>
                </a:cubicBezTo>
                <a:lnTo>
                  <a:pt x="146" y="4473"/>
                </a:lnTo>
                <a:cubicBezTo>
                  <a:pt x="136" y="4473"/>
                  <a:pt x="127" y="4472"/>
                  <a:pt x="117" y="4470"/>
                </a:cubicBezTo>
                <a:cubicBezTo>
                  <a:pt x="108" y="4468"/>
                  <a:pt x="99" y="4465"/>
                  <a:pt x="90" y="4462"/>
                </a:cubicBezTo>
                <a:cubicBezTo>
                  <a:pt x="81" y="4458"/>
                  <a:pt x="73" y="4454"/>
                  <a:pt x="65" y="4448"/>
                </a:cubicBezTo>
                <a:cubicBezTo>
                  <a:pt x="57" y="4443"/>
                  <a:pt x="50" y="4437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2"/>
                  <a:pt x="11" y="4383"/>
                </a:cubicBezTo>
                <a:cubicBezTo>
                  <a:pt x="8" y="4374"/>
                  <a:pt x="5" y="4365"/>
                  <a:pt x="3" y="4356"/>
                </a:cubicBezTo>
                <a:cubicBezTo>
                  <a:pt x="1" y="4346"/>
                  <a:pt x="0" y="4337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900320" y="2052360"/>
            <a:ext cx="3829680" cy="1610280"/>
          </a:xfrm>
          <a:custGeom>
            <a:avLst/>
            <a:gdLst/>
            <a:ahLst/>
            <a:rect l="0" t="0" r="r" b="b"/>
            <a:pathLst>
              <a:path w="10638" h="4473">
                <a:moveTo>
                  <a:pt x="0" y="432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492" y="0"/>
                </a:lnTo>
                <a:cubicBezTo>
                  <a:pt x="10502" y="0"/>
                  <a:pt x="10511" y="1"/>
                  <a:pt x="10520" y="3"/>
                </a:cubicBezTo>
                <a:cubicBezTo>
                  <a:pt x="10530" y="5"/>
                  <a:pt x="10539" y="8"/>
                  <a:pt x="10548" y="11"/>
                </a:cubicBezTo>
                <a:cubicBezTo>
                  <a:pt x="10557" y="15"/>
                  <a:pt x="10565" y="19"/>
                  <a:pt x="10573" y="25"/>
                </a:cubicBezTo>
                <a:cubicBezTo>
                  <a:pt x="10581" y="30"/>
                  <a:pt x="10588" y="36"/>
                  <a:pt x="10595" y="43"/>
                </a:cubicBezTo>
                <a:cubicBezTo>
                  <a:pt x="10602" y="50"/>
                  <a:pt x="10608" y="57"/>
                  <a:pt x="10613" y="65"/>
                </a:cubicBezTo>
                <a:cubicBezTo>
                  <a:pt x="10618" y="73"/>
                  <a:pt x="10623" y="81"/>
                  <a:pt x="10626" y="90"/>
                </a:cubicBezTo>
                <a:cubicBezTo>
                  <a:pt x="10630" y="99"/>
                  <a:pt x="10633" y="108"/>
                  <a:pt x="10635" y="117"/>
                </a:cubicBezTo>
                <a:cubicBezTo>
                  <a:pt x="10637" y="127"/>
                  <a:pt x="10638" y="136"/>
                  <a:pt x="10638" y="146"/>
                </a:cubicBezTo>
                <a:lnTo>
                  <a:pt x="10638" y="4327"/>
                </a:lnTo>
                <a:cubicBezTo>
                  <a:pt x="10638" y="4337"/>
                  <a:pt x="10637" y="4346"/>
                  <a:pt x="10635" y="4356"/>
                </a:cubicBezTo>
                <a:cubicBezTo>
                  <a:pt x="10633" y="4365"/>
                  <a:pt x="10630" y="4374"/>
                  <a:pt x="10626" y="4383"/>
                </a:cubicBezTo>
                <a:cubicBezTo>
                  <a:pt x="10623" y="4392"/>
                  <a:pt x="10618" y="4400"/>
                  <a:pt x="10613" y="4408"/>
                </a:cubicBezTo>
                <a:cubicBezTo>
                  <a:pt x="10608" y="4416"/>
                  <a:pt x="10602" y="4423"/>
                  <a:pt x="10595" y="4430"/>
                </a:cubicBezTo>
                <a:cubicBezTo>
                  <a:pt x="10588" y="4437"/>
                  <a:pt x="10581" y="4443"/>
                  <a:pt x="10573" y="4448"/>
                </a:cubicBezTo>
                <a:cubicBezTo>
                  <a:pt x="10565" y="4454"/>
                  <a:pt x="10557" y="4458"/>
                  <a:pt x="10548" y="4462"/>
                </a:cubicBezTo>
                <a:cubicBezTo>
                  <a:pt x="10539" y="4465"/>
                  <a:pt x="10530" y="4468"/>
                  <a:pt x="10520" y="4470"/>
                </a:cubicBezTo>
                <a:cubicBezTo>
                  <a:pt x="10511" y="4472"/>
                  <a:pt x="10502" y="4473"/>
                  <a:pt x="10492" y="4473"/>
                </a:cubicBezTo>
                <a:lnTo>
                  <a:pt x="146" y="4473"/>
                </a:lnTo>
                <a:cubicBezTo>
                  <a:pt x="136" y="4473"/>
                  <a:pt x="127" y="4472"/>
                  <a:pt x="117" y="4470"/>
                </a:cubicBezTo>
                <a:cubicBezTo>
                  <a:pt x="108" y="4468"/>
                  <a:pt x="99" y="4465"/>
                  <a:pt x="90" y="4462"/>
                </a:cubicBezTo>
                <a:cubicBezTo>
                  <a:pt x="81" y="4458"/>
                  <a:pt x="73" y="4454"/>
                  <a:pt x="65" y="4448"/>
                </a:cubicBezTo>
                <a:cubicBezTo>
                  <a:pt x="57" y="4443"/>
                  <a:pt x="50" y="4437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2"/>
                  <a:pt x="11" y="4383"/>
                </a:cubicBezTo>
                <a:cubicBezTo>
                  <a:pt x="8" y="4374"/>
                  <a:pt x="5" y="4365"/>
                  <a:pt x="3" y="4356"/>
                </a:cubicBezTo>
                <a:cubicBezTo>
                  <a:pt x="1" y="4346"/>
                  <a:pt x="0" y="4337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603720" y="3887280"/>
            <a:ext cx="1538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897800" y="179388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013720" y="214128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5013720" y="228420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5013720" y="242676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5013720" y="256968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013720" y="271260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013720" y="285552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013720" y="299844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013720" y="314136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5013720" y="327456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5013720" y="341748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2709720" y="4318560"/>
            <a:ext cx="43290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Endpoint, interactie en schema: bouwblokken van het eindproduct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03" name=""/>
          <p:cNvSpPr/>
          <p:nvPr/>
        </p:nvSpPr>
        <p:spPr>
          <a:xfrm>
            <a:off x="456840" y="160956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456840" y="16095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456840" y="235260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4600440" y="16095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456840" y="1609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439920" y="939240"/>
            <a:ext cx="3704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Fasering en doelen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634320" y="182808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4724280" y="160956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4724280" y="16095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4724280" y="235260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8867520" y="1609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6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724280" y="16095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634320" y="2053080"/>
            <a:ext cx="1942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concept aanscherpen met koplopers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4905360" y="1828080"/>
            <a:ext cx="1014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Doel Q1 2027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248580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456840" y="2485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456840" y="322884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600440" y="24858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456840" y="24858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4905360" y="2053080"/>
            <a:ext cx="1452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eerste koppeling bouwbaar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634320" y="270432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4724280" y="248580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4724280" y="2485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724280" y="322884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8867520" y="24858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6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4724280" y="24858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634320" y="2929320"/>
            <a:ext cx="1641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detail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4905360" y="2704320"/>
            <a:ext cx="732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En verder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56840" y="3428640"/>
            <a:ext cx="8420760" cy="600480"/>
          </a:xfrm>
          <a:custGeom>
            <a:avLst/>
            <a:gdLst/>
            <a:ahLst/>
            <a:rect l="0" t="0" r="r" b="b"/>
            <a:pathLst>
              <a:path w="23391" h="1668">
                <a:moveTo>
                  <a:pt x="0" y="0"/>
                </a:moveTo>
                <a:lnTo>
                  <a:pt x="23391" y="0"/>
                </a:lnTo>
                <a:lnTo>
                  <a:pt x="23391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342864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456840" y="401940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8867520" y="3428640"/>
            <a:ext cx="10080" cy="600480"/>
          </a:xfrm>
          <a:custGeom>
            <a:avLst/>
            <a:gdLst/>
            <a:ahLst/>
            <a:rect l="0" t="0" r="r" b="b"/>
            <a:pathLst>
              <a:path w="28" h="1668">
                <a:moveTo>
                  <a:pt x="0" y="106"/>
                </a:moveTo>
                <a:lnTo>
                  <a:pt x="0" y="1668"/>
                </a:lnTo>
                <a:lnTo>
                  <a:pt x="28" y="166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3428640"/>
            <a:ext cx="10080" cy="600480"/>
          </a:xfrm>
          <a:custGeom>
            <a:avLst/>
            <a:gdLst/>
            <a:ahLst/>
            <a:rect l="0" t="0" r="r" b="b"/>
            <a:pathLst>
              <a:path w="28" h="1668">
                <a:moveTo>
                  <a:pt x="0" y="0"/>
                </a:moveTo>
                <a:lnTo>
                  <a:pt x="0" y="1668"/>
                </a:lnTo>
                <a:lnTo>
                  <a:pt x="28" y="166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4905360" y="2929320"/>
            <a:ext cx="167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meer leerroutes, daarna het ho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2990880" y="36543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Welke instellingen toetsen dit najaar mee?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2128680" y="4154040"/>
            <a:ext cx="549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Concept, af te stemmen met de projectleiding · kennisbasis: github.com/Npuls-OKx/Public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