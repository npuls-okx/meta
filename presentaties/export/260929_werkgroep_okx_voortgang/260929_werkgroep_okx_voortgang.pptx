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3.jpeg" ContentType="image/jpeg"/>
  <Override PartName="/ppt/media/image2.png" ContentType="image/png"/>
  <Override PartName="/ppt/media/image4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1883880" y="2014200"/>
            <a:ext cx="681768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1a1a2e"/>
                </a:solidFill>
                <a:latin typeface="Arial"/>
                <a:ea typeface="Arial"/>
              </a:rPr>
              <a:t>Van verhaal naar afspraak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514600" y="2666160"/>
            <a:ext cx="4881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Wat de kerngroep techniek bouwde, juni tot september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409920" y="3047040"/>
            <a:ext cx="287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 ·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61880" y="1857240"/>
            <a:ext cx="2590920" cy="1252800"/>
          </a:xfrm>
          <a:custGeom>
            <a:avLst/>
            <a:gdLst/>
            <a:ahLst/>
            <a:rect l="0" t="0" r="r" b="b"/>
            <a:pathLst>
              <a:path w="7197" h="3480">
                <a:moveTo>
                  <a:pt x="0" y="3176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1"/>
                  <a:pt x="89" y="78"/>
                </a:cubicBezTo>
                <a:cubicBezTo>
                  <a:pt x="103" y="66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2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7"/>
                  <a:pt x="7046" y="35"/>
                  <a:pt x="7062" y="44"/>
                </a:cubicBezTo>
                <a:cubicBezTo>
                  <a:pt x="7079" y="54"/>
                  <a:pt x="7094" y="66"/>
                  <a:pt x="7108" y="78"/>
                </a:cubicBezTo>
                <a:cubicBezTo>
                  <a:pt x="7122" y="91"/>
                  <a:pt x="7135" y="104"/>
                  <a:pt x="7146" y="118"/>
                </a:cubicBezTo>
                <a:cubicBezTo>
                  <a:pt x="7157" y="133"/>
                  <a:pt x="7167" y="148"/>
                  <a:pt x="7174" y="164"/>
                </a:cubicBezTo>
                <a:cubicBezTo>
                  <a:pt x="7182" y="180"/>
                  <a:pt x="7188" y="197"/>
                  <a:pt x="7192" y="214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176"/>
                </a:lnTo>
                <a:cubicBezTo>
                  <a:pt x="7197" y="3196"/>
                  <a:pt x="7195" y="3216"/>
                  <a:pt x="7192" y="3235"/>
                </a:cubicBezTo>
                <a:cubicBezTo>
                  <a:pt x="7188" y="3255"/>
                  <a:pt x="7182" y="3274"/>
                  <a:pt x="7174" y="3292"/>
                </a:cubicBezTo>
                <a:cubicBezTo>
                  <a:pt x="7167" y="3311"/>
                  <a:pt x="7157" y="3328"/>
                  <a:pt x="7146" y="3345"/>
                </a:cubicBezTo>
                <a:cubicBezTo>
                  <a:pt x="7135" y="3362"/>
                  <a:pt x="7122" y="3377"/>
                  <a:pt x="7108" y="3391"/>
                </a:cubicBezTo>
                <a:cubicBezTo>
                  <a:pt x="7094" y="3405"/>
                  <a:pt x="7079" y="3418"/>
                  <a:pt x="7062" y="3429"/>
                </a:cubicBezTo>
                <a:cubicBezTo>
                  <a:pt x="7046" y="3440"/>
                  <a:pt x="7028" y="3449"/>
                  <a:pt x="7010" y="3457"/>
                </a:cubicBezTo>
                <a:cubicBezTo>
                  <a:pt x="6991" y="3465"/>
                  <a:pt x="6972" y="3470"/>
                  <a:pt x="6952" y="3474"/>
                </a:cubicBezTo>
                <a:cubicBezTo>
                  <a:pt x="6933" y="3478"/>
                  <a:pt x="6913" y="3480"/>
                  <a:pt x="6893" y="3480"/>
                </a:cubicBezTo>
                <a:lnTo>
                  <a:pt x="304" y="3480"/>
                </a:lnTo>
                <a:cubicBezTo>
                  <a:pt x="284" y="3480"/>
                  <a:pt x="264" y="3478"/>
                  <a:pt x="245" y="3474"/>
                </a:cubicBezTo>
                <a:cubicBezTo>
                  <a:pt x="225" y="3470"/>
                  <a:pt x="206" y="3465"/>
                  <a:pt x="188" y="3457"/>
                </a:cubicBezTo>
                <a:cubicBezTo>
                  <a:pt x="169" y="3449"/>
                  <a:pt x="152" y="3440"/>
                  <a:pt x="135" y="3429"/>
                </a:cubicBezTo>
                <a:cubicBezTo>
                  <a:pt x="118" y="3418"/>
                  <a:pt x="103" y="3405"/>
                  <a:pt x="89" y="3391"/>
                </a:cubicBezTo>
                <a:cubicBezTo>
                  <a:pt x="75" y="3377"/>
                  <a:pt x="62" y="3362"/>
                  <a:pt x="51" y="3345"/>
                </a:cubicBezTo>
                <a:cubicBezTo>
                  <a:pt x="40" y="3328"/>
                  <a:pt x="31" y="3311"/>
                  <a:pt x="23" y="3292"/>
                </a:cubicBezTo>
                <a:cubicBezTo>
                  <a:pt x="15" y="3274"/>
                  <a:pt x="9" y="3255"/>
                  <a:pt x="6" y="3235"/>
                </a:cubicBezTo>
                <a:cubicBezTo>
                  <a:pt x="2" y="3216"/>
                  <a:pt x="0" y="3196"/>
                  <a:pt x="0" y="31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1838160"/>
            <a:ext cx="2601000" cy="1276560"/>
          </a:xfrm>
          <a:custGeom>
            <a:avLst/>
            <a:gdLst/>
            <a:ahLst/>
            <a:rect l="0" t="0" r="r" b="b"/>
            <a:pathLst>
              <a:path w="7225" h="3546">
                <a:moveTo>
                  <a:pt x="0" y="0"/>
                </a:moveTo>
                <a:lnTo>
                  <a:pt x="7225" y="0"/>
                </a:lnTo>
                <a:lnTo>
                  <a:pt x="7225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838160"/>
            <a:ext cx="2601000" cy="1276560"/>
          </a:xfrm>
          <a:custGeom>
            <a:avLst/>
            <a:gdLst/>
            <a:ahLst/>
            <a:rect l="0" t="0" r="r" b="b"/>
            <a:pathLst>
              <a:path w="7225" h="3546">
                <a:moveTo>
                  <a:pt x="0" y="0"/>
                </a:moveTo>
                <a:lnTo>
                  <a:pt x="7225" y="0"/>
                </a:lnTo>
                <a:lnTo>
                  <a:pt x="7225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838160"/>
            <a:ext cx="2601000" cy="1276560"/>
          </a:xfrm>
          <a:custGeom>
            <a:avLst/>
            <a:gdLst/>
            <a:ahLst/>
            <a:rect l="0" t="0" r="r" b="b"/>
            <a:pathLst>
              <a:path w="7225" h="3546">
                <a:moveTo>
                  <a:pt x="0" y="0"/>
                </a:moveTo>
                <a:lnTo>
                  <a:pt x="7225" y="0"/>
                </a:lnTo>
                <a:lnTo>
                  <a:pt x="7225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838160"/>
            <a:ext cx="2601000" cy="1276560"/>
          </a:xfrm>
          <a:custGeom>
            <a:avLst/>
            <a:gdLst/>
            <a:ahLst/>
            <a:rect l="0" t="0" r="r" b="b"/>
            <a:pathLst>
              <a:path w="7225" h="3546">
                <a:moveTo>
                  <a:pt x="0" y="0"/>
                </a:moveTo>
                <a:lnTo>
                  <a:pt x="7225" y="0"/>
                </a:lnTo>
                <a:lnTo>
                  <a:pt x="7225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729360" y="2032560"/>
            <a:ext cx="183240" cy="251640"/>
          </a:xfrm>
          <a:custGeom>
            <a:avLst/>
            <a:gdLst/>
            <a:ahLst/>
            <a:rect l="0" t="0" r="r" b="b"/>
            <a:pathLst>
              <a:path w="509" h="699">
                <a:moveTo>
                  <a:pt x="254" y="699"/>
                </a:moveTo>
                <a:lnTo>
                  <a:pt x="61" y="426"/>
                </a:lnTo>
                <a:cubicBezTo>
                  <a:pt x="45" y="407"/>
                  <a:pt x="32" y="387"/>
                  <a:pt x="22" y="364"/>
                </a:cubicBezTo>
                <a:cubicBezTo>
                  <a:pt x="12" y="342"/>
                  <a:pt x="5" y="319"/>
                  <a:pt x="2" y="295"/>
                </a:cubicBezTo>
                <a:cubicBezTo>
                  <a:pt x="-1" y="269"/>
                  <a:pt x="-1" y="245"/>
                  <a:pt x="2" y="221"/>
                </a:cubicBezTo>
                <a:cubicBezTo>
                  <a:pt x="6" y="197"/>
                  <a:pt x="13" y="173"/>
                  <a:pt x="23" y="151"/>
                </a:cubicBezTo>
                <a:cubicBezTo>
                  <a:pt x="33" y="129"/>
                  <a:pt x="46" y="108"/>
                  <a:pt x="62" y="90"/>
                </a:cubicBezTo>
                <a:cubicBezTo>
                  <a:pt x="78" y="71"/>
                  <a:pt x="96" y="55"/>
                  <a:pt x="116" y="42"/>
                </a:cubicBezTo>
                <a:cubicBezTo>
                  <a:pt x="137" y="28"/>
                  <a:pt x="159" y="18"/>
                  <a:pt x="182" y="11"/>
                </a:cubicBezTo>
                <a:cubicBezTo>
                  <a:pt x="206" y="4"/>
                  <a:pt x="230" y="0"/>
                  <a:pt x="254" y="0"/>
                </a:cubicBezTo>
                <a:cubicBezTo>
                  <a:pt x="272" y="0"/>
                  <a:pt x="289" y="2"/>
                  <a:pt x="305" y="5"/>
                </a:cubicBezTo>
                <a:cubicBezTo>
                  <a:pt x="321" y="9"/>
                  <a:pt x="337" y="14"/>
                  <a:pt x="353" y="20"/>
                </a:cubicBezTo>
                <a:cubicBezTo>
                  <a:pt x="368" y="27"/>
                  <a:pt x="383" y="35"/>
                  <a:pt x="397" y="44"/>
                </a:cubicBezTo>
                <a:cubicBezTo>
                  <a:pt x="411" y="54"/>
                  <a:pt x="424" y="64"/>
                  <a:pt x="435" y="76"/>
                </a:cubicBezTo>
                <a:cubicBezTo>
                  <a:pt x="447" y="88"/>
                  <a:pt x="458" y="101"/>
                  <a:pt x="467" y="115"/>
                </a:cubicBezTo>
                <a:cubicBezTo>
                  <a:pt x="476" y="129"/>
                  <a:pt x="484" y="144"/>
                  <a:pt x="490" y="160"/>
                </a:cubicBezTo>
                <a:cubicBezTo>
                  <a:pt x="497" y="175"/>
                  <a:pt x="501" y="191"/>
                  <a:pt x="504" y="208"/>
                </a:cubicBezTo>
                <a:cubicBezTo>
                  <a:pt x="508" y="224"/>
                  <a:pt x="509" y="241"/>
                  <a:pt x="509" y="258"/>
                </a:cubicBezTo>
                <a:cubicBezTo>
                  <a:pt x="509" y="320"/>
                  <a:pt x="490" y="374"/>
                  <a:pt x="452" y="422"/>
                </a:cubicBezTo>
                <a:lnTo>
                  <a:pt x="254" y="699"/>
                </a:lnTo>
                <a:moveTo>
                  <a:pt x="254" y="63"/>
                </a:moveTo>
                <a:cubicBezTo>
                  <a:pt x="241" y="63"/>
                  <a:pt x="229" y="65"/>
                  <a:pt x="217" y="67"/>
                </a:cubicBezTo>
                <a:cubicBezTo>
                  <a:pt x="204" y="70"/>
                  <a:pt x="192" y="74"/>
                  <a:pt x="181" y="79"/>
                </a:cubicBezTo>
                <a:cubicBezTo>
                  <a:pt x="169" y="84"/>
                  <a:pt x="158" y="90"/>
                  <a:pt x="148" y="97"/>
                </a:cubicBezTo>
                <a:cubicBezTo>
                  <a:pt x="137" y="104"/>
                  <a:pt x="127" y="112"/>
                  <a:pt x="119" y="121"/>
                </a:cubicBezTo>
                <a:cubicBezTo>
                  <a:pt x="110" y="130"/>
                  <a:pt x="102" y="140"/>
                  <a:pt x="95" y="150"/>
                </a:cubicBezTo>
                <a:cubicBezTo>
                  <a:pt x="88" y="161"/>
                  <a:pt x="82" y="172"/>
                  <a:pt x="78" y="184"/>
                </a:cubicBezTo>
                <a:cubicBezTo>
                  <a:pt x="73" y="196"/>
                  <a:pt x="69" y="208"/>
                  <a:pt x="67" y="220"/>
                </a:cubicBezTo>
                <a:cubicBezTo>
                  <a:pt x="65" y="233"/>
                  <a:pt x="64" y="245"/>
                  <a:pt x="64" y="258"/>
                </a:cubicBezTo>
                <a:cubicBezTo>
                  <a:pt x="64" y="307"/>
                  <a:pt x="80" y="349"/>
                  <a:pt x="111" y="386"/>
                </a:cubicBezTo>
                <a:lnTo>
                  <a:pt x="254" y="589"/>
                </a:lnTo>
                <a:lnTo>
                  <a:pt x="402" y="382"/>
                </a:lnTo>
                <a:cubicBezTo>
                  <a:pt x="431" y="346"/>
                  <a:pt x="445" y="305"/>
                  <a:pt x="446" y="258"/>
                </a:cubicBezTo>
                <a:cubicBezTo>
                  <a:pt x="446" y="245"/>
                  <a:pt x="445" y="233"/>
                  <a:pt x="442" y="220"/>
                </a:cubicBezTo>
                <a:cubicBezTo>
                  <a:pt x="440" y="208"/>
                  <a:pt x="436" y="196"/>
                  <a:pt x="432" y="184"/>
                </a:cubicBezTo>
                <a:cubicBezTo>
                  <a:pt x="427" y="172"/>
                  <a:pt x="421" y="161"/>
                  <a:pt x="414" y="150"/>
                </a:cubicBezTo>
                <a:cubicBezTo>
                  <a:pt x="407" y="140"/>
                  <a:pt x="399" y="130"/>
                  <a:pt x="391" y="121"/>
                </a:cubicBezTo>
                <a:cubicBezTo>
                  <a:pt x="382" y="112"/>
                  <a:pt x="372" y="104"/>
                  <a:pt x="362" y="97"/>
                </a:cubicBezTo>
                <a:cubicBezTo>
                  <a:pt x="351" y="90"/>
                  <a:pt x="340" y="84"/>
                  <a:pt x="329" y="79"/>
                </a:cubicBezTo>
                <a:cubicBezTo>
                  <a:pt x="317" y="74"/>
                  <a:pt x="305" y="70"/>
                  <a:pt x="293" y="67"/>
                </a:cubicBezTo>
                <a:cubicBezTo>
                  <a:pt x="280" y="65"/>
                  <a:pt x="268" y="63"/>
                  <a:pt x="254" y="6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798120" y="2089440"/>
            <a:ext cx="46080" cy="46080"/>
          </a:xfrm>
          <a:custGeom>
            <a:avLst/>
            <a:gdLst/>
            <a:ahLst/>
            <a:rect l="0" t="0" r="r" b="b"/>
            <a:pathLst>
              <a:path w="128" h="128">
                <a:moveTo>
                  <a:pt x="128" y="65"/>
                </a:moveTo>
                <a:cubicBezTo>
                  <a:pt x="128" y="73"/>
                  <a:pt x="126" y="81"/>
                  <a:pt x="123" y="89"/>
                </a:cubicBezTo>
                <a:cubicBezTo>
                  <a:pt x="120" y="97"/>
                  <a:pt x="115" y="104"/>
                  <a:pt x="108" y="110"/>
                </a:cubicBezTo>
                <a:cubicBezTo>
                  <a:pt x="102" y="116"/>
                  <a:pt x="95" y="120"/>
                  <a:pt x="87" y="124"/>
                </a:cubicBezTo>
                <a:cubicBezTo>
                  <a:pt x="80" y="127"/>
                  <a:pt x="72" y="128"/>
                  <a:pt x="63" y="128"/>
                </a:cubicBezTo>
                <a:cubicBezTo>
                  <a:pt x="55" y="128"/>
                  <a:pt x="47" y="127"/>
                  <a:pt x="39" y="124"/>
                </a:cubicBezTo>
                <a:cubicBezTo>
                  <a:pt x="31" y="120"/>
                  <a:pt x="24" y="116"/>
                  <a:pt x="18" y="110"/>
                </a:cubicBezTo>
                <a:cubicBezTo>
                  <a:pt x="12" y="104"/>
                  <a:pt x="8" y="97"/>
                  <a:pt x="4" y="89"/>
                </a:cubicBezTo>
                <a:cubicBezTo>
                  <a:pt x="1" y="81"/>
                  <a:pt x="0" y="73"/>
                  <a:pt x="0" y="65"/>
                </a:cubicBezTo>
                <a:cubicBezTo>
                  <a:pt x="0" y="56"/>
                  <a:pt x="1" y="47"/>
                  <a:pt x="4" y="40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ubicBezTo>
                  <a:pt x="72" y="0"/>
                  <a:pt x="80" y="2"/>
                  <a:pt x="87" y="5"/>
                </a:cubicBezTo>
                <a:cubicBezTo>
                  <a:pt x="95" y="8"/>
                  <a:pt x="102" y="13"/>
                  <a:pt x="108" y="19"/>
                </a:cubicBezTo>
                <a:cubicBezTo>
                  <a:pt x="115" y="25"/>
                  <a:pt x="120" y="32"/>
                  <a:pt x="123" y="40"/>
                </a:cubicBezTo>
                <a:cubicBezTo>
                  <a:pt x="126" y="47"/>
                  <a:pt x="128" y="56"/>
                  <a:pt x="128" y="6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660960" y="2146680"/>
            <a:ext cx="320040" cy="205920"/>
          </a:xfrm>
          <a:custGeom>
            <a:avLst/>
            <a:gdLst/>
            <a:ahLst/>
            <a:rect l="0" t="0" r="r" b="b"/>
            <a:pathLst>
              <a:path w="889" h="572">
                <a:moveTo>
                  <a:pt x="826" y="0"/>
                </a:moveTo>
                <a:lnTo>
                  <a:pt x="763" y="0"/>
                </a:lnTo>
                <a:lnTo>
                  <a:pt x="763" y="65"/>
                </a:lnTo>
                <a:lnTo>
                  <a:pt x="826" y="65"/>
                </a:lnTo>
                <a:lnTo>
                  <a:pt x="826" y="509"/>
                </a:lnTo>
                <a:lnTo>
                  <a:pt x="63" y="509"/>
                </a:lnTo>
                <a:lnTo>
                  <a:pt x="63" y="65"/>
                </a:lnTo>
                <a:lnTo>
                  <a:pt x="127" y="65"/>
                </a:lnTo>
                <a:lnTo>
                  <a:pt x="127" y="0"/>
                </a:lnTo>
                <a:lnTo>
                  <a:pt x="63" y="0"/>
                </a:lnTo>
                <a:cubicBezTo>
                  <a:pt x="55" y="0"/>
                  <a:pt x="47" y="2"/>
                  <a:pt x="39" y="5"/>
                </a:cubicBezTo>
                <a:cubicBezTo>
                  <a:pt x="31" y="8"/>
                  <a:pt x="24" y="13"/>
                  <a:pt x="18" y="19"/>
                </a:cubicBezTo>
                <a:cubicBezTo>
                  <a:pt x="12" y="25"/>
                  <a:pt x="8" y="32"/>
                  <a:pt x="5" y="40"/>
                </a:cubicBezTo>
                <a:cubicBezTo>
                  <a:pt x="1" y="48"/>
                  <a:pt x="0" y="56"/>
                  <a:pt x="0" y="65"/>
                </a:cubicBezTo>
                <a:lnTo>
                  <a:pt x="0" y="509"/>
                </a:lnTo>
                <a:cubicBezTo>
                  <a:pt x="0" y="517"/>
                  <a:pt x="1" y="526"/>
                  <a:pt x="5" y="533"/>
                </a:cubicBezTo>
                <a:cubicBezTo>
                  <a:pt x="8" y="541"/>
                  <a:pt x="12" y="548"/>
                  <a:pt x="18" y="554"/>
                </a:cubicBezTo>
                <a:cubicBezTo>
                  <a:pt x="24" y="560"/>
                  <a:pt x="31" y="564"/>
                  <a:pt x="39" y="568"/>
                </a:cubicBezTo>
                <a:cubicBezTo>
                  <a:pt x="47" y="571"/>
                  <a:pt x="55" y="572"/>
                  <a:pt x="63" y="572"/>
                </a:cubicBezTo>
                <a:lnTo>
                  <a:pt x="826" y="572"/>
                </a:lnTo>
                <a:cubicBezTo>
                  <a:pt x="834" y="572"/>
                  <a:pt x="843" y="571"/>
                  <a:pt x="850" y="568"/>
                </a:cubicBezTo>
                <a:cubicBezTo>
                  <a:pt x="858" y="564"/>
                  <a:pt x="865" y="560"/>
                  <a:pt x="871" y="554"/>
                </a:cubicBezTo>
                <a:cubicBezTo>
                  <a:pt x="877" y="548"/>
                  <a:pt x="881" y="541"/>
                  <a:pt x="885" y="533"/>
                </a:cubicBezTo>
                <a:cubicBezTo>
                  <a:pt x="888" y="526"/>
                  <a:pt x="889" y="517"/>
                  <a:pt x="889" y="509"/>
                </a:cubicBezTo>
                <a:lnTo>
                  <a:pt x="889" y="65"/>
                </a:lnTo>
                <a:cubicBezTo>
                  <a:pt x="889" y="56"/>
                  <a:pt x="888" y="48"/>
                  <a:pt x="885" y="40"/>
                </a:cubicBezTo>
                <a:cubicBezTo>
                  <a:pt x="881" y="32"/>
                  <a:pt x="877" y="25"/>
                  <a:pt x="871" y="19"/>
                </a:cubicBezTo>
                <a:cubicBezTo>
                  <a:pt x="865" y="13"/>
                  <a:pt x="858" y="8"/>
                  <a:pt x="850" y="5"/>
                </a:cubicBezTo>
                <a:cubicBezTo>
                  <a:pt x="843" y="2"/>
                  <a:pt x="834" y="0"/>
                  <a:pt x="826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39920" y="1072440"/>
            <a:ext cx="6988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 juni een verhaal, nu een afspraak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360800" y="2435040"/>
            <a:ext cx="922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Juni: de reis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746280" y="2660400"/>
            <a:ext cx="2285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hoe onderwijs ontstaat, plant en uitvoert,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279800" y="2831760"/>
            <a:ext cx="1081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verteld als scenario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3376440" y="1857240"/>
            <a:ext cx="2581560" cy="1252800"/>
          </a:xfrm>
          <a:custGeom>
            <a:avLst/>
            <a:gdLst/>
            <a:ahLst/>
            <a:rect l="0" t="0" r="r" b="b"/>
            <a:pathLst>
              <a:path w="7171" h="3480">
                <a:moveTo>
                  <a:pt x="0" y="3176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7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1"/>
                  <a:pt x="89" y="78"/>
                </a:cubicBezTo>
                <a:cubicBezTo>
                  <a:pt x="103" y="66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867" y="0"/>
                </a:lnTo>
                <a:cubicBezTo>
                  <a:pt x="6887" y="0"/>
                  <a:pt x="6907" y="2"/>
                  <a:pt x="6926" y="5"/>
                </a:cubicBezTo>
                <a:cubicBezTo>
                  <a:pt x="6946" y="8"/>
                  <a:pt x="6965" y="13"/>
                  <a:pt x="6983" y="20"/>
                </a:cubicBezTo>
                <a:cubicBezTo>
                  <a:pt x="7002" y="27"/>
                  <a:pt x="7019" y="35"/>
                  <a:pt x="7036" y="44"/>
                </a:cubicBezTo>
                <a:cubicBezTo>
                  <a:pt x="7053" y="54"/>
                  <a:pt x="7068" y="66"/>
                  <a:pt x="7082" y="78"/>
                </a:cubicBezTo>
                <a:cubicBezTo>
                  <a:pt x="7096" y="91"/>
                  <a:pt x="7109" y="104"/>
                  <a:pt x="7120" y="118"/>
                </a:cubicBezTo>
                <a:cubicBezTo>
                  <a:pt x="7131" y="133"/>
                  <a:pt x="7140" y="148"/>
                  <a:pt x="7148" y="164"/>
                </a:cubicBezTo>
                <a:cubicBezTo>
                  <a:pt x="7156" y="180"/>
                  <a:pt x="7161" y="197"/>
                  <a:pt x="7165" y="214"/>
                </a:cubicBezTo>
                <a:cubicBezTo>
                  <a:pt x="7169" y="231"/>
                  <a:pt x="7171" y="248"/>
                  <a:pt x="7171" y="265"/>
                </a:cubicBezTo>
                <a:lnTo>
                  <a:pt x="7171" y="3176"/>
                </a:lnTo>
                <a:cubicBezTo>
                  <a:pt x="7171" y="3196"/>
                  <a:pt x="7169" y="3216"/>
                  <a:pt x="7165" y="3235"/>
                </a:cubicBezTo>
                <a:cubicBezTo>
                  <a:pt x="7161" y="3255"/>
                  <a:pt x="7156" y="3274"/>
                  <a:pt x="7148" y="3292"/>
                </a:cubicBezTo>
                <a:cubicBezTo>
                  <a:pt x="7140" y="3311"/>
                  <a:pt x="7131" y="3328"/>
                  <a:pt x="7120" y="3345"/>
                </a:cubicBezTo>
                <a:cubicBezTo>
                  <a:pt x="7109" y="3362"/>
                  <a:pt x="7096" y="3377"/>
                  <a:pt x="7082" y="3391"/>
                </a:cubicBezTo>
                <a:cubicBezTo>
                  <a:pt x="7068" y="3405"/>
                  <a:pt x="7053" y="3418"/>
                  <a:pt x="7036" y="3429"/>
                </a:cubicBezTo>
                <a:cubicBezTo>
                  <a:pt x="7019" y="3440"/>
                  <a:pt x="7002" y="3449"/>
                  <a:pt x="6983" y="3457"/>
                </a:cubicBezTo>
                <a:cubicBezTo>
                  <a:pt x="6965" y="3465"/>
                  <a:pt x="6946" y="3470"/>
                  <a:pt x="6926" y="3474"/>
                </a:cubicBezTo>
                <a:cubicBezTo>
                  <a:pt x="6907" y="3478"/>
                  <a:pt x="6887" y="3480"/>
                  <a:pt x="6867" y="3480"/>
                </a:cubicBezTo>
                <a:lnTo>
                  <a:pt x="304" y="3480"/>
                </a:lnTo>
                <a:cubicBezTo>
                  <a:pt x="284" y="3480"/>
                  <a:pt x="264" y="3478"/>
                  <a:pt x="245" y="3474"/>
                </a:cubicBezTo>
                <a:cubicBezTo>
                  <a:pt x="225" y="3470"/>
                  <a:pt x="206" y="3465"/>
                  <a:pt x="188" y="3457"/>
                </a:cubicBezTo>
                <a:cubicBezTo>
                  <a:pt x="169" y="3449"/>
                  <a:pt x="152" y="3440"/>
                  <a:pt x="135" y="3429"/>
                </a:cubicBezTo>
                <a:cubicBezTo>
                  <a:pt x="119" y="3418"/>
                  <a:pt x="103" y="3405"/>
                  <a:pt x="89" y="3391"/>
                </a:cubicBezTo>
                <a:cubicBezTo>
                  <a:pt x="75" y="3377"/>
                  <a:pt x="62" y="3362"/>
                  <a:pt x="51" y="3345"/>
                </a:cubicBezTo>
                <a:cubicBezTo>
                  <a:pt x="40" y="3328"/>
                  <a:pt x="31" y="3311"/>
                  <a:pt x="23" y="3292"/>
                </a:cubicBezTo>
                <a:cubicBezTo>
                  <a:pt x="15" y="3274"/>
                  <a:pt x="10" y="3255"/>
                  <a:pt x="6" y="3235"/>
                </a:cubicBezTo>
                <a:cubicBezTo>
                  <a:pt x="2" y="3216"/>
                  <a:pt x="0" y="3196"/>
                  <a:pt x="0" y="31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371760" y="1838160"/>
            <a:ext cx="2590920" cy="1276560"/>
          </a:xfrm>
          <a:custGeom>
            <a:avLst/>
            <a:gdLst/>
            <a:ahLst/>
            <a:rect l="0" t="0" r="r" b="b"/>
            <a:pathLst>
              <a:path w="7197" h="3546">
                <a:moveTo>
                  <a:pt x="0" y="0"/>
                </a:moveTo>
                <a:lnTo>
                  <a:pt x="7197" y="0"/>
                </a:lnTo>
                <a:lnTo>
                  <a:pt x="719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3371760" y="1838160"/>
            <a:ext cx="2590920" cy="1276560"/>
          </a:xfrm>
          <a:custGeom>
            <a:avLst/>
            <a:gdLst/>
            <a:ahLst/>
            <a:rect l="0" t="0" r="r" b="b"/>
            <a:pathLst>
              <a:path w="7197" h="3546">
                <a:moveTo>
                  <a:pt x="0" y="0"/>
                </a:moveTo>
                <a:lnTo>
                  <a:pt x="7197" y="0"/>
                </a:lnTo>
                <a:lnTo>
                  <a:pt x="719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3371760" y="1838160"/>
            <a:ext cx="2590920" cy="1276560"/>
          </a:xfrm>
          <a:custGeom>
            <a:avLst/>
            <a:gdLst/>
            <a:ahLst/>
            <a:rect l="0" t="0" r="r" b="b"/>
            <a:pathLst>
              <a:path w="7197" h="3546">
                <a:moveTo>
                  <a:pt x="0" y="0"/>
                </a:moveTo>
                <a:lnTo>
                  <a:pt x="7197" y="0"/>
                </a:lnTo>
                <a:lnTo>
                  <a:pt x="719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3371760" y="1838160"/>
            <a:ext cx="2590920" cy="1276560"/>
          </a:xfrm>
          <a:custGeom>
            <a:avLst/>
            <a:gdLst/>
            <a:ahLst/>
            <a:rect l="0" t="0" r="r" b="b"/>
            <a:pathLst>
              <a:path w="7197" h="3546">
                <a:moveTo>
                  <a:pt x="0" y="0"/>
                </a:moveTo>
                <a:lnTo>
                  <a:pt x="7197" y="0"/>
                </a:lnTo>
                <a:lnTo>
                  <a:pt x="719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565800" y="2021040"/>
            <a:ext cx="320400" cy="331560"/>
          </a:xfrm>
          <a:custGeom>
            <a:avLst/>
            <a:gdLst/>
            <a:ahLst/>
            <a:rect l="0" t="0" r="r" b="b"/>
            <a:pathLst>
              <a:path w="890" h="921">
                <a:moveTo>
                  <a:pt x="191" y="254"/>
                </a:moveTo>
                <a:cubicBezTo>
                  <a:pt x="174" y="254"/>
                  <a:pt x="158" y="251"/>
                  <a:pt x="142" y="244"/>
                </a:cubicBezTo>
                <a:cubicBezTo>
                  <a:pt x="127" y="238"/>
                  <a:pt x="113" y="229"/>
                  <a:pt x="101" y="217"/>
                </a:cubicBezTo>
                <a:cubicBezTo>
                  <a:pt x="89" y="205"/>
                  <a:pt x="80" y="191"/>
                  <a:pt x="74" y="176"/>
                </a:cubicBezTo>
                <a:cubicBezTo>
                  <a:pt x="67" y="160"/>
                  <a:pt x="64" y="144"/>
                  <a:pt x="64" y="127"/>
                </a:cubicBezTo>
                <a:cubicBezTo>
                  <a:pt x="64" y="110"/>
                  <a:pt x="67" y="94"/>
                  <a:pt x="74" y="78"/>
                </a:cubicBezTo>
                <a:cubicBezTo>
                  <a:pt x="80" y="63"/>
                  <a:pt x="89" y="49"/>
                  <a:pt x="101" y="37"/>
                </a:cubicBezTo>
                <a:cubicBezTo>
                  <a:pt x="113" y="25"/>
                  <a:pt x="127" y="16"/>
                  <a:pt x="142" y="10"/>
                </a:cubicBezTo>
                <a:cubicBezTo>
                  <a:pt x="158" y="3"/>
                  <a:pt x="174" y="0"/>
                  <a:pt x="191" y="0"/>
                </a:cubicBezTo>
                <a:cubicBezTo>
                  <a:pt x="208" y="0"/>
                  <a:pt x="224" y="3"/>
                  <a:pt x="240" y="10"/>
                </a:cubicBezTo>
                <a:cubicBezTo>
                  <a:pt x="255" y="16"/>
                  <a:pt x="269" y="25"/>
                  <a:pt x="281" y="37"/>
                </a:cubicBezTo>
                <a:cubicBezTo>
                  <a:pt x="293" y="49"/>
                  <a:pt x="302" y="63"/>
                  <a:pt x="309" y="78"/>
                </a:cubicBezTo>
                <a:cubicBezTo>
                  <a:pt x="316" y="94"/>
                  <a:pt x="319" y="110"/>
                  <a:pt x="319" y="127"/>
                </a:cubicBezTo>
                <a:cubicBezTo>
                  <a:pt x="319" y="144"/>
                  <a:pt x="316" y="160"/>
                  <a:pt x="309" y="176"/>
                </a:cubicBezTo>
                <a:cubicBezTo>
                  <a:pt x="302" y="191"/>
                  <a:pt x="293" y="205"/>
                  <a:pt x="281" y="217"/>
                </a:cubicBezTo>
                <a:cubicBezTo>
                  <a:pt x="269" y="229"/>
                  <a:pt x="255" y="238"/>
                  <a:pt x="240" y="244"/>
                </a:cubicBezTo>
                <a:cubicBezTo>
                  <a:pt x="224" y="251"/>
                  <a:pt x="208" y="254"/>
                  <a:pt x="191" y="254"/>
                </a:cubicBezTo>
                <a:moveTo>
                  <a:pt x="191" y="63"/>
                </a:moveTo>
                <a:cubicBezTo>
                  <a:pt x="183" y="63"/>
                  <a:pt x="174" y="65"/>
                  <a:pt x="167" y="68"/>
                </a:cubicBezTo>
                <a:cubicBezTo>
                  <a:pt x="159" y="71"/>
                  <a:pt x="152" y="76"/>
                  <a:pt x="146" y="82"/>
                </a:cubicBezTo>
                <a:cubicBezTo>
                  <a:pt x="140" y="88"/>
                  <a:pt x="136" y="95"/>
                  <a:pt x="132" y="103"/>
                </a:cubicBezTo>
                <a:cubicBezTo>
                  <a:pt x="129" y="110"/>
                  <a:pt x="127" y="119"/>
                  <a:pt x="127" y="127"/>
                </a:cubicBezTo>
                <a:cubicBezTo>
                  <a:pt x="127" y="135"/>
                  <a:pt x="129" y="143"/>
                  <a:pt x="132" y="151"/>
                </a:cubicBezTo>
                <a:cubicBezTo>
                  <a:pt x="136" y="159"/>
                  <a:pt x="140" y="166"/>
                  <a:pt x="146" y="172"/>
                </a:cubicBezTo>
                <a:cubicBezTo>
                  <a:pt x="152" y="178"/>
                  <a:pt x="159" y="182"/>
                  <a:pt x="167" y="186"/>
                </a:cubicBezTo>
                <a:cubicBezTo>
                  <a:pt x="174" y="189"/>
                  <a:pt x="183" y="190"/>
                  <a:pt x="191" y="190"/>
                </a:cubicBezTo>
                <a:cubicBezTo>
                  <a:pt x="199" y="190"/>
                  <a:pt x="207" y="189"/>
                  <a:pt x="215" y="186"/>
                </a:cubicBezTo>
                <a:cubicBezTo>
                  <a:pt x="223" y="182"/>
                  <a:pt x="230" y="178"/>
                  <a:pt x="236" y="172"/>
                </a:cubicBezTo>
                <a:cubicBezTo>
                  <a:pt x="242" y="166"/>
                  <a:pt x="246" y="159"/>
                  <a:pt x="250" y="151"/>
                </a:cubicBezTo>
                <a:cubicBezTo>
                  <a:pt x="253" y="143"/>
                  <a:pt x="254" y="135"/>
                  <a:pt x="254" y="127"/>
                </a:cubicBezTo>
                <a:cubicBezTo>
                  <a:pt x="254" y="119"/>
                  <a:pt x="253" y="110"/>
                  <a:pt x="250" y="103"/>
                </a:cubicBezTo>
                <a:cubicBezTo>
                  <a:pt x="246" y="95"/>
                  <a:pt x="242" y="88"/>
                  <a:pt x="236" y="82"/>
                </a:cubicBezTo>
                <a:cubicBezTo>
                  <a:pt x="230" y="76"/>
                  <a:pt x="223" y="71"/>
                  <a:pt x="215" y="68"/>
                </a:cubicBezTo>
                <a:cubicBezTo>
                  <a:pt x="207" y="65"/>
                  <a:pt x="199" y="63"/>
                  <a:pt x="191" y="63"/>
                </a:cubicBezTo>
                <a:moveTo>
                  <a:pt x="700" y="254"/>
                </a:moveTo>
                <a:cubicBezTo>
                  <a:pt x="683" y="254"/>
                  <a:pt x="667" y="251"/>
                  <a:pt x="651" y="244"/>
                </a:cubicBezTo>
                <a:cubicBezTo>
                  <a:pt x="636" y="238"/>
                  <a:pt x="622" y="229"/>
                  <a:pt x="610" y="217"/>
                </a:cubicBezTo>
                <a:cubicBezTo>
                  <a:pt x="598" y="205"/>
                  <a:pt x="589" y="191"/>
                  <a:pt x="583" y="176"/>
                </a:cubicBezTo>
                <a:cubicBezTo>
                  <a:pt x="576" y="160"/>
                  <a:pt x="573" y="144"/>
                  <a:pt x="573" y="127"/>
                </a:cubicBezTo>
                <a:cubicBezTo>
                  <a:pt x="573" y="110"/>
                  <a:pt x="576" y="94"/>
                  <a:pt x="583" y="78"/>
                </a:cubicBezTo>
                <a:cubicBezTo>
                  <a:pt x="589" y="63"/>
                  <a:pt x="598" y="49"/>
                  <a:pt x="610" y="37"/>
                </a:cubicBezTo>
                <a:cubicBezTo>
                  <a:pt x="622" y="25"/>
                  <a:pt x="636" y="16"/>
                  <a:pt x="651" y="10"/>
                </a:cubicBezTo>
                <a:cubicBezTo>
                  <a:pt x="667" y="3"/>
                  <a:pt x="683" y="0"/>
                  <a:pt x="700" y="0"/>
                </a:cubicBezTo>
                <a:cubicBezTo>
                  <a:pt x="717" y="0"/>
                  <a:pt x="733" y="3"/>
                  <a:pt x="748" y="10"/>
                </a:cubicBezTo>
                <a:cubicBezTo>
                  <a:pt x="764" y="16"/>
                  <a:pt x="778" y="25"/>
                  <a:pt x="790" y="37"/>
                </a:cubicBezTo>
                <a:cubicBezTo>
                  <a:pt x="801" y="49"/>
                  <a:pt x="811" y="63"/>
                  <a:pt x="817" y="78"/>
                </a:cubicBezTo>
                <a:cubicBezTo>
                  <a:pt x="824" y="94"/>
                  <a:pt x="827" y="110"/>
                  <a:pt x="827" y="127"/>
                </a:cubicBezTo>
                <a:cubicBezTo>
                  <a:pt x="827" y="144"/>
                  <a:pt x="824" y="160"/>
                  <a:pt x="817" y="176"/>
                </a:cubicBezTo>
                <a:cubicBezTo>
                  <a:pt x="811" y="191"/>
                  <a:pt x="801" y="205"/>
                  <a:pt x="790" y="217"/>
                </a:cubicBezTo>
                <a:cubicBezTo>
                  <a:pt x="778" y="229"/>
                  <a:pt x="764" y="238"/>
                  <a:pt x="748" y="244"/>
                </a:cubicBezTo>
                <a:cubicBezTo>
                  <a:pt x="733" y="251"/>
                  <a:pt x="717" y="254"/>
                  <a:pt x="700" y="254"/>
                </a:cubicBezTo>
                <a:moveTo>
                  <a:pt x="700" y="63"/>
                </a:moveTo>
                <a:cubicBezTo>
                  <a:pt x="691" y="63"/>
                  <a:pt x="683" y="65"/>
                  <a:pt x="676" y="68"/>
                </a:cubicBezTo>
                <a:cubicBezTo>
                  <a:pt x="668" y="71"/>
                  <a:pt x="661" y="76"/>
                  <a:pt x="655" y="82"/>
                </a:cubicBezTo>
                <a:cubicBezTo>
                  <a:pt x="649" y="88"/>
                  <a:pt x="644" y="95"/>
                  <a:pt x="641" y="103"/>
                </a:cubicBezTo>
                <a:cubicBezTo>
                  <a:pt x="638" y="110"/>
                  <a:pt x="636" y="119"/>
                  <a:pt x="636" y="127"/>
                </a:cubicBezTo>
                <a:cubicBezTo>
                  <a:pt x="636" y="135"/>
                  <a:pt x="638" y="143"/>
                  <a:pt x="641" y="151"/>
                </a:cubicBezTo>
                <a:cubicBezTo>
                  <a:pt x="644" y="159"/>
                  <a:pt x="649" y="166"/>
                  <a:pt x="655" y="172"/>
                </a:cubicBezTo>
                <a:cubicBezTo>
                  <a:pt x="661" y="178"/>
                  <a:pt x="668" y="182"/>
                  <a:pt x="676" y="186"/>
                </a:cubicBezTo>
                <a:cubicBezTo>
                  <a:pt x="683" y="189"/>
                  <a:pt x="691" y="190"/>
                  <a:pt x="700" y="190"/>
                </a:cubicBezTo>
                <a:cubicBezTo>
                  <a:pt x="708" y="190"/>
                  <a:pt x="716" y="189"/>
                  <a:pt x="724" y="186"/>
                </a:cubicBezTo>
                <a:cubicBezTo>
                  <a:pt x="732" y="182"/>
                  <a:pt x="739" y="178"/>
                  <a:pt x="745" y="172"/>
                </a:cubicBezTo>
                <a:cubicBezTo>
                  <a:pt x="751" y="166"/>
                  <a:pt x="755" y="159"/>
                  <a:pt x="758" y="151"/>
                </a:cubicBezTo>
                <a:cubicBezTo>
                  <a:pt x="762" y="143"/>
                  <a:pt x="763" y="135"/>
                  <a:pt x="763" y="127"/>
                </a:cubicBezTo>
                <a:cubicBezTo>
                  <a:pt x="763" y="119"/>
                  <a:pt x="762" y="110"/>
                  <a:pt x="758" y="103"/>
                </a:cubicBezTo>
                <a:cubicBezTo>
                  <a:pt x="755" y="95"/>
                  <a:pt x="751" y="88"/>
                  <a:pt x="745" y="82"/>
                </a:cubicBezTo>
                <a:cubicBezTo>
                  <a:pt x="739" y="76"/>
                  <a:pt x="732" y="71"/>
                  <a:pt x="724" y="68"/>
                </a:cubicBezTo>
                <a:cubicBezTo>
                  <a:pt x="716" y="65"/>
                  <a:pt x="708" y="63"/>
                  <a:pt x="700" y="63"/>
                </a:cubicBezTo>
                <a:moveTo>
                  <a:pt x="763" y="921"/>
                </a:moveTo>
                <a:lnTo>
                  <a:pt x="636" y="921"/>
                </a:lnTo>
                <a:cubicBezTo>
                  <a:pt x="628" y="921"/>
                  <a:pt x="620" y="920"/>
                  <a:pt x="612" y="917"/>
                </a:cubicBezTo>
                <a:cubicBezTo>
                  <a:pt x="604" y="913"/>
                  <a:pt x="597" y="909"/>
                  <a:pt x="591" y="903"/>
                </a:cubicBezTo>
                <a:cubicBezTo>
                  <a:pt x="585" y="897"/>
                  <a:pt x="581" y="890"/>
                  <a:pt x="578" y="882"/>
                </a:cubicBezTo>
                <a:cubicBezTo>
                  <a:pt x="574" y="875"/>
                  <a:pt x="573" y="866"/>
                  <a:pt x="573" y="858"/>
                </a:cubicBezTo>
                <a:lnTo>
                  <a:pt x="573" y="636"/>
                </a:lnTo>
                <a:lnTo>
                  <a:pt x="636" y="636"/>
                </a:lnTo>
                <a:lnTo>
                  <a:pt x="636" y="858"/>
                </a:lnTo>
                <a:lnTo>
                  <a:pt x="763" y="858"/>
                </a:lnTo>
                <a:lnTo>
                  <a:pt x="763" y="572"/>
                </a:lnTo>
                <a:lnTo>
                  <a:pt x="827" y="572"/>
                </a:lnTo>
                <a:lnTo>
                  <a:pt x="827" y="382"/>
                </a:lnTo>
                <a:cubicBezTo>
                  <a:pt x="827" y="373"/>
                  <a:pt x="824" y="365"/>
                  <a:pt x="817" y="358"/>
                </a:cubicBezTo>
                <a:cubicBezTo>
                  <a:pt x="811" y="352"/>
                  <a:pt x="804" y="349"/>
                  <a:pt x="795" y="349"/>
                </a:cubicBezTo>
                <a:lnTo>
                  <a:pt x="591" y="349"/>
                </a:lnTo>
                <a:lnTo>
                  <a:pt x="446" y="604"/>
                </a:lnTo>
                <a:lnTo>
                  <a:pt x="299" y="349"/>
                </a:lnTo>
                <a:lnTo>
                  <a:pt x="96" y="349"/>
                </a:lnTo>
                <a:cubicBezTo>
                  <a:pt x="87" y="349"/>
                  <a:pt x="79" y="352"/>
                  <a:pt x="73" y="358"/>
                </a:cubicBezTo>
                <a:cubicBezTo>
                  <a:pt x="67" y="365"/>
                  <a:pt x="64" y="373"/>
                  <a:pt x="64" y="382"/>
                </a:cubicBezTo>
                <a:lnTo>
                  <a:pt x="64" y="572"/>
                </a:lnTo>
                <a:lnTo>
                  <a:pt x="127" y="572"/>
                </a:lnTo>
                <a:lnTo>
                  <a:pt x="127" y="858"/>
                </a:lnTo>
                <a:lnTo>
                  <a:pt x="254" y="858"/>
                </a:lnTo>
                <a:lnTo>
                  <a:pt x="254" y="636"/>
                </a:lnTo>
                <a:lnTo>
                  <a:pt x="319" y="636"/>
                </a:lnTo>
                <a:lnTo>
                  <a:pt x="319" y="858"/>
                </a:lnTo>
                <a:cubicBezTo>
                  <a:pt x="319" y="866"/>
                  <a:pt x="317" y="875"/>
                  <a:pt x="314" y="882"/>
                </a:cubicBezTo>
                <a:cubicBezTo>
                  <a:pt x="311" y="890"/>
                  <a:pt x="305" y="897"/>
                  <a:pt x="299" y="903"/>
                </a:cubicBezTo>
                <a:cubicBezTo>
                  <a:pt x="293" y="909"/>
                  <a:pt x="286" y="913"/>
                  <a:pt x="279" y="917"/>
                </a:cubicBezTo>
                <a:cubicBezTo>
                  <a:pt x="271" y="920"/>
                  <a:pt x="263" y="921"/>
                  <a:pt x="254" y="921"/>
                </a:cubicBezTo>
                <a:lnTo>
                  <a:pt x="127" y="921"/>
                </a:lnTo>
                <a:cubicBezTo>
                  <a:pt x="119" y="921"/>
                  <a:pt x="111" y="920"/>
                  <a:pt x="103" y="917"/>
                </a:cubicBezTo>
                <a:cubicBezTo>
                  <a:pt x="95" y="913"/>
                  <a:pt x="89" y="909"/>
                  <a:pt x="83" y="903"/>
                </a:cubicBezTo>
                <a:cubicBezTo>
                  <a:pt x="77" y="897"/>
                  <a:pt x="72" y="890"/>
                  <a:pt x="69" y="882"/>
                </a:cubicBezTo>
                <a:cubicBezTo>
                  <a:pt x="66" y="875"/>
                  <a:pt x="64" y="866"/>
                  <a:pt x="64" y="858"/>
                </a:cubicBezTo>
                <a:lnTo>
                  <a:pt x="64" y="636"/>
                </a:lnTo>
                <a:cubicBezTo>
                  <a:pt x="56" y="636"/>
                  <a:pt x="47" y="634"/>
                  <a:pt x="40" y="631"/>
                </a:cubicBezTo>
                <a:cubicBezTo>
                  <a:pt x="32" y="628"/>
                  <a:pt x="25" y="623"/>
                  <a:pt x="19" y="617"/>
                </a:cubicBezTo>
                <a:cubicBezTo>
                  <a:pt x="13" y="611"/>
                  <a:pt x="9" y="604"/>
                  <a:pt x="5" y="597"/>
                </a:cubicBezTo>
                <a:cubicBezTo>
                  <a:pt x="2" y="589"/>
                  <a:pt x="0" y="581"/>
                  <a:pt x="0" y="572"/>
                </a:cubicBezTo>
                <a:lnTo>
                  <a:pt x="0" y="382"/>
                </a:lnTo>
                <a:cubicBezTo>
                  <a:pt x="0" y="369"/>
                  <a:pt x="3" y="356"/>
                  <a:pt x="8" y="344"/>
                </a:cubicBezTo>
                <a:cubicBezTo>
                  <a:pt x="13" y="333"/>
                  <a:pt x="19" y="322"/>
                  <a:pt x="28" y="314"/>
                </a:cubicBezTo>
                <a:cubicBezTo>
                  <a:pt x="37" y="305"/>
                  <a:pt x="48" y="298"/>
                  <a:pt x="59" y="293"/>
                </a:cubicBezTo>
                <a:cubicBezTo>
                  <a:pt x="71" y="288"/>
                  <a:pt x="83" y="286"/>
                  <a:pt x="96" y="286"/>
                </a:cubicBezTo>
                <a:lnTo>
                  <a:pt x="337" y="286"/>
                </a:lnTo>
                <a:lnTo>
                  <a:pt x="446" y="477"/>
                </a:lnTo>
                <a:lnTo>
                  <a:pt x="554" y="286"/>
                </a:lnTo>
                <a:lnTo>
                  <a:pt x="795" y="286"/>
                </a:lnTo>
                <a:cubicBezTo>
                  <a:pt x="808" y="286"/>
                  <a:pt x="820" y="288"/>
                  <a:pt x="831" y="293"/>
                </a:cubicBezTo>
                <a:cubicBezTo>
                  <a:pt x="843" y="298"/>
                  <a:pt x="853" y="305"/>
                  <a:pt x="862" y="314"/>
                </a:cubicBezTo>
                <a:cubicBezTo>
                  <a:pt x="871" y="322"/>
                  <a:pt x="878" y="333"/>
                  <a:pt x="883" y="344"/>
                </a:cubicBezTo>
                <a:cubicBezTo>
                  <a:pt x="888" y="356"/>
                  <a:pt x="890" y="369"/>
                  <a:pt x="890" y="382"/>
                </a:cubicBezTo>
                <a:lnTo>
                  <a:pt x="890" y="572"/>
                </a:lnTo>
                <a:cubicBezTo>
                  <a:pt x="890" y="581"/>
                  <a:pt x="889" y="589"/>
                  <a:pt x="885" y="597"/>
                </a:cubicBezTo>
                <a:cubicBezTo>
                  <a:pt x="882" y="604"/>
                  <a:pt x="878" y="611"/>
                  <a:pt x="872" y="617"/>
                </a:cubicBezTo>
                <a:cubicBezTo>
                  <a:pt x="866" y="623"/>
                  <a:pt x="859" y="628"/>
                  <a:pt x="851" y="631"/>
                </a:cubicBezTo>
                <a:cubicBezTo>
                  <a:pt x="843" y="634"/>
                  <a:pt x="835" y="636"/>
                  <a:pt x="827" y="636"/>
                </a:cubicBezTo>
                <a:lnTo>
                  <a:pt x="827" y="858"/>
                </a:lnTo>
                <a:cubicBezTo>
                  <a:pt x="827" y="866"/>
                  <a:pt x="825" y="875"/>
                  <a:pt x="822" y="882"/>
                </a:cubicBezTo>
                <a:cubicBezTo>
                  <a:pt x="819" y="890"/>
                  <a:pt x="814" y="897"/>
                  <a:pt x="808" y="903"/>
                </a:cubicBezTo>
                <a:cubicBezTo>
                  <a:pt x="802" y="909"/>
                  <a:pt x="795" y="913"/>
                  <a:pt x="788" y="917"/>
                </a:cubicBezTo>
                <a:cubicBezTo>
                  <a:pt x="780" y="920"/>
                  <a:pt x="772" y="921"/>
                  <a:pt x="763" y="92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115800" y="2350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4200480" y="2435040"/>
            <a:ext cx="1136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Zomer: de taal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10080" y="2660400"/>
            <a:ext cx="2369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begrippen en informatiemodel, getoetst 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86360" y="2831760"/>
            <a:ext cx="1306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leveranciers en scholen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6281640" y="1857240"/>
            <a:ext cx="2590920" cy="1252800"/>
          </a:xfrm>
          <a:custGeom>
            <a:avLst/>
            <a:gdLst/>
            <a:ahLst/>
            <a:rect l="0" t="0" r="r" b="b"/>
            <a:pathLst>
              <a:path w="7197" h="3480">
                <a:moveTo>
                  <a:pt x="0" y="3176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7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1"/>
                  <a:pt x="89" y="78"/>
                </a:cubicBezTo>
                <a:cubicBezTo>
                  <a:pt x="103" y="66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3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7"/>
                  <a:pt x="7046" y="35"/>
                  <a:pt x="7062" y="44"/>
                </a:cubicBezTo>
                <a:cubicBezTo>
                  <a:pt x="7079" y="54"/>
                  <a:pt x="7094" y="66"/>
                  <a:pt x="7108" y="78"/>
                </a:cubicBezTo>
                <a:cubicBezTo>
                  <a:pt x="7122" y="91"/>
                  <a:pt x="7135" y="104"/>
                  <a:pt x="7146" y="118"/>
                </a:cubicBezTo>
                <a:cubicBezTo>
                  <a:pt x="7157" y="133"/>
                  <a:pt x="7167" y="148"/>
                  <a:pt x="7174" y="164"/>
                </a:cubicBezTo>
                <a:cubicBezTo>
                  <a:pt x="7182" y="180"/>
                  <a:pt x="7188" y="197"/>
                  <a:pt x="7192" y="214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176"/>
                </a:lnTo>
                <a:cubicBezTo>
                  <a:pt x="7197" y="3196"/>
                  <a:pt x="7195" y="3216"/>
                  <a:pt x="7192" y="3235"/>
                </a:cubicBezTo>
                <a:cubicBezTo>
                  <a:pt x="7188" y="3255"/>
                  <a:pt x="7182" y="3274"/>
                  <a:pt x="7174" y="3292"/>
                </a:cubicBezTo>
                <a:cubicBezTo>
                  <a:pt x="7167" y="3311"/>
                  <a:pt x="7157" y="3328"/>
                  <a:pt x="7146" y="3345"/>
                </a:cubicBezTo>
                <a:cubicBezTo>
                  <a:pt x="7135" y="3362"/>
                  <a:pt x="7122" y="3377"/>
                  <a:pt x="7108" y="3391"/>
                </a:cubicBezTo>
                <a:cubicBezTo>
                  <a:pt x="7094" y="3405"/>
                  <a:pt x="7079" y="3418"/>
                  <a:pt x="7062" y="3429"/>
                </a:cubicBezTo>
                <a:cubicBezTo>
                  <a:pt x="7046" y="3440"/>
                  <a:pt x="7028" y="3449"/>
                  <a:pt x="7010" y="3457"/>
                </a:cubicBezTo>
                <a:cubicBezTo>
                  <a:pt x="6991" y="3465"/>
                  <a:pt x="6972" y="3470"/>
                  <a:pt x="6953" y="3474"/>
                </a:cubicBezTo>
                <a:cubicBezTo>
                  <a:pt x="6933" y="3478"/>
                  <a:pt x="6913" y="3480"/>
                  <a:pt x="6893" y="3480"/>
                </a:cubicBezTo>
                <a:lnTo>
                  <a:pt x="304" y="3480"/>
                </a:lnTo>
                <a:cubicBezTo>
                  <a:pt x="284" y="3480"/>
                  <a:pt x="264" y="3478"/>
                  <a:pt x="245" y="3474"/>
                </a:cubicBezTo>
                <a:cubicBezTo>
                  <a:pt x="225" y="3470"/>
                  <a:pt x="206" y="3465"/>
                  <a:pt x="188" y="3457"/>
                </a:cubicBezTo>
                <a:cubicBezTo>
                  <a:pt x="169" y="3449"/>
                  <a:pt x="152" y="3440"/>
                  <a:pt x="135" y="3429"/>
                </a:cubicBezTo>
                <a:cubicBezTo>
                  <a:pt x="118" y="3418"/>
                  <a:pt x="103" y="3405"/>
                  <a:pt x="89" y="3391"/>
                </a:cubicBezTo>
                <a:cubicBezTo>
                  <a:pt x="75" y="3377"/>
                  <a:pt x="62" y="3362"/>
                  <a:pt x="51" y="3345"/>
                </a:cubicBezTo>
                <a:cubicBezTo>
                  <a:pt x="40" y="3328"/>
                  <a:pt x="31" y="3311"/>
                  <a:pt x="23" y="3292"/>
                </a:cubicBezTo>
                <a:cubicBezTo>
                  <a:pt x="15" y="3274"/>
                  <a:pt x="10" y="3255"/>
                  <a:pt x="6" y="3235"/>
                </a:cubicBezTo>
                <a:cubicBezTo>
                  <a:pt x="2" y="3216"/>
                  <a:pt x="0" y="3196"/>
                  <a:pt x="0" y="31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276960" y="1838160"/>
            <a:ext cx="2600640" cy="1276560"/>
          </a:xfrm>
          <a:custGeom>
            <a:avLst/>
            <a:gdLst/>
            <a:ahLst/>
            <a:rect l="0" t="0" r="r" b="b"/>
            <a:pathLst>
              <a:path w="7224" h="3546">
                <a:moveTo>
                  <a:pt x="0" y="0"/>
                </a:moveTo>
                <a:lnTo>
                  <a:pt x="7224" y="0"/>
                </a:lnTo>
                <a:lnTo>
                  <a:pt x="7224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6276960" y="1838160"/>
            <a:ext cx="2600640" cy="1276560"/>
          </a:xfrm>
          <a:custGeom>
            <a:avLst/>
            <a:gdLst/>
            <a:ahLst/>
            <a:rect l="0" t="0" r="r" b="b"/>
            <a:pathLst>
              <a:path w="7224" h="3546">
                <a:moveTo>
                  <a:pt x="0" y="0"/>
                </a:moveTo>
                <a:lnTo>
                  <a:pt x="7224" y="0"/>
                </a:lnTo>
                <a:lnTo>
                  <a:pt x="7224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6276960" y="1838160"/>
            <a:ext cx="2600640" cy="1276560"/>
          </a:xfrm>
          <a:custGeom>
            <a:avLst/>
            <a:gdLst/>
            <a:ahLst/>
            <a:rect l="0" t="0" r="r" b="b"/>
            <a:pathLst>
              <a:path w="7224" h="3546">
                <a:moveTo>
                  <a:pt x="0" y="0"/>
                </a:moveTo>
                <a:lnTo>
                  <a:pt x="7224" y="0"/>
                </a:lnTo>
                <a:lnTo>
                  <a:pt x="7224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6276960" y="1838160"/>
            <a:ext cx="2600640" cy="1276560"/>
          </a:xfrm>
          <a:custGeom>
            <a:avLst/>
            <a:gdLst/>
            <a:ahLst/>
            <a:rect l="0" t="0" r="r" b="b"/>
            <a:pathLst>
              <a:path w="7224" h="3546">
                <a:moveTo>
                  <a:pt x="0" y="0"/>
                </a:moveTo>
                <a:lnTo>
                  <a:pt x="7224" y="0"/>
                </a:lnTo>
                <a:lnTo>
                  <a:pt x="7224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6526440" y="2032560"/>
            <a:ext cx="228960" cy="320040"/>
          </a:xfrm>
          <a:custGeom>
            <a:avLst/>
            <a:gdLst/>
            <a:ahLst/>
            <a:rect l="0" t="0" r="r" b="b"/>
            <a:pathLst>
              <a:path w="636" h="889">
                <a:moveTo>
                  <a:pt x="626" y="232"/>
                </a:moveTo>
                <a:lnTo>
                  <a:pt x="403" y="9"/>
                </a:lnTo>
                <a:cubicBezTo>
                  <a:pt x="396" y="3"/>
                  <a:pt x="390" y="0"/>
                  <a:pt x="381" y="0"/>
                </a:cubicBezTo>
                <a:lnTo>
                  <a:pt x="63" y="0"/>
                </a:lnTo>
                <a:cubicBezTo>
                  <a:pt x="28" y="0"/>
                  <a:pt x="0" y="28"/>
                  <a:pt x="0" y="63"/>
                </a:cubicBezTo>
                <a:lnTo>
                  <a:pt x="0" y="826"/>
                </a:lnTo>
                <a:cubicBezTo>
                  <a:pt x="0" y="861"/>
                  <a:pt x="28" y="889"/>
                  <a:pt x="63" y="889"/>
                </a:cubicBezTo>
                <a:lnTo>
                  <a:pt x="571" y="889"/>
                </a:lnTo>
                <a:cubicBezTo>
                  <a:pt x="607" y="889"/>
                  <a:pt x="636" y="861"/>
                  <a:pt x="636" y="826"/>
                </a:cubicBezTo>
                <a:lnTo>
                  <a:pt x="636" y="255"/>
                </a:lnTo>
                <a:cubicBezTo>
                  <a:pt x="636" y="245"/>
                  <a:pt x="632" y="239"/>
                  <a:pt x="626" y="232"/>
                </a:cubicBezTo>
                <a:moveTo>
                  <a:pt x="381" y="76"/>
                </a:moveTo>
                <a:lnTo>
                  <a:pt x="558" y="255"/>
                </a:lnTo>
                <a:lnTo>
                  <a:pt x="381" y="255"/>
                </a:lnTo>
                <a:lnTo>
                  <a:pt x="381" y="76"/>
                </a:lnTo>
                <a:moveTo>
                  <a:pt x="571" y="826"/>
                </a:moveTo>
                <a:lnTo>
                  <a:pt x="63" y="826"/>
                </a:lnTo>
                <a:lnTo>
                  <a:pt x="63" y="63"/>
                </a:lnTo>
                <a:lnTo>
                  <a:pt x="317" y="63"/>
                </a:lnTo>
                <a:lnTo>
                  <a:pt x="317" y="255"/>
                </a:lnTo>
                <a:cubicBezTo>
                  <a:pt x="317" y="290"/>
                  <a:pt x="346" y="318"/>
                  <a:pt x="381" y="318"/>
                </a:cubicBezTo>
                <a:lnTo>
                  <a:pt x="571" y="318"/>
                </a:lnTo>
                <a:lnTo>
                  <a:pt x="571" y="82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6572160" y="2192400"/>
            <a:ext cx="137520" cy="91800"/>
          </a:xfrm>
          <a:custGeom>
            <a:avLst/>
            <a:gdLst/>
            <a:ahLst/>
            <a:rect l="0" t="0" r="r" b="b"/>
            <a:pathLst>
              <a:path w="382" h="255">
                <a:moveTo>
                  <a:pt x="0" y="192"/>
                </a:moveTo>
                <a:lnTo>
                  <a:pt x="382" y="192"/>
                </a:lnTo>
                <a:lnTo>
                  <a:pt x="382" y="255"/>
                </a:lnTo>
                <a:lnTo>
                  <a:pt x="0" y="255"/>
                </a:lnTo>
                <a:lnTo>
                  <a:pt x="0" y="192"/>
                </a:lnTo>
                <a:moveTo>
                  <a:pt x="0" y="0"/>
                </a:moveTo>
                <a:lnTo>
                  <a:pt x="382" y="0"/>
                </a:lnTo>
                <a:lnTo>
                  <a:pt x="382" y="64"/>
                </a:lnTo>
                <a:lnTo>
                  <a:pt x="0" y="64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027120" y="2350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792480" y="2435040"/>
            <a:ext cx="1866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September: de afspraak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478200" y="2660400"/>
            <a:ext cx="253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openbaar gepubliceerd, met versie en datum,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56840" y="3342960"/>
            <a:ext cx="8420760" cy="838800"/>
          </a:xfrm>
          <a:custGeom>
            <a:avLst/>
            <a:gdLst/>
            <a:ahLst/>
            <a:rect l="0" t="0" r="r" b="b"/>
            <a:pathLst>
              <a:path w="23391" h="2330">
                <a:moveTo>
                  <a:pt x="0" y="0"/>
                </a:moveTo>
                <a:lnTo>
                  <a:pt x="23391" y="0"/>
                </a:lnTo>
                <a:lnTo>
                  <a:pt x="23391" y="2330"/>
                </a:lnTo>
                <a:lnTo>
                  <a:pt x="0" y="23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33429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56840" y="4171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8867520" y="3342960"/>
            <a:ext cx="10080" cy="838800"/>
          </a:xfrm>
          <a:custGeom>
            <a:avLst/>
            <a:gdLst/>
            <a:ahLst/>
            <a:rect l="0" t="0" r="r" b="b"/>
            <a:pathLst>
              <a:path w="28" h="2330">
                <a:moveTo>
                  <a:pt x="0" y="106"/>
                </a:moveTo>
                <a:lnTo>
                  <a:pt x="0" y="2330"/>
                </a:lnTo>
                <a:lnTo>
                  <a:pt x="28" y="233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3342960"/>
            <a:ext cx="10080" cy="838800"/>
          </a:xfrm>
          <a:custGeom>
            <a:avLst/>
            <a:gdLst/>
            <a:ahLst/>
            <a:rect l="0" t="0" r="r" b="b"/>
            <a:pathLst>
              <a:path w="28" h="2330">
                <a:moveTo>
                  <a:pt x="0" y="0"/>
                </a:moveTo>
                <a:lnTo>
                  <a:pt x="0" y="2330"/>
                </a:lnTo>
                <a:lnTo>
                  <a:pt x="28" y="233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025760" y="2831760"/>
            <a:ext cx="1270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klaar om op te bouwen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34320" y="3563640"/>
            <a:ext cx="90032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Wat dat betekent: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een leverancier kan nu lezen wat zijn systeem moet kunnen uitwisselen, en een school kan erop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34320" y="3811320"/>
            <a:ext cx="5188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sturen. Waar het in juni nog gesprek was, staat het nu zwart op wit.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3" name=""/>
          <p:cNvSpPr/>
          <p:nvPr/>
        </p:nvSpPr>
        <p:spPr>
          <a:xfrm>
            <a:off x="456840" y="1352520"/>
            <a:ext cx="4134240" cy="1067040"/>
          </a:xfrm>
          <a:custGeom>
            <a:avLst/>
            <a:gdLst/>
            <a:ahLst/>
            <a:rect l="0" t="0" r="r" b="b"/>
            <a:pathLst>
              <a:path w="11484" h="2964">
                <a:moveTo>
                  <a:pt x="0" y="0"/>
                </a:moveTo>
                <a:lnTo>
                  <a:pt x="11484" y="0"/>
                </a:lnTo>
                <a:lnTo>
                  <a:pt x="11484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456840" y="1352520"/>
            <a:ext cx="4134240" cy="38160"/>
          </a:xfrm>
          <a:custGeom>
            <a:avLst/>
            <a:gdLst/>
            <a:ahLst/>
            <a:rect l="0" t="0" r="r" b="b"/>
            <a:pathLst>
              <a:path w="11484" h="106">
                <a:moveTo>
                  <a:pt x="0" y="0"/>
                </a:moveTo>
                <a:lnTo>
                  <a:pt x="11484" y="0"/>
                </a:lnTo>
                <a:lnTo>
                  <a:pt x="114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40948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1360" y="1352520"/>
            <a:ext cx="9720" cy="1067040"/>
          </a:xfrm>
          <a:custGeom>
            <a:avLst/>
            <a:gdLst/>
            <a:ahLst/>
            <a:rect l="0" t="0" r="r" b="b"/>
            <a:pathLst>
              <a:path w="27" h="2964">
                <a:moveTo>
                  <a:pt x="0" y="105"/>
                </a:moveTo>
                <a:lnTo>
                  <a:pt x="0" y="2964"/>
                </a:lnTo>
                <a:lnTo>
                  <a:pt x="27" y="2964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56840" y="135252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72120" y="1559880"/>
            <a:ext cx="206280" cy="240480"/>
          </a:xfrm>
          <a:custGeom>
            <a:avLst/>
            <a:gdLst/>
            <a:ahLst/>
            <a:rect l="0" t="0" r="r" b="b"/>
            <a:pathLst>
              <a:path w="573" h="668">
                <a:moveTo>
                  <a:pt x="525" y="0"/>
                </a:moveTo>
                <a:lnTo>
                  <a:pt x="96" y="0"/>
                </a:lnTo>
                <a:cubicBezTo>
                  <a:pt x="89" y="0"/>
                  <a:pt x="83" y="2"/>
                  <a:pt x="77" y="4"/>
                </a:cubicBezTo>
                <a:cubicBezTo>
                  <a:pt x="72" y="6"/>
                  <a:pt x="66" y="10"/>
                  <a:pt x="62" y="14"/>
                </a:cubicBezTo>
                <a:cubicBezTo>
                  <a:pt x="58" y="19"/>
                  <a:pt x="54" y="24"/>
                  <a:pt x="52" y="30"/>
                </a:cubicBezTo>
                <a:cubicBezTo>
                  <a:pt x="49" y="36"/>
                  <a:pt x="48" y="42"/>
                  <a:pt x="48" y="48"/>
                </a:cubicBezTo>
                <a:lnTo>
                  <a:pt x="48" y="143"/>
                </a:lnTo>
                <a:lnTo>
                  <a:pt x="0" y="143"/>
                </a:lnTo>
                <a:lnTo>
                  <a:pt x="0" y="191"/>
                </a:lnTo>
                <a:lnTo>
                  <a:pt x="48" y="191"/>
                </a:lnTo>
                <a:lnTo>
                  <a:pt x="48" y="310"/>
                </a:lnTo>
                <a:lnTo>
                  <a:pt x="0" y="310"/>
                </a:lnTo>
                <a:lnTo>
                  <a:pt x="0" y="358"/>
                </a:lnTo>
                <a:lnTo>
                  <a:pt x="48" y="358"/>
                </a:lnTo>
                <a:lnTo>
                  <a:pt x="48" y="477"/>
                </a:lnTo>
                <a:lnTo>
                  <a:pt x="0" y="477"/>
                </a:lnTo>
                <a:lnTo>
                  <a:pt x="0" y="524"/>
                </a:lnTo>
                <a:lnTo>
                  <a:pt x="48" y="524"/>
                </a:lnTo>
                <a:lnTo>
                  <a:pt x="48" y="619"/>
                </a:lnTo>
                <a:cubicBezTo>
                  <a:pt x="48" y="626"/>
                  <a:pt x="49" y="632"/>
                  <a:pt x="52" y="638"/>
                </a:cubicBezTo>
                <a:cubicBezTo>
                  <a:pt x="54" y="643"/>
                  <a:pt x="58" y="649"/>
                  <a:pt x="62" y="653"/>
                </a:cubicBezTo>
                <a:cubicBezTo>
                  <a:pt x="66" y="658"/>
                  <a:pt x="72" y="661"/>
                  <a:pt x="77" y="664"/>
                </a:cubicBezTo>
                <a:cubicBezTo>
                  <a:pt x="83" y="667"/>
                  <a:pt x="89" y="668"/>
                  <a:pt x="96" y="668"/>
                </a:cubicBezTo>
                <a:lnTo>
                  <a:pt x="525" y="668"/>
                </a:lnTo>
                <a:cubicBezTo>
                  <a:pt x="532" y="668"/>
                  <a:pt x="538" y="667"/>
                  <a:pt x="543" y="664"/>
                </a:cubicBezTo>
                <a:cubicBezTo>
                  <a:pt x="549" y="661"/>
                  <a:pt x="554" y="658"/>
                  <a:pt x="559" y="653"/>
                </a:cubicBezTo>
                <a:cubicBezTo>
                  <a:pt x="563" y="649"/>
                  <a:pt x="567" y="643"/>
                  <a:pt x="569" y="638"/>
                </a:cubicBezTo>
                <a:cubicBezTo>
                  <a:pt x="572" y="632"/>
                  <a:pt x="573" y="626"/>
                  <a:pt x="573" y="619"/>
                </a:cubicBezTo>
                <a:lnTo>
                  <a:pt x="573" y="48"/>
                </a:lnTo>
                <a:cubicBezTo>
                  <a:pt x="573" y="42"/>
                  <a:pt x="572" y="36"/>
                  <a:pt x="569" y="30"/>
                </a:cubicBezTo>
                <a:cubicBezTo>
                  <a:pt x="567" y="24"/>
                  <a:pt x="563" y="19"/>
                  <a:pt x="559" y="14"/>
                </a:cubicBezTo>
                <a:cubicBezTo>
                  <a:pt x="554" y="10"/>
                  <a:pt x="549" y="6"/>
                  <a:pt x="543" y="4"/>
                </a:cubicBezTo>
                <a:cubicBezTo>
                  <a:pt x="538" y="2"/>
                  <a:pt x="532" y="0"/>
                  <a:pt x="525" y="0"/>
                </a:cubicBezTo>
                <a:moveTo>
                  <a:pt x="525" y="619"/>
                </a:moveTo>
                <a:lnTo>
                  <a:pt x="96" y="619"/>
                </a:lnTo>
                <a:lnTo>
                  <a:pt x="96" y="524"/>
                </a:lnTo>
                <a:lnTo>
                  <a:pt x="144" y="524"/>
                </a:lnTo>
                <a:lnTo>
                  <a:pt x="144" y="477"/>
                </a:lnTo>
                <a:lnTo>
                  <a:pt x="96" y="477"/>
                </a:lnTo>
                <a:lnTo>
                  <a:pt x="96" y="358"/>
                </a:lnTo>
                <a:lnTo>
                  <a:pt x="144" y="358"/>
                </a:lnTo>
                <a:lnTo>
                  <a:pt x="144" y="310"/>
                </a:lnTo>
                <a:lnTo>
                  <a:pt x="96" y="310"/>
                </a:lnTo>
                <a:lnTo>
                  <a:pt x="96" y="191"/>
                </a:lnTo>
                <a:lnTo>
                  <a:pt x="144" y="191"/>
                </a:lnTo>
                <a:lnTo>
                  <a:pt x="144" y="143"/>
                </a:lnTo>
                <a:lnTo>
                  <a:pt x="96" y="143"/>
                </a:lnTo>
                <a:lnTo>
                  <a:pt x="96" y="48"/>
                </a:lnTo>
                <a:lnTo>
                  <a:pt x="525" y="48"/>
                </a:lnTo>
                <a:lnTo>
                  <a:pt x="525" y="61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758160" y="1611360"/>
            <a:ext cx="68760" cy="137520"/>
          </a:xfrm>
          <a:custGeom>
            <a:avLst/>
            <a:gdLst/>
            <a:ahLst/>
            <a:rect l="0" t="0" r="r" b="b"/>
            <a:pathLst>
              <a:path w="191" h="382">
                <a:moveTo>
                  <a:pt x="0" y="0"/>
                </a:moveTo>
                <a:lnTo>
                  <a:pt x="191" y="0"/>
                </a:lnTo>
                <a:lnTo>
                  <a:pt x="191" y="48"/>
                </a:lnTo>
                <a:lnTo>
                  <a:pt x="0" y="48"/>
                </a:lnTo>
                <a:lnTo>
                  <a:pt x="0" y="0"/>
                </a:lnTo>
                <a:moveTo>
                  <a:pt x="0" y="167"/>
                </a:moveTo>
                <a:lnTo>
                  <a:pt x="191" y="167"/>
                </a:lnTo>
                <a:lnTo>
                  <a:pt x="191" y="215"/>
                </a:lnTo>
                <a:lnTo>
                  <a:pt x="0" y="215"/>
                </a:lnTo>
                <a:lnTo>
                  <a:pt x="0" y="167"/>
                </a:lnTo>
                <a:moveTo>
                  <a:pt x="0" y="335"/>
                </a:moveTo>
                <a:lnTo>
                  <a:pt x="191" y="335"/>
                </a:lnTo>
                <a:lnTo>
                  <a:pt x="191" y="382"/>
                </a:lnTo>
                <a:lnTo>
                  <a:pt x="0" y="382"/>
                </a:lnTo>
                <a:lnTo>
                  <a:pt x="0" y="33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39920" y="634320"/>
            <a:ext cx="8663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koppelingen, tot op het veld uitgewerkt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08640" y="1649880"/>
            <a:ext cx="1770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Catalogus en planning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34320" y="1860480"/>
            <a:ext cx="3975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er ontworpen is, wordt planbaar: perioden, groepen,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743360" y="1352520"/>
            <a:ext cx="4134240" cy="1067040"/>
          </a:xfrm>
          <a:custGeom>
            <a:avLst/>
            <a:gdLst/>
            <a:ahLst/>
            <a:rect l="0" t="0" r="r" b="b"/>
            <a:pathLst>
              <a:path w="11484" h="2964">
                <a:moveTo>
                  <a:pt x="0" y="0"/>
                </a:moveTo>
                <a:lnTo>
                  <a:pt x="11484" y="0"/>
                </a:lnTo>
                <a:lnTo>
                  <a:pt x="11484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743360" y="1352520"/>
            <a:ext cx="4134240" cy="38160"/>
          </a:xfrm>
          <a:custGeom>
            <a:avLst/>
            <a:gdLst/>
            <a:ahLst/>
            <a:rect l="0" t="0" r="r" b="b"/>
            <a:pathLst>
              <a:path w="11484" h="106">
                <a:moveTo>
                  <a:pt x="0" y="0"/>
                </a:moveTo>
                <a:lnTo>
                  <a:pt x="11484" y="0"/>
                </a:lnTo>
                <a:lnTo>
                  <a:pt x="114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743360" y="240948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8867520" y="135252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743360" y="1352520"/>
            <a:ext cx="9720" cy="1067040"/>
          </a:xfrm>
          <a:custGeom>
            <a:avLst/>
            <a:gdLst/>
            <a:ahLst/>
            <a:rect l="0" t="0" r="r" b="b"/>
            <a:pathLst>
              <a:path w="27" h="2964">
                <a:moveTo>
                  <a:pt x="0" y="0"/>
                </a:moveTo>
                <a:lnTo>
                  <a:pt x="0" y="2964"/>
                </a:lnTo>
                <a:lnTo>
                  <a:pt x="27" y="2964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975560" y="1568520"/>
            <a:ext cx="172080" cy="223200"/>
          </a:xfrm>
          <a:custGeom>
            <a:avLst/>
            <a:gdLst/>
            <a:ahLst/>
            <a:rect l="0" t="0" r="r" b="b"/>
            <a:pathLst>
              <a:path w="478" h="620">
                <a:moveTo>
                  <a:pt x="430" y="0"/>
                </a:moveTo>
                <a:lnTo>
                  <a:pt x="48" y="0"/>
                </a:lnTo>
                <a:cubicBezTo>
                  <a:pt x="42" y="0"/>
                  <a:pt x="36" y="1"/>
                  <a:pt x="30" y="4"/>
                </a:cubicBezTo>
                <a:cubicBezTo>
                  <a:pt x="24" y="6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2" y="35"/>
                  <a:pt x="0" y="41"/>
                  <a:pt x="0" y="48"/>
                </a:cubicBezTo>
                <a:lnTo>
                  <a:pt x="0" y="573"/>
                </a:lnTo>
                <a:cubicBezTo>
                  <a:pt x="0" y="579"/>
                  <a:pt x="2" y="585"/>
                  <a:pt x="4" y="591"/>
                </a:cubicBezTo>
                <a:cubicBezTo>
                  <a:pt x="6" y="597"/>
                  <a:pt x="10" y="602"/>
                  <a:pt x="14" y="606"/>
                </a:cubicBezTo>
                <a:cubicBezTo>
                  <a:pt x="19" y="611"/>
                  <a:pt x="24" y="614"/>
                  <a:pt x="30" y="617"/>
                </a:cubicBezTo>
                <a:cubicBezTo>
                  <a:pt x="36" y="619"/>
                  <a:pt x="42" y="620"/>
                  <a:pt x="48" y="620"/>
                </a:cubicBezTo>
                <a:lnTo>
                  <a:pt x="430" y="620"/>
                </a:lnTo>
                <a:cubicBezTo>
                  <a:pt x="436" y="620"/>
                  <a:pt x="442" y="619"/>
                  <a:pt x="448" y="617"/>
                </a:cubicBezTo>
                <a:cubicBezTo>
                  <a:pt x="454" y="614"/>
                  <a:pt x="459" y="611"/>
                  <a:pt x="464" y="606"/>
                </a:cubicBezTo>
                <a:cubicBezTo>
                  <a:pt x="468" y="602"/>
                  <a:pt x="471" y="597"/>
                  <a:pt x="474" y="591"/>
                </a:cubicBezTo>
                <a:cubicBezTo>
                  <a:pt x="476" y="585"/>
                  <a:pt x="478" y="579"/>
                  <a:pt x="478" y="573"/>
                </a:cubicBezTo>
                <a:lnTo>
                  <a:pt x="478" y="48"/>
                </a:lnTo>
                <a:cubicBezTo>
                  <a:pt x="478" y="41"/>
                  <a:pt x="476" y="35"/>
                  <a:pt x="474" y="30"/>
                </a:cubicBezTo>
                <a:cubicBezTo>
                  <a:pt x="471" y="24"/>
                  <a:pt x="468" y="19"/>
                  <a:pt x="464" y="14"/>
                </a:cubicBezTo>
                <a:cubicBezTo>
                  <a:pt x="459" y="10"/>
                  <a:pt x="454" y="6"/>
                  <a:pt x="448" y="4"/>
                </a:cubicBezTo>
                <a:cubicBezTo>
                  <a:pt x="442" y="1"/>
                  <a:pt x="436" y="0"/>
                  <a:pt x="430" y="0"/>
                </a:cubicBezTo>
                <a:moveTo>
                  <a:pt x="430" y="48"/>
                </a:moveTo>
                <a:lnTo>
                  <a:pt x="430" y="191"/>
                </a:lnTo>
                <a:lnTo>
                  <a:pt x="48" y="191"/>
                </a:lnTo>
                <a:lnTo>
                  <a:pt x="48" y="48"/>
                </a:lnTo>
                <a:lnTo>
                  <a:pt x="430" y="48"/>
                </a:lnTo>
                <a:moveTo>
                  <a:pt x="48" y="382"/>
                </a:moveTo>
                <a:lnTo>
                  <a:pt x="48" y="238"/>
                </a:lnTo>
                <a:lnTo>
                  <a:pt x="430" y="238"/>
                </a:lnTo>
                <a:lnTo>
                  <a:pt x="430" y="382"/>
                </a:lnTo>
                <a:lnTo>
                  <a:pt x="48" y="382"/>
                </a:lnTo>
                <a:moveTo>
                  <a:pt x="48" y="573"/>
                </a:moveTo>
                <a:lnTo>
                  <a:pt x="48" y="430"/>
                </a:lnTo>
                <a:lnTo>
                  <a:pt x="430" y="430"/>
                </a:lnTo>
                <a:lnTo>
                  <a:pt x="430" y="573"/>
                </a:lnTo>
                <a:lnTo>
                  <a:pt x="48" y="57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5010120" y="1602720"/>
            <a:ext cx="17280" cy="17640"/>
          </a:xfrm>
          <a:custGeom>
            <a:avLst/>
            <a:gdLst/>
            <a:ahLst/>
            <a:rect l="0" t="0" r="r" b="b"/>
            <a:pathLst>
              <a:path w="48" h="49">
                <a:moveTo>
                  <a:pt x="48" y="24"/>
                </a:moveTo>
                <a:cubicBezTo>
                  <a:pt x="48" y="31"/>
                  <a:pt x="46" y="36"/>
                  <a:pt x="41" y="42"/>
                </a:cubicBezTo>
                <a:cubicBezTo>
                  <a:pt x="37" y="47"/>
                  <a:pt x="31" y="49"/>
                  <a:pt x="24" y="49"/>
                </a:cubicBezTo>
                <a:cubicBezTo>
                  <a:pt x="17" y="49"/>
                  <a:pt x="11" y="47"/>
                  <a:pt x="7" y="42"/>
                </a:cubicBezTo>
                <a:cubicBezTo>
                  <a:pt x="2" y="36"/>
                  <a:pt x="0" y="31"/>
                  <a:pt x="0" y="24"/>
                </a:cubicBezTo>
                <a:cubicBezTo>
                  <a:pt x="0" y="18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ubicBezTo>
                  <a:pt x="31" y="0"/>
                  <a:pt x="37" y="3"/>
                  <a:pt x="41" y="7"/>
                </a:cubicBezTo>
                <a:cubicBezTo>
                  <a:pt x="46" y="12"/>
                  <a:pt x="48" y="18"/>
                  <a:pt x="48" y="2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5010120" y="1671480"/>
            <a:ext cx="17280" cy="17640"/>
          </a:xfrm>
          <a:custGeom>
            <a:avLst/>
            <a:gdLst/>
            <a:ahLst/>
            <a:rect l="0" t="0" r="r" b="b"/>
            <a:pathLst>
              <a:path w="48" h="49">
                <a:moveTo>
                  <a:pt x="48" y="24"/>
                </a:moveTo>
                <a:cubicBezTo>
                  <a:pt x="48" y="30"/>
                  <a:pt x="46" y="37"/>
                  <a:pt x="41" y="42"/>
                </a:cubicBezTo>
                <a:cubicBezTo>
                  <a:pt x="37" y="46"/>
                  <a:pt x="31" y="49"/>
                  <a:pt x="24" y="49"/>
                </a:cubicBezTo>
                <a:cubicBezTo>
                  <a:pt x="17" y="49"/>
                  <a:pt x="11" y="46"/>
                  <a:pt x="7" y="42"/>
                </a:cubicBezTo>
                <a:cubicBezTo>
                  <a:pt x="2" y="37"/>
                  <a:pt x="0" y="30"/>
                  <a:pt x="0" y="24"/>
                </a:cubicBez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4" y="0"/>
                </a:cubicBezTo>
                <a:cubicBezTo>
                  <a:pt x="31" y="0"/>
                  <a:pt x="37" y="2"/>
                  <a:pt x="41" y="7"/>
                </a:cubicBezTo>
                <a:cubicBezTo>
                  <a:pt x="46" y="12"/>
                  <a:pt x="48" y="17"/>
                  <a:pt x="48" y="2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5010120" y="1739880"/>
            <a:ext cx="17280" cy="17640"/>
          </a:xfrm>
          <a:custGeom>
            <a:avLst/>
            <a:gdLst/>
            <a:ahLst/>
            <a:rect l="0" t="0" r="r" b="b"/>
            <a:pathLst>
              <a:path w="48" h="49">
                <a:moveTo>
                  <a:pt x="48" y="24"/>
                </a:moveTo>
                <a:cubicBezTo>
                  <a:pt x="48" y="31"/>
                  <a:pt x="46" y="37"/>
                  <a:pt x="41" y="42"/>
                </a:cubicBezTo>
                <a:cubicBezTo>
                  <a:pt x="37" y="47"/>
                  <a:pt x="31" y="49"/>
                  <a:pt x="24" y="49"/>
                </a:cubicBezTo>
                <a:cubicBezTo>
                  <a:pt x="17" y="49"/>
                  <a:pt x="11" y="47"/>
                  <a:pt x="7" y="42"/>
                </a:cubicBezTo>
                <a:cubicBezTo>
                  <a:pt x="2" y="37"/>
                  <a:pt x="0" y="31"/>
                  <a:pt x="0" y="24"/>
                </a:cubicBezTo>
                <a:cubicBezTo>
                  <a:pt x="0" y="18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ubicBezTo>
                  <a:pt x="31" y="0"/>
                  <a:pt x="37" y="3"/>
                  <a:pt x="41" y="7"/>
                </a:cubicBezTo>
                <a:cubicBezTo>
                  <a:pt x="46" y="12"/>
                  <a:pt x="48" y="18"/>
                  <a:pt x="48" y="2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34320" y="2070000"/>
            <a:ext cx="69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capaciteit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194800" y="1649880"/>
            <a:ext cx="2752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Catalogus en studentadministratie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920480" y="1860480"/>
            <a:ext cx="3886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waarop een student zich kan inschrijven, en waartegen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456840" y="2571480"/>
            <a:ext cx="4134240" cy="857520"/>
          </a:xfrm>
          <a:custGeom>
            <a:avLst/>
            <a:gdLst/>
            <a:ahLst/>
            <a:rect l="0" t="0" r="r" b="b"/>
            <a:pathLst>
              <a:path w="11484" h="2382">
                <a:moveTo>
                  <a:pt x="0" y="0"/>
                </a:moveTo>
                <a:lnTo>
                  <a:pt x="11484" y="0"/>
                </a:lnTo>
                <a:lnTo>
                  <a:pt x="11484" y="2382"/>
                </a:lnTo>
                <a:lnTo>
                  <a:pt x="0" y="23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456840" y="257148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456840" y="34192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4581360" y="2571480"/>
            <a:ext cx="9720" cy="857520"/>
          </a:xfrm>
          <a:custGeom>
            <a:avLst/>
            <a:gdLst/>
            <a:ahLst/>
            <a:rect l="0" t="0" r="r" b="b"/>
            <a:pathLst>
              <a:path w="27" h="2382">
                <a:moveTo>
                  <a:pt x="0" y="106"/>
                </a:moveTo>
                <a:lnTo>
                  <a:pt x="0" y="2382"/>
                </a:lnTo>
                <a:lnTo>
                  <a:pt x="27" y="238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456840" y="2571480"/>
            <a:ext cx="10080" cy="857520"/>
          </a:xfrm>
          <a:custGeom>
            <a:avLst/>
            <a:gdLst/>
            <a:ahLst/>
            <a:rect l="0" t="0" r="r" b="b"/>
            <a:pathLst>
              <a:path w="28" h="2382">
                <a:moveTo>
                  <a:pt x="0" y="0"/>
                </a:moveTo>
                <a:lnTo>
                  <a:pt x="0" y="2382"/>
                </a:lnTo>
                <a:lnTo>
                  <a:pt x="28" y="23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72120" y="281340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7" y="573"/>
                </a:lnTo>
                <a:lnTo>
                  <a:pt x="477" y="501"/>
                </a:lnTo>
                <a:cubicBezTo>
                  <a:pt x="477" y="486"/>
                  <a:pt x="474" y="470"/>
                  <a:pt x="468" y="455"/>
                </a:cubicBezTo>
                <a:cubicBezTo>
                  <a:pt x="461" y="440"/>
                  <a:pt x="453" y="427"/>
                  <a:pt x="442" y="416"/>
                </a:cubicBezTo>
                <a:cubicBezTo>
                  <a:pt x="431" y="405"/>
                  <a:pt x="418" y="396"/>
                  <a:pt x="403" y="390"/>
                </a:cubicBezTo>
                <a:cubicBezTo>
                  <a:pt x="389" y="384"/>
                  <a:pt x="373" y="381"/>
                  <a:pt x="358" y="381"/>
                </a:cubicBezTo>
                <a:lnTo>
                  <a:pt x="215" y="381"/>
                </a:lnTo>
                <a:cubicBezTo>
                  <a:pt x="199" y="381"/>
                  <a:pt x="184" y="384"/>
                  <a:pt x="169" y="390"/>
                </a:cubicBezTo>
                <a:cubicBezTo>
                  <a:pt x="155" y="396"/>
                  <a:pt x="142" y="405"/>
                  <a:pt x="131" y="416"/>
                </a:cubicBezTo>
                <a:cubicBezTo>
                  <a:pt x="119" y="427"/>
                  <a:pt x="111" y="440"/>
                  <a:pt x="105" y="455"/>
                </a:cubicBezTo>
                <a:cubicBezTo>
                  <a:pt x="99" y="470"/>
                  <a:pt x="96" y="486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80"/>
                  <a:pt x="51" y="469"/>
                </a:cubicBezTo>
                <a:cubicBezTo>
                  <a:pt x="53" y="457"/>
                  <a:pt x="57" y="447"/>
                  <a:pt x="61" y="437"/>
                </a:cubicBezTo>
                <a:cubicBezTo>
                  <a:pt x="65" y="426"/>
                  <a:pt x="70" y="417"/>
                  <a:pt x="76" y="408"/>
                </a:cubicBezTo>
                <a:cubicBezTo>
                  <a:pt x="82" y="399"/>
                  <a:pt x="89" y="390"/>
                  <a:pt x="97" y="383"/>
                </a:cubicBezTo>
                <a:cubicBezTo>
                  <a:pt x="105" y="375"/>
                  <a:pt x="113" y="368"/>
                  <a:pt x="122" y="362"/>
                </a:cubicBezTo>
                <a:cubicBezTo>
                  <a:pt x="131" y="356"/>
                  <a:pt x="141" y="351"/>
                  <a:pt x="151" y="346"/>
                </a:cubicBezTo>
                <a:cubicBezTo>
                  <a:pt x="161" y="342"/>
                  <a:pt x="172" y="339"/>
                  <a:pt x="182" y="337"/>
                </a:cubicBezTo>
                <a:cubicBezTo>
                  <a:pt x="193" y="335"/>
                  <a:pt x="204" y="334"/>
                  <a:pt x="215" y="334"/>
                </a:cubicBezTo>
                <a:lnTo>
                  <a:pt x="358" y="334"/>
                </a:lnTo>
                <a:cubicBezTo>
                  <a:pt x="369" y="334"/>
                  <a:pt x="379" y="335"/>
                  <a:pt x="390" y="337"/>
                </a:cubicBezTo>
                <a:cubicBezTo>
                  <a:pt x="401" y="339"/>
                  <a:pt x="411" y="342"/>
                  <a:pt x="421" y="346"/>
                </a:cubicBezTo>
                <a:cubicBezTo>
                  <a:pt x="431" y="351"/>
                  <a:pt x="441" y="356"/>
                  <a:pt x="450" y="362"/>
                </a:cubicBezTo>
                <a:cubicBezTo>
                  <a:pt x="459" y="368"/>
                  <a:pt x="468" y="375"/>
                  <a:pt x="475" y="383"/>
                </a:cubicBezTo>
                <a:cubicBezTo>
                  <a:pt x="483" y="390"/>
                  <a:pt x="491" y="399"/>
                  <a:pt x="497" y="408"/>
                </a:cubicBezTo>
                <a:cubicBezTo>
                  <a:pt x="503" y="417"/>
                  <a:pt x="508" y="426"/>
                  <a:pt x="513" y="437"/>
                </a:cubicBezTo>
                <a:cubicBezTo>
                  <a:pt x="517" y="447"/>
                  <a:pt x="520" y="457"/>
                  <a:pt x="522" y="469"/>
                </a:cubicBezTo>
                <a:cubicBezTo>
                  <a:pt x="524" y="480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3"/>
                  <a:pt x="7" y="7"/>
                </a:cubicBezTo>
                <a:cubicBezTo>
                  <a:pt x="3" y="12"/>
                  <a:pt x="0" y="18"/>
                  <a:pt x="0" y="24"/>
                </a:cubicBezTo>
                <a:lnTo>
                  <a:pt x="0" y="238"/>
                </a:lnTo>
                <a:lnTo>
                  <a:pt x="48" y="238"/>
                </a:lnTo>
                <a:lnTo>
                  <a:pt x="48" y="24"/>
                </a:lnTo>
                <a:cubicBezTo>
                  <a:pt x="48" y="18"/>
                  <a:pt x="46" y="12"/>
                  <a:pt x="41" y="7"/>
                </a:cubicBezTo>
                <a:cubicBezTo>
                  <a:pt x="36" y="3"/>
                  <a:pt x="31" y="0"/>
                  <a:pt x="24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72120" y="277920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8"/>
                </a:lnTo>
                <a:lnTo>
                  <a:pt x="119" y="48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9"/>
                  <a:pt x="128" y="269"/>
                  <a:pt x="133" y="279"/>
                </a:cubicBezTo>
                <a:cubicBezTo>
                  <a:pt x="137" y="289"/>
                  <a:pt x="143" y="299"/>
                  <a:pt x="149" y="308"/>
                </a:cubicBezTo>
                <a:cubicBezTo>
                  <a:pt x="155" y="317"/>
                  <a:pt x="162" y="325"/>
                  <a:pt x="169" y="333"/>
                </a:cubicBezTo>
                <a:cubicBezTo>
                  <a:pt x="177" y="341"/>
                  <a:pt x="185" y="348"/>
                  <a:pt x="195" y="354"/>
                </a:cubicBezTo>
                <a:cubicBezTo>
                  <a:pt x="204" y="360"/>
                  <a:pt x="213" y="365"/>
                  <a:pt x="223" y="369"/>
                </a:cubicBezTo>
                <a:cubicBezTo>
                  <a:pt x="233" y="373"/>
                  <a:pt x="244" y="377"/>
                  <a:pt x="255" y="379"/>
                </a:cubicBezTo>
                <a:cubicBezTo>
                  <a:pt x="265" y="381"/>
                  <a:pt x="276" y="382"/>
                  <a:pt x="287" y="382"/>
                </a:cubicBezTo>
                <a:cubicBezTo>
                  <a:pt x="298" y="382"/>
                  <a:pt x="309" y="381"/>
                  <a:pt x="320" y="379"/>
                </a:cubicBezTo>
                <a:cubicBezTo>
                  <a:pt x="330" y="377"/>
                  <a:pt x="341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9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8"/>
                </a:lnTo>
                <a:lnTo>
                  <a:pt x="573" y="48"/>
                </a:lnTo>
                <a:lnTo>
                  <a:pt x="573" y="0"/>
                </a:lnTo>
                <a:lnTo>
                  <a:pt x="0" y="0"/>
                </a:lnTo>
                <a:moveTo>
                  <a:pt x="168" y="48"/>
                </a:moveTo>
                <a:lnTo>
                  <a:pt x="406" y="48"/>
                </a:lnTo>
                <a:lnTo>
                  <a:pt x="406" y="120"/>
                </a:lnTo>
                <a:lnTo>
                  <a:pt x="168" y="120"/>
                </a:lnTo>
                <a:lnTo>
                  <a:pt x="168" y="48"/>
                </a:lnTo>
                <a:moveTo>
                  <a:pt x="287" y="334"/>
                </a:moveTo>
                <a:cubicBezTo>
                  <a:pt x="271" y="334"/>
                  <a:pt x="256" y="331"/>
                  <a:pt x="242" y="325"/>
                </a:cubicBezTo>
                <a:cubicBezTo>
                  <a:pt x="227" y="319"/>
                  <a:pt x="214" y="311"/>
                  <a:pt x="203" y="300"/>
                </a:cubicBezTo>
                <a:cubicBezTo>
                  <a:pt x="192" y="288"/>
                  <a:pt x="183" y="275"/>
                  <a:pt x="177" y="261"/>
                </a:cubicBezTo>
                <a:cubicBezTo>
                  <a:pt x="171" y="246"/>
                  <a:pt x="168" y="231"/>
                  <a:pt x="168" y="215"/>
                </a:cubicBezTo>
                <a:lnTo>
                  <a:pt x="168" y="168"/>
                </a:lnTo>
                <a:lnTo>
                  <a:pt x="406" y="168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3" y="288"/>
                  <a:pt x="371" y="300"/>
                </a:cubicBezTo>
                <a:cubicBezTo>
                  <a:pt x="360" y="311"/>
                  <a:pt x="347" y="319"/>
                  <a:pt x="333" y="325"/>
                </a:cubicBezTo>
                <a:cubicBezTo>
                  <a:pt x="318" y="331"/>
                  <a:pt x="303" y="334"/>
                  <a:pt x="287" y="33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4920480" y="2070000"/>
            <a:ext cx="115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resultaten tellen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908640" y="2868840"/>
            <a:ext cx="216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Catalogus en leeromgeving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743360" y="2571480"/>
            <a:ext cx="4134240" cy="1067400"/>
          </a:xfrm>
          <a:custGeom>
            <a:avLst/>
            <a:gdLst/>
            <a:ahLst/>
            <a:rect l="0" t="0" r="r" b="b"/>
            <a:pathLst>
              <a:path w="11484" h="2965">
                <a:moveTo>
                  <a:pt x="0" y="0"/>
                </a:moveTo>
                <a:lnTo>
                  <a:pt x="11484" y="0"/>
                </a:lnTo>
                <a:lnTo>
                  <a:pt x="11484" y="2965"/>
                </a:lnTo>
                <a:lnTo>
                  <a:pt x="0" y="29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743360" y="257148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743360" y="362880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8867520" y="2571480"/>
            <a:ext cx="10080" cy="1067400"/>
          </a:xfrm>
          <a:custGeom>
            <a:avLst/>
            <a:gdLst/>
            <a:ahLst/>
            <a:rect l="0" t="0" r="r" b="b"/>
            <a:pathLst>
              <a:path w="28" h="2965">
                <a:moveTo>
                  <a:pt x="0" y="106"/>
                </a:moveTo>
                <a:lnTo>
                  <a:pt x="0" y="2965"/>
                </a:lnTo>
                <a:lnTo>
                  <a:pt x="28" y="296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743360" y="2571480"/>
            <a:ext cx="9720" cy="1067400"/>
          </a:xfrm>
          <a:custGeom>
            <a:avLst/>
            <a:gdLst/>
            <a:ahLst/>
            <a:rect l="0" t="0" r="r" b="b"/>
            <a:pathLst>
              <a:path w="27" h="2965">
                <a:moveTo>
                  <a:pt x="0" y="0"/>
                </a:moveTo>
                <a:lnTo>
                  <a:pt x="0" y="2965"/>
                </a:lnTo>
                <a:lnTo>
                  <a:pt x="27" y="296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5078520" y="2938680"/>
            <a:ext cx="103680" cy="81000"/>
          </a:xfrm>
          <a:custGeom>
            <a:avLst/>
            <a:gdLst/>
            <a:ahLst/>
            <a:rect l="0" t="0" r="r" b="b"/>
            <a:pathLst>
              <a:path w="288" h="225">
                <a:moveTo>
                  <a:pt x="96" y="158"/>
                </a:moveTo>
                <a:lnTo>
                  <a:pt x="35" y="96"/>
                </a:lnTo>
                <a:lnTo>
                  <a:pt x="0" y="129"/>
                </a:lnTo>
                <a:lnTo>
                  <a:pt x="96" y="225"/>
                </a:lnTo>
                <a:lnTo>
                  <a:pt x="288" y="34"/>
                </a:lnTo>
                <a:lnTo>
                  <a:pt x="253" y="0"/>
                </a:lnTo>
                <a:lnTo>
                  <a:pt x="96" y="15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967280" y="2779200"/>
            <a:ext cx="188640" cy="240480"/>
          </a:xfrm>
          <a:custGeom>
            <a:avLst/>
            <a:gdLst/>
            <a:ahLst/>
            <a:rect l="0" t="0" r="r" b="b"/>
            <a:pathLst>
              <a:path w="524" h="668">
                <a:moveTo>
                  <a:pt x="477" y="71"/>
                </a:moveTo>
                <a:lnTo>
                  <a:pt x="405" y="71"/>
                </a:lnTo>
                <a:lnTo>
                  <a:pt x="405" y="48"/>
                </a:lnTo>
                <a:cubicBezTo>
                  <a:pt x="405" y="41"/>
                  <a:pt x="404" y="35"/>
                  <a:pt x="402" y="29"/>
                </a:cubicBezTo>
                <a:cubicBezTo>
                  <a:pt x="399" y="24"/>
                  <a:pt x="396" y="18"/>
                  <a:pt x="391" y="14"/>
                </a:cubicBezTo>
                <a:cubicBezTo>
                  <a:pt x="387" y="10"/>
                  <a:pt x="382" y="6"/>
                  <a:pt x="376" y="4"/>
                </a:cubicBezTo>
                <a:cubicBezTo>
                  <a:pt x="370" y="1"/>
                  <a:pt x="364" y="0"/>
                  <a:pt x="358" y="0"/>
                </a:cubicBezTo>
                <a:lnTo>
                  <a:pt x="167" y="0"/>
                </a:lnTo>
                <a:cubicBezTo>
                  <a:pt x="161" y="0"/>
                  <a:pt x="155" y="1"/>
                  <a:pt x="149" y="4"/>
                </a:cubicBezTo>
                <a:cubicBezTo>
                  <a:pt x="143" y="6"/>
                  <a:pt x="138" y="10"/>
                  <a:pt x="134" y="14"/>
                </a:cubicBezTo>
                <a:cubicBezTo>
                  <a:pt x="129" y="18"/>
                  <a:pt x="126" y="24"/>
                  <a:pt x="123" y="29"/>
                </a:cubicBezTo>
                <a:cubicBezTo>
                  <a:pt x="121" y="35"/>
                  <a:pt x="120" y="41"/>
                  <a:pt x="120" y="48"/>
                </a:cubicBezTo>
                <a:lnTo>
                  <a:pt x="120" y="71"/>
                </a:lnTo>
                <a:lnTo>
                  <a:pt x="47" y="71"/>
                </a:lnTo>
                <a:cubicBezTo>
                  <a:pt x="41" y="71"/>
                  <a:pt x="35" y="73"/>
                  <a:pt x="29" y="75"/>
                </a:cubicBezTo>
                <a:cubicBezTo>
                  <a:pt x="23" y="78"/>
                  <a:pt x="18" y="81"/>
                  <a:pt x="13" y="85"/>
                </a:cubicBezTo>
                <a:cubicBezTo>
                  <a:pt x="9" y="90"/>
                  <a:pt x="6" y="95"/>
                  <a:pt x="3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3" y="638"/>
                </a:cubicBezTo>
                <a:cubicBezTo>
                  <a:pt x="6" y="644"/>
                  <a:pt x="9" y="649"/>
                  <a:pt x="13" y="654"/>
                </a:cubicBezTo>
                <a:cubicBezTo>
                  <a:pt x="18" y="658"/>
                  <a:pt x="23" y="662"/>
                  <a:pt x="29" y="664"/>
                </a:cubicBezTo>
                <a:cubicBezTo>
                  <a:pt x="35" y="666"/>
                  <a:pt x="41" y="668"/>
                  <a:pt x="47" y="668"/>
                </a:cubicBezTo>
                <a:lnTo>
                  <a:pt x="262" y="668"/>
                </a:lnTo>
                <a:lnTo>
                  <a:pt x="262" y="620"/>
                </a:lnTo>
                <a:lnTo>
                  <a:pt x="47" y="620"/>
                </a:lnTo>
                <a:lnTo>
                  <a:pt x="47" y="119"/>
                </a:lnTo>
                <a:lnTo>
                  <a:pt x="120" y="119"/>
                </a:lnTo>
                <a:lnTo>
                  <a:pt x="120" y="191"/>
                </a:lnTo>
                <a:lnTo>
                  <a:pt x="405" y="191"/>
                </a:lnTo>
                <a:lnTo>
                  <a:pt x="405" y="119"/>
                </a:lnTo>
                <a:lnTo>
                  <a:pt x="477" y="119"/>
                </a:lnTo>
                <a:lnTo>
                  <a:pt x="477" y="381"/>
                </a:lnTo>
                <a:lnTo>
                  <a:pt x="524" y="381"/>
                </a:lnTo>
                <a:lnTo>
                  <a:pt x="524" y="119"/>
                </a:lnTo>
                <a:cubicBezTo>
                  <a:pt x="524" y="113"/>
                  <a:pt x="523" y="107"/>
                  <a:pt x="521" y="101"/>
                </a:cubicBezTo>
                <a:cubicBezTo>
                  <a:pt x="518" y="95"/>
                  <a:pt x="515" y="90"/>
                  <a:pt x="510" y="85"/>
                </a:cubicBezTo>
                <a:cubicBezTo>
                  <a:pt x="506" y="81"/>
                  <a:pt x="501" y="78"/>
                  <a:pt x="495" y="75"/>
                </a:cubicBezTo>
                <a:cubicBezTo>
                  <a:pt x="489" y="73"/>
                  <a:pt x="483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34320" y="3079800"/>
            <a:ext cx="4144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lesstof en opdrachten waarmee de docent de les inricht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194800" y="2868840"/>
            <a:ext cx="2021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Per koppeling vastgelegd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920480" y="3079800"/>
            <a:ext cx="4056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wat stuurt, wanneer, en welke gegevens er precies 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56840" y="3819240"/>
            <a:ext cx="8420760" cy="800640"/>
          </a:xfrm>
          <a:custGeom>
            <a:avLst/>
            <a:gdLst/>
            <a:ahLst/>
            <a:rect l="0" t="0" r="r" b="b"/>
            <a:pathLst>
              <a:path w="23391" h="2224">
                <a:moveTo>
                  <a:pt x="0" y="0"/>
                </a:moveTo>
                <a:lnTo>
                  <a:pt x="23391" y="0"/>
                </a:lnTo>
                <a:lnTo>
                  <a:pt x="23391" y="2224"/>
                </a:lnTo>
                <a:lnTo>
                  <a:pt x="0" y="2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56840" y="38192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56840" y="46098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8867520" y="381924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106"/>
                </a:moveTo>
                <a:lnTo>
                  <a:pt x="0" y="2224"/>
                </a:lnTo>
                <a:lnTo>
                  <a:pt x="28" y="22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456840" y="381924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0"/>
                </a:moveTo>
                <a:lnTo>
                  <a:pt x="0" y="2224"/>
                </a:lnTo>
                <a:lnTo>
                  <a:pt x="28" y="22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920480" y="3289320"/>
            <a:ext cx="39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zitten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634320" y="4037760"/>
            <a:ext cx="9268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Openbaar en versiebeheerd.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Iedereen leest dezelfde tekst, met dezelfde versie en datum. Wijzigingen zijn zichtbaar, met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634320" y="4266360"/>
            <a:ext cx="829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reden erbij.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0" name=""/>
          <p:cNvSpPr/>
          <p:nvPr/>
        </p:nvSpPr>
        <p:spPr>
          <a:xfrm>
            <a:off x="456840" y="2876400"/>
            <a:ext cx="4115160" cy="638640"/>
          </a:xfrm>
          <a:custGeom>
            <a:avLst/>
            <a:gdLst/>
            <a:ahLst/>
            <a:rect l="0" t="0" r="r" b="b"/>
            <a:pathLst>
              <a:path w="11431" h="1774">
                <a:moveTo>
                  <a:pt x="0" y="0"/>
                </a:moveTo>
                <a:lnTo>
                  <a:pt x="11431" y="0"/>
                </a:lnTo>
                <a:lnTo>
                  <a:pt x="11431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56840" y="28764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562280" y="28764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106"/>
                </a:moveTo>
                <a:lnTo>
                  <a:pt x="0" y="1774"/>
                </a:lnTo>
                <a:lnTo>
                  <a:pt x="27" y="177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56840" y="28764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0" y="1774"/>
                </a:lnTo>
                <a:lnTo>
                  <a:pt x="28" y="177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56840" y="3600360"/>
            <a:ext cx="4115160" cy="638280"/>
          </a:xfrm>
          <a:custGeom>
            <a:avLst/>
            <a:gdLst/>
            <a:ahLst/>
            <a:rect l="0" t="0" r="r" b="b"/>
            <a:pathLst>
              <a:path w="11431" h="1773">
                <a:moveTo>
                  <a:pt x="0" y="0"/>
                </a:moveTo>
                <a:lnTo>
                  <a:pt x="11431" y="0"/>
                </a:lnTo>
                <a:lnTo>
                  <a:pt x="11431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56840" y="42289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2280" y="36003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106"/>
                </a:moveTo>
                <a:lnTo>
                  <a:pt x="0" y="1773"/>
                </a:lnTo>
                <a:lnTo>
                  <a:pt x="27" y="177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456840" y="36003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0" y="1773"/>
                </a:lnTo>
                <a:lnTo>
                  <a:pt x="28" y="177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167616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56840" y="167616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275256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2457360" y="167616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56840" y="167616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39920" y="653400"/>
            <a:ext cx="4252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gezamenlijke taal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288800" y="179856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26840" y="222048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2571480" y="167616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2571480" y="167616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571480" y="27525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4562280" y="167616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571480" y="167616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193400" y="246816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3391920" y="179856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2682360" y="222048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03720" y="3037680"/>
            <a:ext cx="418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Elk begrip ligt naast de sectorkaders MORA en ROSA. Waar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03720" y="3237840"/>
            <a:ext cx="3470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sector al een woord heeft, gebruiken wij dat woord.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03720" y="3761640"/>
            <a:ext cx="4439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De leeruitkomst is de sleutel: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zij verbindt het ontwerp van het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0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191" name=""/>
          <p:cNvSpPr txBox="1"/>
          <p:nvPr/>
        </p:nvSpPr>
        <p:spPr>
          <a:xfrm>
            <a:off x="603720" y="3961800"/>
            <a:ext cx="270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onderwijs met wat de student aantoont.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758480" y="4451040"/>
            <a:ext cx="1443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1" name=""/>
          <p:cNvSpPr/>
          <p:nvPr/>
        </p:nvSpPr>
        <p:spPr>
          <a:xfrm>
            <a:off x="461880" y="2062080"/>
            <a:ext cx="4105440" cy="1819440"/>
          </a:xfrm>
          <a:custGeom>
            <a:avLst/>
            <a:gdLst/>
            <a:ahLst/>
            <a:rect l="0" t="0" r="r" b="b"/>
            <a:pathLst>
              <a:path w="11404" h="5054">
                <a:moveTo>
                  <a:pt x="0" y="490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30"/>
                  <a:pt x="11355" y="36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90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4909"/>
                </a:lnTo>
                <a:cubicBezTo>
                  <a:pt x="11404" y="4918"/>
                  <a:pt x="11403" y="4928"/>
                  <a:pt x="11401" y="4937"/>
                </a:cubicBezTo>
                <a:cubicBezTo>
                  <a:pt x="11400" y="4947"/>
                  <a:pt x="11397" y="4956"/>
                  <a:pt x="11393" y="4964"/>
                </a:cubicBezTo>
                <a:cubicBezTo>
                  <a:pt x="11390" y="4973"/>
                  <a:pt x="11385" y="4982"/>
                  <a:pt x="11380" y="4990"/>
                </a:cubicBezTo>
                <a:cubicBezTo>
                  <a:pt x="11374" y="4998"/>
                  <a:pt x="11368" y="5005"/>
                  <a:pt x="11362" y="5012"/>
                </a:cubicBezTo>
                <a:cubicBezTo>
                  <a:pt x="11355" y="5018"/>
                  <a:pt x="11348" y="5024"/>
                  <a:pt x="11340" y="5030"/>
                </a:cubicBezTo>
                <a:cubicBezTo>
                  <a:pt x="11332" y="5035"/>
                  <a:pt x="11323" y="5040"/>
                  <a:pt x="11314" y="5043"/>
                </a:cubicBezTo>
                <a:cubicBezTo>
                  <a:pt x="11306" y="5047"/>
                  <a:pt x="11297" y="5050"/>
                  <a:pt x="11287" y="5051"/>
                </a:cubicBezTo>
                <a:cubicBezTo>
                  <a:pt x="11278" y="5053"/>
                  <a:pt x="11268" y="5054"/>
                  <a:pt x="11259" y="5054"/>
                </a:cubicBezTo>
                <a:lnTo>
                  <a:pt x="145" y="5054"/>
                </a:lnTo>
                <a:cubicBezTo>
                  <a:pt x="136" y="5054"/>
                  <a:pt x="126" y="5053"/>
                  <a:pt x="117" y="5051"/>
                </a:cubicBezTo>
                <a:cubicBezTo>
                  <a:pt x="107" y="5050"/>
                  <a:pt x="98" y="5047"/>
                  <a:pt x="90" y="5043"/>
                </a:cubicBezTo>
                <a:cubicBezTo>
                  <a:pt x="81" y="5040"/>
                  <a:pt x="72" y="5035"/>
                  <a:pt x="64" y="5030"/>
                </a:cubicBezTo>
                <a:cubicBezTo>
                  <a:pt x="56" y="5024"/>
                  <a:pt x="49" y="5018"/>
                  <a:pt x="42" y="5012"/>
                </a:cubicBezTo>
                <a:cubicBezTo>
                  <a:pt x="36" y="5005"/>
                  <a:pt x="30" y="4998"/>
                  <a:pt x="24" y="4990"/>
                </a:cubicBezTo>
                <a:cubicBezTo>
                  <a:pt x="19" y="4982"/>
                  <a:pt x="14" y="4973"/>
                  <a:pt x="11" y="4964"/>
                </a:cubicBezTo>
                <a:cubicBezTo>
                  <a:pt x="7" y="4956"/>
                  <a:pt x="4" y="4947"/>
                  <a:pt x="3" y="4937"/>
                </a:cubicBezTo>
                <a:cubicBezTo>
                  <a:pt x="1" y="4928"/>
                  <a:pt x="0" y="4918"/>
                  <a:pt x="0" y="490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2" name="" descr=""/>
          <p:cNvPicPr/>
          <p:nvPr/>
        </p:nvPicPr>
        <p:blipFill>
          <a:blip r:embed="rId2"/>
          <a:stretch/>
        </p:blipFill>
        <p:spPr>
          <a:xfrm>
            <a:off x="466560" y="2066760"/>
            <a:ext cx="4095360" cy="1809360"/>
          </a:xfrm>
          <a:prstGeom prst="rect">
            <a:avLst/>
          </a:prstGeom>
          <a:ln w="0">
            <a:noFill/>
          </a:ln>
        </p:spPr>
      </p:pic>
      <p:sp>
        <p:nvSpPr>
          <p:cNvPr id="203" name=""/>
          <p:cNvSpPr/>
          <p:nvPr/>
        </p:nvSpPr>
        <p:spPr>
          <a:xfrm>
            <a:off x="4762440" y="1457280"/>
            <a:ext cx="4115160" cy="1076400"/>
          </a:xfrm>
          <a:custGeom>
            <a:avLst/>
            <a:gdLst/>
            <a:ahLst/>
            <a:rect l="0" t="0" r="r" b="b"/>
            <a:pathLst>
              <a:path w="11431" h="2990">
                <a:moveTo>
                  <a:pt x="0" y="0"/>
                </a:moveTo>
                <a:lnTo>
                  <a:pt x="11431" y="0"/>
                </a:lnTo>
                <a:lnTo>
                  <a:pt x="11431" y="2990"/>
                </a:lnTo>
                <a:lnTo>
                  <a:pt x="0" y="29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762440" y="14572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4762440" y="25239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8867520" y="1457280"/>
            <a:ext cx="10080" cy="1076400"/>
          </a:xfrm>
          <a:custGeom>
            <a:avLst/>
            <a:gdLst/>
            <a:ahLst/>
            <a:rect l="0" t="0" r="r" b="b"/>
            <a:pathLst>
              <a:path w="28" h="2990">
                <a:moveTo>
                  <a:pt x="0" y="105"/>
                </a:moveTo>
                <a:lnTo>
                  <a:pt x="0" y="2990"/>
                </a:lnTo>
                <a:lnTo>
                  <a:pt x="28" y="2990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762440" y="1457280"/>
            <a:ext cx="9720" cy="1076400"/>
          </a:xfrm>
          <a:custGeom>
            <a:avLst/>
            <a:gdLst/>
            <a:ahLst/>
            <a:rect l="0" t="0" r="r" b="b"/>
            <a:pathLst>
              <a:path w="27" h="2990">
                <a:moveTo>
                  <a:pt x="0" y="0"/>
                </a:moveTo>
                <a:lnTo>
                  <a:pt x="0" y="2990"/>
                </a:lnTo>
                <a:lnTo>
                  <a:pt x="27" y="2990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4762440" y="2657160"/>
            <a:ext cx="4115160" cy="848160"/>
          </a:xfrm>
          <a:custGeom>
            <a:avLst/>
            <a:gdLst/>
            <a:ahLst/>
            <a:rect l="0" t="0" r="r" b="b"/>
            <a:pathLst>
              <a:path w="11431" h="2356">
                <a:moveTo>
                  <a:pt x="0" y="0"/>
                </a:moveTo>
                <a:lnTo>
                  <a:pt x="11431" y="0"/>
                </a:lnTo>
                <a:lnTo>
                  <a:pt x="11431" y="2356"/>
                </a:lnTo>
                <a:lnTo>
                  <a:pt x="0" y="23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762440" y="26571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762440" y="3495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8867520" y="2657160"/>
            <a:ext cx="10080" cy="848160"/>
          </a:xfrm>
          <a:custGeom>
            <a:avLst/>
            <a:gdLst/>
            <a:ahLst/>
            <a:rect l="0" t="0" r="r" b="b"/>
            <a:pathLst>
              <a:path w="28" h="2356">
                <a:moveTo>
                  <a:pt x="0" y="106"/>
                </a:moveTo>
                <a:lnTo>
                  <a:pt x="0" y="2356"/>
                </a:lnTo>
                <a:lnTo>
                  <a:pt x="28" y="235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62440" y="2657160"/>
            <a:ext cx="9720" cy="848160"/>
          </a:xfrm>
          <a:custGeom>
            <a:avLst/>
            <a:gdLst/>
            <a:ahLst/>
            <a:rect l="0" t="0" r="r" b="b"/>
            <a:pathLst>
              <a:path w="27" h="2356">
                <a:moveTo>
                  <a:pt x="0" y="0"/>
                </a:moveTo>
                <a:lnTo>
                  <a:pt x="0" y="2356"/>
                </a:lnTo>
                <a:lnTo>
                  <a:pt x="27" y="235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762440" y="3628800"/>
            <a:ext cx="4115160" cy="857520"/>
          </a:xfrm>
          <a:custGeom>
            <a:avLst/>
            <a:gdLst/>
            <a:ahLst/>
            <a:rect l="0" t="0" r="r" b="b"/>
            <a:pathLst>
              <a:path w="11431" h="2382">
                <a:moveTo>
                  <a:pt x="0" y="0"/>
                </a:moveTo>
                <a:lnTo>
                  <a:pt x="11431" y="0"/>
                </a:lnTo>
                <a:lnTo>
                  <a:pt x="11431" y="2382"/>
                </a:lnTo>
                <a:lnTo>
                  <a:pt x="0" y="23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762440" y="36288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762440" y="4476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8867520" y="3628800"/>
            <a:ext cx="10080" cy="857520"/>
          </a:xfrm>
          <a:custGeom>
            <a:avLst/>
            <a:gdLst/>
            <a:ahLst/>
            <a:rect l="0" t="0" r="r" b="b"/>
            <a:pathLst>
              <a:path w="28" h="2382">
                <a:moveTo>
                  <a:pt x="0" y="106"/>
                </a:moveTo>
                <a:lnTo>
                  <a:pt x="0" y="2382"/>
                </a:lnTo>
                <a:lnTo>
                  <a:pt x="28" y="238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4762440" y="3628800"/>
            <a:ext cx="9720" cy="857520"/>
          </a:xfrm>
          <a:custGeom>
            <a:avLst/>
            <a:gdLst/>
            <a:ahLst/>
            <a:rect l="0" t="0" r="r" b="b"/>
            <a:pathLst>
              <a:path w="27" h="2382">
                <a:moveTo>
                  <a:pt x="0" y="0"/>
                </a:moveTo>
                <a:lnTo>
                  <a:pt x="0" y="2382"/>
                </a:lnTo>
                <a:lnTo>
                  <a:pt x="27" y="238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949640" y="1663560"/>
            <a:ext cx="224640" cy="224280"/>
          </a:xfrm>
          <a:custGeom>
            <a:avLst/>
            <a:gdLst/>
            <a:ahLst/>
            <a:rect l="0" t="0" r="r" b="b"/>
            <a:pathLst>
              <a:path w="624" h="623">
                <a:moveTo>
                  <a:pt x="564" y="223"/>
                </a:moveTo>
                <a:cubicBezTo>
                  <a:pt x="547" y="223"/>
                  <a:pt x="533" y="229"/>
                  <a:pt x="521" y="241"/>
                </a:cubicBezTo>
                <a:lnTo>
                  <a:pt x="512" y="250"/>
                </a:lnTo>
                <a:lnTo>
                  <a:pt x="504" y="241"/>
                </a:lnTo>
                <a:cubicBezTo>
                  <a:pt x="498" y="236"/>
                  <a:pt x="492" y="231"/>
                  <a:pt x="484" y="228"/>
                </a:cubicBezTo>
                <a:cubicBezTo>
                  <a:pt x="477" y="225"/>
                  <a:pt x="469" y="223"/>
                  <a:pt x="461" y="223"/>
                </a:cubicBezTo>
                <a:cubicBezTo>
                  <a:pt x="453" y="223"/>
                  <a:pt x="446" y="225"/>
                  <a:pt x="438" y="228"/>
                </a:cubicBezTo>
                <a:cubicBezTo>
                  <a:pt x="431" y="231"/>
                  <a:pt x="424" y="236"/>
                  <a:pt x="419" y="241"/>
                </a:cubicBezTo>
                <a:cubicBezTo>
                  <a:pt x="413" y="247"/>
                  <a:pt x="409" y="254"/>
                  <a:pt x="406" y="261"/>
                </a:cubicBezTo>
                <a:cubicBezTo>
                  <a:pt x="403" y="269"/>
                  <a:pt x="401" y="277"/>
                  <a:pt x="401" y="285"/>
                </a:cubicBezTo>
                <a:cubicBezTo>
                  <a:pt x="401" y="293"/>
                  <a:pt x="403" y="300"/>
                  <a:pt x="406" y="308"/>
                </a:cubicBezTo>
                <a:cubicBezTo>
                  <a:pt x="409" y="315"/>
                  <a:pt x="413" y="322"/>
                  <a:pt x="419" y="328"/>
                </a:cubicBezTo>
                <a:lnTo>
                  <a:pt x="512" y="423"/>
                </a:lnTo>
                <a:lnTo>
                  <a:pt x="606" y="328"/>
                </a:lnTo>
                <a:cubicBezTo>
                  <a:pt x="612" y="322"/>
                  <a:pt x="616" y="315"/>
                  <a:pt x="619" y="308"/>
                </a:cubicBezTo>
                <a:cubicBezTo>
                  <a:pt x="622" y="300"/>
                  <a:pt x="624" y="293"/>
                  <a:pt x="624" y="285"/>
                </a:cubicBezTo>
                <a:cubicBezTo>
                  <a:pt x="624" y="277"/>
                  <a:pt x="622" y="269"/>
                  <a:pt x="619" y="261"/>
                </a:cubicBezTo>
                <a:cubicBezTo>
                  <a:pt x="616" y="254"/>
                  <a:pt x="612" y="247"/>
                  <a:pt x="606" y="241"/>
                </a:cubicBezTo>
                <a:cubicBezTo>
                  <a:pt x="594" y="229"/>
                  <a:pt x="580" y="223"/>
                  <a:pt x="564" y="223"/>
                </a:cubicBezTo>
                <a:moveTo>
                  <a:pt x="0" y="623"/>
                </a:moveTo>
                <a:lnTo>
                  <a:pt x="45" y="623"/>
                </a:lnTo>
                <a:lnTo>
                  <a:pt x="45" y="512"/>
                </a:lnTo>
                <a:cubicBezTo>
                  <a:pt x="45" y="498"/>
                  <a:pt x="48" y="483"/>
                  <a:pt x="53" y="470"/>
                </a:cubicBezTo>
                <a:cubicBezTo>
                  <a:pt x="59" y="456"/>
                  <a:pt x="67" y="444"/>
                  <a:pt x="77" y="434"/>
                </a:cubicBezTo>
                <a:cubicBezTo>
                  <a:pt x="88" y="423"/>
                  <a:pt x="100" y="415"/>
                  <a:pt x="113" y="410"/>
                </a:cubicBezTo>
                <a:cubicBezTo>
                  <a:pt x="127" y="404"/>
                  <a:pt x="141" y="401"/>
                  <a:pt x="156" y="401"/>
                </a:cubicBezTo>
                <a:lnTo>
                  <a:pt x="290" y="401"/>
                </a:lnTo>
                <a:cubicBezTo>
                  <a:pt x="305" y="401"/>
                  <a:pt x="319" y="404"/>
                  <a:pt x="333" y="410"/>
                </a:cubicBezTo>
                <a:cubicBezTo>
                  <a:pt x="346" y="415"/>
                  <a:pt x="358" y="423"/>
                  <a:pt x="369" y="434"/>
                </a:cubicBezTo>
                <a:cubicBezTo>
                  <a:pt x="379" y="444"/>
                  <a:pt x="387" y="456"/>
                  <a:pt x="393" y="470"/>
                </a:cubicBezTo>
                <a:cubicBezTo>
                  <a:pt x="398" y="483"/>
                  <a:pt x="401" y="498"/>
                  <a:pt x="401" y="512"/>
                </a:cubicBezTo>
                <a:lnTo>
                  <a:pt x="401" y="623"/>
                </a:lnTo>
                <a:lnTo>
                  <a:pt x="446" y="623"/>
                </a:lnTo>
                <a:lnTo>
                  <a:pt x="446" y="512"/>
                </a:lnTo>
                <a:cubicBezTo>
                  <a:pt x="446" y="502"/>
                  <a:pt x="445" y="492"/>
                  <a:pt x="443" y="482"/>
                </a:cubicBezTo>
                <a:cubicBezTo>
                  <a:pt x="441" y="472"/>
                  <a:pt x="438" y="462"/>
                  <a:pt x="434" y="453"/>
                </a:cubicBezTo>
                <a:cubicBezTo>
                  <a:pt x="430" y="443"/>
                  <a:pt x="425" y="434"/>
                  <a:pt x="419" y="426"/>
                </a:cubicBezTo>
                <a:cubicBezTo>
                  <a:pt x="414" y="417"/>
                  <a:pt x="407" y="410"/>
                  <a:pt x="400" y="402"/>
                </a:cubicBezTo>
                <a:cubicBezTo>
                  <a:pt x="393" y="395"/>
                  <a:pt x="385" y="389"/>
                  <a:pt x="377" y="383"/>
                </a:cubicBezTo>
                <a:cubicBezTo>
                  <a:pt x="368" y="377"/>
                  <a:pt x="359" y="373"/>
                  <a:pt x="350" y="369"/>
                </a:cubicBezTo>
                <a:cubicBezTo>
                  <a:pt x="340" y="365"/>
                  <a:pt x="331" y="362"/>
                  <a:pt x="321" y="360"/>
                </a:cubicBezTo>
                <a:cubicBezTo>
                  <a:pt x="311" y="358"/>
                  <a:pt x="300" y="357"/>
                  <a:pt x="290" y="357"/>
                </a:cubicBezTo>
                <a:lnTo>
                  <a:pt x="156" y="357"/>
                </a:lnTo>
                <a:cubicBezTo>
                  <a:pt x="146" y="357"/>
                  <a:pt x="136" y="358"/>
                  <a:pt x="126" y="360"/>
                </a:cubicBezTo>
                <a:cubicBezTo>
                  <a:pt x="116" y="362"/>
                  <a:pt x="106" y="365"/>
                  <a:pt x="96" y="369"/>
                </a:cubicBezTo>
                <a:cubicBezTo>
                  <a:pt x="87" y="373"/>
                  <a:pt x="78" y="377"/>
                  <a:pt x="70" y="383"/>
                </a:cubicBezTo>
                <a:cubicBezTo>
                  <a:pt x="61" y="389"/>
                  <a:pt x="53" y="395"/>
                  <a:pt x="46" y="402"/>
                </a:cubicBezTo>
                <a:cubicBezTo>
                  <a:pt x="39" y="410"/>
                  <a:pt x="32" y="417"/>
                  <a:pt x="27" y="426"/>
                </a:cubicBezTo>
                <a:cubicBezTo>
                  <a:pt x="21" y="434"/>
                  <a:pt x="16" y="443"/>
                  <a:pt x="12" y="453"/>
                </a:cubicBezTo>
                <a:cubicBezTo>
                  <a:pt x="8" y="462"/>
                  <a:pt x="5" y="472"/>
                  <a:pt x="3" y="482"/>
                </a:cubicBezTo>
                <a:cubicBezTo>
                  <a:pt x="1" y="492"/>
                  <a:pt x="0" y="502"/>
                  <a:pt x="0" y="512"/>
                </a:cubicBezTo>
                <a:lnTo>
                  <a:pt x="0" y="623"/>
                </a:lnTo>
                <a:moveTo>
                  <a:pt x="223" y="46"/>
                </a:moveTo>
                <a:cubicBezTo>
                  <a:pt x="237" y="46"/>
                  <a:pt x="252" y="48"/>
                  <a:pt x="266" y="54"/>
                </a:cubicBezTo>
                <a:cubicBezTo>
                  <a:pt x="280" y="60"/>
                  <a:pt x="292" y="68"/>
                  <a:pt x="302" y="78"/>
                </a:cubicBezTo>
                <a:cubicBezTo>
                  <a:pt x="313" y="89"/>
                  <a:pt x="321" y="101"/>
                  <a:pt x="326" y="114"/>
                </a:cubicBezTo>
                <a:cubicBezTo>
                  <a:pt x="332" y="128"/>
                  <a:pt x="335" y="142"/>
                  <a:pt x="335" y="157"/>
                </a:cubicBezTo>
                <a:cubicBezTo>
                  <a:pt x="335" y="172"/>
                  <a:pt x="332" y="186"/>
                  <a:pt x="326" y="199"/>
                </a:cubicBezTo>
                <a:cubicBezTo>
                  <a:pt x="321" y="213"/>
                  <a:pt x="313" y="225"/>
                  <a:pt x="302" y="235"/>
                </a:cubicBezTo>
                <a:cubicBezTo>
                  <a:pt x="292" y="246"/>
                  <a:pt x="280" y="254"/>
                  <a:pt x="266" y="259"/>
                </a:cubicBezTo>
                <a:cubicBezTo>
                  <a:pt x="252" y="265"/>
                  <a:pt x="237" y="268"/>
                  <a:pt x="223" y="268"/>
                </a:cubicBezTo>
                <a:cubicBezTo>
                  <a:pt x="208" y="268"/>
                  <a:pt x="194" y="265"/>
                  <a:pt x="180" y="259"/>
                </a:cubicBezTo>
                <a:cubicBezTo>
                  <a:pt x="166" y="254"/>
                  <a:pt x="154" y="246"/>
                  <a:pt x="144" y="235"/>
                </a:cubicBezTo>
                <a:cubicBezTo>
                  <a:pt x="134" y="225"/>
                  <a:pt x="126" y="213"/>
                  <a:pt x="120" y="199"/>
                </a:cubicBezTo>
                <a:cubicBezTo>
                  <a:pt x="114" y="186"/>
                  <a:pt x="111" y="172"/>
                  <a:pt x="111" y="157"/>
                </a:cubicBezTo>
                <a:cubicBezTo>
                  <a:pt x="111" y="142"/>
                  <a:pt x="114" y="128"/>
                  <a:pt x="120" y="114"/>
                </a:cubicBezTo>
                <a:cubicBezTo>
                  <a:pt x="126" y="101"/>
                  <a:pt x="134" y="89"/>
                  <a:pt x="144" y="78"/>
                </a:cubicBezTo>
                <a:cubicBezTo>
                  <a:pt x="154" y="68"/>
                  <a:pt x="166" y="60"/>
                  <a:pt x="180" y="54"/>
                </a:cubicBezTo>
                <a:cubicBezTo>
                  <a:pt x="194" y="48"/>
                  <a:pt x="208" y="46"/>
                  <a:pt x="223" y="46"/>
                </a:cubicBezTo>
                <a:moveTo>
                  <a:pt x="223" y="0"/>
                </a:moveTo>
                <a:cubicBezTo>
                  <a:pt x="212" y="0"/>
                  <a:pt x="202" y="1"/>
                  <a:pt x="192" y="3"/>
                </a:cubicBezTo>
                <a:cubicBezTo>
                  <a:pt x="182" y="5"/>
                  <a:pt x="172" y="8"/>
                  <a:pt x="163" y="12"/>
                </a:cubicBezTo>
                <a:cubicBezTo>
                  <a:pt x="154" y="16"/>
                  <a:pt x="145" y="21"/>
                  <a:pt x="136" y="26"/>
                </a:cubicBezTo>
                <a:cubicBezTo>
                  <a:pt x="128" y="32"/>
                  <a:pt x="120" y="39"/>
                  <a:pt x="113" y="47"/>
                </a:cubicBezTo>
                <a:cubicBezTo>
                  <a:pt x="105" y="54"/>
                  <a:pt x="99" y="62"/>
                  <a:pt x="93" y="70"/>
                </a:cubicBezTo>
                <a:cubicBezTo>
                  <a:pt x="88" y="79"/>
                  <a:pt x="83" y="88"/>
                  <a:pt x="79" y="97"/>
                </a:cubicBezTo>
                <a:cubicBezTo>
                  <a:pt x="75" y="107"/>
                  <a:pt x="72" y="116"/>
                  <a:pt x="70" y="126"/>
                </a:cubicBezTo>
                <a:cubicBezTo>
                  <a:pt x="68" y="136"/>
                  <a:pt x="67" y="147"/>
                  <a:pt x="67" y="157"/>
                </a:cubicBezTo>
                <a:cubicBezTo>
                  <a:pt x="67" y="167"/>
                  <a:pt x="68" y="177"/>
                  <a:pt x="70" y="187"/>
                </a:cubicBezTo>
                <a:cubicBezTo>
                  <a:pt x="72" y="197"/>
                  <a:pt x="75" y="207"/>
                  <a:pt x="79" y="216"/>
                </a:cubicBezTo>
                <a:cubicBezTo>
                  <a:pt x="83" y="226"/>
                  <a:pt x="88" y="235"/>
                  <a:pt x="93" y="243"/>
                </a:cubicBezTo>
                <a:cubicBezTo>
                  <a:pt x="99" y="252"/>
                  <a:pt x="105" y="260"/>
                  <a:pt x="113" y="267"/>
                </a:cubicBezTo>
                <a:cubicBezTo>
                  <a:pt x="120" y="274"/>
                  <a:pt x="128" y="280"/>
                  <a:pt x="136" y="286"/>
                </a:cubicBezTo>
                <a:cubicBezTo>
                  <a:pt x="145" y="292"/>
                  <a:pt x="154" y="297"/>
                  <a:pt x="163" y="300"/>
                </a:cubicBezTo>
                <a:cubicBezTo>
                  <a:pt x="172" y="304"/>
                  <a:pt x="182" y="307"/>
                  <a:pt x="192" y="309"/>
                </a:cubicBezTo>
                <a:cubicBezTo>
                  <a:pt x="202" y="311"/>
                  <a:pt x="212" y="312"/>
                  <a:pt x="223" y="312"/>
                </a:cubicBezTo>
                <a:cubicBezTo>
                  <a:pt x="233" y="312"/>
                  <a:pt x="243" y="311"/>
                  <a:pt x="254" y="309"/>
                </a:cubicBezTo>
                <a:cubicBezTo>
                  <a:pt x="264" y="307"/>
                  <a:pt x="274" y="304"/>
                  <a:pt x="283" y="300"/>
                </a:cubicBezTo>
                <a:cubicBezTo>
                  <a:pt x="293" y="297"/>
                  <a:pt x="301" y="292"/>
                  <a:pt x="310" y="286"/>
                </a:cubicBezTo>
                <a:cubicBezTo>
                  <a:pt x="318" y="280"/>
                  <a:pt x="326" y="274"/>
                  <a:pt x="334" y="267"/>
                </a:cubicBezTo>
                <a:cubicBezTo>
                  <a:pt x="341" y="260"/>
                  <a:pt x="347" y="252"/>
                  <a:pt x="353" y="243"/>
                </a:cubicBezTo>
                <a:cubicBezTo>
                  <a:pt x="359" y="235"/>
                  <a:pt x="363" y="226"/>
                  <a:pt x="367" y="216"/>
                </a:cubicBezTo>
                <a:cubicBezTo>
                  <a:pt x="371" y="207"/>
                  <a:pt x="374" y="197"/>
                  <a:pt x="376" y="187"/>
                </a:cubicBezTo>
                <a:cubicBezTo>
                  <a:pt x="378" y="177"/>
                  <a:pt x="379" y="167"/>
                  <a:pt x="379" y="157"/>
                </a:cubicBezTo>
                <a:cubicBezTo>
                  <a:pt x="379" y="147"/>
                  <a:pt x="378" y="136"/>
                  <a:pt x="376" y="126"/>
                </a:cubicBezTo>
                <a:cubicBezTo>
                  <a:pt x="374" y="116"/>
                  <a:pt x="371" y="107"/>
                  <a:pt x="367" y="97"/>
                </a:cubicBezTo>
                <a:cubicBezTo>
                  <a:pt x="363" y="88"/>
                  <a:pt x="359" y="79"/>
                  <a:pt x="353" y="70"/>
                </a:cubicBezTo>
                <a:cubicBezTo>
                  <a:pt x="347" y="62"/>
                  <a:pt x="341" y="54"/>
                  <a:pt x="334" y="47"/>
                </a:cubicBezTo>
                <a:cubicBezTo>
                  <a:pt x="326" y="39"/>
                  <a:pt x="318" y="32"/>
                  <a:pt x="310" y="26"/>
                </a:cubicBezTo>
                <a:cubicBezTo>
                  <a:pt x="301" y="21"/>
                  <a:pt x="293" y="16"/>
                  <a:pt x="283" y="12"/>
                </a:cubicBezTo>
                <a:cubicBezTo>
                  <a:pt x="274" y="8"/>
                  <a:pt x="264" y="5"/>
                  <a:pt x="254" y="3"/>
                </a:cubicBezTo>
                <a:cubicBezTo>
                  <a:pt x="243" y="1"/>
                  <a:pt x="233" y="0"/>
                  <a:pt x="223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39920" y="767520"/>
            <a:ext cx="7700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proef op de som: de reis van Jochem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5191560" y="1736280"/>
            <a:ext cx="2808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opleiding, stap voor stap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935600" y="1955880"/>
            <a:ext cx="4104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van het ontwerp van de opleiding tot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949640" y="2863440"/>
            <a:ext cx="216360" cy="216720"/>
          </a:xfrm>
          <a:custGeom>
            <a:avLst/>
            <a:gdLst/>
            <a:ahLst/>
            <a:rect l="0" t="0" r="r" b="b"/>
            <a:pathLst>
              <a:path w="601" h="602">
                <a:moveTo>
                  <a:pt x="601" y="571"/>
                </a:moveTo>
                <a:lnTo>
                  <a:pt x="434" y="403"/>
                </a:lnTo>
                <a:cubicBezTo>
                  <a:pt x="440" y="395"/>
                  <a:pt x="446" y="386"/>
                  <a:pt x="452" y="378"/>
                </a:cubicBezTo>
                <a:cubicBezTo>
                  <a:pt x="457" y="369"/>
                  <a:pt x="462" y="360"/>
                  <a:pt x="467" y="350"/>
                </a:cubicBezTo>
                <a:cubicBezTo>
                  <a:pt x="471" y="341"/>
                  <a:pt x="475" y="331"/>
                  <a:pt x="478" y="321"/>
                </a:cubicBezTo>
                <a:cubicBezTo>
                  <a:pt x="482" y="312"/>
                  <a:pt x="484" y="302"/>
                  <a:pt x="486" y="291"/>
                </a:cubicBezTo>
                <a:cubicBezTo>
                  <a:pt x="488" y="281"/>
                  <a:pt x="489" y="271"/>
                  <a:pt x="490" y="260"/>
                </a:cubicBezTo>
                <a:cubicBezTo>
                  <a:pt x="490" y="250"/>
                  <a:pt x="490" y="240"/>
                  <a:pt x="490" y="229"/>
                </a:cubicBezTo>
                <a:cubicBezTo>
                  <a:pt x="489" y="219"/>
                  <a:pt x="488" y="209"/>
                  <a:pt x="486" y="199"/>
                </a:cubicBezTo>
                <a:cubicBezTo>
                  <a:pt x="484" y="188"/>
                  <a:pt x="481" y="178"/>
                  <a:pt x="478" y="168"/>
                </a:cubicBezTo>
                <a:cubicBezTo>
                  <a:pt x="474" y="159"/>
                  <a:pt x="470" y="149"/>
                  <a:pt x="466" y="139"/>
                </a:cubicBezTo>
                <a:cubicBezTo>
                  <a:pt x="461" y="129"/>
                  <a:pt x="456" y="120"/>
                  <a:pt x="451" y="112"/>
                </a:cubicBezTo>
                <a:cubicBezTo>
                  <a:pt x="445" y="103"/>
                  <a:pt x="439" y="95"/>
                  <a:pt x="432" y="87"/>
                </a:cubicBezTo>
                <a:cubicBezTo>
                  <a:pt x="425" y="79"/>
                  <a:pt x="418" y="71"/>
                  <a:pt x="410" y="64"/>
                </a:cubicBezTo>
                <a:cubicBezTo>
                  <a:pt x="403" y="57"/>
                  <a:pt x="395" y="51"/>
                  <a:pt x="386" y="45"/>
                </a:cubicBezTo>
                <a:cubicBezTo>
                  <a:pt x="378" y="39"/>
                  <a:pt x="369" y="33"/>
                  <a:pt x="360" y="29"/>
                </a:cubicBezTo>
                <a:cubicBezTo>
                  <a:pt x="350" y="24"/>
                  <a:pt x="340" y="19"/>
                  <a:pt x="330" y="16"/>
                </a:cubicBezTo>
                <a:cubicBezTo>
                  <a:pt x="321" y="12"/>
                  <a:pt x="311" y="9"/>
                  <a:pt x="301" y="7"/>
                </a:cubicBezTo>
                <a:cubicBezTo>
                  <a:pt x="290" y="4"/>
                  <a:pt x="280" y="3"/>
                  <a:pt x="270" y="2"/>
                </a:cubicBezTo>
                <a:cubicBezTo>
                  <a:pt x="260" y="0"/>
                  <a:pt x="249" y="0"/>
                  <a:pt x="239" y="0"/>
                </a:cubicBezTo>
                <a:cubicBezTo>
                  <a:pt x="228" y="0"/>
                  <a:pt x="218" y="1"/>
                  <a:pt x="208" y="3"/>
                </a:cubicBezTo>
                <a:cubicBezTo>
                  <a:pt x="198" y="4"/>
                  <a:pt x="187" y="7"/>
                  <a:pt x="177" y="10"/>
                </a:cubicBezTo>
                <a:cubicBezTo>
                  <a:pt x="167" y="12"/>
                  <a:pt x="158" y="16"/>
                  <a:pt x="148" y="20"/>
                </a:cubicBezTo>
                <a:cubicBezTo>
                  <a:pt x="139" y="24"/>
                  <a:pt x="129" y="29"/>
                  <a:pt x="120" y="34"/>
                </a:cubicBezTo>
                <a:cubicBezTo>
                  <a:pt x="111" y="39"/>
                  <a:pt x="103" y="45"/>
                  <a:pt x="95" y="51"/>
                </a:cubicBezTo>
                <a:cubicBezTo>
                  <a:pt x="86" y="58"/>
                  <a:pt x="79" y="65"/>
                  <a:pt x="71" y="72"/>
                </a:cubicBezTo>
                <a:cubicBezTo>
                  <a:pt x="64" y="79"/>
                  <a:pt x="57" y="87"/>
                  <a:pt x="51" y="95"/>
                </a:cubicBezTo>
                <a:cubicBezTo>
                  <a:pt x="44" y="103"/>
                  <a:pt x="39" y="112"/>
                  <a:pt x="33" y="121"/>
                </a:cubicBezTo>
                <a:cubicBezTo>
                  <a:pt x="28" y="130"/>
                  <a:pt x="23" y="139"/>
                  <a:pt x="19" y="150"/>
                </a:cubicBezTo>
                <a:cubicBezTo>
                  <a:pt x="15" y="159"/>
                  <a:pt x="12" y="169"/>
                  <a:pt x="9" y="179"/>
                </a:cubicBezTo>
                <a:cubicBezTo>
                  <a:pt x="6" y="189"/>
                  <a:pt x="4" y="199"/>
                  <a:pt x="2" y="209"/>
                </a:cubicBezTo>
                <a:cubicBezTo>
                  <a:pt x="1" y="220"/>
                  <a:pt x="0" y="230"/>
                  <a:pt x="0" y="240"/>
                </a:cubicBezTo>
                <a:cubicBezTo>
                  <a:pt x="-1" y="251"/>
                  <a:pt x="0" y="261"/>
                  <a:pt x="1" y="272"/>
                </a:cubicBezTo>
                <a:cubicBezTo>
                  <a:pt x="2" y="282"/>
                  <a:pt x="4" y="292"/>
                  <a:pt x="6" y="302"/>
                </a:cubicBezTo>
                <a:cubicBezTo>
                  <a:pt x="8" y="312"/>
                  <a:pt x="11" y="322"/>
                  <a:pt x="15" y="332"/>
                </a:cubicBezTo>
                <a:cubicBezTo>
                  <a:pt x="19" y="342"/>
                  <a:pt x="23" y="351"/>
                  <a:pt x="28" y="360"/>
                </a:cubicBezTo>
                <a:cubicBezTo>
                  <a:pt x="33" y="370"/>
                  <a:pt x="38" y="378"/>
                  <a:pt x="44" y="387"/>
                </a:cubicBezTo>
                <a:cubicBezTo>
                  <a:pt x="50" y="395"/>
                  <a:pt x="57" y="403"/>
                  <a:pt x="64" y="411"/>
                </a:cubicBezTo>
                <a:cubicBezTo>
                  <a:pt x="71" y="419"/>
                  <a:pt x="78" y="426"/>
                  <a:pt x="86" y="433"/>
                </a:cubicBezTo>
                <a:cubicBezTo>
                  <a:pt x="94" y="439"/>
                  <a:pt x="102" y="446"/>
                  <a:pt x="111" y="451"/>
                </a:cubicBezTo>
                <a:cubicBezTo>
                  <a:pt x="120" y="457"/>
                  <a:pt x="129" y="462"/>
                  <a:pt x="138" y="467"/>
                </a:cubicBezTo>
                <a:cubicBezTo>
                  <a:pt x="147" y="471"/>
                  <a:pt x="157" y="475"/>
                  <a:pt x="167" y="478"/>
                </a:cubicBezTo>
                <a:cubicBezTo>
                  <a:pt x="177" y="482"/>
                  <a:pt x="187" y="484"/>
                  <a:pt x="197" y="486"/>
                </a:cubicBezTo>
                <a:cubicBezTo>
                  <a:pt x="207" y="488"/>
                  <a:pt x="217" y="490"/>
                  <a:pt x="228" y="490"/>
                </a:cubicBezTo>
                <a:cubicBezTo>
                  <a:pt x="238" y="491"/>
                  <a:pt x="248" y="491"/>
                  <a:pt x="259" y="490"/>
                </a:cubicBezTo>
                <a:cubicBezTo>
                  <a:pt x="269" y="490"/>
                  <a:pt x="279" y="489"/>
                  <a:pt x="290" y="487"/>
                </a:cubicBezTo>
                <a:cubicBezTo>
                  <a:pt x="300" y="485"/>
                  <a:pt x="310" y="482"/>
                  <a:pt x="320" y="479"/>
                </a:cubicBezTo>
                <a:cubicBezTo>
                  <a:pt x="330" y="476"/>
                  <a:pt x="339" y="472"/>
                  <a:pt x="349" y="467"/>
                </a:cubicBezTo>
                <a:cubicBezTo>
                  <a:pt x="359" y="463"/>
                  <a:pt x="368" y="458"/>
                  <a:pt x="377" y="452"/>
                </a:cubicBezTo>
                <a:cubicBezTo>
                  <a:pt x="386" y="447"/>
                  <a:pt x="394" y="441"/>
                  <a:pt x="402" y="434"/>
                </a:cubicBezTo>
                <a:lnTo>
                  <a:pt x="570" y="602"/>
                </a:lnTo>
                <a:lnTo>
                  <a:pt x="601" y="571"/>
                </a:lnTo>
                <a:moveTo>
                  <a:pt x="45" y="246"/>
                </a:moveTo>
                <a:cubicBezTo>
                  <a:pt x="45" y="233"/>
                  <a:pt x="46" y="220"/>
                  <a:pt x="49" y="207"/>
                </a:cubicBezTo>
                <a:cubicBezTo>
                  <a:pt x="51" y="195"/>
                  <a:pt x="55" y="182"/>
                  <a:pt x="60" y="170"/>
                </a:cubicBezTo>
                <a:cubicBezTo>
                  <a:pt x="65" y="158"/>
                  <a:pt x="71" y="145"/>
                  <a:pt x="79" y="134"/>
                </a:cubicBezTo>
                <a:cubicBezTo>
                  <a:pt x="86" y="123"/>
                  <a:pt x="94" y="113"/>
                  <a:pt x="103" y="104"/>
                </a:cubicBezTo>
                <a:cubicBezTo>
                  <a:pt x="113" y="95"/>
                  <a:pt x="123" y="86"/>
                  <a:pt x="134" y="79"/>
                </a:cubicBezTo>
                <a:cubicBezTo>
                  <a:pt x="145" y="72"/>
                  <a:pt x="156" y="66"/>
                  <a:pt x="168" y="61"/>
                </a:cubicBezTo>
                <a:cubicBezTo>
                  <a:pt x="180" y="56"/>
                  <a:pt x="193" y="52"/>
                  <a:pt x="206" y="49"/>
                </a:cubicBezTo>
                <a:cubicBezTo>
                  <a:pt x="219" y="47"/>
                  <a:pt x="232" y="45"/>
                  <a:pt x="245" y="45"/>
                </a:cubicBezTo>
                <a:cubicBezTo>
                  <a:pt x="258" y="45"/>
                  <a:pt x="271" y="47"/>
                  <a:pt x="284" y="49"/>
                </a:cubicBezTo>
                <a:cubicBezTo>
                  <a:pt x="297" y="52"/>
                  <a:pt x="309" y="56"/>
                  <a:pt x="321" y="61"/>
                </a:cubicBezTo>
                <a:cubicBezTo>
                  <a:pt x="333" y="66"/>
                  <a:pt x="345" y="72"/>
                  <a:pt x="357" y="79"/>
                </a:cubicBezTo>
                <a:cubicBezTo>
                  <a:pt x="368" y="86"/>
                  <a:pt x="378" y="95"/>
                  <a:pt x="387" y="104"/>
                </a:cubicBezTo>
                <a:cubicBezTo>
                  <a:pt x="396" y="113"/>
                  <a:pt x="405" y="123"/>
                  <a:pt x="412" y="134"/>
                </a:cubicBezTo>
                <a:cubicBezTo>
                  <a:pt x="419" y="145"/>
                  <a:pt x="426" y="158"/>
                  <a:pt x="431" y="170"/>
                </a:cubicBezTo>
                <a:cubicBezTo>
                  <a:pt x="436" y="182"/>
                  <a:pt x="439" y="195"/>
                  <a:pt x="442" y="207"/>
                </a:cubicBezTo>
                <a:cubicBezTo>
                  <a:pt x="444" y="220"/>
                  <a:pt x="446" y="233"/>
                  <a:pt x="446" y="246"/>
                </a:cubicBezTo>
                <a:cubicBezTo>
                  <a:pt x="446" y="260"/>
                  <a:pt x="444" y="273"/>
                  <a:pt x="442" y="285"/>
                </a:cubicBezTo>
                <a:cubicBezTo>
                  <a:pt x="439" y="298"/>
                  <a:pt x="436" y="311"/>
                  <a:pt x="431" y="323"/>
                </a:cubicBezTo>
                <a:cubicBezTo>
                  <a:pt x="426" y="335"/>
                  <a:pt x="419" y="347"/>
                  <a:pt x="412" y="358"/>
                </a:cubicBezTo>
                <a:cubicBezTo>
                  <a:pt x="405" y="368"/>
                  <a:pt x="396" y="379"/>
                  <a:pt x="387" y="388"/>
                </a:cubicBezTo>
                <a:cubicBezTo>
                  <a:pt x="378" y="397"/>
                  <a:pt x="368" y="405"/>
                  <a:pt x="357" y="413"/>
                </a:cubicBezTo>
                <a:cubicBezTo>
                  <a:pt x="345" y="420"/>
                  <a:pt x="333" y="426"/>
                  <a:pt x="321" y="431"/>
                </a:cubicBezTo>
                <a:cubicBezTo>
                  <a:pt x="309" y="436"/>
                  <a:pt x="297" y="440"/>
                  <a:pt x="284" y="443"/>
                </a:cubicBezTo>
                <a:cubicBezTo>
                  <a:pt x="271" y="445"/>
                  <a:pt x="258" y="446"/>
                  <a:pt x="245" y="446"/>
                </a:cubicBezTo>
                <a:cubicBezTo>
                  <a:pt x="232" y="446"/>
                  <a:pt x="219" y="445"/>
                  <a:pt x="206" y="443"/>
                </a:cubicBezTo>
                <a:cubicBezTo>
                  <a:pt x="193" y="440"/>
                  <a:pt x="180" y="436"/>
                  <a:pt x="168" y="431"/>
                </a:cubicBezTo>
                <a:cubicBezTo>
                  <a:pt x="156" y="426"/>
                  <a:pt x="145" y="420"/>
                  <a:pt x="134" y="413"/>
                </a:cubicBezTo>
                <a:cubicBezTo>
                  <a:pt x="123" y="405"/>
                  <a:pt x="113" y="397"/>
                  <a:pt x="103" y="388"/>
                </a:cubicBezTo>
                <a:cubicBezTo>
                  <a:pt x="94" y="378"/>
                  <a:pt x="86" y="368"/>
                  <a:pt x="79" y="357"/>
                </a:cubicBezTo>
                <a:cubicBezTo>
                  <a:pt x="71" y="347"/>
                  <a:pt x="65" y="335"/>
                  <a:pt x="60" y="323"/>
                </a:cubicBezTo>
                <a:cubicBezTo>
                  <a:pt x="55" y="311"/>
                  <a:pt x="51" y="298"/>
                  <a:pt x="49" y="285"/>
                </a:cubicBezTo>
                <a:cubicBezTo>
                  <a:pt x="46" y="273"/>
                  <a:pt x="45" y="260"/>
                  <a:pt x="45" y="24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35600" y="2174760"/>
            <a:ext cx="849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zijn diploma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191560" y="2936520"/>
            <a:ext cx="264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Elke stap naast het model 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965840" y="3835440"/>
            <a:ext cx="192240" cy="208080"/>
          </a:xfrm>
          <a:custGeom>
            <a:avLst/>
            <a:gdLst/>
            <a:ahLst/>
            <a:rect l="0" t="0" r="r" b="b"/>
            <a:pathLst>
              <a:path w="534" h="578">
                <a:moveTo>
                  <a:pt x="490" y="45"/>
                </a:moveTo>
                <a:lnTo>
                  <a:pt x="401" y="45"/>
                </a:lnTo>
                <a:lnTo>
                  <a:pt x="401" y="0"/>
                </a:lnTo>
                <a:lnTo>
                  <a:pt x="356" y="0"/>
                </a:lnTo>
                <a:lnTo>
                  <a:pt x="356" y="45"/>
                </a:lnTo>
                <a:lnTo>
                  <a:pt x="178" y="45"/>
                </a:lnTo>
                <a:lnTo>
                  <a:pt x="178" y="0"/>
                </a:lnTo>
                <a:lnTo>
                  <a:pt x="133" y="0"/>
                </a:lnTo>
                <a:lnTo>
                  <a:pt x="133" y="45"/>
                </a:lnTo>
                <a:lnTo>
                  <a:pt x="44" y="45"/>
                </a:lnTo>
                <a:cubicBezTo>
                  <a:pt x="20" y="45"/>
                  <a:pt x="0" y="65"/>
                  <a:pt x="0" y="90"/>
                </a:cubicBezTo>
                <a:lnTo>
                  <a:pt x="0" y="534"/>
                </a:lnTo>
                <a:cubicBezTo>
                  <a:pt x="0" y="558"/>
                  <a:pt x="20" y="578"/>
                  <a:pt x="44" y="578"/>
                </a:cubicBezTo>
                <a:lnTo>
                  <a:pt x="490" y="578"/>
                </a:lnTo>
                <a:cubicBezTo>
                  <a:pt x="514" y="578"/>
                  <a:pt x="534" y="558"/>
                  <a:pt x="534" y="534"/>
                </a:cubicBezTo>
                <a:lnTo>
                  <a:pt x="534" y="90"/>
                </a:lnTo>
                <a:cubicBezTo>
                  <a:pt x="534" y="65"/>
                  <a:pt x="514" y="45"/>
                  <a:pt x="490" y="45"/>
                </a:cubicBezTo>
                <a:moveTo>
                  <a:pt x="490" y="534"/>
                </a:moveTo>
                <a:lnTo>
                  <a:pt x="44" y="534"/>
                </a:lnTo>
                <a:lnTo>
                  <a:pt x="44" y="223"/>
                </a:lnTo>
                <a:lnTo>
                  <a:pt x="490" y="223"/>
                </a:lnTo>
                <a:lnTo>
                  <a:pt x="490" y="534"/>
                </a:lnTo>
                <a:moveTo>
                  <a:pt x="490" y="178"/>
                </a:moveTo>
                <a:lnTo>
                  <a:pt x="44" y="178"/>
                </a:lnTo>
                <a:lnTo>
                  <a:pt x="44" y="90"/>
                </a:lnTo>
                <a:lnTo>
                  <a:pt x="133" y="90"/>
                </a:lnTo>
                <a:lnTo>
                  <a:pt x="133" y="134"/>
                </a:lnTo>
                <a:lnTo>
                  <a:pt x="178" y="134"/>
                </a:lnTo>
                <a:lnTo>
                  <a:pt x="178" y="90"/>
                </a:lnTo>
                <a:lnTo>
                  <a:pt x="356" y="90"/>
                </a:lnTo>
                <a:lnTo>
                  <a:pt x="356" y="134"/>
                </a:lnTo>
                <a:lnTo>
                  <a:pt x="401" y="134"/>
                </a:lnTo>
                <a:lnTo>
                  <a:pt x="401" y="90"/>
                </a:lnTo>
                <a:lnTo>
                  <a:pt x="490" y="90"/>
                </a:lnTo>
                <a:lnTo>
                  <a:pt x="490" y="17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935600" y="3146400"/>
            <a:ext cx="428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klopt het, ontbreekt er iets, heet het bij uw school hetzelfde?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191560" y="3907800"/>
            <a:ext cx="3178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30 september bij de kerngroep techniek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935600" y="4127400"/>
            <a:ext cx="420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scholen en leveranciers leggen het naast hun eigen praktijk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7" name=""/>
          <p:cNvSpPr/>
          <p:nvPr/>
        </p:nvSpPr>
        <p:spPr>
          <a:xfrm>
            <a:off x="461880" y="1685880"/>
            <a:ext cx="2590920" cy="1233720"/>
          </a:xfrm>
          <a:custGeom>
            <a:avLst/>
            <a:gdLst/>
            <a:ahLst/>
            <a:rect l="0" t="0" r="r" b="b"/>
            <a:pathLst>
              <a:path w="7197" h="3427">
                <a:moveTo>
                  <a:pt x="0" y="3123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1"/>
                  <a:pt x="6952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6"/>
                  <a:pt x="7046" y="35"/>
                  <a:pt x="7062" y="44"/>
                </a:cubicBezTo>
                <a:cubicBezTo>
                  <a:pt x="7079" y="54"/>
                  <a:pt x="7094" y="65"/>
                  <a:pt x="7108" y="77"/>
                </a:cubicBezTo>
                <a:cubicBezTo>
                  <a:pt x="7122" y="89"/>
                  <a:pt x="7135" y="103"/>
                  <a:pt x="7146" y="117"/>
                </a:cubicBezTo>
                <a:cubicBezTo>
                  <a:pt x="7157" y="132"/>
                  <a:pt x="7167" y="147"/>
                  <a:pt x="7174" y="163"/>
                </a:cubicBezTo>
                <a:cubicBezTo>
                  <a:pt x="7182" y="179"/>
                  <a:pt x="7188" y="196"/>
                  <a:pt x="7192" y="213"/>
                </a:cubicBezTo>
                <a:cubicBezTo>
                  <a:pt x="7195" y="230"/>
                  <a:pt x="7197" y="247"/>
                  <a:pt x="7197" y="264"/>
                </a:cubicBezTo>
                <a:lnTo>
                  <a:pt x="7197" y="3123"/>
                </a:lnTo>
                <a:cubicBezTo>
                  <a:pt x="7197" y="3143"/>
                  <a:pt x="7195" y="3162"/>
                  <a:pt x="7192" y="3182"/>
                </a:cubicBezTo>
                <a:cubicBezTo>
                  <a:pt x="7188" y="3202"/>
                  <a:pt x="7182" y="3221"/>
                  <a:pt x="7174" y="3239"/>
                </a:cubicBezTo>
                <a:cubicBezTo>
                  <a:pt x="7167" y="3258"/>
                  <a:pt x="7157" y="3275"/>
                  <a:pt x="7146" y="3292"/>
                </a:cubicBezTo>
                <a:cubicBezTo>
                  <a:pt x="7135" y="3308"/>
                  <a:pt x="7122" y="3324"/>
                  <a:pt x="7108" y="3338"/>
                </a:cubicBezTo>
                <a:cubicBezTo>
                  <a:pt x="7094" y="3352"/>
                  <a:pt x="7079" y="3365"/>
                  <a:pt x="7062" y="3376"/>
                </a:cubicBezTo>
                <a:cubicBezTo>
                  <a:pt x="7046" y="3387"/>
                  <a:pt x="7028" y="3396"/>
                  <a:pt x="7010" y="3404"/>
                </a:cubicBezTo>
                <a:cubicBezTo>
                  <a:pt x="6991" y="3411"/>
                  <a:pt x="6972" y="3417"/>
                  <a:pt x="6952" y="3421"/>
                </a:cubicBezTo>
                <a:cubicBezTo>
                  <a:pt x="6933" y="3425"/>
                  <a:pt x="6913" y="3427"/>
                  <a:pt x="6893" y="3427"/>
                </a:cubicBezTo>
                <a:lnTo>
                  <a:pt x="304" y="3427"/>
                </a:lnTo>
                <a:cubicBezTo>
                  <a:pt x="284" y="3427"/>
                  <a:pt x="264" y="3425"/>
                  <a:pt x="245" y="3421"/>
                </a:cubicBezTo>
                <a:cubicBezTo>
                  <a:pt x="225" y="3417"/>
                  <a:pt x="206" y="3411"/>
                  <a:pt x="188" y="3404"/>
                </a:cubicBezTo>
                <a:cubicBezTo>
                  <a:pt x="169" y="3396"/>
                  <a:pt x="152" y="3387"/>
                  <a:pt x="135" y="3376"/>
                </a:cubicBezTo>
                <a:cubicBezTo>
                  <a:pt x="118" y="3365"/>
                  <a:pt x="103" y="3352"/>
                  <a:pt x="89" y="3338"/>
                </a:cubicBezTo>
                <a:cubicBezTo>
                  <a:pt x="75" y="3324"/>
                  <a:pt x="62" y="3308"/>
                  <a:pt x="51" y="3292"/>
                </a:cubicBezTo>
                <a:cubicBezTo>
                  <a:pt x="40" y="3275"/>
                  <a:pt x="31" y="3258"/>
                  <a:pt x="23" y="3239"/>
                </a:cubicBezTo>
                <a:cubicBezTo>
                  <a:pt x="15" y="3221"/>
                  <a:pt x="9" y="3202"/>
                  <a:pt x="6" y="3182"/>
                </a:cubicBezTo>
                <a:cubicBezTo>
                  <a:pt x="2" y="3162"/>
                  <a:pt x="0" y="3143"/>
                  <a:pt x="0" y="31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1666800"/>
            <a:ext cx="2601000" cy="1257480"/>
          </a:xfrm>
          <a:custGeom>
            <a:avLst/>
            <a:gdLst/>
            <a:ahLst/>
            <a:rect l="0" t="0" r="r" b="b"/>
            <a:pathLst>
              <a:path w="7225" h="3493">
                <a:moveTo>
                  <a:pt x="0" y="0"/>
                </a:moveTo>
                <a:lnTo>
                  <a:pt x="7225" y="0"/>
                </a:lnTo>
                <a:lnTo>
                  <a:pt x="7225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56840" y="1666800"/>
            <a:ext cx="2601000" cy="1257480"/>
          </a:xfrm>
          <a:custGeom>
            <a:avLst/>
            <a:gdLst/>
            <a:ahLst/>
            <a:rect l="0" t="0" r="r" b="b"/>
            <a:pathLst>
              <a:path w="7225" h="3493">
                <a:moveTo>
                  <a:pt x="0" y="0"/>
                </a:moveTo>
                <a:lnTo>
                  <a:pt x="7225" y="0"/>
                </a:lnTo>
                <a:lnTo>
                  <a:pt x="7225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56840" y="1666800"/>
            <a:ext cx="2601000" cy="1257480"/>
          </a:xfrm>
          <a:custGeom>
            <a:avLst/>
            <a:gdLst/>
            <a:ahLst/>
            <a:rect l="0" t="0" r="r" b="b"/>
            <a:pathLst>
              <a:path w="7225" h="3493">
                <a:moveTo>
                  <a:pt x="0" y="0"/>
                </a:moveTo>
                <a:lnTo>
                  <a:pt x="7225" y="0"/>
                </a:lnTo>
                <a:lnTo>
                  <a:pt x="7225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56840" y="1666800"/>
            <a:ext cx="2601000" cy="1257480"/>
          </a:xfrm>
          <a:custGeom>
            <a:avLst/>
            <a:gdLst/>
            <a:ahLst/>
            <a:rect l="0" t="0" r="r" b="b"/>
            <a:pathLst>
              <a:path w="7225" h="3493">
                <a:moveTo>
                  <a:pt x="0" y="0"/>
                </a:moveTo>
                <a:lnTo>
                  <a:pt x="7225" y="0"/>
                </a:lnTo>
                <a:lnTo>
                  <a:pt x="7225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659880" y="1859760"/>
            <a:ext cx="304200" cy="304560"/>
          </a:xfrm>
          <a:custGeom>
            <a:avLst/>
            <a:gdLst/>
            <a:ahLst/>
            <a:rect l="0" t="0" r="r" b="b"/>
            <a:pathLst>
              <a:path w="845" h="846">
                <a:moveTo>
                  <a:pt x="845" y="846"/>
                </a:moveTo>
                <a:lnTo>
                  <a:pt x="784" y="846"/>
                </a:lnTo>
                <a:lnTo>
                  <a:pt x="784" y="695"/>
                </a:lnTo>
                <a:cubicBezTo>
                  <a:pt x="784" y="685"/>
                  <a:pt x="784" y="675"/>
                  <a:pt x="782" y="665"/>
                </a:cubicBezTo>
                <a:cubicBezTo>
                  <a:pt x="780" y="656"/>
                  <a:pt x="777" y="646"/>
                  <a:pt x="773" y="637"/>
                </a:cubicBezTo>
                <a:cubicBezTo>
                  <a:pt x="769" y="628"/>
                  <a:pt x="765" y="619"/>
                  <a:pt x="759" y="611"/>
                </a:cubicBezTo>
                <a:cubicBezTo>
                  <a:pt x="754" y="603"/>
                  <a:pt x="747" y="595"/>
                  <a:pt x="740" y="588"/>
                </a:cubicBezTo>
                <a:cubicBezTo>
                  <a:pt x="733" y="581"/>
                  <a:pt x="726" y="575"/>
                  <a:pt x="717" y="569"/>
                </a:cubicBezTo>
                <a:cubicBezTo>
                  <a:pt x="709" y="564"/>
                  <a:pt x="701" y="559"/>
                  <a:pt x="691" y="556"/>
                </a:cubicBezTo>
                <a:cubicBezTo>
                  <a:pt x="682" y="552"/>
                  <a:pt x="673" y="549"/>
                  <a:pt x="663" y="547"/>
                </a:cubicBezTo>
                <a:cubicBezTo>
                  <a:pt x="653" y="545"/>
                  <a:pt x="644" y="544"/>
                  <a:pt x="634" y="544"/>
                </a:cubicBezTo>
                <a:lnTo>
                  <a:pt x="634" y="484"/>
                </a:lnTo>
                <a:cubicBezTo>
                  <a:pt x="648" y="484"/>
                  <a:pt x="661" y="485"/>
                  <a:pt x="675" y="488"/>
                </a:cubicBezTo>
                <a:cubicBezTo>
                  <a:pt x="688" y="491"/>
                  <a:pt x="702" y="495"/>
                  <a:pt x="714" y="500"/>
                </a:cubicBezTo>
                <a:cubicBezTo>
                  <a:pt x="727" y="505"/>
                  <a:pt x="739" y="512"/>
                  <a:pt x="751" y="519"/>
                </a:cubicBezTo>
                <a:cubicBezTo>
                  <a:pt x="762" y="527"/>
                  <a:pt x="773" y="536"/>
                  <a:pt x="783" y="546"/>
                </a:cubicBezTo>
                <a:cubicBezTo>
                  <a:pt x="793" y="555"/>
                  <a:pt x="801" y="566"/>
                  <a:pt x="809" y="578"/>
                </a:cubicBezTo>
                <a:cubicBezTo>
                  <a:pt x="817" y="589"/>
                  <a:pt x="823" y="601"/>
                  <a:pt x="829" y="614"/>
                </a:cubicBezTo>
                <a:cubicBezTo>
                  <a:pt x="834" y="627"/>
                  <a:pt x="838" y="640"/>
                  <a:pt x="841" y="654"/>
                </a:cubicBezTo>
                <a:cubicBezTo>
                  <a:pt x="843" y="667"/>
                  <a:pt x="845" y="681"/>
                  <a:pt x="845" y="695"/>
                </a:cubicBezTo>
                <a:lnTo>
                  <a:pt x="845" y="846"/>
                </a:lnTo>
                <a:moveTo>
                  <a:pt x="604" y="846"/>
                </a:moveTo>
                <a:lnTo>
                  <a:pt x="543" y="846"/>
                </a:lnTo>
                <a:lnTo>
                  <a:pt x="543" y="695"/>
                </a:lnTo>
                <a:cubicBezTo>
                  <a:pt x="543" y="685"/>
                  <a:pt x="542" y="675"/>
                  <a:pt x="540" y="665"/>
                </a:cubicBezTo>
                <a:cubicBezTo>
                  <a:pt x="538" y="656"/>
                  <a:pt x="536" y="646"/>
                  <a:pt x="532" y="637"/>
                </a:cubicBezTo>
                <a:cubicBezTo>
                  <a:pt x="528" y="628"/>
                  <a:pt x="523" y="619"/>
                  <a:pt x="518" y="611"/>
                </a:cubicBezTo>
                <a:cubicBezTo>
                  <a:pt x="512" y="603"/>
                  <a:pt x="506" y="595"/>
                  <a:pt x="499" y="588"/>
                </a:cubicBezTo>
                <a:cubicBezTo>
                  <a:pt x="492" y="581"/>
                  <a:pt x="484" y="575"/>
                  <a:pt x="476" y="569"/>
                </a:cubicBezTo>
                <a:cubicBezTo>
                  <a:pt x="468" y="564"/>
                  <a:pt x="459" y="559"/>
                  <a:pt x="450" y="556"/>
                </a:cubicBezTo>
                <a:cubicBezTo>
                  <a:pt x="441" y="552"/>
                  <a:pt x="432" y="549"/>
                  <a:pt x="422" y="547"/>
                </a:cubicBezTo>
                <a:cubicBezTo>
                  <a:pt x="412" y="545"/>
                  <a:pt x="402" y="544"/>
                  <a:pt x="393" y="544"/>
                </a:cubicBezTo>
                <a:lnTo>
                  <a:pt x="211" y="544"/>
                </a:lnTo>
                <a:cubicBezTo>
                  <a:pt x="201" y="544"/>
                  <a:pt x="191" y="545"/>
                  <a:pt x="181" y="547"/>
                </a:cubicBezTo>
                <a:cubicBezTo>
                  <a:pt x="171" y="549"/>
                  <a:pt x="162" y="552"/>
                  <a:pt x="153" y="556"/>
                </a:cubicBezTo>
                <a:cubicBezTo>
                  <a:pt x="144" y="559"/>
                  <a:pt x="135" y="564"/>
                  <a:pt x="127" y="569"/>
                </a:cubicBezTo>
                <a:cubicBezTo>
                  <a:pt x="119" y="575"/>
                  <a:pt x="111" y="581"/>
                  <a:pt x="104" y="588"/>
                </a:cubicBezTo>
                <a:cubicBezTo>
                  <a:pt x="97" y="595"/>
                  <a:pt x="91" y="603"/>
                  <a:pt x="85" y="611"/>
                </a:cubicBezTo>
                <a:cubicBezTo>
                  <a:pt x="80" y="619"/>
                  <a:pt x="75" y="628"/>
                  <a:pt x="71" y="637"/>
                </a:cubicBezTo>
                <a:cubicBezTo>
                  <a:pt x="68" y="646"/>
                  <a:pt x="65" y="656"/>
                  <a:pt x="63" y="665"/>
                </a:cubicBezTo>
                <a:cubicBezTo>
                  <a:pt x="61" y="675"/>
                  <a:pt x="60" y="685"/>
                  <a:pt x="60" y="695"/>
                </a:cubicBezTo>
                <a:lnTo>
                  <a:pt x="60" y="846"/>
                </a:lnTo>
                <a:lnTo>
                  <a:pt x="0" y="846"/>
                </a:lnTo>
                <a:lnTo>
                  <a:pt x="0" y="695"/>
                </a:lnTo>
                <a:cubicBezTo>
                  <a:pt x="0" y="681"/>
                  <a:pt x="1" y="667"/>
                  <a:pt x="4" y="654"/>
                </a:cubicBezTo>
                <a:cubicBezTo>
                  <a:pt x="6" y="640"/>
                  <a:pt x="10" y="627"/>
                  <a:pt x="16" y="614"/>
                </a:cubicBezTo>
                <a:cubicBezTo>
                  <a:pt x="21" y="601"/>
                  <a:pt x="27" y="589"/>
                  <a:pt x="35" y="578"/>
                </a:cubicBezTo>
                <a:cubicBezTo>
                  <a:pt x="43" y="566"/>
                  <a:pt x="52" y="555"/>
                  <a:pt x="61" y="546"/>
                </a:cubicBezTo>
                <a:cubicBezTo>
                  <a:pt x="71" y="536"/>
                  <a:pt x="82" y="527"/>
                  <a:pt x="93" y="519"/>
                </a:cubicBezTo>
                <a:cubicBezTo>
                  <a:pt x="105" y="512"/>
                  <a:pt x="117" y="505"/>
                  <a:pt x="130" y="500"/>
                </a:cubicBezTo>
                <a:cubicBezTo>
                  <a:pt x="143" y="495"/>
                  <a:pt x="156" y="491"/>
                  <a:pt x="169" y="488"/>
                </a:cubicBezTo>
                <a:cubicBezTo>
                  <a:pt x="183" y="485"/>
                  <a:pt x="197" y="484"/>
                  <a:pt x="211" y="484"/>
                </a:cubicBezTo>
                <a:lnTo>
                  <a:pt x="393" y="484"/>
                </a:lnTo>
                <a:cubicBezTo>
                  <a:pt x="406" y="484"/>
                  <a:pt x="420" y="485"/>
                  <a:pt x="434" y="488"/>
                </a:cubicBezTo>
                <a:cubicBezTo>
                  <a:pt x="447" y="491"/>
                  <a:pt x="460" y="495"/>
                  <a:pt x="473" y="500"/>
                </a:cubicBezTo>
                <a:cubicBezTo>
                  <a:pt x="486" y="505"/>
                  <a:pt x="498" y="512"/>
                  <a:pt x="510" y="519"/>
                </a:cubicBezTo>
                <a:cubicBezTo>
                  <a:pt x="521" y="527"/>
                  <a:pt x="532" y="536"/>
                  <a:pt x="542" y="546"/>
                </a:cubicBezTo>
                <a:cubicBezTo>
                  <a:pt x="551" y="555"/>
                  <a:pt x="560" y="566"/>
                  <a:pt x="568" y="578"/>
                </a:cubicBezTo>
                <a:cubicBezTo>
                  <a:pt x="576" y="589"/>
                  <a:pt x="582" y="601"/>
                  <a:pt x="587" y="614"/>
                </a:cubicBezTo>
                <a:cubicBezTo>
                  <a:pt x="593" y="627"/>
                  <a:pt x="597" y="640"/>
                  <a:pt x="599" y="654"/>
                </a:cubicBezTo>
                <a:cubicBezTo>
                  <a:pt x="602" y="667"/>
                  <a:pt x="604" y="681"/>
                  <a:pt x="604" y="695"/>
                </a:cubicBezTo>
                <a:lnTo>
                  <a:pt x="604" y="846"/>
                </a:lnTo>
                <a:moveTo>
                  <a:pt x="543" y="0"/>
                </a:moveTo>
                <a:lnTo>
                  <a:pt x="543" y="61"/>
                </a:lnTo>
                <a:cubicBezTo>
                  <a:pt x="553" y="61"/>
                  <a:pt x="563" y="62"/>
                  <a:pt x="573" y="63"/>
                </a:cubicBezTo>
                <a:cubicBezTo>
                  <a:pt x="582" y="65"/>
                  <a:pt x="592" y="68"/>
                  <a:pt x="601" y="72"/>
                </a:cubicBezTo>
                <a:cubicBezTo>
                  <a:pt x="610" y="76"/>
                  <a:pt x="619" y="80"/>
                  <a:pt x="627" y="86"/>
                </a:cubicBezTo>
                <a:cubicBezTo>
                  <a:pt x="635" y="91"/>
                  <a:pt x="643" y="98"/>
                  <a:pt x="650" y="105"/>
                </a:cubicBezTo>
                <a:cubicBezTo>
                  <a:pt x="657" y="112"/>
                  <a:pt x="663" y="119"/>
                  <a:pt x="669" y="128"/>
                </a:cubicBezTo>
                <a:cubicBezTo>
                  <a:pt x="674" y="136"/>
                  <a:pt x="679" y="144"/>
                  <a:pt x="683" y="154"/>
                </a:cubicBezTo>
                <a:cubicBezTo>
                  <a:pt x="686" y="163"/>
                  <a:pt x="689" y="172"/>
                  <a:pt x="691" y="182"/>
                </a:cubicBezTo>
                <a:cubicBezTo>
                  <a:pt x="693" y="192"/>
                  <a:pt x="694" y="201"/>
                  <a:pt x="694" y="211"/>
                </a:cubicBezTo>
                <a:cubicBezTo>
                  <a:pt x="694" y="221"/>
                  <a:pt x="693" y="231"/>
                  <a:pt x="691" y="241"/>
                </a:cubicBezTo>
                <a:cubicBezTo>
                  <a:pt x="689" y="250"/>
                  <a:pt x="686" y="260"/>
                  <a:pt x="683" y="269"/>
                </a:cubicBezTo>
                <a:cubicBezTo>
                  <a:pt x="679" y="278"/>
                  <a:pt x="674" y="287"/>
                  <a:pt x="669" y="295"/>
                </a:cubicBezTo>
                <a:cubicBezTo>
                  <a:pt x="663" y="303"/>
                  <a:pt x="657" y="311"/>
                  <a:pt x="650" y="318"/>
                </a:cubicBezTo>
                <a:cubicBezTo>
                  <a:pt x="643" y="326"/>
                  <a:pt x="635" y="332"/>
                  <a:pt x="627" y="338"/>
                </a:cubicBezTo>
                <a:cubicBezTo>
                  <a:pt x="619" y="343"/>
                  <a:pt x="610" y="348"/>
                  <a:pt x="601" y="352"/>
                </a:cubicBezTo>
                <a:cubicBezTo>
                  <a:pt x="592" y="355"/>
                  <a:pt x="582" y="358"/>
                  <a:pt x="573" y="360"/>
                </a:cubicBezTo>
                <a:cubicBezTo>
                  <a:pt x="563" y="362"/>
                  <a:pt x="553" y="363"/>
                  <a:pt x="543" y="363"/>
                </a:cubicBezTo>
                <a:lnTo>
                  <a:pt x="543" y="423"/>
                </a:lnTo>
                <a:cubicBezTo>
                  <a:pt x="557" y="423"/>
                  <a:pt x="571" y="422"/>
                  <a:pt x="584" y="419"/>
                </a:cubicBezTo>
                <a:cubicBezTo>
                  <a:pt x="598" y="417"/>
                  <a:pt x="611" y="413"/>
                  <a:pt x="624" y="407"/>
                </a:cubicBezTo>
                <a:cubicBezTo>
                  <a:pt x="637" y="402"/>
                  <a:pt x="649" y="396"/>
                  <a:pt x="661" y="388"/>
                </a:cubicBezTo>
                <a:cubicBezTo>
                  <a:pt x="672" y="380"/>
                  <a:pt x="683" y="371"/>
                  <a:pt x="693" y="362"/>
                </a:cubicBezTo>
                <a:cubicBezTo>
                  <a:pt x="702" y="352"/>
                  <a:pt x="711" y="341"/>
                  <a:pt x="719" y="330"/>
                </a:cubicBezTo>
                <a:cubicBezTo>
                  <a:pt x="726" y="317"/>
                  <a:pt x="733" y="305"/>
                  <a:pt x="738" y="292"/>
                </a:cubicBezTo>
                <a:cubicBezTo>
                  <a:pt x="744" y="279"/>
                  <a:pt x="748" y="266"/>
                  <a:pt x="750" y="253"/>
                </a:cubicBezTo>
                <a:cubicBezTo>
                  <a:pt x="753" y="239"/>
                  <a:pt x="754" y="225"/>
                  <a:pt x="754" y="211"/>
                </a:cubicBezTo>
                <a:cubicBezTo>
                  <a:pt x="754" y="197"/>
                  <a:pt x="753" y="184"/>
                  <a:pt x="750" y="170"/>
                </a:cubicBezTo>
                <a:cubicBezTo>
                  <a:pt x="748" y="157"/>
                  <a:pt x="744" y="143"/>
                  <a:pt x="738" y="131"/>
                </a:cubicBezTo>
                <a:cubicBezTo>
                  <a:pt x="733" y="118"/>
                  <a:pt x="726" y="106"/>
                  <a:pt x="719" y="94"/>
                </a:cubicBezTo>
                <a:cubicBezTo>
                  <a:pt x="711" y="83"/>
                  <a:pt x="702" y="72"/>
                  <a:pt x="693" y="62"/>
                </a:cubicBezTo>
                <a:cubicBezTo>
                  <a:pt x="683" y="52"/>
                  <a:pt x="672" y="44"/>
                  <a:pt x="661" y="36"/>
                </a:cubicBezTo>
                <a:cubicBezTo>
                  <a:pt x="649" y="28"/>
                  <a:pt x="637" y="22"/>
                  <a:pt x="624" y="16"/>
                </a:cubicBezTo>
                <a:cubicBezTo>
                  <a:pt x="611" y="11"/>
                  <a:pt x="598" y="7"/>
                  <a:pt x="584" y="4"/>
                </a:cubicBezTo>
                <a:cubicBezTo>
                  <a:pt x="571" y="2"/>
                  <a:pt x="557" y="0"/>
                  <a:pt x="543" y="0"/>
                </a:cubicBezTo>
                <a:moveTo>
                  <a:pt x="302" y="61"/>
                </a:moveTo>
                <a:cubicBezTo>
                  <a:pt x="312" y="61"/>
                  <a:pt x="322" y="62"/>
                  <a:pt x="331" y="63"/>
                </a:cubicBezTo>
                <a:cubicBezTo>
                  <a:pt x="341" y="65"/>
                  <a:pt x="351" y="68"/>
                  <a:pt x="360" y="72"/>
                </a:cubicBezTo>
                <a:cubicBezTo>
                  <a:pt x="369" y="76"/>
                  <a:pt x="378" y="80"/>
                  <a:pt x="386" y="86"/>
                </a:cubicBezTo>
                <a:cubicBezTo>
                  <a:pt x="394" y="91"/>
                  <a:pt x="402" y="98"/>
                  <a:pt x="409" y="105"/>
                </a:cubicBezTo>
                <a:cubicBezTo>
                  <a:pt x="416" y="112"/>
                  <a:pt x="422" y="119"/>
                  <a:pt x="427" y="128"/>
                </a:cubicBezTo>
                <a:cubicBezTo>
                  <a:pt x="433" y="136"/>
                  <a:pt x="438" y="144"/>
                  <a:pt x="441" y="154"/>
                </a:cubicBezTo>
                <a:cubicBezTo>
                  <a:pt x="445" y="163"/>
                  <a:pt x="448" y="172"/>
                  <a:pt x="450" y="182"/>
                </a:cubicBezTo>
                <a:cubicBezTo>
                  <a:pt x="452" y="192"/>
                  <a:pt x="453" y="201"/>
                  <a:pt x="453" y="211"/>
                </a:cubicBezTo>
                <a:cubicBezTo>
                  <a:pt x="453" y="221"/>
                  <a:pt x="452" y="231"/>
                  <a:pt x="450" y="241"/>
                </a:cubicBezTo>
                <a:cubicBezTo>
                  <a:pt x="448" y="250"/>
                  <a:pt x="445" y="260"/>
                  <a:pt x="441" y="269"/>
                </a:cubicBezTo>
                <a:cubicBezTo>
                  <a:pt x="438" y="278"/>
                  <a:pt x="433" y="287"/>
                  <a:pt x="427" y="295"/>
                </a:cubicBezTo>
                <a:cubicBezTo>
                  <a:pt x="422" y="303"/>
                  <a:pt x="416" y="311"/>
                  <a:pt x="409" y="318"/>
                </a:cubicBezTo>
                <a:cubicBezTo>
                  <a:pt x="402" y="326"/>
                  <a:pt x="394" y="332"/>
                  <a:pt x="386" y="338"/>
                </a:cubicBezTo>
                <a:cubicBezTo>
                  <a:pt x="378" y="343"/>
                  <a:pt x="369" y="348"/>
                  <a:pt x="360" y="352"/>
                </a:cubicBezTo>
                <a:cubicBezTo>
                  <a:pt x="351" y="355"/>
                  <a:pt x="341" y="358"/>
                  <a:pt x="331" y="360"/>
                </a:cubicBezTo>
                <a:cubicBezTo>
                  <a:pt x="322" y="362"/>
                  <a:pt x="312" y="363"/>
                  <a:pt x="302" y="363"/>
                </a:cubicBezTo>
                <a:cubicBezTo>
                  <a:pt x="292" y="363"/>
                  <a:pt x="282" y="362"/>
                  <a:pt x="272" y="360"/>
                </a:cubicBezTo>
                <a:cubicBezTo>
                  <a:pt x="262" y="358"/>
                  <a:pt x="252" y="355"/>
                  <a:pt x="243" y="352"/>
                </a:cubicBezTo>
                <a:cubicBezTo>
                  <a:pt x="234" y="348"/>
                  <a:pt x="226" y="343"/>
                  <a:pt x="217" y="338"/>
                </a:cubicBezTo>
                <a:cubicBezTo>
                  <a:pt x="209" y="332"/>
                  <a:pt x="201" y="326"/>
                  <a:pt x="194" y="318"/>
                </a:cubicBezTo>
                <a:cubicBezTo>
                  <a:pt x="187" y="311"/>
                  <a:pt x="181" y="303"/>
                  <a:pt x="176" y="295"/>
                </a:cubicBezTo>
                <a:cubicBezTo>
                  <a:pt x="170" y="287"/>
                  <a:pt x="166" y="278"/>
                  <a:pt x="162" y="269"/>
                </a:cubicBezTo>
                <a:cubicBezTo>
                  <a:pt x="158" y="260"/>
                  <a:pt x="155" y="250"/>
                  <a:pt x="153" y="241"/>
                </a:cubicBezTo>
                <a:cubicBezTo>
                  <a:pt x="151" y="231"/>
                  <a:pt x="150" y="221"/>
                  <a:pt x="150" y="211"/>
                </a:cubicBezTo>
                <a:cubicBezTo>
                  <a:pt x="150" y="201"/>
                  <a:pt x="151" y="192"/>
                  <a:pt x="153" y="182"/>
                </a:cubicBezTo>
                <a:cubicBezTo>
                  <a:pt x="155" y="172"/>
                  <a:pt x="158" y="163"/>
                  <a:pt x="162" y="154"/>
                </a:cubicBezTo>
                <a:cubicBezTo>
                  <a:pt x="166" y="144"/>
                  <a:pt x="170" y="136"/>
                  <a:pt x="176" y="128"/>
                </a:cubicBezTo>
                <a:cubicBezTo>
                  <a:pt x="181" y="119"/>
                  <a:pt x="187" y="112"/>
                  <a:pt x="194" y="105"/>
                </a:cubicBezTo>
                <a:cubicBezTo>
                  <a:pt x="201" y="98"/>
                  <a:pt x="209" y="91"/>
                  <a:pt x="217" y="86"/>
                </a:cubicBezTo>
                <a:cubicBezTo>
                  <a:pt x="226" y="80"/>
                  <a:pt x="234" y="76"/>
                  <a:pt x="243" y="72"/>
                </a:cubicBezTo>
                <a:cubicBezTo>
                  <a:pt x="252" y="68"/>
                  <a:pt x="262" y="65"/>
                  <a:pt x="272" y="63"/>
                </a:cubicBezTo>
                <a:cubicBezTo>
                  <a:pt x="282" y="62"/>
                  <a:pt x="292" y="61"/>
                  <a:pt x="302" y="61"/>
                </a:cubicBezTo>
                <a:moveTo>
                  <a:pt x="302" y="0"/>
                </a:moveTo>
                <a:cubicBezTo>
                  <a:pt x="288" y="0"/>
                  <a:pt x="273" y="2"/>
                  <a:pt x="260" y="4"/>
                </a:cubicBezTo>
                <a:cubicBezTo>
                  <a:pt x="246" y="7"/>
                  <a:pt x="233" y="11"/>
                  <a:pt x="220" y="16"/>
                </a:cubicBezTo>
                <a:cubicBezTo>
                  <a:pt x="207" y="22"/>
                  <a:pt x="195" y="28"/>
                  <a:pt x="184" y="36"/>
                </a:cubicBezTo>
                <a:cubicBezTo>
                  <a:pt x="172" y="44"/>
                  <a:pt x="162" y="52"/>
                  <a:pt x="152" y="62"/>
                </a:cubicBezTo>
                <a:cubicBezTo>
                  <a:pt x="142" y="72"/>
                  <a:pt x="133" y="83"/>
                  <a:pt x="126" y="94"/>
                </a:cubicBezTo>
                <a:cubicBezTo>
                  <a:pt x="118" y="106"/>
                  <a:pt x="111" y="118"/>
                  <a:pt x="106" y="131"/>
                </a:cubicBezTo>
                <a:cubicBezTo>
                  <a:pt x="101" y="143"/>
                  <a:pt x="97" y="157"/>
                  <a:pt x="94" y="170"/>
                </a:cubicBezTo>
                <a:cubicBezTo>
                  <a:pt x="91" y="184"/>
                  <a:pt x="90" y="197"/>
                  <a:pt x="90" y="211"/>
                </a:cubicBezTo>
                <a:cubicBezTo>
                  <a:pt x="90" y="225"/>
                  <a:pt x="91" y="239"/>
                  <a:pt x="94" y="253"/>
                </a:cubicBezTo>
                <a:cubicBezTo>
                  <a:pt x="97" y="266"/>
                  <a:pt x="101" y="279"/>
                  <a:pt x="106" y="292"/>
                </a:cubicBezTo>
                <a:cubicBezTo>
                  <a:pt x="111" y="305"/>
                  <a:pt x="118" y="317"/>
                  <a:pt x="126" y="330"/>
                </a:cubicBezTo>
                <a:cubicBezTo>
                  <a:pt x="133" y="341"/>
                  <a:pt x="142" y="352"/>
                  <a:pt x="152" y="362"/>
                </a:cubicBezTo>
                <a:cubicBezTo>
                  <a:pt x="162" y="371"/>
                  <a:pt x="172" y="380"/>
                  <a:pt x="184" y="388"/>
                </a:cubicBezTo>
                <a:cubicBezTo>
                  <a:pt x="195" y="396"/>
                  <a:pt x="207" y="402"/>
                  <a:pt x="220" y="407"/>
                </a:cubicBezTo>
                <a:cubicBezTo>
                  <a:pt x="233" y="413"/>
                  <a:pt x="246" y="417"/>
                  <a:pt x="260" y="419"/>
                </a:cubicBezTo>
                <a:cubicBezTo>
                  <a:pt x="273" y="422"/>
                  <a:pt x="288" y="423"/>
                  <a:pt x="302" y="423"/>
                </a:cubicBezTo>
                <a:cubicBezTo>
                  <a:pt x="316" y="423"/>
                  <a:pt x="330" y="422"/>
                  <a:pt x="343" y="419"/>
                </a:cubicBezTo>
                <a:cubicBezTo>
                  <a:pt x="357" y="417"/>
                  <a:pt x="370" y="413"/>
                  <a:pt x="383" y="407"/>
                </a:cubicBezTo>
                <a:cubicBezTo>
                  <a:pt x="396" y="402"/>
                  <a:pt x="408" y="396"/>
                  <a:pt x="419" y="388"/>
                </a:cubicBezTo>
                <a:cubicBezTo>
                  <a:pt x="431" y="380"/>
                  <a:pt x="441" y="371"/>
                  <a:pt x="451" y="362"/>
                </a:cubicBezTo>
                <a:cubicBezTo>
                  <a:pt x="461" y="352"/>
                  <a:pt x="470" y="341"/>
                  <a:pt x="478" y="330"/>
                </a:cubicBezTo>
                <a:cubicBezTo>
                  <a:pt x="485" y="317"/>
                  <a:pt x="492" y="305"/>
                  <a:pt x="497" y="292"/>
                </a:cubicBezTo>
                <a:cubicBezTo>
                  <a:pt x="502" y="279"/>
                  <a:pt x="506" y="266"/>
                  <a:pt x="509" y="253"/>
                </a:cubicBezTo>
                <a:cubicBezTo>
                  <a:pt x="512" y="239"/>
                  <a:pt x="513" y="225"/>
                  <a:pt x="513" y="211"/>
                </a:cubicBezTo>
                <a:cubicBezTo>
                  <a:pt x="513" y="197"/>
                  <a:pt x="512" y="184"/>
                  <a:pt x="509" y="170"/>
                </a:cubicBezTo>
                <a:cubicBezTo>
                  <a:pt x="506" y="157"/>
                  <a:pt x="502" y="143"/>
                  <a:pt x="497" y="131"/>
                </a:cubicBezTo>
                <a:cubicBezTo>
                  <a:pt x="492" y="118"/>
                  <a:pt x="485" y="106"/>
                  <a:pt x="478" y="94"/>
                </a:cubicBezTo>
                <a:cubicBezTo>
                  <a:pt x="470" y="83"/>
                  <a:pt x="461" y="72"/>
                  <a:pt x="451" y="62"/>
                </a:cubicBezTo>
                <a:cubicBezTo>
                  <a:pt x="441" y="52"/>
                  <a:pt x="431" y="44"/>
                  <a:pt x="419" y="36"/>
                </a:cubicBezTo>
                <a:cubicBezTo>
                  <a:pt x="408" y="28"/>
                  <a:pt x="396" y="22"/>
                  <a:pt x="383" y="16"/>
                </a:cubicBezTo>
                <a:cubicBezTo>
                  <a:pt x="370" y="11"/>
                  <a:pt x="357" y="7"/>
                  <a:pt x="343" y="4"/>
                </a:cubicBezTo>
                <a:cubicBezTo>
                  <a:pt x="330" y="2"/>
                  <a:pt x="316" y="0"/>
                  <a:pt x="302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439920" y="929520"/>
            <a:ext cx="7250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nu gebeurt, en wat wij vragen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370160" y="224712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670320" y="2469960"/>
            <a:ext cx="2442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koploperscholen en vier leveranciers leggen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989280" y="2641320"/>
            <a:ext cx="1755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afspraken naast hun praktijk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376440" y="1685880"/>
            <a:ext cx="2581560" cy="1233720"/>
          </a:xfrm>
          <a:custGeom>
            <a:avLst/>
            <a:gdLst/>
            <a:ahLst/>
            <a:rect l="0" t="0" r="r" b="b"/>
            <a:pathLst>
              <a:path w="7171" h="3427">
                <a:moveTo>
                  <a:pt x="0" y="3123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67" y="0"/>
                </a:lnTo>
                <a:cubicBezTo>
                  <a:pt x="6887" y="0"/>
                  <a:pt x="6907" y="1"/>
                  <a:pt x="6926" y="5"/>
                </a:cubicBezTo>
                <a:cubicBezTo>
                  <a:pt x="6946" y="8"/>
                  <a:pt x="6965" y="13"/>
                  <a:pt x="6983" y="20"/>
                </a:cubicBezTo>
                <a:cubicBezTo>
                  <a:pt x="7002" y="26"/>
                  <a:pt x="7019" y="35"/>
                  <a:pt x="7036" y="44"/>
                </a:cubicBezTo>
                <a:cubicBezTo>
                  <a:pt x="7053" y="54"/>
                  <a:pt x="7068" y="65"/>
                  <a:pt x="7082" y="77"/>
                </a:cubicBezTo>
                <a:cubicBezTo>
                  <a:pt x="7096" y="89"/>
                  <a:pt x="7109" y="103"/>
                  <a:pt x="7120" y="117"/>
                </a:cubicBezTo>
                <a:cubicBezTo>
                  <a:pt x="7131" y="132"/>
                  <a:pt x="7140" y="147"/>
                  <a:pt x="7148" y="163"/>
                </a:cubicBezTo>
                <a:cubicBezTo>
                  <a:pt x="7156" y="179"/>
                  <a:pt x="7161" y="196"/>
                  <a:pt x="7165" y="213"/>
                </a:cubicBezTo>
                <a:cubicBezTo>
                  <a:pt x="7169" y="230"/>
                  <a:pt x="7171" y="247"/>
                  <a:pt x="7171" y="264"/>
                </a:cubicBezTo>
                <a:lnTo>
                  <a:pt x="7171" y="3123"/>
                </a:lnTo>
                <a:cubicBezTo>
                  <a:pt x="7171" y="3143"/>
                  <a:pt x="7169" y="3162"/>
                  <a:pt x="7165" y="3182"/>
                </a:cubicBezTo>
                <a:cubicBezTo>
                  <a:pt x="7161" y="3202"/>
                  <a:pt x="7156" y="3221"/>
                  <a:pt x="7148" y="3239"/>
                </a:cubicBezTo>
                <a:cubicBezTo>
                  <a:pt x="7140" y="3258"/>
                  <a:pt x="7131" y="3275"/>
                  <a:pt x="7120" y="3292"/>
                </a:cubicBezTo>
                <a:cubicBezTo>
                  <a:pt x="7109" y="3308"/>
                  <a:pt x="7096" y="3324"/>
                  <a:pt x="7082" y="3338"/>
                </a:cubicBezTo>
                <a:cubicBezTo>
                  <a:pt x="7068" y="3352"/>
                  <a:pt x="7053" y="3365"/>
                  <a:pt x="7036" y="3376"/>
                </a:cubicBezTo>
                <a:cubicBezTo>
                  <a:pt x="7019" y="3387"/>
                  <a:pt x="7002" y="3396"/>
                  <a:pt x="6983" y="3404"/>
                </a:cubicBezTo>
                <a:cubicBezTo>
                  <a:pt x="6965" y="3411"/>
                  <a:pt x="6946" y="3417"/>
                  <a:pt x="6926" y="3421"/>
                </a:cubicBezTo>
                <a:cubicBezTo>
                  <a:pt x="6907" y="3425"/>
                  <a:pt x="6887" y="3427"/>
                  <a:pt x="6867" y="3427"/>
                </a:cubicBezTo>
                <a:lnTo>
                  <a:pt x="304" y="3427"/>
                </a:lnTo>
                <a:cubicBezTo>
                  <a:pt x="284" y="3427"/>
                  <a:pt x="264" y="3425"/>
                  <a:pt x="245" y="3421"/>
                </a:cubicBezTo>
                <a:cubicBezTo>
                  <a:pt x="225" y="3417"/>
                  <a:pt x="206" y="3411"/>
                  <a:pt x="188" y="3404"/>
                </a:cubicBezTo>
                <a:cubicBezTo>
                  <a:pt x="169" y="3396"/>
                  <a:pt x="152" y="3387"/>
                  <a:pt x="135" y="3376"/>
                </a:cubicBezTo>
                <a:cubicBezTo>
                  <a:pt x="119" y="3365"/>
                  <a:pt x="103" y="3352"/>
                  <a:pt x="89" y="3338"/>
                </a:cubicBezTo>
                <a:cubicBezTo>
                  <a:pt x="75" y="3324"/>
                  <a:pt x="62" y="3308"/>
                  <a:pt x="51" y="3292"/>
                </a:cubicBezTo>
                <a:cubicBezTo>
                  <a:pt x="40" y="3275"/>
                  <a:pt x="31" y="3258"/>
                  <a:pt x="23" y="3239"/>
                </a:cubicBezTo>
                <a:cubicBezTo>
                  <a:pt x="15" y="3221"/>
                  <a:pt x="10" y="3202"/>
                  <a:pt x="6" y="3182"/>
                </a:cubicBezTo>
                <a:cubicBezTo>
                  <a:pt x="2" y="3162"/>
                  <a:pt x="0" y="3143"/>
                  <a:pt x="0" y="31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371760" y="1666800"/>
            <a:ext cx="2590920" cy="1257480"/>
          </a:xfrm>
          <a:custGeom>
            <a:avLst/>
            <a:gdLst/>
            <a:ahLst/>
            <a:rect l="0" t="0" r="r" b="b"/>
            <a:pathLst>
              <a:path w="7197" h="3493">
                <a:moveTo>
                  <a:pt x="0" y="0"/>
                </a:moveTo>
                <a:lnTo>
                  <a:pt x="7197" y="0"/>
                </a:lnTo>
                <a:lnTo>
                  <a:pt x="7197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371760" y="1666800"/>
            <a:ext cx="2590920" cy="1257480"/>
          </a:xfrm>
          <a:custGeom>
            <a:avLst/>
            <a:gdLst/>
            <a:ahLst/>
            <a:rect l="0" t="0" r="r" b="b"/>
            <a:pathLst>
              <a:path w="7197" h="3493">
                <a:moveTo>
                  <a:pt x="0" y="0"/>
                </a:moveTo>
                <a:lnTo>
                  <a:pt x="7197" y="0"/>
                </a:lnTo>
                <a:lnTo>
                  <a:pt x="7197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371760" y="1666800"/>
            <a:ext cx="2590920" cy="1257480"/>
          </a:xfrm>
          <a:custGeom>
            <a:avLst/>
            <a:gdLst/>
            <a:ahLst/>
            <a:rect l="0" t="0" r="r" b="b"/>
            <a:pathLst>
              <a:path w="7197" h="3493">
                <a:moveTo>
                  <a:pt x="0" y="0"/>
                </a:moveTo>
                <a:lnTo>
                  <a:pt x="7197" y="0"/>
                </a:lnTo>
                <a:lnTo>
                  <a:pt x="7197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371760" y="1666800"/>
            <a:ext cx="2590920" cy="1257480"/>
          </a:xfrm>
          <a:custGeom>
            <a:avLst/>
            <a:gdLst/>
            <a:ahLst/>
            <a:rect l="0" t="0" r="r" b="b"/>
            <a:pathLst>
              <a:path w="7197" h="3493">
                <a:moveTo>
                  <a:pt x="0" y="0"/>
                </a:moveTo>
                <a:lnTo>
                  <a:pt x="7197" y="0"/>
                </a:lnTo>
                <a:lnTo>
                  <a:pt x="7197" y="3493"/>
                </a:lnTo>
                <a:lnTo>
                  <a:pt x="0" y="349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64720" y="1859760"/>
            <a:ext cx="304200" cy="305280"/>
          </a:xfrm>
          <a:custGeom>
            <a:avLst/>
            <a:gdLst/>
            <a:ahLst/>
            <a:rect l="0" t="0" r="r" b="b"/>
            <a:pathLst>
              <a:path w="845" h="848">
                <a:moveTo>
                  <a:pt x="305" y="0"/>
                </a:moveTo>
                <a:cubicBezTo>
                  <a:pt x="246" y="0"/>
                  <a:pt x="191" y="16"/>
                  <a:pt x="142" y="49"/>
                </a:cubicBezTo>
                <a:lnTo>
                  <a:pt x="335" y="241"/>
                </a:lnTo>
                <a:cubicBezTo>
                  <a:pt x="341" y="247"/>
                  <a:pt x="347" y="254"/>
                  <a:pt x="350" y="261"/>
                </a:cubicBezTo>
                <a:cubicBezTo>
                  <a:pt x="354" y="269"/>
                  <a:pt x="357" y="277"/>
                  <a:pt x="357" y="285"/>
                </a:cubicBezTo>
                <a:cubicBezTo>
                  <a:pt x="358" y="294"/>
                  <a:pt x="357" y="302"/>
                  <a:pt x="354" y="310"/>
                </a:cubicBezTo>
                <a:cubicBezTo>
                  <a:pt x="351" y="318"/>
                  <a:pt x="347" y="326"/>
                  <a:pt x="341" y="332"/>
                </a:cubicBezTo>
                <a:cubicBezTo>
                  <a:pt x="335" y="339"/>
                  <a:pt x="327" y="343"/>
                  <a:pt x="319" y="346"/>
                </a:cubicBezTo>
                <a:cubicBezTo>
                  <a:pt x="311" y="348"/>
                  <a:pt x="303" y="350"/>
                  <a:pt x="295" y="349"/>
                </a:cubicBezTo>
                <a:cubicBezTo>
                  <a:pt x="286" y="348"/>
                  <a:pt x="278" y="346"/>
                  <a:pt x="270" y="342"/>
                </a:cubicBezTo>
                <a:cubicBezTo>
                  <a:pt x="263" y="339"/>
                  <a:pt x="256" y="332"/>
                  <a:pt x="251" y="326"/>
                </a:cubicBezTo>
                <a:lnTo>
                  <a:pt x="52" y="133"/>
                </a:lnTo>
                <a:cubicBezTo>
                  <a:pt x="16" y="185"/>
                  <a:pt x="-1" y="242"/>
                  <a:pt x="0" y="305"/>
                </a:cubicBezTo>
                <a:cubicBezTo>
                  <a:pt x="0" y="325"/>
                  <a:pt x="2" y="346"/>
                  <a:pt x="6" y="365"/>
                </a:cubicBezTo>
                <a:cubicBezTo>
                  <a:pt x="10" y="385"/>
                  <a:pt x="16" y="404"/>
                  <a:pt x="24" y="422"/>
                </a:cubicBezTo>
                <a:cubicBezTo>
                  <a:pt x="31" y="441"/>
                  <a:pt x="41" y="458"/>
                  <a:pt x="52" y="475"/>
                </a:cubicBezTo>
                <a:cubicBezTo>
                  <a:pt x="63" y="491"/>
                  <a:pt x="76" y="507"/>
                  <a:pt x="90" y="521"/>
                </a:cubicBezTo>
                <a:cubicBezTo>
                  <a:pt x="104" y="535"/>
                  <a:pt x="119" y="548"/>
                  <a:pt x="136" y="559"/>
                </a:cubicBezTo>
                <a:cubicBezTo>
                  <a:pt x="153" y="570"/>
                  <a:pt x="170" y="579"/>
                  <a:pt x="188" y="587"/>
                </a:cubicBezTo>
                <a:cubicBezTo>
                  <a:pt x="207" y="595"/>
                  <a:pt x="226" y="600"/>
                  <a:pt x="246" y="604"/>
                </a:cubicBezTo>
                <a:cubicBezTo>
                  <a:pt x="265" y="608"/>
                  <a:pt x="285" y="610"/>
                  <a:pt x="305" y="610"/>
                </a:cubicBezTo>
                <a:cubicBezTo>
                  <a:pt x="331" y="610"/>
                  <a:pt x="357" y="607"/>
                  <a:pt x="383" y="601"/>
                </a:cubicBezTo>
                <a:lnTo>
                  <a:pt x="585" y="803"/>
                </a:lnTo>
                <a:cubicBezTo>
                  <a:pt x="592" y="810"/>
                  <a:pt x="600" y="817"/>
                  <a:pt x="608" y="822"/>
                </a:cubicBezTo>
                <a:cubicBezTo>
                  <a:pt x="616" y="828"/>
                  <a:pt x="625" y="832"/>
                  <a:pt x="634" y="836"/>
                </a:cubicBezTo>
                <a:cubicBezTo>
                  <a:pt x="645" y="840"/>
                  <a:pt x="654" y="843"/>
                  <a:pt x="664" y="845"/>
                </a:cubicBezTo>
                <a:cubicBezTo>
                  <a:pt x="674" y="847"/>
                  <a:pt x="683" y="848"/>
                  <a:pt x="693" y="848"/>
                </a:cubicBezTo>
                <a:cubicBezTo>
                  <a:pt x="703" y="848"/>
                  <a:pt x="713" y="847"/>
                  <a:pt x="723" y="845"/>
                </a:cubicBezTo>
                <a:cubicBezTo>
                  <a:pt x="733" y="843"/>
                  <a:pt x="742" y="840"/>
                  <a:pt x="751" y="836"/>
                </a:cubicBezTo>
                <a:cubicBezTo>
                  <a:pt x="760" y="832"/>
                  <a:pt x="769" y="828"/>
                  <a:pt x="777" y="822"/>
                </a:cubicBezTo>
                <a:cubicBezTo>
                  <a:pt x="786" y="817"/>
                  <a:pt x="793" y="810"/>
                  <a:pt x="800" y="803"/>
                </a:cubicBezTo>
                <a:cubicBezTo>
                  <a:pt x="807" y="796"/>
                  <a:pt x="814" y="789"/>
                  <a:pt x="819" y="780"/>
                </a:cubicBezTo>
                <a:cubicBezTo>
                  <a:pt x="825" y="772"/>
                  <a:pt x="829" y="763"/>
                  <a:pt x="833" y="754"/>
                </a:cubicBezTo>
                <a:cubicBezTo>
                  <a:pt x="837" y="745"/>
                  <a:pt x="840" y="736"/>
                  <a:pt x="842" y="726"/>
                </a:cubicBezTo>
                <a:cubicBezTo>
                  <a:pt x="844" y="716"/>
                  <a:pt x="845" y="706"/>
                  <a:pt x="845" y="696"/>
                </a:cubicBezTo>
                <a:cubicBezTo>
                  <a:pt x="845" y="686"/>
                  <a:pt x="844" y="677"/>
                  <a:pt x="842" y="667"/>
                </a:cubicBezTo>
                <a:cubicBezTo>
                  <a:pt x="840" y="657"/>
                  <a:pt x="837" y="648"/>
                  <a:pt x="833" y="638"/>
                </a:cubicBezTo>
                <a:cubicBezTo>
                  <a:pt x="829" y="629"/>
                  <a:pt x="825" y="620"/>
                  <a:pt x="819" y="612"/>
                </a:cubicBezTo>
                <a:cubicBezTo>
                  <a:pt x="814" y="604"/>
                  <a:pt x="807" y="596"/>
                  <a:pt x="800" y="589"/>
                </a:cubicBezTo>
                <a:lnTo>
                  <a:pt x="597" y="387"/>
                </a:lnTo>
                <a:cubicBezTo>
                  <a:pt x="603" y="361"/>
                  <a:pt x="607" y="335"/>
                  <a:pt x="606" y="308"/>
                </a:cubicBezTo>
                <a:cubicBezTo>
                  <a:pt x="607" y="288"/>
                  <a:pt x="605" y="268"/>
                  <a:pt x="602" y="248"/>
                </a:cubicBezTo>
                <a:cubicBezTo>
                  <a:pt x="598" y="228"/>
                  <a:pt x="593" y="209"/>
                  <a:pt x="585" y="191"/>
                </a:cubicBezTo>
                <a:cubicBezTo>
                  <a:pt x="578" y="172"/>
                  <a:pt x="569" y="154"/>
                  <a:pt x="558" y="137"/>
                </a:cubicBezTo>
                <a:cubicBezTo>
                  <a:pt x="547" y="121"/>
                  <a:pt x="534" y="105"/>
                  <a:pt x="520" y="91"/>
                </a:cubicBezTo>
                <a:cubicBezTo>
                  <a:pt x="506" y="76"/>
                  <a:pt x="491" y="64"/>
                  <a:pt x="474" y="52"/>
                </a:cubicBezTo>
                <a:cubicBezTo>
                  <a:pt x="458" y="41"/>
                  <a:pt x="440" y="32"/>
                  <a:pt x="422" y="24"/>
                </a:cubicBezTo>
                <a:cubicBezTo>
                  <a:pt x="403" y="16"/>
                  <a:pt x="384" y="10"/>
                  <a:pt x="364" y="6"/>
                </a:cubicBezTo>
                <a:cubicBezTo>
                  <a:pt x="345" y="2"/>
                  <a:pt x="325" y="0"/>
                  <a:pt x="305" y="0"/>
                </a:cubicBezTo>
                <a:moveTo>
                  <a:pt x="546" y="305"/>
                </a:moveTo>
                <a:cubicBezTo>
                  <a:pt x="546" y="326"/>
                  <a:pt x="543" y="348"/>
                  <a:pt x="537" y="369"/>
                </a:cubicBezTo>
                <a:lnTo>
                  <a:pt x="528" y="402"/>
                </a:lnTo>
                <a:lnTo>
                  <a:pt x="552" y="426"/>
                </a:lnTo>
                <a:lnTo>
                  <a:pt x="755" y="628"/>
                </a:lnTo>
                <a:cubicBezTo>
                  <a:pt x="773" y="646"/>
                  <a:pt x="782" y="667"/>
                  <a:pt x="782" y="692"/>
                </a:cubicBezTo>
                <a:cubicBezTo>
                  <a:pt x="783" y="717"/>
                  <a:pt x="774" y="738"/>
                  <a:pt x="755" y="755"/>
                </a:cubicBezTo>
                <a:cubicBezTo>
                  <a:pt x="747" y="764"/>
                  <a:pt x="737" y="770"/>
                  <a:pt x="726" y="775"/>
                </a:cubicBezTo>
                <a:cubicBezTo>
                  <a:pt x="715" y="780"/>
                  <a:pt x="704" y="782"/>
                  <a:pt x="692" y="782"/>
                </a:cubicBezTo>
                <a:cubicBezTo>
                  <a:pt x="680" y="782"/>
                  <a:pt x="668" y="780"/>
                  <a:pt x="657" y="775"/>
                </a:cubicBezTo>
                <a:cubicBezTo>
                  <a:pt x="646" y="770"/>
                  <a:pt x="637" y="764"/>
                  <a:pt x="627" y="755"/>
                </a:cubicBezTo>
                <a:lnTo>
                  <a:pt x="425" y="553"/>
                </a:lnTo>
                <a:lnTo>
                  <a:pt x="401" y="529"/>
                </a:lnTo>
                <a:lnTo>
                  <a:pt x="368" y="538"/>
                </a:lnTo>
                <a:cubicBezTo>
                  <a:pt x="347" y="544"/>
                  <a:pt x="326" y="547"/>
                  <a:pt x="305" y="547"/>
                </a:cubicBezTo>
                <a:cubicBezTo>
                  <a:pt x="273" y="547"/>
                  <a:pt x="242" y="541"/>
                  <a:pt x="212" y="529"/>
                </a:cubicBezTo>
                <a:cubicBezTo>
                  <a:pt x="183" y="517"/>
                  <a:pt x="156" y="500"/>
                  <a:pt x="133" y="478"/>
                </a:cubicBezTo>
                <a:cubicBezTo>
                  <a:pt x="109" y="455"/>
                  <a:pt x="91" y="429"/>
                  <a:pt x="79" y="399"/>
                </a:cubicBezTo>
                <a:cubicBezTo>
                  <a:pt x="66" y="369"/>
                  <a:pt x="60" y="338"/>
                  <a:pt x="61" y="305"/>
                </a:cubicBezTo>
                <a:cubicBezTo>
                  <a:pt x="61" y="282"/>
                  <a:pt x="64" y="260"/>
                  <a:pt x="70" y="238"/>
                </a:cubicBezTo>
                <a:lnTo>
                  <a:pt x="202" y="372"/>
                </a:lnTo>
                <a:cubicBezTo>
                  <a:pt x="214" y="384"/>
                  <a:pt x="227" y="394"/>
                  <a:pt x="242" y="401"/>
                </a:cubicBezTo>
                <a:cubicBezTo>
                  <a:pt x="257" y="408"/>
                  <a:pt x="273" y="412"/>
                  <a:pt x="290" y="412"/>
                </a:cubicBezTo>
                <a:cubicBezTo>
                  <a:pt x="307" y="413"/>
                  <a:pt x="323" y="410"/>
                  <a:pt x="339" y="404"/>
                </a:cubicBezTo>
                <a:cubicBezTo>
                  <a:pt x="354" y="398"/>
                  <a:pt x="368" y="390"/>
                  <a:pt x="380" y="378"/>
                </a:cubicBezTo>
                <a:cubicBezTo>
                  <a:pt x="392" y="366"/>
                  <a:pt x="400" y="352"/>
                  <a:pt x="406" y="337"/>
                </a:cubicBezTo>
                <a:cubicBezTo>
                  <a:pt x="412" y="320"/>
                  <a:pt x="415" y="304"/>
                  <a:pt x="415" y="287"/>
                </a:cubicBezTo>
                <a:cubicBezTo>
                  <a:pt x="414" y="270"/>
                  <a:pt x="410" y="254"/>
                  <a:pt x="403" y="239"/>
                </a:cubicBezTo>
                <a:cubicBezTo>
                  <a:pt x="396" y="224"/>
                  <a:pt x="387" y="211"/>
                  <a:pt x="374" y="199"/>
                </a:cubicBezTo>
                <a:lnTo>
                  <a:pt x="242" y="67"/>
                </a:lnTo>
                <a:cubicBezTo>
                  <a:pt x="261" y="60"/>
                  <a:pt x="281" y="57"/>
                  <a:pt x="302" y="58"/>
                </a:cubicBezTo>
                <a:cubicBezTo>
                  <a:pt x="334" y="58"/>
                  <a:pt x="365" y="64"/>
                  <a:pt x="394" y="76"/>
                </a:cubicBezTo>
                <a:cubicBezTo>
                  <a:pt x="424" y="88"/>
                  <a:pt x="451" y="105"/>
                  <a:pt x="474" y="127"/>
                </a:cubicBezTo>
                <a:cubicBezTo>
                  <a:pt x="497" y="151"/>
                  <a:pt x="515" y="178"/>
                  <a:pt x="527" y="209"/>
                </a:cubicBezTo>
                <a:cubicBezTo>
                  <a:pt x="540" y="240"/>
                  <a:pt x="546" y="272"/>
                  <a:pt x="546" y="30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5800" y="2169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4424400" y="2247120"/>
            <a:ext cx="627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3586320" y="2469960"/>
            <a:ext cx="2446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leveranciers bouwen de eerste koppeling op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3986280" y="2641320"/>
            <a:ext cx="1541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gepubliceerde afspraken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281640" y="1771560"/>
            <a:ext cx="2590920" cy="1071720"/>
          </a:xfrm>
          <a:custGeom>
            <a:avLst/>
            <a:gdLst/>
            <a:ahLst/>
            <a:rect l="0" t="0" r="r" b="b"/>
            <a:pathLst>
              <a:path w="7197" h="2977">
                <a:moveTo>
                  <a:pt x="0" y="2673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1"/>
                  <a:pt x="6953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7"/>
                  <a:pt x="7046" y="35"/>
                  <a:pt x="7062" y="44"/>
                </a:cubicBezTo>
                <a:cubicBezTo>
                  <a:pt x="7079" y="54"/>
                  <a:pt x="7094" y="65"/>
                  <a:pt x="7108" y="77"/>
                </a:cubicBezTo>
                <a:cubicBezTo>
                  <a:pt x="7122" y="90"/>
                  <a:pt x="7135" y="103"/>
                  <a:pt x="7146" y="117"/>
                </a:cubicBezTo>
                <a:cubicBezTo>
                  <a:pt x="7157" y="132"/>
                  <a:pt x="7167" y="147"/>
                  <a:pt x="7174" y="163"/>
                </a:cubicBezTo>
                <a:cubicBezTo>
                  <a:pt x="7182" y="179"/>
                  <a:pt x="7188" y="196"/>
                  <a:pt x="7192" y="213"/>
                </a:cubicBezTo>
                <a:cubicBezTo>
                  <a:pt x="7195" y="230"/>
                  <a:pt x="7197" y="247"/>
                  <a:pt x="7197" y="264"/>
                </a:cubicBezTo>
                <a:lnTo>
                  <a:pt x="7197" y="2673"/>
                </a:lnTo>
                <a:cubicBezTo>
                  <a:pt x="7197" y="2693"/>
                  <a:pt x="7195" y="2713"/>
                  <a:pt x="7192" y="2732"/>
                </a:cubicBezTo>
                <a:cubicBezTo>
                  <a:pt x="7188" y="2752"/>
                  <a:pt x="7182" y="2771"/>
                  <a:pt x="7174" y="2789"/>
                </a:cubicBezTo>
                <a:cubicBezTo>
                  <a:pt x="7167" y="2808"/>
                  <a:pt x="7157" y="2825"/>
                  <a:pt x="7146" y="2842"/>
                </a:cubicBezTo>
                <a:cubicBezTo>
                  <a:pt x="7135" y="2859"/>
                  <a:pt x="7122" y="2874"/>
                  <a:pt x="7108" y="2888"/>
                </a:cubicBezTo>
                <a:cubicBezTo>
                  <a:pt x="7094" y="2902"/>
                  <a:pt x="7079" y="2915"/>
                  <a:pt x="7062" y="2926"/>
                </a:cubicBezTo>
                <a:cubicBezTo>
                  <a:pt x="7046" y="2937"/>
                  <a:pt x="7028" y="2947"/>
                  <a:pt x="7010" y="2954"/>
                </a:cubicBezTo>
                <a:cubicBezTo>
                  <a:pt x="6991" y="2962"/>
                  <a:pt x="6972" y="2968"/>
                  <a:pt x="6953" y="2971"/>
                </a:cubicBezTo>
                <a:cubicBezTo>
                  <a:pt x="6933" y="2975"/>
                  <a:pt x="6913" y="2977"/>
                  <a:pt x="6893" y="2977"/>
                </a:cubicBezTo>
                <a:lnTo>
                  <a:pt x="304" y="2977"/>
                </a:lnTo>
                <a:cubicBezTo>
                  <a:pt x="284" y="2977"/>
                  <a:pt x="264" y="2975"/>
                  <a:pt x="245" y="2971"/>
                </a:cubicBezTo>
                <a:cubicBezTo>
                  <a:pt x="225" y="2968"/>
                  <a:pt x="206" y="2962"/>
                  <a:pt x="188" y="2954"/>
                </a:cubicBezTo>
                <a:cubicBezTo>
                  <a:pt x="169" y="2947"/>
                  <a:pt x="152" y="2937"/>
                  <a:pt x="135" y="2926"/>
                </a:cubicBezTo>
                <a:cubicBezTo>
                  <a:pt x="118" y="2915"/>
                  <a:pt x="103" y="2902"/>
                  <a:pt x="89" y="2888"/>
                </a:cubicBezTo>
                <a:cubicBezTo>
                  <a:pt x="75" y="2874"/>
                  <a:pt x="62" y="2859"/>
                  <a:pt x="51" y="2842"/>
                </a:cubicBezTo>
                <a:cubicBezTo>
                  <a:pt x="40" y="2825"/>
                  <a:pt x="31" y="2808"/>
                  <a:pt x="23" y="2789"/>
                </a:cubicBezTo>
                <a:cubicBezTo>
                  <a:pt x="15" y="2771"/>
                  <a:pt x="10" y="2752"/>
                  <a:pt x="6" y="2732"/>
                </a:cubicBezTo>
                <a:cubicBezTo>
                  <a:pt x="2" y="2713"/>
                  <a:pt x="0" y="2693"/>
                  <a:pt x="0" y="267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276960" y="1752480"/>
            <a:ext cx="2600640" cy="1095840"/>
          </a:xfrm>
          <a:custGeom>
            <a:avLst/>
            <a:gdLst/>
            <a:ahLst/>
            <a:rect l="0" t="0" r="r" b="b"/>
            <a:pathLst>
              <a:path w="7224" h="3044">
                <a:moveTo>
                  <a:pt x="0" y="0"/>
                </a:moveTo>
                <a:lnTo>
                  <a:pt x="7224" y="0"/>
                </a:lnTo>
                <a:lnTo>
                  <a:pt x="7224" y="3044"/>
                </a:lnTo>
                <a:lnTo>
                  <a:pt x="0" y="3044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276960" y="1752480"/>
            <a:ext cx="2600640" cy="1095840"/>
          </a:xfrm>
          <a:custGeom>
            <a:avLst/>
            <a:gdLst/>
            <a:ahLst/>
            <a:rect l="0" t="0" r="r" b="b"/>
            <a:pathLst>
              <a:path w="7224" h="3044">
                <a:moveTo>
                  <a:pt x="0" y="0"/>
                </a:moveTo>
                <a:lnTo>
                  <a:pt x="7224" y="0"/>
                </a:lnTo>
                <a:lnTo>
                  <a:pt x="7224" y="3044"/>
                </a:lnTo>
                <a:lnTo>
                  <a:pt x="0" y="30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276960" y="1752480"/>
            <a:ext cx="2600640" cy="1095840"/>
          </a:xfrm>
          <a:custGeom>
            <a:avLst/>
            <a:gdLst/>
            <a:ahLst/>
            <a:rect l="0" t="0" r="r" b="b"/>
            <a:pathLst>
              <a:path w="7224" h="3044">
                <a:moveTo>
                  <a:pt x="0" y="0"/>
                </a:moveTo>
                <a:lnTo>
                  <a:pt x="7224" y="0"/>
                </a:lnTo>
                <a:lnTo>
                  <a:pt x="7224" y="3044"/>
                </a:lnTo>
                <a:lnTo>
                  <a:pt x="0" y="30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6276960" y="1752480"/>
            <a:ext cx="2600640" cy="1095840"/>
          </a:xfrm>
          <a:custGeom>
            <a:avLst/>
            <a:gdLst/>
            <a:ahLst/>
            <a:rect l="0" t="0" r="r" b="b"/>
            <a:pathLst>
              <a:path w="7224" h="3044">
                <a:moveTo>
                  <a:pt x="0" y="0"/>
                </a:moveTo>
                <a:lnTo>
                  <a:pt x="7224" y="0"/>
                </a:lnTo>
                <a:lnTo>
                  <a:pt x="7224" y="3044"/>
                </a:lnTo>
                <a:lnTo>
                  <a:pt x="0" y="30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6479640" y="2010600"/>
            <a:ext cx="304200" cy="195840"/>
          </a:xfrm>
          <a:custGeom>
            <a:avLst/>
            <a:gdLst/>
            <a:ahLst/>
            <a:rect l="0" t="0" r="r" b="b"/>
            <a:pathLst>
              <a:path w="845" h="544">
                <a:moveTo>
                  <a:pt x="543" y="0"/>
                </a:moveTo>
                <a:lnTo>
                  <a:pt x="543" y="61"/>
                </a:lnTo>
                <a:lnTo>
                  <a:pt x="742" y="61"/>
                </a:lnTo>
                <a:lnTo>
                  <a:pt x="483" y="321"/>
                </a:lnTo>
                <a:lnTo>
                  <a:pt x="354" y="191"/>
                </a:lnTo>
                <a:cubicBezTo>
                  <a:pt x="348" y="185"/>
                  <a:pt x="341" y="182"/>
                  <a:pt x="332" y="182"/>
                </a:cubicBezTo>
                <a:cubicBezTo>
                  <a:pt x="324" y="182"/>
                  <a:pt x="317" y="185"/>
                  <a:pt x="311" y="191"/>
                </a:cubicBezTo>
                <a:lnTo>
                  <a:pt x="0" y="501"/>
                </a:lnTo>
                <a:lnTo>
                  <a:pt x="42" y="544"/>
                </a:lnTo>
                <a:lnTo>
                  <a:pt x="332" y="255"/>
                </a:lnTo>
                <a:lnTo>
                  <a:pt x="462" y="384"/>
                </a:lnTo>
                <a:cubicBezTo>
                  <a:pt x="468" y="390"/>
                  <a:pt x="475" y="393"/>
                  <a:pt x="483" y="393"/>
                </a:cubicBezTo>
                <a:cubicBezTo>
                  <a:pt x="491" y="393"/>
                  <a:pt x="498" y="390"/>
                  <a:pt x="504" y="384"/>
                </a:cubicBezTo>
                <a:lnTo>
                  <a:pt x="785" y="103"/>
                </a:lnTo>
                <a:lnTo>
                  <a:pt x="785" y="303"/>
                </a:lnTo>
                <a:lnTo>
                  <a:pt x="845" y="303"/>
                </a:lnTo>
                <a:lnTo>
                  <a:pt x="845" y="0"/>
                </a:lnTo>
                <a:lnTo>
                  <a:pt x="543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027120" y="2169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349760" y="23331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456840" y="3143160"/>
            <a:ext cx="8420760" cy="838440"/>
          </a:xfrm>
          <a:custGeom>
            <a:avLst/>
            <a:gdLst/>
            <a:ahLst/>
            <a:rect l="0" t="0" r="r" b="b"/>
            <a:pathLst>
              <a:path w="23391" h="2329">
                <a:moveTo>
                  <a:pt x="0" y="0"/>
                </a:moveTo>
                <a:lnTo>
                  <a:pt x="23391" y="0"/>
                </a:lnTo>
                <a:lnTo>
                  <a:pt x="23391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3143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397188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8867520" y="3143160"/>
            <a:ext cx="10080" cy="838440"/>
          </a:xfrm>
          <a:custGeom>
            <a:avLst/>
            <a:gdLst/>
            <a:ahLst/>
            <a:rect l="0" t="0" r="r" b="b"/>
            <a:pathLst>
              <a:path w="28" h="2329">
                <a:moveTo>
                  <a:pt x="0" y="106"/>
                </a:moveTo>
                <a:lnTo>
                  <a:pt x="0" y="2329"/>
                </a:lnTo>
                <a:lnTo>
                  <a:pt x="28" y="232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56840" y="3143160"/>
            <a:ext cx="10080" cy="838440"/>
          </a:xfrm>
          <a:custGeom>
            <a:avLst/>
            <a:gdLst/>
            <a:ahLst/>
            <a:rect l="0" t="0" r="r" b="b"/>
            <a:pathLst>
              <a:path w="28" h="2329">
                <a:moveTo>
                  <a:pt x="0" y="0"/>
                </a:moveTo>
                <a:lnTo>
                  <a:pt x="0" y="2329"/>
                </a:lnTo>
                <a:lnTo>
                  <a:pt x="28" y="232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487560" y="2555640"/>
            <a:ext cx="2503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meer leerroutes, en het hoger onderwijs erbij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34320" y="3363840"/>
            <a:ext cx="886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Wat wij van de werkgroep vragen: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houd de vraag bij de instellingen op tafel. Wat hier ligt is pas van waarde als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34320" y="3601800"/>
            <a:ext cx="6312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scholen het herkennen als hun eigen praktijk en hun leverancier erop aanspreken.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57200" y="4140000"/>
            <a:ext cx="491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Alles openbaar te lezen in de kennisbasis: github.com/Npuls-OKx/Public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