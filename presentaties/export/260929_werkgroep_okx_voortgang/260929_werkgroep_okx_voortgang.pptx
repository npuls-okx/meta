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979720" y="2028240"/>
            <a:ext cx="391428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Werkgroep OKx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86000" y="3037320"/>
            <a:ext cx="3396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kerngroep techniek · 29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1438200" y="1200240"/>
            <a:ext cx="3295440" cy="295236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38664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867280" y="1019160"/>
            <a:ext cx="3010320" cy="924120"/>
          </a:xfrm>
          <a:custGeom>
            <a:avLst/>
            <a:gdLst/>
            <a:ahLst/>
            <a:rect l="0" t="0" r="r" b="b"/>
            <a:pathLst>
              <a:path w="8362" h="2567">
                <a:moveTo>
                  <a:pt x="0" y="0"/>
                </a:moveTo>
                <a:lnTo>
                  <a:pt x="8362" y="0"/>
                </a:lnTo>
                <a:lnTo>
                  <a:pt x="8362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867280" y="1019160"/>
            <a:ext cx="3010320" cy="38160"/>
          </a:xfrm>
          <a:custGeom>
            <a:avLst/>
            <a:gdLst/>
            <a:ahLst/>
            <a:rect l="0" t="0" r="r" b="b"/>
            <a:pathLst>
              <a:path w="8362" h="106">
                <a:moveTo>
                  <a:pt x="0" y="0"/>
                </a:moveTo>
                <a:lnTo>
                  <a:pt x="8362" y="0"/>
                </a:lnTo>
                <a:lnTo>
                  <a:pt x="8362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867280" y="19335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019160"/>
            <a:ext cx="10080" cy="924120"/>
          </a:xfrm>
          <a:custGeom>
            <a:avLst/>
            <a:gdLst/>
            <a:ahLst/>
            <a:rect l="0" t="0" r="r" b="b"/>
            <a:pathLst>
              <a:path w="28" h="2567">
                <a:moveTo>
                  <a:pt x="0" y="105"/>
                </a:moveTo>
                <a:lnTo>
                  <a:pt x="0" y="2567"/>
                </a:lnTo>
                <a:lnTo>
                  <a:pt x="28" y="256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867280" y="1019160"/>
            <a:ext cx="9720" cy="924120"/>
          </a:xfrm>
          <a:custGeom>
            <a:avLst/>
            <a:gdLst/>
            <a:ahLst/>
            <a:rect l="0" t="0" r="r" b="b"/>
            <a:pathLst>
              <a:path w="27" h="2567">
                <a:moveTo>
                  <a:pt x="0" y="0"/>
                </a:moveTo>
                <a:lnTo>
                  <a:pt x="0" y="2567"/>
                </a:lnTo>
                <a:lnTo>
                  <a:pt x="27" y="2567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5867280" y="2019240"/>
            <a:ext cx="3010320" cy="1248120"/>
          </a:xfrm>
          <a:custGeom>
            <a:avLst/>
            <a:gdLst/>
            <a:ahLst/>
            <a:rect l="0" t="0" r="r" b="b"/>
            <a:pathLst>
              <a:path w="8362" h="3467">
                <a:moveTo>
                  <a:pt x="0" y="0"/>
                </a:moveTo>
                <a:lnTo>
                  <a:pt x="8362" y="0"/>
                </a:lnTo>
                <a:lnTo>
                  <a:pt x="8362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5867280" y="2019240"/>
            <a:ext cx="3010320" cy="38160"/>
          </a:xfrm>
          <a:custGeom>
            <a:avLst/>
            <a:gdLst/>
            <a:ahLst/>
            <a:rect l="0" t="0" r="r" b="b"/>
            <a:pathLst>
              <a:path w="8362" h="106">
                <a:moveTo>
                  <a:pt x="0" y="0"/>
                </a:moveTo>
                <a:lnTo>
                  <a:pt x="8362" y="0"/>
                </a:lnTo>
                <a:lnTo>
                  <a:pt x="8362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5867280" y="325728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019240"/>
            <a:ext cx="10080" cy="1248120"/>
          </a:xfrm>
          <a:custGeom>
            <a:avLst/>
            <a:gdLst/>
            <a:ahLst/>
            <a:rect l="0" t="0" r="r" b="b"/>
            <a:pathLst>
              <a:path w="28" h="3467">
                <a:moveTo>
                  <a:pt x="0" y="105"/>
                </a:moveTo>
                <a:lnTo>
                  <a:pt x="0" y="3467"/>
                </a:lnTo>
                <a:lnTo>
                  <a:pt x="28" y="346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5867280" y="2019240"/>
            <a:ext cx="9720" cy="1248120"/>
          </a:xfrm>
          <a:custGeom>
            <a:avLst/>
            <a:gdLst/>
            <a:ahLst/>
            <a:rect l="0" t="0" r="r" b="b"/>
            <a:pathLst>
              <a:path w="27" h="3467">
                <a:moveTo>
                  <a:pt x="0" y="0"/>
                </a:moveTo>
                <a:lnTo>
                  <a:pt x="0" y="3467"/>
                </a:lnTo>
                <a:lnTo>
                  <a:pt x="27" y="3467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5867280" y="3342960"/>
            <a:ext cx="3010320" cy="1210320"/>
          </a:xfrm>
          <a:custGeom>
            <a:avLst/>
            <a:gdLst/>
            <a:ahLst/>
            <a:rect l="0" t="0" r="r" b="b"/>
            <a:pathLst>
              <a:path w="8362" h="3362">
                <a:moveTo>
                  <a:pt x="0" y="0"/>
                </a:moveTo>
                <a:lnTo>
                  <a:pt x="8362" y="0"/>
                </a:lnTo>
                <a:lnTo>
                  <a:pt x="8362" y="3362"/>
                </a:lnTo>
                <a:lnTo>
                  <a:pt x="0" y="336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867280" y="3342960"/>
            <a:ext cx="3010320" cy="38520"/>
          </a:xfrm>
          <a:custGeom>
            <a:avLst/>
            <a:gdLst/>
            <a:ahLst/>
            <a:rect l="0" t="0" r="r" b="b"/>
            <a:pathLst>
              <a:path w="8362" h="107">
                <a:moveTo>
                  <a:pt x="0" y="0"/>
                </a:moveTo>
                <a:lnTo>
                  <a:pt x="8362" y="0"/>
                </a:lnTo>
                <a:lnTo>
                  <a:pt x="83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867280" y="454320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42960"/>
            <a:ext cx="10080" cy="1210320"/>
          </a:xfrm>
          <a:custGeom>
            <a:avLst/>
            <a:gdLst/>
            <a:ahLst/>
            <a:rect l="0" t="0" r="r" b="b"/>
            <a:pathLst>
              <a:path w="28" h="3362">
                <a:moveTo>
                  <a:pt x="0" y="106"/>
                </a:moveTo>
                <a:lnTo>
                  <a:pt x="0" y="3362"/>
                </a:lnTo>
                <a:lnTo>
                  <a:pt x="28" y="336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5867280" y="3342960"/>
            <a:ext cx="9720" cy="1210320"/>
          </a:xfrm>
          <a:custGeom>
            <a:avLst/>
            <a:gdLst/>
            <a:ahLst/>
            <a:rect l="0" t="0" r="r" b="b"/>
            <a:pathLst>
              <a:path w="27" h="3362">
                <a:moveTo>
                  <a:pt x="0" y="0"/>
                </a:moveTo>
                <a:lnTo>
                  <a:pt x="0" y="3362"/>
                </a:lnTo>
                <a:lnTo>
                  <a:pt x="27" y="336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6003720" y="1174320"/>
            <a:ext cx="175680" cy="176400"/>
          </a:xfrm>
          <a:custGeom>
            <a:avLst/>
            <a:gdLst/>
            <a:ahLst/>
            <a:rect l="0" t="0" r="r" b="b"/>
            <a:pathLst>
              <a:path w="488" h="490">
                <a:moveTo>
                  <a:pt x="338" y="51"/>
                </a:moveTo>
                <a:lnTo>
                  <a:pt x="259" y="4"/>
                </a:lnTo>
                <a:cubicBezTo>
                  <a:pt x="254" y="2"/>
                  <a:pt x="250" y="0"/>
                  <a:pt x="245" y="0"/>
                </a:cubicBezTo>
                <a:cubicBezTo>
                  <a:pt x="240" y="0"/>
                  <a:pt x="236" y="2"/>
                  <a:pt x="233" y="4"/>
                </a:cubicBezTo>
                <a:lnTo>
                  <a:pt x="154" y="51"/>
                </a:lnTo>
                <a:cubicBezTo>
                  <a:pt x="146" y="56"/>
                  <a:pt x="140" y="65"/>
                  <a:pt x="140" y="74"/>
                </a:cubicBezTo>
                <a:lnTo>
                  <a:pt x="140" y="171"/>
                </a:lnTo>
                <a:cubicBezTo>
                  <a:pt x="140" y="180"/>
                  <a:pt x="146" y="189"/>
                  <a:pt x="153" y="194"/>
                </a:cubicBezTo>
                <a:lnTo>
                  <a:pt x="231" y="241"/>
                </a:lnTo>
                <a:cubicBezTo>
                  <a:pt x="235" y="243"/>
                  <a:pt x="240" y="245"/>
                  <a:pt x="243" y="245"/>
                </a:cubicBezTo>
                <a:cubicBezTo>
                  <a:pt x="247" y="245"/>
                  <a:pt x="252" y="243"/>
                  <a:pt x="256" y="241"/>
                </a:cubicBezTo>
                <a:lnTo>
                  <a:pt x="334" y="194"/>
                </a:lnTo>
                <a:cubicBezTo>
                  <a:pt x="341" y="189"/>
                  <a:pt x="346" y="182"/>
                  <a:pt x="346" y="171"/>
                </a:cubicBezTo>
                <a:lnTo>
                  <a:pt x="346" y="74"/>
                </a:lnTo>
                <a:cubicBezTo>
                  <a:pt x="350" y="65"/>
                  <a:pt x="345" y="56"/>
                  <a:pt x="338" y="51"/>
                </a:cubicBezTo>
                <a:moveTo>
                  <a:pt x="315" y="166"/>
                </a:moveTo>
                <a:lnTo>
                  <a:pt x="245" y="208"/>
                </a:lnTo>
                <a:lnTo>
                  <a:pt x="175" y="166"/>
                </a:lnTo>
                <a:lnTo>
                  <a:pt x="175" y="79"/>
                </a:lnTo>
                <a:lnTo>
                  <a:pt x="245" y="37"/>
                </a:lnTo>
                <a:lnTo>
                  <a:pt x="315" y="79"/>
                </a:lnTo>
                <a:lnTo>
                  <a:pt x="315" y="166"/>
                </a:lnTo>
                <a:moveTo>
                  <a:pt x="477" y="295"/>
                </a:moveTo>
                <a:lnTo>
                  <a:pt x="399" y="248"/>
                </a:lnTo>
                <a:cubicBezTo>
                  <a:pt x="393" y="246"/>
                  <a:pt x="390" y="245"/>
                  <a:pt x="385" y="245"/>
                </a:cubicBezTo>
                <a:cubicBezTo>
                  <a:pt x="379" y="245"/>
                  <a:pt x="376" y="246"/>
                  <a:pt x="372" y="248"/>
                </a:cubicBezTo>
                <a:lnTo>
                  <a:pt x="294" y="295"/>
                </a:lnTo>
                <a:cubicBezTo>
                  <a:pt x="287" y="301"/>
                  <a:pt x="282" y="308"/>
                  <a:pt x="282" y="318"/>
                </a:cubicBezTo>
                <a:lnTo>
                  <a:pt x="282" y="417"/>
                </a:lnTo>
                <a:cubicBezTo>
                  <a:pt x="282" y="425"/>
                  <a:pt x="287" y="434"/>
                  <a:pt x="294" y="439"/>
                </a:cubicBezTo>
                <a:lnTo>
                  <a:pt x="372" y="487"/>
                </a:lnTo>
                <a:cubicBezTo>
                  <a:pt x="376" y="488"/>
                  <a:pt x="381" y="490"/>
                  <a:pt x="385" y="490"/>
                </a:cubicBezTo>
                <a:cubicBezTo>
                  <a:pt x="388" y="490"/>
                  <a:pt x="393" y="488"/>
                  <a:pt x="397" y="487"/>
                </a:cubicBezTo>
                <a:lnTo>
                  <a:pt x="475" y="439"/>
                </a:lnTo>
                <a:cubicBezTo>
                  <a:pt x="482" y="434"/>
                  <a:pt x="488" y="427"/>
                  <a:pt x="488" y="417"/>
                </a:cubicBezTo>
                <a:lnTo>
                  <a:pt x="488" y="318"/>
                </a:lnTo>
                <a:cubicBezTo>
                  <a:pt x="489" y="309"/>
                  <a:pt x="484" y="301"/>
                  <a:pt x="477" y="295"/>
                </a:cubicBezTo>
                <a:moveTo>
                  <a:pt x="454" y="411"/>
                </a:moveTo>
                <a:lnTo>
                  <a:pt x="385" y="453"/>
                </a:lnTo>
                <a:lnTo>
                  <a:pt x="315" y="411"/>
                </a:lnTo>
                <a:lnTo>
                  <a:pt x="315" y="323"/>
                </a:lnTo>
                <a:lnTo>
                  <a:pt x="385" y="281"/>
                </a:lnTo>
                <a:lnTo>
                  <a:pt x="454" y="323"/>
                </a:lnTo>
                <a:lnTo>
                  <a:pt x="454" y="411"/>
                </a:lnTo>
                <a:moveTo>
                  <a:pt x="198" y="295"/>
                </a:moveTo>
                <a:lnTo>
                  <a:pt x="118" y="248"/>
                </a:lnTo>
                <a:cubicBezTo>
                  <a:pt x="113" y="246"/>
                  <a:pt x="110" y="245"/>
                  <a:pt x="104" y="245"/>
                </a:cubicBezTo>
                <a:cubicBezTo>
                  <a:pt x="99" y="245"/>
                  <a:pt x="96" y="246"/>
                  <a:pt x="92" y="248"/>
                </a:cubicBezTo>
                <a:lnTo>
                  <a:pt x="14" y="295"/>
                </a:lnTo>
                <a:cubicBezTo>
                  <a:pt x="5" y="301"/>
                  <a:pt x="0" y="309"/>
                  <a:pt x="0" y="318"/>
                </a:cubicBezTo>
                <a:lnTo>
                  <a:pt x="0" y="417"/>
                </a:lnTo>
                <a:cubicBezTo>
                  <a:pt x="0" y="425"/>
                  <a:pt x="5" y="434"/>
                  <a:pt x="12" y="439"/>
                </a:cubicBezTo>
                <a:lnTo>
                  <a:pt x="90" y="487"/>
                </a:lnTo>
                <a:cubicBezTo>
                  <a:pt x="96" y="488"/>
                  <a:pt x="99" y="490"/>
                  <a:pt x="104" y="490"/>
                </a:cubicBezTo>
                <a:cubicBezTo>
                  <a:pt x="110" y="490"/>
                  <a:pt x="113" y="488"/>
                  <a:pt x="117" y="487"/>
                </a:cubicBezTo>
                <a:lnTo>
                  <a:pt x="196" y="439"/>
                </a:lnTo>
                <a:cubicBezTo>
                  <a:pt x="203" y="434"/>
                  <a:pt x="208" y="427"/>
                  <a:pt x="208" y="417"/>
                </a:cubicBezTo>
                <a:lnTo>
                  <a:pt x="208" y="318"/>
                </a:lnTo>
                <a:cubicBezTo>
                  <a:pt x="210" y="309"/>
                  <a:pt x="205" y="301"/>
                  <a:pt x="198" y="295"/>
                </a:cubicBezTo>
                <a:moveTo>
                  <a:pt x="175" y="411"/>
                </a:moveTo>
                <a:lnTo>
                  <a:pt x="104" y="453"/>
                </a:lnTo>
                <a:lnTo>
                  <a:pt x="35" y="411"/>
                </a:lnTo>
                <a:lnTo>
                  <a:pt x="35" y="323"/>
                </a:lnTo>
                <a:lnTo>
                  <a:pt x="104" y="281"/>
                </a:lnTo>
                <a:lnTo>
                  <a:pt x="175" y="323"/>
                </a:lnTo>
                <a:lnTo>
                  <a:pt x="175" y="41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23216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986800" y="1386000"/>
            <a:ext cx="1418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986800" y="1552680"/>
            <a:ext cx="2685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 endpoints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6003720" y="226584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489" y="263"/>
                </a:moveTo>
                <a:lnTo>
                  <a:pt x="350" y="263"/>
                </a:lnTo>
                <a:lnTo>
                  <a:pt x="350" y="123"/>
                </a:lnTo>
                <a:lnTo>
                  <a:pt x="489" y="123"/>
                </a:lnTo>
                <a:lnTo>
                  <a:pt x="489" y="263"/>
                </a:lnTo>
                <a:moveTo>
                  <a:pt x="385" y="228"/>
                </a:moveTo>
                <a:lnTo>
                  <a:pt x="454" y="228"/>
                </a:lnTo>
                <a:lnTo>
                  <a:pt x="454" y="158"/>
                </a:lnTo>
                <a:lnTo>
                  <a:pt x="385" y="158"/>
                </a:lnTo>
                <a:lnTo>
                  <a:pt x="385" y="228"/>
                </a:lnTo>
                <a:moveTo>
                  <a:pt x="315" y="210"/>
                </a:moveTo>
                <a:lnTo>
                  <a:pt x="104" y="210"/>
                </a:lnTo>
                <a:cubicBezTo>
                  <a:pt x="91" y="210"/>
                  <a:pt x="77" y="208"/>
                  <a:pt x="64" y="202"/>
                </a:cubicBezTo>
                <a:cubicBezTo>
                  <a:pt x="52" y="197"/>
                  <a:pt x="40" y="189"/>
                  <a:pt x="30" y="180"/>
                </a:cubicBezTo>
                <a:cubicBezTo>
                  <a:pt x="21" y="170"/>
                  <a:pt x="13" y="158"/>
                  <a:pt x="8" y="146"/>
                </a:cubicBezTo>
                <a:cubicBezTo>
                  <a:pt x="2" y="133"/>
                  <a:pt x="0" y="119"/>
                  <a:pt x="0" y="106"/>
                </a:cubicBezTo>
                <a:cubicBezTo>
                  <a:pt x="0" y="91"/>
                  <a:pt x="2" y="77"/>
                  <a:pt x="8" y="64"/>
                </a:cubicBezTo>
                <a:cubicBezTo>
                  <a:pt x="13" y="52"/>
                  <a:pt x="21" y="40"/>
                  <a:pt x="30" y="30"/>
                </a:cubicBezTo>
                <a:cubicBezTo>
                  <a:pt x="40" y="21"/>
                  <a:pt x="52" y="13"/>
                  <a:pt x="64" y="8"/>
                </a:cubicBezTo>
                <a:cubicBezTo>
                  <a:pt x="77" y="2"/>
                  <a:pt x="91" y="0"/>
                  <a:pt x="104" y="0"/>
                </a:cubicBezTo>
                <a:lnTo>
                  <a:pt x="139" y="0"/>
                </a:lnTo>
                <a:lnTo>
                  <a:pt x="139" y="35"/>
                </a:lnTo>
                <a:lnTo>
                  <a:pt x="104" y="35"/>
                </a:lnTo>
                <a:cubicBezTo>
                  <a:pt x="95" y="35"/>
                  <a:pt x="86" y="36"/>
                  <a:pt x="78" y="40"/>
                </a:cubicBezTo>
                <a:cubicBezTo>
                  <a:pt x="69" y="44"/>
                  <a:pt x="62" y="49"/>
                  <a:pt x="55" y="55"/>
                </a:cubicBezTo>
                <a:cubicBezTo>
                  <a:pt x="49" y="62"/>
                  <a:pt x="43" y="69"/>
                  <a:pt x="40" y="78"/>
                </a:cubicBezTo>
                <a:cubicBezTo>
                  <a:pt x="36" y="86"/>
                  <a:pt x="35" y="95"/>
                  <a:pt x="35" y="106"/>
                </a:cubicBezTo>
                <a:cubicBezTo>
                  <a:pt x="35" y="115"/>
                  <a:pt x="36" y="124"/>
                  <a:pt x="40" y="132"/>
                </a:cubicBezTo>
                <a:cubicBezTo>
                  <a:pt x="43" y="141"/>
                  <a:pt x="49" y="148"/>
                  <a:pt x="55" y="155"/>
                </a:cubicBezTo>
                <a:cubicBezTo>
                  <a:pt x="62" y="161"/>
                  <a:pt x="69" y="166"/>
                  <a:pt x="78" y="170"/>
                </a:cubicBezTo>
                <a:cubicBezTo>
                  <a:pt x="86" y="174"/>
                  <a:pt x="95" y="175"/>
                  <a:pt x="104" y="175"/>
                </a:cubicBezTo>
                <a:lnTo>
                  <a:pt x="315" y="175"/>
                </a:lnTo>
                <a:lnTo>
                  <a:pt x="315" y="2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6066360" y="2246760"/>
            <a:ext cx="50760" cy="50760"/>
          </a:xfrm>
          <a:custGeom>
            <a:avLst/>
            <a:gdLst/>
            <a:ahLst/>
            <a:rect l="0" t="0" r="r" b="b"/>
            <a:pathLst>
              <a:path w="141" h="141">
                <a:moveTo>
                  <a:pt x="141" y="141"/>
                </a:moveTo>
                <a:lnTo>
                  <a:pt x="0" y="141"/>
                </a:lnTo>
                <a:lnTo>
                  <a:pt x="0" y="0"/>
                </a:lnTo>
                <a:lnTo>
                  <a:pt x="141" y="0"/>
                </a:lnTo>
                <a:lnTo>
                  <a:pt x="141" y="141"/>
                </a:lnTo>
                <a:moveTo>
                  <a:pt x="35" y="106"/>
                </a:moveTo>
                <a:lnTo>
                  <a:pt x="106" y="106"/>
                </a:lnTo>
                <a:lnTo>
                  <a:pt x="106" y="35"/>
                </a:lnTo>
                <a:lnTo>
                  <a:pt x="35" y="35"/>
                </a:lnTo>
                <a:lnTo>
                  <a:pt x="35" y="10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6003720" y="218412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385" y="263"/>
                </a:moveTo>
                <a:lnTo>
                  <a:pt x="350" y="263"/>
                </a:lnTo>
                <a:lnTo>
                  <a:pt x="350" y="228"/>
                </a:lnTo>
                <a:lnTo>
                  <a:pt x="385" y="228"/>
                </a:lnTo>
                <a:cubicBezTo>
                  <a:pt x="394" y="228"/>
                  <a:pt x="403" y="226"/>
                  <a:pt x="411" y="222"/>
                </a:cubicBezTo>
                <a:cubicBezTo>
                  <a:pt x="420" y="219"/>
                  <a:pt x="428" y="214"/>
                  <a:pt x="434" y="207"/>
                </a:cubicBezTo>
                <a:cubicBezTo>
                  <a:pt x="441" y="201"/>
                  <a:pt x="446" y="193"/>
                  <a:pt x="449" y="185"/>
                </a:cubicBezTo>
                <a:cubicBezTo>
                  <a:pt x="453" y="176"/>
                  <a:pt x="454" y="167"/>
                  <a:pt x="454" y="158"/>
                </a:cubicBezTo>
                <a:cubicBezTo>
                  <a:pt x="454" y="149"/>
                  <a:pt x="453" y="140"/>
                  <a:pt x="449" y="131"/>
                </a:cubicBezTo>
                <a:cubicBezTo>
                  <a:pt x="446" y="123"/>
                  <a:pt x="441" y="115"/>
                  <a:pt x="434" y="109"/>
                </a:cubicBezTo>
                <a:cubicBezTo>
                  <a:pt x="428" y="102"/>
                  <a:pt x="420" y="97"/>
                  <a:pt x="411" y="93"/>
                </a:cubicBezTo>
                <a:cubicBezTo>
                  <a:pt x="403" y="90"/>
                  <a:pt x="394" y="88"/>
                  <a:pt x="385" y="88"/>
                </a:cubicBezTo>
                <a:lnTo>
                  <a:pt x="175" y="88"/>
                </a:lnTo>
                <a:lnTo>
                  <a:pt x="175" y="52"/>
                </a:lnTo>
                <a:lnTo>
                  <a:pt x="385" y="52"/>
                </a:lnTo>
                <a:cubicBezTo>
                  <a:pt x="399" y="52"/>
                  <a:pt x="412" y="55"/>
                  <a:pt x="425" y="60"/>
                </a:cubicBezTo>
                <a:cubicBezTo>
                  <a:pt x="438" y="66"/>
                  <a:pt x="449" y="74"/>
                  <a:pt x="459" y="84"/>
                </a:cubicBezTo>
                <a:cubicBezTo>
                  <a:pt x="469" y="94"/>
                  <a:pt x="476" y="105"/>
                  <a:pt x="481" y="118"/>
                </a:cubicBezTo>
                <a:cubicBezTo>
                  <a:pt x="487" y="131"/>
                  <a:pt x="489" y="144"/>
                  <a:pt x="489" y="158"/>
                </a:cubicBezTo>
                <a:cubicBezTo>
                  <a:pt x="489" y="172"/>
                  <a:pt x="487" y="185"/>
                  <a:pt x="481" y="198"/>
                </a:cubicBezTo>
                <a:cubicBezTo>
                  <a:pt x="476" y="211"/>
                  <a:pt x="469" y="222"/>
                  <a:pt x="459" y="232"/>
                </a:cubicBezTo>
                <a:cubicBezTo>
                  <a:pt x="449" y="242"/>
                  <a:pt x="438" y="249"/>
                  <a:pt x="425" y="255"/>
                </a:cubicBezTo>
                <a:cubicBezTo>
                  <a:pt x="412" y="260"/>
                  <a:pt x="399" y="263"/>
                  <a:pt x="385" y="263"/>
                </a:cubicBezTo>
                <a:moveTo>
                  <a:pt x="139" y="141"/>
                </a:moveTo>
                <a:lnTo>
                  <a:pt x="0" y="141"/>
                </a:lnTo>
                <a:lnTo>
                  <a:pt x="0" y="0"/>
                </a:lnTo>
                <a:lnTo>
                  <a:pt x="139" y="0"/>
                </a:lnTo>
                <a:lnTo>
                  <a:pt x="139" y="141"/>
                </a:lnTo>
                <a:moveTo>
                  <a:pt x="35" y="106"/>
                </a:moveTo>
                <a:lnTo>
                  <a:pt x="104" y="106"/>
                </a:lnTo>
                <a:lnTo>
                  <a:pt x="104" y="35"/>
                </a:lnTo>
                <a:lnTo>
                  <a:pt x="35" y="35"/>
                </a:lnTo>
                <a:lnTo>
                  <a:pt x="35" y="10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986800" y="1714680"/>
            <a:ext cx="1108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986800" y="2395800"/>
            <a:ext cx="2148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Drie koppelingen, in volgorde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86800" y="2552760"/>
            <a:ext cx="244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1 onderwijscatalogus en planningssysteem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986800" y="2714760"/>
            <a:ext cx="2827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2 onderwijscatalogus met studentvolgsysteem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986800" y="2867040"/>
            <a:ext cx="837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091560" y="349848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5"/>
                </a:lnTo>
                <a:lnTo>
                  <a:pt x="176" y="35"/>
                </a:lnTo>
                <a:lnTo>
                  <a:pt x="176" y="298"/>
                </a:lnTo>
                <a:lnTo>
                  <a:pt x="210" y="298"/>
                </a:lnTo>
                <a:lnTo>
                  <a:pt x="210" y="35"/>
                </a:lnTo>
                <a:cubicBezTo>
                  <a:pt x="210" y="30"/>
                  <a:pt x="210" y="26"/>
                  <a:pt x="208" y="22"/>
                </a:cubicBezTo>
                <a:cubicBezTo>
                  <a:pt x="206" y="17"/>
                  <a:pt x="204" y="14"/>
                  <a:pt x="200" y="10"/>
                </a:cubicBezTo>
                <a:cubicBezTo>
                  <a:pt x="197" y="7"/>
                  <a:pt x="193" y="5"/>
                  <a:pt x="189" y="3"/>
                </a:cubicBezTo>
                <a:cubicBezTo>
                  <a:pt x="185" y="1"/>
                  <a:pt x="180" y="0"/>
                  <a:pt x="17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060240" y="352980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5"/>
                </a:lnTo>
                <a:lnTo>
                  <a:pt x="174" y="35"/>
                </a:lnTo>
                <a:lnTo>
                  <a:pt x="174" y="298"/>
                </a:lnTo>
                <a:lnTo>
                  <a:pt x="210" y="298"/>
                </a:lnTo>
                <a:lnTo>
                  <a:pt x="210" y="35"/>
                </a:lnTo>
                <a:cubicBezTo>
                  <a:pt x="210" y="31"/>
                  <a:pt x="209" y="26"/>
                  <a:pt x="208" y="22"/>
                </a:cubicBezTo>
                <a:cubicBezTo>
                  <a:pt x="206" y="18"/>
                  <a:pt x="203" y="14"/>
                  <a:pt x="199" y="11"/>
                </a:cubicBezTo>
                <a:cubicBezTo>
                  <a:pt x="196" y="7"/>
                  <a:pt x="192" y="5"/>
                  <a:pt x="188" y="3"/>
                </a:cubicBezTo>
                <a:cubicBezTo>
                  <a:pt x="183" y="1"/>
                  <a:pt x="179" y="0"/>
                  <a:pt x="174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6016320" y="3561480"/>
            <a:ext cx="88200" cy="113400"/>
          </a:xfrm>
          <a:custGeom>
            <a:avLst/>
            <a:gdLst/>
            <a:ahLst/>
            <a:rect l="0" t="0" r="r" b="b"/>
            <a:pathLst>
              <a:path w="245" h="315">
                <a:moveTo>
                  <a:pt x="36" y="0"/>
                </a:moveTo>
                <a:lnTo>
                  <a:pt x="210" y="0"/>
                </a:lnTo>
                <a:cubicBezTo>
                  <a:pt x="215" y="0"/>
                  <a:pt x="219" y="1"/>
                  <a:pt x="223" y="2"/>
                </a:cubicBezTo>
                <a:cubicBezTo>
                  <a:pt x="228" y="4"/>
                  <a:pt x="231" y="7"/>
                  <a:pt x="235" y="10"/>
                </a:cubicBezTo>
                <a:cubicBezTo>
                  <a:pt x="238" y="13"/>
                  <a:pt x="241" y="17"/>
                  <a:pt x="242" y="21"/>
                </a:cubicBezTo>
                <a:cubicBezTo>
                  <a:pt x="244" y="26"/>
                  <a:pt x="245" y="30"/>
                  <a:pt x="245" y="35"/>
                </a:cubicBezTo>
                <a:lnTo>
                  <a:pt x="245" y="279"/>
                </a:lnTo>
                <a:cubicBezTo>
                  <a:pt x="245" y="284"/>
                  <a:pt x="244" y="288"/>
                  <a:pt x="242" y="292"/>
                </a:cubicBezTo>
                <a:cubicBezTo>
                  <a:pt x="241" y="297"/>
                  <a:pt x="238" y="300"/>
                  <a:pt x="235" y="304"/>
                </a:cubicBezTo>
                <a:cubicBezTo>
                  <a:pt x="231" y="307"/>
                  <a:pt x="228" y="309"/>
                  <a:pt x="223" y="311"/>
                </a:cubicBezTo>
                <a:cubicBezTo>
                  <a:pt x="219" y="314"/>
                  <a:pt x="215" y="315"/>
                  <a:pt x="210" y="315"/>
                </a:cubicBezTo>
                <a:lnTo>
                  <a:pt x="36" y="315"/>
                </a:lnTo>
                <a:cubicBezTo>
                  <a:pt x="31" y="315"/>
                  <a:pt x="26" y="314"/>
                  <a:pt x="22" y="311"/>
                </a:cubicBezTo>
                <a:cubicBezTo>
                  <a:pt x="18" y="309"/>
                  <a:pt x="14" y="307"/>
                  <a:pt x="11" y="304"/>
                </a:cubicBezTo>
                <a:cubicBezTo>
                  <a:pt x="8" y="300"/>
                  <a:pt x="5" y="297"/>
                  <a:pt x="3" y="292"/>
                </a:cubicBezTo>
                <a:cubicBezTo>
                  <a:pt x="0" y="288"/>
                  <a:pt x="0" y="284"/>
                  <a:pt x="0" y="279"/>
                </a:cubicBezTo>
                <a:lnTo>
                  <a:pt x="0" y="35"/>
                </a:lnTo>
                <a:cubicBezTo>
                  <a:pt x="0" y="30"/>
                  <a:pt x="0" y="26"/>
                  <a:pt x="3" y="21"/>
                </a:cubicBezTo>
                <a:cubicBezTo>
                  <a:pt x="5" y="17"/>
                  <a:pt x="8" y="13"/>
                  <a:pt x="11" y="10"/>
                </a:cubicBezTo>
                <a:cubicBezTo>
                  <a:pt x="14" y="7"/>
                  <a:pt x="18" y="4"/>
                  <a:pt x="22" y="2"/>
                </a:cubicBezTo>
                <a:cubicBezTo>
                  <a:pt x="26" y="1"/>
                  <a:pt x="31" y="0"/>
                  <a:pt x="36" y="0"/>
                </a:cubicBezTo>
                <a:moveTo>
                  <a:pt x="210" y="35"/>
                </a:moveTo>
                <a:lnTo>
                  <a:pt x="36" y="35"/>
                </a:lnTo>
                <a:lnTo>
                  <a:pt x="36" y="279"/>
                </a:lnTo>
                <a:lnTo>
                  <a:pt x="210" y="279"/>
                </a:lnTo>
                <a:lnTo>
                  <a:pt x="210" y="35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986800" y="3029040"/>
            <a:ext cx="2195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3 onderwijscatalogus en leeromgeving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986800" y="3710160"/>
            <a:ext cx="2638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Waaraan een implementatie voldoet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986800" y="3876840"/>
            <a:ext cx="3091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per koppeling en berichtstroom een eigen versie ·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5995800" y="4243320"/>
            <a:ext cx="2372040" cy="219240"/>
          </a:xfrm>
          <a:custGeom>
            <a:avLst/>
            <a:gdLst/>
            <a:ahLst/>
            <a:rect l="0" t="0" r="r" b="b"/>
            <a:pathLst>
              <a:path w="6589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7"/>
                  <a:pt x="23" y="189"/>
                </a:cubicBezTo>
                <a:cubicBezTo>
                  <a:pt x="31" y="170"/>
                  <a:pt x="40" y="153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6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6284" y="0"/>
                </a:lnTo>
                <a:cubicBezTo>
                  <a:pt x="6304" y="0"/>
                  <a:pt x="6324" y="2"/>
                  <a:pt x="6343" y="6"/>
                </a:cubicBezTo>
                <a:cubicBezTo>
                  <a:pt x="6363" y="9"/>
                  <a:pt x="6382" y="15"/>
                  <a:pt x="6400" y="23"/>
                </a:cubicBezTo>
                <a:cubicBezTo>
                  <a:pt x="6420" y="30"/>
                  <a:pt x="6437" y="40"/>
                  <a:pt x="6454" y="51"/>
                </a:cubicBezTo>
                <a:cubicBezTo>
                  <a:pt x="6471" y="62"/>
                  <a:pt x="6486" y="76"/>
                  <a:pt x="6500" y="90"/>
                </a:cubicBezTo>
                <a:cubicBezTo>
                  <a:pt x="6514" y="104"/>
                  <a:pt x="6527" y="119"/>
                  <a:pt x="6538" y="136"/>
                </a:cubicBezTo>
                <a:cubicBezTo>
                  <a:pt x="6549" y="153"/>
                  <a:pt x="6558" y="170"/>
                  <a:pt x="6566" y="189"/>
                </a:cubicBezTo>
                <a:cubicBezTo>
                  <a:pt x="6574" y="207"/>
                  <a:pt x="6579" y="226"/>
                  <a:pt x="6583" y="246"/>
                </a:cubicBezTo>
                <a:cubicBezTo>
                  <a:pt x="6587" y="265"/>
                  <a:pt x="6589" y="285"/>
                  <a:pt x="6589" y="305"/>
                </a:cubicBezTo>
                <a:cubicBezTo>
                  <a:pt x="6589" y="325"/>
                  <a:pt x="6587" y="345"/>
                  <a:pt x="6583" y="364"/>
                </a:cubicBezTo>
                <a:cubicBezTo>
                  <a:pt x="6579" y="384"/>
                  <a:pt x="6574" y="403"/>
                  <a:pt x="6566" y="421"/>
                </a:cubicBezTo>
                <a:cubicBezTo>
                  <a:pt x="6558" y="440"/>
                  <a:pt x="6549" y="457"/>
                  <a:pt x="6538" y="474"/>
                </a:cubicBezTo>
                <a:cubicBezTo>
                  <a:pt x="6527" y="491"/>
                  <a:pt x="6514" y="506"/>
                  <a:pt x="6500" y="520"/>
                </a:cubicBezTo>
                <a:cubicBezTo>
                  <a:pt x="6486" y="534"/>
                  <a:pt x="6471" y="547"/>
                  <a:pt x="6454" y="558"/>
                </a:cubicBezTo>
                <a:cubicBezTo>
                  <a:pt x="6437" y="569"/>
                  <a:pt x="6420" y="578"/>
                  <a:pt x="6400" y="586"/>
                </a:cubicBezTo>
                <a:cubicBezTo>
                  <a:pt x="6382" y="594"/>
                  <a:pt x="6363" y="599"/>
                  <a:pt x="6343" y="603"/>
                </a:cubicBezTo>
                <a:cubicBezTo>
                  <a:pt x="6324" y="607"/>
                  <a:pt x="6304" y="609"/>
                  <a:pt x="6284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5995800" y="4243320"/>
            <a:ext cx="2372040" cy="219240"/>
          </a:xfrm>
          <a:custGeom>
            <a:avLst/>
            <a:gdLst/>
            <a:ahLst/>
            <a:rect l="0" t="0" r="r" b="b"/>
            <a:pathLst>
              <a:path w="6589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7"/>
                  <a:pt x="23" y="189"/>
                </a:cubicBezTo>
                <a:cubicBezTo>
                  <a:pt x="31" y="170"/>
                  <a:pt x="40" y="153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6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6284" y="0"/>
                </a:lnTo>
                <a:cubicBezTo>
                  <a:pt x="6304" y="0"/>
                  <a:pt x="6324" y="2"/>
                  <a:pt x="6343" y="6"/>
                </a:cubicBezTo>
                <a:cubicBezTo>
                  <a:pt x="6363" y="9"/>
                  <a:pt x="6382" y="15"/>
                  <a:pt x="6400" y="23"/>
                </a:cubicBezTo>
                <a:cubicBezTo>
                  <a:pt x="6420" y="30"/>
                  <a:pt x="6437" y="40"/>
                  <a:pt x="6454" y="51"/>
                </a:cubicBezTo>
                <a:cubicBezTo>
                  <a:pt x="6471" y="62"/>
                  <a:pt x="6486" y="76"/>
                  <a:pt x="6500" y="90"/>
                </a:cubicBezTo>
                <a:cubicBezTo>
                  <a:pt x="6514" y="104"/>
                  <a:pt x="6527" y="119"/>
                  <a:pt x="6538" y="136"/>
                </a:cubicBezTo>
                <a:cubicBezTo>
                  <a:pt x="6549" y="153"/>
                  <a:pt x="6558" y="170"/>
                  <a:pt x="6566" y="189"/>
                </a:cubicBezTo>
                <a:cubicBezTo>
                  <a:pt x="6574" y="207"/>
                  <a:pt x="6579" y="226"/>
                  <a:pt x="6583" y="246"/>
                </a:cubicBezTo>
                <a:cubicBezTo>
                  <a:pt x="6587" y="265"/>
                  <a:pt x="6589" y="285"/>
                  <a:pt x="6589" y="305"/>
                </a:cubicBezTo>
                <a:cubicBezTo>
                  <a:pt x="6589" y="325"/>
                  <a:pt x="6587" y="345"/>
                  <a:pt x="6583" y="364"/>
                </a:cubicBezTo>
                <a:cubicBezTo>
                  <a:pt x="6579" y="384"/>
                  <a:pt x="6574" y="403"/>
                  <a:pt x="6566" y="421"/>
                </a:cubicBezTo>
                <a:cubicBezTo>
                  <a:pt x="6558" y="440"/>
                  <a:pt x="6549" y="457"/>
                  <a:pt x="6538" y="474"/>
                </a:cubicBezTo>
                <a:cubicBezTo>
                  <a:pt x="6527" y="491"/>
                  <a:pt x="6514" y="506"/>
                  <a:pt x="6500" y="520"/>
                </a:cubicBezTo>
                <a:cubicBezTo>
                  <a:pt x="6486" y="534"/>
                  <a:pt x="6471" y="547"/>
                  <a:pt x="6454" y="558"/>
                </a:cubicBezTo>
                <a:cubicBezTo>
                  <a:pt x="6437" y="569"/>
                  <a:pt x="6420" y="578"/>
                  <a:pt x="6400" y="586"/>
                </a:cubicBezTo>
                <a:cubicBezTo>
                  <a:pt x="6382" y="594"/>
                  <a:pt x="6363" y="599"/>
                  <a:pt x="6343" y="603"/>
                </a:cubicBezTo>
                <a:cubicBezTo>
                  <a:pt x="6324" y="607"/>
                  <a:pt x="6304" y="609"/>
                  <a:pt x="6284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986800" y="4029120"/>
            <a:ext cx="1396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nieuwe eis komt ernaast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087960" y="4289040"/>
            <a:ext cx="2529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b2a6b"/>
                </a:solidFill>
                <a:latin typeface="Arial"/>
                <a:ea typeface="Arial"/>
              </a:rPr>
              <a:t>catalogus en planning · aanbod melden · v1.2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757680" y="4690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5" name=""/>
          <p:cNvSpPr txBox="1"/>
          <p:nvPr/>
        </p:nvSpPr>
        <p:spPr>
          <a:xfrm>
            <a:off x="439920" y="262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667040" y="2295720"/>
            <a:ext cx="0" cy="192240"/>
          </a:xfrm>
          <a:custGeom>
            <a:avLst/>
            <a:gdLst/>
            <a:ahLst/>
            <a:rect l="0" t="0" r="r" b="b"/>
            <a:pathLst>
              <a:path fill="none" w="0" h="534">
                <a:moveTo>
                  <a:pt x="0" y="0"/>
                </a:moveTo>
                <a:lnTo>
                  <a:pt x="0" y="48"/>
                </a:lnTo>
                <a:cubicBezTo>
                  <a:pt x="0" y="96"/>
                  <a:pt x="0" y="193"/>
                  <a:pt x="0" y="282"/>
                </a:cubicBezTo>
                <a:cubicBezTo>
                  <a:pt x="0" y="371"/>
                  <a:pt x="0" y="452"/>
                  <a:pt x="0" y="493"/>
                </a:cubicBezTo>
                <a:lnTo>
                  <a:pt x="0" y="534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650480" y="2471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94" y="0"/>
                </a:moveTo>
                <a:lnTo>
                  <a:pt x="47" y="94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647600" y="246960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2" y="15"/>
                </a:moveTo>
                <a:lnTo>
                  <a:pt x="97" y="23"/>
                </a:lnTo>
                <a:lnTo>
                  <a:pt x="88" y="19"/>
                </a:lnTo>
                <a:lnTo>
                  <a:pt x="93" y="11"/>
                </a:lnTo>
                <a:lnTo>
                  <a:pt x="102" y="15"/>
                </a:lnTo>
                <a:moveTo>
                  <a:pt x="97" y="23"/>
                </a:moveTo>
                <a:lnTo>
                  <a:pt x="93" y="31"/>
                </a:lnTo>
                <a:lnTo>
                  <a:pt x="84" y="27"/>
                </a:lnTo>
                <a:lnTo>
                  <a:pt x="88" y="19"/>
                </a:lnTo>
                <a:lnTo>
                  <a:pt x="97" y="23"/>
                </a:lnTo>
                <a:moveTo>
                  <a:pt x="93" y="31"/>
                </a:moveTo>
                <a:lnTo>
                  <a:pt x="88" y="40"/>
                </a:lnTo>
                <a:lnTo>
                  <a:pt x="80" y="35"/>
                </a:lnTo>
                <a:lnTo>
                  <a:pt x="84" y="27"/>
                </a:lnTo>
                <a:lnTo>
                  <a:pt x="93" y="31"/>
                </a:lnTo>
                <a:moveTo>
                  <a:pt x="88" y="40"/>
                </a:moveTo>
                <a:lnTo>
                  <a:pt x="84" y="49"/>
                </a:lnTo>
                <a:lnTo>
                  <a:pt x="76" y="45"/>
                </a:lnTo>
                <a:lnTo>
                  <a:pt x="80" y="35"/>
                </a:lnTo>
                <a:lnTo>
                  <a:pt x="88" y="40"/>
                </a:lnTo>
                <a:moveTo>
                  <a:pt x="84" y="49"/>
                </a:moveTo>
                <a:lnTo>
                  <a:pt x="80" y="57"/>
                </a:lnTo>
                <a:lnTo>
                  <a:pt x="71" y="53"/>
                </a:lnTo>
                <a:lnTo>
                  <a:pt x="76" y="45"/>
                </a:lnTo>
                <a:lnTo>
                  <a:pt x="84" y="49"/>
                </a:lnTo>
                <a:moveTo>
                  <a:pt x="80" y="57"/>
                </a:moveTo>
                <a:lnTo>
                  <a:pt x="76" y="65"/>
                </a:lnTo>
                <a:lnTo>
                  <a:pt x="67" y="61"/>
                </a:lnTo>
                <a:lnTo>
                  <a:pt x="71" y="53"/>
                </a:lnTo>
                <a:lnTo>
                  <a:pt x="80" y="57"/>
                </a:lnTo>
                <a:moveTo>
                  <a:pt x="76" y="65"/>
                </a:moveTo>
                <a:lnTo>
                  <a:pt x="71" y="74"/>
                </a:lnTo>
                <a:lnTo>
                  <a:pt x="63" y="70"/>
                </a:lnTo>
                <a:lnTo>
                  <a:pt x="67" y="61"/>
                </a:lnTo>
                <a:lnTo>
                  <a:pt x="76" y="65"/>
                </a:lnTo>
                <a:moveTo>
                  <a:pt x="71" y="74"/>
                </a:moveTo>
                <a:lnTo>
                  <a:pt x="67" y="82"/>
                </a:lnTo>
                <a:lnTo>
                  <a:pt x="59" y="78"/>
                </a:lnTo>
                <a:lnTo>
                  <a:pt x="63" y="70"/>
                </a:lnTo>
                <a:lnTo>
                  <a:pt x="71" y="74"/>
                </a:lnTo>
                <a:moveTo>
                  <a:pt x="67" y="82"/>
                </a:moveTo>
                <a:lnTo>
                  <a:pt x="63" y="90"/>
                </a:lnTo>
                <a:lnTo>
                  <a:pt x="55" y="86"/>
                </a:lnTo>
                <a:lnTo>
                  <a:pt x="59" y="78"/>
                </a:lnTo>
                <a:lnTo>
                  <a:pt x="67" y="82"/>
                </a:lnTo>
                <a:moveTo>
                  <a:pt x="63" y="90"/>
                </a:moveTo>
                <a:lnTo>
                  <a:pt x="59" y="99"/>
                </a:lnTo>
                <a:lnTo>
                  <a:pt x="51" y="95"/>
                </a:lnTo>
                <a:lnTo>
                  <a:pt x="55" y="86"/>
                </a:lnTo>
                <a:lnTo>
                  <a:pt x="63" y="90"/>
                </a:lnTo>
                <a:moveTo>
                  <a:pt x="59" y="99"/>
                </a:moveTo>
                <a:lnTo>
                  <a:pt x="54" y="109"/>
                </a:lnTo>
                <a:lnTo>
                  <a:pt x="47" y="93"/>
                </a:lnTo>
                <a:lnTo>
                  <a:pt x="55" y="89"/>
                </a:lnTo>
                <a:lnTo>
                  <a:pt x="58" y="96"/>
                </a:lnTo>
                <a:lnTo>
                  <a:pt x="54" y="98"/>
                </a:lnTo>
                <a:lnTo>
                  <a:pt x="50" y="96"/>
                </a:lnTo>
                <a:lnTo>
                  <a:pt x="51" y="95"/>
                </a:lnTo>
                <a:lnTo>
                  <a:pt x="59" y="99"/>
                </a:lnTo>
                <a:moveTo>
                  <a:pt x="47" y="93"/>
                </a:moveTo>
                <a:lnTo>
                  <a:pt x="42" y="85"/>
                </a:lnTo>
                <a:lnTo>
                  <a:pt x="51" y="81"/>
                </a:lnTo>
                <a:lnTo>
                  <a:pt x="55" y="89"/>
                </a:lnTo>
                <a:lnTo>
                  <a:pt x="47" y="93"/>
                </a:lnTo>
                <a:moveTo>
                  <a:pt x="42" y="85"/>
                </a:moveTo>
                <a:lnTo>
                  <a:pt x="38" y="77"/>
                </a:lnTo>
                <a:lnTo>
                  <a:pt x="47" y="73"/>
                </a:lnTo>
                <a:lnTo>
                  <a:pt x="51" y="81"/>
                </a:lnTo>
                <a:lnTo>
                  <a:pt x="42" y="85"/>
                </a:lnTo>
                <a:moveTo>
                  <a:pt x="38" y="77"/>
                </a:moveTo>
                <a:lnTo>
                  <a:pt x="34" y="68"/>
                </a:lnTo>
                <a:lnTo>
                  <a:pt x="42" y="64"/>
                </a:lnTo>
                <a:lnTo>
                  <a:pt x="47" y="73"/>
                </a:lnTo>
                <a:lnTo>
                  <a:pt x="38" y="77"/>
                </a:lnTo>
                <a:moveTo>
                  <a:pt x="34" y="68"/>
                </a:moveTo>
                <a:lnTo>
                  <a:pt x="30" y="60"/>
                </a:lnTo>
                <a:lnTo>
                  <a:pt x="38" y="56"/>
                </a:lnTo>
                <a:lnTo>
                  <a:pt x="42" y="64"/>
                </a:lnTo>
                <a:lnTo>
                  <a:pt x="34" y="68"/>
                </a:lnTo>
                <a:moveTo>
                  <a:pt x="30" y="60"/>
                </a:moveTo>
                <a:lnTo>
                  <a:pt x="26" y="52"/>
                </a:lnTo>
                <a:lnTo>
                  <a:pt x="34" y="48"/>
                </a:lnTo>
                <a:lnTo>
                  <a:pt x="38" y="56"/>
                </a:lnTo>
                <a:lnTo>
                  <a:pt x="30" y="60"/>
                </a:lnTo>
                <a:moveTo>
                  <a:pt x="26" y="52"/>
                </a:moveTo>
                <a:lnTo>
                  <a:pt x="22" y="44"/>
                </a:lnTo>
                <a:lnTo>
                  <a:pt x="30" y="38"/>
                </a:lnTo>
                <a:lnTo>
                  <a:pt x="34" y="48"/>
                </a:lnTo>
                <a:lnTo>
                  <a:pt x="26" y="52"/>
                </a:lnTo>
                <a:moveTo>
                  <a:pt x="22" y="44"/>
                </a:moveTo>
                <a:lnTo>
                  <a:pt x="17" y="34"/>
                </a:lnTo>
                <a:lnTo>
                  <a:pt x="26" y="30"/>
                </a:lnTo>
                <a:lnTo>
                  <a:pt x="30" y="38"/>
                </a:lnTo>
                <a:lnTo>
                  <a:pt x="22" y="44"/>
                </a:lnTo>
                <a:moveTo>
                  <a:pt x="17" y="34"/>
                </a:moveTo>
                <a:lnTo>
                  <a:pt x="13" y="26"/>
                </a:lnTo>
                <a:lnTo>
                  <a:pt x="22" y="22"/>
                </a:lnTo>
                <a:lnTo>
                  <a:pt x="26" y="30"/>
                </a:lnTo>
                <a:lnTo>
                  <a:pt x="17" y="34"/>
                </a:lnTo>
                <a:moveTo>
                  <a:pt x="13" y="26"/>
                </a:moveTo>
                <a:lnTo>
                  <a:pt x="9" y="18"/>
                </a:lnTo>
                <a:lnTo>
                  <a:pt x="17" y="13"/>
                </a:lnTo>
                <a:lnTo>
                  <a:pt x="22" y="22"/>
                </a:lnTo>
                <a:lnTo>
                  <a:pt x="13" y="26"/>
                </a:lnTo>
                <a:moveTo>
                  <a:pt x="9" y="18"/>
                </a:moveTo>
                <a:lnTo>
                  <a:pt x="5" y="9"/>
                </a:lnTo>
                <a:lnTo>
                  <a:pt x="13" y="5"/>
                </a:lnTo>
                <a:lnTo>
                  <a:pt x="17" y="13"/>
                </a:lnTo>
                <a:lnTo>
                  <a:pt x="9" y="18"/>
                </a:lnTo>
                <a:moveTo>
                  <a:pt x="5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3" y="5"/>
                </a:lnTo>
                <a:lnTo>
                  <a:pt x="5" y="9"/>
                </a:lnTo>
                <a:moveTo>
                  <a:pt x="14" y="0"/>
                </a:moveTo>
                <a:lnTo>
                  <a:pt x="23" y="0"/>
                </a:lnTo>
                <a:lnTo>
                  <a:pt x="23" y="9"/>
                </a:lnTo>
                <a:lnTo>
                  <a:pt x="14" y="9"/>
                </a:lnTo>
                <a:lnTo>
                  <a:pt x="14" y="0"/>
                </a:lnTo>
                <a:moveTo>
                  <a:pt x="23" y="0"/>
                </a:moveTo>
                <a:lnTo>
                  <a:pt x="32" y="0"/>
                </a:lnTo>
                <a:lnTo>
                  <a:pt x="32" y="9"/>
                </a:lnTo>
                <a:lnTo>
                  <a:pt x="23" y="9"/>
                </a:lnTo>
                <a:lnTo>
                  <a:pt x="23" y="0"/>
                </a:lnTo>
                <a:moveTo>
                  <a:pt x="32" y="0"/>
                </a:moveTo>
                <a:lnTo>
                  <a:pt x="41" y="0"/>
                </a:lnTo>
                <a:lnTo>
                  <a:pt x="41" y="9"/>
                </a:lnTo>
                <a:lnTo>
                  <a:pt x="32" y="9"/>
                </a:lnTo>
                <a:lnTo>
                  <a:pt x="32" y="0"/>
                </a:lnTo>
                <a:moveTo>
                  <a:pt x="41" y="0"/>
                </a:moveTo>
                <a:lnTo>
                  <a:pt x="51" y="0"/>
                </a:lnTo>
                <a:lnTo>
                  <a:pt x="51" y="9"/>
                </a:lnTo>
                <a:lnTo>
                  <a:pt x="41" y="9"/>
                </a:lnTo>
                <a:lnTo>
                  <a:pt x="41" y="0"/>
                </a:lnTo>
                <a:moveTo>
                  <a:pt x="51" y="0"/>
                </a:moveTo>
                <a:lnTo>
                  <a:pt x="60" y="0"/>
                </a:lnTo>
                <a:lnTo>
                  <a:pt x="60" y="9"/>
                </a:lnTo>
                <a:lnTo>
                  <a:pt x="51" y="9"/>
                </a:lnTo>
                <a:lnTo>
                  <a:pt x="51" y="0"/>
                </a:lnTo>
                <a:moveTo>
                  <a:pt x="60" y="0"/>
                </a:moveTo>
                <a:lnTo>
                  <a:pt x="69" y="0"/>
                </a:lnTo>
                <a:lnTo>
                  <a:pt x="69" y="9"/>
                </a:lnTo>
                <a:lnTo>
                  <a:pt x="60" y="9"/>
                </a:lnTo>
                <a:lnTo>
                  <a:pt x="60" y="0"/>
                </a:lnTo>
                <a:moveTo>
                  <a:pt x="69" y="0"/>
                </a:moveTo>
                <a:lnTo>
                  <a:pt x="79" y="0"/>
                </a:lnTo>
                <a:lnTo>
                  <a:pt x="79" y="9"/>
                </a:lnTo>
                <a:lnTo>
                  <a:pt x="69" y="9"/>
                </a:lnTo>
                <a:lnTo>
                  <a:pt x="69" y="0"/>
                </a:lnTo>
                <a:moveTo>
                  <a:pt x="79" y="0"/>
                </a:moveTo>
                <a:lnTo>
                  <a:pt x="88" y="0"/>
                </a:lnTo>
                <a:lnTo>
                  <a:pt x="88" y="9"/>
                </a:lnTo>
                <a:lnTo>
                  <a:pt x="79" y="9"/>
                </a:lnTo>
                <a:lnTo>
                  <a:pt x="79" y="0"/>
                </a:lnTo>
                <a:moveTo>
                  <a:pt x="88" y="0"/>
                </a:moveTo>
                <a:lnTo>
                  <a:pt x="98" y="0"/>
                </a:lnTo>
                <a:lnTo>
                  <a:pt x="98" y="9"/>
                </a:lnTo>
                <a:lnTo>
                  <a:pt x="88" y="9"/>
                </a:lnTo>
                <a:lnTo>
                  <a:pt x="88" y="0"/>
                </a:lnTo>
                <a:moveTo>
                  <a:pt x="98" y="0"/>
                </a:moveTo>
                <a:lnTo>
                  <a:pt x="109" y="0"/>
                </a:lnTo>
                <a:lnTo>
                  <a:pt x="102" y="15"/>
                </a:lnTo>
                <a:lnTo>
                  <a:pt x="93" y="11"/>
                </a:lnTo>
                <a:lnTo>
                  <a:pt x="97" y="2"/>
                </a:lnTo>
                <a:lnTo>
                  <a:pt x="102" y="4"/>
                </a:lnTo>
                <a:lnTo>
                  <a:pt x="102" y="9"/>
                </a:lnTo>
                <a:lnTo>
                  <a:pt x="98" y="9"/>
                </a:lnTo>
                <a:lnTo>
                  <a:pt x="9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57200" y="851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91800" y="276048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871880" y="2743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870080" y="274104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5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8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3"/>
                </a:lnTo>
                <a:lnTo>
                  <a:pt x="37" y="28"/>
                </a:lnTo>
                <a:lnTo>
                  <a:pt x="41" y="20"/>
                </a:lnTo>
                <a:moveTo>
                  <a:pt x="49" y="24"/>
                </a:moveTo>
                <a:lnTo>
                  <a:pt x="58" y="28"/>
                </a:lnTo>
                <a:lnTo>
                  <a:pt x="54" y="38"/>
                </a:lnTo>
                <a:lnTo>
                  <a:pt x="45" y="33"/>
                </a:lnTo>
                <a:lnTo>
                  <a:pt x="49" y="24"/>
                </a:lnTo>
                <a:moveTo>
                  <a:pt x="58" y="28"/>
                </a:moveTo>
                <a:lnTo>
                  <a:pt x="66" y="33"/>
                </a:lnTo>
                <a:lnTo>
                  <a:pt x="62" y="42"/>
                </a:lnTo>
                <a:lnTo>
                  <a:pt x="54" y="38"/>
                </a:lnTo>
                <a:lnTo>
                  <a:pt x="58" y="28"/>
                </a:lnTo>
                <a:moveTo>
                  <a:pt x="66" y="33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3"/>
                </a:lnTo>
                <a:moveTo>
                  <a:pt x="74" y="38"/>
                </a:moveTo>
                <a:lnTo>
                  <a:pt x="83" y="42"/>
                </a:lnTo>
                <a:lnTo>
                  <a:pt x="79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8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8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8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2" y="58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3"/>
                </a:lnTo>
                <a:lnTo>
                  <a:pt x="48" y="75"/>
                </a:lnTo>
                <a:lnTo>
                  <a:pt x="57" y="71"/>
                </a:lnTo>
                <a:lnTo>
                  <a:pt x="61" y="79"/>
                </a:lnTo>
                <a:moveTo>
                  <a:pt x="52" y="83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3"/>
                </a:lnTo>
                <a:moveTo>
                  <a:pt x="44" y="88"/>
                </a:moveTo>
                <a:lnTo>
                  <a:pt x="36" y="92"/>
                </a:lnTo>
                <a:lnTo>
                  <a:pt x="32" y="83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3" y="88"/>
                </a:lnTo>
                <a:lnTo>
                  <a:pt x="32" y="83"/>
                </a:lnTo>
                <a:lnTo>
                  <a:pt x="36" y="92"/>
                </a:lnTo>
                <a:moveTo>
                  <a:pt x="28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8" y="96"/>
                </a:lnTo>
                <a:moveTo>
                  <a:pt x="19" y="100"/>
                </a:moveTo>
                <a:lnTo>
                  <a:pt x="11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1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1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8"/>
                </a:lnTo>
                <a:lnTo>
                  <a:pt x="10" y="58"/>
                </a:lnTo>
                <a:lnTo>
                  <a:pt x="10" y="68"/>
                </a:lnTo>
                <a:lnTo>
                  <a:pt x="0" y="68"/>
                </a:lnTo>
                <a:moveTo>
                  <a:pt x="0" y="58"/>
                </a:moveTo>
                <a:lnTo>
                  <a:pt x="0" y="49"/>
                </a:lnTo>
                <a:lnTo>
                  <a:pt x="10" y="49"/>
                </a:lnTo>
                <a:lnTo>
                  <a:pt x="10" y="58"/>
                </a:lnTo>
                <a:lnTo>
                  <a:pt x="0" y="58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0"/>
                </a:lnTo>
                <a:lnTo>
                  <a:pt x="10" y="30"/>
                </a:lnTo>
                <a:lnTo>
                  <a:pt x="10" y="40"/>
                </a:lnTo>
                <a:lnTo>
                  <a:pt x="0" y="40"/>
                </a:lnTo>
                <a:moveTo>
                  <a:pt x="0" y="30"/>
                </a:moveTo>
                <a:lnTo>
                  <a:pt x="0" y="20"/>
                </a:lnTo>
                <a:lnTo>
                  <a:pt x="10" y="20"/>
                </a:lnTo>
                <a:lnTo>
                  <a:pt x="10" y="30"/>
                </a:lnTo>
                <a:lnTo>
                  <a:pt x="0" y="30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560840" y="2513520"/>
            <a:ext cx="236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3739680" y="2722320"/>
            <a:ext cx="80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030640" y="2722320"/>
            <a:ext cx="62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168768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2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1967760" y="19760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0"/>
                </a:moveTo>
                <a:lnTo>
                  <a:pt x="93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196596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7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8" y="29"/>
                </a:lnTo>
                <a:lnTo>
                  <a:pt x="53" y="38"/>
                </a:lnTo>
                <a:lnTo>
                  <a:pt x="44" y="34"/>
                </a:lnTo>
                <a:lnTo>
                  <a:pt x="48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2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7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2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08736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36744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36564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7" y="8"/>
                </a:moveTo>
                <a:lnTo>
                  <a:pt x="25" y="12"/>
                </a:lnTo>
                <a:lnTo>
                  <a:pt x="21" y="20"/>
                </a:lnTo>
                <a:lnTo>
                  <a:pt x="11" y="16"/>
                </a:lnTo>
                <a:lnTo>
                  <a:pt x="17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1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50" y="24"/>
                </a:lnTo>
                <a:lnTo>
                  <a:pt x="46" y="34"/>
                </a:lnTo>
                <a:lnTo>
                  <a:pt x="37" y="29"/>
                </a:lnTo>
                <a:lnTo>
                  <a:pt x="41" y="20"/>
                </a:lnTo>
                <a:moveTo>
                  <a:pt x="50" y="24"/>
                </a:moveTo>
                <a:lnTo>
                  <a:pt x="58" y="29"/>
                </a:lnTo>
                <a:lnTo>
                  <a:pt x="54" y="38"/>
                </a:lnTo>
                <a:lnTo>
                  <a:pt x="46" y="34"/>
                </a:lnTo>
                <a:lnTo>
                  <a:pt x="50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4" y="38"/>
                </a:lnTo>
                <a:lnTo>
                  <a:pt x="58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6"/>
                </a:lnTo>
                <a:lnTo>
                  <a:pt x="62" y="42"/>
                </a:lnTo>
                <a:lnTo>
                  <a:pt x="66" y="34"/>
                </a:lnTo>
                <a:moveTo>
                  <a:pt x="75" y="38"/>
                </a:moveTo>
                <a:lnTo>
                  <a:pt x="83" y="42"/>
                </a:lnTo>
                <a:lnTo>
                  <a:pt x="79" y="50"/>
                </a:lnTo>
                <a:lnTo>
                  <a:pt x="71" y="46"/>
                </a:lnTo>
                <a:lnTo>
                  <a:pt x="75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100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100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9"/>
                </a:lnTo>
                <a:lnTo>
                  <a:pt x="100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8" y="71"/>
                </a:lnTo>
                <a:lnTo>
                  <a:pt x="74" y="63"/>
                </a:lnTo>
                <a:lnTo>
                  <a:pt x="82" y="59"/>
                </a:lnTo>
                <a:lnTo>
                  <a:pt x="86" y="67"/>
                </a:lnTo>
                <a:moveTo>
                  <a:pt x="78" y="71"/>
                </a:moveTo>
                <a:lnTo>
                  <a:pt x="69" y="75"/>
                </a:lnTo>
                <a:lnTo>
                  <a:pt x="65" y="67"/>
                </a:lnTo>
                <a:lnTo>
                  <a:pt x="74" y="63"/>
                </a:lnTo>
                <a:lnTo>
                  <a:pt x="78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3" y="84"/>
                </a:lnTo>
                <a:lnTo>
                  <a:pt x="49" y="75"/>
                </a:lnTo>
                <a:lnTo>
                  <a:pt x="57" y="71"/>
                </a:lnTo>
                <a:lnTo>
                  <a:pt x="61" y="79"/>
                </a:lnTo>
                <a:moveTo>
                  <a:pt x="53" y="84"/>
                </a:moveTo>
                <a:lnTo>
                  <a:pt x="44" y="88"/>
                </a:lnTo>
                <a:lnTo>
                  <a:pt x="40" y="79"/>
                </a:lnTo>
                <a:lnTo>
                  <a:pt x="49" y="75"/>
                </a:lnTo>
                <a:lnTo>
                  <a:pt x="53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4" y="88"/>
                </a:lnTo>
                <a:lnTo>
                  <a:pt x="32" y="84"/>
                </a:lnTo>
                <a:lnTo>
                  <a:pt x="36" y="92"/>
                </a:lnTo>
                <a:moveTo>
                  <a:pt x="28" y="96"/>
                </a:moveTo>
                <a:lnTo>
                  <a:pt x="20" y="100"/>
                </a:lnTo>
                <a:lnTo>
                  <a:pt x="15" y="92"/>
                </a:lnTo>
                <a:lnTo>
                  <a:pt x="24" y="88"/>
                </a:lnTo>
                <a:lnTo>
                  <a:pt x="28" y="96"/>
                </a:lnTo>
                <a:moveTo>
                  <a:pt x="20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20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10" y="59"/>
                </a:lnTo>
                <a:lnTo>
                  <a:pt x="10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10" y="49"/>
                </a:lnTo>
                <a:lnTo>
                  <a:pt x="10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10" y="31"/>
                </a:lnTo>
                <a:lnTo>
                  <a:pt x="10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10" y="20"/>
                </a:lnTo>
                <a:lnTo>
                  <a:pt x="10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7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48740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6748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6568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8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8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7" y="29"/>
                </a:lnTo>
                <a:lnTo>
                  <a:pt x="52" y="38"/>
                </a:lnTo>
                <a:lnTo>
                  <a:pt x="44" y="34"/>
                </a:lnTo>
                <a:lnTo>
                  <a:pt x="48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2" y="38"/>
                </a:lnTo>
                <a:lnTo>
                  <a:pt x="57" y="29"/>
                </a:lnTo>
                <a:moveTo>
                  <a:pt x="65" y="34"/>
                </a:moveTo>
                <a:lnTo>
                  <a:pt x="73" y="38"/>
                </a:lnTo>
                <a:lnTo>
                  <a:pt x="69" y="46"/>
                </a:lnTo>
                <a:lnTo>
                  <a:pt x="61" y="42"/>
                </a:lnTo>
                <a:lnTo>
                  <a:pt x="65" y="34"/>
                </a:lnTo>
                <a:moveTo>
                  <a:pt x="73" y="38"/>
                </a:moveTo>
                <a:lnTo>
                  <a:pt x="81" y="42"/>
                </a:lnTo>
                <a:lnTo>
                  <a:pt x="77" y="50"/>
                </a:lnTo>
                <a:lnTo>
                  <a:pt x="69" y="46"/>
                </a:lnTo>
                <a:lnTo>
                  <a:pt x="73" y="38"/>
                </a:lnTo>
                <a:moveTo>
                  <a:pt x="81" y="42"/>
                </a:moveTo>
                <a:lnTo>
                  <a:pt x="91" y="46"/>
                </a:lnTo>
                <a:lnTo>
                  <a:pt x="87" y="54"/>
                </a:lnTo>
                <a:lnTo>
                  <a:pt x="77" y="50"/>
                </a:lnTo>
                <a:lnTo>
                  <a:pt x="81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0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6" y="71"/>
                </a:lnTo>
                <a:lnTo>
                  <a:pt x="72" y="63"/>
                </a:lnTo>
                <a:lnTo>
                  <a:pt x="80" y="59"/>
                </a:lnTo>
                <a:lnTo>
                  <a:pt x="85" y="67"/>
                </a:lnTo>
                <a:moveTo>
                  <a:pt x="76" y="71"/>
                </a:moveTo>
                <a:lnTo>
                  <a:pt x="68" y="75"/>
                </a:lnTo>
                <a:lnTo>
                  <a:pt x="64" y="67"/>
                </a:lnTo>
                <a:lnTo>
                  <a:pt x="72" y="63"/>
                </a:lnTo>
                <a:lnTo>
                  <a:pt x="76" y="71"/>
                </a:lnTo>
                <a:moveTo>
                  <a:pt x="68" y="75"/>
                </a:moveTo>
                <a:lnTo>
                  <a:pt x="60" y="79"/>
                </a:lnTo>
                <a:lnTo>
                  <a:pt x="55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1" y="84"/>
                </a:lnTo>
                <a:lnTo>
                  <a:pt x="47" y="75"/>
                </a:lnTo>
                <a:lnTo>
                  <a:pt x="55" y="71"/>
                </a:lnTo>
                <a:lnTo>
                  <a:pt x="60" y="79"/>
                </a:lnTo>
                <a:moveTo>
                  <a:pt x="51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1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588708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616716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165720" y="197316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0" y="16"/>
                </a:lnTo>
                <a:lnTo>
                  <a:pt x="15" y="8"/>
                </a:lnTo>
                <a:moveTo>
                  <a:pt x="23" y="12"/>
                </a:moveTo>
                <a:lnTo>
                  <a:pt x="31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1" y="16"/>
                </a:moveTo>
                <a:lnTo>
                  <a:pt x="39" y="20"/>
                </a:lnTo>
                <a:lnTo>
                  <a:pt x="35" y="29"/>
                </a:lnTo>
                <a:lnTo>
                  <a:pt x="27" y="24"/>
                </a:lnTo>
                <a:lnTo>
                  <a:pt x="31" y="16"/>
                </a:lnTo>
                <a:moveTo>
                  <a:pt x="39" y="20"/>
                </a:moveTo>
                <a:lnTo>
                  <a:pt x="49" y="24"/>
                </a:lnTo>
                <a:lnTo>
                  <a:pt x="44" y="34"/>
                </a:lnTo>
                <a:lnTo>
                  <a:pt x="35" y="29"/>
                </a:lnTo>
                <a:lnTo>
                  <a:pt x="39" y="20"/>
                </a:lnTo>
                <a:moveTo>
                  <a:pt x="49" y="24"/>
                </a:moveTo>
                <a:lnTo>
                  <a:pt x="57" y="29"/>
                </a:lnTo>
                <a:lnTo>
                  <a:pt x="53" y="38"/>
                </a:lnTo>
                <a:lnTo>
                  <a:pt x="44" y="34"/>
                </a:lnTo>
                <a:lnTo>
                  <a:pt x="49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3" y="38"/>
                </a:lnTo>
                <a:lnTo>
                  <a:pt x="57" y="29"/>
                </a:lnTo>
                <a:moveTo>
                  <a:pt x="65" y="34"/>
                </a:moveTo>
                <a:lnTo>
                  <a:pt x="74" y="38"/>
                </a:lnTo>
                <a:lnTo>
                  <a:pt x="70" y="46"/>
                </a:lnTo>
                <a:lnTo>
                  <a:pt x="61" y="42"/>
                </a:lnTo>
                <a:lnTo>
                  <a:pt x="65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0" y="46"/>
                </a:lnTo>
                <a:lnTo>
                  <a:pt x="86" y="54"/>
                </a:lnTo>
                <a:lnTo>
                  <a:pt x="78" y="50"/>
                </a:lnTo>
                <a:lnTo>
                  <a:pt x="82" y="42"/>
                </a:lnTo>
                <a:moveTo>
                  <a:pt x="90" y="46"/>
                </a:moveTo>
                <a:lnTo>
                  <a:pt x="99" y="50"/>
                </a:lnTo>
                <a:lnTo>
                  <a:pt x="94" y="59"/>
                </a:lnTo>
                <a:lnTo>
                  <a:pt x="86" y="54"/>
                </a:lnTo>
                <a:lnTo>
                  <a:pt x="90" y="46"/>
                </a:lnTo>
                <a:moveTo>
                  <a:pt x="99" y="50"/>
                </a:moveTo>
                <a:lnTo>
                  <a:pt x="108" y="55"/>
                </a:lnTo>
                <a:lnTo>
                  <a:pt x="93" y="63"/>
                </a:lnTo>
                <a:lnTo>
                  <a:pt x="89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4" y="59"/>
                </a:lnTo>
                <a:lnTo>
                  <a:pt x="99" y="50"/>
                </a:lnTo>
                <a:moveTo>
                  <a:pt x="93" y="63"/>
                </a:moveTo>
                <a:lnTo>
                  <a:pt x="85" y="67"/>
                </a:lnTo>
                <a:lnTo>
                  <a:pt x="81" y="59"/>
                </a:lnTo>
                <a:lnTo>
                  <a:pt x="89" y="54"/>
                </a:lnTo>
                <a:lnTo>
                  <a:pt x="93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8" y="75"/>
                </a:lnTo>
                <a:lnTo>
                  <a:pt x="64" y="67"/>
                </a:lnTo>
                <a:lnTo>
                  <a:pt x="73" y="63"/>
                </a:lnTo>
                <a:lnTo>
                  <a:pt x="77" y="71"/>
                </a:lnTo>
                <a:moveTo>
                  <a:pt x="68" y="75"/>
                </a:moveTo>
                <a:lnTo>
                  <a:pt x="60" y="79"/>
                </a:lnTo>
                <a:lnTo>
                  <a:pt x="56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0" y="79"/>
                </a:lnTo>
                <a:moveTo>
                  <a:pt x="52" y="84"/>
                </a:moveTo>
                <a:lnTo>
                  <a:pt x="42" y="88"/>
                </a:lnTo>
                <a:lnTo>
                  <a:pt x="38" y="79"/>
                </a:lnTo>
                <a:lnTo>
                  <a:pt x="48" y="75"/>
                </a:lnTo>
                <a:lnTo>
                  <a:pt x="52" y="84"/>
                </a:lnTo>
                <a:moveTo>
                  <a:pt x="42" y="88"/>
                </a:moveTo>
                <a:lnTo>
                  <a:pt x="34" y="92"/>
                </a:lnTo>
                <a:lnTo>
                  <a:pt x="30" y="84"/>
                </a:lnTo>
                <a:lnTo>
                  <a:pt x="38" y="79"/>
                </a:lnTo>
                <a:lnTo>
                  <a:pt x="42" y="88"/>
                </a:lnTo>
                <a:moveTo>
                  <a:pt x="34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4" y="92"/>
                </a:lnTo>
                <a:moveTo>
                  <a:pt x="26" y="96"/>
                </a:moveTo>
                <a:lnTo>
                  <a:pt x="18" y="100"/>
                </a:lnTo>
                <a:lnTo>
                  <a:pt x="13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9" y="104"/>
                </a:lnTo>
                <a:lnTo>
                  <a:pt x="5" y="96"/>
                </a:lnTo>
                <a:lnTo>
                  <a:pt x="13" y="92"/>
                </a:lnTo>
                <a:lnTo>
                  <a:pt x="18" y="100"/>
                </a:lnTo>
                <a:moveTo>
                  <a:pt x="9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4" y="102"/>
                </a:lnTo>
                <a:lnTo>
                  <a:pt x="2" y="97"/>
                </a:lnTo>
                <a:lnTo>
                  <a:pt x="5" y="96"/>
                </a:lnTo>
                <a:lnTo>
                  <a:pt x="9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0" y="16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28712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756720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756540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4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4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4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4"/>
                </a:lnTo>
                <a:lnTo>
                  <a:pt x="37" y="29"/>
                </a:lnTo>
                <a:lnTo>
                  <a:pt x="41" y="20"/>
                </a:lnTo>
                <a:moveTo>
                  <a:pt x="49" y="24"/>
                </a:moveTo>
                <a:lnTo>
                  <a:pt x="58" y="29"/>
                </a:lnTo>
                <a:lnTo>
                  <a:pt x="53" y="38"/>
                </a:lnTo>
                <a:lnTo>
                  <a:pt x="45" y="34"/>
                </a:lnTo>
                <a:lnTo>
                  <a:pt x="49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3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7" y="96"/>
                </a:lnTo>
                <a:lnTo>
                  <a:pt x="23" y="88"/>
                </a:lnTo>
                <a:lnTo>
                  <a:pt x="32" y="84"/>
                </a:lnTo>
                <a:lnTo>
                  <a:pt x="36" y="92"/>
                </a:lnTo>
                <a:moveTo>
                  <a:pt x="27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7" y="96"/>
                </a:lnTo>
                <a:moveTo>
                  <a:pt x="19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379040" y="1698480"/>
            <a:ext cx="631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72560" y="1954440"/>
            <a:ext cx="898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233080" y="1907640"/>
            <a:ext cx="68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38356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61620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614040" y="2003760"/>
            <a:ext cx="7322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083200" y="1907640"/>
            <a:ext cx="579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997520" y="2003760"/>
            <a:ext cx="7642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6349320" y="1907640"/>
            <a:ext cx="876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58332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81596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804600" y="3814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4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8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6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997760" y="2003760"/>
            <a:ext cx="3297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757160" y="3814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4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8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6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898560" y="3893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5480" y="3814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4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8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6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856520" y="3893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2052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4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8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6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3890880" y="3893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9008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4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8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6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306040" y="3893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2528640" y="4176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10"/>
                </a:cubicBezTo>
                <a:cubicBezTo>
                  <a:pt x="3845" y="16"/>
                  <a:pt x="3861" y="24"/>
                  <a:pt x="3874" y="35"/>
                </a:cubicBezTo>
                <a:cubicBezTo>
                  <a:pt x="3888" y="47"/>
                  <a:pt x="3899" y="59"/>
                  <a:pt x="3906" y="74"/>
                </a:cubicBezTo>
                <a:cubicBezTo>
                  <a:pt x="3913" y="89"/>
                  <a:pt x="3917" y="104"/>
                  <a:pt x="3917" y="120"/>
                </a:cubicBezTo>
                <a:lnTo>
                  <a:pt x="3917" y="649"/>
                </a:lnTo>
                <a:cubicBezTo>
                  <a:pt x="3917" y="658"/>
                  <a:pt x="3916" y="668"/>
                  <a:pt x="3914" y="677"/>
                </a:cubicBezTo>
                <a:cubicBezTo>
                  <a:pt x="3912" y="686"/>
                  <a:pt x="3910" y="697"/>
                  <a:pt x="3906" y="705"/>
                </a:cubicBezTo>
                <a:cubicBezTo>
                  <a:pt x="3902" y="714"/>
                  <a:pt x="3898" y="723"/>
                  <a:pt x="3892" y="731"/>
                </a:cubicBezTo>
                <a:cubicBezTo>
                  <a:pt x="3887" y="738"/>
                  <a:pt x="3881" y="746"/>
                  <a:pt x="3874" y="753"/>
                </a:cubicBezTo>
                <a:cubicBezTo>
                  <a:pt x="3868" y="759"/>
                  <a:pt x="3860" y="765"/>
                  <a:pt x="3852" y="771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1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263916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30"/>
                </a:lnTo>
                <a:lnTo>
                  <a:pt x="278" y="410"/>
                </a:lnTo>
                <a:lnTo>
                  <a:pt x="241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8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2"/>
                </a:lnTo>
                <a:lnTo>
                  <a:pt x="15" y="199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6" y="373"/>
                </a:cubicBezTo>
                <a:lnTo>
                  <a:pt x="143" y="373"/>
                </a:lnTo>
                <a:lnTo>
                  <a:pt x="143" y="343"/>
                </a:lnTo>
                <a:lnTo>
                  <a:pt x="56" y="343"/>
                </a:lnTo>
                <a:moveTo>
                  <a:pt x="336" y="110"/>
                </a:moveTo>
                <a:lnTo>
                  <a:pt x="321" y="160"/>
                </a:lnTo>
                <a:lnTo>
                  <a:pt x="248" y="29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9"/>
                </a:cubicBezTo>
                <a:lnTo>
                  <a:pt x="109" y="108"/>
                </a:lnTo>
                <a:lnTo>
                  <a:pt x="134" y="122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9"/>
                </a:lnTo>
                <a:lnTo>
                  <a:pt x="238" y="186"/>
                </a:lnTo>
                <a:lnTo>
                  <a:pt x="335" y="215"/>
                </a:lnTo>
                <a:lnTo>
                  <a:pt x="363" y="118"/>
                </a:lnTo>
                <a:lnTo>
                  <a:pt x="336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997680" y="3893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05000" y="4176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10"/>
                </a:cubicBezTo>
                <a:cubicBezTo>
                  <a:pt x="2628" y="16"/>
                  <a:pt x="2644" y="24"/>
                  <a:pt x="2657" y="35"/>
                </a:cubicBezTo>
                <a:cubicBezTo>
                  <a:pt x="2671" y="47"/>
                  <a:pt x="2682" y="59"/>
                  <a:pt x="2689" y="74"/>
                </a:cubicBezTo>
                <a:cubicBezTo>
                  <a:pt x="2696" y="89"/>
                  <a:pt x="2700" y="104"/>
                  <a:pt x="2700" y="120"/>
                </a:cubicBezTo>
                <a:lnTo>
                  <a:pt x="2700" y="649"/>
                </a:lnTo>
                <a:cubicBezTo>
                  <a:pt x="2700" y="658"/>
                  <a:pt x="2699" y="668"/>
                  <a:pt x="2697" y="677"/>
                </a:cubicBezTo>
                <a:cubicBezTo>
                  <a:pt x="2695" y="686"/>
                  <a:pt x="2693" y="697"/>
                  <a:pt x="2689" y="705"/>
                </a:cubicBezTo>
                <a:cubicBezTo>
                  <a:pt x="2685" y="714"/>
                  <a:pt x="2681" y="723"/>
                  <a:pt x="2675" y="731"/>
                </a:cubicBezTo>
                <a:cubicBezTo>
                  <a:pt x="2670" y="738"/>
                  <a:pt x="2664" y="746"/>
                  <a:pt x="2657" y="753"/>
                </a:cubicBezTo>
                <a:cubicBezTo>
                  <a:pt x="2651" y="759"/>
                  <a:pt x="2643" y="765"/>
                  <a:pt x="2635" y="771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1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11552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30"/>
                </a:lnTo>
                <a:lnTo>
                  <a:pt x="277" y="410"/>
                </a:lnTo>
                <a:lnTo>
                  <a:pt x="240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8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2"/>
                </a:lnTo>
                <a:lnTo>
                  <a:pt x="15" y="199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5" y="373"/>
                </a:cubicBezTo>
                <a:lnTo>
                  <a:pt x="142" y="373"/>
                </a:lnTo>
                <a:lnTo>
                  <a:pt x="142" y="343"/>
                </a:lnTo>
                <a:lnTo>
                  <a:pt x="55" y="343"/>
                </a:lnTo>
                <a:moveTo>
                  <a:pt x="335" y="110"/>
                </a:moveTo>
                <a:lnTo>
                  <a:pt x="320" y="160"/>
                </a:lnTo>
                <a:lnTo>
                  <a:pt x="247" y="29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9"/>
                </a:cubicBezTo>
                <a:lnTo>
                  <a:pt x="108" y="108"/>
                </a:lnTo>
                <a:lnTo>
                  <a:pt x="133" y="122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9"/>
                </a:lnTo>
                <a:lnTo>
                  <a:pt x="237" y="186"/>
                </a:lnTo>
                <a:lnTo>
                  <a:pt x="334" y="215"/>
                </a:lnTo>
                <a:lnTo>
                  <a:pt x="364" y="118"/>
                </a:lnTo>
                <a:lnTo>
                  <a:pt x="335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828160" y="4254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5052960" y="4176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3" y="89"/>
                  <a:pt x="11" y="74"/>
                </a:cubicBezTo>
                <a:cubicBezTo>
                  <a:pt x="18" y="59"/>
                  <a:pt x="29" y="47"/>
                  <a:pt x="42" y="35"/>
                </a:cubicBezTo>
                <a:cubicBezTo>
                  <a:pt x="56" y="24"/>
                  <a:pt x="72" y="16"/>
                  <a:pt x="89" y="10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10"/>
                </a:cubicBezTo>
                <a:cubicBezTo>
                  <a:pt x="4797" y="16"/>
                  <a:pt x="4813" y="24"/>
                  <a:pt x="4826" y="35"/>
                </a:cubicBezTo>
                <a:cubicBezTo>
                  <a:pt x="4840" y="47"/>
                  <a:pt x="4851" y="59"/>
                  <a:pt x="4858" y="74"/>
                </a:cubicBezTo>
                <a:cubicBezTo>
                  <a:pt x="4865" y="89"/>
                  <a:pt x="4869" y="104"/>
                  <a:pt x="4869" y="120"/>
                </a:cubicBezTo>
                <a:lnTo>
                  <a:pt x="4869" y="649"/>
                </a:lnTo>
                <a:cubicBezTo>
                  <a:pt x="4869" y="658"/>
                  <a:pt x="4868" y="668"/>
                  <a:pt x="4866" y="677"/>
                </a:cubicBezTo>
                <a:cubicBezTo>
                  <a:pt x="4864" y="686"/>
                  <a:pt x="4862" y="697"/>
                  <a:pt x="4858" y="705"/>
                </a:cubicBezTo>
                <a:cubicBezTo>
                  <a:pt x="4854" y="714"/>
                  <a:pt x="4850" y="723"/>
                  <a:pt x="4844" y="731"/>
                </a:cubicBezTo>
                <a:cubicBezTo>
                  <a:pt x="4839" y="738"/>
                  <a:pt x="4833" y="746"/>
                  <a:pt x="4826" y="753"/>
                </a:cubicBezTo>
                <a:cubicBezTo>
                  <a:pt x="4820" y="759"/>
                  <a:pt x="4812" y="765"/>
                  <a:pt x="4804" y="771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1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1"/>
                  <a:pt x="98" y="788"/>
                  <a:pt x="89" y="784"/>
                </a:cubicBezTo>
                <a:cubicBezTo>
                  <a:pt x="81" y="780"/>
                  <a:pt x="72" y="776"/>
                  <a:pt x="64" y="771"/>
                </a:cubicBezTo>
                <a:cubicBezTo>
                  <a:pt x="56" y="765"/>
                  <a:pt x="49" y="759"/>
                  <a:pt x="42" y="753"/>
                </a:cubicBezTo>
                <a:cubicBezTo>
                  <a:pt x="36" y="746"/>
                  <a:pt x="29" y="738"/>
                  <a:pt x="24" y="731"/>
                </a:cubicBezTo>
                <a:cubicBezTo>
                  <a:pt x="19" y="723"/>
                  <a:pt x="14" y="714"/>
                  <a:pt x="11" y="705"/>
                </a:cubicBezTo>
                <a:cubicBezTo>
                  <a:pt x="7" y="697"/>
                  <a:pt x="4" y="686"/>
                  <a:pt x="2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4303080" y="4254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146920" y="4254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233440" y="4584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3833640" y="484272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66560" y="110484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14800" y="113724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1486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1478520" y="1301400"/>
            <a:ext cx="16200" cy="10080"/>
          </a:xfrm>
          <a:custGeom>
            <a:avLst/>
            <a:gdLst/>
            <a:ahLst/>
            <a:rect l="0" t="0" r="r" b="b"/>
            <a:pathLst>
              <a:path w="45" h="28">
                <a:moveTo>
                  <a:pt x="0" y="0"/>
                </a:moveTo>
                <a:lnTo>
                  <a:pt x="45" y="0"/>
                </a:lnTo>
                <a:lnTo>
                  <a:pt x="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1478520" y="131940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46480" y="132876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38800" y="129276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1582560" y="135756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3234600" y="1337400"/>
            <a:ext cx="40320" cy="48240"/>
          </a:xfrm>
          <a:custGeom>
            <a:avLst/>
            <a:gdLst/>
            <a:ahLst/>
            <a:rect l="0" t="0" r="r" b="b"/>
            <a:pathLst>
              <a:path w="112" h="134">
                <a:moveTo>
                  <a:pt x="0" y="0"/>
                </a:moveTo>
                <a:lnTo>
                  <a:pt x="112" y="67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4042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034160" y="1301400"/>
            <a:ext cx="16560" cy="10080"/>
          </a:xfrm>
          <a:custGeom>
            <a:avLst/>
            <a:gdLst/>
            <a:ahLst/>
            <a:rect l="0" t="0" r="r" b="b"/>
            <a:pathLst>
              <a:path w="46" h="28">
                <a:moveTo>
                  <a:pt x="0" y="0"/>
                </a:moveTo>
                <a:lnTo>
                  <a:pt x="46" y="0"/>
                </a:lnTo>
                <a:lnTo>
                  <a:pt x="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034160" y="131940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838800" y="135756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3322440" y="129276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514440" y="146556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0"/>
                  <a:pt x="4705" y="30"/>
                </a:cubicBezTo>
                <a:cubicBezTo>
                  <a:pt x="4714" y="39"/>
                  <a:pt x="4722" y="51"/>
                  <a:pt x="4727" y="63"/>
                </a:cubicBezTo>
                <a:cubicBezTo>
                  <a:pt x="4732" y="75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0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0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5"/>
                  <a:pt x="8" y="63"/>
                </a:cubicBezTo>
                <a:cubicBezTo>
                  <a:pt x="13" y="51"/>
                  <a:pt x="20" y="39"/>
                  <a:pt x="30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512640" y="146376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3"/>
                  <a:pt x="4699" y="18"/>
                  <a:pt x="4705" y="23"/>
                </a:cubicBezTo>
                <a:lnTo>
                  <a:pt x="4698" y="31"/>
                </a:lnTo>
                <a:cubicBezTo>
                  <a:pt x="4692" y="27"/>
                  <a:pt x="4686" y="23"/>
                  <a:pt x="4680" y="20"/>
                </a:cubicBezTo>
                <a:lnTo>
                  <a:pt x="4685" y="10"/>
                </a:lnTo>
                <a:moveTo>
                  <a:pt x="4722" y="39"/>
                </a:moveTo>
                <a:cubicBezTo>
                  <a:pt x="4727" y="47"/>
                  <a:pt x="4731" y="53"/>
                  <a:pt x="4734" y="60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7"/>
                </a:cubicBezTo>
                <a:lnTo>
                  <a:pt x="4722" y="39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8"/>
                </a:moveTo>
                <a:cubicBezTo>
                  <a:pt x="4744" y="136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1"/>
                  <a:pt x="4733" y="134"/>
                  <a:pt x="4733" y="127"/>
                </a:cubicBezTo>
                <a:lnTo>
                  <a:pt x="4744" y="128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3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4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2"/>
                </a:lnTo>
                <a:lnTo>
                  <a:pt x="4639" y="212"/>
                </a:lnTo>
                <a:cubicBezTo>
                  <a:pt x="4643" y="212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2"/>
                </a:lnTo>
                <a:lnTo>
                  <a:pt x="4607" y="212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2"/>
                </a:lnTo>
                <a:lnTo>
                  <a:pt x="4563" y="212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2"/>
                </a:lnTo>
                <a:lnTo>
                  <a:pt x="4518" y="212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2"/>
                </a:lnTo>
                <a:lnTo>
                  <a:pt x="4474" y="212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2"/>
                </a:lnTo>
                <a:lnTo>
                  <a:pt x="4429" y="212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2"/>
                </a:lnTo>
                <a:lnTo>
                  <a:pt x="4385" y="212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2"/>
                </a:lnTo>
                <a:lnTo>
                  <a:pt x="4340" y="212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2"/>
                </a:lnTo>
                <a:lnTo>
                  <a:pt x="4296" y="212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2"/>
                </a:lnTo>
                <a:lnTo>
                  <a:pt x="4252" y="212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2"/>
                </a:lnTo>
                <a:lnTo>
                  <a:pt x="4207" y="212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2"/>
                </a:lnTo>
                <a:lnTo>
                  <a:pt x="4163" y="212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2"/>
                </a:lnTo>
                <a:lnTo>
                  <a:pt x="4118" y="212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2"/>
                </a:lnTo>
                <a:lnTo>
                  <a:pt x="4074" y="212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2"/>
                </a:lnTo>
                <a:lnTo>
                  <a:pt x="4029" y="212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2"/>
                </a:lnTo>
                <a:lnTo>
                  <a:pt x="3985" y="212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2"/>
                </a:lnTo>
                <a:lnTo>
                  <a:pt x="3940" y="212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2"/>
                </a:lnTo>
                <a:lnTo>
                  <a:pt x="3896" y="212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2"/>
                </a:lnTo>
                <a:lnTo>
                  <a:pt x="3852" y="212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2"/>
                </a:lnTo>
                <a:lnTo>
                  <a:pt x="3807" y="212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2"/>
                </a:lnTo>
                <a:lnTo>
                  <a:pt x="3763" y="212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2"/>
                </a:lnTo>
                <a:lnTo>
                  <a:pt x="3718" y="212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2"/>
                </a:lnTo>
                <a:lnTo>
                  <a:pt x="3674" y="212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2"/>
                </a:lnTo>
                <a:lnTo>
                  <a:pt x="3629" y="212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2"/>
                </a:lnTo>
                <a:lnTo>
                  <a:pt x="3585" y="212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2"/>
                </a:lnTo>
                <a:lnTo>
                  <a:pt x="3540" y="212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2"/>
                </a:lnTo>
                <a:lnTo>
                  <a:pt x="3496" y="212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2"/>
                </a:lnTo>
                <a:lnTo>
                  <a:pt x="3452" y="212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2"/>
                </a:lnTo>
                <a:lnTo>
                  <a:pt x="3407" y="212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2"/>
                </a:lnTo>
                <a:lnTo>
                  <a:pt x="3363" y="212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2"/>
                </a:lnTo>
                <a:lnTo>
                  <a:pt x="3318" y="212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2"/>
                </a:lnTo>
                <a:lnTo>
                  <a:pt x="3274" y="212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2"/>
                </a:lnTo>
                <a:lnTo>
                  <a:pt x="3229" y="212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2"/>
                </a:lnTo>
                <a:lnTo>
                  <a:pt x="3185" y="212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2"/>
                </a:lnTo>
                <a:lnTo>
                  <a:pt x="3141" y="212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2"/>
                </a:lnTo>
                <a:lnTo>
                  <a:pt x="3096" y="212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2"/>
                </a:lnTo>
                <a:lnTo>
                  <a:pt x="3052" y="212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2"/>
                </a:lnTo>
                <a:lnTo>
                  <a:pt x="3007" y="212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2"/>
                </a:lnTo>
                <a:lnTo>
                  <a:pt x="2963" y="212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2"/>
                </a:lnTo>
                <a:lnTo>
                  <a:pt x="2918" y="212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2"/>
                </a:lnTo>
                <a:lnTo>
                  <a:pt x="2874" y="212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2"/>
                </a:lnTo>
                <a:lnTo>
                  <a:pt x="2829" y="212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2"/>
                </a:lnTo>
                <a:lnTo>
                  <a:pt x="2785" y="212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2"/>
                </a:lnTo>
                <a:lnTo>
                  <a:pt x="2741" y="212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2"/>
                </a:lnTo>
                <a:lnTo>
                  <a:pt x="2696" y="212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2"/>
                </a:lnTo>
                <a:lnTo>
                  <a:pt x="2652" y="212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2"/>
                </a:lnTo>
                <a:lnTo>
                  <a:pt x="2607" y="212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2"/>
                </a:lnTo>
                <a:lnTo>
                  <a:pt x="2563" y="212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2"/>
                </a:lnTo>
                <a:lnTo>
                  <a:pt x="2518" y="212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2"/>
                </a:lnTo>
                <a:lnTo>
                  <a:pt x="2474" y="212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2"/>
                </a:lnTo>
                <a:lnTo>
                  <a:pt x="2429" y="212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2"/>
                </a:lnTo>
                <a:lnTo>
                  <a:pt x="2385" y="212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2"/>
                </a:lnTo>
                <a:lnTo>
                  <a:pt x="2341" y="212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2"/>
                </a:lnTo>
                <a:lnTo>
                  <a:pt x="2296" y="212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2"/>
                </a:lnTo>
                <a:lnTo>
                  <a:pt x="2252" y="212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2"/>
                </a:lnTo>
                <a:lnTo>
                  <a:pt x="2207" y="212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2"/>
                </a:lnTo>
                <a:lnTo>
                  <a:pt x="2163" y="212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2"/>
                </a:lnTo>
                <a:lnTo>
                  <a:pt x="2118" y="212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2"/>
                </a:lnTo>
                <a:lnTo>
                  <a:pt x="2074" y="212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2"/>
                </a:lnTo>
                <a:lnTo>
                  <a:pt x="2029" y="212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2"/>
                </a:lnTo>
                <a:lnTo>
                  <a:pt x="1985" y="212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2"/>
                </a:lnTo>
                <a:lnTo>
                  <a:pt x="1941" y="212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2"/>
                </a:lnTo>
                <a:lnTo>
                  <a:pt x="1896" y="212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2"/>
                </a:lnTo>
                <a:lnTo>
                  <a:pt x="1852" y="212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2"/>
                </a:lnTo>
                <a:lnTo>
                  <a:pt x="1807" y="212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2"/>
                </a:lnTo>
                <a:lnTo>
                  <a:pt x="1763" y="212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2"/>
                </a:lnTo>
                <a:lnTo>
                  <a:pt x="1718" y="212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2"/>
                </a:lnTo>
                <a:lnTo>
                  <a:pt x="1674" y="212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2"/>
                </a:lnTo>
                <a:lnTo>
                  <a:pt x="1630" y="212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2"/>
                </a:lnTo>
                <a:lnTo>
                  <a:pt x="1585" y="212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2"/>
                </a:lnTo>
                <a:lnTo>
                  <a:pt x="1541" y="212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2"/>
                </a:lnTo>
                <a:lnTo>
                  <a:pt x="1496" y="212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2"/>
                </a:lnTo>
                <a:lnTo>
                  <a:pt x="1452" y="212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2"/>
                </a:lnTo>
                <a:lnTo>
                  <a:pt x="1407" y="212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2"/>
                </a:lnTo>
                <a:lnTo>
                  <a:pt x="1363" y="212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2"/>
                </a:lnTo>
                <a:lnTo>
                  <a:pt x="1318" y="212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2"/>
                </a:lnTo>
                <a:lnTo>
                  <a:pt x="1274" y="212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2"/>
                </a:lnTo>
                <a:lnTo>
                  <a:pt x="1230" y="212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2"/>
                </a:lnTo>
                <a:lnTo>
                  <a:pt x="1185" y="212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2"/>
                </a:lnTo>
                <a:lnTo>
                  <a:pt x="1141" y="212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2"/>
                </a:lnTo>
                <a:lnTo>
                  <a:pt x="1096" y="212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2"/>
                </a:lnTo>
                <a:lnTo>
                  <a:pt x="1052" y="212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2"/>
                </a:lnTo>
                <a:lnTo>
                  <a:pt x="1007" y="212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2"/>
                </a:lnTo>
                <a:lnTo>
                  <a:pt x="963" y="212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2"/>
                </a:lnTo>
                <a:lnTo>
                  <a:pt x="917" y="212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2"/>
                </a:lnTo>
                <a:lnTo>
                  <a:pt x="873" y="212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2"/>
                </a:lnTo>
                <a:lnTo>
                  <a:pt x="829" y="212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2"/>
                </a:lnTo>
                <a:lnTo>
                  <a:pt x="784" y="212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2"/>
                </a:lnTo>
                <a:lnTo>
                  <a:pt x="740" y="212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2"/>
                </a:lnTo>
                <a:lnTo>
                  <a:pt x="695" y="212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2"/>
                </a:lnTo>
                <a:lnTo>
                  <a:pt x="651" y="212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2"/>
                </a:lnTo>
                <a:lnTo>
                  <a:pt x="606" y="212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2"/>
                </a:lnTo>
                <a:lnTo>
                  <a:pt x="562" y="212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2"/>
                </a:lnTo>
                <a:lnTo>
                  <a:pt x="518" y="212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2"/>
                </a:lnTo>
                <a:lnTo>
                  <a:pt x="473" y="212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2"/>
                </a:lnTo>
                <a:lnTo>
                  <a:pt x="429" y="212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2"/>
                </a:lnTo>
                <a:lnTo>
                  <a:pt x="384" y="212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2"/>
                </a:lnTo>
                <a:lnTo>
                  <a:pt x="340" y="212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2"/>
                </a:lnTo>
                <a:lnTo>
                  <a:pt x="295" y="212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2"/>
                </a:lnTo>
                <a:lnTo>
                  <a:pt x="251" y="212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2"/>
                </a:lnTo>
                <a:lnTo>
                  <a:pt x="206" y="212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2"/>
                </a:lnTo>
                <a:lnTo>
                  <a:pt x="162" y="212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2"/>
                  <a:pt x="105" y="212"/>
                </a:cubicBezTo>
                <a:lnTo>
                  <a:pt x="118" y="212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6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99"/>
                  <a:pt x="1" y="92"/>
                  <a:pt x="2" y="85"/>
                </a:cubicBezTo>
                <a:lnTo>
                  <a:pt x="13" y="87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2"/>
                </a:moveTo>
                <a:cubicBezTo>
                  <a:pt x="13" y="55"/>
                  <a:pt x="17" y="48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2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8"/>
                  <a:pt x="45" y="33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322440" y="135756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1635480" y="136152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100"/>
                </a:lnTo>
                <a:lnTo>
                  <a:pt x="0" y="100"/>
                </a:lnTo>
                <a:lnTo>
                  <a:pt x="0" y="66"/>
                </a:lnTo>
                <a:lnTo>
                  <a:pt x="18" y="66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7"/>
                </a:moveTo>
                <a:lnTo>
                  <a:pt x="18" y="300"/>
                </a:lnTo>
                <a:lnTo>
                  <a:pt x="0" y="300"/>
                </a:lnTo>
                <a:lnTo>
                  <a:pt x="0" y="267"/>
                </a:lnTo>
                <a:lnTo>
                  <a:pt x="18" y="267"/>
                </a:lnTo>
                <a:moveTo>
                  <a:pt x="18" y="334"/>
                </a:moveTo>
                <a:lnTo>
                  <a:pt x="18" y="367"/>
                </a:lnTo>
                <a:lnTo>
                  <a:pt x="0" y="367"/>
                </a:lnTo>
                <a:lnTo>
                  <a:pt x="0" y="334"/>
                </a:lnTo>
                <a:lnTo>
                  <a:pt x="18" y="334"/>
                </a:lnTo>
                <a:moveTo>
                  <a:pt x="18" y="401"/>
                </a:moveTo>
                <a:lnTo>
                  <a:pt x="18" y="434"/>
                </a:lnTo>
                <a:lnTo>
                  <a:pt x="0" y="434"/>
                </a:lnTo>
                <a:lnTo>
                  <a:pt x="0" y="401"/>
                </a:lnTo>
                <a:lnTo>
                  <a:pt x="18" y="401"/>
                </a:lnTo>
                <a:moveTo>
                  <a:pt x="18" y="468"/>
                </a:moveTo>
                <a:lnTo>
                  <a:pt x="18" y="502"/>
                </a:lnTo>
                <a:lnTo>
                  <a:pt x="0" y="502"/>
                </a:lnTo>
                <a:lnTo>
                  <a:pt x="0" y="468"/>
                </a:lnTo>
                <a:lnTo>
                  <a:pt x="18" y="468"/>
                </a:lnTo>
                <a:moveTo>
                  <a:pt x="18" y="535"/>
                </a:moveTo>
                <a:lnTo>
                  <a:pt x="18" y="569"/>
                </a:lnTo>
                <a:lnTo>
                  <a:pt x="0" y="569"/>
                </a:lnTo>
                <a:lnTo>
                  <a:pt x="0" y="535"/>
                </a:lnTo>
                <a:lnTo>
                  <a:pt x="18" y="53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19640" y="159408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3"/>
                </a:moveTo>
                <a:lnTo>
                  <a:pt x="17" y="167"/>
                </a:lnTo>
                <a:lnTo>
                  <a:pt x="0" y="167"/>
                </a:lnTo>
                <a:lnTo>
                  <a:pt x="0" y="133"/>
                </a:lnTo>
                <a:lnTo>
                  <a:pt x="17" y="133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7"/>
                </a:lnTo>
                <a:lnTo>
                  <a:pt x="0" y="367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8"/>
                </a:lnTo>
                <a:lnTo>
                  <a:pt x="0" y="768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2"/>
                </a:moveTo>
                <a:lnTo>
                  <a:pt x="17" y="1036"/>
                </a:lnTo>
                <a:lnTo>
                  <a:pt x="0" y="1036"/>
                </a:lnTo>
                <a:lnTo>
                  <a:pt x="0" y="1002"/>
                </a:lnTo>
                <a:lnTo>
                  <a:pt x="17" y="1002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3"/>
                </a:moveTo>
                <a:lnTo>
                  <a:pt x="17" y="1437"/>
                </a:lnTo>
                <a:lnTo>
                  <a:pt x="0" y="1437"/>
                </a:lnTo>
                <a:lnTo>
                  <a:pt x="0" y="1403"/>
                </a:lnTo>
                <a:lnTo>
                  <a:pt x="17" y="1403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7"/>
                </a:lnTo>
                <a:lnTo>
                  <a:pt x="0" y="1637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8"/>
                </a:lnTo>
                <a:lnTo>
                  <a:pt x="0" y="2038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2"/>
                </a:moveTo>
                <a:lnTo>
                  <a:pt x="17" y="2306"/>
                </a:lnTo>
                <a:lnTo>
                  <a:pt x="0" y="2306"/>
                </a:lnTo>
                <a:lnTo>
                  <a:pt x="0" y="2272"/>
                </a:lnTo>
                <a:lnTo>
                  <a:pt x="17" y="2272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3"/>
                </a:moveTo>
                <a:lnTo>
                  <a:pt x="17" y="2707"/>
                </a:lnTo>
                <a:lnTo>
                  <a:pt x="0" y="2707"/>
                </a:lnTo>
                <a:lnTo>
                  <a:pt x="0" y="2673"/>
                </a:lnTo>
                <a:lnTo>
                  <a:pt x="17" y="2673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7"/>
                </a:lnTo>
                <a:lnTo>
                  <a:pt x="0" y="2907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8"/>
                </a:lnTo>
                <a:lnTo>
                  <a:pt x="0" y="3308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2"/>
                </a:moveTo>
                <a:lnTo>
                  <a:pt x="17" y="3576"/>
                </a:lnTo>
                <a:lnTo>
                  <a:pt x="0" y="3576"/>
                </a:lnTo>
                <a:lnTo>
                  <a:pt x="0" y="3542"/>
                </a:lnTo>
                <a:lnTo>
                  <a:pt x="17" y="3542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0"/>
                </a:lnTo>
                <a:lnTo>
                  <a:pt x="0" y="3710"/>
                </a:lnTo>
                <a:lnTo>
                  <a:pt x="0" y="3676"/>
                </a:lnTo>
                <a:lnTo>
                  <a:pt x="17" y="3676"/>
                </a:lnTo>
                <a:moveTo>
                  <a:pt x="17" y="3743"/>
                </a:moveTo>
                <a:lnTo>
                  <a:pt x="17" y="3776"/>
                </a:lnTo>
                <a:lnTo>
                  <a:pt x="0" y="3776"/>
                </a:lnTo>
                <a:lnTo>
                  <a:pt x="0" y="3743"/>
                </a:lnTo>
                <a:lnTo>
                  <a:pt x="17" y="3743"/>
                </a:lnTo>
                <a:moveTo>
                  <a:pt x="17" y="3810"/>
                </a:moveTo>
                <a:lnTo>
                  <a:pt x="17" y="3843"/>
                </a:lnTo>
                <a:lnTo>
                  <a:pt x="0" y="3843"/>
                </a:lnTo>
                <a:lnTo>
                  <a:pt x="0" y="3810"/>
                </a:lnTo>
                <a:lnTo>
                  <a:pt x="17" y="3810"/>
                </a:lnTo>
                <a:moveTo>
                  <a:pt x="17" y="3877"/>
                </a:moveTo>
                <a:lnTo>
                  <a:pt x="17" y="3910"/>
                </a:lnTo>
                <a:lnTo>
                  <a:pt x="0" y="3910"/>
                </a:lnTo>
                <a:lnTo>
                  <a:pt x="0" y="3877"/>
                </a:lnTo>
                <a:lnTo>
                  <a:pt x="17" y="3877"/>
                </a:lnTo>
                <a:moveTo>
                  <a:pt x="17" y="3943"/>
                </a:moveTo>
                <a:lnTo>
                  <a:pt x="17" y="3978"/>
                </a:lnTo>
                <a:lnTo>
                  <a:pt x="0" y="3978"/>
                </a:lnTo>
                <a:lnTo>
                  <a:pt x="0" y="3943"/>
                </a:lnTo>
                <a:lnTo>
                  <a:pt x="17" y="3943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8"/>
                </a:lnTo>
                <a:lnTo>
                  <a:pt x="0" y="4178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79"/>
                </a:lnTo>
                <a:lnTo>
                  <a:pt x="0" y="4579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3"/>
                </a:moveTo>
                <a:lnTo>
                  <a:pt x="17" y="4847"/>
                </a:lnTo>
                <a:lnTo>
                  <a:pt x="0" y="4847"/>
                </a:lnTo>
                <a:lnTo>
                  <a:pt x="0" y="4813"/>
                </a:lnTo>
                <a:lnTo>
                  <a:pt x="17" y="4813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4"/>
                </a:moveTo>
                <a:lnTo>
                  <a:pt x="17" y="5248"/>
                </a:lnTo>
                <a:lnTo>
                  <a:pt x="0" y="5248"/>
                </a:lnTo>
                <a:lnTo>
                  <a:pt x="0" y="5214"/>
                </a:lnTo>
                <a:lnTo>
                  <a:pt x="17" y="5214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8"/>
                </a:lnTo>
                <a:lnTo>
                  <a:pt x="0" y="5448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034160" y="162612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034160" y="16401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546480" y="147744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66720" y="162144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994200" y="186264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994200" y="187668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666720" y="168660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520" y="185832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954240" y="22356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3954240" y="22496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722520" y="192312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78680" y="223128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3914280" y="260856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3914280" y="26226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778680" y="229608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34480" y="260424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3874320" y="298152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874320" y="299556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34480" y="266904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890640" y="297720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890640" y="304200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890640" y="31176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890640" y="318564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90640" y="32540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34480" y="274464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834480" y="281268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834480" y="288108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78680" y="237168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778680" y="243972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78680" y="25081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22520" y="19987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722520" y="206676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22520" y="21351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3650400" y="365148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3650400" y="36655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666720" y="176220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364716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666720" y="371160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666720" y="37872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6720" y="385560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66720" y="39236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514800" y="405288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14800" y="412884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14800" y="420516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8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5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91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92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5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8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1019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