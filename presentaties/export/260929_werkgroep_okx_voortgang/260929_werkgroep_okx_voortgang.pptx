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61880" y="1885680"/>
            <a:ext cx="2590920" cy="1195920"/>
          </a:xfrm>
          <a:custGeom>
            <a:avLst/>
            <a:gdLst/>
            <a:ahLst/>
            <a:rect l="0" t="0" r="r" b="b"/>
            <a:pathLst>
              <a:path w="7197" h="3322">
                <a:moveTo>
                  <a:pt x="0" y="301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2" y="5"/>
                </a:cubicBezTo>
                <a:cubicBezTo>
                  <a:pt x="6972" y="9"/>
                  <a:pt x="6991" y="14"/>
                  <a:pt x="7010" y="20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4"/>
                  <a:pt x="7094" y="65"/>
                  <a:pt x="7108" y="78"/>
                </a:cubicBezTo>
                <a:cubicBezTo>
                  <a:pt x="7122" y="90"/>
                  <a:pt x="7135" y="103"/>
                  <a:pt x="7146" y="118"/>
                </a:cubicBezTo>
                <a:cubicBezTo>
                  <a:pt x="7157" y="132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0"/>
                  <a:pt x="7197" y="247"/>
                  <a:pt x="7197" y="265"/>
                </a:cubicBezTo>
                <a:lnTo>
                  <a:pt x="7197" y="3016"/>
                </a:lnTo>
                <a:cubicBezTo>
                  <a:pt x="7197" y="3036"/>
                  <a:pt x="7195" y="3056"/>
                  <a:pt x="7192" y="3077"/>
                </a:cubicBezTo>
                <a:cubicBezTo>
                  <a:pt x="7188" y="3096"/>
                  <a:pt x="7182" y="3115"/>
                  <a:pt x="7174" y="3134"/>
                </a:cubicBezTo>
                <a:cubicBezTo>
                  <a:pt x="7167" y="3152"/>
                  <a:pt x="7157" y="3170"/>
                  <a:pt x="7146" y="3187"/>
                </a:cubicBezTo>
                <a:cubicBezTo>
                  <a:pt x="7135" y="3203"/>
                  <a:pt x="7122" y="3219"/>
                  <a:pt x="7108" y="3233"/>
                </a:cubicBezTo>
                <a:cubicBezTo>
                  <a:pt x="7094" y="3247"/>
                  <a:pt x="7079" y="3259"/>
                  <a:pt x="7062" y="3270"/>
                </a:cubicBezTo>
                <a:cubicBezTo>
                  <a:pt x="7046" y="3282"/>
                  <a:pt x="7028" y="3291"/>
                  <a:pt x="7010" y="3299"/>
                </a:cubicBezTo>
                <a:cubicBezTo>
                  <a:pt x="6991" y="3306"/>
                  <a:pt x="6972" y="3312"/>
                  <a:pt x="6952" y="3316"/>
                </a:cubicBezTo>
                <a:cubicBezTo>
                  <a:pt x="6933" y="3320"/>
                  <a:pt x="6913" y="3322"/>
                  <a:pt x="6893" y="3322"/>
                </a:cubicBezTo>
                <a:lnTo>
                  <a:pt x="304" y="3322"/>
                </a:lnTo>
                <a:cubicBezTo>
                  <a:pt x="284" y="3322"/>
                  <a:pt x="264" y="3320"/>
                  <a:pt x="245" y="3316"/>
                </a:cubicBezTo>
                <a:cubicBezTo>
                  <a:pt x="225" y="3312"/>
                  <a:pt x="206" y="3306"/>
                  <a:pt x="188" y="3299"/>
                </a:cubicBezTo>
                <a:cubicBezTo>
                  <a:pt x="169" y="3291"/>
                  <a:pt x="152" y="3282"/>
                  <a:pt x="135" y="3270"/>
                </a:cubicBezTo>
                <a:cubicBezTo>
                  <a:pt x="118" y="3259"/>
                  <a:pt x="103" y="3247"/>
                  <a:pt x="89" y="3233"/>
                </a:cubicBezTo>
                <a:cubicBezTo>
                  <a:pt x="75" y="3219"/>
                  <a:pt x="62" y="3203"/>
                  <a:pt x="51" y="3187"/>
                </a:cubicBezTo>
                <a:cubicBezTo>
                  <a:pt x="40" y="3170"/>
                  <a:pt x="31" y="3152"/>
                  <a:pt x="23" y="3134"/>
                </a:cubicBezTo>
                <a:cubicBezTo>
                  <a:pt x="15" y="3115"/>
                  <a:pt x="9" y="3096"/>
                  <a:pt x="6" y="3077"/>
                </a:cubicBezTo>
                <a:cubicBezTo>
                  <a:pt x="2" y="3056"/>
                  <a:pt x="0" y="3036"/>
                  <a:pt x="0" y="301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186660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86660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86660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86660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657360" y="2067120"/>
            <a:ext cx="272160" cy="272160"/>
          </a:xfrm>
          <a:custGeom>
            <a:avLst/>
            <a:gdLst/>
            <a:ahLst/>
            <a:rect l="0" t="0" r="r" b="b"/>
            <a:pathLst>
              <a:path w="756" h="756">
                <a:moveTo>
                  <a:pt x="756" y="756"/>
                </a:moveTo>
                <a:lnTo>
                  <a:pt x="703" y="756"/>
                </a:lnTo>
                <a:lnTo>
                  <a:pt x="703" y="620"/>
                </a:lnTo>
                <a:cubicBezTo>
                  <a:pt x="702" y="603"/>
                  <a:pt x="699" y="585"/>
                  <a:pt x="692" y="569"/>
                </a:cubicBezTo>
                <a:cubicBezTo>
                  <a:pt x="685" y="552"/>
                  <a:pt x="676" y="538"/>
                  <a:pt x="663" y="525"/>
                </a:cubicBezTo>
                <a:cubicBezTo>
                  <a:pt x="650" y="512"/>
                  <a:pt x="636" y="503"/>
                  <a:pt x="619" y="496"/>
                </a:cubicBezTo>
                <a:cubicBezTo>
                  <a:pt x="603" y="489"/>
                  <a:pt x="586" y="486"/>
                  <a:pt x="568" y="486"/>
                </a:cubicBezTo>
                <a:lnTo>
                  <a:pt x="568" y="432"/>
                </a:lnTo>
                <a:cubicBezTo>
                  <a:pt x="580" y="432"/>
                  <a:pt x="592" y="433"/>
                  <a:pt x="604" y="435"/>
                </a:cubicBezTo>
                <a:cubicBezTo>
                  <a:pt x="617" y="438"/>
                  <a:pt x="628" y="441"/>
                  <a:pt x="640" y="446"/>
                </a:cubicBezTo>
                <a:cubicBezTo>
                  <a:pt x="651" y="451"/>
                  <a:pt x="662" y="457"/>
                  <a:pt x="672" y="463"/>
                </a:cubicBezTo>
                <a:cubicBezTo>
                  <a:pt x="683" y="470"/>
                  <a:pt x="692" y="478"/>
                  <a:pt x="701" y="487"/>
                </a:cubicBezTo>
                <a:cubicBezTo>
                  <a:pt x="710" y="496"/>
                  <a:pt x="718" y="505"/>
                  <a:pt x="725" y="516"/>
                </a:cubicBezTo>
                <a:cubicBezTo>
                  <a:pt x="731" y="526"/>
                  <a:pt x="737" y="537"/>
                  <a:pt x="742" y="548"/>
                </a:cubicBezTo>
                <a:cubicBezTo>
                  <a:pt x="747" y="560"/>
                  <a:pt x="750" y="571"/>
                  <a:pt x="753" y="584"/>
                </a:cubicBezTo>
                <a:cubicBezTo>
                  <a:pt x="755" y="596"/>
                  <a:pt x="756" y="608"/>
                  <a:pt x="756" y="620"/>
                </a:cubicBezTo>
                <a:lnTo>
                  <a:pt x="756" y="756"/>
                </a:lnTo>
                <a:moveTo>
                  <a:pt x="541" y="756"/>
                </a:moveTo>
                <a:lnTo>
                  <a:pt x="487" y="756"/>
                </a:lnTo>
                <a:lnTo>
                  <a:pt x="487" y="620"/>
                </a:lnTo>
                <a:cubicBezTo>
                  <a:pt x="487" y="603"/>
                  <a:pt x="483" y="585"/>
                  <a:pt x="476" y="569"/>
                </a:cubicBezTo>
                <a:cubicBezTo>
                  <a:pt x="470" y="552"/>
                  <a:pt x="460" y="538"/>
                  <a:pt x="447" y="525"/>
                </a:cubicBezTo>
                <a:cubicBezTo>
                  <a:pt x="435" y="512"/>
                  <a:pt x="420" y="503"/>
                  <a:pt x="403" y="496"/>
                </a:cubicBezTo>
                <a:cubicBezTo>
                  <a:pt x="387" y="489"/>
                  <a:pt x="370" y="486"/>
                  <a:pt x="352" y="486"/>
                </a:cubicBezTo>
                <a:lnTo>
                  <a:pt x="190" y="486"/>
                </a:lnTo>
                <a:cubicBezTo>
                  <a:pt x="172" y="486"/>
                  <a:pt x="155" y="489"/>
                  <a:pt x="138" y="496"/>
                </a:cubicBezTo>
                <a:cubicBezTo>
                  <a:pt x="122" y="503"/>
                  <a:pt x="107" y="512"/>
                  <a:pt x="95" y="525"/>
                </a:cubicBezTo>
                <a:cubicBezTo>
                  <a:pt x="82" y="538"/>
                  <a:pt x="72" y="552"/>
                  <a:pt x="65" y="569"/>
                </a:cubicBezTo>
                <a:cubicBezTo>
                  <a:pt x="58" y="585"/>
                  <a:pt x="54" y="603"/>
                  <a:pt x="54" y="620"/>
                </a:cubicBezTo>
                <a:lnTo>
                  <a:pt x="54" y="756"/>
                </a:lnTo>
                <a:lnTo>
                  <a:pt x="0" y="756"/>
                </a:lnTo>
                <a:lnTo>
                  <a:pt x="0" y="620"/>
                </a:lnTo>
                <a:cubicBezTo>
                  <a:pt x="0" y="608"/>
                  <a:pt x="1" y="596"/>
                  <a:pt x="4" y="584"/>
                </a:cubicBezTo>
                <a:cubicBezTo>
                  <a:pt x="6" y="571"/>
                  <a:pt x="10" y="560"/>
                  <a:pt x="15" y="548"/>
                </a:cubicBezTo>
                <a:cubicBezTo>
                  <a:pt x="19" y="537"/>
                  <a:pt x="25" y="526"/>
                  <a:pt x="32" y="516"/>
                </a:cubicBezTo>
                <a:cubicBezTo>
                  <a:pt x="39" y="505"/>
                  <a:pt x="47" y="496"/>
                  <a:pt x="56" y="487"/>
                </a:cubicBezTo>
                <a:cubicBezTo>
                  <a:pt x="65" y="478"/>
                  <a:pt x="75" y="470"/>
                  <a:pt x="85" y="463"/>
                </a:cubicBezTo>
                <a:cubicBezTo>
                  <a:pt x="95" y="457"/>
                  <a:pt x="106" y="451"/>
                  <a:pt x="118" y="446"/>
                </a:cubicBezTo>
                <a:cubicBezTo>
                  <a:pt x="129" y="441"/>
                  <a:pt x="141" y="438"/>
                  <a:pt x="153" y="435"/>
                </a:cubicBezTo>
                <a:cubicBezTo>
                  <a:pt x="165" y="433"/>
                  <a:pt x="178" y="432"/>
                  <a:pt x="190" y="432"/>
                </a:cubicBezTo>
                <a:lnTo>
                  <a:pt x="352" y="432"/>
                </a:lnTo>
                <a:cubicBezTo>
                  <a:pt x="364" y="432"/>
                  <a:pt x="377" y="433"/>
                  <a:pt x="389" y="435"/>
                </a:cubicBezTo>
                <a:cubicBezTo>
                  <a:pt x="401" y="438"/>
                  <a:pt x="413" y="441"/>
                  <a:pt x="424" y="446"/>
                </a:cubicBezTo>
                <a:cubicBezTo>
                  <a:pt x="436" y="451"/>
                  <a:pt x="446" y="457"/>
                  <a:pt x="457" y="463"/>
                </a:cubicBezTo>
                <a:cubicBezTo>
                  <a:pt x="467" y="470"/>
                  <a:pt x="477" y="478"/>
                  <a:pt x="485" y="487"/>
                </a:cubicBezTo>
                <a:cubicBezTo>
                  <a:pt x="494" y="496"/>
                  <a:pt x="502" y="505"/>
                  <a:pt x="509" y="516"/>
                </a:cubicBezTo>
                <a:cubicBezTo>
                  <a:pt x="516" y="526"/>
                  <a:pt x="521" y="537"/>
                  <a:pt x="526" y="548"/>
                </a:cubicBezTo>
                <a:cubicBezTo>
                  <a:pt x="531" y="560"/>
                  <a:pt x="535" y="571"/>
                  <a:pt x="537" y="584"/>
                </a:cubicBezTo>
                <a:cubicBezTo>
                  <a:pt x="539" y="596"/>
                  <a:pt x="541" y="608"/>
                  <a:pt x="541" y="620"/>
                </a:cubicBezTo>
                <a:lnTo>
                  <a:pt x="541" y="756"/>
                </a:lnTo>
                <a:moveTo>
                  <a:pt x="487" y="0"/>
                </a:moveTo>
                <a:lnTo>
                  <a:pt x="487" y="54"/>
                </a:lnTo>
                <a:cubicBezTo>
                  <a:pt x="505" y="54"/>
                  <a:pt x="522" y="57"/>
                  <a:pt x="538" y="64"/>
                </a:cubicBezTo>
                <a:cubicBezTo>
                  <a:pt x="555" y="71"/>
                  <a:pt x="569" y="81"/>
                  <a:pt x="582" y="93"/>
                </a:cubicBezTo>
                <a:cubicBezTo>
                  <a:pt x="595" y="106"/>
                  <a:pt x="604" y="121"/>
                  <a:pt x="611" y="137"/>
                </a:cubicBezTo>
                <a:cubicBezTo>
                  <a:pt x="618" y="154"/>
                  <a:pt x="622" y="171"/>
                  <a:pt x="622" y="189"/>
                </a:cubicBezTo>
                <a:cubicBezTo>
                  <a:pt x="622" y="207"/>
                  <a:pt x="618" y="224"/>
                  <a:pt x="611" y="240"/>
                </a:cubicBezTo>
                <a:cubicBezTo>
                  <a:pt x="604" y="257"/>
                  <a:pt x="595" y="272"/>
                  <a:pt x="582" y="284"/>
                </a:cubicBezTo>
                <a:cubicBezTo>
                  <a:pt x="569" y="297"/>
                  <a:pt x="555" y="307"/>
                  <a:pt x="538" y="313"/>
                </a:cubicBezTo>
                <a:cubicBezTo>
                  <a:pt x="522" y="320"/>
                  <a:pt x="505" y="324"/>
                  <a:pt x="487" y="324"/>
                </a:cubicBezTo>
                <a:lnTo>
                  <a:pt x="487" y="378"/>
                </a:lnTo>
                <a:cubicBezTo>
                  <a:pt x="499" y="378"/>
                  <a:pt x="511" y="376"/>
                  <a:pt x="524" y="374"/>
                </a:cubicBezTo>
                <a:cubicBezTo>
                  <a:pt x="536" y="372"/>
                  <a:pt x="548" y="368"/>
                  <a:pt x="559" y="363"/>
                </a:cubicBezTo>
                <a:cubicBezTo>
                  <a:pt x="570" y="359"/>
                  <a:pt x="581" y="353"/>
                  <a:pt x="592" y="346"/>
                </a:cubicBezTo>
                <a:cubicBezTo>
                  <a:pt x="602" y="339"/>
                  <a:pt x="611" y="331"/>
                  <a:pt x="620" y="322"/>
                </a:cubicBezTo>
                <a:cubicBezTo>
                  <a:pt x="629" y="314"/>
                  <a:pt x="637" y="304"/>
                  <a:pt x="644" y="294"/>
                </a:cubicBezTo>
                <a:cubicBezTo>
                  <a:pt x="651" y="283"/>
                  <a:pt x="656" y="273"/>
                  <a:pt x="661" y="261"/>
                </a:cubicBezTo>
                <a:cubicBezTo>
                  <a:pt x="666" y="250"/>
                  <a:pt x="669" y="238"/>
                  <a:pt x="672" y="226"/>
                </a:cubicBezTo>
                <a:cubicBezTo>
                  <a:pt x="674" y="213"/>
                  <a:pt x="676" y="201"/>
                  <a:pt x="676" y="189"/>
                </a:cubicBezTo>
                <a:cubicBezTo>
                  <a:pt x="676" y="176"/>
                  <a:pt x="674" y="164"/>
                  <a:pt x="672" y="152"/>
                </a:cubicBezTo>
                <a:cubicBezTo>
                  <a:pt x="669" y="140"/>
                  <a:pt x="666" y="128"/>
                  <a:pt x="661" y="117"/>
                </a:cubicBezTo>
                <a:cubicBezTo>
                  <a:pt x="656" y="105"/>
                  <a:pt x="651" y="94"/>
                  <a:pt x="644" y="84"/>
                </a:cubicBezTo>
                <a:cubicBezTo>
                  <a:pt x="637" y="74"/>
                  <a:pt x="629" y="64"/>
                  <a:pt x="620" y="55"/>
                </a:cubicBezTo>
                <a:cubicBezTo>
                  <a:pt x="611" y="47"/>
                  <a:pt x="602" y="39"/>
                  <a:pt x="592" y="32"/>
                </a:cubicBezTo>
                <a:cubicBezTo>
                  <a:pt x="581" y="25"/>
                  <a:pt x="570" y="19"/>
                  <a:pt x="559" y="14"/>
                </a:cubicBezTo>
                <a:cubicBezTo>
                  <a:pt x="548" y="10"/>
                  <a:pt x="536" y="6"/>
                  <a:pt x="524" y="4"/>
                </a:cubicBezTo>
                <a:cubicBezTo>
                  <a:pt x="511" y="1"/>
                  <a:pt x="499" y="0"/>
                  <a:pt x="487" y="0"/>
                </a:cubicBezTo>
                <a:moveTo>
                  <a:pt x="271" y="54"/>
                </a:moveTo>
                <a:cubicBezTo>
                  <a:pt x="289" y="54"/>
                  <a:pt x="306" y="57"/>
                  <a:pt x="323" y="64"/>
                </a:cubicBezTo>
                <a:cubicBezTo>
                  <a:pt x="339" y="71"/>
                  <a:pt x="354" y="81"/>
                  <a:pt x="366" y="93"/>
                </a:cubicBezTo>
                <a:cubicBezTo>
                  <a:pt x="379" y="106"/>
                  <a:pt x="389" y="121"/>
                  <a:pt x="396" y="137"/>
                </a:cubicBezTo>
                <a:cubicBezTo>
                  <a:pt x="402" y="154"/>
                  <a:pt x="406" y="171"/>
                  <a:pt x="406" y="189"/>
                </a:cubicBezTo>
                <a:cubicBezTo>
                  <a:pt x="406" y="207"/>
                  <a:pt x="402" y="224"/>
                  <a:pt x="396" y="240"/>
                </a:cubicBezTo>
                <a:cubicBezTo>
                  <a:pt x="389" y="257"/>
                  <a:pt x="379" y="272"/>
                  <a:pt x="366" y="284"/>
                </a:cubicBezTo>
                <a:cubicBezTo>
                  <a:pt x="354" y="297"/>
                  <a:pt x="339" y="307"/>
                  <a:pt x="323" y="313"/>
                </a:cubicBezTo>
                <a:cubicBezTo>
                  <a:pt x="306" y="320"/>
                  <a:pt x="289" y="324"/>
                  <a:pt x="271" y="324"/>
                </a:cubicBezTo>
                <a:cubicBezTo>
                  <a:pt x="253" y="324"/>
                  <a:pt x="236" y="320"/>
                  <a:pt x="219" y="313"/>
                </a:cubicBezTo>
                <a:cubicBezTo>
                  <a:pt x="203" y="307"/>
                  <a:pt x="188" y="297"/>
                  <a:pt x="176" y="284"/>
                </a:cubicBezTo>
                <a:cubicBezTo>
                  <a:pt x="163" y="272"/>
                  <a:pt x="153" y="257"/>
                  <a:pt x="146" y="240"/>
                </a:cubicBezTo>
                <a:cubicBezTo>
                  <a:pt x="139" y="224"/>
                  <a:pt x="136" y="207"/>
                  <a:pt x="136" y="189"/>
                </a:cubicBezTo>
                <a:cubicBezTo>
                  <a:pt x="136" y="171"/>
                  <a:pt x="139" y="154"/>
                  <a:pt x="146" y="137"/>
                </a:cubicBezTo>
                <a:cubicBezTo>
                  <a:pt x="153" y="121"/>
                  <a:pt x="163" y="106"/>
                  <a:pt x="176" y="93"/>
                </a:cubicBezTo>
                <a:cubicBezTo>
                  <a:pt x="188" y="81"/>
                  <a:pt x="203" y="71"/>
                  <a:pt x="219" y="64"/>
                </a:cubicBezTo>
                <a:cubicBezTo>
                  <a:pt x="236" y="57"/>
                  <a:pt x="253" y="54"/>
                  <a:pt x="271" y="54"/>
                </a:cubicBezTo>
                <a:moveTo>
                  <a:pt x="271" y="0"/>
                </a:moveTo>
                <a:cubicBezTo>
                  <a:pt x="259" y="0"/>
                  <a:pt x="246" y="1"/>
                  <a:pt x="234" y="4"/>
                </a:cubicBezTo>
                <a:cubicBezTo>
                  <a:pt x="222" y="6"/>
                  <a:pt x="210" y="10"/>
                  <a:pt x="199" y="14"/>
                </a:cubicBezTo>
                <a:cubicBezTo>
                  <a:pt x="187" y="19"/>
                  <a:pt x="176" y="25"/>
                  <a:pt x="166" y="32"/>
                </a:cubicBezTo>
                <a:cubicBezTo>
                  <a:pt x="156" y="39"/>
                  <a:pt x="146" y="47"/>
                  <a:pt x="137" y="55"/>
                </a:cubicBezTo>
                <a:cubicBezTo>
                  <a:pt x="129" y="64"/>
                  <a:pt x="121" y="74"/>
                  <a:pt x="114" y="84"/>
                </a:cubicBezTo>
                <a:cubicBezTo>
                  <a:pt x="107" y="94"/>
                  <a:pt x="101" y="105"/>
                  <a:pt x="96" y="117"/>
                </a:cubicBezTo>
                <a:cubicBezTo>
                  <a:pt x="92" y="128"/>
                  <a:pt x="88" y="140"/>
                  <a:pt x="86" y="152"/>
                </a:cubicBezTo>
                <a:cubicBezTo>
                  <a:pt x="83" y="164"/>
                  <a:pt x="82" y="176"/>
                  <a:pt x="82" y="189"/>
                </a:cubicBezTo>
                <a:cubicBezTo>
                  <a:pt x="82" y="201"/>
                  <a:pt x="83" y="213"/>
                  <a:pt x="86" y="226"/>
                </a:cubicBezTo>
                <a:cubicBezTo>
                  <a:pt x="88" y="238"/>
                  <a:pt x="92" y="250"/>
                  <a:pt x="96" y="261"/>
                </a:cubicBezTo>
                <a:cubicBezTo>
                  <a:pt x="101" y="273"/>
                  <a:pt x="107" y="283"/>
                  <a:pt x="114" y="294"/>
                </a:cubicBezTo>
                <a:cubicBezTo>
                  <a:pt x="121" y="304"/>
                  <a:pt x="129" y="314"/>
                  <a:pt x="137" y="322"/>
                </a:cubicBezTo>
                <a:cubicBezTo>
                  <a:pt x="146" y="331"/>
                  <a:pt x="156" y="339"/>
                  <a:pt x="166" y="346"/>
                </a:cubicBezTo>
                <a:cubicBezTo>
                  <a:pt x="176" y="353"/>
                  <a:pt x="187" y="359"/>
                  <a:pt x="199" y="363"/>
                </a:cubicBezTo>
                <a:cubicBezTo>
                  <a:pt x="210" y="368"/>
                  <a:pt x="222" y="372"/>
                  <a:pt x="234" y="374"/>
                </a:cubicBezTo>
                <a:cubicBezTo>
                  <a:pt x="246" y="376"/>
                  <a:pt x="259" y="378"/>
                  <a:pt x="271" y="378"/>
                </a:cubicBezTo>
                <a:cubicBezTo>
                  <a:pt x="283" y="378"/>
                  <a:pt x="296" y="376"/>
                  <a:pt x="308" y="374"/>
                </a:cubicBezTo>
                <a:cubicBezTo>
                  <a:pt x="320" y="372"/>
                  <a:pt x="332" y="368"/>
                  <a:pt x="343" y="363"/>
                </a:cubicBezTo>
                <a:cubicBezTo>
                  <a:pt x="355" y="359"/>
                  <a:pt x="366" y="353"/>
                  <a:pt x="376" y="346"/>
                </a:cubicBezTo>
                <a:cubicBezTo>
                  <a:pt x="386" y="339"/>
                  <a:pt x="396" y="331"/>
                  <a:pt x="404" y="322"/>
                </a:cubicBezTo>
                <a:cubicBezTo>
                  <a:pt x="413" y="314"/>
                  <a:pt x="421" y="304"/>
                  <a:pt x="428" y="294"/>
                </a:cubicBezTo>
                <a:cubicBezTo>
                  <a:pt x="435" y="283"/>
                  <a:pt x="441" y="273"/>
                  <a:pt x="445" y="261"/>
                </a:cubicBezTo>
                <a:cubicBezTo>
                  <a:pt x="450" y="250"/>
                  <a:pt x="454" y="238"/>
                  <a:pt x="456" y="226"/>
                </a:cubicBezTo>
                <a:cubicBezTo>
                  <a:pt x="459" y="213"/>
                  <a:pt x="460" y="201"/>
                  <a:pt x="460" y="189"/>
                </a:cubicBezTo>
                <a:cubicBezTo>
                  <a:pt x="460" y="176"/>
                  <a:pt x="459" y="164"/>
                  <a:pt x="456" y="152"/>
                </a:cubicBezTo>
                <a:cubicBezTo>
                  <a:pt x="454" y="140"/>
                  <a:pt x="450" y="128"/>
                  <a:pt x="445" y="117"/>
                </a:cubicBezTo>
                <a:cubicBezTo>
                  <a:pt x="441" y="105"/>
                  <a:pt x="435" y="94"/>
                  <a:pt x="428" y="84"/>
                </a:cubicBezTo>
                <a:cubicBezTo>
                  <a:pt x="421" y="74"/>
                  <a:pt x="413" y="64"/>
                  <a:pt x="404" y="55"/>
                </a:cubicBezTo>
                <a:cubicBezTo>
                  <a:pt x="396" y="47"/>
                  <a:pt x="386" y="39"/>
                  <a:pt x="376" y="32"/>
                </a:cubicBezTo>
                <a:cubicBezTo>
                  <a:pt x="366" y="25"/>
                  <a:pt x="355" y="19"/>
                  <a:pt x="343" y="14"/>
                </a:cubicBezTo>
                <a:cubicBezTo>
                  <a:pt x="332" y="10"/>
                  <a:pt x="320" y="6"/>
                  <a:pt x="308" y="4"/>
                </a:cubicBezTo>
                <a:cubicBezTo>
                  <a:pt x="296" y="1"/>
                  <a:pt x="283" y="0"/>
                  <a:pt x="271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39920" y="1063080"/>
            <a:ext cx="668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sporen, alle drie in uitvoering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93880" y="2402640"/>
            <a:ext cx="201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Ophalen wat scholen willen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12960" y="2631960"/>
            <a:ext cx="197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koplopers per leerroute;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98640" y="2793600"/>
            <a:ext cx="1753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uitgewerkt, 2 en 3 in bewerking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3376440" y="1809720"/>
            <a:ext cx="2581560" cy="1357560"/>
          </a:xfrm>
          <a:custGeom>
            <a:avLst/>
            <a:gdLst/>
            <a:ahLst/>
            <a:rect l="0" t="0" r="r" b="b"/>
            <a:pathLst>
              <a:path w="7171" h="3771">
                <a:moveTo>
                  <a:pt x="0" y="3467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1"/>
                  <a:pt x="6926" y="5"/>
                </a:cubicBezTo>
                <a:cubicBezTo>
                  <a:pt x="6946" y="8"/>
                  <a:pt x="6965" y="13"/>
                  <a:pt x="6983" y="20"/>
                </a:cubicBezTo>
                <a:cubicBezTo>
                  <a:pt x="7002" y="26"/>
                  <a:pt x="7019" y="35"/>
                  <a:pt x="7036" y="44"/>
                </a:cubicBezTo>
                <a:cubicBezTo>
                  <a:pt x="7053" y="54"/>
                  <a:pt x="7068" y="65"/>
                  <a:pt x="7082" y="77"/>
                </a:cubicBezTo>
                <a:cubicBezTo>
                  <a:pt x="7096" y="89"/>
                  <a:pt x="7109" y="103"/>
                  <a:pt x="7120" y="117"/>
                </a:cubicBezTo>
                <a:cubicBezTo>
                  <a:pt x="7131" y="132"/>
                  <a:pt x="7140" y="147"/>
                  <a:pt x="7148" y="163"/>
                </a:cubicBezTo>
                <a:cubicBezTo>
                  <a:pt x="7156" y="179"/>
                  <a:pt x="7161" y="196"/>
                  <a:pt x="7165" y="213"/>
                </a:cubicBezTo>
                <a:cubicBezTo>
                  <a:pt x="7169" y="230"/>
                  <a:pt x="7171" y="247"/>
                  <a:pt x="7171" y="264"/>
                </a:cubicBezTo>
                <a:lnTo>
                  <a:pt x="7171" y="3467"/>
                </a:lnTo>
                <a:cubicBezTo>
                  <a:pt x="7171" y="3487"/>
                  <a:pt x="7169" y="3506"/>
                  <a:pt x="7165" y="3526"/>
                </a:cubicBezTo>
                <a:cubicBezTo>
                  <a:pt x="7161" y="3546"/>
                  <a:pt x="7156" y="3565"/>
                  <a:pt x="7148" y="3583"/>
                </a:cubicBezTo>
                <a:cubicBezTo>
                  <a:pt x="7140" y="3602"/>
                  <a:pt x="7131" y="3619"/>
                  <a:pt x="7120" y="3636"/>
                </a:cubicBezTo>
                <a:cubicBezTo>
                  <a:pt x="7109" y="3652"/>
                  <a:pt x="7096" y="3668"/>
                  <a:pt x="7082" y="3682"/>
                </a:cubicBezTo>
                <a:cubicBezTo>
                  <a:pt x="7068" y="3696"/>
                  <a:pt x="7053" y="3709"/>
                  <a:pt x="7036" y="3720"/>
                </a:cubicBezTo>
                <a:cubicBezTo>
                  <a:pt x="7019" y="3731"/>
                  <a:pt x="7002" y="3740"/>
                  <a:pt x="6983" y="3748"/>
                </a:cubicBezTo>
                <a:cubicBezTo>
                  <a:pt x="6965" y="3755"/>
                  <a:pt x="6946" y="3761"/>
                  <a:pt x="6926" y="3765"/>
                </a:cubicBezTo>
                <a:cubicBezTo>
                  <a:pt x="6907" y="3769"/>
                  <a:pt x="6887" y="3771"/>
                  <a:pt x="6867" y="3771"/>
                </a:cubicBezTo>
                <a:lnTo>
                  <a:pt x="304" y="3771"/>
                </a:lnTo>
                <a:cubicBezTo>
                  <a:pt x="284" y="3771"/>
                  <a:pt x="264" y="3769"/>
                  <a:pt x="245" y="3765"/>
                </a:cubicBezTo>
                <a:cubicBezTo>
                  <a:pt x="225" y="3761"/>
                  <a:pt x="206" y="3755"/>
                  <a:pt x="188" y="3748"/>
                </a:cubicBezTo>
                <a:cubicBezTo>
                  <a:pt x="169" y="3740"/>
                  <a:pt x="152" y="3731"/>
                  <a:pt x="135" y="3720"/>
                </a:cubicBezTo>
                <a:cubicBezTo>
                  <a:pt x="119" y="3709"/>
                  <a:pt x="103" y="3696"/>
                  <a:pt x="89" y="3682"/>
                </a:cubicBezTo>
                <a:cubicBezTo>
                  <a:pt x="75" y="3668"/>
                  <a:pt x="62" y="3652"/>
                  <a:pt x="51" y="3636"/>
                </a:cubicBezTo>
                <a:cubicBezTo>
                  <a:pt x="40" y="3619"/>
                  <a:pt x="31" y="3602"/>
                  <a:pt x="23" y="3583"/>
                </a:cubicBezTo>
                <a:cubicBezTo>
                  <a:pt x="15" y="3565"/>
                  <a:pt x="10" y="3546"/>
                  <a:pt x="6" y="3526"/>
                </a:cubicBezTo>
                <a:cubicBezTo>
                  <a:pt x="2" y="3506"/>
                  <a:pt x="0" y="3487"/>
                  <a:pt x="0" y="34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3371760" y="1790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1760" y="1790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1790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371760" y="1790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562560" y="1971720"/>
            <a:ext cx="272160" cy="281880"/>
          </a:xfrm>
          <a:custGeom>
            <a:avLst/>
            <a:gdLst/>
            <a:ahLst/>
            <a:rect l="0" t="0" r="r" b="b"/>
            <a:pathLst>
              <a:path w="756" h="783">
                <a:moveTo>
                  <a:pt x="162" y="216"/>
                </a:moveTo>
                <a:cubicBezTo>
                  <a:pt x="147" y="216"/>
                  <a:pt x="134" y="213"/>
                  <a:pt x="121" y="207"/>
                </a:cubicBezTo>
                <a:cubicBezTo>
                  <a:pt x="107" y="202"/>
                  <a:pt x="96" y="194"/>
                  <a:pt x="86" y="184"/>
                </a:cubicBezTo>
                <a:cubicBezTo>
                  <a:pt x="75" y="174"/>
                  <a:pt x="68" y="162"/>
                  <a:pt x="62" y="149"/>
                </a:cubicBezTo>
                <a:cubicBezTo>
                  <a:pt x="57" y="136"/>
                  <a:pt x="54" y="122"/>
                  <a:pt x="54" y="108"/>
                </a:cubicBezTo>
                <a:cubicBezTo>
                  <a:pt x="54" y="93"/>
                  <a:pt x="57" y="80"/>
                  <a:pt x="62" y="67"/>
                </a:cubicBezTo>
                <a:cubicBezTo>
                  <a:pt x="68" y="53"/>
                  <a:pt x="75" y="42"/>
                  <a:pt x="86" y="31"/>
                </a:cubicBezTo>
                <a:cubicBezTo>
                  <a:pt x="96" y="21"/>
                  <a:pt x="107" y="14"/>
                  <a:pt x="121" y="8"/>
                </a:cubicBezTo>
                <a:cubicBezTo>
                  <a:pt x="134" y="3"/>
                  <a:pt x="147" y="0"/>
                  <a:pt x="162" y="0"/>
                </a:cubicBezTo>
                <a:cubicBezTo>
                  <a:pt x="176" y="0"/>
                  <a:pt x="190" y="3"/>
                  <a:pt x="203" y="8"/>
                </a:cubicBezTo>
                <a:cubicBezTo>
                  <a:pt x="216" y="14"/>
                  <a:pt x="228" y="21"/>
                  <a:pt x="238" y="31"/>
                </a:cubicBezTo>
                <a:cubicBezTo>
                  <a:pt x="248" y="42"/>
                  <a:pt x="256" y="53"/>
                  <a:pt x="261" y="67"/>
                </a:cubicBezTo>
                <a:cubicBezTo>
                  <a:pt x="267" y="80"/>
                  <a:pt x="270" y="93"/>
                  <a:pt x="270" y="108"/>
                </a:cubicBezTo>
                <a:cubicBezTo>
                  <a:pt x="270" y="122"/>
                  <a:pt x="267" y="136"/>
                  <a:pt x="261" y="149"/>
                </a:cubicBezTo>
                <a:cubicBezTo>
                  <a:pt x="256" y="162"/>
                  <a:pt x="248" y="174"/>
                  <a:pt x="238" y="184"/>
                </a:cubicBezTo>
                <a:cubicBezTo>
                  <a:pt x="228" y="194"/>
                  <a:pt x="216" y="202"/>
                  <a:pt x="203" y="207"/>
                </a:cubicBezTo>
                <a:cubicBezTo>
                  <a:pt x="190" y="213"/>
                  <a:pt x="176" y="216"/>
                  <a:pt x="162" y="216"/>
                </a:cubicBezTo>
                <a:moveTo>
                  <a:pt x="162" y="54"/>
                </a:moveTo>
                <a:cubicBezTo>
                  <a:pt x="155" y="54"/>
                  <a:pt x="148" y="55"/>
                  <a:pt x="141" y="58"/>
                </a:cubicBezTo>
                <a:cubicBezTo>
                  <a:pt x="135" y="61"/>
                  <a:pt x="129" y="65"/>
                  <a:pt x="124" y="70"/>
                </a:cubicBezTo>
                <a:cubicBezTo>
                  <a:pt x="119" y="75"/>
                  <a:pt x="115" y="81"/>
                  <a:pt x="112" y="87"/>
                </a:cubicBezTo>
                <a:cubicBezTo>
                  <a:pt x="109" y="94"/>
                  <a:pt x="108" y="101"/>
                  <a:pt x="108" y="108"/>
                </a:cubicBezTo>
                <a:cubicBezTo>
                  <a:pt x="108" y="115"/>
                  <a:pt x="109" y="122"/>
                  <a:pt x="112" y="128"/>
                </a:cubicBezTo>
                <a:cubicBezTo>
                  <a:pt x="115" y="135"/>
                  <a:pt x="119" y="141"/>
                  <a:pt x="124" y="146"/>
                </a:cubicBezTo>
                <a:cubicBezTo>
                  <a:pt x="129" y="151"/>
                  <a:pt x="135" y="155"/>
                  <a:pt x="141" y="158"/>
                </a:cubicBezTo>
                <a:cubicBezTo>
                  <a:pt x="148" y="160"/>
                  <a:pt x="155" y="162"/>
                  <a:pt x="162" y="162"/>
                </a:cubicBezTo>
                <a:cubicBezTo>
                  <a:pt x="169" y="162"/>
                  <a:pt x="176" y="160"/>
                  <a:pt x="182" y="158"/>
                </a:cubicBezTo>
                <a:cubicBezTo>
                  <a:pt x="189" y="155"/>
                  <a:pt x="195" y="151"/>
                  <a:pt x="200" y="146"/>
                </a:cubicBezTo>
                <a:cubicBezTo>
                  <a:pt x="205" y="141"/>
                  <a:pt x="209" y="135"/>
                  <a:pt x="212" y="128"/>
                </a:cubicBezTo>
                <a:cubicBezTo>
                  <a:pt x="214" y="122"/>
                  <a:pt x="216" y="115"/>
                  <a:pt x="216" y="108"/>
                </a:cubicBezTo>
                <a:cubicBezTo>
                  <a:pt x="216" y="101"/>
                  <a:pt x="214" y="94"/>
                  <a:pt x="212" y="87"/>
                </a:cubicBezTo>
                <a:cubicBezTo>
                  <a:pt x="209" y="81"/>
                  <a:pt x="205" y="75"/>
                  <a:pt x="200" y="70"/>
                </a:cubicBezTo>
                <a:cubicBezTo>
                  <a:pt x="195" y="65"/>
                  <a:pt x="189" y="61"/>
                  <a:pt x="182" y="58"/>
                </a:cubicBezTo>
                <a:cubicBezTo>
                  <a:pt x="176" y="55"/>
                  <a:pt x="169" y="54"/>
                  <a:pt x="162" y="54"/>
                </a:cubicBezTo>
                <a:moveTo>
                  <a:pt x="594" y="216"/>
                </a:moveTo>
                <a:cubicBezTo>
                  <a:pt x="580" y="216"/>
                  <a:pt x="566" y="213"/>
                  <a:pt x="553" y="207"/>
                </a:cubicBezTo>
                <a:cubicBezTo>
                  <a:pt x="540" y="202"/>
                  <a:pt x="528" y="194"/>
                  <a:pt x="518" y="184"/>
                </a:cubicBezTo>
                <a:cubicBezTo>
                  <a:pt x="508" y="174"/>
                  <a:pt x="500" y="162"/>
                  <a:pt x="495" y="149"/>
                </a:cubicBezTo>
                <a:cubicBezTo>
                  <a:pt x="489" y="136"/>
                  <a:pt x="487" y="122"/>
                  <a:pt x="487" y="108"/>
                </a:cubicBezTo>
                <a:cubicBezTo>
                  <a:pt x="487" y="93"/>
                  <a:pt x="489" y="80"/>
                  <a:pt x="495" y="67"/>
                </a:cubicBezTo>
                <a:cubicBezTo>
                  <a:pt x="500" y="53"/>
                  <a:pt x="508" y="42"/>
                  <a:pt x="518" y="31"/>
                </a:cubicBezTo>
                <a:cubicBezTo>
                  <a:pt x="528" y="21"/>
                  <a:pt x="540" y="14"/>
                  <a:pt x="553" y="8"/>
                </a:cubicBezTo>
                <a:cubicBezTo>
                  <a:pt x="566" y="3"/>
                  <a:pt x="580" y="0"/>
                  <a:pt x="594" y="0"/>
                </a:cubicBezTo>
                <a:cubicBezTo>
                  <a:pt x="609" y="0"/>
                  <a:pt x="622" y="3"/>
                  <a:pt x="636" y="8"/>
                </a:cubicBezTo>
                <a:cubicBezTo>
                  <a:pt x="649" y="14"/>
                  <a:pt x="661" y="21"/>
                  <a:pt x="671" y="31"/>
                </a:cubicBezTo>
                <a:cubicBezTo>
                  <a:pt x="681" y="42"/>
                  <a:pt x="689" y="53"/>
                  <a:pt x="694" y="67"/>
                </a:cubicBezTo>
                <a:cubicBezTo>
                  <a:pt x="700" y="80"/>
                  <a:pt x="702" y="93"/>
                  <a:pt x="702" y="108"/>
                </a:cubicBezTo>
                <a:cubicBezTo>
                  <a:pt x="702" y="122"/>
                  <a:pt x="700" y="136"/>
                  <a:pt x="694" y="149"/>
                </a:cubicBezTo>
                <a:cubicBezTo>
                  <a:pt x="689" y="162"/>
                  <a:pt x="681" y="174"/>
                  <a:pt x="671" y="184"/>
                </a:cubicBezTo>
                <a:cubicBezTo>
                  <a:pt x="661" y="194"/>
                  <a:pt x="649" y="202"/>
                  <a:pt x="636" y="207"/>
                </a:cubicBezTo>
                <a:cubicBezTo>
                  <a:pt x="622" y="213"/>
                  <a:pt x="609" y="216"/>
                  <a:pt x="594" y="216"/>
                </a:cubicBezTo>
                <a:moveTo>
                  <a:pt x="594" y="54"/>
                </a:moveTo>
                <a:cubicBezTo>
                  <a:pt x="587" y="54"/>
                  <a:pt x="580" y="55"/>
                  <a:pt x="574" y="58"/>
                </a:cubicBezTo>
                <a:cubicBezTo>
                  <a:pt x="567" y="61"/>
                  <a:pt x="561" y="65"/>
                  <a:pt x="556" y="70"/>
                </a:cubicBezTo>
                <a:cubicBezTo>
                  <a:pt x="551" y="75"/>
                  <a:pt x="547" y="81"/>
                  <a:pt x="545" y="87"/>
                </a:cubicBezTo>
                <a:cubicBezTo>
                  <a:pt x="542" y="94"/>
                  <a:pt x="540" y="101"/>
                  <a:pt x="540" y="108"/>
                </a:cubicBezTo>
                <a:cubicBezTo>
                  <a:pt x="540" y="115"/>
                  <a:pt x="542" y="122"/>
                  <a:pt x="545" y="128"/>
                </a:cubicBezTo>
                <a:cubicBezTo>
                  <a:pt x="547" y="135"/>
                  <a:pt x="551" y="141"/>
                  <a:pt x="556" y="146"/>
                </a:cubicBezTo>
                <a:cubicBezTo>
                  <a:pt x="561" y="151"/>
                  <a:pt x="567" y="155"/>
                  <a:pt x="574" y="158"/>
                </a:cubicBezTo>
                <a:cubicBezTo>
                  <a:pt x="580" y="160"/>
                  <a:pt x="587" y="162"/>
                  <a:pt x="594" y="162"/>
                </a:cubicBezTo>
                <a:cubicBezTo>
                  <a:pt x="602" y="162"/>
                  <a:pt x="608" y="160"/>
                  <a:pt x="615" y="158"/>
                </a:cubicBezTo>
                <a:cubicBezTo>
                  <a:pt x="622" y="155"/>
                  <a:pt x="627" y="151"/>
                  <a:pt x="633" y="146"/>
                </a:cubicBezTo>
                <a:cubicBezTo>
                  <a:pt x="638" y="141"/>
                  <a:pt x="642" y="135"/>
                  <a:pt x="644" y="128"/>
                </a:cubicBezTo>
                <a:cubicBezTo>
                  <a:pt x="647" y="122"/>
                  <a:pt x="648" y="115"/>
                  <a:pt x="648" y="108"/>
                </a:cubicBezTo>
                <a:cubicBezTo>
                  <a:pt x="648" y="101"/>
                  <a:pt x="647" y="94"/>
                  <a:pt x="644" y="87"/>
                </a:cubicBezTo>
                <a:cubicBezTo>
                  <a:pt x="642" y="81"/>
                  <a:pt x="638" y="75"/>
                  <a:pt x="633" y="70"/>
                </a:cubicBezTo>
                <a:cubicBezTo>
                  <a:pt x="627" y="65"/>
                  <a:pt x="622" y="61"/>
                  <a:pt x="615" y="58"/>
                </a:cubicBezTo>
                <a:cubicBezTo>
                  <a:pt x="608" y="55"/>
                  <a:pt x="602" y="54"/>
                  <a:pt x="594" y="54"/>
                </a:cubicBezTo>
                <a:moveTo>
                  <a:pt x="648" y="783"/>
                </a:moveTo>
                <a:lnTo>
                  <a:pt x="540" y="783"/>
                </a:lnTo>
                <a:cubicBezTo>
                  <a:pt x="533" y="783"/>
                  <a:pt x="526" y="782"/>
                  <a:pt x="520" y="779"/>
                </a:cubicBezTo>
                <a:cubicBezTo>
                  <a:pt x="513" y="776"/>
                  <a:pt x="507" y="772"/>
                  <a:pt x="502" y="767"/>
                </a:cubicBezTo>
                <a:cubicBezTo>
                  <a:pt x="497" y="762"/>
                  <a:pt x="493" y="756"/>
                  <a:pt x="491" y="750"/>
                </a:cubicBezTo>
                <a:cubicBezTo>
                  <a:pt x="488" y="743"/>
                  <a:pt x="487" y="736"/>
                  <a:pt x="487" y="729"/>
                </a:cubicBezTo>
                <a:lnTo>
                  <a:pt x="487" y="540"/>
                </a:lnTo>
                <a:lnTo>
                  <a:pt x="540" y="540"/>
                </a:lnTo>
                <a:lnTo>
                  <a:pt x="540" y="729"/>
                </a:lnTo>
                <a:lnTo>
                  <a:pt x="648" y="729"/>
                </a:lnTo>
                <a:lnTo>
                  <a:pt x="648" y="486"/>
                </a:lnTo>
                <a:lnTo>
                  <a:pt x="702" y="486"/>
                </a:lnTo>
                <a:lnTo>
                  <a:pt x="702" y="324"/>
                </a:lnTo>
                <a:cubicBezTo>
                  <a:pt x="702" y="316"/>
                  <a:pt x="700" y="310"/>
                  <a:pt x="694" y="305"/>
                </a:cubicBezTo>
                <a:cubicBezTo>
                  <a:pt x="689" y="299"/>
                  <a:pt x="683" y="297"/>
                  <a:pt x="675" y="297"/>
                </a:cubicBezTo>
                <a:lnTo>
                  <a:pt x="502" y="297"/>
                </a:lnTo>
                <a:lnTo>
                  <a:pt x="379" y="513"/>
                </a:lnTo>
                <a:lnTo>
                  <a:pt x="254" y="297"/>
                </a:lnTo>
                <a:lnTo>
                  <a:pt x="81" y="297"/>
                </a:lnTo>
                <a:cubicBezTo>
                  <a:pt x="73" y="297"/>
                  <a:pt x="67" y="299"/>
                  <a:pt x="62" y="305"/>
                </a:cubicBezTo>
                <a:cubicBezTo>
                  <a:pt x="57" y="310"/>
                  <a:pt x="54" y="316"/>
                  <a:pt x="54" y="324"/>
                </a:cubicBezTo>
                <a:lnTo>
                  <a:pt x="54" y="486"/>
                </a:lnTo>
                <a:lnTo>
                  <a:pt x="108" y="486"/>
                </a:lnTo>
                <a:lnTo>
                  <a:pt x="108" y="729"/>
                </a:lnTo>
                <a:lnTo>
                  <a:pt x="216" y="729"/>
                </a:lnTo>
                <a:lnTo>
                  <a:pt x="216" y="540"/>
                </a:lnTo>
                <a:lnTo>
                  <a:pt x="270" y="540"/>
                </a:lnTo>
                <a:lnTo>
                  <a:pt x="270" y="729"/>
                </a:lnTo>
                <a:cubicBezTo>
                  <a:pt x="270" y="736"/>
                  <a:pt x="268" y="743"/>
                  <a:pt x="266" y="750"/>
                </a:cubicBezTo>
                <a:cubicBezTo>
                  <a:pt x="263" y="756"/>
                  <a:pt x="259" y="762"/>
                  <a:pt x="254" y="767"/>
                </a:cubicBezTo>
                <a:cubicBezTo>
                  <a:pt x="249" y="772"/>
                  <a:pt x="243" y="776"/>
                  <a:pt x="236" y="779"/>
                </a:cubicBezTo>
                <a:cubicBezTo>
                  <a:pt x="230" y="782"/>
                  <a:pt x="223" y="783"/>
                  <a:pt x="216" y="783"/>
                </a:cubicBezTo>
                <a:lnTo>
                  <a:pt x="108" y="783"/>
                </a:lnTo>
                <a:cubicBezTo>
                  <a:pt x="101" y="783"/>
                  <a:pt x="94" y="782"/>
                  <a:pt x="87" y="779"/>
                </a:cubicBezTo>
                <a:cubicBezTo>
                  <a:pt x="81" y="776"/>
                  <a:pt x="75" y="772"/>
                  <a:pt x="70" y="767"/>
                </a:cubicBezTo>
                <a:cubicBezTo>
                  <a:pt x="65" y="762"/>
                  <a:pt x="61" y="756"/>
                  <a:pt x="58" y="750"/>
                </a:cubicBezTo>
                <a:cubicBezTo>
                  <a:pt x="55" y="743"/>
                  <a:pt x="54" y="736"/>
                  <a:pt x="54" y="729"/>
                </a:cubicBezTo>
                <a:lnTo>
                  <a:pt x="54" y="540"/>
                </a:lnTo>
                <a:cubicBezTo>
                  <a:pt x="47" y="540"/>
                  <a:pt x="40" y="539"/>
                  <a:pt x="33" y="536"/>
                </a:cubicBezTo>
                <a:cubicBezTo>
                  <a:pt x="27" y="534"/>
                  <a:pt x="21" y="530"/>
                  <a:pt x="16" y="525"/>
                </a:cubicBezTo>
                <a:cubicBezTo>
                  <a:pt x="11" y="520"/>
                  <a:pt x="7" y="514"/>
                  <a:pt x="4" y="507"/>
                </a:cubicBezTo>
                <a:cubicBezTo>
                  <a:pt x="1" y="500"/>
                  <a:pt x="0" y="494"/>
                  <a:pt x="0" y="486"/>
                </a:cubicBezTo>
                <a:lnTo>
                  <a:pt x="0" y="324"/>
                </a:lnTo>
                <a:cubicBezTo>
                  <a:pt x="0" y="313"/>
                  <a:pt x="2" y="303"/>
                  <a:pt x="6" y="293"/>
                </a:cubicBezTo>
                <a:cubicBezTo>
                  <a:pt x="10" y="283"/>
                  <a:pt x="16" y="274"/>
                  <a:pt x="24" y="266"/>
                </a:cubicBezTo>
                <a:cubicBezTo>
                  <a:pt x="31" y="259"/>
                  <a:pt x="40" y="253"/>
                  <a:pt x="50" y="249"/>
                </a:cubicBezTo>
                <a:cubicBezTo>
                  <a:pt x="60" y="245"/>
                  <a:pt x="70" y="243"/>
                  <a:pt x="81" y="243"/>
                </a:cubicBezTo>
                <a:lnTo>
                  <a:pt x="285" y="243"/>
                </a:lnTo>
                <a:lnTo>
                  <a:pt x="379" y="406"/>
                </a:lnTo>
                <a:lnTo>
                  <a:pt x="471" y="243"/>
                </a:lnTo>
                <a:lnTo>
                  <a:pt x="675" y="243"/>
                </a:lnTo>
                <a:cubicBezTo>
                  <a:pt x="686" y="243"/>
                  <a:pt x="696" y="245"/>
                  <a:pt x="706" y="249"/>
                </a:cubicBezTo>
                <a:cubicBezTo>
                  <a:pt x="716" y="253"/>
                  <a:pt x="725" y="259"/>
                  <a:pt x="733" y="266"/>
                </a:cubicBezTo>
                <a:cubicBezTo>
                  <a:pt x="740" y="274"/>
                  <a:pt x="746" y="283"/>
                  <a:pt x="750" y="293"/>
                </a:cubicBezTo>
                <a:cubicBezTo>
                  <a:pt x="754" y="303"/>
                  <a:pt x="756" y="313"/>
                  <a:pt x="756" y="324"/>
                </a:cubicBezTo>
                <a:lnTo>
                  <a:pt x="756" y="486"/>
                </a:lnTo>
                <a:cubicBezTo>
                  <a:pt x="756" y="494"/>
                  <a:pt x="755" y="500"/>
                  <a:pt x="752" y="507"/>
                </a:cubicBezTo>
                <a:cubicBezTo>
                  <a:pt x="749" y="514"/>
                  <a:pt x="746" y="520"/>
                  <a:pt x="740" y="525"/>
                </a:cubicBezTo>
                <a:cubicBezTo>
                  <a:pt x="735" y="530"/>
                  <a:pt x="730" y="534"/>
                  <a:pt x="723" y="536"/>
                </a:cubicBezTo>
                <a:cubicBezTo>
                  <a:pt x="716" y="539"/>
                  <a:pt x="709" y="540"/>
                  <a:pt x="702" y="540"/>
                </a:cubicBezTo>
                <a:lnTo>
                  <a:pt x="702" y="729"/>
                </a:lnTo>
                <a:cubicBezTo>
                  <a:pt x="702" y="736"/>
                  <a:pt x="701" y="743"/>
                  <a:pt x="698" y="750"/>
                </a:cubicBezTo>
                <a:cubicBezTo>
                  <a:pt x="695" y="756"/>
                  <a:pt x="692" y="762"/>
                  <a:pt x="687" y="767"/>
                </a:cubicBezTo>
                <a:cubicBezTo>
                  <a:pt x="681" y="772"/>
                  <a:pt x="676" y="776"/>
                  <a:pt x="669" y="779"/>
                </a:cubicBezTo>
                <a:cubicBezTo>
                  <a:pt x="662" y="782"/>
                  <a:pt x="656" y="783"/>
                  <a:pt x="648" y="78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115800" y="2350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705120" y="2326320"/>
            <a:ext cx="2282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Vertalen langs een vaste route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00600" y="2555640"/>
            <a:ext cx="171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begrippen, informatiemodel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591000" y="2717640"/>
            <a:ext cx="2404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informatiestromen liggen voor, afstemming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533840" y="2879640"/>
            <a:ext cx="27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loopt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6281640" y="1885680"/>
            <a:ext cx="2590920" cy="1195920"/>
          </a:xfrm>
          <a:custGeom>
            <a:avLst/>
            <a:gdLst/>
            <a:ahLst/>
            <a:rect l="0" t="0" r="r" b="b"/>
            <a:pathLst>
              <a:path w="7197" h="3322">
                <a:moveTo>
                  <a:pt x="0" y="301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3" y="5"/>
                </a:cubicBezTo>
                <a:cubicBezTo>
                  <a:pt x="6972" y="9"/>
                  <a:pt x="6991" y="14"/>
                  <a:pt x="7010" y="20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4"/>
                  <a:pt x="7094" y="65"/>
                  <a:pt x="7108" y="78"/>
                </a:cubicBezTo>
                <a:cubicBezTo>
                  <a:pt x="7122" y="90"/>
                  <a:pt x="7135" y="103"/>
                  <a:pt x="7146" y="118"/>
                </a:cubicBezTo>
                <a:cubicBezTo>
                  <a:pt x="7157" y="132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0"/>
                  <a:pt x="7197" y="247"/>
                  <a:pt x="7197" y="265"/>
                </a:cubicBezTo>
                <a:lnTo>
                  <a:pt x="7197" y="3016"/>
                </a:lnTo>
                <a:cubicBezTo>
                  <a:pt x="7197" y="3036"/>
                  <a:pt x="7195" y="3056"/>
                  <a:pt x="7192" y="3077"/>
                </a:cubicBezTo>
                <a:cubicBezTo>
                  <a:pt x="7188" y="3096"/>
                  <a:pt x="7182" y="3115"/>
                  <a:pt x="7174" y="3134"/>
                </a:cubicBezTo>
                <a:cubicBezTo>
                  <a:pt x="7167" y="3152"/>
                  <a:pt x="7157" y="3170"/>
                  <a:pt x="7146" y="3187"/>
                </a:cubicBezTo>
                <a:cubicBezTo>
                  <a:pt x="7135" y="3203"/>
                  <a:pt x="7122" y="3219"/>
                  <a:pt x="7108" y="3233"/>
                </a:cubicBezTo>
                <a:cubicBezTo>
                  <a:pt x="7094" y="3247"/>
                  <a:pt x="7079" y="3259"/>
                  <a:pt x="7062" y="3270"/>
                </a:cubicBezTo>
                <a:cubicBezTo>
                  <a:pt x="7046" y="3282"/>
                  <a:pt x="7028" y="3291"/>
                  <a:pt x="7010" y="3299"/>
                </a:cubicBezTo>
                <a:cubicBezTo>
                  <a:pt x="6991" y="3306"/>
                  <a:pt x="6972" y="3312"/>
                  <a:pt x="6953" y="3316"/>
                </a:cubicBezTo>
                <a:cubicBezTo>
                  <a:pt x="6933" y="3320"/>
                  <a:pt x="6913" y="3322"/>
                  <a:pt x="6893" y="3322"/>
                </a:cubicBezTo>
                <a:lnTo>
                  <a:pt x="304" y="3322"/>
                </a:lnTo>
                <a:cubicBezTo>
                  <a:pt x="284" y="3322"/>
                  <a:pt x="264" y="3320"/>
                  <a:pt x="245" y="3316"/>
                </a:cubicBezTo>
                <a:cubicBezTo>
                  <a:pt x="225" y="3312"/>
                  <a:pt x="206" y="3306"/>
                  <a:pt x="188" y="3299"/>
                </a:cubicBezTo>
                <a:cubicBezTo>
                  <a:pt x="169" y="3291"/>
                  <a:pt x="152" y="3282"/>
                  <a:pt x="135" y="3270"/>
                </a:cubicBezTo>
                <a:cubicBezTo>
                  <a:pt x="118" y="3259"/>
                  <a:pt x="103" y="3247"/>
                  <a:pt x="89" y="3233"/>
                </a:cubicBezTo>
                <a:cubicBezTo>
                  <a:pt x="75" y="3219"/>
                  <a:pt x="62" y="3203"/>
                  <a:pt x="51" y="3187"/>
                </a:cubicBezTo>
                <a:cubicBezTo>
                  <a:pt x="40" y="3170"/>
                  <a:pt x="31" y="3152"/>
                  <a:pt x="23" y="3134"/>
                </a:cubicBezTo>
                <a:cubicBezTo>
                  <a:pt x="15" y="3115"/>
                  <a:pt x="10" y="3096"/>
                  <a:pt x="6" y="3077"/>
                </a:cubicBezTo>
                <a:cubicBezTo>
                  <a:pt x="2" y="3056"/>
                  <a:pt x="0" y="3036"/>
                  <a:pt x="0" y="301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76960" y="186660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276960" y="186660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276960" y="186660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276960" y="186660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516000" y="2067120"/>
            <a:ext cx="194760" cy="272160"/>
          </a:xfrm>
          <a:custGeom>
            <a:avLst/>
            <a:gdLst/>
            <a:ahLst/>
            <a:rect l="0" t="0" r="r" b="b"/>
            <a:pathLst>
              <a:path w="541" h="756">
                <a:moveTo>
                  <a:pt x="533" y="197"/>
                </a:moveTo>
                <a:lnTo>
                  <a:pt x="343" y="8"/>
                </a:lnTo>
                <a:cubicBezTo>
                  <a:pt x="337" y="3"/>
                  <a:pt x="332" y="0"/>
                  <a:pt x="324" y="0"/>
                </a:cubicBezTo>
                <a:lnTo>
                  <a:pt x="54" y="0"/>
                </a:lnTo>
                <a:cubicBezTo>
                  <a:pt x="24" y="0"/>
                  <a:pt x="0" y="24"/>
                  <a:pt x="0" y="54"/>
                </a:cubicBezTo>
                <a:lnTo>
                  <a:pt x="0" y="702"/>
                </a:lnTo>
                <a:cubicBezTo>
                  <a:pt x="0" y="732"/>
                  <a:pt x="24" y="756"/>
                  <a:pt x="54" y="756"/>
                </a:cubicBezTo>
                <a:lnTo>
                  <a:pt x="486" y="756"/>
                </a:lnTo>
                <a:cubicBezTo>
                  <a:pt x="516" y="756"/>
                  <a:pt x="541" y="732"/>
                  <a:pt x="541" y="702"/>
                </a:cubicBezTo>
                <a:lnTo>
                  <a:pt x="541" y="216"/>
                </a:lnTo>
                <a:cubicBezTo>
                  <a:pt x="541" y="208"/>
                  <a:pt x="538" y="202"/>
                  <a:pt x="533" y="197"/>
                </a:cubicBezTo>
                <a:moveTo>
                  <a:pt x="324" y="65"/>
                </a:moveTo>
                <a:lnTo>
                  <a:pt x="475" y="216"/>
                </a:lnTo>
                <a:lnTo>
                  <a:pt x="324" y="216"/>
                </a:lnTo>
                <a:lnTo>
                  <a:pt x="324" y="65"/>
                </a:lnTo>
                <a:moveTo>
                  <a:pt x="486" y="702"/>
                </a:moveTo>
                <a:lnTo>
                  <a:pt x="54" y="702"/>
                </a:lnTo>
                <a:lnTo>
                  <a:pt x="54" y="54"/>
                </a:lnTo>
                <a:lnTo>
                  <a:pt x="270" y="54"/>
                </a:lnTo>
                <a:lnTo>
                  <a:pt x="270" y="216"/>
                </a:lnTo>
                <a:cubicBezTo>
                  <a:pt x="270" y="245"/>
                  <a:pt x="294" y="270"/>
                  <a:pt x="324" y="270"/>
                </a:cubicBezTo>
                <a:lnTo>
                  <a:pt x="486" y="270"/>
                </a:lnTo>
                <a:lnTo>
                  <a:pt x="486" y="702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54880" y="2203200"/>
            <a:ext cx="117000" cy="77760"/>
          </a:xfrm>
          <a:custGeom>
            <a:avLst/>
            <a:gdLst/>
            <a:ahLst/>
            <a:rect l="0" t="0" r="r" b="b"/>
            <a:pathLst>
              <a:path w="325" h="216">
                <a:moveTo>
                  <a:pt x="0" y="162"/>
                </a:moveTo>
                <a:lnTo>
                  <a:pt x="325" y="162"/>
                </a:lnTo>
                <a:lnTo>
                  <a:pt x="325" y="216"/>
                </a:lnTo>
                <a:lnTo>
                  <a:pt x="0" y="216"/>
                </a:lnTo>
                <a:lnTo>
                  <a:pt x="0" y="162"/>
                </a:lnTo>
                <a:moveTo>
                  <a:pt x="0" y="0"/>
                </a:moveTo>
                <a:lnTo>
                  <a:pt x="325" y="0"/>
                </a:lnTo>
                <a:lnTo>
                  <a:pt x="325" y="55"/>
                </a:lnTo>
                <a:lnTo>
                  <a:pt x="0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027120" y="2350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11400" y="240264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Uitwerken tot het eindproduct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06640" y="2631960"/>
            <a:ext cx="244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opbouw en eerste invulling liggen er, details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3371760"/>
            <a:ext cx="8420760" cy="819360"/>
          </a:xfrm>
          <a:custGeom>
            <a:avLst/>
            <a:gdLst/>
            <a:ahLst/>
            <a:rect l="0" t="0" r="r" b="b"/>
            <a:pathLst>
              <a:path w="23391" h="2276">
                <a:moveTo>
                  <a:pt x="0" y="0"/>
                </a:moveTo>
                <a:lnTo>
                  <a:pt x="23391" y="0"/>
                </a:lnTo>
                <a:lnTo>
                  <a:pt x="23391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371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4181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8867520" y="33717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33717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992640" y="2793600"/>
            <a:ext cx="1332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volgen met leveranciers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4320" y="3598200"/>
            <a:ext cx="89679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3d68ec"/>
                </a:solidFill>
                <a:latin typeface="Arial"/>
                <a:ea typeface="Arial"/>
              </a:rPr>
              <a:t>Wat dit kwartaal opleverde:</a:t>
            </a:r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 de drie sporen hangen nu aan elkaar. De vraag van een school is te volgen tot in wat een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34320" y="3826800"/>
            <a:ext cx="73706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leverancier moet bouwen, en andersom. Die route is er; de inhoud gaat er stap voor stap doorheen.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 txBox="1"/>
          <p:nvPr/>
        </p:nvSpPr>
        <p:spPr>
          <a:xfrm>
            <a:off x="439920" y="186480"/>
            <a:ext cx="6773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eindproduct, scherper in 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52720" y="1457280"/>
            <a:ext cx="4124880" cy="828720"/>
          </a:xfrm>
          <a:custGeom>
            <a:avLst/>
            <a:gdLst/>
            <a:ahLst/>
            <a:rect l="0" t="0" r="r" b="b"/>
            <a:pathLst>
              <a:path w="11458" h="2302">
                <a:moveTo>
                  <a:pt x="0" y="0"/>
                </a:moveTo>
                <a:lnTo>
                  <a:pt x="11458" y="0"/>
                </a:lnTo>
                <a:lnTo>
                  <a:pt x="11458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752720" y="145728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52720" y="22762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88675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105"/>
                </a:moveTo>
                <a:lnTo>
                  <a:pt x="0" y="2302"/>
                </a:lnTo>
                <a:lnTo>
                  <a:pt x="28" y="230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7527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0"/>
                </a:moveTo>
                <a:lnTo>
                  <a:pt x="0" y="2302"/>
                </a:lnTo>
                <a:lnTo>
                  <a:pt x="28" y="230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752720" y="2381040"/>
            <a:ext cx="4124880" cy="819360"/>
          </a:xfrm>
          <a:custGeom>
            <a:avLst/>
            <a:gdLst/>
            <a:ahLst/>
            <a:rect l="0" t="0" r="r" b="b"/>
            <a:pathLst>
              <a:path w="11458" h="2276">
                <a:moveTo>
                  <a:pt x="0" y="0"/>
                </a:moveTo>
                <a:lnTo>
                  <a:pt x="11458" y="0"/>
                </a:lnTo>
                <a:lnTo>
                  <a:pt x="1145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752720" y="23810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752720" y="31906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88675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7527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752720" y="3295440"/>
            <a:ext cx="4124880" cy="829080"/>
          </a:xfrm>
          <a:custGeom>
            <a:avLst/>
            <a:gdLst/>
            <a:ahLst/>
            <a:rect l="0" t="0" r="r" b="b"/>
            <a:pathLst>
              <a:path w="11458" h="2303">
                <a:moveTo>
                  <a:pt x="0" y="0"/>
                </a:moveTo>
                <a:lnTo>
                  <a:pt x="11458" y="0"/>
                </a:lnTo>
                <a:lnTo>
                  <a:pt x="11458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752720" y="3295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52720" y="4114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88675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527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897800" y="1610640"/>
            <a:ext cx="4310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Vaste bouwblokken per koppeling: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wat systemen van elkaar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897800" y="1810440"/>
            <a:ext cx="426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vragen, wanneer zij dat doen, welke gegevens meegaan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897800" y="2010600"/>
            <a:ext cx="41385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toegang is geregeld. Elke eis komt uit de vraag van de sector.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897800" y="252504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Drie koppelingen in uitwerking: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catalogus en planning voor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97800" y="2724840"/>
            <a:ext cx="42040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nominaal en keuze-aanbod, catalogus en studentadministratie,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897800" y="2925000"/>
            <a:ext cx="1849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catalogus en leeromgeving.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97800" y="3448800"/>
            <a:ext cx="44661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Per onderdeel een eigen versie en ritme,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openbaar en met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4897800" y="3639240"/>
            <a:ext cx="4082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reden bij elke wijziging. Een school of leverancier weet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897800" y="3839400"/>
            <a:ext cx="255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versie hij leest en wat er veranderd is.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738440" y="4889880"/>
            <a:ext cx="6521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concept. Richting en eerste invulling liggen er; de details scherpen wij aan met leveranciers.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0" name=""/>
          <p:cNvSpPr/>
          <p:nvPr/>
        </p:nvSpPr>
        <p:spPr>
          <a:xfrm>
            <a:off x="456840" y="278100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56840" y="27810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562280" y="278100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56840" y="27810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56840" y="370512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56840" y="4324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562280" y="370512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56840" y="37051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56840" y="15811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56840" y="1581120"/>
            <a:ext cx="2010240" cy="38160"/>
          </a:xfrm>
          <a:custGeom>
            <a:avLst/>
            <a:gdLst/>
            <a:ahLst/>
            <a:rect l="0" t="0" r="r" b="b"/>
            <a:pathLst>
              <a:path w="5584" h="106">
                <a:moveTo>
                  <a:pt x="0" y="0"/>
                </a:moveTo>
                <a:lnTo>
                  <a:pt x="5584" y="0"/>
                </a:lnTo>
                <a:lnTo>
                  <a:pt x="55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56840" y="265716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45736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5684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8880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26840" y="212508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2571480" y="15811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2571480" y="1581120"/>
            <a:ext cx="2000520" cy="38160"/>
          </a:xfrm>
          <a:custGeom>
            <a:avLst/>
            <a:gdLst/>
            <a:ahLst/>
            <a:rect l="0" t="0" r="r" b="b"/>
            <a:pathLst>
              <a:path w="5557" h="106">
                <a:moveTo>
                  <a:pt x="0" y="0"/>
                </a:moveTo>
                <a:lnTo>
                  <a:pt x="5557" y="0"/>
                </a:lnTo>
                <a:lnTo>
                  <a:pt x="555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2571480" y="265716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56228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257148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193400" y="237276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39192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682360" y="212508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03720" y="2934360"/>
            <a:ext cx="4181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Begrippenkader, informatiemodel en informatiestromen liggen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03720" y="3134520"/>
            <a:ext cx="4190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als concept voor. Elk begrip ligt naast MORA en ROSA: waar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03720" y="3334680"/>
            <a:ext cx="2983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sector al een woord heeft, gebruiken wij dat.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03720" y="384876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 punten: de grens tussen koppeling en koppelvlak,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72" name=""/>
          <p:cNvSpPr txBox="1"/>
          <p:nvPr/>
        </p:nvSpPr>
        <p:spPr>
          <a:xfrm>
            <a:off x="603720" y="4048920"/>
            <a:ext cx="233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ﬁjnmazig de uitwisseling moet zijn.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/>
          <p:nvPr/>
        </p:nvSpPr>
        <p:spPr>
          <a:xfrm>
            <a:off x="461880" y="2062080"/>
            <a:ext cx="4105440" cy="1810080"/>
          </a:xfrm>
          <a:custGeom>
            <a:avLst/>
            <a:gdLst/>
            <a:ahLst/>
            <a:rect l="0" t="0" r="r" b="b"/>
            <a:pathLst>
              <a:path w="11404" h="5028">
                <a:moveTo>
                  <a:pt x="0" y="488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30"/>
                  <a:pt x="11355" y="36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90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4882"/>
                </a:lnTo>
                <a:cubicBezTo>
                  <a:pt x="11404" y="4892"/>
                  <a:pt x="11403" y="4901"/>
                  <a:pt x="11401" y="4911"/>
                </a:cubicBezTo>
                <a:cubicBezTo>
                  <a:pt x="11400" y="4920"/>
                  <a:pt x="11397" y="4929"/>
                  <a:pt x="11393" y="4938"/>
                </a:cubicBezTo>
                <a:cubicBezTo>
                  <a:pt x="11390" y="4947"/>
                  <a:pt x="11385" y="4955"/>
                  <a:pt x="11380" y="4963"/>
                </a:cubicBezTo>
                <a:cubicBezTo>
                  <a:pt x="11374" y="4971"/>
                  <a:pt x="11368" y="4978"/>
                  <a:pt x="11362" y="4985"/>
                </a:cubicBezTo>
                <a:cubicBezTo>
                  <a:pt x="11355" y="4992"/>
                  <a:pt x="11348" y="4998"/>
                  <a:pt x="11340" y="5003"/>
                </a:cubicBezTo>
                <a:cubicBezTo>
                  <a:pt x="11332" y="5009"/>
                  <a:pt x="11323" y="5013"/>
                  <a:pt x="11314" y="5017"/>
                </a:cubicBezTo>
                <a:cubicBezTo>
                  <a:pt x="11306" y="5020"/>
                  <a:pt x="11297" y="5023"/>
                  <a:pt x="11287" y="5025"/>
                </a:cubicBezTo>
                <a:cubicBezTo>
                  <a:pt x="11278" y="5027"/>
                  <a:pt x="11268" y="5028"/>
                  <a:pt x="11259" y="5028"/>
                </a:cubicBezTo>
                <a:lnTo>
                  <a:pt x="145" y="5028"/>
                </a:lnTo>
                <a:cubicBezTo>
                  <a:pt x="136" y="5028"/>
                  <a:pt x="126" y="5027"/>
                  <a:pt x="117" y="5025"/>
                </a:cubicBezTo>
                <a:cubicBezTo>
                  <a:pt x="107" y="5023"/>
                  <a:pt x="98" y="5020"/>
                  <a:pt x="90" y="5017"/>
                </a:cubicBezTo>
                <a:cubicBezTo>
                  <a:pt x="81" y="5013"/>
                  <a:pt x="72" y="5009"/>
                  <a:pt x="64" y="5003"/>
                </a:cubicBezTo>
                <a:cubicBezTo>
                  <a:pt x="56" y="4998"/>
                  <a:pt x="49" y="4992"/>
                  <a:pt x="42" y="4985"/>
                </a:cubicBezTo>
                <a:cubicBezTo>
                  <a:pt x="36" y="4978"/>
                  <a:pt x="30" y="4971"/>
                  <a:pt x="24" y="4963"/>
                </a:cubicBezTo>
                <a:cubicBezTo>
                  <a:pt x="19" y="4955"/>
                  <a:pt x="14" y="4947"/>
                  <a:pt x="11" y="4938"/>
                </a:cubicBezTo>
                <a:cubicBezTo>
                  <a:pt x="7" y="4929"/>
                  <a:pt x="4" y="4920"/>
                  <a:pt x="3" y="4911"/>
                </a:cubicBezTo>
                <a:cubicBezTo>
                  <a:pt x="1" y="4901"/>
                  <a:pt x="0" y="4892"/>
                  <a:pt x="0" y="488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466560" y="2066760"/>
            <a:ext cx="4095360" cy="180000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/>
          <p:nvPr/>
        </p:nvSpPr>
        <p:spPr>
          <a:xfrm>
            <a:off x="4762440" y="150480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762440" y="1504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762440" y="225720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8867520" y="150480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762440" y="15048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762440" y="2371680"/>
            <a:ext cx="4115160" cy="971640"/>
          </a:xfrm>
          <a:custGeom>
            <a:avLst/>
            <a:gdLst/>
            <a:ahLst/>
            <a:rect l="0" t="0" r="r" b="b"/>
            <a:pathLst>
              <a:path w="11431" h="2699">
                <a:moveTo>
                  <a:pt x="0" y="0"/>
                </a:moveTo>
                <a:lnTo>
                  <a:pt x="11431" y="0"/>
                </a:lnTo>
                <a:lnTo>
                  <a:pt x="11431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762440" y="2371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8867520" y="237168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105"/>
                </a:moveTo>
                <a:lnTo>
                  <a:pt x="0" y="2699"/>
                </a:lnTo>
                <a:lnTo>
                  <a:pt x="28" y="269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762440" y="2371680"/>
            <a:ext cx="9720" cy="971640"/>
          </a:xfrm>
          <a:custGeom>
            <a:avLst/>
            <a:gdLst/>
            <a:ahLst/>
            <a:rect l="0" t="0" r="r" b="b"/>
            <a:pathLst>
              <a:path w="27" h="2699">
                <a:moveTo>
                  <a:pt x="0" y="0"/>
                </a:moveTo>
                <a:lnTo>
                  <a:pt x="0" y="2699"/>
                </a:lnTo>
                <a:lnTo>
                  <a:pt x="27" y="269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62440" y="3447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762440" y="4410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8867520" y="3447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762440" y="3447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39920" y="8344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935600" y="1720440"/>
            <a:ext cx="3769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Omvang en complexiteit vragen om voorbeelden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935600" y="1929960"/>
            <a:ext cx="385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abstracte modellen blijven anders te ver van de praktijk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935600" y="2587320"/>
            <a:ext cx="259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 per leerroute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935600" y="2796840"/>
            <a:ext cx="401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van het ontwerp van de opleiding tot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935600" y="3006360"/>
            <a:ext cx="82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diplomering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935600" y="3663720"/>
            <a:ext cx="1614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Robuustheid toetsen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935600" y="3873240"/>
            <a:ext cx="373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scholen en leveranciers leggen het naast hun praktijk: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935600" y="4082760"/>
            <a:ext cx="2426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34320" y="2028240"/>
            <a:ext cx="397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koploperscholen en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905360" y="2028240"/>
            <a:ext cx="2899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 bij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34320" y="270432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Daarna: verbreden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2904480"/>
            <a:ext cx="303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905360" y="2904480"/>
            <a:ext cx="3018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hoger onderwijs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