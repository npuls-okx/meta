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979720" y="2028240"/>
            <a:ext cx="391428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Werkgroep OKx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86000" y="3037320"/>
            <a:ext cx="3396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kerngroep techniek · 29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1195200"/>
            <a:ext cx="5248440" cy="2962800"/>
          </a:xfrm>
          <a:custGeom>
            <a:avLst/>
            <a:gdLst/>
            <a:ahLst/>
            <a:rect l="0" t="0" r="r" b="b"/>
            <a:pathLst>
              <a:path w="14579" h="8230">
                <a:moveTo>
                  <a:pt x="0" y="80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4434" y="0"/>
                </a:lnTo>
                <a:cubicBezTo>
                  <a:pt x="14443" y="0"/>
                  <a:pt x="14453" y="1"/>
                  <a:pt x="14462" y="3"/>
                </a:cubicBezTo>
                <a:cubicBezTo>
                  <a:pt x="14472" y="5"/>
                  <a:pt x="14481" y="7"/>
                  <a:pt x="14489" y="11"/>
                </a:cubicBezTo>
                <a:cubicBezTo>
                  <a:pt x="14498" y="15"/>
                  <a:pt x="14507" y="19"/>
                  <a:pt x="14515" y="25"/>
                </a:cubicBezTo>
                <a:cubicBezTo>
                  <a:pt x="14523" y="30"/>
                  <a:pt x="14530" y="36"/>
                  <a:pt x="14537" y="43"/>
                </a:cubicBezTo>
                <a:cubicBezTo>
                  <a:pt x="14543" y="49"/>
                  <a:pt x="14549" y="57"/>
                  <a:pt x="14555" y="65"/>
                </a:cubicBezTo>
                <a:cubicBezTo>
                  <a:pt x="14560" y="73"/>
                  <a:pt x="14565" y="81"/>
                  <a:pt x="14568" y="90"/>
                </a:cubicBezTo>
                <a:cubicBezTo>
                  <a:pt x="14572" y="99"/>
                  <a:pt x="14575" y="108"/>
                  <a:pt x="14576" y="117"/>
                </a:cubicBezTo>
                <a:cubicBezTo>
                  <a:pt x="14578" y="127"/>
                  <a:pt x="14579" y="136"/>
                  <a:pt x="14579" y="146"/>
                </a:cubicBezTo>
                <a:lnTo>
                  <a:pt x="14579" y="8084"/>
                </a:lnTo>
                <a:cubicBezTo>
                  <a:pt x="14579" y="8094"/>
                  <a:pt x="14578" y="8103"/>
                  <a:pt x="14576" y="8112"/>
                </a:cubicBezTo>
                <a:cubicBezTo>
                  <a:pt x="14575" y="8122"/>
                  <a:pt x="14572" y="8131"/>
                  <a:pt x="14568" y="8140"/>
                </a:cubicBezTo>
                <a:cubicBezTo>
                  <a:pt x="14565" y="8149"/>
                  <a:pt x="14560" y="8157"/>
                  <a:pt x="14555" y="8165"/>
                </a:cubicBezTo>
                <a:cubicBezTo>
                  <a:pt x="14549" y="8173"/>
                  <a:pt x="14543" y="8180"/>
                  <a:pt x="14537" y="8187"/>
                </a:cubicBezTo>
                <a:cubicBezTo>
                  <a:pt x="14530" y="8194"/>
                  <a:pt x="14523" y="8200"/>
                  <a:pt x="14515" y="8205"/>
                </a:cubicBezTo>
                <a:cubicBezTo>
                  <a:pt x="14507" y="8210"/>
                  <a:pt x="14498" y="8215"/>
                  <a:pt x="14489" y="8218"/>
                </a:cubicBezTo>
                <a:cubicBezTo>
                  <a:pt x="14481" y="8222"/>
                  <a:pt x="14472" y="8225"/>
                  <a:pt x="14462" y="8227"/>
                </a:cubicBezTo>
                <a:cubicBezTo>
                  <a:pt x="14453" y="8229"/>
                  <a:pt x="14443" y="8230"/>
                  <a:pt x="14434" y="8230"/>
                </a:cubicBezTo>
                <a:lnTo>
                  <a:pt x="145" y="8230"/>
                </a:lnTo>
                <a:cubicBezTo>
                  <a:pt x="136" y="8230"/>
                  <a:pt x="126" y="8229"/>
                  <a:pt x="117" y="8227"/>
                </a:cubicBezTo>
                <a:cubicBezTo>
                  <a:pt x="107" y="8225"/>
                  <a:pt x="98" y="8222"/>
                  <a:pt x="90" y="8218"/>
                </a:cubicBezTo>
                <a:cubicBezTo>
                  <a:pt x="81" y="8215"/>
                  <a:pt x="72" y="8210"/>
                  <a:pt x="64" y="8205"/>
                </a:cubicBezTo>
                <a:cubicBezTo>
                  <a:pt x="56" y="8200"/>
                  <a:pt x="49" y="8194"/>
                  <a:pt x="42" y="8187"/>
                </a:cubicBezTo>
                <a:cubicBezTo>
                  <a:pt x="36" y="8180"/>
                  <a:pt x="30" y="8173"/>
                  <a:pt x="24" y="8165"/>
                </a:cubicBezTo>
                <a:cubicBezTo>
                  <a:pt x="19" y="8157"/>
                  <a:pt x="14" y="8149"/>
                  <a:pt x="11" y="8140"/>
                </a:cubicBezTo>
                <a:cubicBezTo>
                  <a:pt x="7" y="8131"/>
                  <a:pt x="4" y="8122"/>
                  <a:pt x="3" y="8112"/>
                </a:cubicBezTo>
                <a:cubicBezTo>
                  <a:pt x="1" y="8103"/>
                  <a:pt x="0" y="8094"/>
                  <a:pt x="0" y="80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1438200" y="1200240"/>
            <a:ext cx="3295440" cy="295236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52956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867280" y="1161720"/>
            <a:ext cx="3010320" cy="924480"/>
          </a:xfrm>
          <a:custGeom>
            <a:avLst/>
            <a:gdLst/>
            <a:ahLst/>
            <a:rect l="0" t="0" r="r" b="b"/>
            <a:pathLst>
              <a:path w="8362" h="2568">
                <a:moveTo>
                  <a:pt x="0" y="0"/>
                </a:moveTo>
                <a:lnTo>
                  <a:pt x="8362" y="0"/>
                </a:lnTo>
                <a:lnTo>
                  <a:pt x="8362" y="2568"/>
                </a:lnTo>
                <a:lnTo>
                  <a:pt x="0" y="25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867280" y="1161720"/>
            <a:ext cx="3010320" cy="38520"/>
          </a:xfrm>
          <a:custGeom>
            <a:avLst/>
            <a:gdLst/>
            <a:ahLst/>
            <a:rect l="0" t="0" r="r" b="b"/>
            <a:pathLst>
              <a:path w="8362" h="107">
                <a:moveTo>
                  <a:pt x="0" y="0"/>
                </a:moveTo>
                <a:lnTo>
                  <a:pt x="8362" y="0"/>
                </a:lnTo>
                <a:lnTo>
                  <a:pt x="83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867280" y="207612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61720"/>
            <a:ext cx="10080" cy="924480"/>
          </a:xfrm>
          <a:custGeom>
            <a:avLst/>
            <a:gdLst/>
            <a:ahLst/>
            <a:rect l="0" t="0" r="r" b="b"/>
            <a:pathLst>
              <a:path w="28" h="2568">
                <a:moveTo>
                  <a:pt x="0" y="106"/>
                </a:moveTo>
                <a:lnTo>
                  <a:pt x="0" y="2568"/>
                </a:lnTo>
                <a:lnTo>
                  <a:pt x="28" y="25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867280" y="1161720"/>
            <a:ext cx="9720" cy="924480"/>
          </a:xfrm>
          <a:custGeom>
            <a:avLst/>
            <a:gdLst/>
            <a:ahLst/>
            <a:rect l="0" t="0" r="r" b="b"/>
            <a:pathLst>
              <a:path w="27" h="2568">
                <a:moveTo>
                  <a:pt x="0" y="0"/>
                </a:moveTo>
                <a:lnTo>
                  <a:pt x="0" y="2568"/>
                </a:lnTo>
                <a:lnTo>
                  <a:pt x="27" y="256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5867280" y="2162160"/>
            <a:ext cx="3010320" cy="1238400"/>
          </a:xfrm>
          <a:custGeom>
            <a:avLst/>
            <a:gdLst/>
            <a:ahLst/>
            <a:rect l="0" t="0" r="r" b="b"/>
            <a:pathLst>
              <a:path w="8362" h="3440">
                <a:moveTo>
                  <a:pt x="0" y="0"/>
                </a:moveTo>
                <a:lnTo>
                  <a:pt x="8362" y="0"/>
                </a:lnTo>
                <a:lnTo>
                  <a:pt x="8362" y="3440"/>
                </a:lnTo>
                <a:lnTo>
                  <a:pt x="0" y="344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5867280" y="2162160"/>
            <a:ext cx="3010320" cy="38160"/>
          </a:xfrm>
          <a:custGeom>
            <a:avLst/>
            <a:gdLst/>
            <a:ahLst/>
            <a:rect l="0" t="0" r="r" b="b"/>
            <a:pathLst>
              <a:path w="8362" h="106">
                <a:moveTo>
                  <a:pt x="0" y="0"/>
                </a:moveTo>
                <a:lnTo>
                  <a:pt x="8362" y="0"/>
                </a:lnTo>
                <a:lnTo>
                  <a:pt x="8362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5867280" y="339084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162160"/>
            <a:ext cx="10080" cy="1238400"/>
          </a:xfrm>
          <a:custGeom>
            <a:avLst/>
            <a:gdLst/>
            <a:ahLst/>
            <a:rect l="0" t="0" r="r" b="b"/>
            <a:pathLst>
              <a:path w="28" h="3440">
                <a:moveTo>
                  <a:pt x="0" y="105"/>
                </a:moveTo>
                <a:lnTo>
                  <a:pt x="0" y="3440"/>
                </a:lnTo>
                <a:lnTo>
                  <a:pt x="28" y="3440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5867280" y="2162160"/>
            <a:ext cx="9720" cy="1238400"/>
          </a:xfrm>
          <a:custGeom>
            <a:avLst/>
            <a:gdLst/>
            <a:ahLst/>
            <a:rect l="0" t="0" r="r" b="b"/>
            <a:pathLst>
              <a:path w="27" h="3440">
                <a:moveTo>
                  <a:pt x="0" y="0"/>
                </a:moveTo>
                <a:lnTo>
                  <a:pt x="0" y="3440"/>
                </a:lnTo>
                <a:lnTo>
                  <a:pt x="27" y="344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5867280" y="3476520"/>
            <a:ext cx="3010320" cy="933840"/>
          </a:xfrm>
          <a:custGeom>
            <a:avLst/>
            <a:gdLst/>
            <a:ahLst/>
            <a:rect l="0" t="0" r="r" b="b"/>
            <a:pathLst>
              <a:path w="8362" h="2594">
                <a:moveTo>
                  <a:pt x="0" y="0"/>
                </a:moveTo>
                <a:lnTo>
                  <a:pt x="8362" y="0"/>
                </a:lnTo>
                <a:lnTo>
                  <a:pt x="8362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867280" y="3476520"/>
            <a:ext cx="3010320" cy="38520"/>
          </a:xfrm>
          <a:custGeom>
            <a:avLst/>
            <a:gdLst/>
            <a:ahLst/>
            <a:rect l="0" t="0" r="r" b="b"/>
            <a:pathLst>
              <a:path w="8362" h="107">
                <a:moveTo>
                  <a:pt x="0" y="0"/>
                </a:moveTo>
                <a:lnTo>
                  <a:pt x="8362" y="0"/>
                </a:lnTo>
                <a:lnTo>
                  <a:pt x="83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867280" y="440028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47652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106"/>
                </a:moveTo>
                <a:lnTo>
                  <a:pt x="0" y="2594"/>
                </a:lnTo>
                <a:lnTo>
                  <a:pt x="28" y="259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5867280" y="347652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0"/>
                </a:moveTo>
                <a:lnTo>
                  <a:pt x="0" y="2594"/>
                </a:lnTo>
                <a:lnTo>
                  <a:pt x="27" y="259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6003720" y="1317240"/>
            <a:ext cx="175680" cy="176760"/>
          </a:xfrm>
          <a:custGeom>
            <a:avLst/>
            <a:gdLst/>
            <a:ahLst/>
            <a:rect l="0" t="0" r="r" b="b"/>
            <a:pathLst>
              <a:path w="488" h="491">
                <a:moveTo>
                  <a:pt x="338" y="52"/>
                </a:moveTo>
                <a:lnTo>
                  <a:pt x="259" y="5"/>
                </a:lnTo>
                <a:cubicBezTo>
                  <a:pt x="254" y="3"/>
                  <a:pt x="250" y="0"/>
                  <a:pt x="245" y="0"/>
                </a:cubicBezTo>
                <a:cubicBezTo>
                  <a:pt x="240" y="0"/>
                  <a:pt x="236" y="3"/>
                  <a:pt x="233" y="5"/>
                </a:cubicBezTo>
                <a:lnTo>
                  <a:pt x="154" y="52"/>
                </a:lnTo>
                <a:cubicBezTo>
                  <a:pt x="146" y="57"/>
                  <a:pt x="140" y="66"/>
                  <a:pt x="140" y="75"/>
                </a:cubicBezTo>
                <a:lnTo>
                  <a:pt x="140" y="172"/>
                </a:lnTo>
                <a:cubicBezTo>
                  <a:pt x="140" y="181"/>
                  <a:pt x="146" y="190"/>
                  <a:pt x="153" y="195"/>
                </a:cubicBezTo>
                <a:lnTo>
                  <a:pt x="231" y="242"/>
                </a:lnTo>
                <a:cubicBezTo>
                  <a:pt x="235" y="244"/>
                  <a:pt x="240" y="246"/>
                  <a:pt x="243" y="246"/>
                </a:cubicBezTo>
                <a:cubicBezTo>
                  <a:pt x="247" y="246"/>
                  <a:pt x="252" y="244"/>
                  <a:pt x="256" y="242"/>
                </a:cubicBezTo>
                <a:lnTo>
                  <a:pt x="334" y="195"/>
                </a:lnTo>
                <a:cubicBezTo>
                  <a:pt x="341" y="190"/>
                  <a:pt x="346" y="183"/>
                  <a:pt x="346" y="172"/>
                </a:cubicBezTo>
                <a:lnTo>
                  <a:pt x="346" y="75"/>
                </a:lnTo>
                <a:cubicBezTo>
                  <a:pt x="350" y="66"/>
                  <a:pt x="345" y="57"/>
                  <a:pt x="338" y="52"/>
                </a:cubicBezTo>
                <a:moveTo>
                  <a:pt x="315" y="167"/>
                </a:moveTo>
                <a:lnTo>
                  <a:pt x="245" y="209"/>
                </a:lnTo>
                <a:lnTo>
                  <a:pt x="175" y="167"/>
                </a:lnTo>
                <a:lnTo>
                  <a:pt x="175" y="80"/>
                </a:lnTo>
                <a:lnTo>
                  <a:pt x="245" y="38"/>
                </a:lnTo>
                <a:lnTo>
                  <a:pt x="315" y="80"/>
                </a:lnTo>
                <a:lnTo>
                  <a:pt x="315" y="167"/>
                </a:lnTo>
                <a:moveTo>
                  <a:pt x="477" y="296"/>
                </a:moveTo>
                <a:lnTo>
                  <a:pt x="399" y="249"/>
                </a:lnTo>
                <a:cubicBezTo>
                  <a:pt x="393" y="247"/>
                  <a:pt x="390" y="246"/>
                  <a:pt x="385" y="246"/>
                </a:cubicBezTo>
                <a:cubicBezTo>
                  <a:pt x="379" y="246"/>
                  <a:pt x="376" y="247"/>
                  <a:pt x="372" y="249"/>
                </a:cubicBezTo>
                <a:lnTo>
                  <a:pt x="294" y="296"/>
                </a:lnTo>
                <a:cubicBezTo>
                  <a:pt x="287" y="301"/>
                  <a:pt x="282" y="308"/>
                  <a:pt x="282" y="319"/>
                </a:cubicBezTo>
                <a:lnTo>
                  <a:pt x="282" y="417"/>
                </a:lnTo>
                <a:cubicBezTo>
                  <a:pt x="282" y="425"/>
                  <a:pt x="287" y="434"/>
                  <a:pt x="294" y="439"/>
                </a:cubicBezTo>
                <a:lnTo>
                  <a:pt x="372" y="486"/>
                </a:lnTo>
                <a:cubicBezTo>
                  <a:pt x="376" y="488"/>
                  <a:pt x="381" y="491"/>
                  <a:pt x="385" y="491"/>
                </a:cubicBezTo>
                <a:cubicBezTo>
                  <a:pt x="388" y="491"/>
                  <a:pt x="393" y="488"/>
                  <a:pt x="397" y="486"/>
                </a:cubicBezTo>
                <a:lnTo>
                  <a:pt x="475" y="439"/>
                </a:lnTo>
                <a:cubicBezTo>
                  <a:pt x="482" y="434"/>
                  <a:pt x="488" y="427"/>
                  <a:pt x="488" y="417"/>
                </a:cubicBezTo>
                <a:lnTo>
                  <a:pt x="488" y="319"/>
                </a:lnTo>
                <a:cubicBezTo>
                  <a:pt x="489" y="310"/>
                  <a:pt x="484" y="301"/>
                  <a:pt x="477" y="296"/>
                </a:cubicBezTo>
                <a:moveTo>
                  <a:pt x="454" y="411"/>
                </a:moveTo>
                <a:lnTo>
                  <a:pt x="385" y="453"/>
                </a:lnTo>
                <a:lnTo>
                  <a:pt x="315" y="411"/>
                </a:lnTo>
                <a:lnTo>
                  <a:pt x="315" y="324"/>
                </a:lnTo>
                <a:lnTo>
                  <a:pt x="385" y="282"/>
                </a:lnTo>
                <a:lnTo>
                  <a:pt x="454" y="324"/>
                </a:lnTo>
                <a:lnTo>
                  <a:pt x="454" y="411"/>
                </a:lnTo>
                <a:moveTo>
                  <a:pt x="198" y="296"/>
                </a:moveTo>
                <a:lnTo>
                  <a:pt x="118" y="249"/>
                </a:lnTo>
                <a:cubicBezTo>
                  <a:pt x="113" y="247"/>
                  <a:pt x="110" y="246"/>
                  <a:pt x="104" y="246"/>
                </a:cubicBezTo>
                <a:cubicBezTo>
                  <a:pt x="99" y="246"/>
                  <a:pt x="96" y="247"/>
                  <a:pt x="92" y="249"/>
                </a:cubicBezTo>
                <a:lnTo>
                  <a:pt x="14" y="296"/>
                </a:lnTo>
                <a:cubicBezTo>
                  <a:pt x="5" y="301"/>
                  <a:pt x="0" y="310"/>
                  <a:pt x="0" y="319"/>
                </a:cubicBezTo>
                <a:lnTo>
                  <a:pt x="0" y="417"/>
                </a:lnTo>
                <a:cubicBezTo>
                  <a:pt x="0" y="425"/>
                  <a:pt x="5" y="434"/>
                  <a:pt x="12" y="439"/>
                </a:cubicBezTo>
                <a:lnTo>
                  <a:pt x="90" y="486"/>
                </a:lnTo>
                <a:cubicBezTo>
                  <a:pt x="96" y="488"/>
                  <a:pt x="99" y="491"/>
                  <a:pt x="104" y="491"/>
                </a:cubicBezTo>
                <a:cubicBezTo>
                  <a:pt x="110" y="491"/>
                  <a:pt x="113" y="488"/>
                  <a:pt x="117" y="486"/>
                </a:cubicBezTo>
                <a:lnTo>
                  <a:pt x="196" y="439"/>
                </a:lnTo>
                <a:cubicBezTo>
                  <a:pt x="203" y="434"/>
                  <a:pt x="208" y="427"/>
                  <a:pt x="208" y="417"/>
                </a:cubicBezTo>
                <a:lnTo>
                  <a:pt x="208" y="319"/>
                </a:lnTo>
                <a:cubicBezTo>
                  <a:pt x="210" y="310"/>
                  <a:pt x="205" y="301"/>
                  <a:pt x="198" y="296"/>
                </a:cubicBezTo>
                <a:moveTo>
                  <a:pt x="175" y="411"/>
                </a:moveTo>
                <a:lnTo>
                  <a:pt x="104" y="453"/>
                </a:lnTo>
                <a:lnTo>
                  <a:pt x="35" y="411"/>
                </a:lnTo>
                <a:lnTo>
                  <a:pt x="35" y="324"/>
                </a:lnTo>
                <a:lnTo>
                  <a:pt x="104" y="282"/>
                </a:lnTo>
                <a:lnTo>
                  <a:pt x="175" y="324"/>
                </a:lnTo>
                <a:lnTo>
                  <a:pt x="175" y="41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23216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986800" y="1528920"/>
            <a:ext cx="1418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986800" y="1695600"/>
            <a:ext cx="2685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 endpoints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6003720" y="239904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489" y="263"/>
                </a:moveTo>
                <a:lnTo>
                  <a:pt x="350" y="263"/>
                </a:lnTo>
                <a:lnTo>
                  <a:pt x="350" y="122"/>
                </a:lnTo>
                <a:lnTo>
                  <a:pt x="489" y="122"/>
                </a:lnTo>
                <a:lnTo>
                  <a:pt x="489" y="263"/>
                </a:lnTo>
                <a:moveTo>
                  <a:pt x="385" y="227"/>
                </a:moveTo>
                <a:lnTo>
                  <a:pt x="454" y="227"/>
                </a:lnTo>
                <a:lnTo>
                  <a:pt x="454" y="157"/>
                </a:lnTo>
                <a:lnTo>
                  <a:pt x="385" y="157"/>
                </a:lnTo>
                <a:lnTo>
                  <a:pt x="385" y="227"/>
                </a:lnTo>
                <a:moveTo>
                  <a:pt x="315" y="210"/>
                </a:moveTo>
                <a:lnTo>
                  <a:pt x="104" y="210"/>
                </a:lnTo>
                <a:cubicBezTo>
                  <a:pt x="91" y="210"/>
                  <a:pt x="77" y="207"/>
                  <a:pt x="64" y="202"/>
                </a:cubicBezTo>
                <a:cubicBezTo>
                  <a:pt x="52" y="196"/>
                  <a:pt x="40" y="189"/>
                  <a:pt x="30" y="179"/>
                </a:cubicBezTo>
                <a:cubicBezTo>
                  <a:pt x="21" y="169"/>
                  <a:pt x="13" y="158"/>
                  <a:pt x="8" y="145"/>
                </a:cubicBezTo>
                <a:cubicBezTo>
                  <a:pt x="2" y="132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0" y="31"/>
                </a:cubicBezTo>
                <a:cubicBezTo>
                  <a:pt x="40" y="21"/>
                  <a:pt x="52" y="14"/>
                  <a:pt x="64" y="8"/>
                </a:cubicBezTo>
                <a:cubicBezTo>
                  <a:pt x="77" y="3"/>
                  <a:pt x="91" y="0"/>
                  <a:pt x="104" y="0"/>
                </a:cubicBezTo>
                <a:lnTo>
                  <a:pt x="139" y="0"/>
                </a:lnTo>
                <a:lnTo>
                  <a:pt x="139" y="35"/>
                </a:lnTo>
                <a:lnTo>
                  <a:pt x="104" y="35"/>
                </a:lnTo>
                <a:cubicBezTo>
                  <a:pt x="95" y="35"/>
                  <a:pt x="86" y="37"/>
                  <a:pt x="78" y="40"/>
                </a:cubicBezTo>
                <a:cubicBezTo>
                  <a:pt x="69" y="44"/>
                  <a:pt x="62" y="49"/>
                  <a:pt x="55" y="56"/>
                </a:cubicBezTo>
                <a:cubicBezTo>
                  <a:pt x="49" y="62"/>
                  <a:pt x="43" y="70"/>
                  <a:pt x="40" y="78"/>
                </a:cubicBezTo>
                <a:cubicBezTo>
                  <a:pt x="36" y="87"/>
                  <a:pt x="35" y="96"/>
                  <a:pt x="35" y="105"/>
                </a:cubicBezTo>
                <a:cubicBezTo>
                  <a:pt x="35" y="114"/>
                  <a:pt x="36" y="123"/>
                  <a:pt x="40" y="132"/>
                </a:cubicBezTo>
                <a:cubicBezTo>
                  <a:pt x="43" y="140"/>
                  <a:pt x="49" y="148"/>
                  <a:pt x="55" y="154"/>
                </a:cubicBezTo>
                <a:cubicBezTo>
                  <a:pt x="62" y="161"/>
                  <a:pt x="69" y="166"/>
                  <a:pt x="78" y="169"/>
                </a:cubicBezTo>
                <a:cubicBezTo>
                  <a:pt x="86" y="173"/>
                  <a:pt x="95" y="175"/>
                  <a:pt x="104" y="175"/>
                </a:cubicBezTo>
                <a:lnTo>
                  <a:pt x="315" y="175"/>
                </a:lnTo>
                <a:lnTo>
                  <a:pt x="315" y="2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6066360" y="2380320"/>
            <a:ext cx="50760" cy="50400"/>
          </a:xfrm>
          <a:custGeom>
            <a:avLst/>
            <a:gdLst/>
            <a:ahLst/>
            <a:rect l="0" t="0" r="r" b="b"/>
            <a:pathLst>
              <a:path w="141" h="140">
                <a:moveTo>
                  <a:pt x="141" y="140"/>
                </a:moveTo>
                <a:lnTo>
                  <a:pt x="0" y="140"/>
                </a:lnTo>
                <a:lnTo>
                  <a:pt x="0" y="0"/>
                </a:lnTo>
                <a:lnTo>
                  <a:pt x="141" y="0"/>
                </a:lnTo>
                <a:lnTo>
                  <a:pt x="141" y="140"/>
                </a:lnTo>
                <a:moveTo>
                  <a:pt x="35" y="105"/>
                </a:moveTo>
                <a:lnTo>
                  <a:pt x="106" y="105"/>
                </a:lnTo>
                <a:lnTo>
                  <a:pt x="106" y="35"/>
                </a:lnTo>
                <a:lnTo>
                  <a:pt x="35" y="35"/>
                </a:lnTo>
                <a:lnTo>
                  <a:pt x="35" y="10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6003720" y="2317320"/>
            <a:ext cx="176040" cy="94680"/>
          </a:xfrm>
          <a:custGeom>
            <a:avLst/>
            <a:gdLst/>
            <a:ahLst/>
            <a:rect l="0" t="0" r="r" b="b"/>
            <a:pathLst>
              <a:path w="489" h="263">
                <a:moveTo>
                  <a:pt x="385" y="263"/>
                </a:moveTo>
                <a:lnTo>
                  <a:pt x="350" y="263"/>
                </a:lnTo>
                <a:lnTo>
                  <a:pt x="350" y="228"/>
                </a:lnTo>
                <a:lnTo>
                  <a:pt x="385" y="228"/>
                </a:lnTo>
                <a:cubicBezTo>
                  <a:pt x="394" y="228"/>
                  <a:pt x="403" y="226"/>
                  <a:pt x="411" y="223"/>
                </a:cubicBezTo>
                <a:cubicBezTo>
                  <a:pt x="420" y="218"/>
                  <a:pt x="428" y="213"/>
                  <a:pt x="434" y="207"/>
                </a:cubicBezTo>
                <a:cubicBezTo>
                  <a:pt x="441" y="200"/>
                  <a:pt x="446" y="193"/>
                  <a:pt x="449" y="184"/>
                </a:cubicBezTo>
                <a:cubicBezTo>
                  <a:pt x="453" y="176"/>
                  <a:pt x="454" y="167"/>
                  <a:pt x="454" y="157"/>
                </a:cubicBezTo>
                <a:cubicBezTo>
                  <a:pt x="454" y="148"/>
                  <a:pt x="453" y="139"/>
                  <a:pt x="449" y="131"/>
                </a:cubicBezTo>
                <a:cubicBezTo>
                  <a:pt x="446" y="122"/>
                  <a:pt x="441" y="115"/>
                  <a:pt x="434" y="108"/>
                </a:cubicBezTo>
                <a:cubicBezTo>
                  <a:pt x="428" y="101"/>
                  <a:pt x="420" y="96"/>
                  <a:pt x="411" y="93"/>
                </a:cubicBezTo>
                <a:cubicBezTo>
                  <a:pt x="403" y="89"/>
                  <a:pt x="394" y="88"/>
                  <a:pt x="385" y="88"/>
                </a:cubicBezTo>
                <a:lnTo>
                  <a:pt x="175" y="88"/>
                </a:lnTo>
                <a:lnTo>
                  <a:pt x="175" y="53"/>
                </a:lnTo>
                <a:lnTo>
                  <a:pt x="385" y="53"/>
                </a:lnTo>
                <a:cubicBezTo>
                  <a:pt x="399" y="53"/>
                  <a:pt x="412" y="55"/>
                  <a:pt x="425" y="61"/>
                </a:cubicBezTo>
                <a:cubicBezTo>
                  <a:pt x="438" y="66"/>
                  <a:pt x="449" y="74"/>
                  <a:pt x="459" y="83"/>
                </a:cubicBezTo>
                <a:cubicBezTo>
                  <a:pt x="469" y="93"/>
                  <a:pt x="476" y="105"/>
                  <a:pt x="481" y="117"/>
                </a:cubicBezTo>
                <a:cubicBezTo>
                  <a:pt x="487" y="130"/>
                  <a:pt x="489" y="144"/>
                  <a:pt x="489" y="157"/>
                </a:cubicBezTo>
                <a:cubicBezTo>
                  <a:pt x="489" y="171"/>
                  <a:pt x="487" y="185"/>
                  <a:pt x="481" y="197"/>
                </a:cubicBezTo>
                <a:cubicBezTo>
                  <a:pt x="476" y="210"/>
                  <a:pt x="469" y="223"/>
                  <a:pt x="459" y="232"/>
                </a:cubicBezTo>
                <a:cubicBezTo>
                  <a:pt x="449" y="242"/>
                  <a:pt x="438" y="250"/>
                  <a:pt x="425" y="255"/>
                </a:cubicBezTo>
                <a:cubicBezTo>
                  <a:pt x="412" y="260"/>
                  <a:pt x="399" y="263"/>
                  <a:pt x="385" y="263"/>
                </a:cubicBezTo>
                <a:moveTo>
                  <a:pt x="139" y="140"/>
                </a:moveTo>
                <a:lnTo>
                  <a:pt x="0" y="140"/>
                </a:lnTo>
                <a:lnTo>
                  <a:pt x="0" y="0"/>
                </a:lnTo>
                <a:lnTo>
                  <a:pt x="139" y="0"/>
                </a:lnTo>
                <a:lnTo>
                  <a:pt x="139" y="140"/>
                </a:lnTo>
                <a:moveTo>
                  <a:pt x="35" y="105"/>
                </a:moveTo>
                <a:lnTo>
                  <a:pt x="104" y="105"/>
                </a:lnTo>
                <a:lnTo>
                  <a:pt x="104" y="35"/>
                </a:lnTo>
                <a:lnTo>
                  <a:pt x="35" y="35"/>
                </a:lnTo>
                <a:lnTo>
                  <a:pt x="35" y="10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986800" y="1847880"/>
            <a:ext cx="1108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986800" y="2529000"/>
            <a:ext cx="2148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Drie koppelingen, in volgorde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86800" y="2695680"/>
            <a:ext cx="244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1 onderwijscatalogus en planningssysteem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986800" y="2857680"/>
            <a:ext cx="2827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2 onderwijscatalogus met studentvolgsysteem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986800" y="3009960"/>
            <a:ext cx="837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091560" y="364140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5"/>
                </a:lnTo>
                <a:lnTo>
                  <a:pt x="176" y="35"/>
                </a:lnTo>
                <a:lnTo>
                  <a:pt x="176" y="298"/>
                </a:lnTo>
                <a:lnTo>
                  <a:pt x="210" y="298"/>
                </a:lnTo>
                <a:lnTo>
                  <a:pt x="210" y="35"/>
                </a:lnTo>
                <a:cubicBezTo>
                  <a:pt x="210" y="30"/>
                  <a:pt x="210" y="26"/>
                  <a:pt x="208" y="22"/>
                </a:cubicBezTo>
                <a:cubicBezTo>
                  <a:pt x="206" y="17"/>
                  <a:pt x="204" y="14"/>
                  <a:pt x="200" y="10"/>
                </a:cubicBezTo>
                <a:cubicBezTo>
                  <a:pt x="197" y="7"/>
                  <a:pt x="193" y="4"/>
                  <a:pt x="189" y="3"/>
                </a:cubicBezTo>
                <a:cubicBezTo>
                  <a:pt x="185" y="1"/>
                  <a:pt x="180" y="0"/>
                  <a:pt x="17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060240" y="3672720"/>
            <a:ext cx="75600" cy="107280"/>
          </a:xfrm>
          <a:custGeom>
            <a:avLst/>
            <a:gdLst/>
            <a:ahLst/>
            <a:rect l="0" t="0" r="r" b="b"/>
            <a:pathLst>
              <a:path w="210" h="298">
                <a:moveTo>
                  <a:pt x="0" y="0"/>
                </a:moveTo>
                <a:lnTo>
                  <a:pt x="0" y="36"/>
                </a:lnTo>
                <a:lnTo>
                  <a:pt x="174" y="36"/>
                </a:lnTo>
                <a:lnTo>
                  <a:pt x="174" y="298"/>
                </a:lnTo>
                <a:lnTo>
                  <a:pt x="210" y="298"/>
                </a:lnTo>
                <a:lnTo>
                  <a:pt x="210" y="36"/>
                </a:lnTo>
                <a:cubicBezTo>
                  <a:pt x="210" y="32"/>
                  <a:pt x="209" y="27"/>
                  <a:pt x="208" y="23"/>
                </a:cubicBezTo>
                <a:cubicBezTo>
                  <a:pt x="206" y="19"/>
                  <a:pt x="203" y="15"/>
                  <a:pt x="199" y="12"/>
                </a:cubicBezTo>
                <a:cubicBezTo>
                  <a:pt x="196" y="7"/>
                  <a:pt x="192" y="5"/>
                  <a:pt x="188" y="3"/>
                </a:cubicBezTo>
                <a:cubicBezTo>
                  <a:pt x="183" y="1"/>
                  <a:pt x="179" y="0"/>
                  <a:pt x="174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6016320" y="3704400"/>
            <a:ext cx="88200" cy="113400"/>
          </a:xfrm>
          <a:custGeom>
            <a:avLst/>
            <a:gdLst/>
            <a:ahLst/>
            <a:rect l="0" t="0" r="r" b="b"/>
            <a:pathLst>
              <a:path w="245" h="315">
                <a:moveTo>
                  <a:pt x="36" y="0"/>
                </a:moveTo>
                <a:lnTo>
                  <a:pt x="210" y="0"/>
                </a:lnTo>
                <a:cubicBezTo>
                  <a:pt x="215" y="0"/>
                  <a:pt x="219" y="0"/>
                  <a:pt x="223" y="2"/>
                </a:cubicBezTo>
                <a:cubicBezTo>
                  <a:pt x="228" y="4"/>
                  <a:pt x="231" y="7"/>
                  <a:pt x="235" y="10"/>
                </a:cubicBezTo>
                <a:cubicBezTo>
                  <a:pt x="238" y="13"/>
                  <a:pt x="241" y="17"/>
                  <a:pt x="242" y="21"/>
                </a:cubicBezTo>
                <a:cubicBezTo>
                  <a:pt x="244" y="25"/>
                  <a:pt x="245" y="30"/>
                  <a:pt x="245" y="34"/>
                </a:cubicBezTo>
                <a:lnTo>
                  <a:pt x="245" y="280"/>
                </a:lnTo>
                <a:cubicBezTo>
                  <a:pt x="245" y="284"/>
                  <a:pt x="244" y="289"/>
                  <a:pt x="242" y="293"/>
                </a:cubicBezTo>
                <a:cubicBezTo>
                  <a:pt x="241" y="297"/>
                  <a:pt x="238" y="301"/>
                  <a:pt x="235" y="305"/>
                </a:cubicBezTo>
                <a:cubicBezTo>
                  <a:pt x="231" y="308"/>
                  <a:pt x="228" y="310"/>
                  <a:pt x="223" y="312"/>
                </a:cubicBezTo>
                <a:cubicBezTo>
                  <a:pt x="219" y="314"/>
                  <a:pt x="215" y="315"/>
                  <a:pt x="210" y="315"/>
                </a:cubicBezTo>
                <a:lnTo>
                  <a:pt x="36" y="315"/>
                </a:lnTo>
                <a:cubicBezTo>
                  <a:pt x="31" y="315"/>
                  <a:pt x="26" y="314"/>
                  <a:pt x="22" y="312"/>
                </a:cubicBezTo>
                <a:cubicBezTo>
                  <a:pt x="18" y="310"/>
                  <a:pt x="14" y="308"/>
                  <a:pt x="11" y="305"/>
                </a:cubicBezTo>
                <a:cubicBezTo>
                  <a:pt x="8" y="301"/>
                  <a:pt x="5" y="297"/>
                  <a:pt x="3" y="293"/>
                </a:cubicBezTo>
                <a:cubicBezTo>
                  <a:pt x="0" y="289"/>
                  <a:pt x="0" y="284"/>
                  <a:pt x="0" y="280"/>
                </a:cubicBezTo>
                <a:lnTo>
                  <a:pt x="0" y="34"/>
                </a:lnTo>
                <a:cubicBezTo>
                  <a:pt x="0" y="30"/>
                  <a:pt x="0" y="25"/>
                  <a:pt x="3" y="21"/>
                </a:cubicBezTo>
                <a:cubicBezTo>
                  <a:pt x="5" y="17"/>
                  <a:pt x="8" y="13"/>
                  <a:pt x="11" y="10"/>
                </a:cubicBezTo>
                <a:cubicBezTo>
                  <a:pt x="14" y="7"/>
                  <a:pt x="18" y="4"/>
                  <a:pt x="22" y="2"/>
                </a:cubicBezTo>
                <a:cubicBezTo>
                  <a:pt x="26" y="0"/>
                  <a:pt x="31" y="0"/>
                  <a:pt x="36" y="0"/>
                </a:cubicBezTo>
                <a:moveTo>
                  <a:pt x="210" y="34"/>
                </a:moveTo>
                <a:lnTo>
                  <a:pt x="36" y="34"/>
                </a:lnTo>
                <a:lnTo>
                  <a:pt x="36" y="280"/>
                </a:lnTo>
                <a:lnTo>
                  <a:pt x="210" y="280"/>
                </a:lnTo>
                <a:lnTo>
                  <a:pt x="210" y="3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986800" y="3171960"/>
            <a:ext cx="2195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3 onderwijscatalogus en leeromgeving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986800" y="3853080"/>
            <a:ext cx="2219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OKx implementeren en versies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986800" y="4019760"/>
            <a:ext cx="289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kiezen per koppeling en berichtstroom · een versie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986800" y="4172040"/>
            <a:ext cx="289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legt het ijkpunt vast · een nieuwe eis komt ernaast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757680" y="455652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439920" y="262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667040" y="2295720"/>
            <a:ext cx="0" cy="192240"/>
          </a:xfrm>
          <a:custGeom>
            <a:avLst/>
            <a:gdLst/>
            <a:ahLst/>
            <a:rect l="0" t="0" r="r" b="b"/>
            <a:pathLst>
              <a:path fill="none" w="0" h="534">
                <a:moveTo>
                  <a:pt x="0" y="0"/>
                </a:moveTo>
                <a:lnTo>
                  <a:pt x="0" y="48"/>
                </a:lnTo>
                <a:cubicBezTo>
                  <a:pt x="0" y="96"/>
                  <a:pt x="0" y="193"/>
                  <a:pt x="0" y="282"/>
                </a:cubicBezTo>
                <a:cubicBezTo>
                  <a:pt x="0" y="371"/>
                  <a:pt x="0" y="452"/>
                  <a:pt x="0" y="493"/>
                </a:cubicBezTo>
                <a:lnTo>
                  <a:pt x="0" y="534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650480" y="2471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94" y="0"/>
                </a:moveTo>
                <a:lnTo>
                  <a:pt x="47" y="94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647600" y="246960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2" y="15"/>
                </a:moveTo>
                <a:lnTo>
                  <a:pt x="97" y="23"/>
                </a:lnTo>
                <a:lnTo>
                  <a:pt x="88" y="19"/>
                </a:lnTo>
                <a:lnTo>
                  <a:pt x="93" y="11"/>
                </a:lnTo>
                <a:lnTo>
                  <a:pt x="102" y="15"/>
                </a:lnTo>
                <a:moveTo>
                  <a:pt x="97" y="23"/>
                </a:moveTo>
                <a:lnTo>
                  <a:pt x="93" y="31"/>
                </a:lnTo>
                <a:lnTo>
                  <a:pt x="84" y="27"/>
                </a:lnTo>
                <a:lnTo>
                  <a:pt x="88" y="19"/>
                </a:lnTo>
                <a:lnTo>
                  <a:pt x="97" y="23"/>
                </a:lnTo>
                <a:moveTo>
                  <a:pt x="93" y="31"/>
                </a:moveTo>
                <a:lnTo>
                  <a:pt x="88" y="40"/>
                </a:lnTo>
                <a:lnTo>
                  <a:pt x="80" y="35"/>
                </a:lnTo>
                <a:lnTo>
                  <a:pt x="84" y="27"/>
                </a:lnTo>
                <a:lnTo>
                  <a:pt x="93" y="31"/>
                </a:lnTo>
                <a:moveTo>
                  <a:pt x="88" y="40"/>
                </a:moveTo>
                <a:lnTo>
                  <a:pt x="84" y="49"/>
                </a:lnTo>
                <a:lnTo>
                  <a:pt x="76" y="45"/>
                </a:lnTo>
                <a:lnTo>
                  <a:pt x="80" y="35"/>
                </a:lnTo>
                <a:lnTo>
                  <a:pt x="88" y="40"/>
                </a:lnTo>
                <a:moveTo>
                  <a:pt x="84" y="49"/>
                </a:moveTo>
                <a:lnTo>
                  <a:pt x="80" y="57"/>
                </a:lnTo>
                <a:lnTo>
                  <a:pt x="71" y="53"/>
                </a:lnTo>
                <a:lnTo>
                  <a:pt x="76" y="45"/>
                </a:lnTo>
                <a:lnTo>
                  <a:pt x="84" y="49"/>
                </a:lnTo>
                <a:moveTo>
                  <a:pt x="80" y="57"/>
                </a:moveTo>
                <a:lnTo>
                  <a:pt x="76" y="65"/>
                </a:lnTo>
                <a:lnTo>
                  <a:pt x="67" y="61"/>
                </a:lnTo>
                <a:lnTo>
                  <a:pt x="71" y="53"/>
                </a:lnTo>
                <a:lnTo>
                  <a:pt x="80" y="57"/>
                </a:lnTo>
                <a:moveTo>
                  <a:pt x="76" y="65"/>
                </a:moveTo>
                <a:lnTo>
                  <a:pt x="71" y="74"/>
                </a:lnTo>
                <a:lnTo>
                  <a:pt x="63" y="70"/>
                </a:lnTo>
                <a:lnTo>
                  <a:pt x="67" y="61"/>
                </a:lnTo>
                <a:lnTo>
                  <a:pt x="76" y="65"/>
                </a:lnTo>
                <a:moveTo>
                  <a:pt x="71" y="74"/>
                </a:moveTo>
                <a:lnTo>
                  <a:pt x="67" y="82"/>
                </a:lnTo>
                <a:lnTo>
                  <a:pt x="59" y="78"/>
                </a:lnTo>
                <a:lnTo>
                  <a:pt x="63" y="70"/>
                </a:lnTo>
                <a:lnTo>
                  <a:pt x="71" y="74"/>
                </a:lnTo>
                <a:moveTo>
                  <a:pt x="67" y="82"/>
                </a:moveTo>
                <a:lnTo>
                  <a:pt x="63" y="90"/>
                </a:lnTo>
                <a:lnTo>
                  <a:pt x="55" y="86"/>
                </a:lnTo>
                <a:lnTo>
                  <a:pt x="59" y="78"/>
                </a:lnTo>
                <a:lnTo>
                  <a:pt x="67" y="82"/>
                </a:lnTo>
                <a:moveTo>
                  <a:pt x="63" y="90"/>
                </a:moveTo>
                <a:lnTo>
                  <a:pt x="59" y="99"/>
                </a:lnTo>
                <a:lnTo>
                  <a:pt x="51" y="95"/>
                </a:lnTo>
                <a:lnTo>
                  <a:pt x="55" y="86"/>
                </a:lnTo>
                <a:lnTo>
                  <a:pt x="63" y="90"/>
                </a:lnTo>
                <a:moveTo>
                  <a:pt x="59" y="99"/>
                </a:moveTo>
                <a:lnTo>
                  <a:pt x="54" y="109"/>
                </a:lnTo>
                <a:lnTo>
                  <a:pt x="47" y="93"/>
                </a:lnTo>
                <a:lnTo>
                  <a:pt x="55" y="89"/>
                </a:lnTo>
                <a:lnTo>
                  <a:pt x="58" y="96"/>
                </a:lnTo>
                <a:lnTo>
                  <a:pt x="54" y="98"/>
                </a:lnTo>
                <a:lnTo>
                  <a:pt x="50" y="96"/>
                </a:lnTo>
                <a:lnTo>
                  <a:pt x="51" y="95"/>
                </a:lnTo>
                <a:lnTo>
                  <a:pt x="59" y="99"/>
                </a:lnTo>
                <a:moveTo>
                  <a:pt x="47" y="93"/>
                </a:moveTo>
                <a:lnTo>
                  <a:pt x="42" y="85"/>
                </a:lnTo>
                <a:lnTo>
                  <a:pt x="51" y="81"/>
                </a:lnTo>
                <a:lnTo>
                  <a:pt x="55" y="89"/>
                </a:lnTo>
                <a:lnTo>
                  <a:pt x="47" y="93"/>
                </a:lnTo>
                <a:moveTo>
                  <a:pt x="42" y="85"/>
                </a:moveTo>
                <a:lnTo>
                  <a:pt x="38" y="77"/>
                </a:lnTo>
                <a:lnTo>
                  <a:pt x="47" y="73"/>
                </a:lnTo>
                <a:lnTo>
                  <a:pt x="51" y="81"/>
                </a:lnTo>
                <a:lnTo>
                  <a:pt x="42" y="85"/>
                </a:lnTo>
                <a:moveTo>
                  <a:pt x="38" y="77"/>
                </a:moveTo>
                <a:lnTo>
                  <a:pt x="34" y="68"/>
                </a:lnTo>
                <a:lnTo>
                  <a:pt x="42" y="64"/>
                </a:lnTo>
                <a:lnTo>
                  <a:pt x="47" y="73"/>
                </a:lnTo>
                <a:lnTo>
                  <a:pt x="38" y="77"/>
                </a:lnTo>
                <a:moveTo>
                  <a:pt x="34" y="68"/>
                </a:moveTo>
                <a:lnTo>
                  <a:pt x="30" y="60"/>
                </a:lnTo>
                <a:lnTo>
                  <a:pt x="38" y="56"/>
                </a:lnTo>
                <a:lnTo>
                  <a:pt x="42" y="64"/>
                </a:lnTo>
                <a:lnTo>
                  <a:pt x="34" y="68"/>
                </a:lnTo>
                <a:moveTo>
                  <a:pt x="30" y="60"/>
                </a:moveTo>
                <a:lnTo>
                  <a:pt x="26" y="52"/>
                </a:lnTo>
                <a:lnTo>
                  <a:pt x="34" y="48"/>
                </a:lnTo>
                <a:lnTo>
                  <a:pt x="38" y="56"/>
                </a:lnTo>
                <a:lnTo>
                  <a:pt x="30" y="60"/>
                </a:lnTo>
                <a:moveTo>
                  <a:pt x="26" y="52"/>
                </a:moveTo>
                <a:lnTo>
                  <a:pt x="22" y="44"/>
                </a:lnTo>
                <a:lnTo>
                  <a:pt x="30" y="38"/>
                </a:lnTo>
                <a:lnTo>
                  <a:pt x="34" y="48"/>
                </a:lnTo>
                <a:lnTo>
                  <a:pt x="26" y="52"/>
                </a:lnTo>
                <a:moveTo>
                  <a:pt x="22" y="44"/>
                </a:moveTo>
                <a:lnTo>
                  <a:pt x="17" y="34"/>
                </a:lnTo>
                <a:lnTo>
                  <a:pt x="26" y="30"/>
                </a:lnTo>
                <a:lnTo>
                  <a:pt x="30" y="38"/>
                </a:lnTo>
                <a:lnTo>
                  <a:pt x="22" y="44"/>
                </a:lnTo>
                <a:moveTo>
                  <a:pt x="17" y="34"/>
                </a:moveTo>
                <a:lnTo>
                  <a:pt x="13" y="26"/>
                </a:lnTo>
                <a:lnTo>
                  <a:pt x="22" y="22"/>
                </a:lnTo>
                <a:lnTo>
                  <a:pt x="26" y="30"/>
                </a:lnTo>
                <a:lnTo>
                  <a:pt x="17" y="34"/>
                </a:lnTo>
                <a:moveTo>
                  <a:pt x="13" y="26"/>
                </a:moveTo>
                <a:lnTo>
                  <a:pt x="9" y="18"/>
                </a:lnTo>
                <a:lnTo>
                  <a:pt x="17" y="13"/>
                </a:lnTo>
                <a:lnTo>
                  <a:pt x="22" y="22"/>
                </a:lnTo>
                <a:lnTo>
                  <a:pt x="13" y="26"/>
                </a:lnTo>
                <a:moveTo>
                  <a:pt x="9" y="18"/>
                </a:moveTo>
                <a:lnTo>
                  <a:pt x="5" y="9"/>
                </a:lnTo>
                <a:lnTo>
                  <a:pt x="13" y="5"/>
                </a:lnTo>
                <a:lnTo>
                  <a:pt x="17" y="13"/>
                </a:lnTo>
                <a:lnTo>
                  <a:pt x="9" y="18"/>
                </a:lnTo>
                <a:moveTo>
                  <a:pt x="5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3" y="5"/>
                </a:lnTo>
                <a:lnTo>
                  <a:pt x="5" y="9"/>
                </a:lnTo>
                <a:moveTo>
                  <a:pt x="14" y="0"/>
                </a:moveTo>
                <a:lnTo>
                  <a:pt x="23" y="0"/>
                </a:lnTo>
                <a:lnTo>
                  <a:pt x="23" y="9"/>
                </a:lnTo>
                <a:lnTo>
                  <a:pt x="14" y="9"/>
                </a:lnTo>
                <a:lnTo>
                  <a:pt x="14" y="0"/>
                </a:lnTo>
                <a:moveTo>
                  <a:pt x="23" y="0"/>
                </a:moveTo>
                <a:lnTo>
                  <a:pt x="32" y="0"/>
                </a:lnTo>
                <a:lnTo>
                  <a:pt x="32" y="9"/>
                </a:lnTo>
                <a:lnTo>
                  <a:pt x="23" y="9"/>
                </a:lnTo>
                <a:lnTo>
                  <a:pt x="23" y="0"/>
                </a:lnTo>
                <a:moveTo>
                  <a:pt x="32" y="0"/>
                </a:moveTo>
                <a:lnTo>
                  <a:pt x="41" y="0"/>
                </a:lnTo>
                <a:lnTo>
                  <a:pt x="41" y="9"/>
                </a:lnTo>
                <a:lnTo>
                  <a:pt x="32" y="9"/>
                </a:lnTo>
                <a:lnTo>
                  <a:pt x="32" y="0"/>
                </a:lnTo>
                <a:moveTo>
                  <a:pt x="41" y="0"/>
                </a:moveTo>
                <a:lnTo>
                  <a:pt x="51" y="0"/>
                </a:lnTo>
                <a:lnTo>
                  <a:pt x="51" y="9"/>
                </a:lnTo>
                <a:lnTo>
                  <a:pt x="41" y="9"/>
                </a:lnTo>
                <a:lnTo>
                  <a:pt x="41" y="0"/>
                </a:lnTo>
                <a:moveTo>
                  <a:pt x="51" y="0"/>
                </a:moveTo>
                <a:lnTo>
                  <a:pt x="60" y="0"/>
                </a:lnTo>
                <a:lnTo>
                  <a:pt x="60" y="9"/>
                </a:lnTo>
                <a:lnTo>
                  <a:pt x="51" y="9"/>
                </a:lnTo>
                <a:lnTo>
                  <a:pt x="51" y="0"/>
                </a:lnTo>
                <a:moveTo>
                  <a:pt x="60" y="0"/>
                </a:moveTo>
                <a:lnTo>
                  <a:pt x="69" y="0"/>
                </a:lnTo>
                <a:lnTo>
                  <a:pt x="69" y="9"/>
                </a:lnTo>
                <a:lnTo>
                  <a:pt x="60" y="9"/>
                </a:lnTo>
                <a:lnTo>
                  <a:pt x="60" y="0"/>
                </a:lnTo>
                <a:moveTo>
                  <a:pt x="69" y="0"/>
                </a:moveTo>
                <a:lnTo>
                  <a:pt x="79" y="0"/>
                </a:lnTo>
                <a:lnTo>
                  <a:pt x="79" y="9"/>
                </a:lnTo>
                <a:lnTo>
                  <a:pt x="69" y="9"/>
                </a:lnTo>
                <a:lnTo>
                  <a:pt x="69" y="0"/>
                </a:lnTo>
                <a:moveTo>
                  <a:pt x="79" y="0"/>
                </a:moveTo>
                <a:lnTo>
                  <a:pt x="88" y="0"/>
                </a:lnTo>
                <a:lnTo>
                  <a:pt x="88" y="9"/>
                </a:lnTo>
                <a:lnTo>
                  <a:pt x="79" y="9"/>
                </a:lnTo>
                <a:lnTo>
                  <a:pt x="79" y="0"/>
                </a:lnTo>
                <a:moveTo>
                  <a:pt x="88" y="0"/>
                </a:moveTo>
                <a:lnTo>
                  <a:pt x="98" y="0"/>
                </a:lnTo>
                <a:lnTo>
                  <a:pt x="98" y="9"/>
                </a:lnTo>
                <a:lnTo>
                  <a:pt x="88" y="9"/>
                </a:lnTo>
                <a:lnTo>
                  <a:pt x="88" y="0"/>
                </a:lnTo>
                <a:moveTo>
                  <a:pt x="98" y="0"/>
                </a:moveTo>
                <a:lnTo>
                  <a:pt x="109" y="0"/>
                </a:lnTo>
                <a:lnTo>
                  <a:pt x="102" y="15"/>
                </a:lnTo>
                <a:lnTo>
                  <a:pt x="93" y="11"/>
                </a:lnTo>
                <a:lnTo>
                  <a:pt x="97" y="2"/>
                </a:lnTo>
                <a:lnTo>
                  <a:pt x="102" y="4"/>
                </a:lnTo>
                <a:lnTo>
                  <a:pt x="102" y="9"/>
                </a:lnTo>
                <a:lnTo>
                  <a:pt x="98" y="9"/>
                </a:lnTo>
                <a:lnTo>
                  <a:pt x="9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851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91800" y="276048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871880" y="2743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870080" y="274104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5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8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3"/>
                </a:lnTo>
                <a:lnTo>
                  <a:pt x="37" y="28"/>
                </a:lnTo>
                <a:lnTo>
                  <a:pt x="41" y="20"/>
                </a:lnTo>
                <a:moveTo>
                  <a:pt x="49" y="24"/>
                </a:moveTo>
                <a:lnTo>
                  <a:pt x="58" y="28"/>
                </a:lnTo>
                <a:lnTo>
                  <a:pt x="54" y="38"/>
                </a:lnTo>
                <a:lnTo>
                  <a:pt x="45" y="33"/>
                </a:lnTo>
                <a:lnTo>
                  <a:pt x="49" y="24"/>
                </a:lnTo>
                <a:moveTo>
                  <a:pt x="58" y="28"/>
                </a:moveTo>
                <a:lnTo>
                  <a:pt x="66" y="33"/>
                </a:lnTo>
                <a:lnTo>
                  <a:pt x="62" y="42"/>
                </a:lnTo>
                <a:lnTo>
                  <a:pt x="54" y="38"/>
                </a:lnTo>
                <a:lnTo>
                  <a:pt x="58" y="28"/>
                </a:lnTo>
                <a:moveTo>
                  <a:pt x="66" y="33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3"/>
                </a:lnTo>
                <a:moveTo>
                  <a:pt x="74" y="38"/>
                </a:moveTo>
                <a:lnTo>
                  <a:pt x="83" y="42"/>
                </a:lnTo>
                <a:lnTo>
                  <a:pt x="79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8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8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8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2" y="58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3"/>
                </a:lnTo>
                <a:lnTo>
                  <a:pt x="48" y="75"/>
                </a:lnTo>
                <a:lnTo>
                  <a:pt x="57" y="71"/>
                </a:lnTo>
                <a:lnTo>
                  <a:pt x="61" y="79"/>
                </a:lnTo>
                <a:moveTo>
                  <a:pt x="52" y="83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3"/>
                </a:lnTo>
                <a:moveTo>
                  <a:pt x="44" y="88"/>
                </a:moveTo>
                <a:lnTo>
                  <a:pt x="36" y="92"/>
                </a:lnTo>
                <a:lnTo>
                  <a:pt x="32" y="83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3" y="88"/>
                </a:lnTo>
                <a:lnTo>
                  <a:pt x="32" y="83"/>
                </a:lnTo>
                <a:lnTo>
                  <a:pt x="36" y="92"/>
                </a:lnTo>
                <a:moveTo>
                  <a:pt x="28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8" y="96"/>
                </a:lnTo>
                <a:moveTo>
                  <a:pt x="19" y="100"/>
                </a:moveTo>
                <a:lnTo>
                  <a:pt x="11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1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1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8"/>
                </a:lnTo>
                <a:lnTo>
                  <a:pt x="10" y="58"/>
                </a:lnTo>
                <a:lnTo>
                  <a:pt x="10" y="68"/>
                </a:lnTo>
                <a:lnTo>
                  <a:pt x="0" y="68"/>
                </a:lnTo>
                <a:moveTo>
                  <a:pt x="0" y="58"/>
                </a:moveTo>
                <a:lnTo>
                  <a:pt x="0" y="49"/>
                </a:lnTo>
                <a:lnTo>
                  <a:pt x="10" y="49"/>
                </a:lnTo>
                <a:lnTo>
                  <a:pt x="10" y="58"/>
                </a:lnTo>
                <a:lnTo>
                  <a:pt x="0" y="58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0"/>
                </a:lnTo>
                <a:lnTo>
                  <a:pt x="10" y="30"/>
                </a:lnTo>
                <a:lnTo>
                  <a:pt x="10" y="40"/>
                </a:lnTo>
                <a:lnTo>
                  <a:pt x="0" y="40"/>
                </a:lnTo>
                <a:moveTo>
                  <a:pt x="0" y="30"/>
                </a:moveTo>
                <a:lnTo>
                  <a:pt x="0" y="20"/>
                </a:lnTo>
                <a:lnTo>
                  <a:pt x="10" y="20"/>
                </a:lnTo>
                <a:lnTo>
                  <a:pt x="10" y="30"/>
                </a:lnTo>
                <a:lnTo>
                  <a:pt x="0" y="30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560840" y="2513520"/>
            <a:ext cx="236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739680" y="2722320"/>
            <a:ext cx="80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030640" y="2722320"/>
            <a:ext cx="62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168768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2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1967760" y="19760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0"/>
                </a:moveTo>
                <a:lnTo>
                  <a:pt x="93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196596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7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8" y="29"/>
                </a:lnTo>
                <a:lnTo>
                  <a:pt x="53" y="38"/>
                </a:lnTo>
                <a:lnTo>
                  <a:pt x="44" y="34"/>
                </a:lnTo>
                <a:lnTo>
                  <a:pt x="48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2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7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2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08736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36744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36564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7" y="8"/>
                </a:moveTo>
                <a:lnTo>
                  <a:pt x="25" y="12"/>
                </a:lnTo>
                <a:lnTo>
                  <a:pt x="21" y="20"/>
                </a:lnTo>
                <a:lnTo>
                  <a:pt x="11" y="16"/>
                </a:lnTo>
                <a:lnTo>
                  <a:pt x="17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1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50" y="24"/>
                </a:lnTo>
                <a:lnTo>
                  <a:pt x="46" y="34"/>
                </a:lnTo>
                <a:lnTo>
                  <a:pt x="37" y="29"/>
                </a:lnTo>
                <a:lnTo>
                  <a:pt x="41" y="20"/>
                </a:lnTo>
                <a:moveTo>
                  <a:pt x="50" y="24"/>
                </a:moveTo>
                <a:lnTo>
                  <a:pt x="58" y="29"/>
                </a:lnTo>
                <a:lnTo>
                  <a:pt x="54" y="38"/>
                </a:lnTo>
                <a:lnTo>
                  <a:pt x="46" y="34"/>
                </a:lnTo>
                <a:lnTo>
                  <a:pt x="50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4" y="38"/>
                </a:lnTo>
                <a:lnTo>
                  <a:pt x="58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6"/>
                </a:lnTo>
                <a:lnTo>
                  <a:pt x="62" y="42"/>
                </a:lnTo>
                <a:lnTo>
                  <a:pt x="66" y="34"/>
                </a:lnTo>
                <a:moveTo>
                  <a:pt x="75" y="38"/>
                </a:moveTo>
                <a:lnTo>
                  <a:pt x="83" y="42"/>
                </a:lnTo>
                <a:lnTo>
                  <a:pt x="79" y="50"/>
                </a:lnTo>
                <a:lnTo>
                  <a:pt x="71" y="46"/>
                </a:lnTo>
                <a:lnTo>
                  <a:pt x="75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100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100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9"/>
                </a:lnTo>
                <a:lnTo>
                  <a:pt x="100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8" y="71"/>
                </a:lnTo>
                <a:lnTo>
                  <a:pt x="74" y="63"/>
                </a:lnTo>
                <a:lnTo>
                  <a:pt x="82" y="59"/>
                </a:lnTo>
                <a:lnTo>
                  <a:pt x="86" y="67"/>
                </a:lnTo>
                <a:moveTo>
                  <a:pt x="78" y="71"/>
                </a:moveTo>
                <a:lnTo>
                  <a:pt x="69" y="75"/>
                </a:lnTo>
                <a:lnTo>
                  <a:pt x="65" y="67"/>
                </a:lnTo>
                <a:lnTo>
                  <a:pt x="74" y="63"/>
                </a:lnTo>
                <a:lnTo>
                  <a:pt x="78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3" y="84"/>
                </a:lnTo>
                <a:lnTo>
                  <a:pt x="49" y="75"/>
                </a:lnTo>
                <a:lnTo>
                  <a:pt x="57" y="71"/>
                </a:lnTo>
                <a:lnTo>
                  <a:pt x="61" y="79"/>
                </a:lnTo>
                <a:moveTo>
                  <a:pt x="53" y="84"/>
                </a:moveTo>
                <a:lnTo>
                  <a:pt x="44" y="88"/>
                </a:lnTo>
                <a:lnTo>
                  <a:pt x="40" y="79"/>
                </a:lnTo>
                <a:lnTo>
                  <a:pt x="49" y="75"/>
                </a:lnTo>
                <a:lnTo>
                  <a:pt x="53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4" y="88"/>
                </a:lnTo>
                <a:lnTo>
                  <a:pt x="32" y="84"/>
                </a:lnTo>
                <a:lnTo>
                  <a:pt x="36" y="92"/>
                </a:lnTo>
                <a:moveTo>
                  <a:pt x="28" y="96"/>
                </a:moveTo>
                <a:lnTo>
                  <a:pt x="20" y="100"/>
                </a:lnTo>
                <a:lnTo>
                  <a:pt x="15" y="92"/>
                </a:lnTo>
                <a:lnTo>
                  <a:pt x="24" y="88"/>
                </a:lnTo>
                <a:lnTo>
                  <a:pt x="28" y="96"/>
                </a:lnTo>
                <a:moveTo>
                  <a:pt x="20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20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10" y="59"/>
                </a:lnTo>
                <a:lnTo>
                  <a:pt x="10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10" y="49"/>
                </a:lnTo>
                <a:lnTo>
                  <a:pt x="10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10" y="31"/>
                </a:lnTo>
                <a:lnTo>
                  <a:pt x="10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10" y="20"/>
                </a:lnTo>
                <a:lnTo>
                  <a:pt x="10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7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48740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76748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6568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8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8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7" y="29"/>
                </a:lnTo>
                <a:lnTo>
                  <a:pt x="52" y="38"/>
                </a:lnTo>
                <a:lnTo>
                  <a:pt x="44" y="34"/>
                </a:lnTo>
                <a:lnTo>
                  <a:pt x="48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2" y="38"/>
                </a:lnTo>
                <a:lnTo>
                  <a:pt x="57" y="29"/>
                </a:lnTo>
                <a:moveTo>
                  <a:pt x="65" y="34"/>
                </a:moveTo>
                <a:lnTo>
                  <a:pt x="73" y="38"/>
                </a:lnTo>
                <a:lnTo>
                  <a:pt x="69" y="46"/>
                </a:lnTo>
                <a:lnTo>
                  <a:pt x="61" y="42"/>
                </a:lnTo>
                <a:lnTo>
                  <a:pt x="65" y="34"/>
                </a:lnTo>
                <a:moveTo>
                  <a:pt x="73" y="38"/>
                </a:moveTo>
                <a:lnTo>
                  <a:pt x="81" y="42"/>
                </a:lnTo>
                <a:lnTo>
                  <a:pt x="77" y="50"/>
                </a:lnTo>
                <a:lnTo>
                  <a:pt x="69" y="46"/>
                </a:lnTo>
                <a:lnTo>
                  <a:pt x="73" y="38"/>
                </a:lnTo>
                <a:moveTo>
                  <a:pt x="81" y="42"/>
                </a:moveTo>
                <a:lnTo>
                  <a:pt x="91" y="46"/>
                </a:lnTo>
                <a:lnTo>
                  <a:pt x="87" y="54"/>
                </a:lnTo>
                <a:lnTo>
                  <a:pt x="77" y="50"/>
                </a:lnTo>
                <a:lnTo>
                  <a:pt x="81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0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6" y="71"/>
                </a:lnTo>
                <a:lnTo>
                  <a:pt x="72" y="63"/>
                </a:lnTo>
                <a:lnTo>
                  <a:pt x="80" y="59"/>
                </a:lnTo>
                <a:lnTo>
                  <a:pt x="85" y="67"/>
                </a:lnTo>
                <a:moveTo>
                  <a:pt x="76" y="71"/>
                </a:moveTo>
                <a:lnTo>
                  <a:pt x="68" y="75"/>
                </a:lnTo>
                <a:lnTo>
                  <a:pt x="64" y="67"/>
                </a:lnTo>
                <a:lnTo>
                  <a:pt x="72" y="63"/>
                </a:lnTo>
                <a:lnTo>
                  <a:pt x="76" y="71"/>
                </a:lnTo>
                <a:moveTo>
                  <a:pt x="68" y="75"/>
                </a:moveTo>
                <a:lnTo>
                  <a:pt x="60" y="79"/>
                </a:lnTo>
                <a:lnTo>
                  <a:pt x="55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1" y="84"/>
                </a:lnTo>
                <a:lnTo>
                  <a:pt x="47" y="75"/>
                </a:lnTo>
                <a:lnTo>
                  <a:pt x="55" y="71"/>
                </a:lnTo>
                <a:lnTo>
                  <a:pt x="60" y="79"/>
                </a:lnTo>
                <a:moveTo>
                  <a:pt x="51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1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88708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16716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6165720" y="197316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0" y="16"/>
                </a:lnTo>
                <a:lnTo>
                  <a:pt x="15" y="8"/>
                </a:lnTo>
                <a:moveTo>
                  <a:pt x="23" y="12"/>
                </a:moveTo>
                <a:lnTo>
                  <a:pt x="31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1" y="16"/>
                </a:moveTo>
                <a:lnTo>
                  <a:pt x="39" y="20"/>
                </a:lnTo>
                <a:lnTo>
                  <a:pt x="35" y="29"/>
                </a:lnTo>
                <a:lnTo>
                  <a:pt x="27" y="24"/>
                </a:lnTo>
                <a:lnTo>
                  <a:pt x="31" y="16"/>
                </a:lnTo>
                <a:moveTo>
                  <a:pt x="39" y="20"/>
                </a:moveTo>
                <a:lnTo>
                  <a:pt x="49" y="24"/>
                </a:lnTo>
                <a:lnTo>
                  <a:pt x="44" y="34"/>
                </a:lnTo>
                <a:lnTo>
                  <a:pt x="35" y="29"/>
                </a:lnTo>
                <a:lnTo>
                  <a:pt x="39" y="20"/>
                </a:lnTo>
                <a:moveTo>
                  <a:pt x="49" y="24"/>
                </a:moveTo>
                <a:lnTo>
                  <a:pt x="57" y="29"/>
                </a:lnTo>
                <a:lnTo>
                  <a:pt x="53" y="38"/>
                </a:lnTo>
                <a:lnTo>
                  <a:pt x="44" y="34"/>
                </a:lnTo>
                <a:lnTo>
                  <a:pt x="49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3" y="38"/>
                </a:lnTo>
                <a:lnTo>
                  <a:pt x="57" y="29"/>
                </a:lnTo>
                <a:moveTo>
                  <a:pt x="65" y="34"/>
                </a:moveTo>
                <a:lnTo>
                  <a:pt x="74" y="38"/>
                </a:lnTo>
                <a:lnTo>
                  <a:pt x="70" y="46"/>
                </a:lnTo>
                <a:lnTo>
                  <a:pt x="61" y="42"/>
                </a:lnTo>
                <a:lnTo>
                  <a:pt x="65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0" y="46"/>
                </a:lnTo>
                <a:lnTo>
                  <a:pt x="86" y="54"/>
                </a:lnTo>
                <a:lnTo>
                  <a:pt x="78" y="50"/>
                </a:lnTo>
                <a:lnTo>
                  <a:pt x="82" y="42"/>
                </a:lnTo>
                <a:moveTo>
                  <a:pt x="90" y="46"/>
                </a:moveTo>
                <a:lnTo>
                  <a:pt x="99" y="50"/>
                </a:lnTo>
                <a:lnTo>
                  <a:pt x="94" y="59"/>
                </a:lnTo>
                <a:lnTo>
                  <a:pt x="86" y="54"/>
                </a:lnTo>
                <a:lnTo>
                  <a:pt x="90" y="46"/>
                </a:lnTo>
                <a:moveTo>
                  <a:pt x="99" y="50"/>
                </a:moveTo>
                <a:lnTo>
                  <a:pt x="108" y="55"/>
                </a:lnTo>
                <a:lnTo>
                  <a:pt x="93" y="63"/>
                </a:lnTo>
                <a:lnTo>
                  <a:pt x="89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4" y="59"/>
                </a:lnTo>
                <a:lnTo>
                  <a:pt x="99" y="50"/>
                </a:lnTo>
                <a:moveTo>
                  <a:pt x="93" y="63"/>
                </a:moveTo>
                <a:lnTo>
                  <a:pt x="85" y="67"/>
                </a:lnTo>
                <a:lnTo>
                  <a:pt x="81" y="59"/>
                </a:lnTo>
                <a:lnTo>
                  <a:pt x="89" y="54"/>
                </a:lnTo>
                <a:lnTo>
                  <a:pt x="93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8" y="75"/>
                </a:lnTo>
                <a:lnTo>
                  <a:pt x="64" y="67"/>
                </a:lnTo>
                <a:lnTo>
                  <a:pt x="73" y="63"/>
                </a:lnTo>
                <a:lnTo>
                  <a:pt x="77" y="71"/>
                </a:lnTo>
                <a:moveTo>
                  <a:pt x="68" y="75"/>
                </a:moveTo>
                <a:lnTo>
                  <a:pt x="60" y="79"/>
                </a:lnTo>
                <a:lnTo>
                  <a:pt x="56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0" y="79"/>
                </a:lnTo>
                <a:moveTo>
                  <a:pt x="52" y="84"/>
                </a:moveTo>
                <a:lnTo>
                  <a:pt x="42" y="88"/>
                </a:lnTo>
                <a:lnTo>
                  <a:pt x="38" y="79"/>
                </a:lnTo>
                <a:lnTo>
                  <a:pt x="48" y="75"/>
                </a:lnTo>
                <a:lnTo>
                  <a:pt x="52" y="84"/>
                </a:lnTo>
                <a:moveTo>
                  <a:pt x="42" y="88"/>
                </a:moveTo>
                <a:lnTo>
                  <a:pt x="34" y="92"/>
                </a:lnTo>
                <a:lnTo>
                  <a:pt x="30" y="84"/>
                </a:lnTo>
                <a:lnTo>
                  <a:pt x="38" y="79"/>
                </a:lnTo>
                <a:lnTo>
                  <a:pt x="42" y="88"/>
                </a:lnTo>
                <a:moveTo>
                  <a:pt x="34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4" y="92"/>
                </a:lnTo>
                <a:moveTo>
                  <a:pt x="26" y="96"/>
                </a:moveTo>
                <a:lnTo>
                  <a:pt x="18" y="100"/>
                </a:lnTo>
                <a:lnTo>
                  <a:pt x="13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9" y="104"/>
                </a:lnTo>
                <a:lnTo>
                  <a:pt x="5" y="96"/>
                </a:lnTo>
                <a:lnTo>
                  <a:pt x="13" y="92"/>
                </a:lnTo>
                <a:lnTo>
                  <a:pt x="18" y="100"/>
                </a:lnTo>
                <a:moveTo>
                  <a:pt x="9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4" y="102"/>
                </a:lnTo>
                <a:lnTo>
                  <a:pt x="2" y="97"/>
                </a:lnTo>
                <a:lnTo>
                  <a:pt x="5" y="96"/>
                </a:lnTo>
                <a:lnTo>
                  <a:pt x="9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0" y="16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8712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756720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56540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4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4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4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4"/>
                </a:lnTo>
                <a:lnTo>
                  <a:pt x="37" y="29"/>
                </a:lnTo>
                <a:lnTo>
                  <a:pt x="41" y="20"/>
                </a:lnTo>
                <a:moveTo>
                  <a:pt x="49" y="24"/>
                </a:moveTo>
                <a:lnTo>
                  <a:pt x="58" y="29"/>
                </a:lnTo>
                <a:lnTo>
                  <a:pt x="53" y="38"/>
                </a:lnTo>
                <a:lnTo>
                  <a:pt x="45" y="34"/>
                </a:lnTo>
                <a:lnTo>
                  <a:pt x="49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3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7" y="96"/>
                </a:lnTo>
                <a:lnTo>
                  <a:pt x="23" y="88"/>
                </a:lnTo>
                <a:lnTo>
                  <a:pt x="32" y="84"/>
                </a:lnTo>
                <a:lnTo>
                  <a:pt x="36" y="92"/>
                </a:lnTo>
                <a:moveTo>
                  <a:pt x="27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7" y="96"/>
                </a:lnTo>
                <a:moveTo>
                  <a:pt x="19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379040" y="1698480"/>
            <a:ext cx="631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772560" y="1954440"/>
            <a:ext cx="898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2233080" y="1907640"/>
            <a:ext cx="68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38356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61620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614040" y="2003760"/>
            <a:ext cx="7322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083200" y="1907640"/>
            <a:ext cx="579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997520" y="2003760"/>
            <a:ext cx="7642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349320" y="1907640"/>
            <a:ext cx="876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658332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81596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804600" y="3814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4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8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6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997760" y="2003760"/>
            <a:ext cx="3297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757160" y="3814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4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8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6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898560" y="3893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795480" y="3814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4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8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6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56520" y="3893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2052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4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8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6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3890880" y="3893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69008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4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8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6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306040" y="3893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528640" y="4176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10"/>
                </a:cubicBezTo>
                <a:cubicBezTo>
                  <a:pt x="3845" y="16"/>
                  <a:pt x="3861" y="24"/>
                  <a:pt x="3874" y="35"/>
                </a:cubicBezTo>
                <a:cubicBezTo>
                  <a:pt x="3888" y="47"/>
                  <a:pt x="3899" y="59"/>
                  <a:pt x="3906" y="74"/>
                </a:cubicBezTo>
                <a:cubicBezTo>
                  <a:pt x="3913" y="89"/>
                  <a:pt x="3917" y="104"/>
                  <a:pt x="3917" y="120"/>
                </a:cubicBezTo>
                <a:lnTo>
                  <a:pt x="3917" y="649"/>
                </a:lnTo>
                <a:cubicBezTo>
                  <a:pt x="3917" y="658"/>
                  <a:pt x="3916" y="668"/>
                  <a:pt x="3914" y="677"/>
                </a:cubicBezTo>
                <a:cubicBezTo>
                  <a:pt x="3912" y="686"/>
                  <a:pt x="3910" y="697"/>
                  <a:pt x="3906" y="705"/>
                </a:cubicBezTo>
                <a:cubicBezTo>
                  <a:pt x="3902" y="714"/>
                  <a:pt x="3898" y="723"/>
                  <a:pt x="3892" y="731"/>
                </a:cubicBezTo>
                <a:cubicBezTo>
                  <a:pt x="3887" y="738"/>
                  <a:pt x="3881" y="746"/>
                  <a:pt x="3874" y="753"/>
                </a:cubicBezTo>
                <a:cubicBezTo>
                  <a:pt x="3868" y="759"/>
                  <a:pt x="3860" y="765"/>
                  <a:pt x="3852" y="771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1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263916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30"/>
                </a:lnTo>
                <a:lnTo>
                  <a:pt x="278" y="410"/>
                </a:lnTo>
                <a:lnTo>
                  <a:pt x="241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8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2"/>
                </a:lnTo>
                <a:lnTo>
                  <a:pt x="15" y="199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6" y="373"/>
                </a:cubicBezTo>
                <a:lnTo>
                  <a:pt x="143" y="373"/>
                </a:lnTo>
                <a:lnTo>
                  <a:pt x="143" y="343"/>
                </a:lnTo>
                <a:lnTo>
                  <a:pt x="56" y="343"/>
                </a:lnTo>
                <a:moveTo>
                  <a:pt x="336" y="110"/>
                </a:moveTo>
                <a:lnTo>
                  <a:pt x="321" y="160"/>
                </a:lnTo>
                <a:lnTo>
                  <a:pt x="248" y="29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9"/>
                </a:cubicBezTo>
                <a:lnTo>
                  <a:pt x="109" y="108"/>
                </a:lnTo>
                <a:lnTo>
                  <a:pt x="134" y="122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9"/>
                </a:lnTo>
                <a:lnTo>
                  <a:pt x="238" y="186"/>
                </a:lnTo>
                <a:lnTo>
                  <a:pt x="335" y="215"/>
                </a:lnTo>
                <a:lnTo>
                  <a:pt x="363" y="118"/>
                </a:lnTo>
                <a:lnTo>
                  <a:pt x="336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6997680" y="3893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005000" y="4176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10"/>
                </a:cubicBezTo>
                <a:cubicBezTo>
                  <a:pt x="2628" y="16"/>
                  <a:pt x="2644" y="24"/>
                  <a:pt x="2657" y="35"/>
                </a:cubicBezTo>
                <a:cubicBezTo>
                  <a:pt x="2671" y="47"/>
                  <a:pt x="2682" y="59"/>
                  <a:pt x="2689" y="74"/>
                </a:cubicBezTo>
                <a:cubicBezTo>
                  <a:pt x="2696" y="89"/>
                  <a:pt x="2700" y="104"/>
                  <a:pt x="2700" y="120"/>
                </a:cubicBezTo>
                <a:lnTo>
                  <a:pt x="2700" y="649"/>
                </a:lnTo>
                <a:cubicBezTo>
                  <a:pt x="2700" y="658"/>
                  <a:pt x="2699" y="668"/>
                  <a:pt x="2697" y="677"/>
                </a:cubicBezTo>
                <a:cubicBezTo>
                  <a:pt x="2695" y="686"/>
                  <a:pt x="2693" y="697"/>
                  <a:pt x="2689" y="705"/>
                </a:cubicBezTo>
                <a:cubicBezTo>
                  <a:pt x="2685" y="714"/>
                  <a:pt x="2681" y="723"/>
                  <a:pt x="2675" y="731"/>
                </a:cubicBezTo>
                <a:cubicBezTo>
                  <a:pt x="2670" y="738"/>
                  <a:pt x="2664" y="746"/>
                  <a:pt x="2657" y="753"/>
                </a:cubicBezTo>
                <a:cubicBezTo>
                  <a:pt x="2651" y="759"/>
                  <a:pt x="2643" y="765"/>
                  <a:pt x="2635" y="771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1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11552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30"/>
                </a:lnTo>
                <a:lnTo>
                  <a:pt x="277" y="410"/>
                </a:lnTo>
                <a:lnTo>
                  <a:pt x="240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8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2"/>
                </a:lnTo>
                <a:lnTo>
                  <a:pt x="15" y="199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5" y="373"/>
                </a:cubicBezTo>
                <a:lnTo>
                  <a:pt x="142" y="373"/>
                </a:lnTo>
                <a:lnTo>
                  <a:pt x="142" y="343"/>
                </a:lnTo>
                <a:lnTo>
                  <a:pt x="55" y="343"/>
                </a:lnTo>
                <a:moveTo>
                  <a:pt x="335" y="110"/>
                </a:moveTo>
                <a:lnTo>
                  <a:pt x="320" y="160"/>
                </a:lnTo>
                <a:lnTo>
                  <a:pt x="247" y="29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9"/>
                </a:cubicBezTo>
                <a:lnTo>
                  <a:pt x="108" y="108"/>
                </a:lnTo>
                <a:lnTo>
                  <a:pt x="133" y="122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9"/>
                </a:lnTo>
                <a:lnTo>
                  <a:pt x="237" y="186"/>
                </a:lnTo>
                <a:lnTo>
                  <a:pt x="334" y="215"/>
                </a:lnTo>
                <a:lnTo>
                  <a:pt x="364" y="118"/>
                </a:lnTo>
                <a:lnTo>
                  <a:pt x="335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828160" y="4254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052960" y="4176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3" y="89"/>
                  <a:pt x="11" y="74"/>
                </a:cubicBezTo>
                <a:cubicBezTo>
                  <a:pt x="18" y="59"/>
                  <a:pt x="29" y="47"/>
                  <a:pt x="42" y="35"/>
                </a:cubicBezTo>
                <a:cubicBezTo>
                  <a:pt x="56" y="24"/>
                  <a:pt x="72" y="16"/>
                  <a:pt x="89" y="10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10"/>
                </a:cubicBezTo>
                <a:cubicBezTo>
                  <a:pt x="4797" y="16"/>
                  <a:pt x="4813" y="24"/>
                  <a:pt x="4826" y="35"/>
                </a:cubicBezTo>
                <a:cubicBezTo>
                  <a:pt x="4840" y="47"/>
                  <a:pt x="4851" y="59"/>
                  <a:pt x="4858" y="74"/>
                </a:cubicBezTo>
                <a:cubicBezTo>
                  <a:pt x="4865" y="89"/>
                  <a:pt x="4869" y="104"/>
                  <a:pt x="4869" y="120"/>
                </a:cubicBezTo>
                <a:lnTo>
                  <a:pt x="4869" y="649"/>
                </a:lnTo>
                <a:cubicBezTo>
                  <a:pt x="4869" y="658"/>
                  <a:pt x="4868" y="668"/>
                  <a:pt x="4866" y="677"/>
                </a:cubicBezTo>
                <a:cubicBezTo>
                  <a:pt x="4864" y="686"/>
                  <a:pt x="4862" y="697"/>
                  <a:pt x="4858" y="705"/>
                </a:cubicBezTo>
                <a:cubicBezTo>
                  <a:pt x="4854" y="714"/>
                  <a:pt x="4850" y="723"/>
                  <a:pt x="4844" y="731"/>
                </a:cubicBezTo>
                <a:cubicBezTo>
                  <a:pt x="4839" y="738"/>
                  <a:pt x="4833" y="746"/>
                  <a:pt x="4826" y="753"/>
                </a:cubicBezTo>
                <a:cubicBezTo>
                  <a:pt x="4820" y="759"/>
                  <a:pt x="4812" y="765"/>
                  <a:pt x="4804" y="771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1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1"/>
                  <a:pt x="98" y="788"/>
                  <a:pt x="89" y="784"/>
                </a:cubicBezTo>
                <a:cubicBezTo>
                  <a:pt x="81" y="780"/>
                  <a:pt x="72" y="776"/>
                  <a:pt x="64" y="771"/>
                </a:cubicBezTo>
                <a:cubicBezTo>
                  <a:pt x="56" y="765"/>
                  <a:pt x="49" y="759"/>
                  <a:pt x="42" y="753"/>
                </a:cubicBezTo>
                <a:cubicBezTo>
                  <a:pt x="36" y="746"/>
                  <a:pt x="29" y="738"/>
                  <a:pt x="24" y="731"/>
                </a:cubicBezTo>
                <a:cubicBezTo>
                  <a:pt x="19" y="723"/>
                  <a:pt x="14" y="714"/>
                  <a:pt x="11" y="705"/>
                </a:cubicBezTo>
                <a:cubicBezTo>
                  <a:pt x="7" y="697"/>
                  <a:pt x="4" y="686"/>
                  <a:pt x="2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303080" y="4254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146920" y="4254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233440" y="4584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833640" y="484272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7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28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8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66560" y="110484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14800" y="113724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1486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1478520" y="1301400"/>
            <a:ext cx="16200" cy="10080"/>
          </a:xfrm>
          <a:custGeom>
            <a:avLst/>
            <a:gdLst/>
            <a:ahLst/>
            <a:rect l="0" t="0" r="r" b="b"/>
            <a:pathLst>
              <a:path w="45" h="28">
                <a:moveTo>
                  <a:pt x="0" y="0"/>
                </a:moveTo>
                <a:lnTo>
                  <a:pt x="45" y="0"/>
                </a:lnTo>
                <a:lnTo>
                  <a:pt x="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1478520" y="131940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46480" y="132876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838800" y="129276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1582560" y="135756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3234600" y="1337400"/>
            <a:ext cx="40320" cy="48240"/>
          </a:xfrm>
          <a:custGeom>
            <a:avLst/>
            <a:gdLst/>
            <a:ahLst/>
            <a:rect l="0" t="0" r="r" b="b"/>
            <a:pathLst>
              <a:path w="112" h="134">
                <a:moveTo>
                  <a:pt x="0" y="0"/>
                </a:moveTo>
                <a:lnTo>
                  <a:pt x="112" y="67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042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4034160" y="1301400"/>
            <a:ext cx="16560" cy="10080"/>
          </a:xfrm>
          <a:custGeom>
            <a:avLst/>
            <a:gdLst/>
            <a:ahLst/>
            <a:rect l="0" t="0" r="r" b="b"/>
            <a:pathLst>
              <a:path w="46" h="28">
                <a:moveTo>
                  <a:pt x="0" y="0"/>
                </a:moveTo>
                <a:lnTo>
                  <a:pt x="46" y="0"/>
                </a:lnTo>
                <a:lnTo>
                  <a:pt x="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034160" y="131940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838800" y="135756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322440" y="129276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514440" y="146556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0"/>
                  <a:pt x="4705" y="30"/>
                </a:cubicBezTo>
                <a:cubicBezTo>
                  <a:pt x="4714" y="39"/>
                  <a:pt x="4722" y="51"/>
                  <a:pt x="4727" y="63"/>
                </a:cubicBezTo>
                <a:cubicBezTo>
                  <a:pt x="4732" y="75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0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0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5"/>
                  <a:pt x="8" y="63"/>
                </a:cubicBezTo>
                <a:cubicBezTo>
                  <a:pt x="13" y="51"/>
                  <a:pt x="20" y="39"/>
                  <a:pt x="30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512640" y="146376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3"/>
                  <a:pt x="4699" y="18"/>
                  <a:pt x="4705" y="23"/>
                </a:cubicBezTo>
                <a:lnTo>
                  <a:pt x="4698" y="31"/>
                </a:lnTo>
                <a:cubicBezTo>
                  <a:pt x="4692" y="27"/>
                  <a:pt x="4686" y="23"/>
                  <a:pt x="4680" y="20"/>
                </a:cubicBezTo>
                <a:lnTo>
                  <a:pt x="4685" y="10"/>
                </a:lnTo>
                <a:moveTo>
                  <a:pt x="4722" y="39"/>
                </a:moveTo>
                <a:cubicBezTo>
                  <a:pt x="4727" y="47"/>
                  <a:pt x="4731" y="53"/>
                  <a:pt x="4734" y="60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7"/>
                </a:cubicBezTo>
                <a:lnTo>
                  <a:pt x="4722" y="39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8"/>
                </a:moveTo>
                <a:cubicBezTo>
                  <a:pt x="4744" y="136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1"/>
                  <a:pt x="4733" y="134"/>
                  <a:pt x="4733" y="127"/>
                </a:cubicBezTo>
                <a:lnTo>
                  <a:pt x="4744" y="128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3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4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2"/>
                </a:lnTo>
                <a:lnTo>
                  <a:pt x="4639" y="212"/>
                </a:lnTo>
                <a:cubicBezTo>
                  <a:pt x="4643" y="212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2"/>
                </a:lnTo>
                <a:lnTo>
                  <a:pt x="4607" y="212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2"/>
                </a:lnTo>
                <a:lnTo>
                  <a:pt x="4563" y="212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2"/>
                </a:lnTo>
                <a:lnTo>
                  <a:pt x="4518" y="212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2"/>
                </a:lnTo>
                <a:lnTo>
                  <a:pt x="4474" y="212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2"/>
                </a:lnTo>
                <a:lnTo>
                  <a:pt x="4429" y="212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2"/>
                </a:lnTo>
                <a:lnTo>
                  <a:pt x="4385" y="212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2"/>
                </a:lnTo>
                <a:lnTo>
                  <a:pt x="4340" y="212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2"/>
                </a:lnTo>
                <a:lnTo>
                  <a:pt x="4296" y="212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2"/>
                </a:lnTo>
                <a:lnTo>
                  <a:pt x="4252" y="212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2"/>
                </a:lnTo>
                <a:lnTo>
                  <a:pt x="4207" y="212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2"/>
                </a:lnTo>
                <a:lnTo>
                  <a:pt x="4163" y="212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2"/>
                </a:lnTo>
                <a:lnTo>
                  <a:pt x="4118" y="212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2"/>
                </a:lnTo>
                <a:lnTo>
                  <a:pt x="4074" y="212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2"/>
                </a:lnTo>
                <a:lnTo>
                  <a:pt x="4029" y="212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2"/>
                </a:lnTo>
                <a:lnTo>
                  <a:pt x="3985" y="212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2"/>
                </a:lnTo>
                <a:lnTo>
                  <a:pt x="3940" y="212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2"/>
                </a:lnTo>
                <a:lnTo>
                  <a:pt x="3896" y="212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2"/>
                </a:lnTo>
                <a:lnTo>
                  <a:pt x="3852" y="212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2"/>
                </a:lnTo>
                <a:lnTo>
                  <a:pt x="3807" y="212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2"/>
                </a:lnTo>
                <a:lnTo>
                  <a:pt x="3763" y="212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2"/>
                </a:lnTo>
                <a:lnTo>
                  <a:pt x="3718" y="212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2"/>
                </a:lnTo>
                <a:lnTo>
                  <a:pt x="3674" y="212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2"/>
                </a:lnTo>
                <a:lnTo>
                  <a:pt x="3629" y="212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2"/>
                </a:lnTo>
                <a:lnTo>
                  <a:pt x="3585" y="212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2"/>
                </a:lnTo>
                <a:lnTo>
                  <a:pt x="3540" y="212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2"/>
                </a:lnTo>
                <a:lnTo>
                  <a:pt x="3496" y="212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2"/>
                </a:lnTo>
                <a:lnTo>
                  <a:pt x="3452" y="212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2"/>
                </a:lnTo>
                <a:lnTo>
                  <a:pt x="3407" y="212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2"/>
                </a:lnTo>
                <a:lnTo>
                  <a:pt x="3363" y="212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2"/>
                </a:lnTo>
                <a:lnTo>
                  <a:pt x="3318" y="212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2"/>
                </a:lnTo>
                <a:lnTo>
                  <a:pt x="3274" y="212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2"/>
                </a:lnTo>
                <a:lnTo>
                  <a:pt x="3229" y="212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2"/>
                </a:lnTo>
                <a:lnTo>
                  <a:pt x="3185" y="212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2"/>
                </a:lnTo>
                <a:lnTo>
                  <a:pt x="3141" y="212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2"/>
                </a:lnTo>
                <a:lnTo>
                  <a:pt x="3096" y="212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2"/>
                </a:lnTo>
                <a:lnTo>
                  <a:pt x="3052" y="212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2"/>
                </a:lnTo>
                <a:lnTo>
                  <a:pt x="3007" y="212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2"/>
                </a:lnTo>
                <a:lnTo>
                  <a:pt x="2963" y="212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2"/>
                </a:lnTo>
                <a:lnTo>
                  <a:pt x="2918" y="212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2"/>
                </a:lnTo>
                <a:lnTo>
                  <a:pt x="2874" y="212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2"/>
                </a:lnTo>
                <a:lnTo>
                  <a:pt x="2829" y="212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2"/>
                </a:lnTo>
                <a:lnTo>
                  <a:pt x="2785" y="212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2"/>
                </a:lnTo>
                <a:lnTo>
                  <a:pt x="2741" y="212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2"/>
                </a:lnTo>
                <a:lnTo>
                  <a:pt x="2696" y="212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2"/>
                </a:lnTo>
                <a:lnTo>
                  <a:pt x="2652" y="212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2"/>
                </a:lnTo>
                <a:lnTo>
                  <a:pt x="2607" y="212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2"/>
                </a:lnTo>
                <a:lnTo>
                  <a:pt x="2563" y="212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2"/>
                </a:lnTo>
                <a:lnTo>
                  <a:pt x="2518" y="212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2"/>
                </a:lnTo>
                <a:lnTo>
                  <a:pt x="2474" y="212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2"/>
                </a:lnTo>
                <a:lnTo>
                  <a:pt x="2429" y="212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2"/>
                </a:lnTo>
                <a:lnTo>
                  <a:pt x="2385" y="212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2"/>
                </a:lnTo>
                <a:lnTo>
                  <a:pt x="2341" y="212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2"/>
                </a:lnTo>
                <a:lnTo>
                  <a:pt x="2296" y="212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2"/>
                </a:lnTo>
                <a:lnTo>
                  <a:pt x="2252" y="212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2"/>
                </a:lnTo>
                <a:lnTo>
                  <a:pt x="2207" y="212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2"/>
                </a:lnTo>
                <a:lnTo>
                  <a:pt x="2163" y="212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2"/>
                </a:lnTo>
                <a:lnTo>
                  <a:pt x="2118" y="212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2"/>
                </a:lnTo>
                <a:lnTo>
                  <a:pt x="2074" y="212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2"/>
                </a:lnTo>
                <a:lnTo>
                  <a:pt x="2029" y="212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2"/>
                </a:lnTo>
                <a:lnTo>
                  <a:pt x="1985" y="212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2"/>
                </a:lnTo>
                <a:lnTo>
                  <a:pt x="1941" y="212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2"/>
                </a:lnTo>
                <a:lnTo>
                  <a:pt x="1896" y="212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2"/>
                </a:lnTo>
                <a:lnTo>
                  <a:pt x="1852" y="212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2"/>
                </a:lnTo>
                <a:lnTo>
                  <a:pt x="1807" y="212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2"/>
                </a:lnTo>
                <a:lnTo>
                  <a:pt x="1763" y="212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2"/>
                </a:lnTo>
                <a:lnTo>
                  <a:pt x="1718" y="212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2"/>
                </a:lnTo>
                <a:lnTo>
                  <a:pt x="1674" y="212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2"/>
                </a:lnTo>
                <a:lnTo>
                  <a:pt x="1630" y="212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2"/>
                </a:lnTo>
                <a:lnTo>
                  <a:pt x="1585" y="212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2"/>
                </a:lnTo>
                <a:lnTo>
                  <a:pt x="1541" y="212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2"/>
                </a:lnTo>
                <a:lnTo>
                  <a:pt x="1496" y="212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2"/>
                </a:lnTo>
                <a:lnTo>
                  <a:pt x="1452" y="212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2"/>
                </a:lnTo>
                <a:lnTo>
                  <a:pt x="1407" y="212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2"/>
                </a:lnTo>
                <a:lnTo>
                  <a:pt x="1363" y="212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2"/>
                </a:lnTo>
                <a:lnTo>
                  <a:pt x="1318" y="212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2"/>
                </a:lnTo>
                <a:lnTo>
                  <a:pt x="1274" y="212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2"/>
                </a:lnTo>
                <a:lnTo>
                  <a:pt x="1230" y="212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2"/>
                </a:lnTo>
                <a:lnTo>
                  <a:pt x="1185" y="212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2"/>
                </a:lnTo>
                <a:lnTo>
                  <a:pt x="1141" y="212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2"/>
                </a:lnTo>
                <a:lnTo>
                  <a:pt x="1096" y="212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2"/>
                </a:lnTo>
                <a:lnTo>
                  <a:pt x="1052" y="212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2"/>
                </a:lnTo>
                <a:lnTo>
                  <a:pt x="1007" y="212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2"/>
                </a:lnTo>
                <a:lnTo>
                  <a:pt x="963" y="212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2"/>
                </a:lnTo>
                <a:lnTo>
                  <a:pt x="917" y="212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2"/>
                </a:lnTo>
                <a:lnTo>
                  <a:pt x="873" y="212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2"/>
                </a:lnTo>
                <a:lnTo>
                  <a:pt x="829" y="212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2"/>
                </a:lnTo>
                <a:lnTo>
                  <a:pt x="784" y="212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2"/>
                </a:lnTo>
                <a:lnTo>
                  <a:pt x="740" y="212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2"/>
                </a:lnTo>
                <a:lnTo>
                  <a:pt x="695" y="212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2"/>
                </a:lnTo>
                <a:lnTo>
                  <a:pt x="651" y="212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2"/>
                </a:lnTo>
                <a:lnTo>
                  <a:pt x="606" y="212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2"/>
                </a:lnTo>
                <a:lnTo>
                  <a:pt x="562" y="212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2"/>
                </a:lnTo>
                <a:lnTo>
                  <a:pt x="518" y="212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2"/>
                </a:lnTo>
                <a:lnTo>
                  <a:pt x="473" y="212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2"/>
                </a:lnTo>
                <a:lnTo>
                  <a:pt x="429" y="212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2"/>
                </a:lnTo>
                <a:lnTo>
                  <a:pt x="384" y="212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2"/>
                </a:lnTo>
                <a:lnTo>
                  <a:pt x="340" y="212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2"/>
                </a:lnTo>
                <a:lnTo>
                  <a:pt x="295" y="212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2"/>
                </a:lnTo>
                <a:lnTo>
                  <a:pt x="251" y="212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2"/>
                </a:lnTo>
                <a:lnTo>
                  <a:pt x="206" y="212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2"/>
                </a:lnTo>
                <a:lnTo>
                  <a:pt x="162" y="212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2"/>
                  <a:pt x="105" y="212"/>
                </a:cubicBezTo>
                <a:lnTo>
                  <a:pt x="118" y="212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6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99"/>
                  <a:pt x="1" y="92"/>
                  <a:pt x="2" y="85"/>
                </a:cubicBezTo>
                <a:lnTo>
                  <a:pt x="13" y="87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2"/>
                </a:moveTo>
                <a:cubicBezTo>
                  <a:pt x="13" y="55"/>
                  <a:pt x="17" y="48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2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8"/>
                  <a:pt x="45" y="33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3322440" y="135756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1635480" y="136152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100"/>
                </a:lnTo>
                <a:lnTo>
                  <a:pt x="0" y="100"/>
                </a:lnTo>
                <a:lnTo>
                  <a:pt x="0" y="66"/>
                </a:lnTo>
                <a:lnTo>
                  <a:pt x="18" y="66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7"/>
                </a:moveTo>
                <a:lnTo>
                  <a:pt x="18" y="300"/>
                </a:lnTo>
                <a:lnTo>
                  <a:pt x="0" y="300"/>
                </a:lnTo>
                <a:lnTo>
                  <a:pt x="0" y="267"/>
                </a:lnTo>
                <a:lnTo>
                  <a:pt x="18" y="267"/>
                </a:lnTo>
                <a:moveTo>
                  <a:pt x="18" y="334"/>
                </a:moveTo>
                <a:lnTo>
                  <a:pt x="18" y="367"/>
                </a:lnTo>
                <a:lnTo>
                  <a:pt x="0" y="367"/>
                </a:lnTo>
                <a:lnTo>
                  <a:pt x="0" y="334"/>
                </a:lnTo>
                <a:lnTo>
                  <a:pt x="18" y="334"/>
                </a:lnTo>
                <a:moveTo>
                  <a:pt x="18" y="401"/>
                </a:moveTo>
                <a:lnTo>
                  <a:pt x="18" y="434"/>
                </a:lnTo>
                <a:lnTo>
                  <a:pt x="0" y="434"/>
                </a:lnTo>
                <a:lnTo>
                  <a:pt x="0" y="401"/>
                </a:lnTo>
                <a:lnTo>
                  <a:pt x="18" y="401"/>
                </a:lnTo>
                <a:moveTo>
                  <a:pt x="18" y="468"/>
                </a:moveTo>
                <a:lnTo>
                  <a:pt x="18" y="502"/>
                </a:lnTo>
                <a:lnTo>
                  <a:pt x="0" y="502"/>
                </a:lnTo>
                <a:lnTo>
                  <a:pt x="0" y="468"/>
                </a:lnTo>
                <a:lnTo>
                  <a:pt x="18" y="468"/>
                </a:lnTo>
                <a:moveTo>
                  <a:pt x="18" y="535"/>
                </a:moveTo>
                <a:lnTo>
                  <a:pt x="18" y="569"/>
                </a:lnTo>
                <a:lnTo>
                  <a:pt x="0" y="569"/>
                </a:lnTo>
                <a:lnTo>
                  <a:pt x="0" y="535"/>
                </a:lnTo>
                <a:lnTo>
                  <a:pt x="18" y="53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19640" y="159408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3"/>
                </a:moveTo>
                <a:lnTo>
                  <a:pt x="17" y="167"/>
                </a:lnTo>
                <a:lnTo>
                  <a:pt x="0" y="167"/>
                </a:lnTo>
                <a:lnTo>
                  <a:pt x="0" y="133"/>
                </a:lnTo>
                <a:lnTo>
                  <a:pt x="17" y="133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7"/>
                </a:lnTo>
                <a:lnTo>
                  <a:pt x="0" y="367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8"/>
                </a:lnTo>
                <a:lnTo>
                  <a:pt x="0" y="768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2"/>
                </a:moveTo>
                <a:lnTo>
                  <a:pt x="17" y="1036"/>
                </a:lnTo>
                <a:lnTo>
                  <a:pt x="0" y="1036"/>
                </a:lnTo>
                <a:lnTo>
                  <a:pt x="0" y="1002"/>
                </a:lnTo>
                <a:lnTo>
                  <a:pt x="17" y="1002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3"/>
                </a:moveTo>
                <a:lnTo>
                  <a:pt x="17" y="1437"/>
                </a:lnTo>
                <a:lnTo>
                  <a:pt x="0" y="1437"/>
                </a:lnTo>
                <a:lnTo>
                  <a:pt x="0" y="1403"/>
                </a:lnTo>
                <a:lnTo>
                  <a:pt x="17" y="1403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7"/>
                </a:lnTo>
                <a:lnTo>
                  <a:pt x="0" y="1637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8"/>
                </a:lnTo>
                <a:lnTo>
                  <a:pt x="0" y="2038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2"/>
                </a:moveTo>
                <a:lnTo>
                  <a:pt x="17" y="2306"/>
                </a:lnTo>
                <a:lnTo>
                  <a:pt x="0" y="2306"/>
                </a:lnTo>
                <a:lnTo>
                  <a:pt x="0" y="2272"/>
                </a:lnTo>
                <a:lnTo>
                  <a:pt x="17" y="2272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3"/>
                </a:moveTo>
                <a:lnTo>
                  <a:pt x="17" y="2707"/>
                </a:lnTo>
                <a:lnTo>
                  <a:pt x="0" y="2707"/>
                </a:lnTo>
                <a:lnTo>
                  <a:pt x="0" y="2673"/>
                </a:lnTo>
                <a:lnTo>
                  <a:pt x="17" y="2673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7"/>
                </a:lnTo>
                <a:lnTo>
                  <a:pt x="0" y="2907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8"/>
                </a:lnTo>
                <a:lnTo>
                  <a:pt x="0" y="3308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2"/>
                </a:moveTo>
                <a:lnTo>
                  <a:pt x="17" y="3576"/>
                </a:lnTo>
                <a:lnTo>
                  <a:pt x="0" y="3576"/>
                </a:lnTo>
                <a:lnTo>
                  <a:pt x="0" y="3542"/>
                </a:lnTo>
                <a:lnTo>
                  <a:pt x="17" y="3542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0"/>
                </a:lnTo>
                <a:lnTo>
                  <a:pt x="0" y="3710"/>
                </a:lnTo>
                <a:lnTo>
                  <a:pt x="0" y="3676"/>
                </a:lnTo>
                <a:lnTo>
                  <a:pt x="17" y="3676"/>
                </a:lnTo>
                <a:moveTo>
                  <a:pt x="17" y="3743"/>
                </a:moveTo>
                <a:lnTo>
                  <a:pt x="17" y="3776"/>
                </a:lnTo>
                <a:lnTo>
                  <a:pt x="0" y="3776"/>
                </a:lnTo>
                <a:lnTo>
                  <a:pt x="0" y="3743"/>
                </a:lnTo>
                <a:lnTo>
                  <a:pt x="17" y="3743"/>
                </a:lnTo>
                <a:moveTo>
                  <a:pt x="17" y="3810"/>
                </a:moveTo>
                <a:lnTo>
                  <a:pt x="17" y="3843"/>
                </a:lnTo>
                <a:lnTo>
                  <a:pt x="0" y="3843"/>
                </a:lnTo>
                <a:lnTo>
                  <a:pt x="0" y="3810"/>
                </a:lnTo>
                <a:lnTo>
                  <a:pt x="17" y="3810"/>
                </a:lnTo>
                <a:moveTo>
                  <a:pt x="17" y="3877"/>
                </a:moveTo>
                <a:lnTo>
                  <a:pt x="17" y="3910"/>
                </a:lnTo>
                <a:lnTo>
                  <a:pt x="0" y="3910"/>
                </a:lnTo>
                <a:lnTo>
                  <a:pt x="0" y="3877"/>
                </a:lnTo>
                <a:lnTo>
                  <a:pt x="17" y="3877"/>
                </a:lnTo>
                <a:moveTo>
                  <a:pt x="17" y="3943"/>
                </a:moveTo>
                <a:lnTo>
                  <a:pt x="17" y="3978"/>
                </a:lnTo>
                <a:lnTo>
                  <a:pt x="0" y="3978"/>
                </a:lnTo>
                <a:lnTo>
                  <a:pt x="0" y="3943"/>
                </a:lnTo>
                <a:lnTo>
                  <a:pt x="17" y="3943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8"/>
                </a:lnTo>
                <a:lnTo>
                  <a:pt x="0" y="4178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79"/>
                </a:lnTo>
                <a:lnTo>
                  <a:pt x="0" y="4579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3"/>
                </a:moveTo>
                <a:lnTo>
                  <a:pt x="17" y="4847"/>
                </a:lnTo>
                <a:lnTo>
                  <a:pt x="0" y="4847"/>
                </a:lnTo>
                <a:lnTo>
                  <a:pt x="0" y="4813"/>
                </a:lnTo>
                <a:lnTo>
                  <a:pt x="17" y="4813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4"/>
                </a:moveTo>
                <a:lnTo>
                  <a:pt x="17" y="5248"/>
                </a:lnTo>
                <a:lnTo>
                  <a:pt x="0" y="5248"/>
                </a:lnTo>
                <a:lnTo>
                  <a:pt x="0" y="5214"/>
                </a:lnTo>
                <a:lnTo>
                  <a:pt x="17" y="5214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8"/>
                </a:lnTo>
                <a:lnTo>
                  <a:pt x="0" y="5448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4034160" y="162612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034160" y="16401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46480" y="147744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66720" y="162144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3994200" y="186264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994200" y="187668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66720" y="168660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722520" y="185832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954240" y="22356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954240" y="22496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22520" y="192312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78680" y="223128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914280" y="260856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914280" y="26226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78680" y="229608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834480" y="260424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874320" y="298152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874320" y="299556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834480" y="266904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90640" y="297720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890640" y="304200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90640" y="31176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890640" y="318564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890640" y="32540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834480" y="274464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834480" y="281268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834480" y="288108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778680" y="237168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778680" y="243972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78680" y="25081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22520" y="19987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722520" y="206676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22520" y="21351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50400" y="365148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3650400" y="36655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66720" y="176220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66720" y="364716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666720" y="371160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666720" y="37872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385560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666720" y="39236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14800" y="405288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14800" y="412884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14800" y="420516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5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8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89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2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5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1016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