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8247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1413360"/>
            <a:ext cx="196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Fragment uit het procesmodel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9720" y="1768320"/>
            <a:ext cx="2721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143480" y="2449080"/>
            <a:ext cx="814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803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0" y="0"/>
                  <a:pt x="221" y="0"/>
                  <a:pt x="323" y="0"/>
                </a:cubicBezTo>
                <a:cubicBezTo>
                  <a:pt x="424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004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002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6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6" y="15"/>
                </a:moveTo>
                <a:lnTo>
                  <a:pt x="37" y="19"/>
                </a:lnTo>
                <a:lnTo>
                  <a:pt x="31" y="29"/>
                </a:lnTo>
                <a:lnTo>
                  <a:pt x="22" y="24"/>
                </a:lnTo>
                <a:lnTo>
                  <a:pt x="26" y="15"/>
                </a:lnTo>
                <a:moveTo>
                  <a:pt x="37" y="19"/>
                </a:moveTo>
                <a:lnTo>
                  <a:pt x="46" y="24"/>
                </a:lnTo>
                <a:lnTo>
                  <a:pt x="42" y="34"/>
                </a:lnTo>
                <a:lnTo>
                  <a:pt x="31" y="29"/>
                </a:lnTo>
                <a:lnTo>
                  <a:pt x="37" y="19"/>
                </a:lnTo>
                <a:moveTo>
                  <a:pt x="46" y="24"/>
                </a:moveTo>
                <a:lnTo>
                  <a:pt x="56" y="29"/>
                </a:lnTo>
                <a:lnTo>
                  <a:pt x="51" y="38"/>
                </a:lnTo>
                <a:lnTo>
                  <a:pt x="42" y="34"/>
                </a:lnTo>
                <a:lnTo>
                  <a:pt x="46" y="24"/>
                </a:lnTo>
                <a:moveTo>
                  <a:pt x="56" y="29"/>
                </a:moveTo>
                <a:lnTo>
                  <a:pt x="65" y="34"/>
                </a:lnTo>
                <a:lnTo>
                  <a:pt x="60" y="43"/>
                </a:lnTo>
                <a:lnTo>
                  <a:pt x="51" y="38"/>
                </a:lnTo>
                <a:lnTo>
                  <a:pt x="56" y="29"/>
                </a:lnTo>
                <a:moveTo>
                  <a:pt x="65" y="34"/>
                </a:moveTo>
                <a:lnTo>
                  <a:pt x="75" y="38"/>
                </a:lnTo>
                <a:lnTo>
                  <a:pt x="70" y="48"/>
                </a:lnTo>
                <a:lnTo>
                  <a:pt x="60" y="43"/>
                </a:lnTo>
                <a:lnTo>
                  <a:pt x="65" y="34"/>
                </a:lnTo>
                <a:moveTo>
                  <a:pt x="75" y="38"/>
                </a:moveTo>
                <a:lnTo>
                  <a:pt x="84" y="43"/>
                </a:lnTo>
                <a:lnTo>
                  <a:pt x="79" y="53"/>
                </a:lnTo>
                <a:lnTo>
                  <a:pt x="70" y="48"/>
                </a:lnTo>
                <a:lnTo>
                  <a:pt x="75" y="38"/>
                </a:lnTo>
                <a:moveTo>
                  <a:pt x="84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4" y="43"/>
                </a:lnTo>
                <a:moveTo>
                  <a:pt x="94" y="48"/>
                </a:moveTo>
                <a:lnTo>
                  <a:pt x="103" y="53"/>
                </a:lnTo>
                <a:lnTo>
                  <a:pt x="98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8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2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3" y="72"/>
                </a:lnTo>
                <a:lnTo>
                  <a:pt x="92" y="67"/>
                </a:lnTo>
                <a:lnTo>
                  <a:pt x="97" y="76"/>
                </a:lnTo>
                <a:moveTo>
                  <a:pt x="88" y="81"/>
                </a:moveTo>
                <a:lnTo>
                  <a:pt x="78" y="86"/>
                </a:lnTo>
                <a:lnTo>
                  <a:pt x="73" y="76"/>
                </a:lnTo>
                <a:lnTo>
                  <a:pt x="83" y="72"/>
                </a:lnTo>
                <a:lnTo>
                  <a:pt x="88" y="81"/>
                </a:lnTo>
                <a:moveTo>
                  <a:pt x="78" y="86"/>
                </a:moveTo>
                <a:lnTo>
                  <a:pt x="69" y="91"/>
                </a:lnTo>
                <a:lnTo>
                  <a:pt x="64" y="81"/>
                </a:lnTo>
                <a:lnTo>
                  <a:pt x="73" y="76"/>
                </a:lnTo>
                <a:lnTo>
                  <a:pt x="78" y="86"/>
                </a:lnTo>
                <a:moveTo>
                  <a:pt x="69" y="91"/>
                </a:moveTo>
                <a:lnTo>
                  <a:pt x="59" y="95"/>
                </a:lnTo>
                <a:lnTo>
                  <a:pt x="54" y="86"/>
                </a:lnTo>
                <a:lnTo>
                  <a:pt x="64" y="81"/>
                </a:lnTo>
                <a:lnTo>
                  <a:pt x="69" y="91"/>
                </a:lnTo>
                <a:moveTo>
                  <a:pt x="59" y="95"/>
                </a:moveTo>
                <a:lnTo>
                  <a:pt x="50" y="100"/>
                </a:lnTo>
                <a:lnTo>
                  <a:pt x="45" y="91"/>
                </a:lnTo>
                <a:lnTo>
                  <a:pt x="54" y="86"/>
                </a:lnTo>
                <a:lnTo>
                  <a:pt x="59" y="95"/>
                </a:lnTo>
                <a:moveTo>
                  <a:pt x="50" y="100"/>
                </a:moveTo>
                <a:lnTo>
                  <a:pt x="40" y="105"/>
                </a:lnTo>
                <a:lnTo>
                  <a:pt x="35" y="95"/>
                </a:lnTo>
                <a:lnTo>
                  <a:pt x="45" y="91"/>
                </a:lnTo>
                <a:lnTo>
                  <a:pt x="50" y="100"/>
                </a:lnTo>
                <a:moveTo>
                  <a:pt x="40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40" y="105"/>
                </a:lnTo>
                <a:moveTo>
                  <a:pt x="30" y="110"/>
                </a:moveTo>
                <a:lnTo>
                  <a:pt x="20" y="114"/>
                </a:lnTo>
                <a:lnTo>
                  <a:pt x="15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5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050280" y="2391120"/>
            <a:ext cx="219960" cy="0"/>
          </a:xfrm>
          <a:custGeom>
            <a:avLst/>
            <a:gdLst/>
            <a:ahLst/>
            <a:rect l="0" t="0" r="r" b="b"/>
            <a:pathLst>
              <a:path fill="none" w="611" h="0">
                <a:moveTo>
                  <a:pt x="0" y="0"/>
                </a:moveTo>
                <a:lnTo>
                  <a:pt x="56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1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25116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249000" y="2368800"/>
            <a:ext cx="45000" cy="45360"/>
          </a:xfrm>
          <a:custGeom>
            <a:avLst/>
            <a:gdLst/>
            <a:ahLst/>
            <a:rect l="0" t="0" r="r" b="b"/>
            <a:pathLst>
              <a:path w="125" h="126">
                <a:moveTo>
                  <a:pt x="18" y="10"/>
                </a:moveTo>
                <a:lnTo>
                  <a:pt x="28" y="15"/>
                </a:lnTo>
                <a:lnTo>
                  <a:pt x="23" y="24"/>
                </a:lnTo>
                <a:lnTo>
                  <a:pt x="13" y="19"/>
                </a:lnTo>
                <a:lnTo>
                  <a:pt x="18" y="10"/>
                </a:lnTo>
                <a:moveTo>
                  <a:pt x="28" y="15"/>
                </a:moveTo>
                <a:lnTo>
                  <a:pt x="37" y="19"/>
                </a:lnTo>
                <a:lnTo>
                  <a:pt x="33" y="29"/>
                </a:lnTo>
                <a:lnTo>
                  <a:pt x="23" y="24"/>
                </a:lnTo>
                <a:lnTo>
                  <a:pt x="28" y="15"/>
                </a:lnTo>
                <a:moveTo>
                  <a:pt x="37" y="19"/>
                </a:moveTo>
                <a:lnTo>
                  <a:pt x="47" y="24"/>
                </a:lnTo>
                <a:lnTo>
                  <a:pt x="42" y="34"/>
                </a:lnTo>
                <a:lnTo>
                  <a:pt x="33" y="29"/>
                </a:lnTo>
                <a:lnTo>
                  <a:pt x="37" y="19"/>
                </a:lnTo>
                <a:moveTo>
                  <a:pt x="47" y="24"/>
                </a:moveTo>
                <a:lnTo>
                  <a:pt x="56" y="29"/>
                </a:lnTo>
                <a:lnTo>
                  <a:pt x="52" y="38"/>
                </a:lnTo>
                <a:lnTo>
                  <a:pt x="42" y="34"/>
                </a:lnTo>
                <a:lnTo>
                  <a:pt x="47" y="24"/>
                </a:lnTo>
                <a:moveTo>
                  <a:pt x="56" y="29"/>
                </a:moveTo>
                <a:lnTo>
                  <a:pt x="66" y="34"/>
                </a:lnTo>
                <a:lnTo>
                  <a:pt x="61" y="43"/>
                </a:lnTo>
                <a:lnTo>
                  <a:pt x="52" y="38"/>
                </a:lnTo>
                <a:lnTo>
                  <a:pt x="56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8"/>
                </a:lnTo>
                <a:lnTo>
                  <a:pt x="61" y="43"/>
                </a:lnTo>
                <a:lnTo>
                  <a:pt x="66" y="34"/>
                </a:lnTo>
                <a:moveTo>
                  <a:pt x="75" y="38"/>
                </a:moveTo>
                <a:lnTo>
                  <a:pt x="85" y="43"/>
                </a:lnTo>
                <a:lnTo>
                  <a:pt x="80" y="53"/>
                </a:lnTo>
                <a:lnTo>
                  <a:pt x="71" y="48"/>
                </a:lnTo>
                <a:lnTo>
                  <a:pt x="75" y="38"/>
                </a:lnTo>
                <a:moveTo>
                  <a:pt x="85" y="43"/>
                </a:moveTo>
                <a:lnTo>
                  <a:pt x="94" y="48"/>
                </a:lnTo>
                <a:lnTo>
                  <a:pt x="90" y="57"/>
                </a:lnTo>
                <a:lnTo>
                  <a:pt x="80" y="53"/>
                </a:lnTo>
                <a:lnTo>
                  <a:pt x="85" y="43"/>
                </a:lnTo>
                <a:moveTo>
                  <a:pt x="94" y="48"/>
                </a:moveTo>
                <a:lnTo>
                  <a:pt x="104" y="53"/>
                </a:lnTo>
                <a:lnTo>
                  <a:pt x="99" y="62"/>
                </a:lnTo>
                <a:lnTo>
                  <a:pt x="90" y="57"/>
                </a:lnTo>
                <a:lnTo>
                  <a:pt x="94" y="48"/>
                </a:lnTo>
                <a:moveTo>
                  <a:pt x="104" y="53"/>
                </a:moveTo>
                <a:lnTo>
                  <a:pt x="113" y="57"/>
                </a:lnTo>
                <a:lnTo>
                  <a:pt x="109" y="67"/>
                </a:lnTo>
                <a:lnTo>
                  <a:pt x="99" y="62"/>
                </a:lnTo>
                <a:lnTo>
                  <a:pt x="104" y="53"/>
                </a:lnTo>
                <a:moveTo>
                  <a:pt x="113" y="57"/>
                </a:moveTo>
                <a:lnTo>
                  <a:pt x="125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3" y="63"/>
                </a:lnTo>
                <a:lnTo>
                  <a:pt x="110" y="68"/>
                </a:lnTo>
                <a:lnTo>
                  <a:pt x="109" y="67"/>
                </a:lnTo>
                <a:lnTo>
                  <a:pt x="113" y="57"/>
                </a:lnTo>
                <a:moveTo>
                  <a:pt x="107" y="72"/>
                </a:moveTo>
                <a:lnTo>
                  <a:pt x="98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8" y="76"/>
                </a:moveTo>
                <a:lnTo>
                  <a:pt x="88" y="81"/>
                </a:lnTo>
                <a:lnTo>
                  <a:pt x="84" y="72"/>
                </a:lnTo>
                <a:lnTo>
                  <a:pt x="93" y="67"/>
                </a:lnTo>
                <a:lnTo>
                  <a:pt x="98" y="76"/>
                </a:lnTo>
                <a:moveTo>
                  <a:pt x="88" y="81"/>
                </a:moveTo>
                <a:lnTo>
                  <a:pt x="79" y="86"/>
                </a:lnTo>
                <a:lnTo>
                  <a:pt x="74" y="76"/>
                </a:lnTo>
                <a:lnTo>
                  <a:pt x="84" y="72"/>
                </a:lnTo>
                <a:lnTo>
                  <a:pt x="88" y="81"/>
                </a:lnTo>
                <a:moveTo>
                  <a:pt x="79" y="86"/>
                </a:moveTo>
                <a:lnTo>
                  <a:pt x="69" y="91"/>
                </a:lnTo>
                <a:lnTo>
                  <a:pt x="65" y="81"/>
                </a:lnTo>
                <a:lnTo>
                  <a:pt x="74" y="76"/>
                </a:lnTo>
                <a:lnTo>
                  <a:pt x="79" y="86"/>
                </a:lnTo>
                <a:moveTo>
                  <a:pt x="69" y="91"/>
                </a:moveTo>
                <a:lnTo>
                  <a:pt x="60" y="95"/>
                </a:lnTo>
                <a:lnTo>
                  <a:pt x="55" y="86"/>
                </a:lnTo>
                <a:lnTo>
                  <a:pt x="65" y="81"/>
                </a:lnTo>
                <a:lnTo>
                  <a:pt x="69" y="91"/>
                </a:lnTo>
                <a:moveTo>
                  <a:pt x="60" y="95"/>
                </a:moveTo>
                <a:lnTo>
                  <a:pt x="50" y="100"/>
                </a:lnTo>
                <a:lnTo>
                  <a:pt x="46" y="91"/>
                </a:lnTo>
                <a:lnTo>
                  <a:pt x="55" y="86"/>
                </a:lnTo>
                <a:lnTo>
                  <a:pt x="60" y="95"/>
                </a:lnTo>
                <a:moveTo>
                  <a:pt x="50" y="100"/>
                </a:moveTo>
                <a:lnTo>
                  <a:pt x="41" y="105"/>
                </a:lnTo>
                <a:lnTo>
                  <a:pt x="36" y="95"/>
                </a:lnTo>
                <a:lnTo>
                  <a:pt x="46" y="91"/>
                </a:lnTo>
                <a:lnTo>
                  <a:pt x="50" y="100"/>
                </a:lnTo>
                <a:moveTo>
                  <a:pt x="41" y="105"/>
                </a:moveTo>
                <a:lnTo>
                  <a:pt x="31" y="110"/>
                </a:lnTo>
                <a:lnTo>
                  <a:pt x="27" y="100"/>
                </a:lnTo>
                <a:lnTo>
                  <a:pt x="36" y="95"/>
                </a:lnTo>
                <a:lnTo>
                  <a:pt x="41" y="105"/>
                </a:lnTo>
                <a:moveTo>
                  <a:pt x="31" y="110"/>
                </a:moveTo>
                <a:lnTo>
                  <a:pt x="22" y="114"/>
                </a:lnTo>
                <a:lnTo>
                  <a:pt x="17" y="105"/>
                </a:lnTo>
                <a:lnTo>
                  <a:pt x="27" y="100"/>
                </a:lnTo>
                <a:lnTo>
                  <a:pt x="31" y="110"/>
                </a:lnTo>
                <a:moveTo>
                  <a:pt x="22" y="114"/>
                </a:moveTo>
                <a:lnTo>
                  <a:pt x="11" y="119"/>
                </a:lnTo>
                <a:lnTo>
                  <a:pt x="7" y="110"/>
                </a:lnTo>
                <a:lnTo>
                  <a:pt x="17" y="105"/>
                </a:lnTo>
                <a:lnTo>
                  <a:pt x="22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6" y="116"/>
                </a:lnTo>
                <a:lnTo>
                  <a:pt x="3" y="111"/>
                </a:lnTo>
                <a:lnTo>
                  <a:pt x="7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1" y="99"/>
                </a:lnTo>
                <a:lnTo>
                  <a:pt x="11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1" y="88"/>
                </a:lnTo>
                <a:lnTo>
                  <a:pt x="11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1" y="77"/>
                </a:lnTo>
                <a:lnTo>
                  <a:pt x="11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1" y="67"/>
                </a:lnTo>
                <a:lnTo>
                  <a:pt x="11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1" y="56"/>
                </a:lnTo>
                <a:lnTo>
                  <a:pt x="11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1" y="46"/>
                </a:lnTo>
                <a:lnTo>
                  <a:pt x="11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1" y="35"/>
                </a:lnTo>
                <a:lnTo>
                  <a:pt x="11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1" y="14"/>
                </a:lnTo>
                <a:lnTo>
                  <a:pt x="11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8" y="10"/>
                </a:lnTo>
                <a:lnTo>
                  <a:pt x="13" y="19"/>
                </a:lnTo>
                <a:lnTo>
                  <a:pt x="3" y="15"/>
                </a:lnTo>
                <a:lnTo>
                  <a:pt x="6" y="10"/>
                </a:lnTo>
                <a:lnTo>
                  <a:pt x="11" y="10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30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31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29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7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7" y="15"/>
                </a:moveTo>
                <a:lnTo>
                  <a:pt x="36" y="19"/>
                </a:lnTo>
                <a:lnTo>
                  <a:pt x="31" y="29"/>
                </a:lnTo>
                <a:lnTo>
                  <a:pt x="22" y="24"/>
                </a:lnTo>
                <a:lnTo>
                  <a:pt x="27" y="15"/>
                </a:lnTo>
                <a:moveTo>
                  <a:pt x="36" y="19"/>
                </a:moveTo>
                <a:lnTo>
                  <a:pt x="46" y="24"/>
                </a:lnTo>
                <a:lnTo>
                  <a:pt x="41" y="34"/>
                </a:lnTo>
                <a:lnTo>
                  <a:pt x="31" y="29"/>
                </a:lnTo>
                <a:lnTo>
                  <a:pt x="36" y="19"/>
                </a:lnTo>
                <a:moveTo>
                  <a:pt x="46" y="24"/>
                </a:moveTo>
                <a:lnTo>
                  <a:pt x="55" y="29"/>
                </a:lnTo>
                <a:lnTo>
                  <a:pt x="50" y="38"/>
                </a:lnTo>
                <a:lnTo>
                  <a:pt x="41" y="34"/>
                </a:lnTo>
                <a:lnTo>
                  <a:pt x="46" y="24"/>
                </a:lnTo>
                <a:moveTo>
                  <a:pt x="55" y="29"/>
                </a:moveTo>
                <a:lnTo>
                  <a:pt x="65" y="34"/>
                </a:lnTo>
                <a:lnTo>
                  <a:pt x="60" y="43"/>
                </a:lnTo>
                <a:lnTo>
                  <a:pt x="50" y="38"/>
                </a:lnTo>
                <a:lnTo>
                  <a:pt x="55" y="29"/>
                </a:lnTo>
                <a:moveTo>
                  <a:pt x="65" y="34"/>
                </a:moveTo>
                <a:lnTo>
                  <a:pt x="74" y="38"/>
                </a:lnTo>
                <a:lnTo>
                  <a:pt x="69" y="48"/>
                </a:lnTo>
                <a:lnTo>
                  <a:pt x="60" y="43"/>
                </a:lnTo>
                <a:lnTo>
                  <a:pt x="65" y="34"/>
                </a:lnTo>
                <a:moveTo>
                  <a:pt x="74" y="38"/>
                </a:moveTo>
                <a:lnTo>
                  <a:pt x="83" y="43"/>
                </a:lnTo>
                <a:lnTo>
                  <a:pt x="79" y="53"/>
                </a:lnTo>
                <a:lnTo>
                  <a:pt x="69" y="48"/>
                </a:lnTo>
                <a:lnTo>
                  <a:pt x="74" y="38"/>
                </a:lnTo>
                <a:moveTo>
                  <a:pt x="83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3" y="43"/>
                </a:lnTo>
                <a:moveTo>
                  <a:pt x="94" y="48"/>
                </a:moveTo>
                <a:lnTo>
                  <a:pt x="103" y="53"/>
                </a:lnTo>
                <a:lnTo>
                  <a:pt x="99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9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2" y="72"/>
                </a:lnTo>
                <a:lnTo>
                  <a:pt x="93" y="67"/>
                </a:lnTo>
                <a:lnTo>
                  <a:pt x="97" y="76"/>
                </a:lnTo>
                <a:moveTo>
                  <a:pt x="88" y="81"/>
                </a:moveTo>
                <a:lnTo>
                  <a:pt x="77" y="86"/>
                </a:lnTo>
                <a:lnTo>
                  <a:pt x="73" y="76"/>
                </a:lnTo>
                <a:lnTo>
                  <a:pt x="82" y="72"/>
                </a:lnTo>
                <a:lnTo>
                  <a:pt x="88" y="81"/>
                </a:lnTo>
                <a:moveTo>
                  <a:pt x="77" y="86"/>
                </a:moveTo>
                <a:lnTo>
                  <a:pt x="68" y="91"/>
                </a:lnTo>
                <a:lnTo>
                  <a:pt x="63" y="81"/>
                </a:lnTo>
                <a:lnTo>
                  <a:pt x="73" y="76"/>
                </a:lnTo>
                <a:lnTo>
                  <a:pt x="77" y="86"/>
                </a:lnTo>
                <a:moveTo>
                  <a:pt x="68" y="91"/>
                </a:moveTo>
                <a:lnTo>
                  <a:pt x="58" y="95"/>
                </a:lnTo>
                <a:lnTo>
                  <a:pt x="54" y="86"/>
                </a:lnTo>
                <a:lnTo>
                  <a:pt x="63" y="81"/>
                </a:lnTo>
                <a:lnTo>
                  <a:pt x="68" y="91"/>
                </a:lnTo>
                <a:moveTo>
                  <a:pt x="58" y="95"/>
                </a:moveTo>
                <a:lnTo>
                  <a:pt x="49" y="100"/>
                </a:lnTo>
                <a:lnTo>
                  <a:pt x="44" y="91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1"/>
                </a:lnTo>
                <a:lnTo>
                  <a:pt x="49" y="100"/>
                </a:lnTo>
                <a:moveTo>
                  <a:pt x="39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10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453800" y="27313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654320" y="27122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0"/>
                </a:moveTo>
                <a:lnTo>
                  <a:pt x="108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652520" y="27093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8"/>
                </a:moveTo>
                <a:lnTo>
                  <a:pt x="27" y="13"/>
                </a:lnTo>
                <a:lnTo>
                  <a:pt x="22" y="22"/>
                </a:lnTo>
                <a:lnTo>
                  <a:pt x="13" y="18"/>
                </a:lnTo>
                <a:lnTo>
                  <a:pt x="17" y="8"/>
                </a:lnTo>
                <a:moveTo>
                  <a:pt x="27" y="13"/>
                </a:moveTo>
                <a:lnTo>
                  <a:pt x="36" y="18"/>
                </a:lnTo>
                <a:lnTo>
                  <a:pt x="31" y="27"/>
                </a:lnTo>
                <a:lnTo>
                  <a:pt x="22" y="22"/>
                </a:lnTo>
                <a:lnTo>
                  <a:pt x="27" y="13"/>
                </a:lnTo>
                <a:moveTo>
                  <a:pt x="36" y="18"/>
                </a:moveTo>
                <a:lnTo>
                  <a:pt x="46" y="22"/>
                </a:lnTo>
                <a:lnTo>
                  <a:pt x="41" y="32"/>
                </a:lnTo>
                <a:lnTo>
                  <a:pt x="31" y="27"/>
                </a:lnTo>
                <a:lnTo>
                  <a:pt x="36" y="18"/>
                </a:lnTo>
                <a:moveTo>
                  <a:pt x="46" y="22"/>
                </a:moveTo>
                <a:lnTo>
                  <a:pt x="55" y="27"/>
                </a:lnTo>
                <a:lnTo>
                  <a:pt x="50" y="37"/>
                </a:lnTo>
                <a:lnTo>
                  <a:pt x="41" y="32"/>
                </a:lnTo>
                <a:lnTo>
                  <a:pt x="46" y="22"/>
                </a:lnTo>
                <a:moveTo>
                  <a:pt x="55" y="27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7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5" y="42"/>
                </a:lnTo>
                <a:lnTo>
                  <a:pt x="79" y="52"/>
                </a:lnTo>
                <a:lnTo>
                  <a:pt x="69" y="47"/>
                </a:lnTo>
                <a:lnTo>
                  <a:pt x="74" y="37"/>
                </a:lnTo>
                <a:moveTo>
                  <a:pt x="85" y="42"/>
                </a:moveTo>
                <a:lnTo>
                  <a:pt x="94" y="47"/>
                </a:lnTo>
                <a:lnTo>
                  <a:pt x="89" y="57"/>
                </a:lnTo>
                <a:lnTo>
                  <a:pt x="79" y="52"/>
                </a:lnTo>
                <a:lnTo>
                  <a:pt x="85" y="42"/>
                </a:lnTo>
                <a:moveTo>
                  <a:pt x="94" y="47"/>
                </a:moveTo>
                <a:lnTo>
                  <a:pt x="104" y="52"/>
                </a:lnTo>
                <a:lnTo>
                  <a:pt x="99" y="61"/>
                </a:lnTo>
                <a:lnTo>
                  <a:pt x="89" y="57"/>
                </a:lnTo>
                <a:lnTo>
                  <a:pt x="94" y="47"/>
                </a:lnTo>
                <a:moveTo>
                  <a:pt x="104" y="52"/>
                </a:moveTo>
                <a:lnTo>
                  <a:pt x="113" y="57"/>
                </a:lnTo>
                <a:lnTo>
                  <a:pt x="108" y="66"/>
                </a:lnTo>
                <a:lnTo>
                  <a:pt x="99" y="61"/>
                </a:lnTo>
                <a:lnTo>
                  <a:pt x="104" y="52"/>
                </a:lnTo>
                <a:moveTo>
                  <a:pt x="113" y="57"/>
                </a:moveTo>
                <a:lnTo>
                  <a:pt x="124" y="62"/>
                </a:lnTo>
                <a:lnTo>
                  <a:pt x="107" y="71"/>
                </a:lnTo>
                <a:lnTo>
                  <a:pt x="102" y="61"/>
                </a:lnTo>
                <a:lnTo>
                  <a:pt x="110" y="57"/>
                </a:lnTo>
                <a:lnTo>
                  <a:pt x="113" y="62"/>
                </a:lnTo>
                <a:lnTo>
                  <a:pt x="110" y="67"/>
                </a:lnTo>
                <a:lnTo>
                  <a:pt x="108" y="66"/>
                </a:lnTo>
                <a:lnTo>
                  <a:pt x="113" y="57"/>
                </a:lnTo>
                <a:moveTo>
                  <a:pt x="107" y="71"/>
                </a:moveTo>
                <a:lnTo>
                  <a:pt x="98" y="76"/>
                </a:lnTo>
                <a:lnTo>
                  <a:pt x="93" y="66"/>
                </a:lnTo>
                <a:lnTo>
                  <a:pt x="102" y="61"/>
                </a:lnTo>
                <a:lnTo>
                  <a:pt x="107" y="71"/>
                </a:lnTo>
                <a:moveTo>
                  <a:pt x="98" y="76"/>
                </a:moveTo>
                <a:lnTo>
                  <a:pt x="88" y="80"/>
                </a:lnTo>
                <a:lnTo>
                  <a:pt x="82" y="71"/>
                </a:lnTo>
                <a:lnTo>
                  <a:pt x="93" y="66"/>
                </a:lnTo>
                <a:lnTo>
                  <a:pt x="98" y="76"/>
                </a:lnTo>
                <a:moveTo>
                  <a:pt x="88" y="80"/>
                </a:moveTo>
                <a:lnTo>
                  <a:pt x="78" y="85"/>
                </a:lnTo>
                <a:lnTo>
                  <a:pt x="73" y="76"/>
                </a:lnTo>
                <a:lnTo>
                  <a:pt x="82" y="71"/>
                </a:lnTo>
                <a:lnTo>
                  <a:pt x="88" y="80"/>
                </a:lnTo>
                <a:moveTo>
                  <a:pt x="78" y="85"/>
                </a:moveTo>
                <a:lnTo>
                  <a:pt x="68" y="90"/>
                </a:lnTo>
                <a:lnTo>
                  <a:pt x="63" y="80"/>
                </a:lnTo>
                <a:lnTo>
                  <a:pt x="73" y="76"/>
                </a:lnTo>
                <a:lnTo>
                  <a:pt x="78" y="85"/>
                </a:lnTo>
                <a:moveTo>
                  <a:pt x="68" y="90"/>
                </a:moveTo>
                <a:lnTo>
                  <a:pt x="59" y="95"/>
                </a:lnTo>
                <a:lnTo>
                  <a:pt x="54" y="85"/>
                </a:lnTo>
                <a:lnTo>
                  <a:pt x="63" y="80"/>
                </a:lnTo>
                <a:lnTo>
                  <a:pt x="68" y="90"/>
                </a:lnTo>
                <a:moveTo>
                  <a:pt x="59" y="95"/>
                </a:moveTo>
                <a:lnTo>
                  <a:pt x="49" y="99"/>
                </a:lnTo>
                <a:lnTo>
                  <a:pt x="44" y="90"/>
                </a:lnTo>
                <a:lnTo>
                  <a:pt x="54" y="85"/>
                </a:lnTo>
                <a:lnTo>
                  <a:pt x="59" y="95"/>
                </a:lnTo>
                <a:moveTo>
                  <a:pt x="49" y="99"/>
                </a:moveTo>
                <a:lnTo>
                  <a:pt x="40" y="104"/>
                </a:lnTo>
                <a:lnTo>
                  <a:pt x="35" y="95"/>
                </a:lnTo>
                <a:lnTo>
                  <a:pt x="44" y="90"/>
                </a:lnTo>
                <a:lnTo>
                  <a:pt x="49" y="99"/>
                </a:lnTo>
                <a:moveTo>
                  <a:pt x="40" y="104"/>
                </a:moveTo>
                <a:lnTo>
                  <a:pt x="30" y="109"/>
                </a:lnTo>
                <a:lnTo>
                  <a:pt x="25" y="99"/>
                </a:lnTo>
                <a:lnTo>
                  <a:pt x="35" y="95"/>
                </a:lnTo>
                <a:lnTo>
                  <a:pt x="40" y="104"/>
                </a:lnTo>
                <a:moveTo>
                  <a:pt x="30" y="109"/>
                </a:moveTo>
                <a:lnTo>
                  <a:pt x="21" y="114"/>
                </a:lnTo>
                <a:lnTo>
                  <a:pt x="16" y="104"/>
                </a:lnTo>
                <a:lnTo>
                  <a:pt x="25" y="99"/>
                </a:lnTo>
                <a:lnTo>
                  <a:pt x="30" y="109"/>
                </a:lnTo>
                <a:moveTo>
                  <a:pt x="21" y="114"/>
                </a:moveTo>
                <a:lnTo>
                  <a:pt x="11" y="118"/>
                </a:lnTo>
                <a:lnTo>
                  <a:pt x="6" y="109"/>
                </a:lnTo>
                <a:lnTo>
                  <a:pt x="16" y="104"/>
                </a:lnTo>
                <a:lnTo>
                  <a:pt x="21" y="114"/>
                </a:lnTo>
                <a:moveTo>
                  <a:pt x="11" y="118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5"/>
                </a:lnTo>
                <a:lnTo>
                  <a:pt x="5" y="115"/>
                </a:lnTo>
                <a:lnTo>
                  <a:pt x="3" y="111"/>
                </a:lnTo>
                <a:lnTo>
                  <a:pt x="6" y="109"/>
                </a:lnTo>
                <a:lnTo>
                  <a:pt x="11" y="118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1" y="87"/>
                </a:lnTo>
                <a:lnTo>
                  <a:pt x="11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1" y="77"/>
                </a:lnTo>
                <a:lnTo>
                  <a:pt x="11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1" y="66"/>
                </a:lnTo>
                <a:lnTo>
                  <a:pt x="11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1" y="45"/>
                </a:lnTo>
                <a:lnTo>
                  <a:pt x="11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1" y="33"/>
                </a:lnTo>
                <a:lnTo>
                  <a:pt x="11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1" y="23"/>
                </a:lnTo>
                <a:lnTo>
                  <a:pt x="11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8"/>
                </a:lnTo>
                <a:lnTo>
                  <a:pt x="13" y="18"/>
                </a:lnTo>
                <a:lnTo>
                  <a:pt x="3" y="13"/>
                </a:lnTo>
                <a:lnTo>
                  <a:pt x="5" y="8"/>
                </a:lnTo>
                <a:lnTo>
                  <a:pt x="11" y="8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437240" y="2050920"/>
            <a:ext cx="284040" cy="0"/>
          </a:xfrm>
          <a:custGeom>
            <a:avLst/>
            <a:gdLst/>
            <a:ahLst/>
            <a:rect l="0" t="0" r="r" b="b"/>
            <a:pathLst>
              <a:path fill="none" w="789" h="0">
                <a:moveTo>
                  <a:pt x="0" y="0"/>
                </a:moveTo>
                <a:lnTo>
                  <a:pt x="63" y="0"/>
                </a:lnTo>
                <a:cubicBezTo>
                  <a:pt x="126" y="0"/>
                  <a:pt x="252" y="0"/>
                  <a:pt x="383" y="0"/>
                </a:cubicBezTo>
                <a:cubicBezTo>
                  <a:pt x="515" y="0"/>
                  <a:pt x="652" y="0"/>
                  <a:pt x="721" y="0"/>
                </a:cubicBezTo>
                <a:lnTo>
                  <a:pt x="789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0220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0040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6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6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6" y="13"/>
                </a:lnTo>
                <a:moveTo>
                  <a:pt x="36" y="18"/>
                </a:moveTo>
                <a:lnTo>
                  <a:pt x="45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5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5" y="23"/>
                </a:lnTo>
                <a:moveTo>
                  <a:pt x="55" y="28"/>
                </a:moveTo>
                <a:lnTo>
                  <a:pt x="64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4" y="32"/>
                </a:moveTo>
                <a:lnTo>
                  <a:pt x="75" y="37"/>
                </a:lnTo>
                <a:lnTo>
                  <a:pt x="69" y="47"/>
                </a:lnTo>
                <a:lnTo>
                  <a:pt x="60" y="42"/>
                </a:lnTo>
                <a:lnTo>
                  <a:pt x="64" y="32"/>
                </a:lnTo>
                <a:moveTo>
                  <a:pt x="75" y="37"/>
                </a:moveTo>
                <a:lnTo>
                  <a:pt x="84" y="42"/>
                </a:lnTo>
                <a:lnTo>
                  <a:pt x="80" y="51"/>
                </a:lnTo>
                <a:lnTo>
                  <a:pt x="69" y="47"/>
                </a:lnTo>
                <a:lnTo>
                  <a:pt x="75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80" y="51"/>
                </a:lnTo>
                <a:lnTo>
                  <a:pt x="84" y="42"/>
                </a:lnTo>
                <a:moveTo>
                  <a:pt x="94" y="47"/>
                </a:moveTo>
                <a:lnTo>
                  <a:pt x="103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3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3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8" y="86"/>
                </a:lnTo>
                <a:lnTo>
                  <a:pt x="73" y="75"/>
                </a:lnTo>
                <a:lnTo>
                  <a:pt x="83" y="70"/>
                </a:lnTo>
                <a:lnTo>
                  <a:pt x="88" y="80"/>
                </a:lnTo>
                <a:moveTo>
                  <a:pt x="78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8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0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0" y="98"/>
                </a:lnTo>
                <a:lnTo>
                  <a:pt x="10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0" y="88"/>
                </a:lnTo>
                <a:lnTo>
                  <a:pt x="10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0" y="76"/>
                </a:lnTo>
                <a:lnTo>
                  <a:pt x="10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0" y="66"/>
                </a:lnTo>
                <a:lnTo>
                  <a:pt x="10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0" y="55"/>
                </a:lnTo>
                <a:lnTo>
                  <a:pt x="10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0" y="44"/>
                </a:lnTo>
                <a:lnTo>
                  <a:pt x="10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0" y="34"/>
                </a:lnTo>
                <a:lnTo>
                  <a:pt x="10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0" y="23"/>
                </a:lnTo>
                <a:lnTo>
                  <a:pt x="10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0" y="12"/>
                </a:lnTo>
                <a:lnTo>
                  <a:pt x="10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0" y="9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5536080" y="2516400"/>
            <a:ext cx="748080" cy="215280"/>
          </a:xfrm>
          <a:custGeom>
            <a:avLst/>
            <a:gdLst/>
            <a:ahLst/>
            <a:rect l="0" t="0" r="r" b="b"/>
            <a:pathLst>
              <a:path fill="none" w="2078" h="598">
                <a:moveTo>
                  <a:pt x="0" y="0"/>
                </a:moveTo>
                <a:lnTo>
                  <a:pt x="189" y="100"/>
                </a:lnTo>
                <a:cubicBezTo>
                  <a:pt x="379" y="199"/>
                  <a:pt x="757" y="398"/>
                  <a:pt x="1002" y="499"/>
                </a:cubicBezTo>
                <a:cubicBezTo>
                  <a:pt x="1246" y="598"/>
                  <a:pt x="1357" y="598"/>
                  <a:pt x="1468" y="598"/>
                </a:cubicBezTo>
                <a:cubicBezTo>
                  <a:pt x="1578" y="598"/>
                  <a:pt x="1689" y="598"/>
                  <a:pt x="1790" y="598"/>
                </a:cubicBezTo>
                <a:cubicBezTo>
                  <a:pt x="1892" y="598"/>
                  <a:pt x="1985" y="598"/>
                  <a:pt x="2031" y="598"/>
                </a:cubicBezTo>
                <a:lnTo>
                  <a:pt x="2078" y="598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264720" y="27122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262560" y="2709360"/>
            <a:ext cx="45000" cy="44640"/>
          </a:xfrm>
          <a:custGeom>
            <a:avLst/>
            <a:gdLst/>
            <a:ahLst/>
            <a:rect l="0" t="0" r="r" b="b"/>
            <a:pathLst>
              <a:path w="125" h="124">
                <a:moveTo>
                  <a:pt x="19" y="8"/>
                </a:moveTo>
                <a:lnTo>
                  <a:pt x="28" y="13"/>
                </a:lnTo>
                <a:lnTo>
                  <a:pt x="23" y="22"/>
                </a:lnTo>
                <a:lnTo>
                  <a:pt x="14" y="18"/>
                </a:lnTo>
                <a:lnTo>
                  <a:pt x="19" y="8"/>
                </a:lnTo>
                <a:moveTo>
                  <a:pt x="28" y="13"/>
                </a:moveTo>
                <a:lnTo>
                  <a:pt x="38" y="18"/>
                </a:lnTo>
                <a:lnTo>
                  <a:pt x="33" y="27"/>
                </a:lnTo>
                <a:lnTo>
                  <a:pt x="23" y="22"/>
                </a:lnTo>
                <a:lnTo>
                  <a:pt x="28" y="13"/>
                </a:lnTo>
                <a:moveTo>
                  <a:pt x="38" y="18"/>
                </a:moveTo>
                <a:lnTo>
                  <a:pt x="47" y="22"/>
                </a:lnTo>
                <a:lnTo>
                  <a:pt x="42" y="32"/>
                </a:lnTo>
                <a:lnTo>
                  <a:pt x="33" y="27"/>
                </a:lnTo>
                <a:lnTo>
                  <a:pt x="38" y="18"/>
                </a:lnTo>
                <a:moveTo>
                  <a:pt x="47" y="22"/>
                </a:moveTo>
                <a:lnTo>
                  <a:pt x="57" y="27"/>
                </a:lnTo>
                <a:lnTo>
                  <a:pt x="52" y="37"/>
                </a:lnTo>
                <a:lnTo>
                  <a:pt x="42" y="32"/>
                </a:lnTo>
                <a:lnTo>
                  <a:pt x="47" y="22"/>
                </a:lnTo>
                <a:moveTo>
                  <a:pt x="57" y="27"/>
                </a:moveTo>
                <a:lnTo>
                  <a:pt x="66" y="32"/>
                </a:lnTo>
                <a:lnTo>
                  <a:pt x="61" y="42"/>
                </a:lnTo>
                <a:lnTo>
                  <a:pt x="52" y="37"/>
                </a:lnTo>
                <a:lnTo>
                  <a:pt x="57" y="27"/>
                </a:lnTo>
                <a:moveTo>
                  <a:pt x="66" y="32"/>
                </a:moveTo>
                <a:lnTo>
                  <a:pt x="76" y="37"/>
                </a:lnTo>
                <a:lnTo>
                  <a:pt x="71" y="47"/>
                </a:lnTo>
                <a:lnTo>
                  <a:pt x="61" y="42"/>
                </a:lnTo>
                <a:lnTo>
                  <a:pt x="66" y="32"/>
                </a:lnTo>
                <a:moveTo>
                  <a:pt x="76" y="37"/>
                </a:moveTo>
                <a:lnTo>
                  <a:pt x="85" y="42"/>
                </a:lnTo>
                <a:lnTo>
                  <a:pt x="80" y="52"/>
                </a:lnTo>
                <a:lnTo>
                  <a:pt x="71" y="47"/>
                </a:lnTo>
                <a:lnTo>
                  <a:pt x="76" y="37"/>
                </a:lnTo>
                <a:moveTo>
                  <a:pt x="85" y="42"/>
                </a:moveTo>
                <a:lnTo>
                  <a:pt x="95" y="47"/>
                </a:lnTo>
                <a:lnTo>
                  <a:pt x="90" y="57"/>
                </a:lnTo>
                <a:lnTo>
                  <a:pt x="80" y="52"/>
                </a:lnTo>
                <a:lnTo>
                  <a:pt x="85" y="42"/>
                </a:lnTo>
                <a:moveTo>
                  <a:pt x="95" y="47"/>
                </a:moveTo>
                <a:lnTo>
                  <a:pt x="104" y="52"/>
                </a:lnTo>
                <a:lnTo>
                  <a:pt x="99" y="61"/>
                </a:lnTo>
                <a:lnTo>
                  <a:pt x="90" y="57"/>
                </a:lnTo>
                <a:lnTo>
                  <a:pt x="95" y="47"/>
                </a:lnTo>
                <a:moveTo>
                  <a:pt x="104" y="52"/>
                </a:moveTo>
                <a:lnTo>
                  <a:pt x="114" y="57"/>
                </a:lnTo>
                <a:lnTo>
                  <a:pt x="109" y="66"/>
                </a:lnTo>
                <a:lnTo>
                  <a:pt x="99" y="61"/>
                </a:lnTo>
                <a:lnTo>
                  <a:pt x="104" y="52"/>
                </a:lnTo>
                <a:moveTo>
                  <a:pt x="114" y="57"/>
                </a:moveTo>
                <a:lnTo>
                  <a:pt x="125" y="62"/>
                </a:lnTo>
                <a:lnTo>
                  <a:pt x="108" y="71"/>
                </a:lnTo>
                <a:lnTo>
                  <a:pt x="103" y="61"/>
                </a:lnTo>
                <a:lnTo>
                  <a:pt x="111" y="57"/>
                </a:lnTo>
                <a:lnTo>
                  <a:pt x="113" y="62"/>
                </a:lnTo>
                <a:lnTo>
                  <a:pt x="111" y="67"/>
                </a:lnTo>
                <a:lnTo>
                  <a:pt x="109" y="66"/>
                </a:lnTo>
                <a:lnTo>
                  <a:pt x="114" y="57"/>
                </a:lnTo>
                <a:moveTo>
                  <a:pt x="108" y="71"/>
                </a:moveTo>
                <a:lnTo>
                  <a:pt x="98" y="76"/>
                </a:lnTo>
                <a:lnTo>
                  <a:pt x="93" y="66"/>
                </a:lnTo>
                <a:lnTo>
                  <a:pt x="103" y="61"/>
                </a:lnTo>
                <a:lnTo>
                  <a:pt x="108" y="71"/>
                </a:lnTo>
                <a:moveTo>
                  <a:pt x="98" y="76"/>
                </a:moveTo>
                <a:lnTo>
                  <a:pt x="89" y="80"/>
                </a:lnTo>
                <a:lnTo>
                  <a:pt x="84" y="71"/>
                </a:lnTo>
                <a:lnTo>
                  <a:pt x="93" y="66"/>
                </a:lnTo>
                <a:lnTo>
                  <a:pt x="98" y="76"/>
                </a:lnTo>
                <a:moveTo>
                  <a:pt x="89" y="80"/>
                </a:moveTo>
                <a:lnTo>
                  <a:pt x="79" y="85"/>
                </a:lnTo>
                <a:lnTo>
                  <a:pt x="74" y="76"/>
                </a:lnTo>
                <a:lnTo>
                  <a:pt x="84" y="71"/>
                </a:lnTo>
                <a:lnTo>
                  <a:pt x="89" y="80"/>
                </a:lnTo>
                <a:moveTo>
                  <a:pt x="79" y="85"/>
                </a:moveTo>
                <a:lnTo>
                  <a:pt x="70" y="90"/>
                </a:lnTo>
                <a:lnTo>
                  <a:pt x="65" y="80"/>
                </a:lnTo>
                <a:lnTo>
                  <a:pt x="74" y="76"/>
                </a:lnTo>
                <a:lnTo>
                  <a:pt x="79" y="85"/>
                </a:lnTo>
                <a:moveTo>
                  <a:pt x="70" y="90"/>
                </a:moveTo>
                <a:lnTo>
                  <a:pt x="60" y="95"/>
                </a:lnTo>
                <a:lnTo>
                  <a:pt x="55" y="85"/>
                </a:lnTo>
                <a:lnTo>
                  <a:pt x="65" y="80"/>
                </a:lnTo>
                <a:lnTo>
                  <a:pt x="70" y="90"/>
                </a:lnTo>
                <a:moveTo>
                  <a:pt x="60" y="95"/>
                </a:moveTo>
                <a:lnTo>
                  <a:pt x="51" y="99"/>
                </a:lnTo>
                <a:lnTo>
                  <a:pt x="46" y="90"/>
                </a:lnTo>
                <a:lnTo>
                  <a:pt x="55" y="85"/>
                </a:lnTo>
                <a:lnTo>
                  <a:pt x="60" y="95"/>
                </a:lnTo>
                <a:moveTo>
                  <a:pt x="51" y="99"/>
                </a:moveTo>
                <a:lnTo>
                  <a:pt x="41" y="104"/>
                </a:lnTo>
                <a:lnTo>
                  <a:pt x="36" y="95"/>
                </a:lnTo>
                <a:lnTo>
                  <a:pt x="46" y="90"/>
                </a:lnTo>
                <a:lnTo>
                  <a:pt x="51" y="99"/>
                </a:lnTo>
                <a:moveTo>
                  <a:pt x="41" y="104"/>
                </a:moveTo>
                <a:lnTo>
                  <a:pt x="32" y="109"/>
                </a:lnTo>
                <a:lnTo>
                  <a:pt x="27" y="99"/>
                </a:lnTo>
                <a:lnTo>
                  <a:pt x="36" y="95"/>
                </a:lnTo>
                <a:lnTo>
                  <a:pt x="41" y="104"/>
                </a:lnTo>
                <a:moveTo>
                  <a:pt x="32" y="109"/>
                </a:moveTo>
                <a:lnTo>
                  <a:pt x="22" y="114"/>
                </a:lnTo>
                <a:lnTo>
                  <a:pt x="17" y="104"/>
                </a:lnTo>
                <a:lnTo>
                  <a:pt x="27" y="99"/>
                </a:lnTo>
                <a:lnTo>
                  <a:pt x="32" y="109"/>
                </a:lnTo>
                <a:moveTo>
                  <a:pt x="22" y="114"/>
                </a:moveTo>
                <a:lnTo>
                  <a:pt x="13" y="118"/>
                </a:lnTo>
                <a:lnTo>
                  <a:pt x="7" y="109"/>
                </a:lnTo>
                <a:lnTo>
                  <a:pt x="17" y="104"/>
                </a:lnTo>
                <a:lnTo>
                  <a:pt x="22" y="114"/>
                </a:lnTo>
                <a:moveTo>
                  <a:pt x="13" y="118"/>
                </a:moveTo>
                <a:lnTo>
                  <a:pt x="0" y="124"/>
                </a:lnTo>
                <a:lnTo>
                  <a:pt x="0" y="109"/>
                </a:lnTo>
                <a:lnTo>
                  <a:pt x="12" y="109"/>
                </a:lnTo>
                <a:lnTo>
                  <a:pt x="12" y="115"/>
                </a:lnTo>
                <a:lnTo>
                  <a:pt x="6" y="115"/>
                </a:lnTo>
                <a:lnTo>
                  <a:pt x="3" y="111"/>
                </a:lnTo>
                <a:lnTo>
                  <a:pt x="7" y="109"/>
                </a:lnTo>
                <a:lnTo>
                  <a:pt x="13" y="118"/>
                </a:lnTo>
                <a:moveTo>
                  <a:pt x="0" y="109"/>
                </a:moveTo>
                <a:lnTo>
                  <a:pt x="0" y="98"/>
                </a:lnTo>
                <a:lnTo>
                  <a:pt x="12" y="98"/>
                </a:lnTo>
                <a:lnTo>
                  <a:pt x="12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2" y="87"/>
                </a:lnTo>
                <a:lnTo>
                  <a:pt x="12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2" y="77"/>
                </a:lnTo>
                <a:lnTo>
                  <a:pt x="12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2" y="66"/>
                </a:lnTo>
                <a:lnTo>
                  <a:pt x="12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2" y="55"/>
                </a:lnTo>
                <a:lnTo>
                  <a:pt x="12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2" y="45"/>
                </a:lnTo>
                <a:lnTo>
                  <a:pt x="12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2" y="33"/>
                </a:lnTo>
                <a:lnTo>
                  <a:pt x="12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2" y="23"/>
                </a:lnTo>
                <a:lnTo>
                  <a:pt x="12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2" y="12"/>
                </a:lnTo>
                <a:lnTo>
                  <a:pt x="12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9" y="8"/>
                </a:lnTo>
                <a:lnTo>
                  <a:pt x="14" y="18"/>
                </a:lnTo>
                <a:lnTo>
                  <a:pt x="3" y="13"/>
                </a:lnTo>
                <a:lnTo>
                  <a:pt x="6" y="8"/>
                </a:lnTo>
                <a:lnTo>
                  <a:pt x="12" y="8"/>
                </a:ln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536080" y="2050920"/>
            <a:ext cx="764640" cy="215280"/>
          </a:xfrm>
          <a:custGeom>
            <a:avLst/>
            <a:gdLst/>
            <a:ahLst/>
            <a:rect l="0" t="0" r="r" b="b"/>
            <a:pathLst>
              <a:path fill="none" w="2124" h="598">
                <a:moveTo>
                  <a:pt x="0" y="598"/>
                </a:moveTo>
                <a:lnTo>
                  <a:pt x="189" y="497"/>
                </a:lnTo>
                <a:cubicBezTo>
                  <a:pt x="378" y="398"/>
                  <a:pt x="757" y="199"/>
                  <a:pt x="1002" y="99"/>
                </a:cubicBezTo>
                <a:cubicBezTo>
                  <a:pt x="1246" y="0"/>
                  <a:pt x="1357" y="0"/>
                  <a:pt x="1468" y="0"/>
                </a:cubicBezTo>
                <a:cubicBezTo>
                  <a:pt x="1578" y="0"/>
                  <a:pt x="1689" y="0"/>
                  <a:pt x="1798" y="0"/>
                </a:cubicBezTo>
                <a:cubicBezTo>
                  <a:pt x="1908" y="0"/>
                  <a:pt x="2016" y="0"/>
                  <a:pt x="2070" y="0"/>
                </a:cubicBezTo>
                <a:lnTo>
                  <a:pt x="2124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8128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27948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7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7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7" y="13"/>
                </a:lnTo>
                <a:moveTo>
                  <a:pt x="36" y="18"/>
                </a:moveTo>
                <a:lnTo>
                  <a:pt x="46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6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6" y="23"/>
                </a:lnTo>
                <a:moveTo>
                  <a:pt x="55" y="28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4" y="42"/>
                </a:lnTo>
                <a:lnTo>
                  <a:pt x="79" y="51"/>
                </a:lnTo>
                <a:lnTo>
                  <a:pt x="69" y="47"/>
                </a:lnTo>
                <a:lnTo>
                  <a:pt x="74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79" y="51"/>
                </a:lnTo>
                <a:lnTo>
                  <a:pt x="84" y="42"/>
                </a:lnTo>
                <a:moveTo>
                  <a:pt x="94" y="47"/>
                </a:moveTo>
                <a:lnTo>
                  <a:pt x="104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4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4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2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7" y="86"/>
                </a:lnTo>
                <a:lnTo>
                  <a:pt x="73" y="75"/>
                </a:lnTo>
                <a:lnTo>
                  <a:pt x="82" y="70"/>
                </a:lnTo>
                <a:lnTo>
                  <a:pt x="88" y="80"/>
                </a:lnTo>
                <a:moveTo>
                  <a:pt x="77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7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1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1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1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1" y="88"/>
                </a:lnTo>
                <a:lnTo>
                  <a:pt x="11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1" y="76"/>
                </a:lnTo>
                <a:lnTo>
                  <a:pt x="11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1" y="66"/>
                </a:lnTo>
                <a:lnTo>
                  <a:pt x="11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1" y="44"/>
                </a:lnTo>
                <a:lnTo>
                  <a:pt x="11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1" y="34"/>
                </a:lnTo>
                <a:lnTo>
                  <a:pt x="11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1" y="23"/>
                </a:lnTo>
                <a:lnTo>
                  <a:pt x="11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1" y="9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890440" y="1792440"/>
            <a:ext cx="7232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8160" y="2347560"/>
            <a:ext cx="10339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86280" y="2347560"/>
            <a:ext cx="8010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78400" y="2293920"/>
            <a:ext cx="7383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Onderwijseenheden 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26360" y="2403720"/>
            <a:ext cx="413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13280" y="2347560"/>
            <a:ext cx="8557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Speciﬁcaties publiceren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446160" y="2687760"/>
            <a:ext cx="980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836120" y="26877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Leermiddelen inrichten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5e5e5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463080" y="2007360"/>
            <a:ext cx="92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18132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11440" y="33210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623" y="623"/>
                </a:moveTo>
                <a:lnTo>
                  <a:pt x="578" y="623"/>
                </a:lnTo>
                <a:lnTo>
                  <a:pt x="578" y="512"/>
                </a:lnTo>
                <a:cubicBezTo>
                  <a:pt x="578" y="497"/>
                  <a:pt x="575" y="483"/>
                  <a:pt x="570" y="470"/>
                </a:cubicBezTo>
                <a:cubicBezTo>
                  <a:pt x="564" y="456"/>
                  <a:pt x="556" y="444"/>
                  <a:pt x="546" y="434"/>
                </a:cubicBezTo>
                <a:cubicBezTo>
                  <a:pt x="535" y="423"/>
                  <a:pt x="522" y="414"/>
                  <a:pt x="509" y="408"/>
                </a:cubicBezTo>
                <a:cubicBezTo>
                  <a:pt x="495" y="403"/>
                  <a:pt x="481" y="400"/>
                  <a:pt x="466" y="400"/>
                </a:cubicBezTo>
                <a:lnTo>
                  <a:pt x="466" y="356"/>
                </a:lnTo>
                <a:cubicBezTo>
                  <a:pt x="476" y="356"/>
                  <a:pt x="486" y="357"/>
                  <a:pt x="496" y="359"/>
                </a:cubicBezTo>
                <a:cubicBezTo>
                  <a:pt x="507" y="361"/>
                  <a:pt x="516" y="364"/>
                  <a:pt x="526" y="367"/>
                </a:cubicBezTo>
                <a:cubicBezTo>
                  <a:pt x="536" y="371"/>
                  <a:pt x="545" y="376"/>
                  <a:pt x="554" y="382"/>
                </a:cubicBezTo>
                <a:cubicBezTo>
                  <a:pt x="562" y="387"/>
                  <a:pt x="570" y="394"/>
                  <a:pt x="577" y="401"/>
                </a:cubicBezTo>
                <a:cubicBezTo>
                  <a:pt x="584" y="408"/>
                  <a:pt x="591" y="417"/>
                  <a:pt x="596" y="426"/>
                </a:cubicBezTo>
                <a:cubicBezTo>
                  <a:pt x="602" y="434"/>
                  <a:pt x="607" y="443"/>
                  <a:pt x="611" y="453"/>
                </a:cubicBezTo>
                <a:cubicBezTo>
                  <a:pt x="615" y="462"/>
                  <a:pt x="618" y="472"/>
                  <a:pt x="620" y="482"/>
                </a:cubicBezTo>
                <a:cubicBezTo>
                  <a:pt x="622" y="492"/>
                  <a:pt x="623" y="502"/>
                  <a:pt x="623" y="512"/>
                </a:cubicBezTo>
                <a:lnTo>
                  <a:pt x="623" y="623"/>
                </a:lnTo>
                <a:moveTo>
                  <a:pt x="444" y="623"/>
                </a:moveTo>
                <a:lnTo>
                  <a:pt x="400" y="623"/>
                </a:lnTo>
                <a:lnTo>
                  <a:pt x="400" y="512"/>
                </a:lnTo>
                <a:cubicBezTo>
                  <a:pt x="399" y="497"/>
                  <a:pt x="397" y="483"/>
                  <a:pt x="391" y="470"/>
                </a:cubicBezTo>
                <a:cubicBezTo>
                  <a:pt x="385" y="456"/>
                  <a:pt x="377" y="444"/>
                  <a:pt x="367" y="434"/>
                </a:cubicBezTo>
                <a:cubicBezTo>
                  <a:pt x="357" y="423"/>
                  <a:pt x="344" y="414"/>
                  <a:pt x="331" y="408"/>
                </a:cubicBezTo>
                <a:cubicBezTo>
                  <a:pt x="317" y="403"/>
                  <a:pt x="303" y="400"/>
                  <a:pt x="288" y="400"/>
                </a:cubicBezTo>
                <a:lnTo>
                  <a:pt x="155" y="400"/>
                </a:lnTo>
                <a:cubicBezTo>
                  <a:pt x="140" y="400"/>
                  <a:pt x="126" y="403"/>
                  <a:pt x="113" y="408"/>
                </a:cubicBezTo>
                <a:cubicBezTo>
                  <a:pt x="99" y="414"/>
                  <a:pt x="87" y="423"/>
                  <a:pt x="77" y="434"/>
                </a:cubicBezTo>
                <a:cubicBezTo>
                  <a:pt x="66" y="444"/>
                  <a:pt x="58" y="456"/>
                  <a:pt x="52" y="470"/>
                </a:cubicBezTo>
                <a:cubicBezTo>
                  <a:pt x="47" y="483"/>
                  <a:pt x="44" y="497"/>
                  <a:pt x="44" y="512"/>
                </a:cubicBezTo>
                <a:lnTo>
                  <a:pt x="44" y="623"/>
                </a:lnTo>
                <a:lnTo>
                  <a:pt x="0" y="623"/>
                </a:lnTo>
                <a:lnTo>
                  <a:pt x="0" y="512"/>
                </a:lnTo>
                <a:cubicBezTo>
                  <a:pt x="0" y="502"/>
                  <a:pt x="1" y="492"/>
                  <a:pt x="3" y="482"/>
                </a:cubicBezTo>
                <a:cubicBezTo>
                  <a:pt x="5" y="472"/>
                  <a:pt x="8" y="462"/>
                  <a:pt x="11" y="453"/>
                </a:cubicBezTo>
                <a:cubicBezTo>
                  <a:pt x="15" y="443"/>
                  <a:pt x="20" y="434"/>
                  <a:pt x="26" y="426"/>
                </a:cubicBezTo>
                <a:cubicBezTo>
                  <a:pt x="31" y="417"/>
                  <a:pt x="38" y="408"/>
                  <a:pt x="45" y="401"/>
                </a:cubicBezTo>
                <a:cubicBezTo>
                  <a:pt x="52" y="394"/>
                  <a:pt x="60" y="387"/>
                  <a:pt x="69" y="382"/>
                </a:cubicBezTo>
                <a:cubicBezTo>
                  <a:pt x="77" y="376"/>
                  <a:pt x="86" y="371"/>
                  <a:pt x="96" y="367"/>
                </a:cubicBezTo>
                <a:cubicBezTo>
                  <a:pt x="105" y="364"/>
                  <a:pt x="115" y="361"/>
                  <a:pt x="125" y="359"/>
                </a:cubicBezTo>
                <a:cubicBezTo>
                  <a:pt x="135" y="357"/>
                  <a:pt x="145" y="356"/>
                  <a:pt x="155" y="356"/>
                </a:cubicBezTo>
                <a:lnTo>
                  <a:pt x="288" y="356"/>
                </a:lnTo>
                <a:cubicBezTo>
                  <a:pt x="299" y="356"/>
                  <a:pt x="309" y="357"/>
                  <a:pt x="319" y="359"/>
                </a:cubicBezTo>
                <a:cubicBezTo>
                  <a:pt x="329" y="361"/>
                  <a:pt x="338" y="364"/>
                  <a:pt x="348" y="367"/>
                </a:cubicBezTo>
                <a:cubicBezTo>
                  <a:pt x="357" y="371"/>
                  <a:pt x="366" y="376"/>
                  <a:pt x="375" y="382"/>
                </a:cubicBezTo>
                <a:cubicBezTo>
                  <a:pt x="383" y="387"/>
                  <a:pt x="391" y="394"/>
                  <a:pt x="398" y="401"/>
                </a:cubicBezTo>
                <a:cubicBezTo>
                  <a:pt x="406" y="408"/>
                  <a:pt x="412" y="417"/>
                  <a:pt x="418" y="426"/>
                </a:cubicBezTo>
                <a:cubicBezTo>
                  <a:pt x="423" y="434"/>
                  <a:pt x="428" y="443"/>
                  <a:pt x="432" y="453"/>
                </a:cubicBezTo>
                <a:cubicBezTo>
                  <a:pt x="436" y="462"/>
                  <a:pt x="439" y="472"/>
                  <a:pt x="441" y="482"/>
                </a:cubicBezTo>
                <a:cubicBezTo>
                  <a:pt x="443" y="492"/>
                  <a:pt x="444" y="502"/>
                  <a:pt x="444" y="512"/>
                </a:cubicBezTo>
                <a:lnTo>
                  <a:pt x="444" y="623"/>
                </a:lnTo>
                <a:moveTo>
                  <a:pt x="400" y="0"/>
                </a:moveTo>
                <a:lnTo>
                  <a:pt x="400" y="44"/>
                </a:lnTo>
                <a:cubicBezTo>
                  <a:pt x="414" y="44"/>
                  <a:pt x="428" y="47"/>
                  <a:pt x="442" y="53"/>
                </a:cubicBezTo>
                <a:cubicBezTo>
                  <a:pt x="456" y="59"/>
                  <a:pt x="468" y="67"/>
                  <a:pt x="478" y="77"/>
                </a:cubicBezTo>
                <a:cubicBezTo>
                  <a:pt x="488" y="87"/>
                  <a:pt x="497" y="99"/>
                  <a:pt x="502" y="113"/>
                </a:cubicBezTo>
                <a:cubicBezTo>
                  <a:pt x="508" y="127"/>
                  <a:pt x="511" y="141"/>
                  <a:pt x="511" y="156"/>
                </a:cubicBezTo>
                <a:cubicBezTo>
                  <a:pt x="511" y="170"/>
                  <a:pt x="508" y="184"/>
                  <a:pt x="502" y="198"/>
                </a:cubicBezTo>
                <a:cubicBezTo>
                  <a:pt x="497" y="212"/>
                  <a:pt x="488" y="224"/>
                  <a:pt x="478" y="234"/>
                </a:cubicBezTo>
                <a:cubicBezTo>
                  <a:pt x="468" y="245"/>
                  <a:pt x="456" y="253"/>
                  <a:pt x="442" y="258"/>
                </a:cubicBezTo>
                <a:cubicBezTo>
                  <a:pt x="428" y="264"/>
                  <a:pt x="414" y="267"/>
                  <a:pt x="400" y="267"/>
                </a:cubicBezTo>
                <a:lnTo>
                  <a:pt x="400" y="311"/>
                </a:lnTo>
                <a:cubicBezTo>
                  <a:pt x="410" y="311"/>
                  <a:pt x="420" y="310"/>
                  <a:pt x="430" y="308"/>
                </a:cubicBezTo>
                <a:cubicBezTo>
                  <a:pt x="440" y="306"/>
                  <a:pt x="450" y="303"/>
                  <a:pt x="459" y="299"/>
                </a:cubicBezTo>
                <a:cubicBezTo>
                  <a:pt x="468" y="295"/>
                  <a:pt x="477" y="291"/>
                  <a:pt x="486" y="285"/>
                </a:cubicBezTo>
                <a:cubicBezTo>
                  <a:pt x="494" y="279"/>
                  <a:pt x="502" y="273"/>
                  <a:pt x="509" y="266"/>
                </a:cubicBezTo>
                <a:cubicBezTo>
                  <a:pt x="517" y="258"/>
                  <a:pt x="523" y="250"/>
                  <a:pt x="529" y="242"/>
                </a:cubicBezTo>
                <a:cubicBezTo>
                  <a:pt x="536" y="233"/>
                  <a:pt x="540" y="224"/>
                  <a:pt x="544" y="215"/>
                </a:cubicBezTo>
                <a:cubicBezTo>
                  <a:pt x="548" y="206"/>
                  <a:pt x="551" y="196"/>
                  <a:pt x="553" y="186"/>
                </a:cubicBezTo>
                <a:cubicBezTo>
                  <a:pt x="555" y="176"/>
                  <a:pt x="556" y="166"/>
                  <a:pt x="556" y="156"/>
                </a:cubicBezTo>
                <a:cubicBezTo>
                  <a:pt x="556" y="145"/>
                  <a:pt x="555" y="135"/>
                  <a:pt x="553" y="125"/>
                </a:cubicBezTo>
                <a:cubicBezTo>
                  <a:pt x="551" y="115"/>
                  <a:pt x="548" y="105"/>
                  <a:pt x="544" y="96"/>
                </a:cubicBezTo>
                <a:cubicBezTo>
                  <a:pt x="540" y="87"/>
                  <a:pt x="536" y="78"/>
                  <a:pt x="529" y="69"/>
                </a:cubicBezTo>
                <a:cubicBezTo>
                  <a:pt x="523" y="61"/>
                  <a:pt x="517" y="53"/>
                  <a:pt x="509" y="46"/>
                </a:cubicBezTo>
                <a:cubicBezTo>
                  <a:pt x="502" y="38"/>
                  <a:pt x="494" y="32"/>
                  <a:pt x="486" y="26"/>
                </a:cubicBezTo>
                <a:cubicBezTo>
                  <a:pt x="477" y="21"/>
                  <a:pt x="468" y="16"/>
                  <a:pt x="459" y="12"/>
                </a:cubicBezTo>
                <a:cubicBezTo>
                  <a:pt x="450" y="8"/>
                  <a:pt x="440" y="5"/>
                  <a:pt x="430" y="3"/>
                </a:cubicBezTo>
                <a:cubicBezTo>
                  <a:pt x="420" y="1"/>
                  <a:pt x="410" y="0"/>
                  <a:pt x="400" y="0"/>
                </a:cubicBezTo>
                <a:moveTo>
                  <a:pt x="222" y="44"/>
                </a:moveTo>
                <a:cubicBezTo>
                  <a:pt x="236" y="44"/>
                  <a:pt x="251" y="47"/>
                  <a:pt x="264" y="53"/>
                </a:cubicBezTo>
                <a:cubicBezTo>
                  <a:pt x="278" y="59"/>
                  <a:pt x="290" y="67"/>
                  <a:pt x="300" y="77"/>
                </a:cubicBezTo>
                <a:cubicBezTo>
                  <a:pt x="311" y="87"/>
                  <a:pt x="319" y="99"/>
                  <a:pt x="324" y="113"/>
                </a:cubicBezTo>
                <a:cubicBezTo>
                  <a:pt x="330" y="127"/>
                  <a:pt x="333" y="141"/>
                  <a:pt x="333" y="156"/>
                </a:cubicBezTo>
                <a:cubicBezTo>
                  <a:pt x="333" y="170"/>
                  <a:pt x="330" y="184"/>
                  <a:pt x="324" y="198"/>
                </a:cubicBezTo>
                <a:cubicBezTo>
                  <a:pt x="319" y="212"/>
                  <a:pt x="311" y="224"/>
                  <a:pt x="300" y="234"/>
                </a:cubicBezTo>
                <a:cubicBezTo>
                  <a:pt x="290" y="245"/>
                  <a:pt x="278" y="253"/>
                  <a:pt x="264" y="258"/>
                </a:cubicBezTo>
                <a:cubicBezTo>
                  <a:pt x="251" y="264"/>
                  <a:pt x="236" y="267"/>
                  <a:pt x="222" y="267"/>
                </a:cubicBezTo>
                <a:cubicBezTo>
                  <a:pt x="207" y="267"/>
                  <a:pt x="193" y="264"/>
                  <a:pt x="179" y="258"/>
                </a:cubicBezTo>
                <a:cubicBezTo>
                  <a:pt x="166" y="253"/>
                  <a:pt x="154" y="245"/>
                  <a:pt x="143" y="234"/>
                </a:cubicBezTo>
                <a:cubicBezTo>
                  <a:pt x="133" y="224"/>
                  <a:pt x="125" y="212"/>
                  <a:pt x="119" y="198"/>
                </a:cubicBezTo>
                <a:cubicBezTo>
                  <a:pt x="113" y="184"/>
                  <a:pt x="111" y="170"/>
                  <a:pt x="111" y="156"/>
                </a:cubicBezTo>
                <a:cubicBezTo>
                  <a:pt x="111" y="141"/>
                  <a:pt x="113" y="127"/>
                  <a:pt x="119" y="113"/>
                </a:cubicBezTo>
                <a:cubicBezTo>
                  <a:pt x="125" y="99"/>
                  <a:pt x="133" y="87"/>
                  <a:pt x="143" y="77"/>
                </a:cubicBezTo>
                <a:cubicBezTo>
                  <a:pt x="154" y="67"/>
                  <a:pt x="166" y="59"/>
                  <a:pt x="179" y="53"/>
                </a:cubicBezTo>
                <a:cubicBezTo>
                  <a:pt x="193" y="47"/>
                  <a:pt x="207" y="44"/>
                  <a:pt x="222" y="44"/>
                </a:cubicBezTo>
                <a:moveTo>
                  <a:pt x="222" y="0"/>
                </a:moveTo>
                <a:cubicBezTo>
                  <a:pt x="212" y="0"/>
                  <a:pt x="201" y="1"/>
                  <a:pt x="191" y="3"/>
                </a:cubicBezTo>
                <a:cubicBezTo>
                  <a:pt x="181" y="5"/>
                  <a:pt x="172" y="8"/>
                  <a:pt x="162" y="12"/>
                </a:cubicBezTo>
                <a:cubicBezTo>
                  <a:pt x="153" y="16"/>
                  <a:pt x="144" y="21"/>
                  <a:pt x="135" y="26"/>
                </a:cubicBezTo>
                <a:cubicBezTo>
                  <a:pt x="127" y="32"/>
                  <a:pt x="119" y="38"/>
                  <a:pt x="112" y="46"/>
                </a:cubicBezTo>
                <a:cubicBezTo>
                  <a:pt x="105" y="53"/>
                  <a:pt x="98" y="61"/>
                  <a:pt x="92" y="69"/>
                </a:cubicBezTo>
                <a:cubicBezTo>
                  <a:pt x="87" y="78"/>
                  <a:pt x="82" y="87"/>
                  <a:pt x="78" y="96"/>
                </a:cubicBezTo>
                <a:cubicBezTo>
                  <a:pt x="74" y="105"/>
                  <a:pt x="71" y="115"/>
                  <a:pt x="69" y="125"/>
                </a:cubicBezTo>
                <a:cubicBezTo>
                  <a:pt x="67" y="135"/>
                  <a:pt x="66" y="145"/>
                  <a:pt x="66" y="156"/>
                </a:cubicBezTo>
                <a:cubicBezTo>
                  <a:pt x="66" y="166"/>
                  <a:pt x="67" y="176"/>
                  <a:pt x="69" y="186"/>
                </a:cubicBezTo>
                <a:cubicBezTo>
                  <a:pt x="71" y="196"/>
                  <a:pt x="74" y="206"/>
                  <a:pt x="78" y="215"/>
                </a:cubicBezTo>
                <a:cubicBezTo>
                  <a:pt x="82" y="224"/>
                  <a:pt x="87" y="233"/>
                  <a:pt x="92" y="242"/>
                </a:cubicBezTo>
                <a:cubicBezTo>
                  <a:pt x="98" y="250"/>
                  <a:pt x="105" y="258"/>
                  <a:pt x="112" y="266"/>
                </a:cubicBezTo>
                <a:cubicBezTo>
                  <a:pt x="119" y="273"/>
                  <a:pt x="127" y="279"/>
                  <a:pt x="135" y="285"/>
                </a:cubicBezTo>
                <a:cubicBezTo>
                  <a:pt x="144" y="291"/>
                  <a:pt x="153" y="295"/>
                  <a:pt x="162" y="299"/>
                </a:cubicBezTo>
                <a:cubicBezTo>
                  <a:pt x="172" y="303"/>
                  <a:pt x="181" y="306"/>
                  <a:pt x="191" y="308"/>
                </a:cubicBezTo>
                <a:cubicBezTo>
                  <a:pt x="201" y="310"/>
                  <a:pt x="212" y="311"/>
                  <a:pt x="222" y="311"/>
                </a:cubicBezTo>
                <a:cubicBezTo>
                  <a:pt x="232" y="311"/>
                  <a:pt x="242" y="310"/>
                  <a:pt x="252" y="308"/>
                </a:cubicBezTo>
                <a:cubicBezTo>
                  <a:pt x="262" y="306"/>
                  <a:pt x="272" y="303"/>
                  <a:pt x="281" y="299"/>
                </a:cubicBezTo>
                <a:cubicBezTo>
                  <a:pt x="291" y="295"/>
                  <a:pt x="300" y="291"/>
                  <a:pt x="308" y="285"/>
                </a:cubicBezTo>
                <a:cubicBezTo>
                  <a:pt x="317" y="279"/>
                  <a:pt x="324" y="273"/>
                  <a:pt x="332" y="266"/>
                </a:cubicBezTo>
                <a:cubicBezTo>
                  <a:pt x="339" y="258"/>
                  <a:pt x="345" y="250"/>
                  <a:pt x="351" y="242"/>
                </a:cubicBezTo>
                <a:cubicBezTo>
                  <a:pt x="357" y="233"/>
                  <a:pt x="362" y="224"/>
                  <a:pt x="365" y="215"/>
                </a:cubicBezTo>
                <a:cubicBezTo>
                  <a:pt x="369" y="206"/>
                  <a:pt x="372" y="196"/>
                  <a:pt x="374" y="186"/>
                </a:cubicBezTo>
                <a:cubicBezTo>
                  <a:pt x="376" y="176"/>
                  <a:pt x="377" y="166"/>
                  <a:pt x="377" y="156"/>
                </a:cubicBezTo>
                <a:cubicBezTo>
                  <a:pt x="377" y="145"/>
                  <a:pt x="376" y="135"/>
                  <a:pt x="374" y="125"/>
                </a:cubicBezTo>
                <a:cubicBezTo>
                  <a:pt x="372" y="115"/>
                  <a:pt x="369" y="105"/>
                  <a:pt x="365" y="96"/>
                </a:cubicBezTo>
                <a:cubicBezTo>
                  <a:pt x="362" y="87"/>
                  <a:pt x="357" y="78"/>
                  <a:pt x="351" y="69"/>
                </a:cubicBezTo>
                <a:cubicBezTo>
                  <a:pt x="345" y="61"/>
                  <a:pt x="339" y="53"/>
                  <a:pt x="332" y="46"/>
                </a:cubicBezTo>
                <a:cubicBezTo>
                  <a:pt x="324" y="38"/>
                  <a:pt x="317" y="32"/>
                  <a:pt x="308" y="26"/>
                </a:cubicBezTo>
                <a:cubicBezTo>
                  <a:pt x="300" y="21"/>
                  <a:pt x="291" y="16"/>
                  <a:pt x="281" y="12"/>
                </a:cubicBezTo>
                <a:cubicBezTo>
                  <a:pt x="272" y="8"/>
                  <a:pt x="262" y="5"/>
                  <a:pt x="252" y="3"/>
                </a:cubicBezTo>
                <a:cubicBezTo>
                  <a:pt x="242" y="1"/>
                  <a:pt x="232" y="0"/>
                  <a:pt x="2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884000" y="2007360"/>
            <a:ext cx="7171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20200" y="3606480"/>
            <a:ext cx="96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Zeven rollen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295440" y="3181320"/>
            <a:ext cx="2743560" cy="962280"/>
          </a:xfrm>
          <a:custGeom>
            <a:avLst/>
            <a:gdLst/>
            <a:ahLst/>
            <a:rect l="0" t="0" r="r" b="b"/>
            <a:pathLst>
              <a:path w="7621" h="2673">
                <a:moveTo>
                  <a:pt x="0" y="0"/>
                </a:moveTo>
                <a:lnTo>
                  <a:pt x="7621" y="0"/>
                </a:lnTo>
                <a:lnTo>
                  <a:pt x="7621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295440" y="318132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02928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2954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7320" y="3321000"/>
            <a:ext cx="216360" cy="216360"/>
          </a:xfrm>
          <a:custGeom>
            <a:avLst/>
            <a:gdLst/>
            <a:ahLst/>
            <a:rect l="0" t="0" r="r" b="b"/>
            <a:pathLst>
              <a:path w="601" h="601">
                <a:moveTo>
                  <a:pt x="556" y="357"/>
                </a:moveTo>
                <a:lnTo>
                  <a:pt x="423" y="357"/>
                </a:lnTo>
                <a:cubicBezTo>
                  <a:pt x="417" y="357"/>
                  <a:pt x="411" y="358"/>
                  <a:pt x="406" y="360"/>
                </a:cubicBezTo>
                <a:cubicBezTo>
                  <a:pt x="401" y="362"/>
                  <a:pt x="396" y="365"/>
                  <a:pt x="392" y="370"/>
                </a:cubicBezTo>
                <a:cubicBezTo>
                  <a:pt x="387" y="374"/>
                  <a:pt x="384" y="379"/>
                  <a:pt x="382" y="384"/>
                </a:cubicBezTo>
                <a:cubicBezTo>
                  <a:pt x="380" y="389"/>
                  <a:pt x="379" y="395"/>
                  <a:pt x="379" y="401"/>
                </a:cubicBezTo>
                <a:lnTo>
                  <a:pt x="379" y="445"/>
                </a:lnTo>
                <a:lnTo>
                  <a:pt x="254" y="445"/>
                </a:lnTo>
                <a:lnTo>
                  <a:pt x="155" y="347"/>
                </a:lnTo>
                <a:lnTo>
                  <a:pt x="155" y="223"/>
                </a:lnTo>
                <a:lnTo>
                  <a:pt x="201" y="223"/>
                </a:lnTo>
                <a:cubicBezTo>
                  <a:pt x="207" y="223"/>
                  <a:pt x="212" y="222"/>
                  <a:pt x="218" y="220"/>
                </a:cubicBezTo>
                <a:cubicBezTo>
                  <a:pt x="223" y="218"/>
                  <a:pt x="228" y="214"/>
                  <a:pt x="232" y="210"/>
                </a:cubicBezTo>
                <a:cubicBezTo>
                  <a:pt x="236" y="206"/>
                  <a:pt x="240" y="201"/>
                  <a:pt x="242" y="196"/>
                </a:cubicBezTo>
                <a:cubicBezTo>
                  <a:pt x="244" y="190"/>
                  <a:pt x="245" y="185"/>
                  <a:pt x="245" y="179"/>
                </a:cubicBezTo>
                <a:lnTo>
                  <a:pt x="245" y="44"/>
                </a:lnTo>
                <a:cubicBezTo>
                  <a:pt x="245" y="39"/>
                  <a:pt x="244" y="33"/>
                  <a:pt x="242" y="27"/>
                </a:cubicBezTo>
                <a:cubicBezTo>
                  <a:pt x="240" y="22"/>
                  <a:pt x="236" y="17"/>
                  <a:pt x="232" y="13"/>
                </a:cubicBezTo>
                <a:cubicBezTo>
                  <a:pt x="228" y="9"/>
                  <a:pt x="223" y="6"/>
                  <a:pt x="218" y="3"/>
                </a:cubicBezTo>
                <a:cubicBezTo>
                  <a:pt x="212" y="1"/>
                  <a:pt x="207" y="0"/>
                  <a:pt x="201" y="0"/>
                </a:cubicBezTo>
                <a:lnTo>
                  <a:pt x="66" y="0"/>
                </a:lnTo>
                <a:cubicBezTo>
                  <a:pt x="61" y="0"/>
                  <a:pt x="55" y="1"/>
                  <a:pt x="49" y="3"/>
                </a:cubicBezTo>
                <a:cubicBezTo>
                  <a:pt x="44" y="6"/>
                  <a:pt x="39" y="9"/>
                  <a:pt x="35" y="13"/>
                </a:cubicBezTo>
                <a:cubicBezTo>
                  <a:pt x="31" y="17"/>
                  <a:pt x="28" y="22"/>
                  <a:pt x="25" y="27"/>
                </a:cubicBezTo>
                <a:cubicBezTo>
                  <a:pt x="23" y="33"/>
                  <a:pt x="22" y="39"/>
                  <a:pt x="22" y="44"/>
                </a:cubicBezTo>
                <a:lnTo>
                  <a:pt x="22" y="179"/>
                </a:lnTo>
                <a:cubicBezTo>
                  <a:pt x="22" y="185"/>
                  <a:pt x="23" y="190"/>
                  <a:pt x="25" y="196"/>
                </a:cubicBezTo>
                <a:cubicBezTo>
                  <a:pt x="28" y="201"/>
                  <a:pt x="31" y="206"/>
                  <a:pt x="35" y="210"/>
                </a:cubicBezTo>
                <a:cubicBezTo>
                  <a:pt x="39" y="214"/>
                  <a:pt x="44" y="218"/>
                  <a:pt x="49" y="220"/>
                </a:cubicBezTo>
                <a:cubicBezTo>
                  <a:pt x="55" y="222"/>
                  <a:pt x="61" y="223"/>
                  <a:pt x="66" y="223"/>
                </a:cubicBezTo>
                <a:lnTo>
                  <a:pt x="111" y="223"/>
                </a:lnTo>
                <a:lnTo>
                  <a:pt x="111" y="347"/>
                </a:lnTo>
                <a:lnTo>
                  <a:pt x="6" y="452"/>
                </a:lnTo>
                <a:cubicBezTo>
                  <a:pt x="2" y="456"/>
                  <a:pt x="0" y="461"/>
                  <a:pt x="0" y="468"/>
                </a:cubicBezTo>
                <a:cubicBezTo>
                  <a:pt x="0" y="474"/>
                  <a:pt x="2" y="479"/>
                  <a:pt x="6" y="483"/>
                </a:cubicBezTo>
                <a:lnTo>
                  <a:pt x="117" y="594"/>
                </a:lnTo>
                <a:cubicBezTo>
                  <a:pt x="122" y="599"/>
                  <a:pt x="127" y="601"/>
                  <a:pt x="133" y="601"/>
                </a:cubicBezTo>
                <a:cubicBezTo>
                  <a:pt x="139" y="601"/>
                  <a:pt x="144" y="599"/>
                  <a:pt x="149" y="594"/>
                </a:cubicBezTo>
                <a:lnTo>
                  <a:pt x="254" y="490"/>
                </a:lnTo>
                <a:lnTo>
                  <a:pt x="379" y="490"/>
                </a:lnTo>
                <a:lnTo>
                  <a:pt x="379" y="534"/>
                </a:lnTo>
                <a:cubicBezTo>
                  <a:pt x="379" y="540"/>
                  <a:pt x="380" y="546"/>
                  <a:pt x="382" y="551"/>
                </a:cubicBezTo>
                <a:cubicBezTo>
                  <a:pt x="384" y="557"/>
                  <a:pt x="387" y="562"/>
                  <a:pt x="392" y="566"/>
                </a:cubicBezTo>
                <a:cubicBezTo>
                  <a:pt x="396" y="570"/>
                  <a:pt x="401" y="573"/>
                  <a:pt x="406" y="575"/>
                </a:cubicBezTo>
                <a:cubicBezTo>
                  <a:pt x="411" y="578"/>
                  <a:pt x="417" y="579"/>
                  <a:pt x="423" y="579"/>
                </a:cubicBezTo>
                <a:lnTo>
                  <a:pt x="556" y="579"/>
                </a:lnTo>
                <a:cubicBezTo>
                  <a:pt x="562" y="579"/>
                  <a:pt x="568" y="578"/>
                  <a:pt x="573" y="575"/>
                </a:cubicBezTo>
                <a:cubicBezTo>
                  <a:pt x="579" y="573"/>
                  <a:pt x="584" y="570"/>
                  <a:pt x="588" y="566"/>
                </a:cubicBezTo>
                <a:cubicBezTo>
                  <a:pt x="592" y="562"/>
                  <a:pt x="595" y="557"/>
                  <a:pt x="597" y="551"/>
                </a:cubicBezTo>
                <a:cubicBezTo>
                  <a:pt x="600" y="546"/>
                  <a:pt x="601" y="540"/>
                  <a:pt x="601" y="534"/>
                </a:cubicBezTo>
                <a:lnTo>
                  <a:pt x="601" y="401"/>
                </a:lnTo>
                <a:cubicBezTo>
                  <a:pt x="601" y="395"/>
                  <a:pt x="600" y="389"/>
                  <a:pt x="597" y="384"/>
                </a:cubicBezTo>
                <a:cubicBezTo>
                  <a:pt x="595" y="379"/>
                  <a:pt x="592" y="374"/>
                  <a:pt x="588" y="370"/>
                </a:cubicBezTo>
                <a:cubicBezTo>
                  <a:pt x="584" y="365"/>
                  <a:pt x="579" y="362"/>
                  <a:pt x="573" y="360"/>
                </a:cubicBezTo>
                <a:cubicBezTo>
                  <a:pt x="568" y="358"/>
                  <a:pt x="562" y="357"/>
                  <a:pt x="556" y="357"/>
                </a:cubicBezTo>
                <a:moveTo>
                  <a:pt x="66" y="44"/>
                </a:moveTo>
                <a:lnTo>
                  <a:pt x="201" y="44"/>
                </a:lnTo>
                <a:lnTo>
                  <a:pt x="201" y="179"/>
                </a:lnTo>
                <a:lnTo>
                  <a:pt x="66" y="179"/>
                </a:lnTo>
                <a:lnTo>
                  <a:pt x="66" y="44"/>
                </a:lnTo>
                <a:moveTo>
                  <a:pt x="133" y="547"/>
                </a:moveTo>
                <a:lnTo>
                  <a:pt x="53" y="468"/>
                </a:lnTo>
                <a:lnTo>
                  <a:pt x="133" y="388"/>
                </a:lnTo>
                <a:lnTo>
                  <a:pt x="214" y="468"/>
                </a:lnTo>
                <a:lnTo>
                  <a:pt x="133" y="547"/>
                </a:lnTo>
                <a:moveTo>
                  <a:pt x="423" y="534"/>
                </a:moveTo>
                <a:lnTo>
                  <a:pt x="423" y="401"/>
                </a:lnTo>
                <a:lnTo>
                  <a:pt x="556" y="401"/>
                </a:lnTo>
                <a:lnTo>
                  <a:pt x="556" y="534"/>
                </a:lnTo>
                <a:lnTo>
                  <a:pt x="423" y="53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25000" y="387108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ontwerper tot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05240" y="3606480"/>
            <a:ext cx="82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Acht fasen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14340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14340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86752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105"/>
                </a:moveTo>
                <a:lnTo>
                  <a:pt x="0" y="2673"/>
                </a:lnTo>
                <a:lnTo>
                  <a:pt x="28" y="2673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14340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525800" y="3469680"/>
            <a:ext cx="96120" cy="75600"/>
          </a:xfrm>
          <a:custGeom>
            <a:avLst/>
            <a:gdLst/>
            <a:ahLst/>
            <a:rect l="0" t="0" r="r" b="b"/>
            <a:pathLst>
              <a:path w="267" h="210">
                <a:moveTo>
                  <a:pt x="89" y="148"/>
                </a:moveTo>
                <a:lnTo>
                  <a:pt x="31" y="90"/>
                </a:lnTo>
                <a:lnTo>
                  <a:pt x="0" y="121"/>
                </a:lnTo>
                <a:lnTo>
                  <a:pt x="89" y="210"/>
                </a:lnTo>
                <a:lnTo>
                  <a:pt x="267" y="31"/>
                </a:lnTo>
                <a:lnTo>
                  <a:pt x="235" y="0"/>
                </a:lnTo>
                <a:lnTo>
                  <a:pt x="89" y="1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421760" y="3321000"/>
            <a:ext cx="176400" cy="224280"/>
          </a:xfrm>
          <a:custGeom>
            <a:avLst/>
            <a:gdLst/>
            <a:ahLst/>
            <a:rect l="0" t="0" r="r" b="b"/>
            <a:pathLst>
              <a:path w="490" h="623">
                <a:moveTo>
                  <a:pt x="445" y="67"/>
                </a:moveTo>
                <a:lnTo>
                  <a:pt x="379" y="67"/>
                </a:lnTo>
                <a:lnTo>
                  <a:pt x="379" y="44"/>
                </a:lnTo>
                <a:cubicBezTo>
                  <a:pt x="379" y="39"/>
                  <a:pt x="377" y="33"/>
                  <a:pt x="375" y="27"/>
                </a:cubicBezTo>
                <a:cubicBezTo>
                  <a:pt x="373" y="22"/>
                  <a:pt x="370" y="17"/>
                  <a:pt x="366" y="13"/>
                </a:cubicBezTo>
                <a:cubicBezTo>
                  <a:pt x="361" y="9"/>
                  <a:pt x="357" y="6"/>
                  <a:pt x="351" y="3"/>
                </a:cubicBezTo>
                <a:cubicBezTo>
                  <a:pt x="346" y="1"/>
                  <a:pt x="340" y="0"/>
                  <a:pt x="334" y="0"/>
                </a:cubicBezTo>
                <a:lnTo>
                  <a:pt x="156" y="0"/>
                </a:lnTo>
                <a:cubicBezTo>
                  <a:pt x="150" y="0"/>
                  <a:pt x="145" y="1"/>
                  <a:pt x="139" y="3"/>
                </a:cubicBezTo>
                <a:cubicBezTo>
                  <a:pt x="134" y="6"/>
                  <a:pt x="129" y="9"/>
                  <a:pt x="125" y="13"/>
                </a:cubicBezTo>
                <a:cubicBezTo>
                  <a:pt x="120" y="17"/>
                  <a:pt x="117" y="22"/>
                  <a:pt x="114" y="27"/>
                </a:cubicBezTo>
                <a:cubicBezTo>
                  <a:pt x="112" y="33"/>
                  <a:pt x="111" y="39"/>
                  <a:pt x="111" y="44"/>
                </a:cubicBezTo>
                <a:lnTo>
                  <a:pt x="111" y="67"/>
                </a:lnTo>
                <a:lnTo>
                  <a:pt x="44" y="67"/>
                </a:lnTo>
                <a:cubicBezTo>
                  <a:pt x="38" y="67"/>
                  <a:pt x="33" y="68"/>
                  <a:pt x="27" y="70"/>
                </a:cubicBezTo>
                <a:cubicBezTo>
                  <a:pt x="22" y="72"/>
                  <a:pt x="17" y="76"/>
                  <a:pt x="13" y="80"/>
                </a:cubicBezTo>
                <a:cubicBezTo>
                  <a:pt x="9" y="84"/>
                  <a:pt x="5" y="89"/>
                  <a:pt x="3" y="94"/>
                </a:cubicBezTo>
                <a:cubicBezTo>
                  <a:pt x="1" y="100"/>
                  <a:pt x="0" y="105"/>
                  <a:pt x="0" y="111"/>
                </a:cubicBezTo>
                <a:lnTo>
                  <a:pt x="0" y="579"/>
                </a:lnTo>
                <a:cubicBezTo>
                  <a:pt x="0" y="585"/>
                  <a:pt x="1" y="590"/>
                  <a:pt x="3" y="596"/>
                </a:cubicBezTo>
                <a:cubicBezTo>
                  <a:pt x="5" y="601"/>
                  <a:pt x="9" y="606"/>
                  <a:pt x="13" y="610"/>
                </a:cubicBezTo>
                <a:cubicBezTo>
                  <a:pt x="17" y="614"/>
                  <a:pt x="22" y="617"/>
                  <a:pt x="27" y="620"/>
                </a:cubicBezTo>
                <a:cubicBezTo>
                  <a:pt x="33" y="622"/>
                  <a:pt x="38" y="623"/>
                  <a:pt x="44" y="623"/>
                </a:cubicBezTo>
                <a:lnTo>
                  <a:pt x="245" y="623"/>
                </a:lnTo>
                <a:lnTo>
                  <a:pt x="245" y="579"/>
                </a:lnTo>
                <a:lnTo>
                  <a:pt x="44" y="579"/>
                </a:lnTo>
                <a:lnTo>
                  <a:pt x="44" y="111"/>
                </a:lnTo>
                <a:lnTo>
                  <a:pt x="111" y="111"/>
                </a:lnTo>
                <a:lnTo>
                  <a:pt x="111" y="178"/>
                </a:lnTo>
                <a:lnTo>
                  <a:pt x="379" y="178"/>
                </a:lnTo>
                <a:lnTo>
                  <a:pt x="379" y="111"/>
                </a:lnTo>
                <a:lnTo>
                  <a:pt x="445" y="111"/>
                </a:lnTo>
                <a:lnTo>
                  <a:pt x="445" y="356"/>
                </a:lnTo>
                <a:lnTo>
                  <a:pt x="490" y="356"/>
                </a:lnTo>
                <a:lnTo>
                  <a:pt x="490" y="111"/>
                </a:lnTo>
                <a:cubicBezTo>
                  <a:pt x="490" y="105"/>
                  <a:pt x="489" y="100"/>
                  <a:pt x="486" y="94"/>
                </a:cubicBezTo>
                <a:cubicBezTo>
                  <a:pt x="484" y="89"/>
                  <a:pt x="481" y="84"/>
                  <a:pt x="477" y="80"/>
                </a:cubicBezTo>
                <a:cubicBezTo>
                  <a:pt x="472" y="76"/>
                  <a:pt x="468" y="72"/>
                  <a:pt x="462" y="70"/>
                </a:cubicBezTo>
                <a:cubicBezTo>
                  <a:pt x="457" y="68"/>
                  <a:pt x="451" y="67"/>
                  <a:pt x="445" y="67"/>
                </a:cubicBezTo>
                <a:moveTo>
                  <a:pt x="334" y="133"/>
                </a:moveTo>
                <a:lnTo>
                  <a:pt x="156" y="133"/>
                </a:lnTo>
                <a:lnTo>
                  <a:pt x="156" y="44"/>
                </a:lnTo>
                <a:lnTo>
                  <a:pt x="334" y="44"/>
                </a:lnTo>
                <a:lnTo>
                  <a:pt x="334" y="13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124160" y="3871080"/>
            <a:ext cx="1216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ontwerp tot diploma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856920" y="3606480"/>
            <a:ext cx="1550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Per stap vastgelegd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933240" y="3871080"/>
            <a:ext cx="1311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wie, wat en waarheen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757680" y="425160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 txBox="1"/>
          <p:nvPr/>
        </p:nvSpPr>
        <p:spPr>
          <a:xfrm>
            <a:off x="439920" y="72936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962360" y="19245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1"/>
                  <a:pt x="0" y="599"/>
                  <a:pt x="0" y="654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194040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193680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1"/>
                </a:lnTo>
                <a:lnTo>
                  <a:pt x="95" y="70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3" y="92"/>
                </a:lnTo>
                <a:lnTo>
                  <a:pt x="90" y="81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8" y="103"/>
                </a:lnTo>
                <a:lnTo>
                  <a:pt x="83" y="92"/>
                </a:lnTo>
                <a:lnTo>
                  <a:pt x="95" y="98"/>
                </a:lnTo>
                <a:moveTo>
                  <a:pt x="90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6" y="3"/>
                </a:lnTo>
                <a:lnTo>
                  <a:pt x="17" y="7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2"/>
                </a:lnTo>
                <a:lnTo>
                  <a:pt x="79" y="12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925360" y="19245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1"/>
                  <a:pt x="863" y="599"/>
                  <a:pt x="863" y="654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21372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21012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4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89" y="81"/>
                </a:lnTo>
                <a:lnTo>
                  <a:pt x="94" y="70"/>
                </a:lnTo>
                <a:lnTo>
                  <a:pt x="106" y="76"/>
                </a:lnTo>
                <a:moveTo>
                  <a:pt x="101" y="87"/>
                </a:moveTo>
                <a:lnTo>
                  <a:pt x="94" y="98"/>
                </a:lnTo>
                <a:lnTo>
                  <a:pt x="83" y="92"/>
                </a:lnTo>
                <a:lnTo>
                  <a:pt x="89" y="81"/>
                </a:lnTo>
                <a:lnTo>
                  <a:pt x="101" y="87"/>
                </a:lnTo>
                <a:moveTo>
                  <a:pt x="94" y="98"/>
                </a:moveTo>
                <a:lnTo>
                  <a:pt x="89" y="109"/>
                </a:lnTo>
                <a:lnTo>
                  <a:pt x="78" y="103"/>
                </a:lnTo>
                <a:lnTo>
                  <a:pt x="83" y="92"/>
                </a:lnTo>
                <a:lnTo>
                  <a:pt x="94" y="98"/>
                </a:lnTo>
                <a:moveTo>
                  <a:pt x="89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2"/>
                </a:lnTo>
                <a:lnTo>
                  <a:pt x="79" y="12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2"/>
                </a:lnTo>
                <a:lnTo>
                  <a:pt x="91" y="12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962360" y="2490840"/>
            <a:ext cx="290880" cy="267840"/>
          </a:xfrm>
          <a:custGeom>
            <a:avLst/>
            <a:gdLst/>
            <a:ahLst/>
            <a:rect l="0" t="0" r="r" b="b"/>
            <a:pathLst>
              <a:path fill="none" w="808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7"/>
                  <a:pt x="135" y="381"/>
                </a:cubicBezTo>
                <a:cubicBezTo>
                  <a:pt x="269" y="504"/>
                  <a:pt x="538" y="624"/>
                  <a:pt x="674" y="684"/>
                </a:cubicBezTo>
                <a:lnTo>
                  <a:pt x="808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22372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220120" y="27248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7"/>
                </a:moveTo>
                <a:lnTo>
                  <a:pt x="80" y="27"/>
                </a:lnTo>
                <a:lnTo>
                  <a:pt x="71" y="34"/>
                </a:lnTo>
                <a:lnTo>
                  <a:pt x="63" y="25"/>
                </a:lnTo>
                <a:lnTo>
                  <a:pt x="72" y="17"/>
                </a:lnTo>
                <a:moveTo>
                  <a:pt x="80" y="27"/>
                </a:moveTo>
                <a:lnTo>
                  <a:pt x="88" y="37"/>
                </a:lnTo>
                <a:lnTo>
                  <a:pt x="79" y="45"/>
                </a:lnTo>
                <a:lnTo>
                  <a:pt x="71" y="34"/>
                </a:lnTo>
                <a:lnTo>
                  <a:pt x="80" y="27"/>
                </a:lnTo>
                <a:moveTo>
                  <a:pt x="88" y="37"/>
                </a:moveTo>
                <a:lnTo>
                  <a:pt x="96" y="47"/>
                </a:lnTo>
                <a:lnTo>
                  <a:pt x="86" y="54"/>
                </a:lnTo>
                <a:lnTo>
                  <a:pt x="79" y="45"/>
                </a:lnTo>
                <a:lnTo>
                  <a:pt x="88" y="37"/>
                </a:lnTo>
                <a:moveTo>
                  <a:pt x="96" y="47"/>
                </a:moveTo>
                <a:lnTo>
                  <a:pt x="104" y="56"/>
                </a:lnTo>
                <a:lnTo>
                  <a:pt x="94" y="64"/>
                </a:lnTo>
                <a:lnTo>
                  <a:pt x="86" y="54"/>
                </a:lnTo>
                <a:lnTo>
                  <a:pt x="96" y="47"/>
                </a:lnTo>
                <a:moveTo>
                  <a:pt x="104" y="56"/>
                </a:moveTo>
                <a:lnTo>
                  <a:pt x="111" y="66"/>
                </a:lnTo>
                <a:lnTo>
                  <a:pt x="102" y="73"/>
                </a:lnTo>
                <a:lnTo>
                  <a:pt x="94" y="64"/>
                </a:lnTo>
                <a:lnTo>
                  <a:pt x="104" y="56"/>
                </a:lnTo>
                <a:moveTo>
                  <a:pt x="111" y="66"/>
                </a:moveTo>
                <a:lnTo>
                  <a:pt x="120" y="75"/>
                </a:lnTo>
                <a:lnTo>
                  <a:pt x="110" y="83"/>
                </a:lnTo>
                <a:lnTo>
                  <a:pt x="102" y="73"/>
                </a:lnTo>
                <a:lnTo>
                  <a:pt x="111" y="66"/>
                </a:lnTo>
                <a:moveTo>
                  <a:pt x="120" y="75"/>
                </a:moveTo>
                <a:lnTo>
                  <a:pt x="128" y="85"/>
                </a:lnTo>
                <a:lnTo>
                  <a:pt x="119" y="92"/>
                </a:lnTo>
                <a:lnTo>
                  <a:pt x="110" y="83"/>
                </a:lnTo>
                <a:lnTo>
                  <a:pt x="120" y="75"/>
                </a:lnTo>
                <a:moveTo>
                  <a:pt x="128" y="85"/>
                </a:moveTo>
                <a:lnTo>
                  <a:pt x="136" y="94"/>
                </a:lnTo>
                <a:lnTo>
                  <a:pt x="126" y="102"/>
                </a:lnTo>
                <a:lnTo>
                  <a:pt x="119" y="92"/>
                </a:lnTo>
                <a:lnTo>
                  <a:pt x="128" y="85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2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1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3"/>
                </a:lnTo>
                <a:lnTo>
                  <a:pt x="148" y="112"/>
                </a:lnTo>
                <a:lnTo>
                  <a:pt x="148" y="119"/>
                </a:lnTo>
                <a:lnTo>
                  <a:pt x="143" y="122"/>
                </a:lnTo>
                <a:lnTo>
                  <a:pt x="142" y="121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6"/>
                </a:lnTo>
                <a:lnTo>
                  <a:pt x="125" y="113"/>
                </a:lnTo>
                <a:lnTo>
                  <a:pt x="138" y="113"/>
                </a:lnTo>
                <a:lnTo>
                  <a:pt x="138" y="125"/>
                </a:lnTo>
                <a:moveTo>
                  <a:pt x="126" y="126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6"/>
                </a:lnTo>
                <a:moveTo>
                  <a:pt x="113" y="126"/>
                </a:moveTo>
                <a:lnTo>
                  <a:pt x="101" y="127"/>
                </a:lnTo>
                <a:lnTo>
                  <a:pt x="100" y="115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7"/>
                </a:moveTo>
                <a:lnTo>
                  <a:pt x="88" y="127"/>
                </a:lnTo>
                <a:lnTo>
                  <a:pt x="88" y="115"/>
                </a:lnTo>
                <a:lnTo>
                  <a:pt x="100" y="115"/>
                </a:lnTo>
                <a:lnTo>
                  <a:pt x="101" y="127"/>
                </a:lnTo>
                <a:moveTo>
                  <a:pt x="88" y="127"/>
                </a:moveTo>
                <a:lnTo>
                  <a:pt x="76" y="128"/>
                </a:lnTo>
                <a:lnTo>
                  <a:pt x="75" y="116"/>
                </a:lnTo>
                <a:lnTo>
                  <a:pt x="88" y="115"/>
                </a:lnTo>
                <a:lnTo>
                  <a:pt x="88" y="127"/>
                </a:lnTo>
                <a:moveTo>
                  <a:pt x="76" y="128"/>
                </a:moveTo>
                <a:lnTo>
                  <a:pt x="64" y="128"/>
                </a:lnTo>
                <a:lnTo>
                  <a:pt x="63" y="116"/>
                </a:lnTo>
                <a:lnTo>
                  <a:pt x="75" y="116"/>
                </a:lnTo>
                <a:lnTo>
                  <a:pt x="76" y="128"/>
                </a:lnTo>
                <a:moveTo>
                  <a:pt x="64" y="128"/>
                </a:moveTo>
                <a:lnTo>
                  <a:pt x="51" y="129"/>
                </a:lnTo>
                <a:lnTo>
                  <a:pt x="51" y="117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30"/>
                </a:lnTo>
                <a:lnTo>
                  <a:pt x="39" y="117"/>
                </a:lnTo>
                <a:lnTo>
                  <a:pt x="51" y="117"/>
                </a:lnTo>
                <a:lnTo>
                  <a:pt x="51" y="129"/>
                </a:lnTo>
                <a:moveTo>
                  <a:pt x="39" y="130"/>
                </a:moveTo>
                <a:lnTo>
                  <a:pt x="27" y="130"/>
                </a:lnTo>
                <a:lnTo>
                  <a:pt x="26" y="118"/>
                </a:lnTo>
                <a:lnTo>
                  <a:pt x="39" y="117"/>
                </a:lnTo>
                <a:lnTo>
                  <a:pt x="39" y="130"/>
                </a:lnTo>
                <a:moveTo>
                  <a:pt x="27" y="130"/>
                </a:moveTo>
                <a:lnTo>
                  <a:pt x="15" y="131"/>
                </a:lnTo>
                <a:lnTo>
                  <a:pt x="14" y="118"/>
                </a:lnTo>
                <a:lnTo>
                  <a:pt x="26" y="118"/>
                </a:lnTo>
                <a:lnTo>
                  <a:pt x="27" y="130"/>
                </a:lnTo>
                <a:moveTo>
                  <a:pt x="15" y="131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5"/>
                </a:lnTo>
                <a:lnTo>
                  <a:pt x="10" y="119"/>
                </a:lnTo>
                <a:lnTo>
                  <a:pt x="14" y="118"/>
                </a:lnTo>
                <a:lnTo>
                  <a:pt x="15" y="131"/>
                </a:lnTo>
                <a:moveTo>
                  <a:pt x="8" y="115"/>
                </a:moveTo>
                <a:lnTo>
                  <a:pt x="13" y="104"/>
                </a:lnTo>
                <a:lnTo>
                  <a:pt x="24" y="109"/>
                </a:lnTo>
                <a:lnTo>
                  <a:pt x="19" y="120"/>
                </a:lnTo>
                <a:lnTo>
                  <a:pt x="8" y="115"/>
                </a:lnTo>
                <a:moveTo>
                  <a:pt x="13" y="104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4"/>
                </a:lnTo>
                <a:moveTo>
                  <a:pt x="18" y="93"/>
                </a:moveTo>
                <a:lnTo>
                  <a:pt x="23" y="81"/>
                </a:lnTo>
                <a:lnTo>
                  <a:pt x="34" y="86"/>
                </a:lnTo>
                <a:lnTo>
                  <a:pt x="29" y="98"/>
                </a:lnTo>
                <a:lnTo>
                  <a:pt x="18" y="93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8"/>
                </a:lnTo>
                <a:lnTo>
                  <a:pt x="49" y="53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7"/>
                </a:lnTo>
                <a:lnTo>
                  <a:pt x="54" y="42"/>
                </a:lnTo>
                <a:lnTo>
                  <a:pt x="49" y="53"/>
                </a:lnTo>
                <a:lnTo>
                  <a:pt x="37" y="48"/>
                </a:lnTo>
                <a:moveTo>
                  <a:pt x="42" y="37"/>
                </a:moveTo>
                <a:lnTo>
                  <a:pt x="47" y="24"/>
                </a:lnTo>
                <a:lnTo>
                  <a:pt x="59" y="29"/>
                </a:lnTo>
                <a:lnTo>
                  <a:pt x="54" y="42"/>
                </a:lnTo>
                <a:lnTo>
                  <a:pt x="42" y="37"/>
                </a:lnTo>
                <a:moveTo>
                  <a:pt x="47" y="24"/>
                </a:moveTo>
                <a:lnTo>
                  <a:pt x="52" y="13"/>
                </a:lnTo>
                <a:lnTo>
                  <a:pt x="64" y="18"/>
                </a:lnTo>
                <a:lnTo>
                  <a:pt x="59" y="29"/>
                </a:lnTo>
                <a:lnTo>
                  <a:pt x="47" y="24"/>
                </a:lnTo>
                <a:moveTo>
                  <a:pt x="52" y="13"/>
                </a:moveTo>
                <a:lnTo>
                  <a:pt x="58" y="0"/>
                </a:lnTo>
                <a:lnTo>
                  <a:pt x="72" y="17"/>
                </a:lnTo>
                <a:lnTo>
                  <a:pt x="63" y="25"/>
                </a:lnTo>
                <a:lnTo>
                  <a:pt x="55" y="15"/>
                </a:lnTo>
                <a:lnTo>
                  <a:pt x="60" y="12"/>
                </a:lnTo>
                <a:lnTo>
                  <a:pt x="65" y="14"/>
                </a:lnTo>
                <a:lnTo>
                  <a:pt x="64" y="18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945520" y="2490840"/>
            <a:ext cx="290520" cy="267840"/>
          </a:xfrm>
          <a:custGeom>
            <a:avLst/>
            <a:gdLst/>
            <a:ahLst/>
            <a:rect l="0" t="0" r="r" b="b"/>
            <a:pathLst>
              <a:path fill="none" w="807" h="744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7"/>
                  <a:pt x="673" y="381"/>
                </a:cubicBezTo>
                <a:cubicBezTo>
                  <a:pt x="538" y="504"/>
                  <a:pt x="269" y="624"/>
                  <a:pt x="134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92536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920680" y="27248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8"/>
                </a:lnTo>
                <a:lnTo>
                  <a:pt x="138" y="130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8"/>
                </a:lnTo>
                <a:lnTo>
                  <a:pt x="77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8"/>
                </a:moveTo>
                <a:lnTo>
                  <a:pt x="64" y="127"/>
                </a:lnTo>
                <a:lnTo>
                  <a:pt x="64" y="115"/>
                </a:lnTo>
                <a:lnTo>
                  <a:pt x="77" y="115"/>
                </a:lnTo>
                <a:lnTo>
                  <a:pt x="77" y="128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5"/>
                </a:lnTo>
                <a:lnTo>
                  <a:pt x="64" y="127"/>
                </a:lnTo>
                <a:moveTo>
                  <a:pt x="51" y="126"/>
                </a:moveTo>
                <a:lnTo>
                  <a:pt x="39" y="126"/>
                </a:lnTo>
                <a:lnTo>
                  <a:pt x="40" y="114"/>
                </a:lnTo>
                <a:lnTo>
                  <a:pt x="52" y="114"/>
                </a:lnTo>
                <a:lnTo>
                  <a:pt x="51" y="126"/>
                </a:lnTo>
                <a:moveTo>
                  <a:pt x="39" y="126"/>
                </a:moveTo>
                <a:lnTo>
                  <a:pt x="27" y="125"/>
                </a:lnTo>
                <a:lnTo>
                  <a:pt x="27" y="113"/>
                </a:lnTo>
                <a:lnTo>
                  <a:pt x="40" y="114"/>
                </a:lnTo>
                <a:lnTo>
                  <a:pt x="39" y="126"/>
                </a:lnTo>
                <a:moveTo>
                  <a:pt x="27" y="125"/>
                </a:moveTo>
                <a:lnTo>
                  <a:pt x="15" y="125"/>
                </a:lnTo>
                <a:lnTo>
                  <a:pt x="15" y="113"/>
                </a:lnTo>
                <a:lnTo>
                  <a:pt x="27" y="113"/>
                </a:lnTo>
                <a:lnTo>
                  <a:pt x="27" y="125"/>
                </a:lnTo>
                <a:moveTo>
                  <a:pt x="15" y="125"/>
                </a:moveTo>
                <a:lnTo>
                  <a:pt x="0" y="124"/>
                </a:lnTo>
                <a:lnTo>
                  <a:pt x="14" y="107"/>
                </a:lnTo>
                <a:lnTo>
                  <a:pt x="24" y="115"/>
                </a:lnTo>
                <a:lnTo>
                  <a:pt x="17" y="122"/>
                </a:lnTo>
                <a:lnTo>
                  <a:pt x="13" y="119"/>
                </a:lnTo>
                <a:lnTo>
                  <a:pt x="13" y="112"/>
                </a:lnTo>
                <a:lnTo>
                  <a:pt x="15" y="113"/>
                </a:lnTo>
                <a:lnTo>
                  <a:pt x="15" y="125"/>
                </a:lnTo>
                <a:moveTo>
                  <a:pt x="14" y="107"/>
                </a:moveTo>
                <a:lnTo>
                  <a:pt x="22" y="97"/>
                </a:lnTo>
                <a:lnTo>
                  <a:pt x="32" y="105"/>
                </a:lnTo>
                <a:lnTo>
                  <a:pt x="24" y="115"/>
                </a:lnTo>
                <a:lnTo>
                  <a:pt x="14" y="107"/>
                </a:lnTo>
                <a:moveTo>
                  <a:pt x="22" y="97"/>
                </a:moveTo>
                <a:lnTo>
                  <a:pt x="30" y="88"/>
                </a:lnTo>
                <a:lnTo>
                  <a:pt x="39" y="96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6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7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7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8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1"/>
                </a:lnTo>
                <a:lnTo>
                  <a:pt x="79" y="48"/>
                </a:lnTo>
                <a:lnTo>
                  <a:pt x="71" y="58"/>
                </a:lnTo>
                <a:lnTo>
                  <a:pt x="61" y="50"/>
                </a:lnTo>
                <a:moveTo>
                  <a:pt x="69" y="41"/>
                </a:moveTo>
                <a:lnTo>
                  <a:pt x="78" y="30"/>
                </a:lnTo>
                <a:lnTo>
                  <a:pt x="87" y="39"/>
                </a:lnTo>
                <a:lnTo>
                  <a:pt x="79" y="48"/>
                </a:lnTo>
                <a:lnTo>
                  <a:pt x="69" y="41"/>
                </a:lnTo>
                <a:moveTo>
                  <a:pt x="78" y="30"/>
                </a:moveTo>
                <a:lnTo>
                  <a:pt x="86" y="21"/>
                </a:lnTo>
                <a:lnTo>
                  <a:pt x="95" y="28"/>
                </a:lnTo>
                <a:lnTo>
                  <a:pt x="87" y="39"/>
                </a:lnTo>
                <a:lnTo>
                  <a:pt x="78" y="30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8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6"/>
                </a:lnTo>
                <a:lnTo>
                  <a:pt x="98" y="21"/>
                </a:lnTo>
                <a:lnTo>
                  <a:pt x="95" y="14"/>
                </a:lnTo>
                <a:lnTo>
                  <a:pt x="101" y="12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6"/>
                </a:moveTo>
                <a:lnTo>
                  <a:pt x="115" y="27"/>
                </a:lnTo>
                <a:lnTo>
                  <a:pt x="103" y="32"/>
                </a:lnTo>
                <a:lnTo>
                  <a:pt x="98" y="21"/>
                </a:lnTo>
                <a:lnTo>
                  <a:pt x="110" y="16"/>
                </a:lnTo>
                <a:moveTo>
                  <a:pt x="115" y="27"/>
                </a:moveTo>
                <a:lnTo>
                  <a:pt x="120" y="40"/>
                </a:lnTo>
                <a:lnTo>
                  <a:pt x="108" y="45"/>
                </a:lnTo>
                <a:lnTo>
                  <a:pt x="103" y="32"/>
                </a:lnTo>
                <a:lnTo>
                  <a:pt x="115" y="27"/>
                </a:lnTo>
                <a:moveTo>
                  <a:pt x="120" y="40"/>
                </a:moveTo>
                <a:lnTo>
                  <a:pt x="125" y="51"/>
                </a:lnTo>
                <a:lnTo>
                  <a:pt x="113" y="56"/>
                </a:lnTo>
                <a:lnTo>
                  <a:pt x="108" y="45"/>
                </a:lnTo>
                <a:lnTo>
                  <a:pt x="120" y="40"/>
                </a:lnTo>
                <a:moveTo>
                  <a:pt x="125" y="51"/>
                </a:moveTo>
                <a:lnTo>
                  <a:pt x="130" y="62"/>
                </a:lnTo>
                <a:lnTo>
                  <a:pt x="118" y="67"/>
                </a:lnTo>
                <a:lnTo>
                  <a:pt x="113" y="56"/>
                </a:lnTo>
                <a:lnTo>
                  <a:pt x="125" y="51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5"/>
                </a:lnTo>
                <a:lnTo>
                  <a:pt x="128" y="90"/>
                </a:lnTo>
                <a:lnTo>
                  <a:pt x="123" y="78"/>
                </a:lnTo>
                <a:lnTo>
                  <a:pt x="135" y="73"/>
                </a:lnTo>
                <a:moveTo>
                  <a:pt x="140" y="85"/>
                </a:moveTo>
                <a:lnTo>
                  <a:pt x="145" y="96"/>
                </a:lnTo>
                <a:lnTo>
                  <a:pt x="133" y="101"/>
                </a:lnTo>
                <a:lnTo>
                  <a:pt x="128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1"/>
                </a:lnTo>
                <a:lnTo>
                  <a:pt x="145" y="96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9"/>
                </a:lnTo>
                <a:lnTo>
                  <a:pt x="151" y="125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929240" y="30571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6"/>
                  <a:pt x="152" y="375"/>
                </a:cubicBezTo>
                <a:cubicBezTo>
                  <a:pt x="0" y="492"/>
                  <a:pt x="0" y="600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90728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90368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4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4" y="69"/>
                </a:moveTo>
                <a:lnTo>
                  <a:pt x="28" y="58"/>
                </a:lnTo>
                <a:lnTo>
                  <a:pt x="40" y="53"/>
                </a:lnTo>
                <a:lnTo>
                  <a:pt x="46" y="64"/>
                </a:lnTo>
                <a:lnTo>
                  <a:pt x="34" y="69"/>
                </a:lnTo>
                <a:moveTo>
                  <a:pt x="28" y="58"/>
                </a:moveTo>
                <a:lnTo>
                  <a:pt x="23" y="47"/>
                </a:lnTo>
                <a:lnTo>
                  <a:pt x="34" y="42"/>
                </a:lnTo>
                <a:lnTo>
                  <a:pt x="40" y="53"/>
                </a:lnTo>
                <a:lnTo>
                  <a:pt x="28" y="58"/>
                </a:lnTo>
                <a:moveTo>
                  <a:pt x="23" y="47"/>
                </a:moveTo>
                <a:lnTo>
                  <a:pt x="17" y="36"/>
                </a:lnTo>
                <a:lnTo>
                  <a:pt x="28" y="31"/>
                </a:lnTo>
                <a:lnTo>
                  <a:pt x="34" y="42"/>
                </a:lnTo>
                <a:lnTo>
                  <a:pt x="23" y="47"/>
                </a:lnTo>
                <a:moveTo>
                  <a:pt x="17" y="36"/>
                </a:moveTo>
                <a:lnTo>
                  <a:pt x="12" y="24"/>
                </a:lnTo>
                <a:lnTo>
                  <a:pt x="23" y="19"/>
                </a:lnTo>
                <a:lnTo>
                  <a:pt x="28" y="31"/>
                </a:lnTo>
                <a:lnTo>
                  <a:pt x="17" y="36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3"/>
                </a:lnTo>
                <a:lnTo>
                  <a:pt x="30" y="13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3"/>
                </a:lnTo>
                <a:lnTo>
                  <a:pt x="80" y="13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3"/>
                </a:lnTo>
                <a:lnTo>
                  <a:pt x="92" y="13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942280" y="30571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6"/>
                  <a:pt x="757" y="375"/>
                </a:cubicBezTo>
                <a:cubicBezTo>
                  <a:pt x="908" y="492"/>
                  <a:pt x="908" y="600"/>
                  <a:pt x="908" y="653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324684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1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24324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5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5" y="69"/>
                </a:moveTo>
                <a:lnTo>
                  <a:pt x="30" y="58"/>
                </a:lnTo>
                <a:lnTo>
                  <a:pt x="40" y="53"/>
                </a:lnTo>
                <a:lnTo>
                  <a:pt x="46" y="64"/>
                </a:lnTo>
                <a:lnTo>
                  <a:pt x="35" y="69"/>
                </a:lnTo>
                <a:moveTo>
                  <a:pt x="30" y="58"/>
                </a:moveTo>
                <a:lnTo>
                  <a:pt x="24" y="47"/>
                </a:lnTo>
                <a:lnTo>
                  <a:pt x="35" y="42"/>
                </a:lnTo>
                <a:lnTo>
                  <a:pt x="40" y="53"/>
                </a:lnTo>
                <a:lnTo>
                  <a:pt x="30" y="58"/>
                </a:lnTo>
                <a:moveTo>
                  <a:pt x="24" y="47"/>
                </a:moveTo>
                <a:lnTo>
                  <a:pt x="19" y="36"/>
                </a:lnTo>
                <a:lnTo>
                  <a:pt x="30" y="31"/>
                </a:lnTo>
                <a:lnTo>
                  <a:pt x="35" y="42"/>
                </a:lnTo>
                <a:lnTo>
                  <a:pt x="24" y="47"/>
                </a:lnTo>
                <a:moveTo>
                  <a:pt x="19" y="36"/>
                </a:moveTo>
                <a:lnTo>
                  <a:pt x="13" y="24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4"/>
                </a:moveTo>
                <a:lnTo>
                  <a:pt x="7" y="13"/>
                </a:lnTo>
                <a:lnTo>
                  <a:pt x="19" y="8"/>
                </a:lnTo>
                <a:lnTo>
                  <a:pt x="24" y="19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3"/>
                </a:lnTo>
                <a:lnTo>
                  <a:pt x="19" y="13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3"/>
                </a:lnTo>
                <a:lnTo>
                  <a:pt x="31" y="13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3"/>
                </a:lnTo>
                <a:lnTo>
                  <a:pt x="80" y="13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9292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42" y="380"/>
                </a:cubicBezTo>
                <a:cubicBezTo>
                  <a:pt x="285" y="504"/>
                  <a:pt x="569" y="623"/>
                  <a:pt x="711" y="683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20680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48" y="0"/>
                </a:moveTo>
                <a:lnTo>
                  <a:pt x="138" y="105"/>
                </a:lnTo>
                <a:lnTo>
                  <a:pt x="0" y="114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203200" y="3857760"/>
            <a:ext cx="57960" cy="47880"/>
          </a:xfrm>
          <a:custGeom>
            <a:avLst/>
            <a:gdLst/>
            <a:ahLst/>
            <a:rect l="0" t="0" r="r" b="b"/>
            <a:pathLst>
              <a:path w="161" h="133">
                <a:moveTo>
                  <a:pt x="71" y="17"/>
                </a:moveTo>
                <a:lnTo>
                  <a:pt x="79" y="27"/>
                </a:lnTo>
                <a:lnTo>
                  <a:pt x="70" y="35"/>
                </a:lnTo>
                <a:lnTo>
                  <a:pt x="62" y="25"/>
                </a:lnTo>
                <a:lnTo>
                  <a:pt x="71" y="17"/>
                </a:lnTo>
                <a:moveTo>
                  <a:pt x="79" y="27"/>
                </a:moveTo>
                <a:lnTo>
                  <a:pt x="87" y="36"/>
                </a:lnTo>
                <a:lnTo>
                  <a:pt x="78" y="44"/>
                </a:lnTo>
                <a:lnTo>
                  <a:pt x="70" y="35"/>
                </a:lnTo>
                <a:lnTo>
                  <a:pt x="79" y="27"/>
                </a:lnTo>
                <a:moveTo>
                  <a:pt x="87" y="36"/>
                </a:moveTo>
                <a:lnTo>
                  <a:pt x="95" y="45"/>
                </a:lnTo>
                <a:lnTo>
                  <a:pt x="86" y="53"/>
                </a:lnTo>
                <a:lnTo>
                  <a:pt x="78" y="44"/>
                </a:lnTo>
                <a:lnTo>
                  <a:pt x="87" y="36"/>
                </a:lnTo>
                <a:moveTo>
                  <a:pt x="95" y="45"/>
                </a:moveTo>
                <a:lnTo>
                  <a:pt x="103" y="55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3" y="55"/>
                </a:moveTo>
                <a:lnTo>
                  <a:pt x="111" y="64"/>
                </a:lnTo>
                <a:lnTo>
                  <a:pt x="102" y="72"/>
                </a:lnTo>
                <a:lnTo>
                  <a:pt x="94" y="63"/>
                </a:lnTo>
                <a:lnTo>
                  <a:pt x="103" y="55"/>
                </a:lnTo>
                <a:moveTo>
                  <a:pt x="111" y="64"/>
                </a:moveTo>
                <a:lnTo>
                  <a:pt x="119" y="73"/>
                </a:lnTo>
                <a:lnTo>
                  <a:pt x="110" y="81"/>
                </a:lnTo>
                <a:lnTo>
                  <a:pt x="102" y="72"/>
                </a:lnTo>
                <a:lnTo>
                  <a:pt x="111" y="64"/>
                </a:lnTo>
                <a:moveTo>
                  <a:pt x="119" y="73"/>
                </a:moveTo>
                <a:lnTo>
                  <a:pt x="127" y="83"/>
                </a:lnTo>
                <a:lnTo>
                  <a:pt x="118" y="91"/>
                </a:lnTo>
                <a:lnTo>
                  <a:pt x="110" y="81"/>
                </a:lnTo>
                <a:lnTo>
                  <a:pt x="119" y="73"/>
                </a:lnTo>
                <a:moveTo>
                  <a:pt x="127" y="83"/>
                </a:moveTo>
                <a:lnTo>
                  <a:pt x="135" y="93"/>
                </a:lnTo>
                <a:lnTo>
                  <a:pt x="126" y="101"/>
                </a:lnTo>
                <a:lnTo>
                  <a:pt x="118" y="91"/>
                </a:lnTo>
                <a:lnTo>
                  <a:pt x="127" y="83"/>
                </a:lnTo>
                <a:moveTo>
                  <a:pt x="135" y="93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1"/>
                </a:lnTo>
                <a:lnTo>
                  <a:pt x="135" y="93"/>
                </a:lnTo>
                <a:moveTo>
                  <a:pt x="143" y="102"/>
                </a:moveTo>
                <a:lnTo>
                  <a:pt x="151" y="112"/>
                </a:lnTo>
                <a:lnTo>
                  <a:pt x="142" y="120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2"/>
                </a:moveTo>
                <a:lnTo>
                  <a:pt x="161" y="123"/>
                </a:lnTo>
                <a:lnTo>
                  <a:pt x="138" y="124"/>
                </a:lnTo>
                <a:lnTo>
                  <a:pt x="137" y="112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20"/>
                </a:lnTo>
                <a:lnTo>
                  <a:pt x="151" y="112"/>
                </a:lnTo>
                <a:moveTo>
                  <a:pt x="138" y="124"/>
                </a:moveTo>
                <a:lnTo>
                  <a:pt x="126" y="125"/>
                </a:lnTo>
                <a:lnTo>
                  <a:pt x="125" y="113"/>
                </a:lnTo>
                <a:lnTo>
                  <a:pt x="137" y="112"/>
                </a:lnTo>
                <a:lnTo>
                  <a:pt x="138" y="124"/>
                </a:lnTo>
                <a:moveTo>
                  <a:pt x="126" y="125"/>
                </a:moveTo>
                <a:lnTo>
                  <a:pt x="114" y="126"/>
                </a:lnTo>
                <a:lnTo>
                  <a:pt x="113" y="113"/>
                </a:lnTo>
                <a:lnTo>
                  <a:pt x="125" y="113"/>
                </a:lnTo>
                <a:lnTo>
                  <a:pt x="126" y="125"/>
                </a:lnTo>
                <a:moveTo>
                  <a:pt x="114" y="126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6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5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8"/>
                </a:lnTo>
                <a:lnTo>
                  <a:pt x="76" y="116"/>
                </a:lnTo>
                <a:lnTo>
                  <a:pt x="88" y="115"/>
                </a:lnTo>
                <a:lnTo>
                  <a:pt x="89" y="127"/>
                </a:lnTo>
                <a:moveTo>
                  <a:pt x="77" y="128"/>
                </a:moveTo>
                <a:lnTo>
                  <a:pt x="65" y="129"/>
                </a:lnTo>
                <a:lnTo>
                  <a:pt x="64" y="116"/>
                </a:lnTo>
                <a:lnTo>
                  <a:pt x="76" y="116"/>
                </a:lnTo>
                <a:lnTo>
                  <a:pt x="77" y="128"/>
                </a:lnTo>
                <a:moveTo>
                  <a:pt x="65" y="129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9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9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2"/>
                </a:lnTo>
                <a:lnTo>
                  <a:pt x="15" y="120"/>
                </a:lnTo>
                <a:lnTo>
                  <a:pt x="27" y="119"/>
                </a:lnTo>
                <a:lnTo>
                  <a:pt x="28" y="131"/>
                </a:lnTo>
                <a:moveTo>
                  <a:pt x="16" y="132"/>
                </a:moveTo>
                <a:lnTo>
                  <a:pt x="0" y="133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20"/>
                </a:lnTo>
                <a:lnTo>
                  <a:pt x="15" y="120"/>
                </a:lnTo>
                <a:lnTo>
                  <a:pt x="16" y="132"/>
                </a:lnTo>
                <a:moveTo>
                  <a:pt x="8" y="116"/>
                </a:moveTo>
                <a:lnTo>
                  <a:pt x="13" y="105"/>
                </a:lnTo>
                <a:lnTo>
                  <a:pt x="24" y="110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4"/>
                </a:lnTo>
                <a:lnTo>
                  <a:pt x="29" y="99"/>
                </a:lnTo>
                <a:lnTo>
                  <a:pt x="24" y="110"/>
                </a:lnTo>
                <a:lnTo>
                  <a:pt x="13" y="105"/>
                </a:lnTo>
                <a:moveTo>
                  <a:pt x="18" y="94"/>
                </a:moveTo>
                <a:lnTo>
                  <a:pt x="23" y="81"/>
                </a:lnTo>
                <a:lnTo>
                  <a:pt x="34" y="86"/>
                </a:lnTo>
                <a:lnTo>
                  <a:pt x="29" y="99"/>
                </a:lnTo>
                <a:lnTo>
                  <a:pt x="18" y="94"/>
                </a:lnTo>
                <a:moveTo>
                  <a:pt x="23" y="81"/>
                </a:moveTo>
                <a:lnTo>
                  <a:pt x="27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7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7" y="70"/>
                </a:lnTo>
                <a:moveTo>
                  <a:pt x="32" y="59"/>
                </a:moveTo>
                <a:lnTo>
                  <a:pt x="37" y="48"/>
                </a:lnTo>
                <a:lnTo>
                  <a:pt x="48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8"/>
                </a:lnTo>
                <a:moveTo>
                  <a:pt x="42" y="36"/>
                </a:moveTo>
                <a:lnTo>
                  <a:pt x="47" y="25"/>
                </a:lnTo>
                <a:lnTo>
                  <a:pt x="58" y="30"/>
                </a:lnTo>
                <a:lnTo>
                  <a:pt x="53" y="41"/>
                </a:lnTo>
                <a:lnTo>
                  <a:pt x="42" y="36"/>
                </a:lnTo>
                <a:moveTo>
                  <a:pt x="47" y="25"/>
                </a:moveTo>
                <a:lnTo>
                  <a:pt x="51" y="14"/>
                </a:lnTo>
                <a:lnTo>
                  <a:pt x="63" y="18"/>
                </a:lnTo>
                <a:lnTo>
                  <a:pt x="58" y="30"/>
                </a:lnTo>
                <a:lnTo>
                  <a:pt x="47" y="25"/>
                </a:lnTo>
                <a:moveTo>
                  <a:pt x="51" y="14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6"/>
                </a:lnTo>
                <a:lnTo>
                  <a:pt x="59" y="12"/>
                </a:lnTo>
                <a:lnTo>
                  <a:pt x="64" y="14"/>
                </a:lnTo>
                <a:lnTo>
                  <a:pt x="63" y="18"/>
                </a:lnTo>
                <a:lnTo>
                  <a:pt x="51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9624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8"/>
                  <a:pt x="852" y="256"/>
                  <a:pt x="711" y="380"/>
                </a:cubicBezTo>
                <a:cubicBezTo>
                  <a:pt x="568" y="504"/>
                  <a:pt x="284" y="623"/>
                  <a:pt x="142" y="683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94228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38" y="114"/>
                </a:moveTo>
                <a:lnTo>
                  <a:pt x="0" y="105"/>
                </a:lnTo>
                <a:lnTo>
                  <a:pt x="90" y="0"/>
                </a:lnTo>
                <a:lnTo>
                  <a:pt x="138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937600" y="3857760"/>
            <a:ext cx="57600" cy="47880"/>
          </a:xfrm>
          <a:custGeom>
            <a:avLst/>
            <a:gdLst/>
            <a:ahLst/>
            <a:rect l="0" t="0" r="r" b="b"/>
            <a:pathLst>
              <a:path w="160" h="133">
                <a:moveTo>
                  <a:pt x="138" y="131"/>
                </a:moveTo>
                <a:lnTo>
                  <a:pt x="126" y="131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1"/>
                </a:moveTo>
                <a:lnTo>
                  <a:pt x="114" y="130"/>
                </a:lnTo>
                <a:lnTo>
                  <a:pt x="114" y="118"/>
                </a:lnTo>
                <a:lnTo>
                  <a:pt x="127" y="118"/>
                </a:lnTo>
                <a:lnTo>
                  <a:pt x="126" y="131"/>
                </a:lnTo>
                <a:moveTo>
                  <a:pt x="114" y="130"/>
                </a:moveTo>
                <a:lnTo>
                  <a:pt x="101" y="129"/>
                </a:lnTo>
                <a:lnTo>
                  <a:pt x="102" y="117"/>
                </a:lnTo>
                <a:lnTo>
                  <a:pt x="114" y="118"/>
                </a:lnTo>
                <a:lnTo>
                  <a:pt x="114" y="130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7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7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7"/>
                </a:moveTo>
                <a:lnTo>
                  <a:pt x="52" y="126"/>
                </a:lnTo>
                <a:lnTo>
                  <a:pt x="53" y="114"/>
                </a:lnTo>
                <a:lnTo>
                  <a:pt x="65" y="114"/>
                </a:lnTo>
                <a:lnTo>
                  <a:pt x="65" y="127"/>
                </a:lnTo>
                <a:moveTo>
                  <a:pt x="52" y="126"/>
                </a:moveTo>
                <a:lnTo>
                  <a:pt x="40" y="125"/>
                </a:lnTo>
                <a:lnTo>
                  <a:pt x="41" y="113"/>
                </a:lnTo>
                <a:lnTo>
                  <a:pt x="53" y="114"/>
                </a:lnTo>
                <a:lnTo>
                  <a:pt x="52" y="126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3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3"/>
                </a:lnTo>
                <a:lnTo>
                  <a:pt x="15" y="106"/>
                </a:lnTo>
                <a:lnTo>
                  <a:pt x="24" y="114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6"/>
                </a:moveTo>
                <a:lnTo>
                  <a:pt x="23" y="96"/>
                </a:lnTo>
                <a:lnTo>
                  <a:pt x="33" y="104"/>
                </a:lnTo>
                <a:lnTo>
                  <a:pt x="24" y="114"/>
                </a:lnTo>
                <a:lnTo>
                  <a:pt x="15" y="106"/>
                </a:lnTo>
                <a:moveTo>
                  <a:pt x="23" y="96"/>
                </a:moveTo>
                <a:lnTo>
                  <a:pt x="32" y="86"/>
                </a:lnTo>
                <a:lnTo>
                  <a:pt x="41" y="95"/>
                </a:lnTo>
                <a:lnTo>
                  <a:pt x="33" y="104"/>
                </a:lnTo>
                <a:lnTo>
                  <a:pt x="23" y="96"/>
                </a:lnTo>
                <a:moveTo>
                  <a:pt x="32" y="86"/>
                </a:moveTo>
                <a:lnTo>
                  <a:pt x="40" y="77"/>
                </a:lnTo>
                <a:lnTo>
                  <a:pt x="49" y="85"/>
                </a:lnTo>
                <a:lnTo>
                  <a:pt x="41" y="95"/>
                </a:lnTo>
                <a:lnTo>
                  <a:pt x="32" y="86"/>
                </a:lnTo>
                <a:moveTo>
                  <a:pt x="40" y="77"/>
                </a:moveTo>
                <a:lnTo>
                  <a:pt x="48" y="67"/>
                </a:lnTo>
                <a:lnTo>
                  <a:pt x="57" y="75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6"/>
                </a:lnTo>
                <a:lnTo>
                  <a:pt x="57" y="75"/>
                </a:lnTo>
                <a:lnTo>
                  <a:pt x="48" y="67"/>
                </a:lnTo>
                <a:moveTo>
                  <a:pt x="56" y="58"/>
                </a:moveTo>
                <a:lnTo>
                  <a:pt x="64" y="49"/>
                </a:lnTo>
                <a:lnTo>
                  <a:pt x="73" y="57"/>
                </a:lnTo>
                <a:lnTo>
                  <a:pt x="65" y="66"/>
                </a:lnTo>
                <a:lnTo>
                  <a:pt x="56" y="58"/>
                </a:lnTo>
                <a:moveTo>
                  <a:pt x="64" y="49"/>
                </a:moveTo>
                <a:lnTo>
                  <a:pt x="72" y="39"/>
                </a:lnTo>
                <a:lnTo>
                  <a:pt x="81" y="47"/>
                </a:lnTo>
                <a:lnTo>
                  <a:pt x="73" y="57"/>
                </a:lnTo>
                <a:lnTo>
                  <a:pt x="64" y="49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1"/>
                </a:lnTo>
                <a:lnTo>
                  <a:pt x="97" y="29"/>
                </a:lnTo>
                <a:lnTo>
                  <a:pt x="89" y="38"/>
                </a:lnTo>
                <a:lnTo>
                  <a:pt x="80" y="30"/>
                </a:lnTo>
                <a:moveTo>
                  <a:pt x="88" y="21"/>
                </a:moveTo>
                <a:lnTo>
                  <a:pt x="95" y="11"/>
                </a:lnTo>
                <a:lnTo>
                  <a:pt x="105" y="19"/>
                </a:lnTo>
                <a:lnTo>
                  <a:pt x="97" y="29"/>
                </a:lnTo>
                <a:lnTo>
                  <a:pt x="88" y="21"/>
                </a:lnTo>
                <a:moveTo>
                  <a:pt x="95" y="11"/>
                </a:moveTo>
                <a:lnTo>
                  <a:pt x="105" y="0"/>
                </a:lnTo>
                <a:lnTo>
                  <a:pt x="112" y="17"/>
                </a:lnTo>
                <a:lnTo>
                  <a:pt x="100" y="22"/>
                </a:lnTo>
                <a:lnTo>
                  <a:pt x="97" y="14"/>
                </a:lnTo>
                <a:lnTo>
                  <a:pt x="103" y="12"/>
                </a:lnTo>
                <a:lnTo>
                  <a:pt x="108" y="16"/>
                </a:lnTo>
                <a:lnTo>
                  <a:pt x="105" y="19"/>
                </a:lnTo>
                <a:lnTo>
                  <a:pt x="95" y="11"/>
                </a:lnTo>
                <a:moveTo>
                  <a:pt x="112" y="17"/>
                </a:moveTo>
                <a:lnTo>
                  <a:pt x="117" y="28"/>
                </a:lnTo>
                <a:lnTo>
                  <a:pt x="105" y="33"/>
                </a:lnTo>
                <a:lnTo>
                  <a:pt x="100" y="22"/>
                </a:lnTo>
                <a:lnTo>
                  <a:pt x="112" y="17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3"/>
                </a:lnTo>
                <a:lnTo>
                  <a:pt x="117" y="28"/>
                </a:lnTo>
                <a:moveTo>
                  <a:pt x="121" y="39"/>
                </a:moveTo>
                <a:lnTo>
                  <a:pt x="126" y="51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1"/>
                </a:moveTo>
                <a:lnTo>
                  <a:pt x="131" y="62"/>
                </a:lnTo>
                <a:lnTo>
                  <a:pt x="120" y="67"/>
                </a:lnTo>
                <a:lnTo>
                  <a:pt x="115" y="55"/>
                </a:lnTo>
                <a:lnTo>
                  <a:pt x="126" y="51"/>
                </a:lnTo>
                <a:moveTo>
                  <a:pt x="131" y="62"/>
                </a:moveTo>
                <a:lnTo>
                  <a:pt x="136" y="73"/>
                </a:lnTo>
                <a:lnTo>
                  <a:pt x="124" y="78"/>
                </a:lnTo>
                <a:lnTo>
                  <a:pt x="120" y="67"/>
                </a:lnTo>
                <a:lnTo>
                  <a:pt x="131" y="62"/>
                </a:lnTo>
                <a:moveTo>
                  <a:pt x="136" y="73"/>
                </a:moveTo>
                <a:lnTo>
                  <a:pt x="140" y="85"/>
                </a:lnTo>
                <a:lnTo>
                  <a:pt x="129" y="89"/>
                </a:lnTo>
                <a:lnTo>
                  <a:pt x="124" y="78"/>
                </a:lnTo>
                <a:lnTo>
                  <a:pt x="136" y="73"/>
                </a:lnTo>
                <a:moveTo>
                  <a:pt x="140" y="85"/>
                </a:moveTo>
                <a:lnTo>
                  <a:pt x="145" y="97"/>
                </a:lnTo>
                <a:lnTo>
                  <a:pt x="134" y="102"/>
                </a:lnTo>
                <a:lnTo>
                  <a:pt x="129" y="89"/>
                </a:lnTo>
                <a:lnTo>
                  <a:pt x="140" y="85"/>
                </a:lnTo>
                <a:moveTo>
                  <a:pt x="145" y="97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2"/>
                </a:lnTo>
                <a:lnTo>
                  <a:pt x="145" y="97"/>
                </a:lnTo>
                <a:moveTo>
                  <a:pt x="150" y="108"/>
                </a:moveTo>
                <a:lnTo>
                  <a:pt x="155" y="120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20"/>
                </a:moveTo>
                <a:lnTo>
                  <a:pt x="160" y="133"/>
                </a:lnTo>
                <a:lnTo>
                  <a:pt x="138" y="131"/>
                </a:lnTo>
                <a:lnTo>
                  <a:pt x="139" y="119"/>
                </a:lnTo>
                <a:lnTo>
                  <a:pt x="151" y="120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2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457200" y="13179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278800" y="17290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31160" y="22953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901960" y="22953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2240" y="28616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581480" y="34279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885040" y="34279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943160" y="1962000"/>
            <a:ext cx="3934440" cy="1905480"/>
          </a:xfrm>
          <a:custGeom>
            <a:avLst/>
            <a:gdLst/>
            <a:ahLst/>
            <a:rect l="0" t="0" r="r" b="b"/>
            <a:pathLst>
              <a:path w="10929" h="5293">
                <a:moveTo>
                  <a:pt x="0" y="0"/>
                </a:moveTo>
                <a:lnTo>
                  <a:pt x="10929" y="0"/>
                </a:lnTo>
                <a:lnTo>
                  <a:pt x="10929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943160" y="19620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943160" y="3857400"/>
            <a:ext cx="3934440" cy="10080"/>
          </a:xfrm>
          <a:custGeom>
            <a:avLst/>
            <a:gdLst/>
            <a:ahLst/>
            <a:rect l="0" t="0" r="r" b="b"/>
            <a:pathLst>
              <a:path w="10929" h="28">
                <a:moveTo>
                  <a:pt x="0" y="0"/>
                </a:moveTo>
                <a:lnTo>
                  <a:pt x="10929" y="0"/>
                </a:lnTo>
                <a:lnTo>
                  <a:pt x="10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886752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494316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345400" y="399420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094000" y="212724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094000" y="2398680"/>
            <a:ext cx="148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094000" y="263664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094000" y="2874960"/>
            <a:ext cx="203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5094000" y="311292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094000" y="33512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094000" y="3579840"/>
            <a:ext cx="25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110040" y="4363560"/>
            <a:ext cx="3484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Aanpak van Edustandaard, herkenbaar voor leveranciers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6" name=""/>
          <p:cNvSpPr txBox="1"/>
          <p:nvPr/>
        </p:nvSpPr>
        <p:spPr>
          <a:xfrm>
            <a:off x="439920" y="39600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642600" y="1252440"/>
            <a:ext cx="3953520" cy="2581560"/>
          </a:xfrm>
          <a:custGeom>
            <a:avLst/>
            <a:gdLst/>
            <a:ahLst/>
            <a:rect l="0" t="0" r="r" b="b"/>
            <a:pathLst>
              <a:path w="10982" h="7171">
                <a:moveTo>
                  <a:pt x="0" y="7025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0836" y="0"/>
                </a:lnTo>
                <a:cubicBezTo>
                  <a:pt x="10846" y="0"/>
                  <a:pt x="10855" y="1"/>
                  <a:pt x="10865" y="3"/>
                </a:cubicBezTo>
                <a:cubicBezTo>
                  <a:pt x="10874" y="4"/>
                  <a:pt x="10883" y="7"/>
                  <a:pt x="10892" y="11"/>
                </a:cubicBezTo>
                <a:cubicBezTo>
                  <a:pt x="10901" y="15"/>
                  <a:pt x="10909" y="19"/>
                  <a:pt x="10917" y="24"/>
                </a:cubicBezTo>
                <a:cubicBezTo>
                  <a:pt x="10925" y="30"/>
                  <a:pt x="10932" y="36"/>
                  <a:pt x="10939" y="42"/>
                </a:cubicBezTo>
                <a:cubicBezTo>
                  <a:pt x="10946" y="49"/>
                  <a:pt x="10952" y="56"/>
                  <a:pt x="10957" y="64"/>
                </a:cubicBezTo>
                <a:cubicBezTo>
                  <a:pt x="10962" y="72"/>
                  <a:pt x="10967" y="81"/>
                  <a:pt x="10971" y="90"/>
                </a:cubicBezTo>
                <a:cubicBezTo>
                  <a:pt x="10974" y="98"/>
                  <a:pt x="10977" y="109"/>
                  <a:pt x="10979" y="118"/>
                </a:cubicBezTo>
                <a:cubicBezTo>
                  <a:pt x="10981" y="127"/>
                  <a:pt x="10982" y="137"/>
                  <a:pt x="10982" y="146"/>
                </a:cubicBezTo>
                <a:lnTo>
                  <a:pt x="10982" y="7025"/>
                </a:lnTo>
                <a:cubicBezTo>
                  <a:pt x="10982" y="7035"/>
                  <a:pt x="10981" y="7044"/>
                  <a:pt x="10979" y="7054"/>
                </a:cubicBezTo>
                <a:cubicBezTo>
                  <a:pt x="10977" y="7063"/>
                  <a:pt x="10974" y="7072"/>
                  <a:pt x="10971" y="7081"/>
                </a:cubicBezTo>
                <a:cubicBezTo>
                  <a:pt x="10967" y="7090"/>
                  <a:pt x="10962" y="7098"/>
                  <a:pt x="10957" y="7106"/>
                </a:cubicBezTo>
                <a:cubicBezTo>
                  <a:pt x="10952" y="7114"/>
                  <a:pt x="10946" y="7122"/>
                  <a:pt x="10939" y="7128"/>
                </a:cubicBezTo>
                <a:cubicBezTo>
                  <a:pt x="10932" y="7135"/>
                  <a:pt x="10925" y="7141"/>
                  <a:pt x="10917" y="7146"/>
                </a:cubicBezTo>
                <a:cubicBezTo>
                  <a:pt x="10909" y="7152"/>
                  <a:pt x="10901" y="7156"/>
                  <a:pt x="10892" y="7160"/>
                </a:cubicBezTo>
                <a:cubicBezTo>
                  <a:pt x="10883" y="7164"/>
                  <a:pt x="10874" y="7166"/>
                  <a:pt x="10865" y="7168"/>
                </a:cubicBezTo>
                <a:cubicBezTo>
                  <a:pt x="10855" y="7170"/>
                  <a:pt x="10846" y="7171"/>
                  <a:pt x="10836" y="7171"/>
                </a:cubicBezTo>
                <a:lnTo>
                  <a:pt x="146" y="7171"/>
                </a:lnTo>
                <a:cubicBezTo>
                  <a:pt x="136" y="7171"/>
                  <a:pt x="127" y="7170"/>
                  <a:pt x="118" y="7168"/>
                </a:cubicBezTo>
                <a:cubicBezTo>
                  <a:pt x="108" y="7166"/>
                  <a:pt x="99" y="7164"/>
                  <a:pt x="90" y="7160"/>
                </a:cubicBezTo>
                <a:cubicBezTo>
                  <a:pt x="81" y="7156"/>
                  <a:pt x="73" y="7152"/>
                  <a:pt x="65" y="7146"/>
                </a:cubicBezTo>
                <a:cubicBezTo>
                  <a:pt x="57" y="7141"/>
                  <a:pt x="50" y="7135"/>
                  <a:pt x="43" y="7128"/>
                </a:cubicBezTo>
                <a:cubicBezTo>
                  <a:pt x="36" y="7122"/>
                  <a:pt x="30" y="7114"/>
                  <a:pt x="25" y="7106"/>
                </a:cubicBezTo>
                <a:cubicBezTo>
                  <a:pt x="20" y="7098"/>
                  <a:pt x="15" y="7090"/>
                  <a:pt x="12" y="7081"/>
                </a:cubicBezTo>
                <a:cubicBezTo>
                  <a:pt x="8" y="7072"/>
                  <a:pt x="5" y="7063"/>
                  <a:pt x="3" y="7054"/>
                </a:cubicBezTo>
                <a:cubicBezTo>
                  <a:pt x="1" y="7044"/>
                  <a:pt x="0" y="7035"/>
                  <a:pt x="0" y="70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642600" y="1252440"/>
            <a:ext cx="3953520" cy="2581560"/>
          </a:xfrm>
          <a:custGeom>
            <a:avLst/>
            <a:gdLst/>
            <a:ahLst/>
            <a:rect l="0" t="0" r="r" b="b"/>
            <a:pathLst>
              <a:path w="10982" h="7171">
                <a:moveTo>
                  <a:pt x="0" y="7025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0836" y="0"/>
                </a:lnTo>
                <a:cubicBezTo>
                  <a:pt x="10846" y="0"/>
                  <a:pt x="10855" y="1"/>
                  <a:pt x="10865" y="3"/>
                </a:cubicBezTo>
                <a:cubicBezTo>
                  <a:pt x="10874" y="4"/>
                  <a:pt x="10883" y="7"/>
                  <a:pt x="10892" y="11"/>
                </a:cubicBezTo>
                <a:cubicBezTo>
                  <a:pt x="10901" y="15"/>
                  <a:pt x="10909" y="19"/>
                  <a:pt x="10917" y="24"/>
                </a:cubicBezTo>
                <a:cubicBezTo>
                  <a:pt x="10925" y="30"/>
                  <a:pt x="10932" y="36"/>
                  <a:pt x="10939" y="42"/>
                </a:cubicBezTo>
                <a:cubicBezTo>
                  <a:pt x="10946" y="49"/>
                  <a:pt x="10952" y="56"/>
                  <a:pt x="10957" y="64"/>
                </a:cubicBezTo>
                <a:cubicBezTo>
                  <a:pt x="10962" y="72"/>
                  <a:pt x="10967" y="81"/>
                  <a:pt x="10971" y="90"/>
                </a:cubicBezTo>
                <a:cubicBezTo>
                  <a:pt x="10974" y="98"/>
                  <a:pt x="10977" y="109"/>
                  <a:pt x="10979" y="118"/>
                </a:cubicBezTo>
                <a:cubicBezTo>
                  <a:pt x="10981" y="127"/>
                  <a:pt x="10982" y="137"/>
                  <a:pt x="10982" y="146"/>
                </a:cubicBezTo>
                <a:lnTo>
                  <a:pt x="10982" y="7025"/>
                </a:lnTo>
                <a:cubicBezTo>
                  <a:pt x="10982" y="7035"/>
                  <a:pt x="10981" y="7044"/>
                  <a:pt x="10979" y="7054"/>
                </a:cubicBezTo>
                <a:cubicBezTo>
                  <a:pt x="10977" y="7063"/>
                  <a:pt x="10974" y="7072"/>
                  <a:pt x="10971" y="7081"/>
                </a:cubicBezTo>
                <a:cubicBezTo>
                  <a:pt x="10967" y="7090"/>
                  <a:pt x="10962" y="7098"/>
                  <a:pt x="10957" y="7106"/>
                </a:cubicBezTo>
                <a:cubicBezTo>
                  <a:pt x="10952" y="7114"/>
                  <a:pt x="10946" y="7122"/>
                  <a:pt x="10939" y="7128"/>
                </a:cubicBezTo>
                <a:cubicBezTo>
                  <a:pt x="10932" y="7135"/>
                  <a:pt x="10925" y="7141"/>
                  <a:pt x="10917" y="7146"/>
                </a:cubicBezTo>
                <a:cubicBezTo>
                  <a:pt x="10909" y="7152"/>
                  <a:pt x="10901" y="7156"/>
                  <a:pt x="10892" y="7160"/>
                </a:cubicBezTo>
                <a:cubicBezTo>
                  <a:pt x="10883" y="7164"/>
                  <a:pt x="10874" y="7166"/>
                  <a:pt x="10865" y="7168"/>
                </a:cubicBezTo>
                <a:cubicBezTo>
                  <a:pt x="10855" y="7170"/>
                  <a:pt x="10846" y="7171"/>
                  <a:pt x="10836" y="7171"/>
                </a:cubicBezTo>
                <a:lnTo>
                  <a:pt x="146" y="7171"/>
                </a:lnTo>
                <a:cubicBezTo>
                  <a:pt x="136" y="7171"/>
                  <a:pt x="127" y="7170"/>
                  <a:pt x="118" y="7168"/>
                </a:cubicBezTo>
                <a:cubicBezTo>
                  <a:pt x="108" y="7166"/>
                  <a:pt x="99" y="7164"/>
                  <a:pt x="90" y="7160"/>
                </a:cubicBezTo>
                <a:cubicBezTo>
                  <a:pt x="81" y="7156"/>
                  <a:pt x="73" y="7152"/>
                  <a:pt x="65" y="7146"/>
                </a:cubicBezTo>
                <a:cubicBezTo>
                  <a:pt x="57" y="7141"/>
                  <a:pt x="50" y="7135"/>
                  <a:pt x="43" y="7128"/>
                </a:cubicBezTo>
                <a:cubicBezTo>
                  <a:pt x="36" y="7122"/>
                  <a:pt x="30" y="7114"/>
                  <a:pt x="25" y="7106"/>
                </a:cubicBezTo>
                <a:cubicBezTo>
                  <a:pt x="20" y="7098"/>
                  <a:pt x="15" y="7090"/>
                  <a:pt x="12" y="7081"/>
                </a:cubicBezTo>
                <a:cubicBezTo>
                  <a:pt x="8" y="7072"/>
                  <a:pt x="5" y="7063"/>
                  <a:pt x="3" y="7054"/>
                </a:cubicBezTo>
                <a:cubicBezTo>
                  <a:pt x="1" y="7044"/>
                  <a:pt x="0" y="7035"/>
                  <a:pt x="0" y="702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9" name="" descr=""/>
          <p:cNvPicPr/>
          <p:nvPr/>
        </p:nvPicPr>
        <p:blipFill>
          <a:blip r:embed="rId2"/>
          <a:stretch/>
        </p:blipFill>
        <p:spPr>
          <a:xfrm>
            <a:off x="600840" y="964800"/>
            <a:ext cx="7599240" cy="371016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600840" y="963720"/>
            <a:ext cx="7599960" cy="3712680"/>
          </a:xfrm>
          <a:custGeom>
            <a:avLst/>
            <a:gdLst/>
            <a:ahLst/>
            <a:rect l="0" t="0" r="r" b="b"/>
            <a:pathLst>
              <a:path w="21111" h="10313">
                <a:moveTo>
                  <a:pt x="0" y="0"/>
                </a:moveTo>
                <a:lnTo>
                  <a:pt x="21111" y="0"/>
                </a:lnTo>
                <a:lnTo>
                  <a:pt x="21111" y="10313"/>
                </a:lnTo>
                <a:lnTo>
                  <a:pt x="0" y="10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1999800" y="1800720"/>
            <a:ext cx="471240" cy="230760"/>
          </a:xfrm>
          <a:custGeom>
            <a:avLst/>
            <a:gdLst/>
            <a:ahLst/>
            <a:rect l="0" t="0" r="r" b="b"/>
            <a:pathLst>
              <a:path fill="none" w="1309" h="641">
                <a:moveTo>
                  <a:pt x="0" y="641"/>
                </a:moveTo>
                <a:cubicBezTo>
                  <a:pt x="490" y="529"/>
                  <a:pt x="925" y="315"/>
                  <a:pt x="1309" y="0"/>
                </a:cubicBezTo>
              </a:path>
            </a:pathLst>
          </a:custGeom>
          <a:ln w="36360">
            <a:solidFill>
              <a:srgbClr val="ffffff">
                <a:alpha val="85000"/>
              </a:srgbClr>
            </a:solidFill>
            <a:miter/>
          </a:ln>
        </p:spPr>
        <p:txBody>
          <a:bodyPr lIns="18000" rIns="18000" tIns="18000" bIns="180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1999800" y="1800720"/>
            <a:ext cx="471240" cy="230760"/>
          </a:xfrm>
          <a:custGeom>
            <a:avLst/>
            <a:gdLst/>
            <a:ahLst/>
            <a:rect l="0" t="0" r="r" b="b"/>
            <a:pathLst>
              <a:path fill="none" w="1309" h="641">
                <a:moveTo>
                  <a:pt x="0" y="641"/>
                </a:moveTo>
                <a:cubicBezTo>
                  <a:pt x="490" y="529"/>
                  <a:pt x="925" y="315"/>
                  <a:pt x="1309" y="0"/>
                </a:cubicBezTo>
              </a:path>
            </a:pathLst>
          </a:custGeom>
          <a:ln w="16560">
            <a:solidFill>
              <a:srgbClr val="d9531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369160" y="1794600"/>
            <a:ext cx="109440" cy="102600"/>
          </a:xfrm>
          <a:custGeom>
            <a:avLst/>
            <a:gdLst/>
            <a:ahLst/>
            <a:rect l="0" t="0" r="r" b="b"/>
            <a:pathLst>
              <a:path w="304" h="285">
                <a:moveTo>
                  <a:pt x="0" y="69"/>
                </a:moveTo>
                <a:lnTo>
                  <a:pt x="304" y="0"/>
                </a:lnTo>
                <a:lnTo>
                  <a:pt x="177" y="285"/>
                </a:lnTo>
                <a:lnTo>
                  <a:pt x="0" y="6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56760" y="190080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7" y="0"/>
                </a:lnTo>
                <a:cubicBezTo>
                  <a:pt x="562" y="0"/>
                  <a:pt x="567" y="1"/>
                  <a:pt x="572" y="3"/>
                </a:cubicBezTo>
                <a:cubicBezTo>
                  <a:pt x="576" y="5"/>
                  <a:pt x="580" y="8"/>
                  <a:pt x="584" y="11"/>
                </a:cubicBezTo>
                <a:cubicBezTo>
                  <a:pt x="587" y="15"/>
                  <a:pt x="590" y="19"/>
                  <a:pt x="592" y="23"/>
                </a:cubicBezTo>
                <a:cubicBezTo>
                  <a:pt x="594" y="28"/>
                  <a:pt x="595" y="32"/>
                  <a:pt x="595" y="37"/>
                </a:cubicBezTo>
                <a:lnTo>
                  <a:pt x="595" y="159"/>
                </a:lnTo>
                <a:cubicBezTo>
                  <a:pt x="595" y="164"/>
                  <a:pt x="594" y="168"/>
                  <a:pt x="592" y="173"/>
                </a:cubicBezTo>
                <a:cubicBezTo>
                  <a:pt x="590" y="177"/>
                  <a:pt x="587" y="182"/>
                  <a:pt x="584" y="185"/>
                </a:cubicBezTo>
                <a:cubicBezTo>
                  <a:pt x="580" y="188"/>
                  <a:pt x="576" y="191"/>
                  <a:pt x="572" y="193"/>
                </a:cubicBezTo>
                <a:cubicBezTo>
                  <a:pt x="567" y="195"/>
                  <a:pt x="562" y="196"/>
                  <a:pt x="557" y="196"/>
                </a:cubicBezTo>
                <a:lnTo>
                  <a:pt x="37" y="196"/>
                </a:lnTo>
                <a:cubicBezTo>
                  <a:pt x="32" y="196"/>
                  <a:pt x="27" y="195"/>
                  <a:pt x="23" y="193"/>
                </a:cubicBezTo>
                <a:cubicBezTo>
                  <a:pt x="18" y="191"/>
                  <a:pt x="14" y="188"/>
                  <a:pt x="11" y="185"/>
                </a:cubicBezTo>
                <a:cubicBezTo>
                  <a:pt x="7" y="182"/>
                  <a:pt x="5" y="177"/>
                  <a:pt x="3" y="173"/>
                </a:cubicBezTo>
                <a:cubicBezTo>
                  <a:pt x="1" y="168"/>
                  <a:pt x="0" y="164"/>
                  <a:pt x="0" y="159"/>
                </a:cubicBezTo>
                <a:lnTo>
                  <a:pt x="0" y="37"/>
                </a:lnTo>
                <a:cubicBezTo>
                  <a:pt x="0" y="32"/>
                  <a:pt x="1" y="28"/>
                  <a:pt x="3" y="23"/>
                </a:cubicBezTo>
                <a:cubicBezTo>
                  <a:pt x="5" y="19"/>
                  <a:pt x="7" y="15"/>
                  <a:pt x="11" y="11"/>
                </a:cubicBezTo>
                <a:cubicBezTo>
                  <a:pt x="14" y="8"/>
                  <a:pt x="18" y="5"/>
                  <a:pt x="23" y="3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56760" y="190080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7" y="0"/>
                </a:lnTo>
                <a:cubicBezTo>
                  <a:pt x="562" y="0"/>
                  <a:pt x="567" y="1"/>
                  <a:pt x="572" y="3"/>
                </a:cubicBezTo>
                <a:cubicBezTo>
                  <a:pt x="576" y="5"/>
                  <a:pt x="580" y="8"/>
                  <a:pt x="584" y="11"/>
                </a:cubicBezTo>
                <a:cubicBezTo>
                  <a:pt x="587" y="15"/>
                  <a:pt x="590" y="19"/>
                  <a:pt x="592" y="23"/>
                </a:cubicBezTo>
                <a:cubicBezTo>
                  <a:pt x="594" y="28"/>
                  <a:pt x="595" y="32"/>
                  <a:pt x="595" y="37"/>
                </a:cubicBezTo>
                <a:lnTo>
                  <a:pt x="595" y="159"/>
                </a:lnTo>
                <a:cubicBezTo>
                  <a:pt x="595" y="164"/>
                  <a:pt x="594" y="168"/>
                  <a:pt x="592" y="173"/>
                </a:cubicBezTo>
                <a:cubicBezTo>
                  <a:pt x="590" y="177"/>
                  <a:pt x="587" y="182"/>
                  <a:pt x="584" y="185"/>
                </a:cubicBezTo>
                <a:cubicBezTo>
                  <a:pt x="580" y="188"/>
                  <a:pt x="576" y="191"/>
                  <a:pt x="572" y="193"/>
                </a:cubicBezTo>
                <a:cubicBezTo>
                  <a:pt x="567" y="195"/>
                  <a:pt x="562" y="196"/>
                  <a:pt x="557" y="196"/>
                </a:cubicBezTo>
                <a:lnTo>
                  <a:pt x="37" y="196"/>
                </a:lnTo>
                <a:cubicBezTo>
                  <a:pt x="32" y="196"/>
                  <a:pt x="27" y="195"/>
                  <a:pt x="23" y="193"/>
                </a:cubicBezTo>
                <a:cubicBezTo>
                  <a:pt x="18" y="191"/>
                  <a:pt x="14" y="188"/>
                  <a:pt x="11" y="185"/>
                </a:cubicBezTo>
                <a:cubicBezTo>
                  <a:pt x="7" y="182"/>
                  <a:pt x="5" y="177"/>
                  <a:pt x="3" y="173"/>
                </a:cubicBezTo>
                <a:cubicBezTo>
                  <a:pt x="1" y="168"/>
                  <a:pt x="0" y="164"/>
                  <a:pt x="0" y="159"/>
                </a:cubicBezTo>
                <a:lnTo>
                  <a:pt x="0" y="37"/>
                </a:lnTo>
                <a:cubicBezTo>
                  <a:pt x="0" y="32"/>
                  <a:pt x="1" y="28"/>
                  <a:pt x="3" y="23"/>
                </a:cubicBezTo>
                <a:cubicBezTo>
                  <a:pt x="5" y="19"/>
                  <a:pt x="7" y="15"/>
                  <a:pt x="11" y="11"/>
                </a:cubicBezTo>
                <a:cubicBezTo>
                  <a:pt x="14" y="8"/>
                  <a:pt x="18" y="5"/>
                  <a:pt x="23" y="3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6480">
            <a:solidFill>
              <a:srgbClr val="d9531e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7200" y="98460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1999800" y="1800720"/>
            <a:ext cx="471240" cy="230760"/>
          </a:xfrm>
          <a:custGeom>
            <a:avLst/>
            <a:gdLst/>
            <a:ahLst/>
            <a:rect l="0" t="0" r="r" b="b"/>
            <a:pathLst>
              <a:path fill="none" w="1309" h="641">
                <a:moveTo>
                  <a:pt x="1309" y="0"/>
                </a:moveTo>
                <a:cubicBezTo>
                  <a:pt x="820" y="111"/>
                  <a:pt x="384" y="325"/>
                  <a:pt x="0" y="641"/>
                </a:cubicBezTo>
              </a:path>
            </a:pathLst>
          </a:custGeom>
          <a:ln w="36360">
            <a:solidFill>
              <a:srgbClr val="ffffff">
                <a:alpha val="85000"/>
              </a:srgbClr>
            </a:solidFill>
            <a:miter/>
          </a:ln>
        </p:spPr>
        <p:txBody>
          <a:bodyPr lIns="18000" rIns="18000" tIns="18000" bIns="180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1999800" y="1800720"/>
            <a:ext cx="471240" cy="230760"/>
          </a:xfrm>
          <a:custGeom>
            <a:avLst/>
            <a:gdLst/>
            <a:ahLst/>
            <a:rect l="0" t="0" r="r" b="b"/>
            <a:pathLst>
              <a:path fill="none" w="1309" h="641">
                <a:moveTo>
                  <a:pt x="1309" y="0"/>
                </a:moveTo>
                <a:cubicBezTo>
                  <a:pt x="820" y="111"/>
                  <a:pt x="384" y="325"/>
                  <a:pt x="0" y="641"/>
                </a:cubicBezTo>
              </a:path>
            </a:pathLst>
          </a:custGeom>
          <a:ln w="16560">
            <a:solidFill>
              <a:srgbClr val="d9531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1992240" y="1935000"/>
            <a:ext cx="109440" cy="102600"/>
          </a:xfrm>
          <a:custGeom>
            <a:avLst/>
            <a:gdLst/>
            <a:ahLst/>
            <a:rect l="0" t="0" r="r" b="b"/>
            <a:pathLst>
              <a:path w="304" h="285">
                <a:moveTo>
                  <a:pt x="304" y="216"/>
                </a:moveTo>
                <a:lnTo>
                  <a:pt x="0" y="285"/>
                </a:lnTo>
                <a:lnTo>
                  <a:pt x="127" y="0"/>
                </a:lnTo>
                <a:lnTo>
                  <a:pt x="304" y="21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099880" y="179064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7" y="5"/>
                  <a:pt x="581" y="8"/>
                  <a:pt x="584" y="11"/>
                </a:cubicBezTo>
                <a:cubicBezTo>
                  <a:pt x="587" y="15"/>
                  <a:pt x="590" y="19"/>
                  <a:pt x="592" y="23"/>
                </a:cubicBezTo>
                <a:cubicBezTo>
                  <a:pt x="594" y="28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9"/>
                  <a:pt x="592" y="173"/>
                </a:cubicBezTo>
                <a:cubicBezTo>
                  <a:pt x="590" y="178"/>
                  <a:pt x="587" y="182"/>
                  <a:pt x="584" y="185"/>
                </a:cubicBezTo>
                <a:cubicBezTo>
                  <a:pt x="581" y="189"/>
                  <a:pt x="577" y="191"/>
                  <a:pt x="572" y="193"/>
                </a:cubicBezTo>
                <a:cubicBezTo>
                  <a:pt x="567" y="195"/>
                  <a:pt x="563" y="196"/>
                  <a:pt x="558" y="196"/>
                </a:cubicBezTo>
                <a:lnTo>
                  <a:pt x="37" y="196"/>
                </a:lnTo>
                <a:cubicBezTo>
                  <a:pt x="32" y="196"/>
                  <a:pt x="28" y="195"/>
                  <a:pt x="23" y="193"/>
                </a:cubicBezTo>
                <a:cubicBezTo>
                  <a:pt x="19" y="191"/>
                  <a:pt x="15" y="189"/>
                  <a:pt x="11" y="185"/>
                </a:cubicBezTo>
                <a:cubicBezTo>
                  <a:pt x="8" y="182"/>
                  <a:pt x="5" y="178"/>
                  <a:pt x="3" y="173"/>
                </a:cubicBezTo>
                <a:cubicBezTo>
                  <a:pt x="1" y="169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8"/>
                  <a:pt x="3" y="23"/>
                </a:cubicBezTo>
                <a:cubicBezTo>
                  <a:pt x="5" y="19"/>
                  <a:pt x="8" y="15"/>
                  <a:pt x="11" y="11"/>
                </a:cubicBezTo>
                <a:cubicBezTo>
                  <a:pt x="15" y="8"/>
                  <a:pt x="19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099880" y="179064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7" y="5"/>
                  <a:pt x="581" y="8"/>
                  <a:pt x="584" y="11"/>
                </a:cubicBezTo>
                <a:cubicBezTo>
                  <a:pt x="587" y="15"/>
                  <a:pt x="590" y="19"/>
                  <a:pt x="592" y="23"/>
                </a:cubicBezTo>
                <a:cubicBezTo>
                  <a:pt x="594" y="28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9"/>
                  <a:pt x="592" y="173"/>
                </a:cubicBezTo>
                <a:cubicBezTo>
                  <a:pt x="590" y="178"/>
                  <a:pt x="587" y="182"/>
                  <a:pt x="584" y="185"/>
                </a:cubicBezTo>
                <a:cubicBezTo>
                  <a:pt x="581" y="189"/>
                  <a:pt x="577" y="191"/>
                  <a:pt x="572" y="193"/>
                </a:cubicBezTo>
                <a:cubicBezTo>
                  <a:pt x="567" y="195"/>
                  <a:pt x="563" y="196"/>
                  <a:pt x="558" y="196"/>
                </a:cubicBezTo>
                <a:lnTo>
                  <a:pt x="37" y="196"/>
                </a:lnTo>
                <a:cubicBezTo>
                  <a:pt x="32" y="196"/>
                  <a:pt x="28" y="195"/>
                  <a:pt x="23" y="193"/>
                </a:cubicBezTo>
                <a:cubicBezTo>
                  <a:pt x="19" y="191"/>
                  <a:pt x="15" y="189"/>
                  <a:pt x="11" y="185"/>
                </a:cubicBezTo>
                <a:cubicBezTo>
                  <a:pt x="8" y="182"/>
                  <a:pt x="5" y="178"/>
                  <a:pt x="3" y="173"/>
                </a:cubicBezTo>
                <a:cubicBezTo>
                  <a:pt x="1" y="169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8"/>
                  <a:pt x="3" y="23"/>
                </a:cubicBezTo>
                <a:cubicBezTo>
                  <a:pt x="5" y="19"/>
                  <a:pt x="8" y="15"/>
                  <a:pt x="11" y="11"/>
                </a:cubicBezTo>
                <a:cubicBezTo>
                  <a:pt x="15" y="8"/>
                  <a:pt x="19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noFill/>
          <a:ln w="6480">
            <a:solidFill>
              <a:srgbClr val="d9531e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153520" y="19047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1999800" y="2367720"/>
            <a:ext cx="688320" cy="480960"/>
          </a:xfrm>
          <a:custGeom>
            <a:avLst/>
            <a:gdLst/>
            <a:ahLst/>
            <a:rect l="0" t="0" r="r" b="b"/>
            <a:pathLst>
              <a:path fill="none" w="1912" h="1336">
                <a:moveTo>
                  <a:pt x="0" y="0"/>
                </a:moveTo>
                <a:cubicBezTo>
                  <a:pt x="532" y="600"/>
                  <a:pt x="1170" y="1045"/>
                  <a:pt x="1912" y="1336"/>
                </a:cubicBezTo>
              </a:path>
            </a:pathLst>
          </a:custGeom>
          <a:ln w="36360">
            <a:solidFill>
              <a:srgbClr val="ffffff">
                <a:alpha val="85000"/>
              </a:srgbClr>
            </a:solidFill>
            <a:miter/>
          </a:ln>
        </p:spPr>
        <p:txBody>
          <a:bodyPr lIns="18000" rIns="18000" tIns="18000" bIns="180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1999800" y="2367720"/>
            <a:ext cx="688320" cy="480960"/>
          </a:xfrm>
          <a:custGeom>
            <a:avLst/>
            <a:gdLst/>
            <a:ahLst/>
            <a:rect l="0" t="0" r="r" b="b"/>
            <a:pathLst>
              <a:path fill="none" w="1912" h="1336">
                <a:moveTo>
                  <a:pt x="0" y="0"/>
                </a:moveTo>
                <a:cubicBezTo>
                  <a:pt x="532" y="600"/>
                  <a:pt x="1170" y="1045"/>
                  <a:pt x="1912" y="1336"/>
                </a:cubicBezTo>
              </a:path>
            </a:pathLst>
          </a:custGeom>
          <a:ln w="16560">
            <a:solidFill>
              <a:srgbClr val="d9531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585520" y="2768760"/>
            <a:ext cx="111960" cy="93600"/>
          </a:xfrm>
          <a:custGeom>
            <a:avLst/>
            <a:gdLst/>
            <a:ahLst/>
            <a:rect l="0" t="0" r="r" b="b"/>
            <a:pathLst>
              <a:path w="311" h="260">
                <a:moveTo>
                  <a:pt x="102" y="0"/>
                </a:moveTo>
                <a:lnTo>
                  <a:pt x="311" y="232"/>
                </a:lnTo>
                <a:lnTo>
                  <a:pt x="0" y="260"/>
                </a:lnTo>
                <a:lnTo>
                  <a:pt x="10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80160" y="2621520"/>
            <a:ext cx="213840" cy="70200"/>
          </a:xfrm>
          <a:custGeom>
            <a:avLst/>
            <a:gdLst/>
            <a:ahLst/>
            <a:rect l="0" t="0" r="r" b="b"/>
            <a:pathLst>
              <a:path w="594" h="195">
                <a:moveTo>
                  <a:pt x="37" y="0"/>
                </a:moveTo>
                <a:lnTo>
                  <a:pt x="557" y="0"/>
                </a:lnTo>
                <a:cubicBezTo>
                  <a:pt x="562" y="0"/>
                  <a:pt x="567" y="1"/>
                  <a:pt x="572" y="2"/>
                </a:cubicBezTo>
                <a:cubicBezTo>
                  <a:pt x="576" y="4"/>
                  <a:pt x="580" y="7"/>
                  <a:pt x="584" y="10"/>
                </a:cubicBezTo>
                <a:cubicBezTo>
                  <a:pt x="587" y="14"/>
                  <a:pt x="590" y="18"/>
                  <a:pt x="592" y="22"/>
                </a:cubicBezTo>
                <a:cubicBezTo>
                  <a:pt x="594" y="27"/>
                  <a:pt x="594" y="32"/>
                  <a:pt x="594" y="37"/>
                </a:cubicBezTo>
                <a:lnTo>
                  <a:pt x="594" y="157"/>
                </a:lnTo>
                <a:cubicBezTo>
                  <a:pt x="594" y="162"/>
                  <a:pt x="594" y="167"/>
                  <a:pt x="592" y="171"/>
                </a:cubicBezTo>
                <a:cubicBezTo>
                  <a:pt x="590" y="176"/>
                  <a:pt x="587" y="180"/>
                  <a:pt x="584" y="183"/>
                </a:cubicBezTo>
                <a:cubicBezTo>
                  <a:pt x="580" y="188"/>
                  <a:pt x="576" y="190"/>
                  <a:pt x="572" y="192"/>
                </a:cubicBezTo>
                <a:cubicBezTo>
                  <a:pt x="567" y="194"/>
                  <a:pt x="562" y="195"/>
                  <a:pt x="557" y="195"/>
                </a:cubicBezTo>
                <a:lnTo>
                  <a:pt x="37" y="195"/>
                </a:lnTo>
                <a:cubicBezTo>
                  <a:pt x="32" y="195"/>
                  <a:pt x="27" y="194"/>
                  <a:pt x="23" y="192"/>
                </a:cubicBezTo>
                <a:cubicBezTo>
                  <a:pt x="18" y="190"/>
                  <a:pt x="14" y="188"/>
                  <a:pt x="11" y="183"/>
                </a:cubicBezTo>
                <a:cubicBezTo>
                  <a:pt x="7" y="180"/>
                  <a:pt x="5" y="176"/>
                  <a:pt x="3" y="171"/>
                </a:cubicBezTo>
                <a:cubicBezTo>
                  <a:pt x="1" y="167"/>
                  <a:pt x="0" y="162"/>
                  <a:pt x="0" y="157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80160" y="2621520"/>
            <a:ext cx="213840" cy="70200"/>
          </a:xfrm>
          <a:custGeom>
            <a:avLst/>
            <a:gdLst/>
            <a:ahLst/>
            <a:rect l="0" t="0" r="r" b="b"/>
            <a:pathLst>
              <a:path w="594" h="195">
                <a:moveTo>
                  <a:pt x="37" y="0"/>
                </a:moveTo>
                <a:lnTo>
                  <a:pt x="557" y="0"/>
                </a:lnTo>
                <a:cubicBezTo>
                  <a:pt x="562" y="0"/>
                  <a:pt x="567" y="1"/>
                  <a:pt x="572" y="2"/>
                </a:cubicBezTo>
                <a:cubicBezTo>
                  <a:pt x="576" y="4"/>
                  <a:pt x="580" y="7"/>
                  <a:pt x="584" y="10"/>
                </a:cubicBezTo>
                <a:cubicBezTo>
                  <a:pt x="587" y="14"/>
                  <a:pt x="590" y="18"/>
                  <a:pt x="592" y="22"/>
                </a:cubicBezTo>
                <a:cubicBezTo>
                  <a:pt x="594" y="27"/>
                  <a:pt x="594" y="32"/>
                  <a:pt x="594" y="37"/>
                </a:cubicBezTo>
                <a:lnTo>
                  <a:pt x="594" y="157"/>
                </a:lnTo>
                <a:cubicBezTo>
                  <a:pt x="594" y="162"/>
                  <a:pt x="594" y="167"/>
                  <a:pt x="592" y="171"/>
                </a:cubicBezTo>
                <a:cubicBezTo>
                  <a:pt x="590" y="176"/>
                  <a:pt x="587" y="180"/>
                  <a:pt x="584" y="183"/>
                </a:cubicBezTo>
                <a:cubicBezTo>
                  <a:pt x="580" y="188"/>
                  <a:pt x="576" y="190"/>
                  <a:pt x="572" y="192"/>
                </a:cubicBezTo>
                <a:cubicBezTo>
                  <a:pt x="567" y="194"/>
                  <a:pt x="562" y="195"/>
                  <a:pt x="557" y="195"/>
                </a:cubicBezTo>
                <a:lnTo>
                  <a:pt x="37" y="195"/>
                </a:lnTo>
                <a:cubicBezTo>
                  <a:pt x="32" y="195"/>
                  <a:pt x="27" y="194"/>
                  <a:pt x="23" y="192"/>
                </a:cubicBezTo>
                <a:cubicBezTo>
                  <a:pt x="18" y="190"/>
                  <a:pt x="14" y="188"/>
                  <a:pt x="11" y="183"/>
                </a:cubicBezTo>
                <a:cubicBezTo>
                  <a:pt x="7" y="180"/>
                  <a:pt x="5" y="176"/>
                  <a:pt x="3" y="171"/>
                </a:cubicBezTo>
                <a:cubicBezTo>
                  <a:pt x="1" y="167"/>
                  <a:pt x="0" y="162"/>
                  <a:pt x="0" y="157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6480">
            <a:solidFill>
              <a:srgbClr val="d9531e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097000" y="179460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699200" y="2461320"/>
            <a:ext cx="17280" cy="297360"/>
          </a:xfrm>
          <a:custGeom>
            <a:avLst/>
            <a:gdLst/>
            <a:ahLst/>
            <a:rect l="0" t="0" r="r" b="b"/>
            <a:pathLst>
              <a:path fill="none" w="48" h="826">
                <a:moveTo>
                  <a:pt x="48" y="0"/>
                </a:moveTo>
                <a:cubicBezTo>
                  <a:pt x="-16" y="279"/>
                  <a:pt x="-16" y="554"/>
                  <a:pt x="48" y="826"/>
                </a:cubicBezTo>
              </a:path>
            </a:pathLst>
          </a:custGeom>
          <a:ln w="36360">
            <a:solidFill>
              <a:srgbClr val="ffffff">
                <a:alpha val="85000"/>
              </a:srgbClr>
            </a:solidFill>
            <a:miter/>
          </a:ln>
        </p:spPr>
        <p:txBody>
          <a:bodyPr lIns="18000" rIns="18000" tIns="18000" bIns="180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699200" y="2461320"/>
            <a:ext cx="17280" cy="297360"/>
          </a:xfrm>
          <a:custGeom>
            <a:avLst/>
            <a:gdLst/>
            <a:ahLst/>
            <a:rect l="0" t="0" r="r" b="b"/>
            <a:pathLst>
              <a:path fill="none" w="48" h="826">
                <a:moveTo>
                  <a:pt x="48" y="0"/>
                </a:moveTo>
                <a:cubicBezTo>
                  <a:pt x="-16" y="279"/>
                  <a:pt x="-16" y="554"/>
                  <a:pt x="48" y="826"/>
                </a:cubicBezTo>
              </a:path>
            </a:pathLst>
          </a:custGeom>
          <a:ln w="16560">
            <a:solidFill>
              <a:srgbClr val="d9531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1647000" y="2659320"/>
            <a:ext cx="98280" cy="109080"/>
          </a:xfrm>
          <a:custGeom>
            <a:avLst/>
            <a:gdLst/>
            <a:ahLst/>
            <a:rect l="0" t="0" r="r" b="b"/>
            <a:pathLst>
              <a:path w="273" h="303">
                <a:moveTo>
                  <a:pt x="273" y="0"/>
                </a:moveTo>
                <a:lnTo>
                  <a:pt x="199" y="303"/>
                </a:lnTo>
                <a:lnTo>
                  <a:pt x="0" y="61"/>
                </a:lnTo>
                <a:lnTo>
                  <a:pt x="273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1575720" y="253800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6" y="5"/>
                  <a:pt x="580" y="7"/>
                  <a:pt x="584" y="11"/>
                </a:cubicBezTo>
                <a:cubicBezTo>
                  <a:pt x="587" y="14"/>
                  <a:pt x="590" y="18"/>
                  <a:pt x="592" y="23"/>
                </a:cubicBezTo>
                <a:cubicBezTo>
                  <a:pt x="594" y="27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8"/>
                  <a:pt x="592" y="173"/>
                </a:cubicBezTo>
                <a:cubicBezTo>
                  <a:pt x="590" y="177"/>
                  <a:pt x="587" y="181"/>
                  <a:pt x="584" y="185"/>
                </a:cubicBezTo>
                <a:cubicBezTo>
                  <a:pt x="580" y="188"/>
                  <a:pt x="576" y="191"/>
                  <a:pt x="572" y="193"/>
                </a:cubicBezTo>
                <a:cubicBezTo>
                  <a:pt x="567" y="195"/>
                  <a:pt x="563" y="196"/>
                  <a:pt x="558" y="196"/>
                </a:cubicBezTo>
                <a:lnTo>
                  <a:pt x="37" y="196"/>
                </a:lnTo>
                <a:cubicBezTo>
                  <a:pt x="32" y="196"/>
                  <a:pt x="28" y="195"/>
                  <a:pt x="23" y="193"/>
                </a:cubicBezTo>
                <a:cubicBezTo>
                  <a:pt x="18" y="191"/>
                  <a:pt x="14" y="188"/>
                  <a:pt x="11" y="185"/>
                </a:cubicBezTo>
                <a:cubicBezTo>
                  <a:pt x="7" y="181"/>
                  <a:pt x="5" y="177"/>
                  <a:pt x="3" y="173"/>
                </a:cubicBezTo>
                <a:cubicBezTo>
                  <a:pt x="1" y="168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1575720" y="2538000"/>
            <a:ext cx="214200" cy="70560"/>
          </a:xfrm>
          <a:custGeom>
            <a:avLst/>
            <a:gdLst/>
            <a:ahLst/>
            <a:rect l="0" t="0" r="r" b="b"/>
            <a:pathLst>
              <a:path w="595" h="196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6" y="5"/>
                  <a:pt x="580" y="7"/>
                  <a:pt x="584" y="11"/>
                </a:cubicBezTo>
                <a:cubicBezTo>
                  <a:pt x="587" y="14"/>
                  <a:pt x="590" y="18"/>
                  <a:pt x="592" y="23"/>
                </a:cubicBezTo>
                <a:cubicBezTo>
                  <a:pt x="594" y="27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8"/>
                  <a:pt x="592" y="173"/>
                </a:cubicBezTo>
                <a:cubicBezTo>
                  <a:pt x="590" y="177"/>
                  <a:pt x="587" y="181"/>
                  <a:pt x="584" y="185"/>
                </a:cubicBezTo>
                <a:cubicBezTo>
                  <a:pt x="580" y="188"/>
                  <a:pt x="576" y="191"/>
                  <a:pt x="572" y="193"/>
                </a:cubicBezTo>
                <a:cubicBezTo>
                  <a:pt x="567" y="195"/>
                  <a:pt x="563" y="196"/>
                  <a:pt x="558" y="196"/>
                </a:cubicBezTo>
                <a:lnTo>
                  <a:pt x="37" y="196"/>
                </a:lnTo>
                <a:cubicBezTo>
                  <a:pt x="32" y="196"/>
                  <a:pt x="28" y="195"/>
                  <a:pt x="23" y="193"/>
                </a:cubicBezTo>
                <a:cubicBezTo>
                  <a:pt x="18" y="191"/>
                  <a:pt x="14" y="188"/>
                  <a:pt x="11" y="185"/>
                </a:cubicBezTo>
                <a:cubicBezTo>
                  <a:pt x="7" y="181"/>
                  <a:pt x="5" y="177"/>
                  <a:pt x="3" y="173"/>
                </a:cubicBezTo>
                <a:cubicBezTo>
                  <a:pt x="1" y="168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noFill/>
          <a:ln w="6480">
            <a:solidFill>
              <a:srgbClr val="d9531e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2190960" y="2625120"/>
            <a:ext cx="192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999800" y="2417760"/>
            <a:ext cx="714960" cy="631080"/>
          </a:xfrm>
          <a:custGeom>
            <a:avLst/>
            <a:gdLst/>
            <a:ahLst/>
            <a:rect l="0" t="0" r="r" b="b"/>
            <a:pathLst>
              <a:path fill="none" w="1986" h="1753">
                <a:moveTo>
                  <a:pt x="0" y="0"/>
                </a:moveTo>
                <a:cubicBezTo>
                  <a:pt x="519" y="742"/>
                  <a:pt x="1181" y="1326"/>
                  <a:pt x="1986" y="1753"/>
                </a:cubicBezTo>
              </a:path>
            </a:pathLst>
          </a:custGeom>
          <a:ln w="36360">
            <a:solidFill>
              <a:srgbClr val="ffffff">
                <a:alpha val="85000"/>
              </a:srgbClr>
            </a:solidFill>
            <a:miter/>
          </a:ln>
        </p:spPr>
        <p:txBody>
          <a:bodyPr lIns="18000" rIns="18000" tIns="18000" bIns="180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999800" y="2417760"/>
            <a:ext cx="714960" cy="631080"/>
          </a:xfrm>
          <a:custGeom>
            <a:avLst/>
            <a:gdLst/>
            <a:ahLst/>
            <a:rect l="0" t="0" r="r" b="b"/>
            <a:pathLst>
              <a:path fill="none" w="1986" h="1753">
                <a:moveTo>
                  <a:pt x="0" y="0"/>
                </a:moveTo>
                <a:cubicBezTo>
                  <a:pt x="519" y="742"/>
                  <a:pt x="1181" y="1326"/>
                  <a:pt x="1986" y="1753"/>
                </a:cubicBezTo>
              </a:path>
            </a:pathLst>
          </a:custGeom>
          <a:ln w="16560">
            <a:solidFill>
              <a:srgbClr val="d9531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611080" y="2962080"/>
            <a:ext cx="112320" cy="91440"/>
          </a:xfrm>
          <a:custGeom>
            <a:avLst/>
            <a:gdLst/>
            <a:ahLst/>
            <a:rect l="0" t="0" r="r" b="b"/>
            <a:pathLst>
              <a:path w="312" h="254">
                <a:moveTo>
                  <a:pt x="132" y="0"/>
                </a:moveTo>
                <a:lnTo>
                  <a:pt x="312" y="254"/>
                </a:lnTo>
                <a:lnTo>
                  <a:pt x="0" y="245"/>
                </a:lnTo>
                <a:lnTo>
                  <a:pt x="13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2173320" y="2748240"/>
            <a:ext cx="214200" cy="70200"/>
          </a:xfrm>
          <a:custGeom>
            <a:avLst/>
            <a:gdLst/>
            <a:ahLst/>
            <a:rect l="0" t="0" r="r" b="b"/>
            <a:pathLst>
              <a:path w="595" h="195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7" y="4"/>
                  <a:pt x="581" y="7"/>
                  <a:pt x="584" y="11"/>
                </a:cubicBezTo>
                <a:cubicBezTo>
                  <a:pt x="588" y="14"/>
                  <a:pt x="590" y="18"/>
                  <a:pt x="592" y="23"/>
                </a:cubicBezTo>
                <a:cubicBezTo>
                  <a:pt x="594" y="27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8"/>
                  <a:pt x="592" y="172"/>
                </a:cubicBezTo>
                <a:cubicBezTo>
                  <a:pt x="590" y="177"/>
                  <a:pt x="588" y="181"/>
                  <a:pt x="584" y="184"/>
                </a:cubicBezTo>
                <a:cubicBezTo>
                  <a:pt x="581" y="188"/>
                  <a:pt x="577" y="191"/>
                  <a:pt x="572" y="192"/>
                </a:cubicBezTo>
                <a:cubicBezTo>
                  <a:pt x="567" y="194"/>
                  <a:pt x="563" y="195"/>
                  <a:pt x="558" y="195"/>
                </a:cubicBezTo>
                <a:lnTo>
                  <a:pt x="37" y="195"/>
                </a:lnTo>
                <a:cubicBezTo>
                  <a:pt x="33" y="195"/>
                  <a:pt x="28" y="194"/>
                  <a:pt x="23" y="192"/>
                </a:cubicBezTo>
                <a:cubicBezTo>
                  <a:pt x="19" y="191"/>
                  <a:pt x="15" y="188"/>
                  <a:pt x="11" y="184"/>
                </a:cubicBezTo>
                <a:cubicBezTo>
                  <a:pt x="8" y="181"/>
                  <a:pt x="5" y="177"/>
                  <a:pt x="3" y="172"/>
                </a:cubicBezTo>
                <a:cubicBezTo>
                  <a:pt x="1" y="168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7"/>
                  <a:pt x="3" y="23"/>
                </a:cubicBezTo>
                <a:cubicBezTo>
                  <a:pt x="5" y="18"/>
                  <a:pt x="8" y="14"/>
                  <a:pt x="11" y="11"/>
                </a:cubicBezTo>
                <a:cubicBezTo>
                  <a:pt x="15" y="7"/>
                  <a:pt x="19" y="4"/>
                  <a:pt x="23" y="3"/>
                </a:cubicBezTo>
                <a:cubicBezTo>
                  <a:pt x="28" y="1"/>
                  <a:pt x="33" y="0"/>
                  <a:pt x="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173320" y="2748240"/>
            <a:ext cx="214200" cy="70200"/>
          </a:xfrm>
          <a:custGeom>
            <a:avLst/>
            <a:gdLst/>
            <a:ahLst/>
            <a:rect l="0" t="0" r="r" b="b"/>
            <a:pathLst>
              <a:path w="595" h="195">
                <a:moveTo>
                  <a:pt x="37" y="0"/>
                </a:moveTo>
                <a:lnTo>
                  <a:pt x="558" y="0"/>
                </a:lnTo>
                <a:cubicBezTo>
                  <a:pt x="563" y="0"/>
                  <a:pt x="567" y="1"/>
                  <a:pt x="572" y="3"/>
                </a:cubicBezTo>
                <a:cubicBezTo>
                  <a:pt x="577" y="4"/>
                  <a:pt x="581" y="7"/>
                  <a:pt x="584" y="11"/>
                </a:cubicBezTo>
                <a:cubicBezTo>
                  <a:pt x="588" y="14"/>
                  <a:pt x="590" y="18"/>
                  <a:pt x="592" y="23"/>
                </a:cubicBezTo>
                <a:cubicBezTo>
                  <a:pt x="594" y="27"/>
                  <a:pt x="595" y="33"/>
                  <a:pt x="595" y="38"/>
                </a:cubicBezTo>
                <a:lnTo>
                  <a:pt x="595" y="158"/>
                </a:lnTo>
                <a:cubicBezTo>
                  <a:pt x="595" y="163"/>
                  <a:pt x="594" y="168"/>
                  <a:pt x="592" y="172"/>
                </a:cubicBezTo>
                <a:cubicBezTo>
                  <a:pt x="590" y="177"/>
                  <a:pt x="588" y="181"/>
                  <a:pt x="584" y="184"/>
                </a:cubicBezTo>
                <a:cubicBezTo>
                  <a:pt x="581" y="188"/>
                  <a:pt x="577" y="191"/>
                  <a:pt x="572" y="192"/>
                </a:cubicBezTo>
                <a:cubicBezTo>
                  <a:pt x="567" y="194"/>
                  <a:pt x="563" y="195"/>
                  <a:pt x="558" y="195"/>
                </a:cubicBezTo>
                <a:lnTo>
                  <a:pt x="37" y="195"/>
                </a:lnTo>
                <a:cubicBezTo>
                  <a:pt x="33" y="195"/>
                  <a:pt x="28" y="194"/>
                  <a:pt x="23" y="192"/>
                </a:cubicBezTo>
                <a:cubicBezTo>
                  <a:pt x="19" y="191"/>
                  <a:pt x="15" y="188"/>
                  <a:pt x="11" y="184"/>
                </a:cubicBezTo>
                <a:cubicBezTo>
                  <a:pt x="8" y="181"/>
                  <a:pt x="5" y="177"/>
                  <a:pt x="3" y="172"/>
                </a:cubicBezTo>
                <a:cubicBezTo>
                  <a:pt x="1" y="168"/>
                  <a:pt x="0" y="163"/>
                  <a:pt x="0" y="158"/>
                </a:cubicBezTo>
                <a:lnTo>
                  <a:pt x="0" y="38"/>
                </a:lnTo>
                <a:cubicBezTo>
                  <a:pt x="0" y="33"/>
                  <a:pt x="1" y="27"/>
                  <a:pt x="3" y="23"/>
                </a:cubicBezTo>
                <a:cubicBezTo>
                  <a:pt x="5" y="18"/>
                  <a:pt x="8" y="14"/>
                  <a:pt x="11" y="11"/>
                </a:cubicBezTo>
                <a:cubicBezTo>
                  <a:pt x="15" y="7"/>
                  <a:pt x="19" y="4"/>
                  <a:pt x="23" y="3"/>
                </a:cubicBezTo>
                <a:cubicBezTo>
                  <a:pt x="28" y="1"/>
                  <a:pt x="33" y="0"/>
                  <a:pt x="37" y="0"/>
                </a:cubicBezTo>
                <a:close/>
              </a:path>
            </a:pathLst>
          </a:custGeom>
          <a:noFill/>
          <a:ln w="6480">
            <a:solidFill>
              <a:srgbClr val="d9531e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1573200" y="254520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425600" y="1867680"/>
            <a:ext cx="584640" cy="604080"/>
          </a:xfrm>
          <a:custGeom>
            <a:avLst/>
            <a:gdLst/>
            <a:ahLst/>
            <a:rect l="0" t="0" r="r" b="b"/>
            <a:pathLst>
              <a:path w="1624" h="1678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2"/>
                </a:cubicBezTo>
                <a:cubicBezTo>
                  <a:pt x="1606" y="4"/>
                  <a:pt x="1610" y="7"/>
                  <a:pt x="1613" y="10"/>
                </a:cubicBezTo>
                <a:cubicBezTo>
                  <a:pt x="1616" y="14"/>
                  <a:pt x="1619" y="18"/>
                  <a:pt x="1621" y="22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1641"/>
                </a:lnTo>
                <a:cubicBezTo>
                  <a:pt x="1624" y="1646"/>
                  <a:pt x="1623" y="1650"/>
                  <a:pt x="1621" y="1655"/>
                </a:cubicBezTo>
                <a:cubicBezTo>
                  <a:pt x="1619" y="1659"/>
                  <a:pt x="1616" y="1663"/>
                  <a:pt x="1613" y="1667"/>
                </a:cubicBezTo>
                <a:cubicBezTo>
                  <a:pt x="1610" y="1670"/>
                  <a:pt x="1606" y="1673"/>
                  <a:pt x="1601" y="1675"/>
                </a:cubicBezTo>
                <a:cubicBezTo>
                  <a:pt x="1596" y="1677"/>
                  <a:pt x="1592" y="1678"/>
                  <a:pt x="1587" y="1678"/>
                </a:cubicBezTo>
                <a:lnTo>
                  <a:pt x="37" y="1678"/>
                </a:lnTo>
                <a:cubicBezTo>
                  <a:pt x="32" y="1678"/>
                  <a:pt x="27" y="1677"/>
                  <a:pt x="23" y="1675"/>
                </a:cubicBezTo>
                <a:cubicBezTo>
                  <a:pt x="18" y="1673"/>
                  <a:pt x="14" y="1670"/>
                  <a:pt x="11" y="1667"/>
                </a:cubicBezTo>
                <a:cubicBezTo>
                  <a:pt x="7" y="1663"/>
                  <a:pt x="4" y="1659"/>
                  <a:pt x="3" y="1655"/>
                </a:cubicBezTo>
                <a:cubicBezTo>
                  <a:pt x="1" y="1650"/>
                  <a:pt x="0" y="1646"/>
                  <a:pt x="0" y="1641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4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347200" y="1547280"/>
            <a:ext cx="744840" cy="263880"/>
          </a:xfrm>
          <a:custGeom>
            <a:avLst/>
            <a:gdLst/>
            <a:ahLst/>
            <a:rect l="0" t="0" r="r" b="b"/>
            <a:pathLst>
              <a:path w="2069" h="733">
                <a:moveTo>
                  <a:pt x="37" y="0"/>
                </a:moveTo>
                <a:lnTo>
                  <a:pt x="2032" y="0"/>
                </a:lnTo>
                <a:cubicBezTo>
                  <a:pt x="2037" y="0"/>
                  <a:pt x="2042" y="1"/>
                  <a:pt x="2046" y="3"/>
                </a:cubicBezTo>
                <a:cubicBezTo>
                  <a:pt x="2051" y="5"/>
                  <a:pt x="2055" y="7"/>
                  <a:pt x="2058" y="11"/>
                </a:cubicBezTo>
                <a:cubicBezTo>
                  <a:pt x="2062" y="14"/>
                  <a:pt x="2064" y="18"/>
                  <a:pt x="2066" y="23"/>
                </a:cubicBezTo>
                <a:cubicBezTo>
                  <a:pt x="2068" y="28"/>
                  <a:pt x="2069" y="32"/>
                  <a:pt x="2069" y="37"/>
                </a:cubicBezTo>
                <a:lnTo>
                  <a:pt x="2069" y="696"/>
                </a:lnTo>
                <a:cubicBezTo>
                  <a:pt x="2069" y="701"/>
                  <a:pt x="2068" y="706"/>
                  <a:pt x="2066" y="710"/>
                </a:cubicBezTo>
                <a:cubicBezTo>
                  <a:pt x="2064" y="715"/>
                  <a:pt x="2062" y="719"/>
                  <a:pt x="2058" y="722"/>
                </a:cubicBezTo>
                <a:cubicBezTo>
                  <a:pt x="2055" y="726"/>
                  <a:pt x="2051" y="728"/>
                  <a:pt x="2046" y="730"/>
                </a:cubicBezTo>
                <a:cubicBezTo>
                  <a:pt x="2042" y="732"/>
                  <a:pt x="2037" y="733"/>
                  <a:pt x="2032" y="733"/>
                </a:cubicBezTo>
                <a:lnTo>
                  <a:pt x="37" y="733"/>
                </a:lnTo>
                <a:cubicBezTo>
                  <a:pt x="32" y="733"/>
                  <a:pt x="27" y="732"/>
                  <a:pt x="23" y="730"/>
                </a:cubicBezTo>
                <a:cubicBezTo>
                  <a:pt x="18" y="728"/>
                  <a:pt x="14" y="726"/>
                  <a:pt x="10" y="722"/>
                </a:cubicBezTo>
                <a:cubicBezTo>
                  <a:pt x="7" y="719"/>
                  <a:pt x="4" y="715"/>
                  <a:pt x="2" y="710"/>
                </a:cubicBezTo>
                <a:cubicBezTo>
                  <a:pt x="1" y="706"/>
                  <a:pt x="0" y="701"/>
                  <a:pt x="0" y="696"/>
                </a:cubicBezTo>
                <a:lnTo>
                  <a:pt x="0" y="37"/>
                </a:lnTo>
                <a:cubicBezTo>
                  <a:pt x="0" y="32"/>
                  <a:pt x="1" y="28"/>
                  <a:pt x="2" y="23"/>
                </a:cubicBezTo>
                <a:cubicBezTo>
                  <a:pt x="4" y="18"/>
                  <a:pt x="7" y="14"/>
                  <a:pt x="10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347200" y="1547280"/>
            <a:ext cx="744840" cy="263880"/>
          </a:xfrm>
          <a:custGeom>
            <a:avLst/>
            <a:gdLst/>
            <a:ahLst/>
            <a:rect l="0" t="0" r="r" b="b"/>
            <a:pathLst>
              <a:path w="2069" h="733">
                <a:moveTo>
                  <a:pt x="37" y="0"/>
                </a:moveTo>
                <a:lnTo>
                  <a:pt x="2032" y="0"/>
                </a:lnTo>
                <a:cubicBezTo>
                  <a:pt x="2037" y="0"/>
                  <a:pt x="2042" y="1"/>
                  <a:pt x="2046" y="3"/>
                </a:cubicBezTo>
                <a:cubicBezTo>
                  <a:pt x="2051" y="5"/>
                  <a:pt x="2055" y="7"/>
                  <a:pt x="2058" y="11"/>
                </a:cubicBezTo>
                <a:cubicBezTo>
                  <a:pt x="2062" y="14"/>
                  <a:pt x="2064" y="18"/>
                  <a:pt x="2066" y="23"/>
                </a:cubicBezTo>
                <a:cubicBezTo>
                  <a:pt x="2068" y="28"/>
                  <a:pt x="2069" y="32"/>
                  <a:pt x="2069" y="37"/>
                </a:cubicBezTo>
                <a:lnTo>
                  <a:pt x="2069" y="696"/>
                </a:lnTo>
                <a:cubicBezTo>
                  <a:pt x="2069" y="701"/>
                  <a:pt x="2068" y="706"/>
                  <a:pt x="2066" y="710"/>
                </a:cubicBezTo>
                <a:cubicBezTo>
                  <a:pt x="2064" y="715"/>
                  <a:pt x="2062" y="719"/>
                  <a:pt x="2058" y="722"/>
                </a:cubicBezTo>
                <a:cubicBezTo>
                  <a:pt x="2055" y="726"/>
                  <a:pt x="2051" y="728"/>
                  <a:pt x="2046" y="730"/>
                </a:cubicBezTo>
                <a:cubicBezTo>
                  <a:pt x="2042" y="732"/>
                  <a:pt x="2037" y="733"/>
                  <a:pt x="2032" y="733"/>
                </a:cubicBezTo>
                <a:lnTo>
                  <a:pt x="37" y="733"/>
                </a:lnTo>
                <a:cubicBezTo>
                  <a:pt x="32" y="733"/>
                  <a:pt x="27" y="732"/>
                  <a:pt x="23" y="730"/>
                </a:cubicBezTo>
                <a:cubicBezTo>
                  <a:pt x="18" y="728"/>
                  <a:pt x="14" y="726"/>
                  <a:pt x="10" y="722"/>
                </a:cubicBezTo>
                <a:cubicBezTo>
                  <a:pt x="7" y="719"/>
                  <a:pt x="4" y="715"/>
                  <a:pt x="2" y="710"/>
                </a:cubicBezTo>
                <a:cubicBezTo>
                  <a:pt x="1" y="706"/>
                  <a:pt x="0" y="701"/>
                  <a:pt x="0" y="696"/>
                </a:cubicBezTo>
                <a:lnTo>
                  <a:pt x="0" y="37"/>
                </a:lnTo>
                <a:cubicBezTo>
                  <a:pt x="0" y="32"/>
                  <a:pt x="1" y="28"/>
                  <a:pt x="2" y="23"/>
                </a:cubicBezTo>
                <a:cubicBezTo>
                  <a:pt x="4" y="18"/>
                  <a:pt x="7" y="14"/>
                  <a:pt x="10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1425600" y="1867680"/>
            <a:ext cx="584640" cy="604080"/>
          </a:xfrm>
          <a:custGeom>
            <a:avLst/>
            <a:gdLst/>
            <a:ahLst/>
            <a:rect l="0" t="0" r="r" b="b"/>
            <a:pathLst>
              <a:path w="1624" h="1678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2"/>
                </a:cubicBezTo>
                <a:cubicBezTo>
                  <a:pt x="1606" y="4"/>
                  <a:pt x="1610" y="7"/>
                  <a:pt x="1613" y="10"/>
                </a:cubicBezTo>
                <a:cubicBezTo>
                  <a:pt x="1616" y="14"/>
                  <a:pt x="1619" y="18"/>
                  <a:pt x="1621" y="22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1641"/>
                </a:lnTo>
                <a:cubicBezTo>
                  <a:pt x="1624" y="1646"/>
                  <a:pt x="1623" y="1650"/>
                  <a:pt x="1621" y="1655"/>
                </a:cubicBezTo>
                <a:cubicBezTo>
                  <a:pt x="1619" y="1659"/>
                  <a:pt x="1616" y="1663"/>
                  <a:pt x="1613" y="1667"/>
                </a:cubicBezTo>
                <a:cubicBezTo>
                  <a:pt x="1610" y="1670"/>
                  <a:pt x="1606" y="1673"/>
                  <a:pt x="1601" y="1675"/>
                </a:cubicBezTo>
                <a:cubicBezTo>
                  <a:pt x="1596" y="1677"/>
                  <a:pt x="1592" y="1678"/>
                  <a:pt x="1587" y="1678"/>
                </a:cubicBezTo>
                <a:lnTo>
                  <a:pt x="37" y="1678"/>
                </a:lnTo>
                <a:cubicBezTo>
                  <a:pt x="32" y="1678"/>
                  <a:pt x="27" y="1677"/>
                  <a:pt x="23" y="1675"/>
                </a:cubicBezTo>
                <a:cubicBezTo>
                  <a:pt x="18" y="1673"/>
                  <a:pt x="14" y="1670"/>
                  <a:pt x="11" y="1667"/>
                </a:cubicBezTo>
                <a:cubicBezTo>
                  <a:pt x="7" y="1663"/>
                  <a:pt x="4" y="1659"/>
                  <a:pt x="3" y="1655"/>
                </a:cubicBezTo>
                <a:cubicBezTo>
                  <a:pt x="1" y="1650"/>
                  <a:pt x="0" y="1646"/>
                  <a:pt x="0" y="1641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4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1425600" y="1867680"/>
            <a:ext cx="584640" cy="604080"/>
          </a:xfrm>
          <a:custGeom>
            <a:avLst/>
            <a:gdLst/>
            <a:ahLst/>
            <a:rect l="0" t="0" r="r" b="b"/>
            <a:pathLst>
              <a:path w="1624" h="1678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2"/>
                </a:cubicBezTo>
                <a:cubicBezTo>
                  <a:pt x="1606" y="4"/>
                  <a:pt x="1610" y="7"/>
                  <a:pt x="1613" y="10"/>
                </a:cubicBezTo>
                <a:cubicBezTo>
                  <a:pt x="1616" y="14"/>
                  <a:pt x="1619" y="18"/>
                  <a:pt x="1621" y="22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1641"/>
                </a:lnTo>
                <a:cubicBezTo>
                  <a:pt x="1624" y="1646"/>
                  <a:pt x="1623" y="1650"/>
                  <a:pt x="1621" y="1655"/>
                </a:cubicBezTo>
                <a:cubicBezTo>
                  <a:pt x="1619" y="1659"/>
                  <a:pt x="1616" y="1663"/>
                  <a:pt x="1613" y="1667"/>
                </a:cubicBezTo>
                <a:cubicBezTo>
                  <a:pt x="1610" y="1670"/>
                  <a:pt x="1606" y="1673"/>
                  <a:pt x="1601" y="1675"/>
                </a:cubicBezTo>
                <a:cubicBezTo>
                  <a:pt x="1596" y="1677"/>
                  <a:pt x="1592" y="1678"/>
                  <a:pt x="1587" y="1678"/>
                </a:cubicBezTo>
                <a:lnTo>
                  <a:pt x="37" y="1678"/>
                </a:lnTo>
                <a:cubicBezTo>
                  <a:pt x="32" y="1678"/>
                  <a:pt x="27" y="1677"/>
                  <a:pt x="23" y="1675"/>
                </a:cubicBezTo>
                <a:cubicBezTo>
                  <a:pt x="18" y="1673"/>
                  <a:pt x="14" y="1670"/>
                  <a:pt x="11" y="1667"/>
                </a:cubicBezTo>
                <a:cubicBezTo>
                  <a:pt x="7" y="1663"/>
                  <a:pt x="4" y="1659"/>
                  <a:pt x="3" y="1655"/>
                </a:cubicBezTo>
                <a:cubicBezTo>
                  <a:pt x="1" y="1650"/>
                  <a:pt x="0" y="1646"/>
                  <a:pt x="0" y="1641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4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2547360" y="2838240"/>
            <a:ext cx="544680" cy="203760"/>
          </a:xfrm>
          <a:custGeom>
            <a:avLst/>
            <a:gdLst/>
            <a:ahLst/>
            <a:rect l="0" t="0" r="r" b="b"/>
            <a:pathLst>
              <a:path w="1513" h="566">
                <a:moveTo>
                  <a:pt x="37" y="0"/>
                </a:moveTo>
                <a:lnTo>
                  <a:pt x="1476" y="0"/>
                </a:lnTo>
                <a:cubicBezTo>
                  <a:pt x="1481" y="0"/>
                  <a:pt x="1486" y="1"/>
                  <a:pt x="1490" y="3"/>
                </a:cubicBezTo>
                <a:cubicBezTo>
                  <a:pt x="1495" y="5"/>
                  <a:pt x="1499" y="7"/>
                  <a:pt x="1502" y="11"/>
                </a:cubicBezTo>
                <a:cubicBezTo>
                  <a:pt x="1506" y="14"/>
                  <a:pt x="1508" y="18"/>
                  <a:pt x="1510" y="23"/>
                </a:cubicBezTo>
                <a:cubicBezTo>
                  <a:pt x="1512" y="27"/>
                  <a:pt x="1513" y="32"/>
                  <a:pt x="1513" y="37"/>
                </a:cubicBezTo>
                <a:lnTo>
                  <a:pt x="1513" y="529"/>
                </a:lnTo>
                <a:cubicBezTo>
                  <a:pt x="1513" y="534"/>
                  <a:pt x="1512" y="539"/>
                  <a:pt x="1510" y="543"/>
                </a:cubicBezTo>
                <a:cubicBezTo>
                  <a:pt x="1508" y="548"/>
                  <a:pt x="1506" y="552"/>
                  <a:pt x="1502" y="555"/>
                </a:cubicBezTo>
                <a:cubicBezTo>
                  <a:pt x="1499" y="559"/>
                  <a:pt x="1495" y="561"/>
                  <a:pt x="1490" y="563"/>
                </a:cubicBezTo>
                <a:cubicBezTo>
                  <a:pt x="1486" y="565"/>
                  <a:pt x="1481" y="566"/>
                  <a:pt x="1476" y="566"/>
                </a:cubicBezTo>
                <a:lnTo>
                  <a:pt x="37" y="566"/>
                </a:lnTo>
                <a:cubicBezTo>
                  <a:pt x="32" y="566"/>
                  <a:pt x="28" y="565"/>
                  <a:pt x="23" y="563"/>
                </a:cubicBezTo>
                <a:cubicBezTo>
                  <a:pt x="18" y="561"/>
                  <a:pt x="14" y="559"/>
                  <a:pt x="11" y="555"/>
                </a:cubicBezTo>
                <a:cubicBezTo>
                  <a:pt x="8" y="552"/>
                  <a:pt x="5" y="548"/>
                  <a:pt x="3" y="543"/>
                </a:cubicBezTo>
                <a:cubicBezTo>
                  <a:pt x="1" y="539"/>
                  <a:pt x="0" y="534"/>
                  <a:pt x="0" y="529"/>
                </a:cubicBezTo>
                <a:lnTo>
                  <a:pt x="0" y="37"/>
                </a:lnTo>
                <a:cubicBezTo>
                  <a:pt x="0" y="32"/>
                  <a:pt x="1" y="27"/>
                  <a:pt x="3" y="23"/>
                </a:cubicBezTo>
                <a:cubicBezTo>
                  <a:pt x="5" y="18"/>
                  <a:pt x="8" y="14"/>
                  <a:pt x="11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1425600" y="1867680"/>
            <a:ext cx="584640" cy="604080"/>
          </a:xfrm>
          <a:custGeom>
            <a:avLst/>
            <a:gdLst/>
            <a:ahLst/>
            <a:rect l="0" t="0" r="r" b="b"/>
            <a:pathLst>
              <a:path w="1624" h="1678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2"/>
                </a:cubicBezTo>
                <a:cubicBezTo>
                  <a:pt x="1606" y="4"/>
                  <a:pt x="1610" y="7"/>
                  <a:pt x="1613" y="10"/>
                </a:cubicBezTo>
                <a:cubicBezTo>
                  <a:pt x="1616" y="14"/>
                  <a:pt x="1619" y="18"/>
                  <a:pt x="1621" y="22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1641"/>
                </a:lnTo>
                <a:cubicBezTo>
                  <a:pt x="1624" y="1646"/>
                  <a:pt x="1623" y="1650"/>
                  <a:pt x="1621" y="1655"/>
                </a:cubicBezTo>
                <a:cubicBezTo>
                  <a:pt x="1619" y="1659"/>
                  <a:pt x="1616" y="1663"/>
                  <a:pt x="1613" y="1667"/>
                </a:cubicBezTo>
                <a:cubicBezTo>
                  <a:pt x="1610" y="1670"/>
                  <a:pt x="1606" y="1673"/>
                  <a:pt x="1601" y="1675"/>
                </a:cubicBezTo>
                <a:cubicBezTo>
                  <a:pt x="1596" y="1677"/>
                  <a:pt x="1592" y="1678"/>
                  <a:pt x="1587" y="1678"/>
                </a:cubicBezTo>
                <a:lnTo>
                  <a:pt x="37" y="1678"/>
                </a:lnTo>
                <a:cubicBezTo>
                  <a:pt x="32" y="1678"/>
                  <a:pt x="27" y="1677"/>
                  <a:pt x="23" y="1675"/>
                </a:cubicBezTo>
                <a:cubicBezTo>
                  <a:pt x="18" y="1673"/>
                  <a:pt x="14" y="1670"/>
                  <a:pt x="11" y="1667"/>
                </a:cubicBezTo>
                <a:cubicBezTo>
                  <a:pt x="7" y="1663"/>
                  <a:pt x="4" y="1659"/>
                  <a:pt x="3" y="1655"/>
                </a:cubicBezTo>
                <a:cubicBezTo>
                  <a:pt x="1" y="1650"/>
                  <a:pt x="0" y="1646"/>
                  <a:pt x="0" y="1641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4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1425600" y="2748240"/>
            <a:ext cx="584640" cy="223560"/>
          </a:xfrm>
          <a:custGeom>
            <a:avLst/>
            <a:gdLst/>
            <a:ahLst/>
            <a:rect l="0" t="0" r="r" b="b"/>
            <a:pathLst>
              <a:path w="1624" h="621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3"/>
                </a:cubicBezTo>
                <a:cubicBezTo>
                  <a:pt x="1606" y="4"/>
                  <a:pt x="1610" y="7"/>
                  <a:pt x="1613" y="11"/>
                </a:cubicBezTo>
                <a:cubicBezTo>
                  <a:pt x="1616" y="14"/>
                  <a:pt x="1619" y="18"/>
                  <a:pt x="1621" y="23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584"/>
                </a:lnTo>
                <a:cubicBezTo>
                  <a:pt x="1624" y="589"/>
                  <a:pt x="1623" y="594"/>
                  <a:pt x="1621" y="599"/>
                </a:cubicBezTo>
                <a:cubicBezTo>
                  <a:pt x="1619" y="603"/>
                  <a:pt x="1616" y="607"/>
                  <a:pt x="1613" y="611"/>
                </a:cubicBezTo>
                <a:cubicBezTo>
                  <a:pt x="1610" y="614"/>
                  <a:pt x="1606" y="617"/>
                  <a:pt x="1601" y="619"/>
                </a:cubicBezTo>
                <a:cubicBezTo>
                  <a:pt x="1596" y="621"/>
                  <a:pt x="1592" y="621"/>
                  <a:pt x="1587" y="621"/>
                </a:cubicBezTo>
                <a:lnTo>
                  <a:pt x="37" y="621"/>
                </a:lnTo>
                <a:cubicBezTo>
                  <a:pt x="32" y="621"/>
                  <a:pt x="27" y="621"/>
                  <a:pt x="23" y="619"/>
                </a:cubicBezTo>
                <a:cubicBezTo>
                  <a:pt x="18" y="617"/>
                  <a:pt x="14" y="614"/>
                  <a:pt x="11" y="611"/>
                </a:cubicBezTo>
                <a:cubicBezTo>
                  <a:pt x="7" y="607"/>
                  <a:pt x="4" y="603"/>
                  <a:pt x="3" y="599"/>
                </a:cubicBezTo>
                <a:cubicBezTo>
                  <a:pt x="1" y="594"/>
                  <a:pt x="0" y="589"/>
                  <a:pt x="0" y="584"/>
                </a:cubicBezTo>
                <a:lnTo>
                  <a:pt x="0" y="37"/>
                </a:lnTo>
                <a:cubicBezTo>
                  <a:pt x="0" y="32"/>
                  <a:pt x="1" y="27"/>
                  <a:pt x="3" y="23"/>
                </a:cubicBezTo>
                <a:cubicBezTo>
                  <a:pt x="4" y="18"/>
                  <a:pt x="7" y="14"/>
                  <a:pt x="11" y="11"/>
                </a:cubicBezTo>
                <a:cubicBezTo>
                  <a:pt x="14" y="7"/>
                  <a:pt x="18" y="4"/>
                  <a:pt x="23" y="3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1425600" y="1867680"/>
            <a:ext cx="584640" cy="604080"/>
          </a:xfrm>
          <a:custGeom>
            <a:avLst/>
            <a:gdLst/>
            <a:ahLst/>
            <a:rect l="0" t="0" r="r" b="b"/>
            <a:pathLst>
              <a:path w="1624" h="1678">
                <a:moveTo>
                  <a:pt x="37" y="0"/>
                </a:moveTo>
                <a:lnTo>
                  <a:pt x="1587" y="0"/>
                </a:lnTo>
                <a:cubicBezTo>
                  <a:pt x="1592" y="0"/>
                  <a:pt x="1596" y="1"/>
                  <a:pt x="1601" y="2"/>
                </a:cubicBezTo>
                <a:cubicBezTo>
                  <a:pt x="1606" y="4"/>
                  <a:pt x="1610" y="7"/>
                  <a:pt x="1613" y="10"/>
                </a:cubicBezTo>
                <a:cubicBezTo>
                  <a:pt x="1616" y="14"/>
                  <a:pt x="1619" y="18"/>
                  <a:pt x="1621" y="22"/>
                </a:cubicBezTo>
                <a:cubicBezTo>
                  <a:pt x="1623" y="27"/>
                  <a:pt x="1624" y="32"/>
                  <a:pt x="1624" y="37"/>
                </a:cubicBezTo>
                <a:lnTo>
                  <a:pt x="1624" y="1641"/>
                </a:lnTo>
                <a:cubicBezTo>
                  <a:pt x="1624" y="1646"/>
                  <a:pt x="1623" y="1650"/>
                  <a:pt x="1621" y="1655"/>
                </a:cubicBezTo>
                <a:cubicBezTo>
                  <a:pt x="1619" y="1659"/>
                  <a:pt x="1616" y="1663"/>
                  <a:pt x="1613" y="1667"/>
                </a:cubicBezTo>
                <a:cubicBezTo>
                  <a:pt x="1610" y="1670"/>
                  <a:pt x="1606" y="1673"/>
                  <a:pt x="1601" y="1675"/>
                </a:cubicBezTo>
                <a:cubicBezTo>
                  <a:pt x="1596" y="1677"/>
                  <a:pt x="1592" y="1678"/>
                  <a:pt x="1587" y="1678"/>
                </a:cubicBezTo>
                <a:lnTo>
                  <a:pt x="37" y="1678"/>
                </a:lnTo>
                <a:cubicBezTo>
                  <a:pt x="32" y="1678"/>
                  <a:pt x="27" y="1677"/>
                  <a:pt x="23" y="1675"/>
                </a:cubicBezTo>
                <a:cubicBezTo>
                  <a:pt x="18" y="1673"/>
                  <a:pt x="14" y="1670"/>
                  <a:pt x="11" y="1667"/>
                </a:cubicBezTo>
                <a:cubicBezTo>
                  <a:pt x="7" y="1663"/>
                  <a:pt x="4" y="1659"/>
                  <a:pt x="3" y="1655"/>
                </a:cubicBezTo>
                <a:cubicBezTo>
                  <a:pt x="1" y="1650"/>
                  <a:pt x="0" y="1646"/>
                  <a:pt x="0" y="1641"/>
                </a:cubicBezTo>
                <a:lnTo>
                  <a:pt x="0" y="37"/>
                </a:lnTo>
                <a:cubicBezTo>
                  <a:pt x="0" y="32"/>
                  <a:pt x="1" y="27"/>
                  <a:pt x="3" y="22"/>
                </a:cubicBezTo>
                <a:cubicBezTo>
                  <a:pt x="4" y="18"/>
                  <a:pt x="7" y="14"/>
                  <a:pt x="11" y="10"/>
                </a:cubicBezTo>
                <a:cubicBezTo>
                  <a:pt x="14" y="7"/>
                  <a:pt x="18" y="4"/>
                  <a:pt x="23" y="2"/>
                </a:cubicBezTo>
                <a:cubicBezTo>
                  <a:pt x="27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2547360" y="3038400"/>
            <a:ext cx="544680" cy="203760"/>
          </a:xfrm>
          <a:custGeom>
            <a:avLst/>
            <a:gdLst/>
            <a:ahLst/>
            <a:rect l="0" t="0" r="r" b="b"/>
            <a:pathLst>
              <a:path w="1513" h="566">
                <a:moveTo>
                  <a:pt x="37" y="0"/>
                </a:moveTo>
                <a:lnTo>
                  <a:pt x="1476" y="0"/>
                </a:lnTo>
                <a:cubicBezTo>
                  <a:pt x="1481" y="0"/>
                  <a:pt x="1486" y="1"/>
                  <a:pt x="1490" y="3"/>
                </a:cubicBezTo>
                <a:cubicBezTo>
                  <a:pt x="1495" y="5"/>
                  <a:pt x="1499" y="7"/>
                  <a:pt x="1502" y="11"/>
                </a:cubicBezTo>
                <a:cubicBezTo>
                  <a:pt x="1506" y="14"/>
                  <a:pt x="1508" y="18"/>
                  <a:pt x="1510" y="23"/>
                </a:cubicBezTo>
                <a:cubicBezTo>
                  <a:pt x="1512" y="27"/>
                  <a:pt x="1513" y="32"/>
                  <a:pt x="1513" y="37"/>
                </a:cubicBezTo>
                <a:lnTo>
                  <a:pt x="1513" y="529"/>
                </a:lnTo>
                <a:cubicBezTo>
                  <a:pt x="1513" y="534"/>
                  <a:pt x="1512" y="539"/>
                  <a:pt x="1510" y="543"/>
                </a:cubicBezTo>
                <a:cubicBezTo>
                  <a:pt x="1508" y="548"/>
                  <a:pt x="1506" y="552"/>
                  <a:pt x="1502" y="555"/>
                </a:cubicBezTo>
                <a:cubicBezTo>
                  <a:pt x="1499" y="559"/>
                  <a:pt x="1495" y="561"/>
                  <a:pt x="1490" y="563"/>
                </a:cubicBezTo>
                <a:cubicBezTo>
                  <a:pt x="1486" y="565"/>
                  <a:pt x="1481" y="566"/>
                  <a:pt x="1476" y="566"/>
                </a:cubicBezTo>
                <a:lnTo>
                  <a:pt x="37" y="566"/>
                </a:lnTo>
                <a:cubicBezTo>
                  <a:pt x="32" y="566"/>
                  <a:pt x="28" y="565"/>
                  <a:pt x="23" y="563"/>
                </a:cubicBezTo>
                <a:cubicBezTo>
                  <a:pt x="18" y="561"/>
                  <a:pt x="14" y="559"/>
                  <a:pt x="11" y="555"/>
                </a:cubicBezTo>
                <a:cubicBezTo>
                  <a:pt x="8" y="552"/>
                  <a:pt x="5" y="548"/>
                  <a:pt x="3" y="543"/>
                </a:cubicBezTo>
                <a:cubicBezTo>
                  <a:pt x="1" y="539"/>
                  <a:pt x="0" y="534"/>
                  <a:pt x="0" y="529"/>
                </a:cubicBezTo>
                <a:lnTo>
                  <a:pt x="0" y="37"/>
                </a:lnTo>
                <a:cubicBezTo>
                  <a:pt x="0" y="32"/>
                  <a:pt x="1" y="27"/>
                  <a:pt x="3" y="23"/>
                </a:cubicBezTo>
                <a:cubicBezTo>
                  <a:pt x="5" y="18"/>
                  <a:pt x="8" y="14"/>
                  <a:pt x="11" y="11"/>
                </a:cubicBezTo>
                <a:cubicBezTo>
                  <a:pt x="14" y="7"/>
                  <a:pt x="18" y="5"/>
                  <a:pt x="23" y="3"/>
                </a:cubicBezTo>
                <a:cubicBezTo>
                  <a:pt x="28" y="1"/>
                  <a:pt x="32" y="0"/>
                  <a:pt x="37" y="0"/>
                </a:cubicBezTo>
                <a:close/>
              </a:path>
            </a:pathLst>
          </a:custGeom>
          <a:noFill/>
          <a:ln w="13320">
            <a:solidFill>
              <a:srgbClr val="1f6feb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184480" y="2751840"/>
            <a:ext cx="192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943160" y="1371240"/>
            <a:ext cx="3934440" cy="991080"/>
          </a:xfrm>
          <a:custGeom>
            <a:avLst/>
            <a:gdLst/>
            <a:ahLst/>
            <a:rect l="0" t="0" r="r" b="b"/>
            <a:pathLst>
              <a:path w="10929" h="2753">
                <a:moveTo>
                  <a:pt x="0" y="0"/>
                </a:moveTo>
                <a:lnTo>
                  <a:pt x="10929" y="0"/>
                </a:lnTo>
                <a:lnTo>
                  <a:pt x="10929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943160" y="137124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943160" y="23526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8867520" y="137124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943160" y="137124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943160" y="2457360"/>
            <a:ext cx="3934440" cy="686160"/>
          </a:xfrm>
          <a:custGeom>
            <a:avLst/>
            <a:gdLst/>
            <a:ahLst/>
            <a:rect l="0" t="0" r="r" b="b"/>
            <a:pathLst>
              <a:path w="10929" h="1906">
                <a:moveTo>
                  <a:pt x="0" y="0"/>
                </a:moveTo>
                <a:lnTo>
                  <a:pt x="10929" y="0"/>
                </a:lnTo>
                <a:lnTo>
                  <a:pt x="10929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943160" y="245736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943160" y="3133440"/>
            <a:ext cx="3934440" cy="10080"/>
          </a:xfrm>
          <a:custGeom>
            <a:avLst/>
            <a:gdLst/>
            <a:ahLst/>
            <a:rect l="0" t="0" r="r" b="b"/>
            <a:pathLst>
              <a:path w="10929" h="28">
                <a:moveTo>
                  <a:pt x="0" y="0"/>
                </a:moveTo>
                <a:lnTo>
                  <a:pt x="10929" y="0"/>
                </a:lnTo>
                <a:lnTo>
                  <a:pt x="10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8867520" y="245736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4943160" y="245736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4943160" y="3238200"/>
            <a:ext cx="3934440" cy="686160"/>
          </a:xfrm>
          <a:custGeom>
            <a:avLst/>
            <a:gdLst/>
            <a:ahLst/>
            <a:rect l="0" t="0" r="r" b="b"/>
            <a:pathLst>
              <a:path w="10929" h="1906">
                <a:moveTo>
                  <a:pt x="0" y="0"/>
                </a:moveTo>
                <a:lnTo>
                  <a:pt x="10929" y="0"/>
                </a:lnTo>
                <a:lnTo>
                  <a:pt x="10929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4943160" y="32382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943160" y="391464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8867520" y="323820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4943160" y="323820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111640" y="1530360"/>
            <a:ext cx="223560" cy="224280"/>
          </a:xfrm>
          <a:custGeom>
            <a:avLst/>
            <a:gdLst/>
            <a:ahLst/>
            <a:rect l="0" t="0" r="r" b="b"/>
            <a:pathLst>
              <a:path w="621" h="623">
                <a:moveTo>
                  <a:pt x="430" y="64"/>
                </a:moveTo>
                <a:lnTo>
                  <a:pt x="329" y="4"/>
                </a:lnTo>
                <a:cubicBezTo>
                  <a:pt x="322" y="2"/>
                  <a:pt x="318" y="0"/>
                  <a:pt x="311" y="0"/>
                </a:cubicBezTo>
                <a:cubicBezTo>
                  <a:pt x="305" y="0"/>
                  <a:pt x="300" y="2"/>
                  <a:pt x="296" y="4"/>
                </a:cubicBezTo>
                <a:lnTo>
                  <a:pt x="196" y="64"/>
                </a:lnTo>
                <a:cubicBezTo>
                  <a:pt x="185" y="71"/>
                  <a:pt x="178" y="82"/>
                  <a:pt x="178" y="93"/>
                </a:cubicBezTo>
                <a:lnTo>
                  <a:pt x="178" y="218"/>
                </a:lnTo>
                <a:cubicBezTo>
                  <a:pt x="178" y="229"/>
                  <a:pt x="185" y="240"/>
                  <a:pt x="193" y="246"/>
                </a:cubicBezTo>
                <a:lnTo>
                  <a:pt x="293" y="306"/>
                </a:lnTo>
                <a:cubicBezTo>
                  <a:pt x="298" y="309"/>
                  <a:pt x="305" y="311"/>
                  <a:pt x="309" y="311"/>
                </a:cubicBezTo>
                <a:cubicBezTo>
                  <a:pt x="313" y="311"/>
                  <a:pt x="320" y="309"/>
                  <a:pt x="325" y="306"/>
                </a:cubicBezTo>
                <a:lnTo>
                  <a:pt x="426" y="246"/>
                </a:lnTo>
                <a:cubicBezTo>
                  <a:pt x="434" y="240"/>
                  <a:pt x="441" y="231"/>
                  <a:pt x="441" y="218"/>
                </a:cubicBezTo>
                <a:lnTo>
                  <a:pt x="441" y="93"/>
                </a:lnTo>
                <a:cubicBezTo>
                  <a:pt x="446" y="82"/>
                  <a:pt x="439" y="71"/>
                  <a:pt x="430" y="64"/>
                </a:cubicBezTo>
                <a:moveTo>
                  <a:pt x="401" y="211"/>
                </a:moveTo>
                <a:lnTo>
                  <a:pt x="311" y="264"/>
                </a:lnTo>
                <a:lnTo>
                  <a:pt x="222" y="211"/>
                </a:lnTo>
                <a:lnTo>
                  <a:pt x="222" y="100"/>
                </a:lnTo>
                <a:lnTo>
                  <a:pt x="311" y="46"/>
                </a:lnTo>
                <a:lnTo>
                  <a:pt x="401" y="100"/>
                </a:lnTo>
                <a:lnTo>
                  <a:pt x="401" y="211"/>
                </a:lnTo>
                <a:moveTo>
                  <a:pt x="608" y="375"/>
                </a:moveTo>
                <a:lnTo>
                  <a:pt x="508" y="315"/>
                </a:lnTo>
                <a:cubicBezTo>
                  <a:pt x="501" y="313"/>
                  <a:pt x="497" y="311"/>
                  <a:pt x="490" y="311"/>
                </a:cubicBezTo>
                <a:cubicBezTo>
                  <a:pt x="483" y="311"/>
                  <a:pt x="479" y="313"/>
                  <a:pt x="474" y="315"/>
                </a:cubicBezTo>
                <a:lnTo>
                  <a:pt x="374" y="375"/>
                </a:lnTo>
                <a:cubicBezTo>
                  <a:pt x="365" y="382"/>
                  <a:pt x="358" y="391"/>
                  <a:pt x="358" y="404"/>
                </a:cubicBezTo>
                <a:lnTo>
                  <a:pt x="358" y="530"/>
                </a:lnTo>
                <a:cubicBezTo>
                  <a:pt x="358" y="541"/>
                  <a:pt x="365" y="552"/>
                  <a:pt x="374" y="559"/>
                </a:cubicBezTo>
                <a:lnTo>
                  <a:pt x="474" y="619"/>
                </a:lnTo>
                <a:cubicBezTo>
                  <a:pt x="479" y="621"/>
                  <a:pt x="486" y="623"/>
                  <a:pt x="490" y="623"/>
                </a:cubicBezTo>
                <a:cubicBezTo>
                  <a:pt x="494" y="623"/>
                  <a:pt x="501" y="621"/>
                  <a:pt x="506" y="619"/>
                </a:cubicBezTo>
                <a:lnTo>
                  <a:pt x="606" y="559"/>
                </a:lnTo>
                <a:cubicBezTo>
                  <a:pt x="614" y="552"/>
                  <a:pt x="621" y="543"/>
                  <a:pt x="621" y="530"/>
                </a:cubicBezTo>
                <a:lnTo>
                  <a:pt x="621" y="404"/>
                </a:lnTo>
                <a:cubicBezTo>
                  <a:pt x="623" y="393"/>
                  <a:pt x="617" y="382"/>
                  <a:pt x="608" y="375"/>
                </a:cubicBezTo>
                <a:moveTo>
                  <a:pt x="579" y="523"/>
                </a:moveTo>
                <a:lnTo>
                  <a:pt x="490" y="576"/>
                </a:lnTo>
                <a:lnTo>
                  <a:pt x="401" y="523"/>
                </a:lnTo>
                <a:lnTo>
                  <a:pt x="401" y="411"/>
                </a:lnTo>
                <a:lnTo>
                  <a:pt x="490" y="358"/>
                </a:lnTo>
                <a:lnTo>
                  <a:pt x="579" y="411"/>
                </a:lnTo>
                <a:lnTo>
                  <a:pt x="579" y="523"/>
                </a:lnTo>
                <a:moveTo>
                  <a:pt x="251" y="375"/>
                </a:moveTo>
                <a:lnTo>
                  <a:pt x="151" y="315"/>
                </a:lnTo>
                <a:cubicBezTo>
                  <a:pt x="145" y="313"/>
                  <a:pt x="140" y="311"/>
                  <a:pt x="133" y="311"/>
                </a:cubicBezTo>
                <a:cubicBezTo>
                  <a:pt x="127" y="311"/>
                  <a:pt x="122" y="313"/>
                  <a:pt x="118" y="315"/>
                </a:cubicBezTo>
                <a:lnTo>
                  <a:pt x="18" y="375"/>
                </a:lnTo>
                <a:cubicBezTo>
                  <a:pt x="7" y="382"/>
                  <a:pt x="0" y="393"/>
                  <a:pt x="0" y="404"/>
                </a:cubicBezTo>
                <a:lnTo>
                  <a:pt x="0" y="530"/>
                </a:lnTo>
                <a:cubicBezTo>
                  <a:pt x="0" y="541"/>
                  <a:pt x="7" y="552"/>
                  <a:pt x="16" y="559"/>
                </a:cubicBezTo>
                <a:lnTo>
                  <a:pt x="116" y="619"/>
                </a:lnTo>
                <a:cubicBezTo>
                  <a:pt x="122" y="621"/>
                  <a:pt x="127" y="623"/>
                  <a:pt x="133" y="623"/>
                </a:cubicBezTo>
                <a:cubicBezTo>
                  <a:pt x="140" y="623"/>
                  <a:pt x="145" y="621"/>
                  <a:pt x="149" y="619"/>
                </a:cubicBezTo>
                <a:lnTo>
                  <a:pt x="249" y="559"/>
                </a:lnTo>
                <a:cubicBezTo>
                  <a:pt x="258" y="552"/>
                  <a:pt x="265" y="543"/>
                  <a:pt x="265" y="530"/>
                </a:cubicBezTo>
                <a:lnTo>
                  <a:pt x="265" y="404"/>
                </a:lnTo>
                <a:cubicBezTo>
                  <a:pt x="267" y="393"/>
                  <a:pt x="260" y="382"/>
                  <a:pt x="251" y="375"/>
                </a:cubicBezTo>
                <a:moveTo>
                  <a:pt x="222" y="523"/>
                </a:moveTo>
                <a:lnTo>
                  <a:pt x="133" y="576"/>
                </a:lnTo>
                <a:lnTo>
                  <a:pt x="45" y="523"/>
                </a:lnTo>
                <a:lnTo>
                  <a:pt x="45" y="411"/>
                </a:lnTo>
                <a:lnTo>
                  <a:pt x="133" y="358"/>
                </a:lnTo>
                <a:lnTo>
                  <a:pt x="222" y="411"/>
                </a:lnTo>
                <a:lnTo>
                  <a:pt x="222" y="52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457200" y="390816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5094000" y="1812960"/>
            <a:ext cx="1918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5094000" y="2077560"/>
            <a:ext cx="3728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5094000" y="2606400"/>
            <a:ext cx="939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094000" y="2868120"/>
            <a:ext cx="1706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5094000" y="3387600"/>
            <a:ext cx="55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56840" y="4152600"/>
            <a:ext cx="8420760" cy="457560"/>
          </a:xfrm>
          <a:custGeom>
            <a:avLst/>
            <a:gdLst/>
            <a:ahLst/>
            <a:rect l="0" t="0" r="r" b="b"/>
            <a:pathLst>
              <a:path w="23391" h="1271">
                <a:moveTo>
                  <a:pt x="0" y="0"/>
                </a:moveTo>
                <a:lnTo>
                  <a:pt x="23391" y="0"/>
                </a:lnTo>
                <a:lnTo>
                  <a:pt x="2339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456840" y="4152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456840" y="46004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8867520" y="415260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106"/>
                </a:moveTo>
                <a:lnTo>
                  <a:pt x="0" y="1271"/>
                </a:lnTo>
                <a:lnTo>
                  <a:pt x="28" y="127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56840" y="415260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0" y="1271"/>
                </a:lnTo>
                <a:lnTo>
                  <a:pt x="28" y="12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5094000" y="3649320"/>
            <a:ext cx="2628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3067200" y="4309200"/>
            <a:ext cx="3882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3833640" y="470916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