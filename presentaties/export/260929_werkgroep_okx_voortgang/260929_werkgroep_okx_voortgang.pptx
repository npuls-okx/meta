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3.jpeg" ContentType="image/jpeg"/>
  <Override PartName="/ppt/media/image2.png" ContentType="image/png"/>
  <Override PartName="/ppt/media/image4.png" ContentType="image/png"/>
  <Override PartName="/ppt/media/image5.jpeg" ContentType="image/jpe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979720" y="2028240"/>
            <a:ext cx="391428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Werkgroep OKx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186000" y="3037320"/>
            <a:ext cx="3396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kerngroep techniek · 29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50076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71240"/>
            <a:ext cx="1419480" cy="976680"/>
          </a:xfrm>
          <a:custGeom>
            <a:avLst/>
            <a:gdLst/>
            <a:ahLst/>
            <a:rect l="0" t="0" r="r" b="b"/>
            <a:pathLst>
              <a:path w="3943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2"/>
                  <a:pt x="3698" y="6"/>
                </a:cubicBezTo>
                <a:cubicBezTo>
                  <a:pt x="3718" y="9"/>
                  <a:pt x="3737" y="14"/>
                  <a:pt x="3755" y="21"/>
                </a:cubicBezTo>
                <a:cubicBezTo>
                  <a:pt x="3774" y="27"/>
                  <a:pt x="3791" y="35"/>
                  <a:pt x="3808" y="45"/>
                </a:cubicBezTo>
                <a:cubicBezTo>
                  <a:pt x="3824" y="55"/>
                  <a:pt x="3840" y="66"/>
                  <a:pt x="3854" y="78"/>
                </a:cubicBezTo>
                <a:cubicBezTo>
                  <a:pt x="3868" y="90"/>
                  <a:pt x="3881" y="104"/>
                  <a:pt x="3892" y="118"/>
                </a:cubicBezTo>
                <a:cubicBezTo>
                  <a:pt x="3903" y="133"/>
                  <a:pt x="3912" y="148"/>
                  <a:pt x="3920" y="164"/>
                </a:cubicBezTo>
                <a:cubicBezTo>
                  <a:pt x="3928" y="180"/>
                  <a:pt x="3933" y="196"/>
                  <a:pt x="3937" y="213"/>
                </a:cubicBezTo>
                <a:cubicBezTo>
                  <a:pt x="3941" y="231"/>
                  <a:pt x="3943" y="248"/>
                  <a:pt x="3943" y="266"/>
                </a:cubicBezTo>
                <a:lnTo>
                  <a:pt x="3943" y="2409"/>
                </a:lnTo>
                <a:cubicBezTo>
                  <a:pt x="3943" y="2429"/>
                  <a:pt x="3941" y="2449"/>
                  <a:pt x="3937" y="2469"/>
                </a:cubicBezTo>
                <a:cubicBezTo>
                  <a:pt x="3933" y="2488"/>
                  <a:pt x="3928" y="2507"/>
                  <a:pt x="3920" y="2526"/>
                </a:cubicBezTo>
                <a:cubicBezTo>
                  <a:pt x="3912" y="2544"/>
                  <a:pt x="3903" y="2562"/>
                  <a:pt x="3892" y="2578"/>
                </a:cubicBezTo>
                <a:cubicBezTo>
                  <a:pt x="3881" y="2595"/>
                  <a:pt x="3868" y="2610"/>
                  <a:pt x="3854" y="2624"/>
                </a:cubicBezTo>
                <a:cubicBezTo>
                  <a:pt x="3840" y="2638"/>
                  <a:pt x="3824" y="2651"/>
                  <a:pt x="3808" y="2662"/>
                </a:cubicBezTo>
                <a:cubicBezTo>
                  <a:pt x="3791" y="2673"/>
                  <a:pt x="3774" y="2683"/>
                  <a:pt x="3755" y="2690"/>
                </a:cubicBezTo>
                <a:cubicBezTo>
                  <a:pt x="3737" y="2698"/>
                  <a:pt x="3718" y="2704"/>
                  <a:pt x="3698" y="2708"/>
                </a:cubicBezTo>
                <a:cubicBezTo>
                  <a:pt x="3679" y="2712"/>
                  <a:pt x="3659" y="2713"/>
                  <a:pt x="3639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69" y="2683"/>
                  <a:pt x="152" y="2673"/>
                  <a:pt x="135" y="2662"/>
                </a:cubicBezTo>
                <a:cubicBezTo>
                  <a:pt x="118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5" y="2507"/>
                  <a:pt x="9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71360" y="16617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557"/>
                </a:moveTo>
                <a:lnTo>
                  <a:pt x="517" y="557"/>
                </a:lnTo>
                <a:lnTo>
                  <a:pt x="517" y="458"/>
                </a:lnTo>
                <a:cubicBezTo>
                  <a:pt x="517" y="445"/>
                  <a:pt x="514" y="432"/>
                  <a:pt x="509" y="420"/>
                </a:cubicBezTo>
                <a:cubicBezTo>
                  <a:pt x="504" y="408"/>
                  <a:pt x="497" y="397"/>
                  <a:pt x="488" y="388"/>
                </a:cubicBezTo>
                <a:cubicBezTo>
                  <a:pt x="479" y="378"/>
                  <a:pt x="468" y="371"/>
                  <a:pt x="456" y="366"/>
                </a:cubicBezTo>
                <a:cubicBezTo>
                  <a:pt x="444" y="361"/>
                  <a:pt x="431" y="359"/>
                  <a:pt x="418" y="359"/>
                </a:cubicBezTo>
                <a:lnTo>
                  <a:pt x="418" y="319"/>
                </a:lnTo>
                <a:cubicBezTo>
                  <a:pt x="436" y="319"/>
                  <a:pt x="454" y="323"/>
                  <a:pt x="471" y="330"/>
                </a:cubicBezTo>
                <a:cubicBezTo>
                  <a:pt x="488" y="337"/>
                  <a:pt x="503" y="347"/>
                  <a:pt x="516" y="360"/>
                </a:cubicBezTo>
                <a:cubicBezTo>
                  <a:pt x="529" y="373"/>
                  <a:pt x="539" y="388"/>
                  <a:pt x="546" y="405"/>
                </a:cubicBezTo>
                <a:cubicBezTo>
                  <a:pt x="553" y="422"/>
                  <a:pt x="557" y="439"/>
                  <a:pt x="557" y="458"/>
                </a:cubicBezTo>
                <a:lnTo>
                  <a:pt x="557" y="557"/>
                </a:lnTo>
                <a:moveTo>
                  <a:pt x="398" y="557"/>
                </a:moveTo>
                <a:lnTo>
                  <a:pt x="358" y="557"/>
                </a:lnTo>
                <a:lnTo>
                  <a:pt x="358" y="458"/>
                </a:lnTo>
                <a:cubicBezTo>
                  <a:pt x="358" y="445"/>
                  <a:pt x="356" y="432"/>
                  <a:pt x="351" y="420"/>
                </a:cubicBezTo>
                <a:cubicBezTo>
                  <a:pt x="346" y="408"/>
                  <a:pt x="338" y="397"/>
                  <a:pt x="329" y="388"/>
                </a:cubicBezTo>
                <a:cubicBezTo>
                  <a:pt x="320" y="378"/>
                  <a:pt x="309" y="371"/>
                  <a:pt x="297" y="366"/>
                </a:cubicBezTo>
                <a:cubicBezTo>
                  <a:pt x="285" y="361"/>
                  <a:pt x="272" y="359"/>
                  <a:pt x="259" y="359"/>
                </a:cubicBezTo>
                <a:lnTo>
                  <a:pt x="140" y="359"/>
                </a:lnTo>
                <a:cubicBezTo>
                  <a:pt x="127" y="359"/>
                  <a:pt x="114" y="361"/>
                  <a:pt x="102" y="366"/>
                </a:cubicBezTo>
                <a:cubicBezTo>
                  <a:pt x="90" y="371"/>
                  <a:pt x="79" y="378"/>
                  <a:pt x="69" y="388"/>
                </a:cubicBezTo>
                <a:cubicBezTo>
                  <a:pt x="60" y="397"/>
                  <a:pt x="52" y="408"/>
                  <a:pt x="47" y="420"/>
                </a:cubicBezTo>
                <a:cubicBezTo>
                  <a:pt x="42" y="432"/>
                  <a:pt x="40" y="445"/>
                  <a:pt x="40" y="458"/>
                </a:cubicBezTo>
                <a:lnTo>
                  <a:pt x="40" y="557"/>
                </a:lnTo>
                <a:lnTo>
                  <a:pt x="0" y="557"/>
                </a:lnTo>
                <a:lnTo>
                  <a:pt x="0" y="458"/>
                </a:lnTo>
                <a:cubicBezTo>
                  <a:pt x="0" y="439"/>
                  <a:pt x="4" y="422"/>
                  <a:pt x="11" y="405"/>
                </a:cubicBezTo>
                <a:cubicBezTo>
                  <a:pt x="18" y="388"/>
                  <a:pt x="28" y="373"/>
                  <a:pt x="41" y="360"/>
                </a:cubicBezTo>
                <a:cubicBezTo>
                  <a:pt x="54" y="347"/>
                  <a:pt x="69" y="337"/>
                  <a:pt x="87" y="330"/>
                </a:cubicBezTo>
                <a:cubicBezTo>
                  <a:pt x="104" y="323"/>
                  <a:pt x="122" y="319"/>
                  <a:pt x="140" y="319"/>
                </a:cubicBezTo>
                <a:lnTo>
                  <a:pt x="259" y="319"/>
                </a:lnTo>
                <a:cubicBezTo>
                  <a:pt x="277" y="319"/>
                  <a:pt x="295" y="323"/>
                  <a:pt x="312" y="330"/>
                </a:cubicBezTo>
                <a:cubicBezTo>
                  <a:pt x="329" y="337"/>
                  <a:pt x="344" y="347"/>
                  <a:pt x="357" y="360"/>
                </a:cubicBezTo>
                <a:cubicBezTo>
                  <a:pt x="370" y="373"/>
                  <a:pt x="380" y="388"/>
                  <a:pt x="387" y="405"/>
                </a:cubicBezTo>
                <a:cubicBezTo>
                  <a:pt x="394" y="422"/>
                  <a:pt x="398" y="439"/>
                  <a:pt x="398" y="458"/>
                </a:cubicBezTo>
                <a:lnTo>
                  <a:pt x="398" y="557"/>
                </a:lnTo>
                <a:moveTo>
                  <a:pt x="358" y="0"/>
                </a:moveTo>
                <a:lnTo>
                  <a:pt x="358" y="40"/>
                </a:lnTo>
                <a:cubicBezTo>
                  <a:pt x="371" y="40"/>
                  <a:pt x="384" y="43"/>
                  <a:pt x="396" y="48"/>
                </a:cubicBezTo>
                <a:cubicBezTo>
                  <a:pt x="408" y="53"/>
                  <a:pt x="419" y="60"/>
                  <a:pt x="428" y="69"/>
                </a:cubicBezTo>
                <a:cubicBezTo>
                  <a:pt x="438" y="79"/>
                  <a:pt x="445" y="89"/>
                  <a:pt x="450" y="101"/>
                </a:cubicBezTo>
                <a:cubicBezTo>
                  <a:pt x="455" y="115"/>
                  <a:pt x="457" y="127"/>
                  <a:pt x="457" y="140"/>
                </a:cubicBezTo>
                <a:cubicBezTo>
                  <a:pt x="457" y="154"/>
                  <a:pt x="455" y="166"/>
                  <a:pt x="450" y="178"/>
                </a:cubicBezTo>
                <a:cubicBezTo>
                  <a:pt x="445" y="191"/>
                  <a:pt x="438" y="201"/>
                  <a:pt x="428" y="211"/>
                </a:cubicBezTo>
                <a:cubicBezTo>
                  <a:pt x="419" y="220"/>
                  <a:pt x="408" y="227"/>
                  <a:pt x="396" y="232"/>
                </a:cubicBezTo>
                <a:cubicBezTo>
                  <a:pt x="384" y="237"/>
                  <a:pt x="371" y="240"/>
                  <a:pt x="358" y="240"/>
                </a:cubicBezTo>
                <a:lnTo>
                  <a:pt x="358" y="279"/>
                </a:lnTo>
                <a:cubicBezTo>
                  <a:pt x="377" y="279"/>
                  <a:pt x="394" y="276"/>
                  <a:pt x="411" y="269"/>
                </a:cubicBezTo>
                <a:cubicBezTo>
                  <a:pt x="428" y="262"/>
                  <a:pt x="443" y="252"/>
                  <a:pt x="456" y="239"/>
                </a:cubicBezTo>
                <a:cubicBezTo>
                  <a:pt x="469" y="226"/>
                  <a:pt x="480" y="211"/>
                  <a:pt x="487" y="194"/>
                </a:cubicBezTo>
                <a:cubicBezTo>
                  <a:pt x="494" y="177"/>
                  <a:pt x="497" y="159"/>
                  <a:pt x="497" y="140"/>
                </a:cubicBezTo>
                <a:cubicBezTo>
                  <a:pt x="497" y="122"/>
                  <a:pt x="494" y="104"/>
                  <a:pt x="487" y="86"/>
                </a:cubicBezTo>
                <a:cubicBezTo>
                  <a:pt x="480" y="69"/>
                  <a:pt x="469" y="54"/>
                  <a:pt x="456" y="41"/>
                </a:cubicBezTo>
                <a:cubicBezTo>
                  <a:pt x="443" y="28"/>
                  <a:pt x="428" y="18"/>
                  <a:pt x="411" y="11"/>
                </a:cubicBezTo>
                <a:cubicBezTo>
                  <a:pt x="394" y="4"/>
                  <a:pt x="377" y="0"/>
                  <a:pt x="358" y="0"/>
                </a:cubicBezTo>
                <a:moveTo>
                  <a:pt x="199" y="40"/>
                </a:moveTo>
                <a:cubicBezTo>
                  <a:pt x="213" y="40"/>
                  <a:pt x="225" y="43"/>
                  <a:pt x="237" y="48"/>
                </a:cubicBezTo>
                <a:cubicBezTo>
                  <a:pt x="250" y="53"/>
                  <a:pt x="260" y="60"/>
                  <a:pt x="270" y="69"/>
                </a:cubicBezTo>
                <a:cubicBezTo>
                  <a:pt x="279" y="79"/>
                  <a:pt x="286" y="89"/>
                  <a:pt x="291" y="101"/>
                </a:cubicBezTo>
                <a:cubicBezTo>
                  <a:pt x="296" y="115"/>
                  <a:pt x="299" y="127"/>
                  <a:pt x="299" y="140"/>
                </a:cubicBezTo>
                <a:cubicBezTo>
                  <a:pt x="299" y="154"/>
                  <a:pt x="296" y="166"/>
                  <a:pt x="291" y="178"/>
                </a:cubicBezTo>
                <a:cubicBezTo>
                  <a:pt x="286" y="191"/>
                  <a:pt x="279" y="201"/>
                  <a:pt x="270" y="211"/>
                </a:cubicBezTo>
                <a:cubicBezTo>
                  <a:pt x="260" y="220"/>
                  <a:pt x="250" y="227"/>
                  <a:pt x="237" y="232"/>
                </a:cubicBezTo>
                <a:cubicBezTo>
                  <a:pt x="225" y="237"/>
                  <a:pt x="213" y="240"/>
                  <a:pt x="199" y="240"/>
                </a:cubicBezTo>
                <a:cubicBezTo>
                  <a:pt x="186" y="240"/>
                  <a:pt x="174" y="237"/>
                  <a:pt x="162" y="232"/>
                </a:cubicBezTo>
                <a:cubicBezTo>
                  <a:pt x="149" y="227"/>
                  <a:pt x="139" y="220"/>
                  <a:pt x="129" y="211"/>
                </a:cubicBezTo>
                <a:cubicBezTo>
                  <a:pt x="120" y="201"/>
                  <a:pt x="113" y="191"/>
                  <a:pt x="108" y="178"/>
                </a:cubicBezTo>
                <a:cubicBezTo>
                  <a:pt x="103" y="166"/>
                  <a:pt x="100" y="154"/>
                  <a:pt x="100" y="140"/>
                </a:cubicBezTo>
                <a:cubicBezTo>
                  <a:pt x="100" y="127"/>
                  <a:pt x="103" y="115"/>
                  <a:pt x="108" y="101"/>
                </a:cubicBezTo>
                <a:cubicBezTo>
                  <a:pt x="113" y="89"/>
                  <a:pt x="120" y="79"/>
                  <a:pt x="129" y="69"/>
                </a:cubicBezTo>
                <a:cubicBezTo>
                  <a:pt x="139" y="60"/>
                  <a:pt x="149" y="53"/>
                  <a:pt x="162" y="48"/>
                </a:cubicBezTo>
                <a:cubicBezTo>
                  <a:pt x="174" y="43"/>
                  <a:pt x="186" y="40"/>
                  <a:pt x="199" y="40"/>
                </a:cubicBezTo>
                <a:moveTo>
                  <a:pt x="199" y="0"/>
                </a:moveTo>
                <a:cubicBezTo>
                  <a:pt x="181" y="0"/>
                  <a:pt x="163" y="4"/>
                  <a:pt x="146" y="11"/>
                </a:cubicBezTo>
                <a:cubicBezTo>
                  <a:pt x="129" y="18"/>
                  <a:pt x="114" y="28"/>
                  <a:pt x="101" y="41"/>
                </a:cubicBezTo>
                <a:cubicBezTo>
                  <a:pt x="88" y="54"/>
                  <a:pt x="78" y="69"/>
                  <a:pt x="70" y="86"/>
                </a:cubicBezTo>
                <a:cubicBezTo>
                  <a:pt x="63" y="104"/>
                  <a:pt x="60" y="122"/>
                  <a:pt x="60" y="140"/>
                </a:cubicBezTo>
                <a:cubicBezTo>
                  <a:pt x="60" y="159"/>
                  <a:pt x="63" y="177"/>
                  <a:pt x="70" y="194"/>
                </a:cubicBezTo>
                <a:cubicBezTo>
                  <a:pt x="78" y="211"/>
                  <a:pt x="88" y="226"/>
                  <a:pt x="101" y="239"/>
                </a:cubicBezTo>
                <a:cubicBezTo>
                  <a:pt x="114" y="252"/>
                  <a:pt x="129" y="262"/>
                  <a:pt x="146" y="269"/>
                </a:cubicBezTo>
                <a:cubicBezTo>
                  <a:pt x="163" y="276"/>
                  <a:pt x="181" y="279"/>
                  <a:pt x="199" y="279"/>
                </a:cubicBezTo>
                <a:cubicBezTo>
                  <a:pt x="218" y="279"/>
                  <a:pt x="236" y="276"/>
                  <a:pt x="253" y="269"/>
                </a:cubicBezTo>
                <a:cubicBezTo>
                  <a:pt x="270" y="262"/>
                  <a:pt x="285" y="252"/>
                  <a:pt x="298" y="239"/>
                </a:cubicBezTo>
                <a:cubicBezTo>
                  <a:pt x="311" y="226"/>
                  <a:pt x="321" y="211"/>
                  <a:pt x="328" y="194"/>
                </a:cubicBezTo>
                <a:cubicBezTo>
                  <a:pt x="335" y="177"/>
                  <a:pt x="338" y="159"/>
                  <a:pt x="338" y="140"/>
                </a:cubicBezTo>
                <a:cubicBezTo>
                  <a:pt x="338" y="122"/>
                  <a:pt x="335" y="104"/>
                  <a:pt x="328" y="86"/>
                </a:cubicBezTo>
                <a:cubicBezTo>
                  <a:pt x="321" y="69"/>
                  <a:pt x="311" y="54"/>
                  <a:pt x="298" y="41"/>
                </a:cubicBezTo>
                <a:cubicBezTo>
                  <a:pt x="285" y="28"/>
                  <a:pt x="270" y="18"/>
                  <a:pt x="253" y="11"/>
                </a:cubicBezTo>
                <a:cubicBezTo>
                  <a:pt x="236" y="4"/>
                  <a:pt x="218" y="0"/>
                  <a:pt x="19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8936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40600" y="1925280"/>
            <a:ext cx="785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71240"/>
            <a:ext cx="1428840" cy="976680"/>
          </a:xfrm>
          <a:custGeom>
            <a:avLst/>
            <a:gdLst/>
            <a:ahLst/>
            <a:rect l="0" t="0" r="r" b="b"/>
            <a:pathLst>
              <a:path w="3969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2"/>
                  <a:pt x="3723" y="6"/>
                </a:cubicBezTo>
                <a:cubicBezTo>
                  <a:pt x="3743" y="9"/>
                  <a:pt x="3762" y="14"/>
                  <a:pt x="3781" y="21"/>
                </a:cubicBezTo>
                <a:cubicBezTo>
                  <a:pt x="3800" y="27"/>
                  <a:pt x="3818" y="35"/>
                  <a:pt x="3834" y="45"/>
                </a:cubicBezTo>
                <a:cubicBezTo>
                  <a:pt x="3851" y="55"/>
                  <a:pt x="3866" y="66"/>
                  <a:pt x="3880" y="78"/>
                </a:cubicBezTo>
                <a:cubicBezTo>
                  <a:pt x="3894" y="90"/>
                  <a:pt x="3907" y="104"/>
                  <a:pt x="3918" y="118"/>
                </a:cubicBezTo>
                <a:cubicBezTo>
                  <a:pt x="3929" y="133"/>
                  <a:pt x="3939" y="148"/>
                  <a:pt x="3946" y="164"/>
                </a:cubicBezTo>
                <a:cubicBezTo>
                  <a:pt x="3954" y="180"/>
                  <a:pt x="3960" y="196"/>
                  <a:pt x="3964" y="213"/>
                </a:cubicBezTo>
                <a:cubicBezTo>
                  <a:pt x="3967" y="231"/>
                  <a:pt x="3969" y="248"/>
                  <a:pt x="3969" y="266"/>
                </a:cubicBezTo>
                <a:lnTo>
                  <a:pt x="3969" y="2409"/>
                </a:lnTo>
                <a:cubicBezTo>
                  <a:pt x="3969" y="2429"/>
                  <a:pt x="3967" y="2449"/>
                  <a:pt x="3964" y="2469"/>
                </a:cubicBezTo>
                <a:cubicBezTo>
                  <a:pt x="3960" y="2488"/>
                  <a:pt x="3954" y="2507"/>
                  <a:pt x="3946" y="2526"/>
                </a:cubicBezTo>
                <a:cubicBezTo>
                  <a:pt x="3939" y="2544"/>
                  <a:pt x="3929" y="2562"/>
                  <a:pt x="3918" y="2578"/>
                </a:cubicBezTo>
                <a:cubicBezTo>
                  <a:pt x="3907" y="2595"/>
                  <a:pt x="3894" y="2610"/>
                  <a:pt x="3880" y="2624"/>
                </a:cubicBezTo>
                <a:cubicBezTo>
                  <a:pt x="3866" y="2638"/>
                  <a:pt x="3851" y="2651"/>
                  <a:pt x="3834" y="2662"/>
                </a:cubicBezTo>
                <a:cubicBezTo>
                  <a:pt x="3818" y="2673"/>
                  <a:pt x="3800" y="2683"/>
                  <a:pt x="3781" y="2690"/>
                </a:cubicBezTo>
                <a:cubicBezTo>
                  <a:pt x="3762" y="2698"/>
                  <a:pt x="3743" y="2704"/>
                  <a:pt x="3723" y="2708"/>
                </a:cubicBezTo>
                <a:cubicBezTo>
                  <a:pt x="3704" y="2712"/>
                  <a:pt x="3684" y="2713"/>
                  <a:pt x="3664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7" y="2690"/>
                </a:cubicBezTo>
                <a:cubicBezTo>
                  <a:pt x="169" y="2683"/>
                  <a:pt x="151" y="2673"/>
                  <a:pt x="135" y="2662"/>
                </a:cubicBezTo>
                <a:cubicBezTo>
                  <a:pt x="118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0" y="2544"/>
                  <a:pt x="23" y="2526"/>
                </a:cubicBezTo>
                <a:cubicBezTo>
                  <a:pt x="15" y="2507"/>
                  <a:pt x="9" y="2488"/>
                  <a:pt x="5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352520"/>
            <a:ext cx="1438920" cy="1000440"/>
          </a:xfrm>
          <a:custGeom>
            <a:avLst/>
            <a:gdLst/>
            <a:ahLst/>
            <a:rect l="0" t="0" r="r" b="b"/>
            <a:pathLst>
              <a:path w="3997" h="2779">
                <a:moveTo>
                  <a:pt x="0" y="0"/>
                </a:moveTo>
                <a:lnTo>
                  <a:pt x="3997" y="0"/>
                </a:lnTo>
                <a:lnTo>
                  <a:pt x="3997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823840" y="1661760"/>
            <a:ext cx="199800" cy="200520"/>
          </a:xfrm>
          <a:custGeom>
            <a:avLst/>
            <a:gdLst/>
            <a:ahLst/>
            <a:rect l="0" t="0" r="r" b="b"/>
            <a:pathLst>
              <a:path w="555" h="557">
                <a:moveTo>
                  <a:pt x="384" y="58"/>
                </a:moveTo>
                <a:lnTo>
                  <a:pt x="295" y="4"/>
                </a:lnTo>
                <a:cubicBezTo>
                  <a:pt x="289" y="2"/>
                  <a:pt x="285" y="0"/>
                  <a:pt x="279" y="0"/>
                </a:cubicBezTo>
                <a:cubicBezTo>
                  <a:pt x="273" y="0"/>
                  <a:pt x="269" y="2"/>
                  <a:pt x="265" y="4"/>
                </a:cubicBezTo>
                <a:lnTo>
                  <a:pt x="175" y="58"/>
                </a:lnTo>
                <a:cubicBezTo>
                  <a:pt x="165" y="64"/>
                  <a:pt x="159" y="74"/>
                  <a:pt x="159" y="84"/>
                </a:cubicBezTo>
                <a:lnTo>
                  <a:pt x="159" y="196"/>
                </a:lnTo>
                <a:cubicBezTo>
                  <a:pt x="159" y="206"/>
                  <a:pt x="165" y="216"/>
                  <a:pt x="173" y="222"/>
                </a:cubicBezTo>
                <a:lnTo>
                  <a:pt x="263" y="275"/>
                </a:lnTo>
                <a:cubicBezTo>
                  <a:pt x="267" y="277"/>
                  <a:pt x="273" y="279"/>
                  <a:pt x="277" y="279"/>
                </a:cubicBezTo>
                <a:cubicBezTo>
                  <a:pt x="281" y="279"/>
                  <a:pt x="287" y="277"/>
                  <a:pt x="291" y="275"/>
                </a:cubicBezTo>
                <a:lnTo>
                  <a:pt x="380" y="222"/>
                </a:lnTo>
                <a:cubicBezTo>
                  <a:pt x="388" y="216"/>
                  <a:pt x="394" y="208"/>
                  <a:pt x="394" y="196"/>
                </a:cubicBezTo>
                <a:lnTo>
                  <a:pt x="394" y="84"/>
                </a:lnTo>
                <a:cubicBezTo>
                  <a:pt x="398" y="74"/>
                  <a:pt x="392" y="64"/>
                  <a:pt x="384" y="58"/>
                </a:cubicBezTo>
                <a:moveTo>
                  <a:pt x="359" y="190"/>
                </a:moveTo>
                <a:lnTo>
                  <a:pt x="279" y="238"/>
                </a:lnTo>
                <a:lnTo>
                  <a:pt x="200" y="190"/>
                </a:lnTo>
                <a:lnTo>
                  <a:pt x="200" y="90"/>
                </a:lnTo>
                <a:lnTo>
                  <a:pt x="279" y="42"/>
                </a:lnTo>
                <a:lnTo>
                  <a:pt x="359" y="90"/>
                </a:lnTo>
                <a:lnTo>
                  <a:pt x="359" y="190"/>
                </a:lnTo>
                <a:moveTo>
                  <a:pt x="543" y="337"/>
                </a:moveTo>
                <a:lnTo>
                  <a:pt x="454" y="283"/>
                </a:lnTo>
                <a:cubicBezTo>
                  <a:pt x="448" y="281"/>
                  <a:pt x="444" y="279"/>
                  <a:pt x="438" y="279"/>
                </a:cubicBezTo>
                <a:cubicBezTo>
                  <a:pt x="432" y="279"/>
                  <a:pt x="428" y="281"/>
                  <a:pt x="424" y="283"/>
                </a:cubicBezTo>
                <a:lnTo>
                  <a:pt x="335" y="337"/>
                </a:lnTo>
                <a:cubicBezTo>
                  <a:pt x="327" y="343"/>
                  <a:pt x="321" y="351"/>
                  <a:pt x="321" y="363"/>
                </a:cubicBezTo>
                <a:lnTo>
                  <a:pt x="321" y="474"/>
                </a:lnTo>
                <a:cubicBezTo>
                  <a:pt x="321" y="484"/>
                  <a:pt x="327" y="494"/>
                  <a:pt x="335" y="500"/>
                </a:cubicBezTo>
                <a:lnTo>
                  <a:pt x="424" y="553"/>
                </a:lnTo>
                <a:cubicBezTo>
                  <a:pt x="428" y="555"/>
                  <a:pt x="434" y="557"/>
                  <a:pt x="438" y="557"/>
                </a:cubicBezTo>
                <a:cubicBezTo>
                  <a:pt x="442" y="557"/>
                  <a:pt x="448" y="555"/>
                  <a:pt x="452" y="553"/>
                </a:cubicBezTo>
                <a:lnTo>
                  <a:pt x="541" y="500"/>
                </a:lnTo>
                <a:cubicBezTo>
                  <a:pt x="549" y="494"/>
                  <a:pt x="555" y="486"/>
                  <a:pt x="555" y="474"/>
                </a:cubicBezTo>
                <a:lnTo>
                  <a:pt x="555" y="363"/>
                </a:lnTo>
                <a:cubicBezTo>
                  <a:pt x="557" y="353"/>
                  <a:pt x="551" y="343"/>
                  <a:pt x="543" y="337"/>
                </a:cubicBezTo>
                <a:moveTo>
                  <a:pt x="517" y="468"/>
                </a:moveTo>
                <a:lnTo>
                  <a:pt x="438" y="515"/>
                </a:lnTo>
                <a:lnTo>
                  <a:pt x="359" y="468"/>
                </a:lnTo>
                <a:lnTo>
                  <a:pt x="359" y="369"/>
                </a:lnTo>
                <a:lnTo>
                  <a:pt x="438" y="321"/>
                </a:lnTo>
                <a:lnTo>
                  <a:pt x="517" y="369"/>
                </a:lnTo>
                <a:lnTo>
                  <a:pt x="517" y="468"/>
                </a:lnTo>
                <a:moveTo>
                  <a:pt x="226" y="337"/>
                </a:moveTo>
                <a:lnTo>
                  <a:pt x="135" y="283"/>
                </a:lnTo>
                <a:cubicBezTo>
                  <a:pt x="129" y="281"/>
                  <a:pt x="125" y="279"/>
                  <a:pt x="119" y="279"/>
                </a:cubicBezTo>
                <a:cubicBezTo>
                  <a:pt x="114" y="279"/>
                  <a:pt x="110" y="281"/>
                  <a:pt x="106" y="283"/>
                </a:cubicBezTo>
                <a:lnTo>
                  <a:pt x="16" y="337"/>
                </a:lnTo>
                <a:cubicBezTo>
                  <a:pt x="6" y="343"/>
                  <a:pt x="0" y="353"/>
                  <a:pt x="0" y="363"/>
                </a:cubicBezTo>
                <a:lnTo>
                  <a:pt x="0" y="474"/>
                </a:lnTo>
                <a:cubicBezTo>
                  <a:pt x="0" y="484"/>
                  <a:pt x="6" y="494"/>
                  <a:pt x="14" y="500"/>
                </a:cubicBezTo>
                <a:lnTo>
                  <a:pt x="104" y="553"/>
                </a:lnTo>
                <a:cubicBezTo>
                  <a:pt x="110" y="555"/>
                  <a:pt x="114" y="557"/>
                  <a:pt x="119" y="557"/>
                </a:cubicBezTo>
                <a:cubicBezTo>
                  <a:pt x="125" y="557"/>
                  <a:pt x="129" y="555"/>
                  <a:pt x="133" y="553"/>
                </a:cubicBezTo>
                <a:lnTo>
                  <a:pt x="224" y="500"/>
                </a:lnTo>
                <a:cubicBezTo>
                  <a:pt x="232" y="494"/>
                  <a:pt x="238" y="486"/>
                  <a:pt x="238" y="474"/>
                </a:cubicBezTo>
                <a:lnTo>
                  <a:pt x="238" y="363"/>
                </a:lnTo>
                <a:cubicBezTo>
                  <a:pt x="240" y="353"/>
                  <a:pt x="234" y="343"/>
                  <a:pt x="226" y="337"/>
                </a:cubicBezTo>
                <a:moveTo>
                  <a:pt x="200" y="468"/>
                </a:moveTo>
                <a:lnTo>
                  <a:pt x="119" y="515"/>
                </a:lnTo>
                <a:lnTo>
                  <a:pt x="40" y="468"/>
                </a:lnTo>
                <a:lnTo>
                  <a:pt x="40" y="369"/>
                </a:lnTo>
                <a:lnTo>
                  <a:pt x="119" y="321"/>
                </a:lnTo>
                <a:lnTo>
                  <a:pt x="200" y="369"/>
                </a:lnTo>
                <a:lnTo>
                  <a:pt x="200" y="46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30080" y="1925280"/>
            <a:ext cx="91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71240"/>
            <a:ext cx="1419480" cy="976680"/>
          </a:xfrm>
          <a:custGeom>
            <a:avLst/>
            <a:gdLst/>
            <a:ahLst/>
            <a:rect l="0" t="0" r="r" b="b"/>
            <a:pathLst>
              <a:path w="3943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2"/>
                  <a:pt x="3698" y="6"/>
                </a:cubicBezTo>
                <a:cubicBezTo>
                  <a:pt x="3718" y="9"/>
                  <a:pt x="3737" y="14"/>
                  <a:pt x="3755" y="21"/>
                </a:cubicBezTo>
                <a:cubicBezTo>
                  <a:pt x="3774" y="27"/>
                  <a:pt x="3791" y="35"/>
                  <a:pt x="3808" y="45"/>
                </a:cubicBezTo>
                <a:cubicBezTo>
                  <a:pt x="3825" y="55"/>
                  <a:pt x="3840" y="66"/>
                  <a:pt x="3854" y="78"/>
                </a:cubicBezTo>
                <a:cubicBezTo>
                  <a:pt x="3868" y="90"/>
                  <a:pt x="3881" y="104"/>
                  <a:pt x="3892" y="118"/>
                </a:cubicBezTo>
                <a:cubicBezTo>
                  <a:pt x="3903" y="133"/>
                  <a:pt x="3912" y="148"/>
                  <a:pt x="3920" y="164"/>
                </a:cubicBezTo>
                <a:cubicBezTo>
                  <a:pt x="3928" y="180"/>
                  <a:pt x="3933" y="196"/>
                  <a:pt x="3937" y="213"/>
                </a:cubicBezTo>
                <a:cubicBezTo>
                  <a:pt x="3941" y="231"/>
                  <a:pt x="3943" y="248"/>
                  <a:pt x="3943" y="266"/>
                </a:cubicBezTo>
                <a:lnTo>
                  <a:pt x="3943" y="2409"/>
                </a:lnTo>
                <a:cubicBezTo>
                  <a:pt x="3943" y="2429"/>
                  <a:pt x="3941" y="2449"/>
                  <a:pt x="3937" y="2469"/>
                </a:cubicBezTo>
                <a:cubicBezTo>
                  <a:pt x="3933" y="2488"/>
                  <a:pt x="3928" y="2507"/>
                  <a:pt x="3920" y="2526"/>
                </a:cubicBezTo>
                <a:cubicBezTo>
                  <a:pt x="3912" y="2544"/>
                  <a:pt x="3903" y="2562"/>
                  <a:pt x="3892" y="2578"/>
                </a:cubicBezTo>
                <a:cubicBezTo>
                  <a:pt x="3881" y="2595"/>
                  <a:pt x="3868" y="2610"/>
                  <a:pt x="3854" y="2624"/>
                </a:cubicBezTo>
                <a:cubicBezTo>
                  <a:pt x="3840" y="2638"/>
                  <a:pt x="3825" y="2651"/>
                  <a:pt x="3808" y="2662"/>
                </a:cubicBezTo>
                <a:cubicBezTo>
                  <a:pt x="3791" y="2673"/>
                  <a:pt x="3774" y="2683"/>
                  <a:pt x="3755" y="2690"/>
                </a:cubicBezTo>
                <a:cubicBezTo>
                  <a:pt x="3737" y="2698"/>
                  <a:pt x="3718" y="2704"/>
                  <a:pt x="3698" y="2708"/>
                </a:cubicBezTo>
                <a:cubicBezTo>
                  <a:pt x="3679" y="2712"/>
                  <a:pt x="3659" y="2713"/>
                  <a:pt x="3639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69" y="2683"/>
                  <a:pt x="152" y="2673"/>
                  <a:pt x="135" y="2662"/>
                </a:cubicBezTo>
                <a:cubicBezTo>
                  <a:pt x="119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5" y="2507"/>
                  <a:pt x="10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352520"/>
            <a:ext cx="1428840" cy="1000440"/>
          </a:xfrm>
          <a:custGeom>
            <a:avLst/>
            <a:gdLst/>
            <a:ahLst/>
            <a:rect l="0" t="0" r="r" b="b"/>
            <a:pathLst>
              <a:path w="3969" h="2779">
                <a:moveTo>
                  <a:pt x="0" y="0"/>
                </a:moveTo>
                <a:lnTo>
                  <a:pt x="3969" y="0"/>
                </a:lnTo>
                <a:lnTo>
                  <a:pt x="3969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95760" y="1719000"/>
            <a:ext cx="143280" cy="86040"/>
          </a:xfrm>
          <a:custGeom>
            <a:avLst/>
            <a:gdLst/>
            <a:ahLst/>
            <a:rect l="0" t="0" r="r" b="b"/>
            <a:pathLst>
              <a:path w="398" h="239">
                <a:moveTo>
                  <a:pt x="259" y="0"/>
                </a:moveTo>
                <a:lnTo>
                  <a:pt x="398" y="0"/>
                </a:lnTo>
                <a:lnTo>
                  <a:pt x="398" y="40"/>
                </a:lnTo>
                <a:lnTo>
                  <a:pt x="259" y="40"/>
                </a:lnTo>
                <a:lnTo>
                  <a:pt x="259" y="0"/>
                </a:lnTo>
                <a:moveTo>
                  <a:pt x="259" y="99"/>
                </a:moveTo>
                <a:lnTo>
                  <a:pt x="398" y="99"/>
                </a:lnTo>
                <a:lnTo>
                  <a:pt x="398" y="140"/>
                </a:lnTo>
                <a:lnTo>
                  <a:pt x="259" y="140"/>
                </a:lnTo>
                <a:lnTo>
                  <a:pt x="259" y="99"/>
                </a:lnTo>
                <a:moveTo>
                  <a:pt x="259" y="200"/>
                </a:moveTo>
                <a:lnTo>
                  <a:pt x="398" y="200"/>
                </a:lnTo>
                <a:lnTo>
                  <a:pt x="398" y="239"/>
                </a:lnTo>
                <a:lnTo>
                  <a:pt x="259" y="239"/>
                </a:lnTo>
                <a:lnTo>
                  <a:pt x="259" y="200"/>
                </a:lnTo>
                <a:moveTo>
                  <a:pt x="0" y="0"/>
                </a:moveTo>
                <a:lnTo>
                  <a:pt x="140" y="0"/>
                </a:lnTo>
                <a:lnTo>
                  <a:pt x="140" y="40"/>
                </a:lnTo>
                <a:lnTo>
                  <a:pt x="0" y="40"/>
                </a:lnTo>
                <a:lnTo>
                  <a:pt x="0" y="0"/>
                </a:lnTo>
                <a:moveTo>
                  <a:pt x="0" y="99"/>
                </a:moveTo>
                <a:lnTo>
                  <a:pt x="140" y="99"/>
                </a:lnTo>
                <a:lnTo>
                  <a:pt x="140" y="140"/>
                </a:lnTo>
                <a:lnTo>
                  <a:pt x="0" y="140"/>
                </a:lnTo>
                <a:lnTo>
                  <a:pt x="0" y="99"/>
                </a:lnTo>
                <a:moveTo>
                  <a:pt x="0" y="200"/>
                </a:moveTo>
                <a:lnTo>
                  <a:pt x="140" y="200"/>
                </a:lnTo>
                <a:lnTo>
                  <a:pt x="140" y="239"/>
                </a:lnTo>
                <a:lnTo>
                  <a:pt x="0" y="239"/>
                </a:lnTo>
                <a:lnTo>
                  <a:pt x="0" y="20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6960" y="1683360"/>
            <a:ext cx="200520" cy="157680"/>
          </a:xfrm>
          <a:custGeom>
            <a:avLst/>
            <a:gdLst/>
            <a:ahLst/>
            <a:rect l="0" t="0" r="r" b="b"/>
            <a:pathLst>
              <a:path w="557" h="438">
                <a:moveTo>
                  <a:pt x="517" y="0"/>
                </a:moveTo>
                <a:lnTo>
                  <a:pt x="40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5"/>
                  <a:pt x="5" y="20"/>
                  <a:pt x="3" y="25"/>
                </a:cubicBezTo>
                <a:cubicBezTo>
                  <a:pt x="1" y="29"/>
                  <a:pt x="0" y="34"/>
                  <a:pt x="0" y="40"/>
                </a:cubicBezTo>
                <a:lnTo>
                  <a:pt x="0" y="398"/>
                </a:lnTo>
                <a:cubicBezTo>
                  <a:pt x="0" y="403"/>
                  <a:pt x="1" y="408"/>
                  <a:pt x="3" y="413"/>
                </a:cubicBezTo>
                <a:cubicBezTo>
                  <a:pt x="5" y="418"/>
                  <a:pt x="8" y="422"/>
                  <a:pt x="12" y="426"/>
                </a:cubicBezTo>
                <a:cubicBezTo>
                  <a:pt x="16" y="430"/>
                  <a:pt x="20" y="433"/>
                  <a:pt x="25" y="435"/>
                </a:cubicBezTo>
                <a:cubicBezTo>
                  <a:pt x="30" y="437"/>
                  <a:pt x="35" y="438"/>
                  <a:pt x="40" y="438"/>
                </a:cubicBezTo>
                <a:lnTo>
                  <a:pt x="517" y="438"/>
                </a:lnTo>
                <a:cubicBezTo>
                  <a:pt x="522" y="438"/>
                  <a:pt x="528" y="437"/>
                  <a:pt x="532" y="435"/>
                </a:cubicBezTo>
                <a:cubicBezTo>
                  <a:pt x="537" y="433"/>
                  <a:pt x="542" y="430"/>
                  <a:pt x="545" y="426"/>
                </a:cubicBezTo>
                <a:cubicBezTo>
                  <a:pt x="549" y="422"/>
                  <a:pt x="552" y="418"/>
                  <a:pt x="554" y="413"/>
                </a:cubicBezTo>
                <a:cubicBezTo>
                  <a:pt x="556" y="408"/>
                  <a:pt x="557" y="403"/>
                  <a:pt x="557" y="398"/>
                </a:cubicBezTo>
                <a:lnTo>
                  <a:pt x="557" y="40"/>
                </a:lnTo>
                <a:cubicBezTo>
                  <a:pt x="557" y="34"/>
                  <a:pt x="556" y="29"/>
                  <a:pt x="554" y="25"/>
                </a:cubicBezTo>
                <a:cubicBezTo>
                  <a:pt x="552" y="20"/>
                  <a:pt x="549" y="15"/>
                  <a:pt x="545" y="12"/>
                </a:cubicBezTo>
                <a:cubicBezTo>
                  <a:pt x="542" y="8"/>
                  <a:pt x="537" y="5"/>
                  <a:pt x="532" y="3"/>
                </a:cubicBezTo>
                <a:cubicBezTo>
                  <a:pt x="528" y="1"/>
                  <a:pt x="522" y="0"/>
                  <a:pt x="517" y="0"/>
                </a:cubicBezTo>
                <a:moveTo>
                  <a:pt x="40" y="40"/>
                </a:moveTo>
                <a:lnTo>
                  <a:pt x="258" y="40"/>
                </a:lnTo>
                <a:lnTo>
                  <a:pt x="258" y="398"/>
                </a:lnTo>
                <a:lnTo>
                  <a:pt x="40" y="398"/>
                </a:lnTo>
                <a:lnTo>
                  <a:pt x="40" y="40"/>
                </a:lnTo>
                <a:moveTo>
                  <a:pt x="298" y="398"/>
                </a:moveTo>
                <a:lnTo>
                  <a:pt x="298" y="40"/>
                </a:lnTo>
                <a:lnTo>
                  <a:pt x="517" y="40"/>
                </a:lnTo>
                <a:lnTo>
                  <a:pt x="517" y="398"/>
                </a:lnTo>
                <a:lnTo>
                  <a:pt x="298" y="39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71840" y="1925280"/>
            <a:ext cx="706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71240"/>
            <a:ext cx="1429200" cy="976680"/>
          </a:xfrm>
          <a:custGeom>
            <a:avLst/>
            <a:gdLst/>
            <a:ahLst/>
            <a:rect l="0" t="0" r="r" b="b"/>
            <a:pathLst>
              <a:path w="3970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2"/>
                  <a:pt x="3725" y="6"/>
                </a:cubicBezTo>
                <a:cubicBezTo>
                  <a:pt x="3744" y="9"/>
                  <a:pt x="3763" y="14"/>
                  <a:pt x="3782" y="21"/>
                </a:cubicBezTo>
                <a:cubicBezTo>
                  <a:pt x="3800" y="27"/>
                  <a:pt x="3818" y="35"/>
                  <a:pt x="3834" y="45"/>
                </a:cubicBezTo>
                <a:cubicBezTo>
                  <a:pt x="3851" y="55"/>
                  <a:pt x="3866" y="66"/>
                  <a:pt x="3880" y="78"/>
                </a:cubicBezTo>
                <a:cubicBezTo>
                  <a:pt x="3895" y="90"/>
                  <a:pt x="3907" y="104"/>
                  <a:pt x="3918" y="118"/>
                </a:cubicBezTo>
                <a:cubicBezTo>
                  <a:pt x="3929" y="133"/>
                  <a:pt x="3939" y="148"/>
                  <a:pt x="3946" y="164"/>
                </a:cubicBezTo>
                <a:cubicBezTo>
                  <a:pt x="3954" y="180"/>
                  <a:pt x="3960" y="196"/>
                  <a:pt x="3964" y="213"/>
                </a:cubicBezTo>
                <a:cubicBezTo>
                  <a:pt x="3968" y="231"/>
                  <a:pt x="3970" y="248"/>
                  <a:pt x="3970" y="266"/>
                </a:cubicBezTo>
                <a:lnTo>
                  <a:pt x="3970" y="2409"/>
                </a:lnTo>
                <a:cubicBezTo>
                  <a:pt x="3970" y="2429"/>
                  <a:pt x="3968" y="2449"/>
                  <a:pt x="3964" y="2469"/>
                </a:cubicBezTo>
                <a:cubicBezTo>
                  <a:pt x="3960" y="2488"/>
                  <a:pt x="3954" y="2507"/>
                  <a:pt x="3946" y="2526"/>
                </a:cubicBezTo>
                <a:cubicBezTo>
                  <a:pt x="3939" y="2544"/>
                  <a:pt x="3929" y="2562"/>
                  <a:pt x="3918" y="2578"/>
                </a:cubicBezTo>
                <a:cubicBezTo>
                  <a:pt x="3907" y="2595"/>
                  <a:pt x="3895" y="2610"/>
                  <a:pt x="3880" y="2624"/>
                </a:cubicBezTo>
                <a:cubicBezTo>
                  <a:pt x="3866" y="2638"/>
                  <a:pt x="3851" y="2651"/>
                  <a:pt x="3834" y="2662"/>
                </a:cubicBezTo>
                <a:cubicBezTo>
                  <a:pt x="3818" y="2673"/>
                  <a:pt x="3800" y="2683"/>
                  <a:pt x="3782" y="2690"/>
                </a:cubicBezTo>
                <a:cubicBezTo>
                  <a:pt x="3763" y="2698"/>
                  <a:pt x="3744" y="2704"/>
                  <a:pt x="3725" y="2708"/>
                </a:cubicBezTo>
                <a:cubicBezTo>
                  <a:pt x="3705" y="2712"/>
                  <a:pt x="3685" y="2713"/>
                  <a:pt x="3665" y="2713"/>
                </a:cubicBezTo>
                <a:lnTo>
                  <a:pt x="304" y="2713"/>
                </a:lnTo>
                <a:cubicBezTo>
                  <a:pt x="284" y="2713"/>
                  <a:pt x="264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69" y="2683"/>
                  <a:pt x="152" y="2673"/>
                  <a:pt x="135" y="2662"/>
                </a:cubicBezTo>
                <a:cubicBezTo>
                  <a:pt x="118" y="2651"/>
                  <a:pt x="103" y="2638"/>
                  <a:pt x="89" y="2624"/>
                </a:cubicBezTo>
                <a:cubicBezTo>
                  <a:pt x="75" y="2610"/>
                  <a:pt x="62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5" y="2507"/>
                  <a:pt x="10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352520"/>
            <a:ext cx="1438560" cy="1000440"/>
          </a:xfrm>
          <a:custGeom>
            <a:avLst/>
            <a:gdLst/>
            <a:ahLst/>
            <a:rect l="0" t="0" r="r" b="b"/>
            <a:pathLst>
              <a:path w="3996" h="2779">
                <a:moveTo>
                  <a:pt x="0" y="0"/>
                </a:moveTo>
                <a:lnTo>
                  <a:pt x="3996" y="0"/>
                </a:lnTo>
                <a:lnTo>
                  <a:pt x="3996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310080" y="16617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496" y="339"/>
                </a:moveTo>
                <a:cubicBezTo>
                  <a:pt x="530" y="339"/>
                  <a:pt x="557" y="312"/>
                  <a:pt x="557" y="279"/>
                </a:cubicBezTo>
                <a:cubicBezTo>
                  <a:pt x="557" y="246"/>
                  <a:pt x="530" y="220"/>
                  <a:pt x="496" y="220"/>
                </a:cubicBezTo>
                <a:cubicBezTo>
                  <a:pt x="484" y="220"/>
                  <a:pt x="472" y="223"/>
                  <a:pt x="462" y="231"/>
                </a:cubicBezTo>
                <a:cubicBezTo>
                  <a:pt x="452" y="238"/>
                  <a:pt x="445" y="248"/>
                  <a:pt x="440" y="259"/>
                </a:cubicBezTo>
                <a:lnTo>
                  <a:pt x="326" y="259"/>
                </a:lnTo>
                <a:lnTo>
                  <a:pt x="471" y="115"/>
                </a:lnTo>
                <a:cubicBezTo>
                  <a:pt x="478" y="118"/>
                  <a:pt x="487" y="121"/>
                  <a:pt x="496" y="121"/>
                </a:cubicBezTo>
                <a:cubicBezTo>
                  <a:pt x="530" y="121"/>
                  <a:pt x="557" y="93"/>
                  <a:pt x="557" y="60"/>
                </a:cubicBezTo>
                <a:cubicBezTo>
                  <a:pt x="557" y="27"/>
                  <a:pt x="530" y="0"/>
                  <a:pt x="496" y="0"/>
                </a:cubicBezTo>
                <a:cubicBezTo>
                  <a:pt x="463" y="0"/>
                  <a:pt x="437" y="27"/>
                  <a:pt x="437" y="60"/>
                </a:cubicBezTo>
                <a:cubicBezTo>
                  <a:pt x="437" y="69"/>
                  <a:pt x="439" y="78"/>
                  <a:pt x="443" y="86"/>
                </a:cubicBezTo>
                <a:lnTo>
                  <a:pt x="278" y="251"/>
                </a:lnTo>
                <a:lnTo>
                  <a:pt x="278" y="121"/>
                </a:lnTo>
                <a:cubicBezTo>
                  <a:pt x="278" y="98"/>
                  <a:pt x="296" y="80"/>
                  <a:pt x="318" y="80"/>
                </a:cubicBezTo>
                <a:lnTo>
                  <a:pt x="357" y="80"/>
                </a:lnTo>
                <a:lnTo>
                  <a:pt x="357" y="40"/>
                </a:lnTo>
                <a:lnTo>
                  <a:pt x="318" y="40"/>
                </a:lnTo>
                <a:cubicBezTo>
                  <a:pt x="294" y="40"/>
                  <a:pt x="273" y="51"/>
                  <a:pt x="258" y="68"/>
                </a:cubicBezTo>
                <a:cubicBezTo>
                  <a:pt x="242" y="49"/>
                  <a:pt x="223" y="40"/>
                  <a:pt x="199" y="40"/>
                </a:cubicBezTo>
                <a:lnTo>
                  <a:pt x="179" y="40"/>
                </a:lnTo>
                <a:cubicBezTo>
                  <a:pt x="80" y="40"/>
                  <a:pt x="0" y="121"/>
                  <a:pt x="0" y="220"/>
                </a:cubicBezTo>
                <a:lnTo>
                  <a:pt x="0" y="339"/>
                </a:lnTo>
                <a:cubicBezTo>
                  <a:pt x="0" y="437"/>
                  <a:pt x="80" y="517"/>
                  <a:pt x="179" y="517"/>
                </a:cubicBezTo>
                <a:lnTo>
                  <a:pt x="199" y="517"/>
                </a:lnTo>
                <a:cubicBezTo>
                  <a:pt x="222" y="517"/>
                  <a:pt x="244" y="507"/>
                  <a:pt x="258" y="490"/>
                </a:cubicBezTo>
                <a:cubicBezTo>
                  <a:pt x="273" y="507"/>
                  <a:pt x="294" y="517"/>
                  <a:pt x="318" y="517"/>
                </a:cubicBezTo>
                <a:lnTo>
                  <a:pt x="357" y="517"/>
                </a:lnTo>
                <a:lnTo>
                  <a:pt x="357" y="478"/>
                </a:lnTo>
                <a:lnTo>
                  <a:pt x="318" y="478"/>
                </a:lnTo>
                <a:cubicBezTo>
                  <a:pt x="296" y="478"/>
                  <a:pt x="278" y="460"/>
                  <a:pt x="278" y="438"/>
                </a:cubicBezTo>
                <a:lnTo>
                  <a:pt x="278" y="307"/>
                </a:lnTo>
                <a:lnTo>
                  <a:pt x="443" y="472"/>
                </a:lnTo>
                <a:cubicBezTo>
                  <a:pt x="439" y="480"/>
                  <a:pt x="437" y="488"/>
                  <a:pt x="437" y="498"/>
                </a:cubicBezTo>
                <a:cubicBezTo>
                  <a:pt x="437" y="530"/>
                  <a:pt x="463" y="557"/>
                  <a:pt x="496" y="557"/>
                </a:cubicBezTo>
                <a:cubicBezTo>
                  <a:pt x="530" y="557"/>
                  <a:pt x="557" y="530"/>
                  <a:pt x="557" y="498"/>
                </a:cubicBezTo>
                <a:cubicBezTo>
                  <a:pt x="557" y="465"/>
                  <a:pt x="530" y="438"/>
                  <a:pt x="496" y="438"/>
                </a:cubicBezTo>
                <a:cubicBezTo>
                  <a:pt x="487" y="438"/>
                  <a:pt x="479" y="440"/>
                  <a:pt x="471" y="444"/>
                </a:cubicBezTo>
                <a:lnTo>
                  <a:pt x="326" y="299"/>
                </a:lnTo>
                <a:lnTo>
                  <a:pt x="440" y="299"/>
                </a:lnTo>
                <a:cubicBezTo>
                  <a:pt x="445" y="311"/>
                  <a:pt x="452" y="321"/>
                  <a:pt x="462" y="328"/>
                </a:cubicBezTo>
                <a:cubicBezTo>
                  <a:pt x="472" y="335"/>
                  <a:pt x="484" y="339"/>
                  <a:pt x="496" y="339"/>
                </a:cubicBezTo>
                <a:moveTo>
                  <a:pt x="496" y="259"/>
                </a:moveTo>
                <a:cubicBezTo>
                  <a:pt x="502" y="259"/>
                  <a:pt x="506" y="261"/>
                  <a:pt x="511" y="265"/>
                </a:cubicBezTo>
                <a:cubicBezTo>
                  <a:pt x="515" y="269"/>
                  <a:pt x="517" y="274"/>
                  <a:pt x="517" y="279"/>
                </a:cubicBezTo>
                <a:cubicBezTo>
                  <a:pt x="517" y="285"/>
                  <a:pt x="515" y="289"/>
                  <a:pt x="511" y="293"/>
                </a:cubicBezTo>
                <a:cubicBezTo>
                  <a:pt x="506" y="297"/>
                  <a:pt x="502" y="299"/>
                  <a:pt x="496" y="299"/>
                </a:cubicBezTo>
                <a:cubicBezTo>
                  <a:pt x="491" y="299"/>
                  <a:pt x="486" y="297"/>
                  <a:pt x="482" y="293"/>
                </a:cubicBezTo>
                <a:cubicBezTo>
                  <a:pt x="478" y="289"/>
                  <a:pt x="476" y="285"/>
                  <a:pt x="476" y="279"/>
                </a:cubicBezTo>
                <a:cubicBezTo>
                  <a:pt x="476" y="274"/>
                  <a:pt x="478" y="269"/>
                  <a:pt x="482" y="265"/>
                </a:cubicBezTo>
                <a:cubicBezTo>
                  <a:pt x="486" y="261"/>
                  <a:pt x="491" y="259"/>
                  <a:pt x="496" y="259"/>
                </a:cubicBezTo>
                <a:moveTo>
                  <a:pt x="496" y="40"/>
                </a:moveTo>
                <a:cubicBezTo>
                  <a:pt x="502" y="40"/>
                  <a:pt x="506" y="42"/>
                  <a:pt x="511" y="46"/>
                </a:cubicBezTo>
                <a:cubicBezTo>
                  <a:pt x="514" y="50"/>
                  <a:pt x="516" y="55"/>
                  <a:pt x="516" y="60"/>
                </a:cubicBezTo>
                <a:cubicBezTo>
                  <a:pt x="516" y="65"/>
                  <a:pt x="514" y="70"/>
                  <a:pt x="511" y="74"/>
                </a:cubicBezTo>
                <a:cubicBezTo>
                  <a:pt x="506" y="78"/>
                  <a:pt x="502" y="80"/>
                  <a:pt x="496" y="80"/>
                </a:cubicBezTo>
                <a:cubicBezTo>
                  <a:pt x="491" y="80"/>
                  <a:pt x="486" y="78"/>
                  <a:pt x="482" y="74"/>
                </a:cubicBezTo>
                <a:cubicBezTo>
                  <a:pt x="478" y="70"/>
                  <a:pt x="476" y="65"/>
                  <a:pt x="476" y="60"/>
                </a:cubicBezTo>
                <a:cubicBezTo>
                  <a:pt x="476" y="55"/>
                  <a:pt x="478" y="50"/>
                  <a:pt x="482" y="46"/>
                </a:cubicBezTo>
                <a:cubicBezTo>
                  <a:pt x="486" y="42"/>
                  <a:pt x="491" y="40"/>
                  <a:pt x="496" y="40"/>
                </a:cubicBezTo>
                <a:moveTo>
                  <a:pt x="238" y="200"/>
                </a:moveTo>
                <a:lnTo>
                  <a:pt x="199" y="200"/>
                </a:lnTo>
                <a:lnTo>
                  <a:pt x="199" y="240"/>
                </a:lnTo>
                <a:lnTo>
                  <a:pt x="238" y="240"/>
                </a:lnTo>
                <a:lnTo>
                  <a:pt x="238" y="319"/>
                </a:lnTo>
                <a:lnTo>
                  <a:pt x="199" y="319"/>
                </a:lnTo>
                <a:cubicBezTo>
                  <a:pt x="166" y="319"/>
                  <a:pt x="139" y="346"/>
                  <a:pt x="139" y="379"/>
                </a:cubicBezTo>
                <a:lnTo>
                  <a:pt x="139" y="418"/>
                </a:lnTo>
                <a:lnTo>
                  <a:pt x="179" y="418"/>
                </a:lnTo>
                <a:lnTo>
                  <a:pt x="179" y="379"/>
                </a:lnTo>
                <a:cubicBezTo>
                  <a:pt x="179" y="373"/>
                  <a:pt x="181" y="368"/>
                  <a:pt x="185" y="364"/>
                </a:cubicBezTo>
                <a:cubicBezTo>
                  <a:pt x="188" y="361"/>
                  <a:pt x="193" y="359"/>
                  <a:pt x="199" y="359"/>
                </a:cubicBezTo>
                <a:lnTo>
                  <a:pt x="238" y="359"/>
                </a:lnTo>
                <a:lnTo>
                  <a:pt x="238" y="438"/>
                </a:lnTo>
                <a:cubicBezTo>
                  <a:pt x="238" y="460"/>
                  <a:pt x="220" y="478"/>
                  <a:pt x="199" y="478"/>
                </a:cubicBezTo>
                <a:lnTo>
                  <a:pt x="179" y="478"/>
                </a:lnTo>
                <a:cubicBezTo>
                  <a:pt x="109" y="478"/>
                  <a:pt x="51" y="426"/>
                  <a:pt x="41" y="359"/>
                </a:cubicBezTo>
                <a:lnTo>
                  <a:pt x="80" y="359"/>
                </a:lnTo>
                <a:lnTo>
                  <a:pt x="80" y="319"/>
                </a:lnTo>
                <a:lnTo>
                  <a:pt x="40" y="319"/>
                </a:lnTo>
                <a:lnTo>
                  <a:pt x="40" y="240"/>
                </a:lnTo>
                <a:lnTo>
                  <a:pt x="99" y="240"/>
                </a:lnTo>
                <a:cubicBezTo>
                  <a:pt x="132" y="240"/>
                  <a:pt x="159" y="213"/>
                  <a:pt x="159" y="180"/>
                </a:cubicBezTo>
                <a:lnTo>
                  <a:pt x="159" y="140"/>
                </a:lnTo>
                <a:lnTo>
                  <a:pt x="119" y="140"/>
                </a:lnTo>
                <a:lnTo>
                  <a:pt x="119" y="180"/>
                </a:lnTo>
                <a:cubicBezTo>
                  <a:pt x="119" y="186"/>
                  <a:pt x="117" y="190"/>
                  <a:pt x="113" y="194"/>
                </a:cubicBezTo>
                <a:cubicBezTo>
                  <a:pt x="110" y="198"/>
                  <a:pt x="105" y="200"/>
                  <a:pt x="99" y="200"/>
                </a:cubicBezTo>
                <a:lnTo>
                  <a:pt x="41" y="200"/>
                </a:lnTo>
                <a:cubicBezTo>
                  <a:pt x="51" y="133"/>
                  <a:pt x="109" y="80"/>
                  <a:pt x="179" y="80"/>
                </a:cubicBezTo>
                <a:lnTo>
                  <a:pt x="199" y="80"/>
                </a:lnTo>
                <a:cubicBezTo>
                  <a:pt x="220" y="80"/>
                  <a:pt x="238" y="98"/>
                  <a:pt x="238" y="121"/>
                </a:cubicBezTo>
                <a:lnTo>
                  <a:pt x="238" y="200"/>
                </a:lnTo>
                <a:moveTo>
                  <a:pt x="517" y="498"/>
                </a:moveTo>
                <a:cubicBezTo>
                  <a:pt x="517" y="503"/>
                  <a:pt x="515" y="507"/>
                  <a:pt x="511" y="511"/>
                </a:cubicBezTo>
                <a:cubicBezTo>
                  <a:pt x="506" y="515"/>
                  <a:pt x="502" y="517"/>
                  <a:pt x="496" y="517"/>
                </a:cubicBezTo>
                <a:cubicBezTo>
                  <a:pt x="491" y="517"/>
                  <a:pt x="486" y="515"/>
                  <a:pt x="483" y="511"/>
                </a:cubicBezTo>
                <a:cubicBezTo>
                  <a:pt x="479" y="507"/>
                  <a:pt x="477" y="503"/>
                  <a:pt x="476" y="498"/>
                </a:cubicBezTo>
                <a:cubicBezTo>
                  <a:pt x="476" y="487"/>
                  <a:pt x="485" y="478"/>
                  <a:pt x="496" y="478"/>
                </a:cubicBezTo>
                <a:cubicBezTo>
                  <a:pt x="507" y="478"/>
                  <a:pt x="517" y="487"/>
                  <a:pt x="517" y="49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28120" y="1925280"/>
            <a:ext cx="114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71240"/>
            <a:ext cx="1419480" cy="976680"/>
          </a:xfrm>
          <a:custGeom>
            <a:avLst/>
            <a:gdLst/>
            <a:ahLst/>
            <a:rect l="0" t="0" r="r" b="b"/>
            <a:pathLst>
              <a:path w="3943" h="2713">
                <a:moveTo>
                  <a:pt x="0" y="2409"/>
                </a:moveTo>
                <a:lnTo>
                  <a:pt x="0" y="266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3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70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2"/>
                  <a:pt x="3699" y="6"/>
                </a:cubicBezTo>
                <a:cubicBezTo>
                  <a:pt x="3718" y="9"/>
                  <a:pt x="3737" y="14"/>
                  <a:pt x="3756" y="21"/>
                </a:cubicBezTo>
                <a:cubicBezTo>
                  <a:pt x="3774" y="27"/>
                  <a:pt x="3792" y="35"/>
                  <a:pt x="3808" y="45"/>
                </a:cubicBezTo>
                <a:cubicBezTo>
                  <a:pt x="3825" y="55"/>
                  <a:pt x="3840" y="66"/>
                  <a:pt x="3854" y="78"/>
                </a:cubicBezTo>
                <a:cubicBezTo>
                  <a:pt x="3868" y="90"/>
                  <a:pt x="3881" y="104"/>
                  <a:pt x="3892" y="118"/>
                </a:cubicBezTo>
                <a:cubicBezTo>
                  <a:pt x="3903" y="133"/>
                  <a:pt x="3913" y="148"/>
                  <a:pt x="3920" y="164"/>
                </a:cubicBezTo>
                <a:cubicBezTo>
                  <a:pt x="3928" y="180"/>
                  <a:pt x="3934" y="196"/>
                  <a:pt x="3938" y="213"/>
                </a:cubicBezTo>
                <a:cubicBezTo>
                  <a:pt x="3941" y="231"/>
                  <a:pt x="3943" y="248"/>
                  <a:pt x="3943" y="266"/>
                </a:cubicBezTo>
                <a:lnTo>
                  <a:pt x="3943" y="2409"/>
                </a:lnTo>
                <a:cubicBezTo>
                  <a:pt x="3943" y="2429"/>
                  <a:pt x="3941" y="2449"/>
                  <a:pt x="3938" y="2469"/>
                </a:cubicBezTo>
                <a:cubicBezTo>
                  <a:pt x="3934" y="2488"/>
                  <a:pt x="3928" y="2507"/>
                  <a:pt x="3920" y="2526"/>
                </a:cubicBezTo>
                <a:cubicBezTo>
                  <a:pt x="3913" y="2544"/>
                  <a:pt x="3903" y="2562"/>
                  <a:pt x="3892" y="2578"/>
                </a:cubicBezTo>
                <a:cubicBezTo>
                  <a:pt x="3881" y="2595"/>
                  <a:pt x="3868" y="2610"/>
                  <a:pt x="3854" y="2624"/>
                </a:cubicBezTo>
                <a:cubicBezTo>
                  <a:pt x="3840" y="2638"/>
                  <a:pt x="3825" y="2651"/>
                  <a:pt x="3808" y="2662"/>
                </a:cubicBezTo>
                <a:cubicBezTo>
                  <a:pt x="3792" y="2673"/>
                  <a:pt x="3774" y="2683"/>
                  <a:pt x="3756" y="2690"/>
                </a:cubicBezTo>
                <a:cubicBezTo>
                  <a:pt x="3737" y="2698"/>
                  <a:pt x="3718" y="2704"/>
                  <a:pt x="3699" y="2708"/>
                </a:cubicBezTo>
                <a:cubicBezTo>
                  <a:pt x="3679" y="2712"/>
                  <a:pt x="3659" y="2713"/>
                  <a:pt x="3639" y="2713"/>
                </a:cubicBezTo>
                <a:lnTo>
                  <a:pt x="304" y="2713"/>
                </a:lnTo>
                <a:cubicBezTo>
                  <a:pt x="284" y="2713"/>
                  <a:pt x="265" y="2712"/>
                  <a:pt x="245" y="2708"/>
                </a:cubicBezTo>
                <a:cubicBezTo>
                  <a:pt x="225" y="2704"/>
                  <a:pt x="206" y="2698"/>
                  <a:pt x="188" y="2690"/>
                </a:cubicBezTo>
                <a:cubicBezTo>
                  <a:pt x="170" y="2683"/>
                  <a:pt x="152" y="2673"/>
                  <a:pt x="135" y="2662"/>
                </a:cubicBezTo>
                <a:cubicBezTo>
                  <a:pt x="119" y="2651"/>
                  <a:pt x="103" y="2638"/>
                  <a:pt x="89" y="2624"/>
                </a:cubicBezTo>
                <a:cubicBezTo>
                  <a:pt x="75" y="2610"/>
                  <a:pt x="63" y="2595"/>
                  <a:pt x="51" y="2578"/>
                </a:cubicBezTo>
                <a:cubicBezTo>
                  <a:pt x="40" y="2562"/>
                  <a:pt x="31" y="2544"/>
                  <a:pt x="23" y="2526"/>
                </a:cubicBezTo>
                <a:cubicBezTo>
                  <a:pt x="16" y="2507"/>
                  <a:pt x="10" y="2488"/>
                  <a:pt x="6" y="2469"/>
                </a:cubicBezTo>
                <a:cubicBezTo>
                  <a:pt x="2" y="2449"/>
                  <a:pt x="0" y="2429"/>
                  <a:pt x="0" y="240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352520"/>
            <a:ext cx="1429200" cy="1000440"/>
          </a:xfrm>
          <a:custGeom>
            <a:avLst/>
            <a:gdLst/>
            <a:ahLst/>
            <a:rect l="0" t="0" r="r" b="b"/>
            <a:pathLst>
              <a:path w="3970" h="2779">
                <a:moveTo>
                  <a:pt x="0" y="0"/>
                </a:moveTo>
                <a:lnTo>
                  <a:pt x="3970" y="0"/>
                </a:lnTo>
                <a:lnTo>
                  <a:pt x="3970" y="2779"/>
                </a:lnTo>
                <a:lnTo>
                  <a:pt x="0" y="27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62560" y="1573920"/>
            <a:ext cx="200520" cy="107280"/>
          </a:xfrm>
          <a:custGeom>
            <a:avLst/>
            <a:gdLst/>
            <a:ahLst/>
            <a:rect l="0" t="0" r="r" b="b"/>
            <a:pathLst>
              <a:path w="557" h="298">
                <a:moveTo>
                  <a:pt x="557" y="298"/>
                </a:moveTo>
                <a:lnTo>
                  <a:pt x="398" y="298"/>
                </a:lnTo>
                <a:lnTo>
                  <a:pt x="398" y="139"/>
                </a:lnTo>
                <a:lnTo>
                  <a:pt x="557" y="139"/>
                </a:lnTo>
                <a:lnTo>
                  <a:pt x="557" y="298"/>
                </a:lnTo>
                <a:moveTo>
                  <a:pt x="438" y="259"/>
                </a:moveTo>
                <a:lnTo>
                  <a:pt x="517" y="259"/>
                </a:lnTo>
                <a:lnTo>
                  <a:pt x="517" y="178"/>
                </a:lnTo>
                <a:lnTo>
                  <a:pt x="438" y="178"/>
                </a:lnTo>
                <a:lnTo>
                  <a:pt x="438" y="259"/>
                </a:lnTo>
                <a:moveTo>
                  <a:pt x="359" y="239"/>
                </a:moveTo>
                <a:lnTo>
                  <a:pt x="121" y="239"/>
                </a:lnTo>
                <a:cubicBezTo>
                  <a:pt x="105" y="239"/>
                  <a:pt x="90" y="236"/>
                  <a:pt x="74" y="229"/>
                </a:cubicBezTo>
                <a:cubicBezTo>
                  <a:pt x="59" y="223"/>
                  <a:pt x="47" y="214"/>
                  <a:pt x="35" y="203"/>
                </a:cubicBezTo>
                <a:cubicBezTo>
                  <a:pt x="24" y="192"/>
                  <a:pt x="16" y="179"/>
                  <a:pt x="10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10" y="73"/>
                </a:cubicBezTo>
                <a:cubicBezTo>
                  <a:pt x="16" y="59"/>
                  <a:pt x="24" y="46"/>
                  <a:pt x="35" y="35"/>
                </a:cubicBezTo>
                <a:cubicBezTo>
                  <a:pt x="47" y="23"/>
                  <a:pt x="59" y="15"/>
                  <a:pt x="74" y="9"/>
                </a:cubicBezTo>
                <a:cubicBezTo>
                  <a:pt x="90" y="3"/>
                  <a:pt x="105" y="0"/>
                  <a:pt x="121" y="0"/>
                </a:cubicBezTo>
                <a:lnTo>
                  <a:pt x="160" y="0"/>
                </a:lnTo>
                <a:lnTo>
                  <a:pt x="160" y="39"/>
                </a:lnTo>
                <a:lnTo>
                  <a:pt x="121" y="39"/>
                </a:lnTo>
                <a:cubicBezTo>
                  <a:pt x="110" y="39"/>
                  <a:pt x="100" y="41"/>
                  <a:pt x="90" y="45"/>
                </a:cubicBezTo>
                <a:cubicBezTo>
                  <a:pt x="79" y="49"/>
                  <a:pt x="71" y="55"/>
                  <a:pt x="63" y="63"/>
                </a:cubicBezTo>
                <a:cubicBezTo>
                  <a:pt x="56" y="70"/>
                  <a:pt x="50" y="79"/>
                  <a:pt x="46" y="88"/>
                </a:cubicBezTo>
                <a:cubicBezTo>
                  <a:pt x="42" y="98"/>
                  <a:pt x="40" y="108"/>
                  <a:pt x="40" y="119"/>
                </a:cubicBezTo>
                <a:cubicBezTo>
                  <a:pt x="40" y="129"/>
                  <a:pt x="42" y="139"/>
                  <a:pt x="46" y="149"/>
                </a:cubicBezTo>
                <a:cubicBezTo>
                  <a:pt x="50" y="159"/>
                  <a:pt x="56" y="167"/>
                  <a:pt x="63" y="175"/>
                </a:cubicBezTo>
                <a:cubicBezTo>
                  <a:pt x="71" y="182"/>
                  <a:pt x="79" y="188"/>
                  <a:pt x="90" y="192"/>
                </a:cubicBezTo>
                <a:cubicBezTo>
                  <a:pt x="100" y="196"/>
                  <a:pt x="110" y="198"/>
                  <a:pt x="121" y="198"/>
                </a:cubicBezTo>
                <a:lnTo>
                  <a:pt x="359" y="198"/>
                </a:lnTo>
                <a:lnTo>
                  <a:pt x="359" y="23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34200" y="1552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160"/>
                </a:moveTo>
                <a:lnTo>
                  <a:pt x="0" y="160"/>
                </a:lnTo>
                <a:lnTo>
                  <a:pt x="0" y="0"/>
                </a:lnTo>
                <a:lnTo>
                  <a:pt x="160" y="0"/>
                </a:lnTo>
                <a:lnTo>
                  <a:pt x="160" y="160"/>
                </a:lnTo>
                <a:moveTo>
                  <a:pt x="40" y="120"/>
                </a:moveTo>
                <a:lnTo>
                  <a:pt x="120" y="120"/>
                </a:lnTo>
                <a:lnTo>
                  <a:pt x="120" y="41"/>
                </a:lnTo>
                <a:lnTo>
                  <a:pt x="40" y="41"/>
                </a:lnTo>
                <a:lnTo>
                  <a:pt x="40" y="12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62560" y="1481040"/>
            <a:ext cx="200520" cy="107280"/>
          </a:xfrm>
          <a:custGeom>
            <a:avLst/>
            <a:gdLst/>
            <a:ahLst/>
            <a:rect l="0" t="0" r="r" b="b"/>
            <a:pathLst>
              <a:path w="557" h="298">
                <a:moveTo>
                  <a:pt x="438" y="298"/>
                </a:moveTo>
                <a:lnTo>
                  <a:pt x="398" y="298"/>
                </a:lnTo>
                <a:lnTo>
                  <a:pt x="398" y="259"/>
                </a:lnTo>
                <a:lnTo>
                  <a:pt x="438" y="259"/>
                </a:lnTo>
                <a:cubicBezTo>
                  <a:pt x="449" y="259"/>
                  <a:pt x="459" y="257"/>
                  <a:pt x="468" y="253"/>
                </a:cubicBezTo>
                <a:cubicBezTo>
                  <a:pt x="478" y="249"/>
                  <a:pt x="487" y="243"/>
                  <a:pt x="494" y="235"/>
                </a:cubicBezTo>
                <a:cubicBezTo>
                  <a:pt x="502" y="228"/>
                  <a:pt x="507" y="219"/>
                  <a:pt x="511" y="210"/>
                </a:cubicBezTo>
                <a:cubicBezTo>
                  <a:pt x="515" y="200"/>
                  <a:pt x="517" y="189"/>
                  <a:pt x="517" y="178"/>
                </a:cubicBezTo>
                <a:cubicBezTo>
                  <a:pt x="517" y="168"/>
                  <a:pt x="515" y="158"/>
                  <a:pt x="511" y="148"/>
                </a:cubicBezTo>
                <a:cubicBezTo>
                  <a:pt x="507" y="138"/>
                  <a:pt x="502" y="130"/>
                  <a:pt x="494" y="122"/>
                </a:cubicBezTo>
                <a:cubicBezTo>
                  <a:pt x="487" y="115"/>
                  <a:pt x="478" y="109"/>
                  <a:pt x="468" y="105"/>
                </a:cubicBezTo>
                <a:cubicBezTo>
                  <a:pt x="459" y="101"/>
                  <a:pt x="449" y="99"/>
                  <a:pt x="438" y="99"/>
                </a:cubicBezTo>
                <a:lnTo>
                  <a:pt x="200" y="99"/>
                </a:lnTo>
                <a:lnTo>
                  <a:pt x="200" y="59"/>
                </a:lnTo>
                <a:lnTo>
                  <a:pt x="438" y="59"/>
                </a:lnTo>
                <a:cubicBezTo>
                  <a:pt x="454" y="59"/>
                  <a:pt x="469" y="62"/>
                  <a:pt x="484" y="68"/>
                </a:cubicBezTo>
                <a:cubicBezTo>
                  <a:pt x="498" y="74"/>
                  <a:pt x="511" y="83"/>
                  <a:pt x="522" y="94"/>
                </a:cubicBezTo>
                <a:cubicBezTo>
                  <a:pt x="533" y="105"/>
                  <a:pt x="542" y="118"/>
                  <a:pt x="548" y="133"/>
                </a:cubicBezTo>
                <a:cubicBezTo>
                  <a:pt x="554" y="147"/>
                  <a:pt x="557" y="163"/>
                  <a:pt x="557" y="178"/>
                </a:cubicBezTo>
                <a:cubicBezTo>
                  <a:pt x="557" y="195"/>
                  <a:pt x="554" y="210"/>
                  <a:pt x="548" y="225"/>
                </a:cubicBezTo>
                <a:cubicBezTo>
                  <a:pt x="542" y="240"/>
                  <a:pt x="533" y="252"/>
                  <a:pt x="522" y="264"/>
                </a:cubicBezTo>
                <a:cubicBezTo>
                  <a:pt x="511" y="275"/>
                  <a:pt x="498" y="283"/>
                  <a:pt x="484" y="289"/>
                </a:cubicBezTo>
                <a:cubicBezTo>
                  <a:pt x="469" y="295"/>
                  <a:pt x="454" y="298"/>
                  <a:pt x="438" y="298"/>
                </a:cubicBezTo>
                <a:moveTo>
                  <a:pt x="160" y="159"/>
                </a:moveTo>
                <a:lnTo>
                  <a:pt x="0" y="159"/>
                </a:lnTo>
                <a:lnTo>
                  <a:pt x="0" y="0"/>
                </a:lnTo>
                <a:lnTo>
                  <a:pt x="160" y="0"/>
                </a:lnTo>
                <a:lnTo>
                  <a:pt x="160" y="159"/>
                </a:lnTo>
                <a:moveTo>
                  <a:pt x="40" y="119"/>
                </a:moveTo>
                <a:lnTo>
                  <a:pt x="121" y="119"/>
                </a:lnTo>
                <a:lnTo>
                  <a:pt x="121" y="39"/>
                </a:lnTo>
                <a:lnTo>
                  <a:pt x="40" y="39"/>
                </a:lnTo>
                <a:lnTo>
                  <a:pt x="40" y="11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608240" y="1744200"/>
            <a:ext cx="1289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6524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2688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657160"/>
            <a:ext cx="8420760" cy="895680"/>
          </a:xfrm>
          <a:custGeom>
            <a:avLst/>
            <a:gdLst/>
            <a:ahLst/>
            <a:rect l="0" t="0" r="r" b="b"/>
            <a:pathLst>
              <a:path w="23391" h="2488">
                <a:moveTo>
                  <a:pt x="0" y="0"/>
                </a:moveTo>
                <a:lnTo>
                  <a:pt x="23391" y="0"/>
                </a:lnTo>
                <a:lnTo>
                  <a:pt x="23391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657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5431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65716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106"/>
                </a:moveTo>
                <a:lnTo>
                  <a:pt x="0" y="2488"/>
                </a:lnTo>
                <a:lnTo>
                  <a:pt x="28" y="24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65716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0"/>
                </a:moveTo>
                <a:lnTo>
                  <a:pt x="0" y="2488"/>
                </a:lnTo>
                <a:lnTo>
                  <a:pt x="28" y="24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95760" y="2786040"/>
            <a:ext cx="143280" cy="200160"/>
          </a:xfrm>
          <a:custGeom>
            <a:avLst/>
            <a:gdLst/>
            <a:ahLst/>
            <a:rect l="0" t="0" r="r" b="b"/>
            <a:pathLst>
              <a:path w="398" h="556">
                <a:moveTo>
                  <a:pt x="392" y="144"/>
                </a:moveTo>
                <a:lnTo>
                  <a:pt x="253" y="6"/>
                </a:lnTo>
                <a:cubicBezTo>
                  <a:pt x="249" y="2"/>
                  <a:pt x="245" y="0"/>
                  <a:pt x="239" y="0"/>
                </a:cubicBezTo>
                <a:lnTo>
                  <a:pt x="39" y="0"/>
                </a:lnTo>
                <a:cubicBezTo>
                  <a:pt x="18" y="0"/>
                  <a:pt x="0" y="17"/>
                  <a:pt x="0" y="39"/>
                </a:cubicBezTo>
                <a:lnTo>
                  <a:pt x="0" y="516"/>
                </a:lnTo>
                <a:cubicBezTo>
                  <a:pt x="0" y="538"/>
                  <a:pt x="18" y="556"/>
                  <a:pt x="39" y="556"/>
                </a:cubicBezTo>
                <a:lnTo>
                  <a:pt x="358" y="556"/>
                </a:lnTo>
                <a:cubicBezTo>
                  <a:pt x="380" y="556"/>
                  <a:pt x="398" y="538"/>
                  <a:pt x="398" y="516"/>
                </a:cubicBezTo>
                <a:lnTo>
                  <a:pt x="398" y="158"/>
                </a:lnTo>
                <a:cubicBezTo>
                  <a:pt x="398" y="152"/>
                  <a:pt x="396" y="148"/>
                  <a:pt x="392" y="144"/>
                </a:cubicBezTo>
                <a:moveTo>
                  <a:pt x="239" y="47"/>
                </a:moveTo>
                <a:lnTo>
                  <a:pt x="350" y="158"/>
                </a:lnTo>
                <a:lnTo>
                  <a:pt x="239" y="158"/>
                </a:lnTo>
                <a:lnTo>
                  <a:pt x="239" y="47"/>
                </a:lnTo>
                <a:moveTo>
                  <a:pt x="358" y="516"/>
                </a:moveTo>
                <a:lnTo>
                  <a:pt x="39" y="516"/>
                </a:lnTo>
                <a:lnTo>
                  <a:pt x="39" y="39"/>
                </a:lnTo>
                <a:lnTo>
                  <a:pt x="199" y="39"/>
                </a:lnTo>
                <a:lnTo>
                  <a:pt x="199" y="158"/>
                </a:lnTo>
                <a:cubicBezTo>
                  <a:pt x="199" y="180"/>
                  <a:pt x="217" y="198"/>
                  <a:pt x="239" y="198"/>
                </a:cubicBezTo>
                <a:lnTo>
                  <a:pt x="358" y="198"/>
                </a:lnTo>
                <a:lnTo>
                  <a:pt x="358" y="51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24200" y="2885760"/>
            <a:ext cx="86040" cy="57600"/>
          </a:xfrm>
          <a:custGeom>
            <a:avLst/>
            <a:gdLst/>
            <a:ahLst/>
            <a:rect l="0" t="0" r="r" b="b"/>
            <a:pathLst>
              <a:path w="239" h="160">
                <a:moveTo>
                  <a:pt x="0" y="119"/>
                </a:moveTo>
                <a:lnTo>
                  <a:pt x="239" y="119"/>
                </a:lnTo>
                <a:lnTo>
                  <a:pt x="239" y="160"/>
                </a:lnTo>
                <a:lnTo>
                  <a:pt x="0" y="160"/>
                </a:lnTo>
                <a:lnTo>
                  <a:pt x="0" y="119"/>
                </a:lnTo>
                <a:moveTo>
                  <a:pt x="0" y="0"/>
                </a:moveTo>
                <a:lnTo>
                  <a:pt x="239" y="0"/>
                </a:lnTo>
                <a:lnTo>
                  <a:pt x="239" y="40"/>
                </a:lnTo>
                <a:lnTo>
                  <a:pt x="0" y="4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39724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81560" y="3044520"/>
            <a:ext cx="2763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628800"/>
            <a:ext cx="3686760" cy="1124280"/>
          </a:xfrm>
          <a:custGeom>
            <a:avLst/>
            <a:gdLst/>
            <a:ahLst/>
            <a:rect l="0" t="0" r="r" b="b"/>
            <a:pathLst>
              <a:path w="10241" h="3123">
                <a:moveTo>
                  <a:pt x="0" y="0"/>
                </a:moveTo>
                <a:lnTo>
                  <a:pt x="10241" y="0"/>
                </a:lnTo>
                <a:lnTo>
                  <a:pt x="1024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628800"/>
            <a:ext cx="3686760" cy="38520"/>
          </a:xfrm>
          <a:custGeom>
            <a:avLst/>
            <a:gdLst/>
            <a:ahLst/>
            <a:rect l="0" t="0" r="r" b="b"/>
            <a:pathLst>
              <a:path w="10241" h="107">
                <a:moveTo>
                  <a:pt x="0" y="0"/>
                </a:moveTo>
                <a:lnTo>
                  <a:pt x="10241" y="0"/>
                </a:lnTo>
                <a:lnTo>
                  <a:pt x="1024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743360"/>
            <a:ext cx="3686760" cy="9720"/>
          </a:xfrm>
          <a:custGeom>
            <a:avLst/>
            <a:gdLst/>
            <a:ahLst/>
            <a:rect l="0" t="0" r="r" b="b"/>
            <a:pathLst>
              <a:path w="10241" h="27">
                <a:moveTo>
                  <a:pt x="0" y="0"/>
                </a:moveTo>
                <a:lnTo>
                  <a:pt x="10241" y="0"/>
                </a:lnTo>
                <a:lnTo>
                  <a:pt x="102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133520" y="3628800"/>
            <a:ext cx="10080" cy="1124280"/>
          </a:xfrm>
          <a:custGeom>
            <a:avLst/>
            <a:gdLst/>
            <a:ahLst/>
            <a:rect l="0" t="0" r="r" b="b"/>
            <a:pathLst>
              <a:path w="28" h="3123">
                <a:moveTo>
                  <a:pt x="0" y="106"/>
                </a:moveTo>
                <a:lnTo>
                  <a:pt x="0" y="3123"/>
                </a:lnTo>
                <a:lnTo>
                  <a:pt x="28" y="312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628800"/>
            <a:ext cx="10080" cy="1124280"/>
          </a:xfrm>
          <a:custGeom>
            <a:avLst/>
            <a:gdLst/>
            <a:ahLst/>
            <a:rect l="0" t="0" r="r" b="b"/>
            <a:pathLst>
              <a:path w="28" h="3123">
                <a:moveTo>
                  <a:pt x="0" y="0"/>
                </a:moveTo>
                <a:lnTo>
                  <a:pt x="0" y="3123"/>
                </a:lnTo>
                <a:lnTo>
                  <a:pt x="28" y="312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4160" y="3759840"/>
            <a:ext cx="200520" cy="207360"/>
          </a:xfrm>
          <a:custGeom>
            <a:avLst/>
            <a:gdLst/>
            <a:ahLst/>
            <a:rect l="0" t="0" r="r" b="b"/>
            <a:pathLst>
              <a:path w="557" h="576">
                <a:moveTo>
                  <a:pt x="119" y="159"/>
                </a:moveTo>
                <a:cubicBezTo>
                  <a:pt x="109" y="159"/>
                  <a:pt x="98" y="157"/>
                  <a:pt x="89" y="153"/>
                </a:cubicBezTo>
                <a:cubicBezTo>
                  <a:pt x="79" y="149"/>
                  <a:pt x="70" y="143"/>
                  <a:pt x="63" y="135"/>
                </a:cubicBezTo>
                <a:cubicBezTo>
                  <a:pt x="56" y="128"/>
                  <a:pt x="50" y="119"/>
                  <a:pt x="46" y="110"/>
                </a:cubicBezTo>
                <a:cubicBezTo>
                  <a:pt x="42" y="100"/>
                  <a:pt x="40" y="90"/>
                  <a:pt x="40" y="79"/>
                </a:cubicBezTo>
                <a:cubicBezTo>
                  <a:pt x="40" y="69"/>
                  <a:pt x="42" y="59"/>
                  <a:pt x="46" y="49"/>
                </a:cubicBezTo>
                <a:cubicBezTo>
                  <a:pt x="50" y="39"/>
                  <a:pt x="56" y="31"/>
                  <a:pt x="63" y="23"/>
                </a:cubicBezTo>
                <a:cubicBezTo>
                  <a:pt x="70" y="16"/>
                  <a:pt x="79" y="10"/>
                  <a:pt x="89" y="6"/>
                </a:cubicBezTo>
                <a:cubicBezTo>
                  <a:pt x="98" y="2"/>
                  <a:pt x="109" y="0"/>
                  <a:pt x="119" y="0"/>
                </a:cubicBezTo>
                <a:cubicBezTo>
                  <a:pt x="130" y="0"/>
                  <a:pt x="140" y="2"/>
                  <a:pt x="150" y="6"/>
                </a:cubicBezTo>
                <a:cubicBezTo>
                  <a:pt x="159" y="10"/>
                  <a:pt x="168" y="16"/>
                  <a:pt x="175" y="23"/>
                </a:cubicBezTo>
                <a:cubicBezTo>
                  <a:pt x="183" y="31"/>
                  <a:pt x="188" y="39"/>
                  <a:pt x="192" y="49"/>
                </a:cubicBezTo>
                <a:cubicBezTo>
                  <a:pt x="196" y="59"/>
                  <a:pt x="198" y="69"/>
                  <a:pt x="198" y="79"/>
                </a:cubicBezTo>
                <a:cubicBezTo>
                  <a:pt x="198" y="90"/>
                  <a:pt x="196" y="100"/>
                  <a:pt x="192" y="110"/>
                </a:cubicBezTo>
                <a:cubicBezTo>
                  <a:pt x="188" y="119"/>
                  <a:pt x="183" y="128"/>
                  <a:pt x="175" y="135"/>
                </a:cubicBezTo>
                <a:cubicBezTo>
                  <a:pt x="168" y="143"/>
                  <a:pt x="159" y="149"/>
                  <a:pt x="150" y="153"/>
                </a:cubicBezTo>
                <a:cubicBezTo>
                  <a:pt x="140" y="157"/>
                  <a:pt x="130" y="159"/>
                  <a:pt x="119" y="159"/>
                </a:cubicBezTo>
                <a:moveTo>
                  <a:pt x="119" y="40"/>
                </a:moveTo>
                <a:cubicBezTo>
                  <a:pt x="114" y="40"/>
                  <a:pt x="109" y="41"/>
                  <a:pt x="104" y="43"/>
                </a:cubicBezTo>
                <a:cubicBezTo>
                  <a:pt x="99" y="45"/>
                  <a:pt x="95" y="48"/>
                  <a:pt x="91" y="51"/>
                </a:cubicBezTo>
                <a:cubicBezTo>
                  <a:pt x="87" y="55"/>
                  <a:pt x="84" y="59"/>
                  <a:pt x="82" y="64"/>
                </a:cubicBezTo>
                <a:cubicBezTo>
                  <a:pt x="80" y="69"/>
                  <a:pt x="79" y="74"/>
                  <a:pt x="79" y="79"/>
                </a:cubicBezTo>
                <a:cubicBezTo>
                  <a:pt x="79" y="85"/>
                  <a:pt x="80" y="90"/>
                  <a:pt x="82" y="94"/>
                </a:cubicBezTo>
                <a:cubicBezTo>
                  <a:pt x="84" y="99"/>
                  <a:pt x="87" y="104"/>
                  <a:pt x="91" y="107"/>
                </a:cubicBezTo>
                <a:cubicBezTo>
                  <a:pt x="95" y="111"/>
                  <a:pt x="99" y="114"/>
                  <a:pt x="104" y="116"/>
                </a:cubicBezTo>
                <a:cubicBezTo>
                  <a:pt x="109" y="118"/>
                  <a:pt x="114" y="119"/>
                  <a:pt x="119" y="119"/>
                </a:cubicBezTo>
                <a:cubicBezTo>
                  <a:pt x="124" y="119"/>
                  <a:pt x="129" y="118"/>
                  <a:pt x="134" y="116"/>
                </a:cubicBezTo>
                <a:cubicBezTo>
                  <a:pt x="139" y="114"/>
                  <a:pt x="143" y="111"/>
                  <a:pt x="147" y="107"/>
                </a:cubicBezTo>
                <a:cubicBezTo>
                  <a:pt x="151" y="104"/>
                  <a:pt x="154" y="99"/>
                  <a:pt x="156" y="94"/>
                </a:cubicBezTo>
                <a:cubicBezTo>
                  <a:pt x="158" y="90"/>
                  <a:pt x="159" y="85"/>
                  <a:pt x="159" y="79"/>
                </a:cubicBezTo>
                <a:cubicBezTo>
                  <a:pt x="159" y="74"/>
                  <a:pt x="158" y="69"/>
                  <a:pt x="156" y="64"/>
                </a:cubicBezTo>
                <a:cubicBezTo>
                  <a:pt x="154" y="59"/>
                  <a:pt x="151" y="55"/>
                  <a:pt x="147" y="51"/>
                </a:cubicBezTo>
                <a:cubicBezTo>
                  <a:pt x="143" y="48"/>
                  <a:pt x="139" y="45"/>
                  <a:pt x="134" y="43"/>
                </a:cubicBezTo>
                <a:cubicBezTo>
                  <a:pt x="129" y="41"/>
                  <a:pt x="124" y="40"/>
                  <a:pt x="119" y="40"/>
                </a:cubicBezTo>
                <a:moveTo>
                  <a:pt x="438" y="159"/>
                </a:moveTo>
                <a:cubicBezTo>
                  <a:pt x="427" y="159"/>
                  <a:pt x="417" y="157"/>
                  <a:pt x="407" y="153"/>
                </a:cubicBezTo>
                <a:cubicBezTo>
                  <a:pt x="398" y="149"/>
                  <a:pt x="389" y="143"/>
                  <a:pt x="381" y="135"/>
                </a:cubicBezTo>
                <a:cubicBezTo>
                  <a:pt x="374" y="128"/>
                  <a:pt x="368" y="119"/>
                  <a:pt x="364" y="110"/>
                </a:cubicBezTo>
                <a:cubicBezTo>
                  <a:pt x="360" y="100"/>
                  <a:pt x="358" y="90"/>
                  <a:pt x="358" y="79"/>
                </a:cubicBezTo>
                <a:cubicBezTo>
                  <a:pt x="358" y="69"/>
                  <a:pt x="360" y="59"/>
                  <a:pt x="364" y="49"/>
                </a:cubicBezTo>
                <a:cubicBezTo>
                  <a:pt x="368" y="39"/>
                  <a:pt x="374" y="31"/>
                  <a:pt x="381" y="23"/>
                </a:cubicBezTo>
                <a:cubicBezTo>
                  <a:pt x="389" y="16"/>
                  <a:pt x="398" y="10"/>
                  <a:pt x="407" y="6"/>
                </a:cubicBezTo>
                <a:cubicBezTo>
                  <a:pt x="417" y="2"/>
                  <a:pt x="427" y="0"/>
                  <a:pt x="438" y="0"/>
                </a:cubicBezTo>
                <a:cubicBezTo>
                  <a:pt x="448" y="0"/>
                  <a:pt x="458" y="2"/>
                  <a:pt x="468" y="6"/>
                </a:cubicBezTo>
                <a:cubicBezTo>
                  <a:pt x="478" y="10"/>
                  <a:pt x="486" y="16"/>
                  <a:pt x="494" y="23"/>
                </a:cubicBezTo>
                <a:cubicBezTo>
                  <a:pt x="501" y="31"/>
                  <a:pt x="507" y="39"/>
                  <a:pt x="511" y="49"/>
                </a:cubicBezTo>
                <a:cubicBezTo>
                  <a:pt x="515" y="59"/>
                  <a:pt x="517" y="69"/>
                  <a:pt x="517" y="79"/>
                </a:cubicBezTo>
                <a:cubicBezTo>
                  <a:pt x="517" y="90"/>
                  <a:pt x="515" y="100"/>
                  <a:pt x="511" y="110"/>
                </a:cubicBezTo>
                <a:cubicBezTo>
                  <a:pt x="507" y="119"/>
                  <a:pt x="501" y="128"/>
                  <a:pt x="494" y="135"/>
                </a:cubicBezTo>
                <a:cubicBezTo>
                  <a:pt x="486" y="143"/>
                  <a:pt x="478" y="149"/>
                  <a:pt x="468" y="153"/>
                </a:cubicBezTo>
                <a:cubicBezTo>
                  <a:pt x="458" y="157"/>
                  <a:pt x="448" y="159"/>
                  <a:pt x="438" y="159"/>
                </a:cubicBezTo>
                <a:moveTo>
                  <a:pt x="438" y="40"/>
                </a:moveTo>
                <a:cubicBezTo>
                  <a:pt x="432" y="40"/>
                  <a:pt x="427" y="41"/>
                  <a:pt x="422" y="43"/>
                </a:cubicBezTo>
                <a:cubicBezTo>
                  <a:pt x="418" y="45"/>
                  <a:pt x="413" y="48"/>
                  <a:pt x="410" y="51"/>
                </a:cubicBezTo>
                <a:cubicBezTo>
                  <a:pt x="406" y="55"/>
                  <a:pt x="403" y="59"/>
                  <a:pt x="401" y="64"/>
                </a:cubicBezTo>
                <a:cubicBezTo>
                  <a:pt x="399" y="69"/>
                  <a:pt x="398" y="74"/>
                  <a:pt x="398" y="79"/>
                </a:cubicBezTo>
                <a:cubicBezTo>
                  <a:pt x="398" y="85"/>
                  <a:pt x="399" y="90"/>
                  <a:pt x="401" y="94"/>
                </a:cubicBezTo>
                <a:cubicBezTo>
                  <a:pt x="403" y="99"/>
                  <a:pt x="406" y="104"/>
                  <a:pt x="410" y="107"/>
                </a:cubicBezTo>
                <a:cubicBezTo>
                  <a:pt x="413" y="111"/>
                  <a:pt x="418" y="114"/>
                  <a:pt x="422" y="116"/>
                </a:cubicBezTo>
                <a:cubicBezTo>
                  <a:pt x="427" y="118"/>
                  <a:pt x="432" y="119"/>
                  <a:pt x="438" y="119"/>
                </a:cubicBezTo>
                <a:cubicBezTo>
                  <a:pt x="443" y="119"/>
                  <a:pt x="448" y="118"/>
                  <a:pt x="453" y="116"/>
                </a:cubicBezTo>
                <a:cubicBezTo>
                  <a:pt x="458" y="114"/>
                  <a:pt x="462" y="111"/>
                  <a:pt x="466" y="107"/>
                </a:cubicBezTo>
                <a:cubicBezTo>
                  <a:pt x="469" y="104"/>
                  <a:pt x="472" y="99"/>
                  <a:pt x="474" y="94"/>
                </a:cubicBezTo>
                <a:cubicBezTo>
                  <a:pt x="476" y="90"/>
                  <a:pt x="477" y="85"/>
                  <a:pt x="477" y="79"/>
                </a:cubicBezTo>
                <a:cubicBezTo>
                  <a:pt x="477" y="74"/>
                  <a:pt x="476" y="69"/>
                  <a:pt x="474" y="64"/>
                </a:cubicBezTo>
                <a:cubicBezTo>
                  <a:pt x="472" y="59"/>
                  <a:pt x="469" y="55"/>
                  <a:pt x="466" y="51"/>
                </a:cubicBezTo>
                <a:cubicBezTo>
                  <a:pt x="462" y="48"/>
                  <a:pt x="458" y="45"/>
                  <a:pt x="453" y="43"/>
                </a:cubicBezTo>
                <a:cubicBezTo>
                  <a:pt x="448" y="41"/>
                  <a:pt x="443" y="40"/>
                  <a:pt x="438" y="40"/>
                </a:cubicBezTo>
                <a:moveTo>
                  <a:pt x="477" y="576"/>
                </a:moveTo>
                <a:lnTo>
                  <a:pt x="398" y="576"/>
                </a:lnTo>
                <a:cubicBezTo>
                  <a:pt x="393" y="576"/>
                  <a:pt x="388" y="575"/>
                  <a:pt x="383" y="573"/>
                </a:cubicBezTo>
                <a:cubicBezTo>
                  <a:pt x="378" y="571"/>
                  <a:pt x="374" y="568"/>
                  <a:pt x="370" y="565"/>
                </a:cubicBezTo>
                <a:cubicBezTo>
                  <a:pt x="366" y="561"/>
                  <a:pt x="363" y="557"/>
                  <a:pt x="361" y="552"/>
                </a:cubicBezTo>
                <a:cubicBezTo>
                  <a:pt x="359" y="547"/>
                  <a:pt x="358" y="542"/>
                  <a:pt x="358" y="537"/>
                </a:cubicBezTo>
                <a:lnTo>
                  <a:pt x="358" y="398"/>
                </a:lnTo>
                <a:lnTo>
                  <a:pt x="398" y="398"/>
                </a:lnTo>
                <a:lnTo>
                  <a:pt x="398" y="537"/>
                </a:lnTo>
                <a:lnTo>
                  <a:pt x="477" y="537"/>
                </a:lnTo>
                <a:lnTo>
                  <a:pt x="477" y="358"/>
                </a:lnTo>
                <a:lnTo>
                  <a:pt x="517" y="358"/>
                </a:lnTo>
                <a:lnTo>
                  <a:pt x="517" y="239"/>
                </a:lnTo>
                <a:cubicBezTo>
                  <a:pt x="517" y="234"/>
                  <a:pt x="515" y="229"/>
                  <a:pt x="511" y="225"/>
                </a:cubicBezTo>
                <a:cubicBezTo>
                  <a:pt x="507" y="221"/>
                  <a:pt x="503" y="219"/>
                  <a:pt x="497" y="219"/>
                </a:cubicBezTo>
                <a:lnTo>
                  <a:pt x="370" y="219"/>
                </a:lnTo>
                <a:lnTo>
                  <a:pt x="279" y="378"/>
                </a:lnTo>
                <a:lnTo>
                  <a:pt x="187" y="219"/>
                </a:lnTo>
                <a:lnTo>
                  <a:pt x="60" y="219"/>
                </a:lnTo>
                <a:cubicBezTo>
                  <a:pt x="54" y="219"/>
                  <a:pt x="49" y="221"/>
                  <a:pt x="46" y="225"/>
                </a:cubicBezTo>
                <a:cubicBezTo>
                  <a:pt x="42" y="229"/>
                  <a:pt x="40" y="234"/>
                  <a:pt x="40" y="239"/>
                </a:cubicBezTo>
                <a:lnTo>
                  <a:pt x="40" y="358"/>
                </a:lnTo>
                <a:lnTo>
                  <a:pt x="79" y="358"/>
                </a:lnTo>
                <a:lnTo>
                  <a:pt x="79" y="537"/>
                </a:lnTo>
                <a:lnTo>
                  <a:pt x="159" y="537"/>
                </a:lnTo>
                <a:lnTo>
                  <a:pt x="159" y="398"/>
                </a:lnTo>
                <a:lnTo>
                  <a:pt x="198" y="398"/>
                </a:lnTo>
                <a:lnTo>
                  <a:pt x="198" y="537"/>
                </a:lnTo>
                <a:cubicBezTo>
                  <a:pt x="198" y="542"/>
                  <a:pt x="197" y="547"/>
                  <a:pt x="195" y="552"/>
                </a:cubicBezTo>
                <a:cubicBezTo>
                  <a:pt x="193" y="557"/>
                  <a:pt x="191" y="561"/>
                  <a:pt x="187" y="565"/>
                </a:cubicBezTo>
                <a:cubicBezTo>
                  <a:pt x="183" y="568"/>
                  <a:pt x="179" y="571"/>
                  <a:pt x="174" y="573"/>
                </a:cubicBezTo>
                <a:cubicBezTo>
                  <a:pt x="169" y="575"/>
                  <a:pt x="164" y="576"/>
                  <a:pt x="159" y="576"/>
                </a:cubicBezTo>
                <a:lnTo>
                  <a:pt x="79" y="576"/>
                </a:lnTo>
                <a:cubicBezTo>
                  <a:pt x="74" y="576"/>
                  <a:pt x="69" y="575"/>
                  <a:pt x="64" y="573"/>
                </a:cubicBezTo>
                <a:cubicBezTo>
                  <a:pt x="59" y="571"/>
                  <a:pt x="55" y="568"/>
                  <a:pt x="51" y="565"/>
                </a:cubicBezTo>
                <a:cubicBezTo>
                  <a:pt x="48" y="561"/>
                  <a:pt x="45" y="557"/>
                  <a:pt x="43" y="552"/>
                </a:cubicBezTo>
                <a:cubicBezTo>
                  <a:pt x="41" y="547"/>
                  <a:pt x="40" y="542"/>
                  <a:pt x="40" y="537"/>
                </a:cubicBezTo>
                <a:lnTo>
                  <a:pt x="40" y="398"/>
                </a:lnTo>
                <a:cubicBezTo>
                  <a:pt x="34" y="398"/>
                  <a:pt x="29" y="397"/>
                  <a:pt x="25" y="395"/>
                </a:cubicBezTo>
                <a:cubicBezTo>
                  <a:pt x="20" y="393"/>
                  <a:pt x="15" y="390"/>
                  <a:pt x="12" y="386"/>
                </a:cubicBezTo>
                <a:cubicBezTo>
                  <a:pt x="8" y="382"/>
                  <a:pt x="5" y="378"/>
                  <a:pt x="3" y="373"/>
                </a:cubicBezTo>
                <a:cubicBezTo>
                  <a:pt x="1" y="368"/>
                  <a:pt x="0" y="363"/>
                  <a:pt x="0" y="358"/>
                </a:cubicBezTo>
                <a:lnTo>
                  <a:pt x="0" y="239"/>
                </a:lnTo>
                <a:cubicBezTo>
                  <a:pt x="0" y="231"/>
                  <a:pt x="2" y="224"/>
                  <a:pt x="5" y="216"/>
                </a:cubicBezTo>
                <a:cubicBezTo>
                  <a:pt x="8" y="209"/>
                  <a:pt x="12" y="203"/>
                  <a:pt x="17" y="197"/>
                </a:cubicBezTo>
                <a:cubicBezTo>
                  <a:pt x="23" y="190"/>
                  <a:pt x="30" y="186"/>
                  <a:pt x="37" y="183"/>
                </a:cubicBezTo>
                <a:cubicBezTo>
                  <a:pt x="44" y="180"/>
                  <a:pt x="52" y="179"/>
                  <a:pt x="60" y="179"/>
                </a:cubicBezTo>
                <a:lnTo>
                  <a:pt x="210" y="179"/>
                </a:lnTo>
                <a:lnTo>
                  <a:pt x="279" y="299"/>
                </a:lnTo>
                <a:lnTo>
                  <a:pt x="347" y="179"/>
                </a:lnTo>
                <a:lnTo>
                  <a:pt x="497" y="179"/>
                </a:lnTo>
                <a:cubicBezTo>
                  <a:pt x="505" y="179"/>
                  <a:pt x="513" y="180"/>
                  <a:pt x="520" y="183"/>
                </a:cubicBezTo>
                <a:cubicBezTo>
                  <a:pt x="527" y="186"/>
                  <a:pt x="534" y="190"/>
                  <a:pt x="539" y="197"/>
                </a:cubicBezTo>
                <a:cubicBezTo>
                  <a:pt x="545" y="203"/>
                  <a:pt x="549" y="209"/>
                  <a:pt x="552" y="216"/>
                </a:cubicBezTo>
                <a:cubicBezTo>
                  <a:pt x="555" y="224"/>
                  <a:pt x="557" y="231"/>
                  <a:pt x="557" y="239"/>
                </a:cubicBezTo>
                <a:lnTo>
                  <a:pt x="557" y="358"/>
                </a:lnTo>
                <a:cubicBezTo>
                  <a:pt x="557" y="363"/>
                  <a:pt x="556" y="368"/>
                  <a:pt x="554" y="373"/>
                </a:cubicBezTo>
                <a:cubicBezTo>
                  <a:pt x="552" y="378"/>
                  <a:pt x="549" y="382"/>
                  <a:pt x="545" y="386"/>
                </a:cubicBezTo>
                <a:cubicBezTo>
                  <a:pt x="541" y="390"/>
                  <a:pt x="537" y="393"/>
                  <a:pt x="532" y="395"/>
                </a:cubicBezTo>
                <a:cubicBezTo>
                  <a:pt x="527" y="397"/>
                  <a:pt x="522" y="398"/>
                  <a:pt x="517" y="398"/>
                </a:cubicBezTo>
                <a:lnTo>
                  <a:pt x="517" y="537"/>
                </a:lnTo>
                <a:cubicBezTo>
                  <a:pt x="517" y="542"/>
                  <a:pt x="516" y="547"/>
                  <a:pt x="514" y="552"/>
                </a:cubicBezTo>
                <a:cubicBezTo>
                  <a:pt x="512" y="557"/>
                  <a:pt x="509" y="561"/>
                  <a:pt x="505" y="565"/>
                </a:cubicBezTo>
                <a:cubicBezTo>
                  <a:pt x="502" y="568"/>
                  <a:pt x="497" y="571"/>
                  <a:pt x="493" y="573"/>
                </a:cubicBezTo>
                <a:cubicBezTo>
                  <a:pt x="488" y="575"/>
                  <a:pt x="483" y="576"/>
                  <a:pt x="477" y="57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2040" y="3299760"/>
            <a:ext cx="49460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berichtstromen · koppelvlakdiensten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025520"/>
            <a:ext cx="3362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267080" y="3628800"/>
            <a:ext cx="4610520" cy="1124280"/>
          </a:xfrm>
          <a:custGeom>
            <a:avLst/>
            <a:gdLst/>
            <a:ahLst/>
            <a:rect l="0" t="0" r="r" b="b"/>
            <a:pathLst>
              <a:path w="12807" h="3123">
                <a:moveTo>
                  <a:pt x="0" y="0"/>
                </a:moveTo>
                <a:lnTo>
                  <a:pt x="12807" y="0"/>
                </a:lnTo>
                <a:lnTo>
                  <a:pt x="12807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267080" y="3628800"/>
            <a:ext cx="4610520" cy="38520"/>
          </a:xfrm>
          <a:custGeom>
            <a:avLst/>
            <a:gdLst/>
            <a:ahLst/>
            <a:rect l="0" t="0" r="r" b="b"/>
            <a:pathLst>
              <a:path w="12807" h="107">
                <a:moveTo>
                  <a:pt x="0" y="0"/>
                </a:moveTo>
                <a:lnTo>
                  <a:pt x="12807" y="0"/>
                </a:lnTo>
                <a:lnTo>
                  <a:pt x="128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267080" y="4743360"/>
            <a:ext cx="4610520" cy="9720"/>
          </a:xfrm>
          <a:custGeom>
            <a:avLst/>
            <a:gdLst/>
            <a:ahLst/>
            <a:rect l="0" t="0" r="r" b="b"/>
            <a:pathLst>
              <a:path w="12807" h="27">
                <a:moveTo>
                  <a:pt x="0" y="0"/>
                </a:moveTo>
                <a:lnTo>
                  <a:pt x="12807" y="0"/>
                </a:lnTo>
                <a:lnTo>
                  <a:pt x="12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628800"/>
            <a:ext cx="10080" cy="1124280"/>
          </a:xfrm>
          <a:custGeom>
            <a:avLst/>
            <a:gdLst/>
            <a:ahLst/>
            <a:rect l="0" t="0" r="r" b="b"/>
            <a:pathLst>
              <a:path w="28" h="3123">
                <a:moveTo>
                  <a:pt x="0" y="106"/>
                </a:moveTo>
                <a:lnTo>
                  <a:pt x="0" y="3123"/>
                </a:lnTo>
                <a:lnTo>
                  <a:pt x="28" y="312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267080" y="3628800"/>
            <a:ext cx="9720" cy="1124280"/>
          </a:xfrm>
          <a:custGeom>
            <a:avLst/>
            <a:gdLst/>
            <a:ahLst/>
            <a:rect l="0" t="0" r="r" b="b"/>
            <a:pathLst>
              <a:path w="27" h="3123">
                <a:moveTo>
                  <a:pt x="0" y="0"/>
                </a:moveTo>
                <a:lnTo>
                  <a:pt x="0" y="3123"/>
                </a:lnTo>
                <a:lnTo>
                  <a:pt x="27" y="312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438440" y="3900240"/>
            <a:ext cx="157680" cy="171720"/>
          </a:xfrm>
          <a:custGeom>
            <a:avLst/>
            <a:gdLst/>
            <a:ahLst/>
            <a:rect l="0" t="0" r="r" b="b"/>
            <a:pathLst>
              <a:path w="438" h="477">
                <a:moveTo>
                  <a:pt x="438" y="477"/>
                </a:moveTo>
                <a:lnTo>
                  <a:pt x="398" y="477"/>
                </a:lnTo>
                <a:lnTo>
                  <a:pt x="398" y="418"/>
                </a:lnTo>
                <a:cubicBezTo>
                  <a:pt x="398" y="405"/>
                  <a:pt x="395" y="392"/>
                  <a:pt x="390" y="380"/>
                </a:cubicBezTo>
                <a:cubicBezTo>
                  <a:pt x="385" y="368"/>
                  <a:pt x="378" y="357"/>
                  <a:pt x="369" y="347"/>
                </a:cubicBezTo>
                <a:cubicBezTo>
                  <a:pt x="360" y="337"/>
                  <a:pt x="349" y="330"/>
                  <a:pt x="337" y="325"/>
                </a:cubicBezTo>
                <a:cubicBezTo>
                  <a:pt x="325" y="320"/>
                  <a:pt x="312" y="318"/>
                  <a:pt x="299" y="318"/>
                </a:cubicBezTo>
                <a:lnTo>
                  <a:pt x="180" y="318"/>
                </a:lnTo>
                <a:cubicBezTo>
                  <a:pt x="167" y="318"/>
                  <a:pt x="154" y="320"/>
                  <a:pt x="142" y="325"/>
                </a:cubicBezTo>
                <a:cubicBezTo>
                  <a:pt x="130" y="330"/>
                  <a:pt x="119" y="337"/>
                  <a:pt x="110" y="347"/>
                </a:cubicBezTo>
                <a:cubicBezTo>
                  <a:pt x="100" y="357"/>
                  <a:pt x="92" y="368"/>
                  <a:pt x="87" y="380"/>
                </a:cubicBezTo>
                <a:cubicBezTo>
                  <a:pt x="82" y="392"/>
                  <a:pt x="79" y="405"/>
                  <a:pt x="79" y="418"/>
                </a:cubicBezTo>
                <a:lnTo>
                  <a:pt x="79" y="477"/>
                </a:lnTo>
                <a:lnTo>
                  <a:pt x="40" y="477"/>
                </a:lnTo>
                <a:lnTo>
                  <a:pt x="40" y="418"/>
                </a:lnTo>
                <a:cubicBezTo>
                  <a:pt x="40" y="399"/>
                  <a:pt x="43" y="382"/>
                  <a:pt x="50" y="365"/>
                </a:cubicBezTo>
                <a:cubicBezTo>
                  <a:pt x="57" y="347"/>
                  <a:pt x="67" y="332"/>
                  <a:pt x="81" y="319"/>
                </a:cubicBezTo>
                <a:cubicBezTo>
                  <a:pt x="94" y="306"/>
                  <a:pt x="110" y="296"/>
                  <a:pt x="127" y="289"/>
                </a:cubicBezTo>
                <a:cubicBezTo>
                  <a:pt x="144" y="282"/>
                  <a:pt x="161" y="278"/>
                  <a:pt x="180" y="278"/>
                </a:cubicBezTo>
                <a:lnTo>
                  <a:pt x="299" y="278"/>
                </a:lnTo>
                <a:cubicBezTo>
                  <a:pt x="317" y="278"/>
                  <a:pt x="335" y="282"/>
                  <a:pt x="352" y="289"/>
                </a:cubicBezTo>
                <a:cubicBezTo>
                  <a:pt x="369" y="296"/>
                  <a:pt x="384" y="306"/>
                  <a:pt x="397" y="319"/>
                </a:cubicBezTo>
                <a:cubicBezTo>
                  <a:pt x="410" y="332"/>
                  <a:pt x="420" y="347"/>
                  <a:pt x="427" y="365"/>
                </a:cubicBezTo>
                <a:cubicBezTo>
                  <a:pt x="434" y="382"/>
                  <a:pt x="438" y="399"/>
                  <a:pt x="438" y="418"/>
                </a:cubicBezTo>
                <a:lnTo>
                  <a:pt x="438" y="477"/>
                </a:lnTo>
                <a:moveTo>
                  <a:pt x="20" y="0"/>
                </a:moveTo>
                <a:cubicBezTo>
                  <a:pt x="14" y="0"/>
                  <a:pt x="10" y="2"/>
                  <a:pt x="6" y="6"/>
                </a:cubicBezTo>
                <a:cubicBezTo>
                  <a:pt x="2" y="10"/>
                  <a:pt x="0" y="15"/>
                  <a:pt x="0" y="20"/>
                </a:cubicBezTo>
                <a:lnTo>
                  <a:pt x="0" y="199"/>
                </a:lnTo>
                <a:lnTo>
                  <a:pt x="40" y="199"/>
                </a:lnTo>
                <a:lnTo>
                  <a:pt x="40" y="20"/>
                </a:lnTo>
                <a:cubicBezTo>
                  <a:pt x="40" y="15"/>
                  <a:pt x="38" y="10"/>
                  <a:pt x="34" y="6"/>
                </a:cubicBezTo>
                <a:cubicBezTo>
                  <a:pt x="30" y="2"/>
                  <a:pt x="25" y="0"/>
                  <a:pt x="2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438440" y="3871800"/>
            <a:ext cx="171720" cy="114480"/>
          </a:xfrm>
          <a:custGeom>
            <a:avLst/>
            <a:gdLst/>
            <a:ahLst/>
            <a:rect l="0" t="0" r="r" b="b"/>
            <a:pathLst>
              <a:path w="477" h="318">
                <a:moveTo>
                  <a:pt x="0" y="0"/>
                </a:moveTo>
                <a:lnTo>
                  <a:pt x="0" y="39"/>
                </a:lnTo>
                <a:lnTo>
                  <a:pt x="99" y="39"/>
                </a:lnTo>
                <a:lnTo>
                  <a:pt x="99" y="178"/>
                </a:lnTo>
                <a:cubicBezTo>
                  <a:pt x="99" y="198"/>
                  <a:pt x="103" y="216"/>
                  <a:pt x="110" y="233"/>
                </a:cubicBezTo>
                <a:cubicBezTo>
                  <a:pt x="117" y="250"/>
                  <a:pt x="127" y="265"/>
                  <a:pt x="140" y="278"/>
                </a:cubicBezTo>
                <a:cubicBezTo>
                  <a:pt x="153" y="291"/>
                  <a:pt x="168" y="301"/>
                  <a:pt x="185" y="308"/>
                </a:cubicBezTo>
                <a:cubicBezTo>
                  <a:pt x="202" y="315"/>
                  <a:pt x="220" y="318"/>
                  <a:pt x="238" y="318"/>
                </a:cubicBezTo>
                <a:cubicBezTo>
                  <a:pt x="257" y="318"/>
                  <a:pt x="274" y="315"/>
                  <a:pt x="292" y="308"/>
                </a:cubicBezTo>
                <a:cubicBezTo>
                  <a:pt x="309" y="301"/>
                  <a:pt x="324" y="291"/>
                  <a:pt x="337" y="278"/>
                </a:cubicBezTo>
                <a:cubicBezTo>
                  <a:pt x="350" y="265"/>
                  <a:pt x="360" y="250"/>
                  <a:pt x="368" y="233"/>
                </a:cubicBezTo>
                <a:cubicBezTo>
                  <a:pt x="375" y="216"/>
                  <a:pt x="378" y="198"/>
                  <a:pt x="378" y="178"/>
                </a:cubicBezTo>
                <a:lnTo>
                  <a:pt x="378" y="39"/>
                </a:lnTo>
                <a:lnTo>
                  <a:pt x="477" y="39"/>
                </a:lnTo>
                <a:lnTo>
                  <a:pt x="477" y="0"/>
                </a:lnTo>
                <a:lnTo>
                  <a:pt x="0" y="0"/>
                </a:lnTo>
                <a:moveTo>
                  <a:pt x="139" y="39"/>
                </a:moveTo>
                <a:lnTo>
                  <a:pt x="338" y="39"/>
                </a:lnTo>
                <a:lnTo>
                  <a:pt x="338" y="99"/>
                </a:lnTo>
                <a:lnTo>
                  <a:pt x="139" y="99"/>
                </a:lnTo>
                <a:lnTo>
                  <a:pt x="139" y="39"/>
                </a:lnTo>
                <a:moveTo>
                  <a:pt x="238" y="279"/>
                </a:moveTo>
                <a:cubicBezTo>
                  <a:pt x="225" y="279"/>
                  <a:pt x="212" y="276"/>
                  <a:pt x="200" y="271"/>
                </a:cubicBezTo>
                <a:cubicBezTo>
                  <a:pt x="188" y="266"/>
                  <a:pt x="177" y="259"/>
                  <a:pt x="168" y="250"/>
                </a:cubicBezTo>
                <a:cubicBezTo>
                  <a:pt x="159" y="240"/>
                  <a:pt x="152" y="230"/>
                  <a:pt x="147" y="217"/>
                </a:cubicBezTo>
                <a:cubicBezTo>
                  <a:pt x="142" y="205"/>
                  <a:pt x="139" y="193"/>
                  <a:pt x="139" y="178"/>
                </a:cubicBezTo>
                <a:lnTo>
                  <a:pt x="139" y="139"/>
                </a:lnTo>
                <a:lnTo>
                  <a:pt x="338" y="139"/>
                </a:lnTo>
                <a:lnTo>
                  <a:pt x="338" y="178"/>
                </a:lnTo>
                <a:cubicBezTo>
                  <a:pt x="338" y="193"/>
                  <a:pt x="336" y="205"/>
                  <a:pt x="331" y="217"/>
                </a:cubicBezTo>
                <a:cubicBezTo>
                  <a:pt x="326" y="230"/>
                  <a:pt x="319" y="240"/>
                  <a:pt x="309" y="250"/>
                </a:cubicBezTo>
                <a:cubicBezTo>
                  <a:pt x="300" y="259"/>
                  <a:pt x="289" y="266"/>
                  <a:pt x="276" y="271"/>
                </a:cubicBezTo>
                <a:cubicBezTo>
                  <a:pt x="264" y="276"/>
                  <a:pt x="251" y="279"/>
                  <a:pt x="238" y="27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287240"/>
            <a:ext cx="1828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413600" y="4130280"/>
            <a:ext cx="197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6833880" y="3757320"/>
            <a:ext cx="1896120" cy="895680"/>
          </a:xfrm>
          <a:custGeom>
            <a:avLst/>
            <a:gdLst/>
            <a:ahLst/>
            <a:rect l="0" t="0" r="r" b="b"/>
            <a:pathLst>
              <a:path w="5267" h="2488">
                <a:moveTo>
                  <a:pt x="0" y="2396"/>
                </a:moveTo>
                <a:lnTo>
                  <a:pt x="0" y="93"/>
                </a:ln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lnTo>
                  <a:pt x="5174" y="0"/>
                </a:lnTo>
                <a:cubicBezTo>
                  <a:pt x="5186" y="0"/>
                  <a:pt x="5198" y="3"/>
                  <a:pt x="5209" y="7"/>
                </a:cubicBezTo>
                <a:cubicBezTo>
                  <a:pt x="5221" y="12"/>
                  <a:pt x="5231" y="19"/>
                  <a:pt x="5239" y="27"/>
                </a:cubicBezTo>
                <a:cubicBezTo>
                  <a:pt x="5248" y="36"/>
                  <a:pt x="5255" y="46"/>
                  <a:pt x="5260" y="57"/>
                </a:cubicBezTo>
                <a:cubicBezTo>
                  <a:pt x="5264" y="69"/>
                  <a:pt x="5267" y="81"/>
                  <a:pt x="5267" y="93"/>
                </a:cubicBezTo>
                <a:lnTo>
                  <a:pt x="5267" y="2396"/>
                </a:lnTo>
                <a:cubicBezTo>
                  <a:pt x="5267" y="2408"/>
                  <a:pt x="5264" y="2420"/>
                  <a:pt x="5260" y="2431"/>
                </a:cubicBezTo>
                <a:cubicBezTo>
                  <a:pt x="5255" y="2443"/>
                  <a:pt x="5248" y="2453"/>
                  <a:pt x="5239" y="2461"/>
                </a:cubicBezTo>
                <a:cubicBezTo>
                  <a:pt x="5231" y="2470"/>
                  <a:pt x="5221" y="2477"/>
                  <a:pt x="5209" y="2481"/>
                </a:cubicBezTo>
                <a:cubicBezTo>
                  <a:pt x="5198" y="2486"/>
                  <a:pt x="5186" y="2488"/>
                  <a:pt x="5174" y="2488"/>
                </a:cubicBezTo>
                <a:lnTo>
                  <a:pt x="93" y="2488"/>
                </a:lnTo>
                <a:cubicBezTo>
                  <a:pt x="81" y="2488"/>
                  <a:pt x="69" y="2486"/>
                  <a:pt x="58" y="2481"/>
                </a:cubicBezTo>
                <a:cubicBezTo>
                  <a:pt x="46" y="2477"/>
                  <a:pt x="36" y="2470"/>
                  <a:pt x="27" y="2461"/>
                </a:cubicBezTo>
                <a:cubicBezTo>
                  <a:pt x="19" y="2453"/>
                  <a:pt x="12" y="2443"/>
                  <a:pt x="7" y="2431"/>
                </a:cubicBezTo>
                <a:cubicBezTo>
                  <a:pt x="3" y="2420"/>
                  <a:pt x="0" y="2408"/>
                  <a:pt x="0" y="239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2"/>
          <a:stretch/>
        </p:blipFill>
        <p:spPr>
          <a:xfrm>
            <a:off x="6838920" y="3762360"/>
            <a:ext cx="1885680" cy="885600"/>
          </a:xfrm>
          <a:prstGeom prst="rect">
            <a:avLst/>
          </a:prstGeom>
          <a:ln w="0">
            <a:noFill/>
          </a:ln>
        </p:spPr>
      </p:pic>
      <p:sp>
        <p:nvSpPr>
          <p:cNvPr id="12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413600" y="4382640"/>
            <a:ext cx="1683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regulier, de standaardroute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171360" y="485640"/>
            <a:ext cx="4800240" cy="431460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/>
          <p:nvPr/>
        </p:nvSpPr>
        <p:spPr>
          <a:xfrm>
            <a:off x="5095800" y="923760"/>
            <a:ext cx="4067280" cy="771840"/>
          </a:xfrm>
          <a:custGeom>
            <a:avLst/>
            <a:gdLst/>
            <a:ahLst/>
            <a:rect l="0" t="0" r="r" b="b"/>
            <a:pathLst>
              <a:path w="11298" h="2144">
                <a:moveTo>
                  <a:pt x="0" y="0"/>
                </a:moveTo>
                <a:lnTo>
                  <a:pt x="11298" y="0"/>
                </a:lnTo>
                <a:lnTo>
                  <a:pt x="11298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095800" y="923760"/>
            <a:ext cx="4067280" cy="38520"/>
          </a:xfrm>
          <a:custGeom>
            <a:avLst/>
            <a:gdLst/>
            <a:ahLst/>
            <a:rect l="0" t="0" r="r" b="b"/>
            <a:pathLst>
              <a:path w="11298" h="107">
                <a:moveTo>
                  <a:pt x="0" y="0"/>
                </a:moveTo>
                <a:lnTo>
                  <a:pt x="11298" y="0"/>
                </a:lnTo>
                <a:lnTo>
                  <a:pt x="1129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095800" y="1685880"/>
            <a:ext cx="4067280" cy="9720"/>
          </a:xfrm>
          <a:custGeom>
            <a:avLst/>
            <a:gdLst/>
            <a:ahLst/>
            <a:rect l="0" t="0" r="r" b="b"/>
            <a:pathLst>
              <a:path w="11298" h="27">
                <a:moveTo>
                  <a:pt x="0" y="0"/>
                </a:moveTo>
                <a:lnTo>
                  <a:pt x="11298" y="0"/>
                </a:lnTo>
                <a:lnTo>
                  <a:pt x="1129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9153360" y="9237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095800" y="9237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095800" y="1771560"/>
            <a:ext cx="4067280" cy="1086120"/>
          </a:xfrm>
          <a:custGeom>
            <a:avLst/>
            <a:gdLst/>
            <a:ahLst/>
            <a:rect l="0" t="0" r="r" b="b"/>
            <a:pathLst>
              <a:path w="11298" h="3017">
                <a:moveTo>
                  <a:pt x="0" y="0"/>
                </a:moveTo>
                <a:lnTo>
                  <a:pt x="11298" y="0"/>
                </a:lnTo>
                <a:lnTo>
                  <a:pt x="11298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5095800" y="1771560"/>
            <a:ext cx="4067280" cy="38520"/>
          </a:xfrm>
          <a:custGeom>
            <a:avLst/>
            <a:gdLst/>
            <a:ahLst/>
            <a:rect l="0" t="0" r="r" b="b"/>
            <a:pathLst>
              <a:path w="11298" h="107">
                <a:moveTo>
                  <a:pt x="0" y="0"/>
                </a:moveTo>
                <a:lnTo>
                  <a:pt x="11298" y="0"/>
                </a:lnTo>
                <a:lnTo>
                  <a:pt x="1129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5095800" y="2847960"/>
            <a:ext cx="4067280" cy="9720"/>
          </a:xfrm>
          <a:custGeom>
            <a:avLst/>
            <a:gdLst/>
            <a:ahLst/>
            <a:rect l="0" t="0" r="r" b="b"/>
            <a:pathLst>
              <a:path w="11298" h="27">
                <a:moveTo>
                  <a:pt x="0" y="0"/>
                </a:moveTo>
                <a:lnTo>
                  <a:pt x="11298" y="0"/>
                </a:lnTo>
                <a:lnTo>
                  <a:pt x="1129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9153360" y="177156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5095800" y="177156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0"/>
                </a:moveTo>
                <a:lnTo>
                  <a:pt x="0" y="3017"/>
                </a:lnTo>
                <a:lnTo>
                  <a:pt x="27" y="30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5095800" y="2933640"/>
            <a:ext cx="4067280" cy="1209960"/>
          </a:xfrm>
          <a:custGeom>
            <a:avLst/>
            <a:gdLst/>
            <a:ahLst/>
            <a:rect l="0" t="0" r="r" b="b"/>
            <a:pathLst>
              <a:path w="11298" h="3361">
                <a:moveTo>
                  <a:pt x="0" y="0"/>
                </a:moveTo>
                <a:lnTo>
                  <a:pt x="11298" y="0"/>
                </a:lnTo>
                <a:lnTo>
                  <a:pt x="11298" y="3361"/>
                </a:lnTo>
                <a:lnTo>
                  <a:pt x="0" y="33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5095800" y="2933640"/>
            <a:ext cx="4067280" cy="38160"/>
          </a:xfrm>
          <a:custGeom>
            <a:avLst/>
            <a:gdLst/>
            <a:ahLst/>
            <a:rect l="0" t="0" r="r" b="b"/>
            <a:pathLst>
              <a:path w="11298" h="106">
                <a:moveTo>
                  <a:pt x="0" y="0"/>
                </a:moveTo>
                <a:lnTo>
                  <a:pt x="11298" y="0"/>
                </a:lnTo>
                <a:lnTo>
                  <a:pt x="1129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095800" y="4133520"/>
            <a:ext cx="4067280" cy="10080"/>
          </a:xfrm>
          <a:custGeom>
            <a:avLst/>
            <a:gdLst/>
            <a:ahLst/>
            <a:rect l="0" t="0" r="r" b="b"/>
            <a:pathLst>
              <a:path w="11298" h="28">
                <a:moveTo>
                  <a:pt x="0" y="0"/>
                </a:moveTo>
                <a:lnTo>
                  <a:pt x="11298" y="0"/>
                </a:lnTo>
                <a:lnTo>
                  <a:pt x="1129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9153360" y="2933640"/>
            <a:ext cx="9720" cy="1209960"/>
          </a:xfrm>
          <a:custGeom>
            <a:avLst/>
            <a:gdLst/>
            <a:ahLst/>
            <a:rect l="0" t="0" r="r" b="b"/>
            <a:pathLst>
              <a:path w="27" h="3361">
                <a:moveTo>
                  <a:pt x="0" y="105"/>
                </a:moveTo>
                <a:lnTo>
                  <a:pt x="0" y="3361"/>
                </a:lnTo>
                <a:lnTo>
                  <a:pt x="27" y="3361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5095800" y="2933640"/>
            <a:ext cx="9720" cy="1209960"/>
          </a:xfrm>
          <a:custGeom>
            <a:avLst/>
            <a:gdLst/>
            <a:ahLst/>
            <a:rect l="0" t="0" r="r" b="b"/>
            <a:pathLst>
              <a:path w="27" h="3361">
                <a:moveTo>
                  <a:pt x="0" y="0"/>
                </a:moveTo>
                <a:lnTo>
                  <a:pt x="0" y="3361"/>
                </a:lnTo>
                <a:lnTo>
                  <a:pt x="27" y="3361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5222520" y="1079280"/>
            <a:ext cx="175680" cy="176040"/>
          </a:xfrm>
          <a:custGeom>
            <a:avLst/>
            <a:gdLst/>
            <a:ahLst/>
            <a:rect l="0" t="0" r="r" b="b"/>
            <a:pathLst>
              <a:path w="488" h="489">
                <a:moveTo>
                  <a:pt x="337" y="50"/>
                </a:moveTo>
                <a:lnTo>
                  <a:pt x="258" y="3"/>
                </a:lnTo>
                <a:cubicBezTo>
                  <a:pt x="253" y="1"/>
                  <a:pt x="250" y="0"/>
                  <a:pt x="244" y="0"/>
                </a:cubicBezTo>
                <a:cubicBezTo>
                  <a:pt x="239" y="0"/>
                  <a:pt x="236" y="1"/>
                  <a:pt x="232" y="3"/>
                </a:cubicBezTo>
                <a:lnTo>
                  <a:pt x="154" y="50"/>
                </a:lnTo>
                <a:cubicBezTo>
                  <a:pt x="145" y="56"/>
                  <a:pt x="140" y="64"/>
                  <a:pt x="140" y="73"/>
                </a:cubicBezTo>
                <a:lnTo>
                  <a:pt x="140" y="171"/>
                </a:lnTo>
                <a:cubicBezTo>
                  <a:pt x="140" y="181"/>
                  <a:pt x="145" y="189"/>
                  <a:pt x="152" y="194"/>
                </a:cubicBezTo>
                <a:lnTo>
                  <a:pt x="231" y="242"/>
                </a:lnTo>
                <a:cubicBezTo>
                  <a:pt x="234" y="243"/>
                  <a:pt x="239" y="245"/>
                  <a:pt x="243" y="245"/>
                </a:cubicBezTo>
                <a:cubicBezTo>
                  <a:pt x="246" y="245"/>
                  <a:pt x="251" y="243"/>
                  <a:pt x="255" y="242"/>
                </a:cubicBezTo>
                <a:lnTo>
                  <a:pt x="333" y="194"/>
                </a:lnTo>
                <a:cubicBezTo>
                  <a:pt x="340" y="189"/>
                  <a:pt x="346" y="182"/>
                  <a:pt x="346" y="171"/>
                </a:cubicBezTo>
                <a:lnTo>
                  <a:pt x="346" y="73"/>
                </a:lnTo>
                <a:cubicBezTo>
                  <a:pt x="350" y="64"/>
                  <a:pt x="344" y="56"/>
                  <a:pt x="337" y="50"/>
                </a:cubicBezTo>
                <a:moveTo>
                  <a:pt x="314" y="166"/>
                </a:moveTo>
                <a:lnTo>
                  <a:pt x="244" y="208"/>
                </a:lnTo>
                <a:lnTo>
                  <a:pt x="175" y="166"/>
                </a:lnTo>
                <a:lnTo>
                  <a:pt x="175" y="78"/>
                </a:lnTo>
                <a:lnTo>
                  <a:pt x="244" y="36"/>
                </a:lnTo>
                <a:lnTo>
                  <a:pt x="314" y="78"/>
                </a:lnTo>
                <a:lnTo>
                  <a:pt x="314" y="166"/>
                </a:lnTo>
                <a:moveTo>
                  <a:pt x="478" y="296"/>
                </a:moveTo>
                <a:lnTo>
                  <a:pt x="399" y="249"/>
                </a:lnTo>
                <a:cubicBezTo>
                  <a:pt x="394" y="247"/>
                  <a:pt x="390" y="245"/>
                  <a:pt x="385" y="245"/>
                </a:cubicBezTo>
                <a:cubicBezTo>
                  <a:pt x="380" y="245"/>
                  <a:pt x="376" y="247"/>
                  <a:pt x="373" y="249"/>
                </a:cubicBezTo>
                <a:lnTo>
                  <a:pt x="293" y="296"/>
                </a:lnTo>
                <a:cubicBezTo>
                  <a:pt x="286" y="301"/>
                  <a:pt x="281" y="308"/>
                  <a:pt x="281" y="318"/>
                </a:cubicBezTo>
                <a:lnTo>
                  <a:pt x="281" y="416"/>
                </a:lnTo>
                <a:cubicBezTo>
                  <a:pt x="281" y="425"/>
                  <a:pt x="286" y="434"/>
                  <a:pt x="293" y="439"/>
                </a:cubicBezTo>
                <a:lnTo>
                  <a:pt x="373" y="486"/>
                </a:lnTo>
                <a:cubicBezTo>
                  <a:pt x="376" y="488"/>
                  <a:pt x="382" y="489"/>
                  <a:pt x="385" y="489"/>
                </a:cubicBezTo>
                <a:cubicBezTo>
                  <a:pt x="389" y="489"/>
                  <a:pt x="394" y="488"/>
                  <a:pt x="397" y="486"/>
                </a:cubicBezTo>
                <a:lnTo>
                  <a:pt x="476" y="439"/>
                </a:lnTo>
                <a:cubicBezTo>
                  <a:pt x="483" y="434"/>
                  <a:pt x="488" y="427"/>
                  <a:pt x="488" y="416"/>
                </a:cubicBezTo>
                <a:lnTo>
                  <a:pt x="488" y="318"/>
                </a:lnTo>
                <a:cubicBezTo>
                  <a:pt x="490" y="310"/>
                  <a:pt x="485" y="301"/>
                  <a:pt x="478" y="296"/>
                </a:cubicBezTo>
                <a:moveTo>
                  <a:pt x="455" y="411"/>
                </a:moveTo>
                <a:lnTo>
                  <a:pt x="385" y="453"/>
                </a:lnTo>
                <a:lnTo>
                  <a:pt x="314" y="411"/>
                </a:lnTo>
                <a:lnTo>
                  <a:pt x="314" y="324"/>
                </a:lnTo>
                <a:lnTo>
                  <a:pt x="385" y="282"/>
                </a:lnTo>
                <a:lnTo>
                  <a:pt x="455" y="324"/>
                </a:lnTo>
                <a:lnTo>
                  <a:pt x="455" y="411"/>
                </a:lnTo>
                <a:moveTo>
                  <a:pt x="197" y="296"/>
                </a:moveTo>
                <a:lnTo>
                  <a:pt x="119" y="249"/>
                </a:lnTo>
                <a:cubicBezTo>
                  <a:pt x="114" y="247"/>
                  <a:pt x="110" y="245"/>
                  <a:pt x="105" y="245"/>
                </a:cubicBezTo>
                <a:cubicBezTo>
                  <a:pt x="100" y="245"/>
                  <a:pt x="96" y="247"/>
                  <a:pt x="93" y="249"/>
                </a:cubicBezTo>
                <a:lnTo>
                  <a:pt x="14" y="296"/>
                </a:lnTo>
                <a:cubicBezTo>
                  <a:pt x="5" y="301"/>
                  <a:pt x="0" y="310"/>
                  <a:pt x="0" y="318"/>
                </a:cubicBezTo>
                <a:lnTo>
                  <a:pt x="0" y="416"/>
                </a:lnTo>
                <a:cubicBezTo>
                  <a:pt x="0" y="425"/>
                  <a:pt x="5" y="434"/>
                  <a:pt x="12" y="439"/>
                </a:cubicBezTo>
                <a:lnTo>
                  <a:pt x="91" y="486"/>
                </a:lnTo>
                <a:cubicBezTo>
                  <a:pt x="96" y="488"/>
                  <a:pt x="100" y="489"/>
                  <a:pt x="105" y="489"/>
                </a:cubicBezTo>
                <a:cubicBezTo>
                  <a:pt x="110" y="489"/>
                  <a:pt x="114" y="488"/>
                  <a:pt x="117" y="486"/>
                </a:cubicBezTo>
                <a:lnTo>
                  <a:pt x="196" y="439"/>
                </a:lnTo>
                <a:cubicBezTo>
                  <a:pt x="203" y="434"/>
                  <a:pt x="208" y="427"/>
                  <a:pt x="208" y="416"/>
                </a:cubicBezTo>
                <a:lnTo>
                  <a:pt x="208" y="318"/>
                </a:lnTo>
                <a:cubicBezTo>
                  <a:pt x="210" y="310"/>
                  <a:pt x="204" y="301"/>
                  <a:pt x="197" y="296"/>
                </a:cubicBezTo>
                <a:moveTo>
                  <a:pt x="175" y="411"/>
                </a:moveTo>
                <a:lnTo>
                  <a:pt x="105" y="453"/>
                </a:lnTo>
                <a:lnTo>
                  <a:pt x="35" y="411"/>
                </a:lnTo>
                <a:lnTo>
                  <a:pt x="35" y="324"/>
                </a:lnTo>
                <a:lnTo>
                  <a:pt x="105" y="282"/>
                </a:lnTo>
                <a:lnTo>
                  <a:pt x="175" y="324"/>
                </a:lnTo>
                <a:lnTo>
                  <a:pt x="175" y="41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7760" y="133560"/>
            <a:ext cx="492012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1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211720" y="1290960"/>
            <a:ext cx="1418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5222520" y="2008440"/>
            <a:ext cx="176400" cy="94680"/>
          </a:xfrm>
          <a:custGeom>
            <a:avLst/>
            <a:gdLst/>
            <a:ahLst/>
            <a:rect l="0" t="0" r="r" b="b"/>
            <a:pathLst>
              <a:path w="490" h="263">
                <a:moveTo>
                  <a:pt x="490" y="263"/>
                </a:moveTo>
                <a:lnTo>
                  <a:pt x="349" y="263"/>
                </a:lnTo>
                <a:lnTo>
                  <a:pt x="349" y="124"/>
                </a:lnTo>
                <a:lnTo>
                  <a:pt x="490" y="124"/>
                </a:lnTo>
                <a:lnTo>
                  <a:pt x="490" y="263"/>
                </a:lnTo>
                <a:moveTo>
                  <a:pt x="385" y="228"/>
                </a:moveTo>
                <a:lnTo>
                  <a:pt x="455" y="228"/>
                </a:lnTo>
                <a:lnTo>
                  <a:pt x="455" y="159"/>
                </a:lnTo>
                <a:lnTo>
                  <a:pt x="385" y="159"/>
                </a:lnTo>
                <a:lnTo>
                  <a:pt x="385" y="228"/>
                </a:lnTo>
                <a:moveTo>
                  <a:pt x="314" y="211"/>
                </a:moveTo>
                <a:lnTo>
                  <a:pt x="105" y="211"/>
                </a:lnTo>
                <a:cubicBezTo>
                  <a:pt x="91" y="211"/>
                  <a:pt x="78" y="208"/>
                  <a:pt x="65" y="203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cubicBezTo>
                  <a:pt x="96" y="36"/>
                  <a:pt x="87" y="38"/>
                  <a:pt x="78" y="42"/>
                </a:cubicBezTo>
                <a:cubicBezTo>
                  <a:pt x="70" y="45"/>
                  <a:pt x="62" y="50"/>
                  <a:pt x="55" y="57"/>
                </a:cubicBezTo>
                <a:cubicBezTo>
                  <a:pt x="49" y="63"/>
                  <a:pt x="44" y="71"/>
                  <a:pt x="40" y="79"/>
                </a:cubicBezTo>
                <a:cubicBezTo>
                  <a:pt x="37" y="88"/>
                  <a:pt x="35" y="97"/>
                  <a:pt x="35" y="106"/>
                </a:cubicBezTo>
                <a:cubicBezTo>
                  <a:pt x="35" y="115"/>
                  <a:pt x="37" y="124"/>
                  <a:pt x="40" y="133"/>
                </a:cubicBezTo>
                <a:cubicBezTo>
                  <a:pt x="44" y="141"/>
                  <a:pt x="49" y="149"/>
                  <a:pt x="55" y="156"/>
                </a:cubicBezTo>
                <a:cubicBezTo>
                  <a:pt x="62" y="162"/>
                  <a:pt x="70" y="167"/>
                  <a:pt x="78" y="171"/>
                </a:cubicBezTo>
                <a:cubicBezTo>
                  <a:pt x="87" y="174"/>
                  <a:pt x="96" y="176"/>
                  <a:pt x="105" y="176"/>
                </a:cubicBezTo>
                <a:lnTo>
                  <a:pt x="314" y="176"/>
                </a:lnTo>
                <a:lnTo>
                  <a:pt x="314" y="21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5285520" y="1989720"/>
            <a:ext cx="50400" cy="50760"/>
          </a:xfrm>
          <a:custGeom>
            <a:avLst/>
            <a:gdLst/>
            <a:ahLst/>
            <a:rect l="0" t="0" r="r" b="b"/>
            <a:pathLst>
              <a:path w="140" h="141">
                <a:moveTo>
                  <a:pt x="140" y="141"/>
                </a:moveTo>
                <a:lnTo>
                  <a:pt x="0" y="141"/>
                </a:lnTo>
                <a:lnTo>
                  <a:pt x="0" y="0"/>
                </a:lnTo>
                <a:lnTo>
                  <a:pt x="140" y="0"/>
                </a:lnTo>
                <a:lnTo>
                  <a:pt x="140" y="141"/>
                </a:lnTo>
                <a:moveTo>
                  <a:pt x="35" y="106"/>
                </a:moveTo>
                <a:lnTo>
                  <a:pt x="104" y="106"/>
                </a:lnTo>
                <a:lnTo>
                  <a:pt x="104" y="35"/>
                </a:lnTo>
                <a:lnTo>
                  <a:pt x="35" y="35"/>
                </a:lnTo>
                <a:lnTo>
                  <a:pt x="35" y="10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5222520" y="1927080"/>
            <a:ext cx="176400" cy="94320"/>
          </a:xfrm>
          <a:custGeom>
            <a:avLst/>
            <a:gdLst/>
            <a:ahLst/>
            <a:rect l="0" t="0" r="r" b="b"/>
            <a:pathLst>
              <a:path w="490" h="262">
                <a:moveTo>
                  <a:pt x="385" y="262"/>
                </a:moveTo>
                <a:lnTo>
                  <a:pt x="349" y="262"/>
                </a:lnTo>
                <a:lnTo>
                  <a:pt x="349" y="226"/>
                </a:lnTo>
                <a:lnTo>
                  <a:pt x="385" y="226"/>
                </a:lnTo>
                <a:cubicBezTo>
                  <a:pt x="394" y="226"/>
                  <a:pt x="403" y="225"/>
                  <a:pt x="412" y="221"/>
                </a:cubicBezTo>
                <a:cubicBezTo>
                  <a:pt x="420" y="218"/>
                  <a:pt x="428" y="213"/>
                  <a:pt x="434" y="206"/>
                </a:cubicBezTo>
                <a:cubicBezTo>
                  <a:pt x="441" y="199"/>
                  <a:pt x="446" y="192"/>
                  <a:pt x="450" y="183"/>
                </a:cubicBezTo>
                <a:cubicBezTo>
                  <a:pt x="453" y="175"/>
                  <a:pt x="455" y="166"/>
                  <a:pt x="455" y="157"/>
                </a:cubicBezTo>
                <a:cubicBezTo>
                  <a:pt x="455" y="147"/>
                  <a:pt x="453" y="138"/>
                  <a:pt x="450" y="130"/>
                </a:cubicBezTo>
                <a:cubicBezTo>
                  <a:pt x="446" y="121"/>
                  <a:pt x="441" y="114"/>
                  <a:pt x="434" y="107"/>
                </a:cubicBezTo>
                <a:cubicBezTo>
                  <a:pt x="428" y="101"/>
                  <a:pt x="420" y="96"/>
                  <a:pt x="412" y="92"/>
                </a:cubicBezTo>
                <a:cubicBezTo>
                  <a:pt x="403" y="89"/>
                  <a:pt x="394" y="87"/>
                  <a:pt x="385" y="87"/>
                </a:cubicBezTo>
                <a:lnTo>
                  <a:pt x="175" y="87"/>
                </a:lnTo>
                <a:lnTo>
                  <a:pt x="175" y="52"/>
                </a:lnTo>
                <a:lnTo>
                  <a:pt x="385" y="52"/>
                </a:lnTo>
                <a:cubicBezTo>
                  <a:pt x="399" y="52"/>
                  <a:pt x="412" y="55"/>
                  <a:pt x="425" y="60"/>
                </a:cubicBezTo>
                <a:cubicBezTo>
                  <a:pt x="438" y="65"/>
                  <a:pt x="449" y="73"/>
                  <a:pt x="459" y="83"/>
                </a:cubicBezTo>
                <a:cubicBezTo>
                  <a:pt x="469" y="92"/>
                  <a:pt x="477" y="104"/>
                  <a:pt x="482" y="117"/>
                </a:cubicBezTo>
                <a:cubicBezTo>
                  <a:pt x="487" y="129"/>
                  <a:pt x="490" y="143"/>
                  <a:pt x="490" y="157"/>
                </a:cubicBezTo>
                <a:cubicBezTo>
                  <a:pt x="490" y="171"/>
                  <a:pt x="487" y="184"/>
                  <a:pt x="482" y="197"/>
                </a:cubicBezTo>
                <a:cubicBezTo>
                  <a:pt x="477" y="210"/>
                  <a:pt x="469" y="221"/>
                  <a:pt x="459" y="231"/>
                </a:cubicBezTo>
                <a:cubicBezTo>
                  <a:pt x="449" y="240"/>
                  <a:pt x="438" y="248"/>
                  <a:pt x="425" y="253"/>
                </a:cubicBezTo>
                <a:cubicBezTo>
                  <a:pt x="412" y="260"/>
                  <a:pt x="399" y="262"/>
                  <a:pt x="385" y="262"/>
                </a:cubicBezTo>
                <a:moveTo>
                  <a:pt x="140" y="139"/>
                </a:moveTo>
                <a:lnTo>
                  <a:pt x="0" y="139"/>
                </a:lnTo>
                <a:lnTo>
                  <a:pt x="0" y="0"/>
                </a:lnTo>
                <a:lnTo>
                  <a:pt x="140" y="0"/>
                </a:lnTo>
                <a:lnTo>
                  <a:pt x="140" y="139"/>
                </a:lnTo>
                <a:moveTo>
                  <a:pt x="35" y="104"/>
                </a:moveTo>
                <a:lnTo>
                  <a:pt x="105" y="104"/>
                </a:lnTo>
                <a:lnTo>
                  <a:pt x="105" y="34"/>
                </a:lnTo>
                <a:lnTo>
                  <a:pt x="35" y="34"/>
                </a:lnTo>
                <a:lnTo>
                  <a:pt x="35" y="10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5211720" y="1457280"/>
            <a:ext cx="4098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berichtstromen · endpoints · schema's · afsprakenset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211720" y="2138760"/>
            <a:ext cx="2148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Drie koppelingen, in volgorde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211720" y="2305080"/>
            <a:ext cx="244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1 onderwijscatalogus en planningssysteem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211720" y="2457720"/>
            <a:ext cx="3701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2 onderwijscatalogus met studentvolgsysteem en kernregistratie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310360" y="3088800"/>
            <a:ext cx="75960" cy="107280"/>
          </a:xfrm>
          <a:custGeom>
            <a:avLst/>
            <a:gdLst/>
            <a:ahLst/>
            <a:rect l="0" t="0" r="r" b="b"/>
            <a:pathLst>
              <a:path w="211" h="298">
                <a:moveTo>
                  <a:pt x="0" y="0"/>
                </a:moveTo>
                <a:lnTo>
                  <a:pt x="0" y="35"/>
                </a:lnTo>
                <a:lnTo>
                  <a:pt x="175" y="35"/>
                </a:lnTo>
                <a:lnTo>
                  <a:pt x="175" y="298"/>
                </a:lnTo>
                <a:lnTo>
                  <a:pt x="211" y="298"/>
                </a:lnTo>
                <a:lnTo>
                  <a:pt x="211" y="35"/>
                </a:lnTo>
                <a:cubicBezTo>
                  <a:pt x="211" y="31"/>
                  <a:pt x="210" y="26"/>
                  <a:pt x="208" y="22"/>
                </a:cubicBezTo>
                <a:cubicBezTo>
                  <a:pt x="206" y="18"/>
                  <a:pt x="204" y="14"/>
                  <a:pt x="201" y="11"/>
                </a:cubicBezTo>
                <a:cubicBezTo>
                  <a:pt x="197" y="7"/>
                  <a:pt x="194" y="5"/>
                  <a:pt x="188" y="3"/>
                </a:cubicBezTo>
                <a:cubicBezTo>
                  <a:pt x="184" y="1"/>
                  <a:pt x="180" y="0"/>
                  <a:pt x="175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279040" y="3120480"/>
            <a:ext cx="75960" cy="106920"/>
          </a:xfrm>
          <a:custGeom>
            <a:avLst/>
            <a:gdLst/>
            <a:ahLst/>
            <a:rect l="0" t="0" r="r" b="b"/>
            <a:pathLst>
              <a:path w="211" h="297">
                <a:moveTo>
                  <a:pt x="0" y="0"/>
                </a:moveTo>
                <a:lnTo>
                  <a:pt x="0" y="35"/>
                </a:lnTo>
                <a:lnTo>
                  <a:pt x="176" y="35"/>
                </a:lnTo>
                <a:lnTo>
                  <a:pt x="176" y="297"/>
                </a:lnTo>
                <a:lnTo>
                  <a:pt x="211" y="297"/>
                </a:lnTo>
                <a:lnTo>
                  <a:pt x="211" y="35"/>
                </a:lnTo>
                <a:cubicBezTo>
                  <a:pt x="211" y="30"/>
                  <a:pt x="210" y="26"/>
                  <a:pt x="208" y="21"/>
                </a:cubicBezTo>
                <a:cubicBezTo>
                  <a:pt x="206" y="17"/>
                  <a:pt x="204" y="13"/>
                  <a:pt x="200" y="10"/>
                </a:cubicBezTo>
                <a:cubicBezTo>
                  <a:pt x="197" y="7"/>
                  <a:pt x="193" y="4"/>
                  <a:pt x="189" y="2"/>
                </a:cubicBezTo>
                <a:cubicBezTo>
                  <a:pt x="185" y="1"/>
                  <a:pt x="180" y="0"/>
                  <a:pt x="176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5235120" y="3151800"/>
            <a:ext cx="88200" cy="113400"/>
          </a:xfrm>
          <a:custGeom>
            <a:avLst/>
            <a:gdLst/>
            <a:ahLst/>
            <a:rect l="0" t="0" r="r" b="b"/>
            <a:pathLst>
              <a:path w="245" h="315">
                <a:moveTo>
                  <a:pt x="35" y="0"/>
                </a:moveTo>
                <a:lnTo>
                  <a:pt x="209" y="0"/>
                </a:lnTo>
                <a:cubicBezTo>
                  <a:pt x="214" y="0"/>
                  <a:pt x="219" y="1"/>
                  <a:pt x="224" y="3"/>
                </a:cubicBezTo>
                <a:cubicBezTo>
                  <a:pt x="228" y="4"/>
                  <a:pt x="232" y="7"/>
                  <a:pt x="235" y="10"/>
                </a:cubicBezTo>
                <a:cubicBezTo>
                  <a:pt x="238" y="13"/>
                  <a:pt x="241" y="17"/>
                  <a:pt x="243" y="22"/>
                </a:cubicBezTo>
                <a:cubicBezTo>
                  <a:pt x="244" y="26"/>
                  <a:pt x="245" y="30"/>
                  <a:pt x="245" y="35"/>
                </a:cubicBezTo>
                <a:lnTo>
                  <a:pt x="245" y="280"/>
                </a:lnTo>
                <a:cubicBezTo>
                  <a:pt x="245" y="285"/>
                  <a:pt x="244" y="289"/>
                  <a:pt x="243" y="294"/>
                </a:cubicBezTo>
                <a:cubicBezTo>
                  <a:pt x="241" y="298"/>
                  <a:pt x="238" y="302"/>
                  <a:pt x="235" y="305"/>
                </a:cubicBezTo>
                <a:cubicBezTo>
                  <a:pt x="232" y="308"/>
                  <a:pt x="228" y="311"/>
                  <a:pt x="224" y="312"/>
                </a:cubicBezTo>
                <a:cubicBezTo>
                  <a:pt x="219" y="314"/>
                  <a:pt x="214" y="315"/>
                  <a:pt x="209" y="315"/>
                </a:cubicBezTo>
                <a:lnTo>
                  <a:pt x="35" y="315"/>
                </a:lnTo>
                <a:cubicBezTo>
                  <a:pt x="30" y="315"/>
                  <a:pt x="26" y="314"/>
                  <a:pt x="22" y="312"/>
                </a:cubicBezTo>
                <a:cubicBezTo>
                  <a:pt x="17" y="311"/>
                  <a:pt x="14" y="308"/>
                  <a:pt x="10" y="305"/>
                </a:cubicBezTo>
                <a:cubicBezTo>
                  <a:pt x="7" y="302"/>
                  <a:pt x="4" y="298"/>
                  <a:pt x="3" y="294"/>
                </a:cubicBezTo>
                <a:cubicBezTo>
                  <a:pt x="1" y="289"/>
                  <a:pt x="0" y="285"/>
                  <a:pt x="0" y="280"/>
                </a:cubicBezTo>
                <a:lnTo>
                  <a:pt x="0" y="35"/>
                </a:lnTo>
                <a:cubicBezTo>
                  <a:pt x="0" y="30"/>
                  <a:pt x="1" y="26"/>
                  <a:pt x="3" y="22"/>
                </a:cubicBezTo>
                <a:cubicBezTo>
                  <a:pt x="4" y="17"/>
                  <a:pt x="7" y="13"/>
                  <a:pt x="10" y="10"/>
                </a:cubicBezTo>
                <a:cubicBezTo>
                  <a:pt x="14" y="7"/>
                  <a:pt x="17" y="4"/>
                  <a:pt x="22" y="3"/>
                </a:cubicBezTo>
                <a:cubicBezTo>
                  <a:pt x="26" y="1"/>
                  <a:pt x="30" y="0"/>
                  <a:pt x="35" y="0"/>
                </a:cubicBezTo>
                <a:moveTo>
                  <a:pt x="209" y="35"/>
                </a:moveTo>
                <a:lnTo>
                  <a:pt x="35" y="35"/>
                </a:lnTo>
                <a:lnTo>
                  <a:pt x="35" y="280"/>
                </a:lnTo>
                <a:lnTo>
                  <a:pt x="209" y="280"/>
                </a:lnTo>
                <a:lnTo>
                  <a:pt x="209" y="35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211720" y="2619360"/>
            <a:ext cx="2195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3 onderwijscatalogus en leeromgeving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211720" y="3300840"/>
            <a:ext cx="2638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Waaraan een implementatie voldoet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211720" y="3467160"/>
            <a:ext cx="405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per koppeling en berichtstroom een eigen versie · een nieuwe eis komt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5214600" y="3824280"/>
            <a:ext cx="2372400" cy="228960"/>
          </a:xfrm>
          <a:custGeom>
            <a:avLst/>
            <a:gdLst/>
            <a:ahLst/>
            <a:rect l="0" t="0" r="r" b="b"/>
            <a:pathLst>
              <a:path w="6590" h="636">
                <a:moveTo>
                  <a:pt x="0" y="317"/>
                </a:moveTo>
                <a:cubicBezTo>
                  <a:pt x="0" y="296"/>
                  <a:pt x="2" y="276"/>
                  <a:pt x="7" y="255"/>
                </a:cubicBezTo>
                <a:cubicBezTo>
                  <a:pt x="11" y="235"/>
                  <a:pt x="17" y="215"/>
                  <a:pt x="25" y="196"/>
                </a:cubicBezTo>
                <a:cubicBezTo>
                  <a:pt x="33" y="176"/>
                  <a:pt x="42" y="158"/>
                  <a:pt x="54" y="141"/>
                </a:cubicBezTo>
                <a:cubicBezTo>
                  <a:pt x="66" y="123"/>
                  <a:pt x="79" y="107"/>
                  <a:pt x="93" y="93"/>
                </a:cubicBezTo>
                <a:cubicBezTo>
                  <a:pt x="108" y="78"/>
                  <a:pt x="124" y="65"/>
                  <a:pt x="142" y="53"/>
                </a:cubicBezTo>
                <a:cubicBezTo>
                  <a:pt x="159" y="41"/>
                  <a:pt x="177" y="32"/>
                  <a:pt x="196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6272" y="0"/>
                </a:lnTo>
                <a:cubicBezTo>
                  <a:pt x="6293" y="0"/>
                  <a:pt x="6314" y="2"/>
                  <a:pt x="6334" y="6"/>
                </a:cubicBezTo>
                <a:cubicBezTo>
                  <a:pt x="6354" y="10"/>
                  <a:pt x="6374" y="16"/>
                  <a:pt x="6394" y="24"/>
                </a:cubicBezTo>
                <a:cubicBezTo>
                  <a:pt x="6413" y="32"/>
                  <a:pt x="6431" y="41"/>
                  <a:pt x="6448" y="53"/>
                </a:cubicBezTo>
                <a:cubicBezTo>
                  <a:pt x="6466" y="65"/>
                  <a:pt x="6482" y="78"/>
                  <a:pt x="6497" y="93"/>
                </a:cubicBezTo>
                <a:cubicBezTo>
                  <a:pt x="6511" y="107"/>
                  <a:pt x="6524" y="123"/>
                  <a:pt x="6536" y="141"/>
                </a:cubicBezTo>
                <a:cubicBezTo>
                  <a:pt x="6548" y="158"/>
                  <a:pt x="6557" y="176"/>
                  <a:pt x="6565" y="196"/>
                </a:cubicBezTo>
                <a:cubicBezTo>
                  <a:pt x="6573" y="215"/>
                  <a:pt x="6579" y="235"/>
                  <a:pt x="6583" y="255"/>
                </a:cubicBezTo>
                <a:cubicBezTo>
                  <a:pt x="6588" y="276"/>
                  <a:pt x="6590" y="296"/>
                  <a:pt x="6590" y="317"/>
                </a:cubicBezTo>
                <a:cubicBezTo>
                  <a:pt x="6590" y="338"/>
                  <a:pt x="6588" y="359"/>
                  <a:pt x="6583" y="379"/>
                </a:cubicBezTo>
                <a:cubicBezTo>
                  <a:pt x="6579" y="399"/>
                  <a:pt x="6573" y="419"/>
                  <a:pt x="6565" y="439"/>
                </a:cubicBezTo>
                <a:cubicBezTo>
                  <a:pt x="6557" y="458"/>
                  <a:pt x="6548" y="477"/>
                  <a:pt x="6536" y="494"/>
                </a:cubicBezTo>
                <a:cubicBezTo>
                  <a:pt x="6524" y="512"/>
                  <a:pt x="6511" y="528"/>
                  <a:pt x="6497" y="543"/>
                </a:cubicBezTo>
                <a:cubicBezTo>
                  <a:pt x="6482" y="557"/>
                  <a:pt x="6466" y="570"/>
                  <a:pt x="6448" y="582"/>
                </a:cubicBezTo>
                <a:cubicBezTo>
                  <a:pt x="6431" y="594"/>
                  <a:pt x="6413" y="603"/>
                  <a:pt x="6394" y="611"/>
                </a:cubicBezTo>
                <a:cubicBezTo>
                  <a:pt x="6374" y="619"/>
                  <a:pt x="6354" y="625"/>
                  <a:pt x="6334" y="629"/>
                </a:cubicBezTo>
                <a:cubicBezTo>
                  <a:pt x="6314" y="633"/>
                  <a:pt x="6293" y="636"/>
                  <a:pt x="6272" y="636"/>
                </a:cubicBezTo>
                <a:lnTo>
                  <a:pt x="318" y="636"/>
                </a:lnTo>
                <a:cubicBezTo>
                  <a:pt x="297" y="636"/>
                  <a:pt x="276" y="633"/>
                  <a:pt x="256" y="629"/>
                </a:cubicBezTo>
                <a:cubicBezTo>
                  <a:pt x="236" y="625"/>
                  <a:pt x="216" y="619"/>
                  <a:pt x="196" y="611"/>
                </a:cubicBezTo>
                <a:cubicBezTo>
                  <a:pt x="177" y="603"/>
                  <a:pt x="159" y="594"/>
                  <a:pt x="142" y="582"/>
                </a:cubicBezTo>
                <a:cubicBezTo>
                  <a:pt x="124" y="570"/>
                  <a:pt x="108" y="557"/>
                  <a:pt x="93" y="543"/>
                </a:cubicBezTo>
                <a:cubicBezTo>
                  <a:pt x="79" y="528"/>
                  <a:pt x="66" y="512"/>
                  <a:pt x="54" y="494"/>
                </a:cubicBezTo>
                <a:cubicBezTo>
                  <a:pt x="42" y="477"/>
                  <a:pt x="33" y="458"/>
                  <a:pt x="25" y="439"/>
                </a:cubicBezTo>
                <a:cubicBezTo>
                  <a:pt x="17" y="419"/>
                  <a:pt x="11" y="399"/>
                  <a:pt x="7" y="379"/>
                </a:cubicBezTo>
                <a:cubicBezTo>
                  <a:pt x="2" y="359"/>
                  <a:pt x="0" y="338"/>
                  <a:pt x="0" y="317"/>
                </a:cubicBez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214600" y="3824280"/>
            <a:ext cx="2372400" cy="228960"/>
          </a:xfrm>
          <a:custGeom>
            <a:avLst/>
            <a:gdLst/>
            <a:ahLst/>
            <a:rect l="0" t="0" r="r" b="b"/>
            <a:pathLst>
              <a:path w="6590" h="636">
                <a:moveTo>
                  <a:pt x="0" y="317"/>
                </a:moveTo>
                <a:cubicBezTo>
                  <a:pt x="0" y="296"/>
                  <a:pt x="2" y="276"/>
                  <a:pt x="7" y="255"/>
                </a:cubicBezTo>
                <a:cubicBezTo>
                  <a:pt x="11" y="235"/>
                  <a:pt x="17" y="215"/>
                  <a:pt x="25" y="196"/>
                </a:cubicBezTo>
                <a:cubicBezTo>
                  <a:pt x="33" y="176"/>
                  <a:pt x="42" y="158"/>
                  <a:pt x="54" y="141"/>
                </a:cubicBezTo>
                <a:cubicBezTo>
                  <a:pt x="66" y="123"/>
                  <a:pt x="79" y="107"/>
                  <a:pt x="93" y="93"/>
                </a:cubicBezTo>
                <a:cubicBezTo>
                  <a:pt x="108" y="78"/>
                  <a:pt x="124" y="65"/>
                  <a:pt x="142" y="53"/>
                </a:cubicBezTo>
                <a:cubicBezTo>
                  <a:pt x="159" y="41"/>
                  <a:pt x="177" y="32"/>
                  <a:pt x="196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6272" y="0"/>
                </a:lnTo>
                <a:cubicBezTo>
                  <a:pt x="6293" y="0"/>
                  <a:pt x="6314" y="2"/>
                  <a:pt x="6334" y="6"/>
                </a:cubicBezTo>
                <a:cubicBezTo>
                  <a:pt x="6354" y="10"/>
                  <a:pt x="6374" y="16"/>
                  <a:pt x="6394" y="24"/>
                </a:cubicBezTo>
                <a:cubicBezTo>
                  <a:pt x="6413" y="32"/>
                  <a:pt x="6431" y="41"/>
                  <a:pt x="6448" y="53"/>
                </a:cubicBezTo>
                <a:cubicBezTo>
                  <a:pt x="6466" y="65"/>
                  <a:pt x="6482" y="78"/>
                  <a:pt x="6497" y="93"/>
                </a:cubicBezTo>
                <a:cubicBezTo>
                  <a:pt x="6511" y="107"/>
                  <a:pt x="6524" y="123"/>
                  <a:pt x="6536" y="141"/>
                </a:cubicBezTo>
                <a:cubicBezTo>
                  <a:pt x="6548" y="158"/>
                  <a:pt x="6557" y="176"/>
                  <a:pt x="6565" y="196"/>
                </a:cubicBezTo>
                <a:cubicBezTo>
                  <a:pt x="6573" y="215"/>
                  <a:pt x="6579" y="235"/>
                  <a:pt x="6583" y="255"/>
                </a:cubicBezTo>
                <a:cubicBezTo>
                  <a:pt x="6588" y="276"/>
                  <a:pt x="6590" y="296"/>
                  <a:pt x="6590" y="317"/>
                </a:cubicBezTo>
                <a:cubicBezTo>
                  <a:pt x="6590" y="338"/>
                  <a:pt x="6588" y="359"/>
                  <a:pt x="6583" y="379"/>
                </a:cubicBezTo>
                <a:cubicBezTo>
                  <a:pt x="6579" y="399"/>
                  <a:pt x="6573" y="419"/>
                  <a:pt x="6565" y="439"/>
                </a:cubicBezTo>
                <a:cubicBezTo>
                  <a:pt x="6557" y="458"/>
                  <a:pt x="6548" y="477"/>
                  <a:pt x="6536" y="494"/>
                </a:cubicBezTo>
                <a:cubicBezTo>
                  <a:pt x="6524" y="512"/>
                  <a:pt x="6511" y="528"/>
                  <a:pt x="6497" y="543"/>
                </a:cubicBezTo>
                <a:cubicBezTo>
                  <a:pt x="6482" y="557"/>
                  <a:pt x="6466" y="570"/>
                  <a:pt x="6448" y="582"/>
                </a:cubicBezTo>
                <a:cubicBezTo>
                  <a:pt x="6431" y="594"/>
                  <a:pt x="6413" y="603"/>
                  <a:pt x="6394" y="611"/>
                </a:cubicBezTo>
                <a:cubicBezTo>
                  <a:pt x="6374" y="619"/>
                  <a:pt x="6354" y="625"/>
                  <a:pt x="6334" y="629"/>
                </a:cubicBezTo>
                <a:cubicBezTo>
                  <a:pt x="6314" y="633"/>
                  <a:pt x="6293" y="636"/>
                  <a:pt x="6272" y="636"/>
                </a:cubicBezTo>
                <a:lnTo>
                  <a:pt x="318" y="636"/>
                </a:lnTo>
                <a:cubicBezTo>
                  <a:pt x="297" y="636"/>
                  <a:pt x="276" y="633"/>
                  <a:pt x="256" y="629"/>
                </a:cubicBezTo>
                <a:cubicBezTo>
                  <a:pt x="236" y="625"/>
                  <a:pt x="216" y="619"/>
                  <a:pt x="196" y="611"/>
                </a:cubicBezTo>
                <a:cubicBezTo>
                  <a:pt x="177" y="603"/>
                  <a:pt x="159" y="594"/>
                  <a:pt x="142" y="582"/>
                </a:cubicBezTo>
                <a:cubicBezTo>
                  <a:pt x="124" y="570"/>
                  <a:pt x="108" y="557"/>
                  <a:pt x="93" y="543"/>
                </a:cubicBezTo>
                <a:cubicBezTo>
                  <a:pt x="79" y="528"/>
                  <a:pt x="66" y="512"/>
                  <a:pt x="54" y="494"/>
                </a:cubicBezTo>
                <a:cubicBezTo>
                  <a:pt x="42" y="477"/>
                  <a:pt x="33" y="458"/>
                  <a:pt x="25" y="439"/>
                </a:cubicBezTo>
                <a:cubicBezTo>
                  <a:pt x="17" y="419"/>
                  <a:pt x="11" y="399"/>
                  <a:pt x="7" y="379"/>
                </a:cubicBezTo>
                <a:cubicBezTo>
                  <a:pt x="2" y="359"/>
                  <a:pt x="0" y="338"/>
                  <a:pt x="0" y="31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211720" y="3619440"/>
            <a:ext cx="42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ernaast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312520" y="3879720"/>
            <a:ext cx="2529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b2a6b"/>
                </a:solidFill>
                <a:latin typeface="Arial"/>
                <a:ea typeface="Arial"/>
              </a:rPr>
              <a:t>catalogus en planning · aanbod melden · v1.2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095440" y="4231080"/>
            <a:ext cx="24012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757680" y="494712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" name=""/>
          <p:cNvSpPr txBox="1"/>
          <p:nvPr/>
        </p:nvSpPr>
        <p:spPr>
          <a:xfrm>
            <a:off x="287640" y="10080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667040" y="2290320"/>
            <a:ext cx="0" cy="199440"/>
          </a:xfrm>
          <a:custGeom>
            <a:avLst/>
            <a:gdLst/>
            <a:ahLst/>
            <a:rect l="0" t="0" r="r" b="b"/>
            <a:pathLst>
              <a:path fill="none" w="0" h="554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1"/>
                  <a:pt x="0" y="293"/>
                </a:cubicBezTo>
                <a:cubicBezTo>
                  <a:pt x="0" y="385"/>
                  <a:pt x="0" y="469"/>
                  <a:pt x="0" y="511"/>
                </a:cubicBezTo>
                <a:lnTo>
                  <a:pt x="0" y="554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649760" y="2472120"/>
            <a:ext cx="34920" cy="35280"/>
          </a:xfrm>
          <a:custGeom>
            <a:avLst/>
            <a:gdLst/>
            <a:ahLst/>
            <a:rect l="0" t="0" r="r" b="b"/>
            <a:pathLst>
              <a:path w="97" h="98">
                <a:moveTo>
                  <a:pt x="97" y="0"/>
                </a:moveTo>
                <a:lnTo>
                  <a:pt x="48" y="98"/>
                </a:lnTo>
                <a:lnTo>
                  <a:pt x="0" y="0"/>
                </a:lnTo>
                <a:lnTo>
                  <a:pt x="9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646880" y="2470680"/>
            <a:ext cx="40680" cy="40320"/>
          </a:xfrm>
          <a:custGeom>
            <a:avLst/>
            <a:gdLst/>
            <a:ahLst/>
            <a:rect l="0" t="0" r="r" b="b"/>
            <a:pathLst>
              <a:path w="113" h="112">
                <a:moveTo>
                  <a:pt x="105" y="15"/>
                </a:moveTo>
                <a:lnTo>
                  <a:pt x="101" y="24"/>
                </a:lnTo>
                <a:lnTo>
                  <a:pt x="92" y="20"/>
                </a:lnTo>
                <a:lnTo>
                  <a:pt x="97" y="11"/>
                </a:lnTo>
                <a:lnTo>
                  <a:pt x="105" y="15"/>
                </a:lnTo>
                <a:moveTo>
                  <a:pt x="101" y="24"/>
                </a:moveTo>
                <a:lnTo>
                  <a:pt x="97" y="32"/>
                </a:lnTo>
                <a:lnTo>
                  <a:pt x="88" y="28"/>
                </a:lnTo>
                <a:lnTo>
                  <a:pt x="92" y="20"/>
                </a:lnTo>
                <a:lnTo>
                  <a:pt x="101" y="24"/>
                </a:lnTo>
                <a:moveTo>
                  <a:pt x="97" y="32"/>
                </a:moveTo>
                <a:lnTo>
                  <a:pt x="92" y="41"/>
                </a:lnTo>
                <a:lnTo>
                  <a:pt x="84" y="37"/>
                </a:lnTo>
                <a:lnTo>
                  <a:pt x="88" y="28"/>
                </a:lnTo>
                <a:lnTo>
                  <a:pt x="97" y="32"/>
                </a:lnTo>
                <a:moveTo>
                  <a:pt x="92" y="41"/>
                </a:moveTo>
                <a:lnTo>
                  <a:pt x="88" y="50"/>
                </a:lnTo>
                <a:lnTo>
                  <a:pt x="79" y="45"/>
                </a:lnTo>
                <a:lnTo>
                  <a:pt x="84" y="37"/>
                </a:lnTo>
                <a:lnTo>
                  <a:pt x="92" y="41"/>
                </a:lnTo>
                <a:moveTo>
                  <a:pt x="88" y="50"/>
                </a:moveTo>
                <a:lnTo>
                  <a:pt x="84" y="58"/>
                </a:lnTo>
                <a:lnTo>
                  <a:pt x="75" y="54"/>
                </a:lnTo>
                <a:lnTo>
                  <a:pt x="79" y="45"/>
                </a:lnTo>
                <a:lnTo>
                  <a:pt x="88" y="50"/>
                </a:lnTo>
                <a:moveTo>
                  <a:pt x="84" y="58"/>
                </a:moveTo>
                <a:lnTo>
                  <a:pt x="79" y="67"/>
                </a:lnTo>
                <a:lnTo>
                  <a:pt x="71" y="63"/>
                </a:lnTo>
                <a:lnTo>
                  <a:pt x="75" y="54"/>
                </a:lnTo>
                <a:lnTo>
                  <a:pt x="84" y="58"/>
                </a:lnTo>
                <a:moveTo>
                  <a:pt x="79" y="67"/>
                </a:moveTo>
                <a:lnTo>
                  <a:pt x="75" y="76"/>
                </a:lnTo>
                <a:lnTo>
                  <a:pt x="66" y="71"/>
                </a:lnTo>
                <a:lnTo>
                  <a:pt x="71" y="63"/>
                </a:lnTo>
                <a:lnTo>
                  <a:pt x="79" y="67"/>
                </a:lnTo>
                <a:moveTo>
                  <a:pt x="75" y="76"/>
                </a:moveTo>
                <a:lnTo>
                  <a:pt x="71" y="85"/>
                </a:lnTo>
                <a:lnTo>
                  <a:pt x="62" y="81"/>
                </a:lnTo>
                <a:lnTo>
                  <a:pt x="66" y="71"/>
                </a:lnTo>
                <a:lnTo>
                  <a:pt x="75" y="76"/>
                </a:lnTo>
                <a:moveTo>
                  <a:pt x="71" y="85"/>
                </a:moveTo>
                <a:lnTo>
                  <a:pt x="66" y="94"/>
                </a:lnTo>
                <a:lnTo>
                  <a:pt x="58" y="89"/>
                </a:lnTo>
                <a:lnTo>
                  <a:pt x="62" y="81"/>
                </a:lnTo>
                <a:lnTo>
                  <a:pt x="71" y="85"/>
                </a:lnTo>
                <a:moveTo>
                  <a:pt x="66" y="94"/>
                </a:moveTo>
                <a:lnTo>
                  <a:pt x="62" y="102"/>
                </a:lnTo>
                <a:lnTo>
                  <a:pt x="54" y="98"/>
                </a:lnTo>
                <a:lnTo>
                  <a:pt x="58" y="89"/>
                </a:lnTo>
                <a:lnTo>
                  <a:pt x="66" y="94"/>
                </a:lnTo>
                <a:moveTo>
                  <a:pt x="62" y="102"/>
                </a:moveTo>
                <a:lnTo>
                  <a:pt x="57" y="112"/>
                </a:lnTo>
                <a:lnTo>
                  <a:pt x="49" y="97"/>
                </a:lnTo>
                <a:lnTo>
                  <a:pt x="58" y="92"/>
                </a:lnTo>
                <a:lnTo>
                  <a:pt x="61" y="100"/>
                </a:lnTo>
                <a:lnTo>
                  <a:pt x="57" y="102"/>
                </a:lnTo>
                <a:lnTo>
                  <a:pt x="53" y="100"/>
                </a:lnTo>
                <a:lnTo>
                  <a:pt x="54" y="98"/>
                </a:lnTo>
                <a:lnTo>
                  <a:pt x="62" y="102"/>
                </a:lnTo>
                <a:moveTo>
                  <a:pt x="49" y="97"/>
                </a:moveTo>
                <a:lnTo>
                  <a:pt x="45" y="88"/>
                </a:lnTo>
                <a:lnTo>
                  <a:pt x="54" y="84"/>
                </a:lnTo>
                <a:lnTo>
                  <a:pt x="58" y="92"/>
                </a:lnTo>
                <a:lnTo>
                  <a:pt x="49" y="97"/>
                </a:lnTo>
                <a:moveTo>
                  <a:pt x="45" y="88"/>
                </a:moveTo>
                <a:lnTo>
                  <a:pt x="41" y="80"/>
                </a:lnTo>
                <a:lnTo>
                  <a:pt x="49" y="74"/>
                </a:lnTo>
                <a:lnTo>
                  <a:pt x="54" y="84"/>
                </a:lnTo>
                <a:lnTo>
                  <a:pt x="45" y="88"/>
                </a:lnTo>
                <a:moveTo>
                  <a:pt x="41" y="80"/>
                </a:moveTo>
                <a:lnTo>
                  <a:pt x="36" y="70"/>
                </a:lnTo>
                <a:lnTo>
                  <a:pt x="45" y="66"/>
                </a:lnTo>
                <a:lnTo>
                  <a:pt x="49" y="74"/>
                </a:lnTo>
                <a:lnTo>
                  <a:pt x="41" y="80"/>
                </a:lnTo>
                <a:moveTo>
                  <a:pt x="36" y="70"/>
                </a:moveTo>
                <a:lnTo>
                  <a:pt x="32" y="61"/>
                </a:lnTo>
                <a:lnTo>
                  <a:pt x="41" y="57"/>
                </a:lnTo>
                <a:lnTo>
                  <a:pt x="45" y="66"/>
                </a:lnTo>
                <a:lnTo>
                  <a:pt x="36" y="70"/>
                </a:lnTo>
                <a:moveTo>
                  <a:pt x="32" y="61"/>
                </a:moveTo>
                <a:lnTo>
                  <a:pt x="28" y="53"/>
                </a:lnTo>
                <a:lnTo>
                  <a:pt x="36" y="48"/>
                </a:lnTo>
                <a:lnTo>
                  <a:pt x="41" y="57"/>
                </a:lnTo>
                <a:lnTo>
                  <a:pt x="32" y="61"/>
                </a:lnTo>
                <a:moveTo>
                  <a:pt x="28" y="53"/>
                </a:moveTo>
                <a:lnTo>
                  <a:pt x="22" y="44"/>
                </a:lnTo>
                <a:lnTo>
                  <a:pt x="32" y="40"/>
                </a:lnTo>
                <a:lnTo>
                  <a:pt x="36" y="48"/>
                </a:lnTo>
                <a:lnTo>
                  <a:pt x="28" y="53"/>
                </a:lnTo>
                <a:moveTo>
                  <a:pt x="22" y="44"/>
                </a:moveTo>
                <a:lnTo>
                  <a:pt x="18" y="36"/>
                </a:lnTo>
                <a:lnTo>
                  <a:pt x="28" y="31"/>
                </a:lnTo>
                <a:lnTo>
                  <a:pt x="32" y="40"/>
                </a:lnTo>
                <a:lnTo>
                  <a:pt x="22" y="44"/>
                </a:lnTo>
                <a:moveTo>
                  <a:pt x="18" y="36"/>
                </a:moveTo>
                <a:lnTo>
                  <a:pt x="14" y="27"/>
                </a:lnTo>
                <a:lnTo>
                  <a:pt x="22" y="23"/>
                </a:lnTo>
                <a:lnTo>
                  <a:pt x="28" y="31"/>
                </a:lnTo>
                <a:lnTo>
                  <a:pt x="18" y="36"/>
                </a:lnTo>
                <a:moveTo>
                  <a:pt x="14" y="27"/>
                </a:moveTo>
                <a:lnTo>
                  <a:pt x="10" y="18"/>
                </a:lnTo>
                <a:lnTo>
                  <a:pt x="18" y="14"/>
                </a:lnTo>
                <a:lnTo>
                  <a:pt x="22" y="23"/>
                </a:lnTo>
                <a:lnTo>
                  <a:pt x="14" y="27"/>
                </a:lnTo>
                <a:moveTo>
                  <a:pt x="10" y="18"/>
                </a:moveTo>
                <a:lnTo>
                  <a:pt x="5" y="10"/>
                </a:lnTo>
                <a:lnTo>
                  <a:pt x="14" y="5"/>
                </a:lnTo>
                <a:lnTo>
                  <a:pt x="18" y="14"/>
                </a:lnTo>
                <a:lnTo>
                  <a:pt x="10" y="18"/>
                </a:lnTo>
                <a:moveTo>
                  <a:pt x="5" y="10"/>
                </a:moveTo>
                <a:lnTo>
                  <a:pt x="0" y="0"/>
                </a:lnTo>
                <a:lnTo>
                  <a:pt x="14" y="0"/>
                </a:lnTo>
                <a:lnTo>
                  <a:pt x="14" y="9"/>
                </a:lnTo>
                <a:lnTo>
                  <a:pt x="8" y="9"/>
                </a:lnTo>
                <a:lnTo>
                  <a:pt x="8" y="4"/>
                </a:lnTo>
                <a:lnTo>
                  <a:pt x="12" y="2"/>
                </a:lnTo>
                <a:lnTo>
                  <a:pt x="14" y="5"/>
                </a:lnTo>
                <a:lnTo>
                  <a:pt x="5" y="10"/>
                </a:lnTo>
                <a:moveTo>
                  <a:pt x="14" y="0"/>
                </a:moveTo>
                <a:lnTo>
                  <a:pt x="25" y="0"/>
                </a:lnTo>
                <a:lnTo>
                  <a:pt x="25" y="9"/>
                </a:lnTo>
                <a:lnTo>
                  <a:pt x="14" y="9"/>
                </a:lnTo>
                <a:lnTo>
                  <a:pt x="14" y="0"/>
                </a:lnTo>
                <a:moveTo>
                  <a:pt x="25" y="0"/>
                </a:moveTo>
                <a:lnTo>
                  <a:pt x="34" y="0"/>
                </a:lnTo>
                <a:lnTo>
                  <a:pt x="34" y="9"/>
                </a:lnTo>
                <a:lnTo>
                  <a:pt x="25" y="9"/>
                </a:lnTo>
                <a:lnTo>
                  <a:pt x="25" y="0"/>
                </a:lnTo>
                <a:moveTo>
                  <a:pt x="34" y="0"/>
                </a:moveTo>
                <a:lnTo>
                  <a:pt x="44" y="0"/>
                </a:lnTo>
                <a:lnTo>
                  <a:pt x="44" y="9"/>
                </a:lnTo>
                <a:lnTo>
                  <a:pt x="34" y="9"/>
                </a:lnTo>
                <a:lnTo>
                  <a:pt x="34" y="0"/>
                </a:lnTo>
                <a:moveTo>
                  <a:pt x="44" y="0"/>
                </a:moveTo>
                <a:lnTo>
                  <a:pt x="54" y="0"/>
                </a:lnTo>
                <a:lnTo>
                  <a:pt x="54" y="9"/>
                </a:lnTo>
                <a:lnTo>
                  <a:pt x="44" y="9"/>
                </a:lnTo>
                <a:lnTo>
                  <a:pt x="44" y="0"/>
                </a:lnTo>
                <a:moveTo>
                  <a:pt x="54" y="0"/>
                </a:moveTo>
                <a:lnTo>
                  <a:pt x="63" y="0"/>
                </a:lnTo>
                <a:lnTo>
                  <a:pt x="63" y="9"/>
                </a:lnTo>
                <a:lnTo>
                  <a:pt x="54" y="9"/>
                </a:lnTo>
                <a:lnTo>
                  <a:pt x="54" y="0"/>
                </a:lnTo>
                <a:moveTo>
                  <a:pt x="63" y="0"/>
                </a:moveTo>
                <a:lnTo>
                  <a:pt x="73" y="0"/>
                </a:lnTo>
                <a:lnTo>
                  <a:pt x="73" y="9"/>
                </a:lnTo>
                <a:lnTo>
                  <a:pt x="63" y="9"/>
                </a:lnTo>
                <a:lnTo>
                  <a:pt x="63" y="0"/>
                </a:lnTo>
                <a:moveTo>
                  <a:pt x="73" y="0"/>
                </a:moveTo>
                <a:lnTo>
                  <a:pt x="82" y="0"/>
                </a:lnTo>
                <a:lnTo>
                  <a:pt x="82" y="9"/>
                </a:lnTo>
                <a:lnTo>
                  <a:pt x="73" y="9"/>
                </a:lnTo>
                <a:lnTo>
                  <a:pt x="73" y="0"/>
                </a:lnTo>
                <a:moveTo>
                  <a:pt x="82" y="0"/>
                </a:moveTo>
                <a:lnTo>
                  <a:pt x="92" y="0"/>
                </a:lnTo>
                <a:lnTo>
                  <a:pt x="92" y="9"/>
                </a:lnTo>
                <a:lnTo>
                  <a:pt x="82" y="9"/>
                </a:lnTo>
                <a:lnTo>
                  <a:pt x="82" y="0"/>
                </a:lnTo>
                <a:moveTo>
                  <a:pt x="92" y="0"/>
                </a:moveTo>
                <a:lnTo>
                  <a:pt x="102" y="0"/>
                </a:lnTo>
                <a:lnTo>
                  <a:pt x="102" y="9"/>
                </a:lnTo>
                <a:lnTo>
                  <a:pt x="92" y="9"/>
                </a:lnTo>
                <a:lnTo>
                  <a:pt x="92" y="0"/>
                </a:lnTo>
                <a:moveTo>
                  <a:pt x="102" y="0"/>
                </a:moveTo>
                <a:lnTo>
                  <a:pt x="113" y="0"/>
                </a:lnTo>
                <a:lnTo>
                  <a:pt x="105" y="15"/>
                </a:lnTo>
                <a:lnTo>
                  <a:pt x="97" y="11"/>
                </a:lnTo>
                <a:lnTo>
                  <a:pt x="101" y="2"/>
                </a:lnTo>
                <a:lnTo>
                  <a:pt x="105" y="4"/>
                </a:lnTo>
                <a:lnTo>
                  <a:pt x="105" y="9"/>
                </a:lnTo>
                <a:lnTo>
                  <a:pt x="102" y="9"/>
                </a:lnTo>
                <a:lnTo>
                  <a:pt x="102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413520" y="2507040"/>
            <a:ext cx="2507400" cy="530640"/>
          </a:xfrm>
          <a:custGeom>
            <a:avLst/>
            <a:gdLst/>
            <a:ahLst/>
            <a:rect l="0" t="0" r="r" b="b"/>
            <a:pathLst>
              <a:path w="6965" h="1474">
                <a:moveTo>
                  <a:pt x="0" y="0"/>
                </a:moveTo>
                <a:lnTo>
                  <a:pt x="6965" y="0"/>
                </a:lnTo>
                <a:lnTo>
                  <a:pt x="6965" y="1474"/>
                </a:lnTo>
                <a:lnTo>
                  <a:pt x="0" y="1474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3413520" y="2507040"/>
            <a:ext cx="2507400" cy="530640"/>
          </a:xfrm>
          <a:custGeom>
            <a:avLst/>
            <a:gdLst/>
            <a:ahLst/>
            <a:rect l="0" t="0" r="r" b="b"/>
            <a:pathLst>
              <a:path w="6965" h="1474">
                <a:moveTo>
                  <a:pt x="0" y="0"/>
                </a:moveTo>
                <a:lnTo>
                  <a:pt x="6965" y="0"/>
                </a:lnTo>
                <a:lnTo>
                  <a:pt x="6965" y="1474"/>
                </a:lnTo>
                <a:lnTo>
                  <a:pt x="0" y="1474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04920" y="689400"/>
            <a:ext cx="3082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twee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589280" y="2772000"/>
            <a:ext cx="307440" cy="0"/>
          </a:xfrm>
          <a:custGeom>
            <a:avLst/>
            <a:gdLst/>
            <a:ahLst/>
            <a:rect l="0" t="0" r="r" b="b"/>
            <a:pathLst>
              <a:path fill="none" w="854" h="0">
                <a:moveTo>
                  <a:pt x="0" y="0"/>
                </a:moveTo>
                <a:lnTo>
                  <a:pt x="75" y="0"/>
                </a:lnTo>
                <a:cubicBezTo>
                  <a:pt x="150" y="0"/>
                  <a:pt x="300" y="0"/>
                  <a:pt x="443" y="0"/>
                </a:cubicBezTo>
                <a:cubicBezTo>
                  <a:pt x="585" y="0"/>
                  <a:pt x="719" y="0"/>
                  <a:pt x="786" y="0"/>
                </a:cubicBezTo>
                <a:lnTo>
                  <a:pt x="854" y="0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879080" y="2754720"/>
            <a:ext cx="35280" cy="34920"/>
          </a:xfrm>
          <a:custGeom>
            <a:avLst/>
            <a:gdLst/>
            <a:ahLst/>
            <a:rect l="0" t="0" r="r" b="b"/>
            <a:pathLst>
              <a:path w="98" h="97">
                <a:moveTo>
                  <a:pt x="0" y="0"/>
                </a:moveTo>
                <a:lnTo>
                  <a:pt x="98" y="48"/>
                </a:lnTo>
                <a:lnTo>
                  <a:pt x="0" y="9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877640" y="2751840"/>
            <a:ext cx="40320" cy="40680"/>
          </a:xfrm>
          <a:custGeom>
            <a:avLst/>
            <a:gdLst/>
            <a:ahLst/>
            <a:rect l="0" t="0" r="r" b="b"/>
            <a:pathLst>
              <a:path w="112" h="113">
                <a:moveTo>
                  <a:pt x="15" y="8"/>
                </a:moveTo>
                <a:lnTo>
                  <a:pt x="24" y="13"/>
                </a:lnTo>
                <a:lnTo>
                  <a:pt x="20" y="21"/>
                </a:lnTo>
                <a:lnTo>
                  <a:pt x="11" y="17"/>
                </a:lnTo>
                <a:lnTo>
                  <a:pt x="15" y="8"/>
                </a:lnTo>
                <a:moveTo>
                  <a:pt x="24" y="13"/>
                </a:moveTo>
                <a:lnTo>
                  <a:pt x="32" y="17"/>
                </a:lnTo>
                <a:lnTo>
                  <a:pt x="28" y="25"/>
                </a:lnTo>
                <a:lnTo>
                  <a:pt x="20" y="21"/>
                </a:lnTo>
                <a:lnTo>
                  <a:pt x="24" y="13"/>
                </a:lnTo>
                <a:moveTo>
                  <a:pt x="32" y="17"/>
                </a:moveTo>
                <a:lnTo>
                  <a:pt x="41" y="21"/>
                </a:lnTo>
                <a:lnTo>
                  <a:pt x="37" y="30"/>
                </a:lnTo>
                <a:lnTo>
                  <a:pt x="28" y="25"/>
                </a:lnTo>
                <a:lnTo>
                  <a:pt x="32" y="17"/>
                </a:lnTo>
                <a:moveTo>
                  <a:pt x="41" y="21"/>
                </a:moveTo>
                <a:lnTo>
                  <a:pt x="51" y="25"/>
                </a:lnTo>
                <a:lnTo>
                  <a:pt x="45" y="34"/>
                </a:lnTo>
                <a:lnTo>
                  <a:pt x="37" y="30"/>
                </a:lnTo>
                <a:lnTo>
                  <a:pt x="41" y="21"/>
                </a:lnTo>
                <a:moveTo>
                  <a:pt x="51" y="25"/>
                </a:moveTo>
                <a:lnTo>
                  <a:pt x="59" y="30"/>
                </a:lnTo>
                <a:lnTo>
                  <a:pt x="55" y="38"/>
                </a:lnTo>
                <a:lnTo>
                  <a:pt x="45" y="34"/>
                </a:lnTo>
                <a:lnTo>
                  <a:pt x="51" y="25"/>
                </a:lnTo>
                <a:moveTo>
                  <a:pt x="59" y="30"/>
                </a:moveTo>
                <a:lnTo>
                  <a:pt x="68" y="34"/>
                </a:lnTo>
                <a:lnTo>
                  <a:pt x="64" y="43"/>
                </a:lnTo>
                <a:lnTo>
                  <a:pt x="55" y="38"/>
                </a:lnTo>
                <a:lnTo>
                  <a:pt x="59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7"/>
                </a:lnTo>
                <a:lnTo>
                  <a:pt x="64" y="43"/>
                </a:lnTo>
                <a:lnTo>
                  <a:pt x="68" y="34"/>
                </a:lnTo>
                <a:moveTo>
                  <a:pt x="76" y="38"/>
                </a:moveTo>
                <a:lnTo>
                  <a:pt x="85" y="43"/>
                </a:lnTo>
                <a:lnTo>
                  <a:pt x="81" y="51"/>
                </a:lnTo>
                <a:lnTo>
                  <a:pt x="72" y="47"/>
                </a:lnTo>
                <a:lnTo>
                  <a:pt x="76" y="38"/>
                </a:lnTo>
                <a:moveTo>
                  <a:pt x="85" y="43"/>
                </a:moveTo>
                <a:lnTo>
                  <a:pt x="94" y="47"/>
                </a:lnTo>
                <a:lnTo>
                  <a:pt x="89" y="56"/>
                </a:lnTo>
                <a:lnTo>
                  <a:pt x="81" y="51"/>
                </a:lnTo>
                <a:lnTo>
                  <a:pt x="85" y="43"/>
                </a:lnTo>
                <a:moveTo>
                  <a:pt x="94" y="47"/>
                </a:moveTo>
                <a:lnTo>
                  <a:pt x="102" y="51"/>
                </a:lnTo>
                <a:lnTo>
                  <a:pt x="98" y="60"/>
                </a:lnTo>
                <a:lnTo>
                  <a:pt x="89" y="56"/>
                </a:lnTo>
                <a:lnTo>
                  <a:pt x="94" y="47"/>
                </a:lnTo>
                <a:moveTo>
                  <a:pt x="102" y="51"/>
                </a:moveTo>
                <a:lnTo>
                  <a:pt x="112" y="56"/>
                </a:lnTo>
                <a:lnTo>
                  <a:pt x="97" y="64"/>
                </a:lnTo>
                <a:lnTo>
                  <a:pt x="92" y="56"/>
                </a:lnTo>
                <a:lnTo>
                  <a:pt x="100" y="52"/>
                </a:lnTo>
                <a:lnTo>
                  <a:pt x="102" y="56"/>
                </a:lnTo>
                <a:lnTo>
                  <a:pt x="100" y="61"/>
                </a:lnTo>
                <a:lnTo>
                  <a:pt x="98" y="60"/>
                </a:lnTo>
                <a:lnTo>
                  <a:pt x="102" y="51"/>
                </a:lnTo>
                <a:moveTo>
                  <a:pt x="97" y="64"/>
                </a:moveTo>
                <a:lnTo>
                  <a:pt x="88" y="69"/>
                </a:lnTo>
                <a:lnTo>
                  <a:pt x="84" y="60"/>
                </a:lnTo>
                <a:lnTo>
                  <a:pt x="92" y="56"/>
                </a:lnTo>
                <a:lnTo>
                  <a:pt x="97" y="64"/>
                </a:lnTo>
                <a:moveTo>
                  <a:pt x="88" y="69"/>
                </a:moveTo>
                <a:lnTo>
                  <a:pt x="80" y="74"/>
                </a:lnTo>
                <a:lnTo>
                  <a:pt x="75" y="64"/>
                </a:lnTo>
                <a:lnTo>
                  <a:pt x="84" y="60"/>
                </a:lnTo>
                <a:lnTo>
                  <a:pt x="88" y="69"/>
                </a:lnTo>
                <a:moveTo>
                  <a:pt x="80" y="74"/>
                </a:moveTo>
                <a:lnTo>
                  <a:pt x="71" y="78"/>
                </a:lnTo>
                <a:lnTo>
                  <a:pt x="67" y="69"/>
                </a:lnTo>
                <a:lnTo>
                  <a:pt x="75" y="64"/>
                </a:lnTo>
                <a:lnTo>
                  <a:pt x="80" y="74"/>
                </a:lnTo>
                <a:moveTo>
                  <a:pt x="71" y="78"/>
                </a:moveTo>
                <a:lnTo>
                  <a:pt x="62" y="82"/>
                </a:lnTo>
                <a:lnTo>
                  <a:pt x="58" y="74"/>
                </a:lnTo>
                <a:lnTo>
                  <a:pt x="67" y="69"/>
                </a:lnTo>
                <a:lnTo>
                  <a:pt x="71" y="78"/>
                </a:lnTo>
                <a:moveTo>
                  <a:pt x="62" y="82"/>
                </a:moveTo>
                <a:lnTo>
                  <a:pt x="54" y="87"/>
                </a:lnTo>
                <a:lnTo>
                  <a:pt x="48" y="78"/>
                </a:lnTo>
                <a:lnTo>
                  <a:pt x="58" y="74"/>
                </a:lnTo>
                <a:lnTo>
                  <a:pt x="62" y="82"/>
                </a:lnTo>
                <a:moveTo>
                  <a:pt x="54" y="87"/>
                </a:moveTo>
                <a:lnTo>
                  <a:pt x="44" y="91"/>
                </a:lnTo>
                <a:lnTo>
                  <a:pt x="40" y="82"/>
                </a:lnTo>
                <a:lnTo>
                  <a:pt x="48" y="78"/>
                </a:lnTo>
                <a:lnTo>
                  <a:pt x="54" y="87"/>
                </a:lnTo>
                <a:moveTo>
                  <a:pt x="44" y="91"/>
                </a:moveTo>
                <a:lnTo>
                  <a:pt x="36" y="95"/>
                </a:lnTo>
                <a:lnTo>
                  <a:pt x="31" y="87"/>
                </a:lnTo>
                <a:lnTo>
                  <a:pt x="40" y="82"/>
                </a:lnTo>
                <a:lnTo>
                  <a:pt x="44" y="91"/>
                </a:lnTo>
                <a:moveTo>
                  <a:pt x="36" y="95"/>
                </a:moveTo>
                <a:lnTo>
                  <a:pt x="27" y="100"/>
                </a:lnTo>
                <a:lnTo>
                  <a:pt x="23" y="91"/>
                </a:lnTo>
                <a:lnTo>
                  <a:pt x="31" y="87"/>
                </a:lnTo>
                <a:lnTo>
                  <a:pt x="36" y="95"/>
                </a:lnTo>
                <a:moveTo>
                  <a:pt x="27" y="100"/>
                </a:moveTo>
                <a:lnTo>
                  <a:pt x="18" y="104"/>
                </a:lnTo>
                <a:lnTo>
                  <a:pt x="14" y="95"/>
                </a:lnTo>
                <a:lnTo>
                  <a:pt x="23" y="91"/>
                </a:lnTo>
                <a:lnTo>
                  <a:pt x="27" y="100"/>
                </a:lnTo>
                <a:moveTo>
                  <a:pt x="18" y="104"/>
                </a:moveTo>
                <a:lnTo>
                  <a:pt x="10" y="108"/>
                </a:lnTo>
                <a:lnTo>
                  <a:pt x="5" y="100"/>
                </a:lnTo>
                <a:lnTo>
                  <a:pt x="14" y="95"/>
                </a:lnTo>
                <a:lnTo>
                  <a:pt x="18" y="104"/>
                </a:lnTo>
                <a:moveTo>
                  <a:pt x="10" y="108"/>
                </a:moveTo>
                <a:lnTo>
                  <a:pt x="0" y="113"/>
                </a:lnTo>
                <a:lnTo>
                  <a:pt x="0" y="99"/>
                </a:lnTo>
                <a:lnTo>
                  <a:pt x="9" y="99"/>
                </a:lnTo>
                <a:lnTo>
                  <a:pt x="9" y="105"/>
                </a:lnTo>
                <a:lnTo>
                  <a:pt x="4" y="105"/>
                </a:lnTo>
                <a:lnTo>
                  <a:pt x="2" y="101"/>
                </a:lnTo>
                <a:lnTo>
                  <a:pt x="5" y="100"/>
                </a:lnTo>
                <a:lnTo>
                  <a:pt x="10" y="108"/>
                </a:lnTo>
                <a:moveTo>
                  <a:pt x="0" y="99"/>
                </a:moveTo>
                <a:lnTo>
                  <a:pt x="0" y="90"/>
                </a:lnTo>
                <a:lnTo>
                  <a:pt x="9" y="90"/>
                </a:lnTo>
                <a:lnTo>
                  <a:pt x="9" y="99"/>
                </a:lnTo>
                <a:lnTo>
                  <a:pt x="0" y="99"/>
                </a:lnTo>
                <a:moveTo>
                  <a:pt x="0" y="90"/>
                </a:moveTo>
                <a:lnTo>
                  <a:pt x="0" y="80"/>
                </a:lnTo>
                <a:lnTo>
                  <a:pt x="9" y="80"/>
                </a:lnTo>
                <a:lnTo>
                  <a:pt x="9" y="90"/>
                </a:lnTo>
                <a:lnTo>
                  <a:pt x="0" y="90"/>
                </a:lnTo>
                <a:moveTo>
                  <a:pt x="0" y="80"/>
                </a:moveTo>
                <a:lnTo>
                  <a:pt x="0" y="69"/>
                </a:lnTo>
                <a:lnTo>
                  <a:pt x="9" y="69"/>
                </a:lnTo>
                <a:lnTo>
                  <a:pt x="9" y="80"/>
                </a:lnTo>
                <a:lnTo>
                  <a:pt x="0" y="80"/>
                </a:lnTo>
                <a:moveTo>
                  <a:pt x="0" y="69"/>
                </a:moveTo>
                <a:lnTo>
                  <a:pt x="0" y="60"/>
                </a:lnTo>
                <a:lnTo>
                  <a:pt x="9" y="60"/>
                </a:lnTo>
                <a:lnTo>
                  <a:pt x="9" y="69"/>
                </a:lnTo>
                <a:lnTo>
                  <a:pt x="0" y="69"/>
                </a:lnTo>
                <a:moveTo>
                  <a:pt x="0" y="60"/>
                </a:moveTo>
                <a:lnTo>
                  <a:pt x="0" y="50"/>
                </a:lnTo>
                <a:lnTo>
                  <a:pt x="9" y="50"/>
                </a:lnTo>
                <a:lnTo>
                  <a:pt x="9" y="60"/>
                </a:lnTo>
                <a:lnTo>
                  <a:pt x="0" y="60"/>
                </a:lnTo>
                <a:moveTo>
                  <a:pt x="0" y="50"/>
                </a:moveTo>
                <a:lnTo>
                  <a:pt x="0" y="41"/>
                </a:lnTo>
                <a:lnTo>
                  <a:pt x="9" y="41"/>
                </a:lnTo>
                <a:lnTo>
                  <a:pt x="9" y="50"/>
                </a:lnTo>
                <a:lnTo>
                  <a:pt x="0" y="50"/>
                </a:lnTo>
                <a:moveTo>
                  <a:pt x="0" y="41"/>
                </a:moveTo>
                <a:lnTo>
                  <a:pt x="0" y="31"/>
                </a:lnTo>
                <a:lnTo>
                  <a:pt x="9" y="31"/>
                </a:lnTo>
                <a:lnTo>
                  <a:pt x="9" y="41"/>
                </a:lnTo>
                <a:lnTo>
                  <a:pt x="0" y="41"/>
                </a:lnTo>
                <a:moveTo>
                  <a:pt x="0" y="31"/>
                </a:moveTo>
                <a:lnTo>
                  <a:pt x="0" y="21"/>
                </a:lnTo>
                <a:lnTo>
                  <a:pt x="9" y="21"/>
                </a:lnTo>
                <a:lnTo>
                  <a:pt x="9" y="31"/>
                </a:lnTo>
                <a:lnTo>
                  <a:pt x="0" y="31"/>
                </a:lnTo>
                <a:moveTo>
                  <a:pt x="0" y="21"/>
                </a:moveTo>
                <a:lnTo>
                  <a:pt x="0" y="12"/>
                </a:lnTo>
                <a:lnTo>
                  <a:pt x="9" y="12"/>
                </a:lnTo>
                <a:lnTo>
                  <a:pt x="9" y="21"/>
                </a:lnTo>
                <a:lnTo>
                  <a:pt x="0" y="21"/>
                </a:lnTo>
                <a:moveTo>
                  <a:pt x="0" y="12"/>
                </a:moveTo>
                <a:lnTo>
                  <a:pt x="0" y="0"/>
                </a:lnTo>
                <a:lnTo>
                  <a:pt x="15" y="8"/>
                </a:lnTo>
                <a:lnTo>
                  <a:pt x="11" y="17"/>
                </a:lnTo>
                <a:lnTo>
                  <a:pt x="2" y="13"/>
                </a:lnTo>
                <a:lnTo>
                  <a:pt x="4" y="8"/>
                </a:lnTo>
                <a:lnTo>
                  <a:pt x="9" y="8"/>
                </a:lnTo>
                <a:lnTo>
                  <a:pt x="9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575880" y="2658600"/>
            <a:ext cx="1013760" cy="227520"/>
          </a:xfrm>
          <a:custGeom>
            <a:avLst/>
            <a:gdLst/>
            <a:ahLst/>
            <a:rect l="0" t="0" r="r" b="b"/>
            <a:pathLst>
              <a:path w="2816" h="632">
                <a:moveTo>
                  <a:pt x="0" y="0"/>
                </a:moveTo>
                <a:lnTo>
                  <a:pt x="2816" y="0"/>
                </a:lnTo>
                <a:lnTo>
                  <a:pt x="2816" y="632"/>
                </a:lnTo>
                <a:lnTo>
                  <a:pt x="0" y="6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75880" y="2658600"/>
            <a:ext cx="1013760" cy="227520"/>
          </a:xfrm>
          <a:custGeom>
            <a:avLst/>
            <a:gdLst/>
            <a:ahLst/>
            <a:rect l="0" t="0" r="r" b="b"/>
            <a:pathLst>
              <a:path w="2816" h="632">
                <a:moveTo>
                  <a:pt x="0" y="0"/>
                </a:moveTo>
                <a:lnTo>
                  <a:pt x="2816" y="0"/>
                </a:lnTo>
                <a:lnTo>
                  <a:pt x="2816" y="632"/>
                </a:lnTo>
                <a:lnTo>
                  <a:pt x="0" y="632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556880" y="2516040"/>
            <a:ext cx="24768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914000" y="2658600"/>
            <a:ext cx="844560" cy="227520"/>
          </a:xfrm>
          <a:custGeom>
            <a:avLst/>
            <a:gdLst/>
            <a:ahLst/>
            <a:rect l="0" t="0" r="r" b="b"/>
            <a:pathLst>
              <a:path w="2346" h="632">
                <a:moveTo>
                  <a:pt x="0" y="0"/>
                </a:moveTo>
                <a:lnTo>
                  <a:pt x="2346" y="0"/>
                </a:lnTo>
                <a:lnTo>
                  <a:pt x="2346" y="632"/>
                </a:lnTo>
                <a:lnTo>
                  <a:pt x="0" y="6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914000" y="2658600"/>
            <a:ext cx="844560" cy="227520"/>
          </a:xfrm>
          <a:custGeom>
            <a:avLst/>
            <a:gdLst/>
            <a:ahLst/>
            <a:rect l="0" t="0" r="r" b="b"/>
            <a:pathLst>
              <a:path w="2346" h="632">
                <a:moveTo>
                  <a:pt x="0" y="0"/>
                </a:moveTo>
                <a:lnTo>
                  <a:pt x="2346" y="0"/>
                </a:lnTo>
                <a:lnTo>
                  <a:pt x="2346" y="632"/>
                </a:lnTo>
                <a:lnTo>
                  <a:pt x="0" y="632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3705840" y="2732760"/>
            <a:ext cx="8388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9120" y="1662480"/>
            <a:ext cx="8656200" cy="628200"/>
          </a:xfrm>
          <a:custGeom>
            <a:avLst/>
            <a:gdLst/>
            <a:ahLst/>
            <a:rect l="0" t="0" r="r" b="b"/>
            <a:pathLst>
              <a:path w="24045" h="1745">
                <a:moveTo>
                  <a:pt x="0" y="0"/>
                </a:moveTo>
                <a:lnTo>
                  <a:pt x="24045" y="0"/>
                </a:lnTo>
                <a:lnTo>
                  <a:pt x="24045" y="1745"/>
                </a:lnTo>
                <a:lnTo>
                  <a:pt x="0" y="1745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9120" y="1662480"/>
            <a:ext cx="8656200" cy="628200"/>
          </a:xfrm>
          <a:custGeom>
            <a:avLst/>
            <a:gdLst/>
            <a:ahLst/>
            <a:rect l="0" t="0" r="r" b="b"/>
            <a:pathLst>
              <a:path w="24045" h="1745">
                <a:moveTo>
                  <a:pt x="0" y="0"/>
                </a:moveTo>
                <a:lnTo>
                  <a:pt x="24045" y="0"/>
                </a:lnTo>
                <a:lnTo>
                  <a:pt x="24045" y="1745"/>
                </a:lnTo>
                <a:lnTo>
                  <a:pt x="0" y="1745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5043960" y="2732760"/>
            <a:ext cx="6498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1579680" y="1976400"/>
            <a:ext cx="307440" cy="0"/>
          </a:xfrm>
          <a:custGeom>
            <a:avLst/>
            <a:gdLst/>
            <a:ahLst/>
            <a:rect l="0" t="0" r="r" b="b"/>
            <a:pathLst>
              <a:path fill="none" w="854" h="0">
                <a:moveTo>
                  <a:pt x="0" y="0"/>
                </a:moveTo>
                <a:lnTo>
                  <a:pt x="75" y="0"/>
                </a:lnTo>
                <a:cubicBezTo>
                  <a:pt x="151" y="0"/>
                  <a:pt x="301" y="0"/>
                  <a:pt x="443" y="0"/>
                </a:cubicBezTo>
                <a:cubicBezTo>
                  <a:pt x="586" y="0"/>
                  <a:pt x="720" y="0"/>
                  <a:pt x="787" y="0"/>
                </a:cubicBezTo>
                <a:lnTo>
                  <a:pt x="854" y="0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1869840" y="1959120"/>
            <a:ext cx="34920" cy="34920"/>
          </a:xfrm>
          <a:custGeom>
            <a:avLst/>
            <a:gdLst/>
            <a:ahLst/>
            <a:rect l="0" t="0" r="r" b="b"/>
            <a:pathLst>
              <a:path w="97" h="97">
                <a:moveTo>
                  <a:pt x="0" y="0"/>
                </a:moveTo>
                <a:lnTo>
                  <a:pt x="97" y="48"/>
                </a:lnTo>
                <a:lnTo>
                  <a:pt x="0" y="9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1868040" y="195624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16" y="8"/>
                </a:moveTo>
                <a:lnTo>
                  <a:pt x="25" y="12"/>
                </a:lnTo>
                <a:lnTo>
                  <a:pt x="20" y="21"/>
                </a:lnTo>
                <a:lnTo>
                  <a:pt x="12" y="17"/>
                </a:lnTo>
                <a:lnTo>
                  <a:pt x="16" y="8"/>
                </a:lnTo>
                <a:moveTo>
                  <a:pt x="25" y="12"/>
                </a:moveTo>
                <a:lnTo>
                  <a:pt x="33" y="17"/>
                </a:lnTo>
                <a:lnTo>
                  <a:pt x="29" y="25"/>
                </a:lnTo>
                <a:lnTo>
                  <a:pt x="20" y="21"/>
                </a:lnTo>
                <a:lnTo>
                  <a:pt x="25" y="12"/>
                </a:lnTo>
                <a:moveTo>
                  <a:pt x="33" y="17"/>
                </a:moveTo>
                <a:lnTo>
                  <a:pt x="42" y="21"/>
                </a:lnTo>
                <a:lnTo>
                  <a:pt x="37" y="30"/>
                </a:lnTo>
                <a:lnTo>
                  <a:pt x="29" y="25"/>
                </a:lnTo>
                <a:lnTo>
                  <a:pt x="33" y="17"/>
                </a:lnTo>
                <a:moveTo>
                  <a:pt x="42" y="21"/>
                </a:moveTo>
                <a:lnTo>
                  <a:pt x="50" y="25"/>
                </a:lnTo>
                <a:lnTo>
                  <a:pt x="46" y="34"/>
                </a:lnTo>
                <a:lnTo>
                  <a:pt x="37" y="30"/>
                </a:lnTo>
                <a:lnTo>
                  <a:pt x="42" y="21"/>
                </a:lnTo>
                <a:moveTo>
                  <a:pt x="50" y="25"/>
                </a:moveTo>
                <a:lnTo>
                  <a:pt x="59" y="30"/>
                </a:lnTo>
                <a:lnTo>
                  <a:pt x="55" y="38"/>
                </a:lnTo>
                <a:lnTo>
                  <a:pt x="46" y="34"/>
                </a:lnTo>
                <a:lnTo>
                  <a:pt x="50" y="25"/>
                </a:lnTo>
                <a:moveTo>
                  <a:pt x="59" y="30"/>
                </a:moveTo>
                <a:lnTo>
                  <a:pt x="68" y="34"/>
                </a:lnTo>
                <a:lnTo>
                  <a:pt x="63" y="43"/>
                </a:lnTo>
                <a:lnTo>
                  <a:pt x="55" y="38"/>
                </a:lnTo>
                <a:lnTo>
                  <a:pt x="59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7"/>
                </a:lnTo>
                <a:lnTo>
                  <a:pt x="63" y="43"/>
                </a:lnTo>
                <a:lnTo>
                  <a:pt x="68" y="34"/>
                </a:lnTo>
                <a:moveTo>
                  <a:pt x="76" y="38"/>
                </a:moveTo>
                <a:lnTo>
                  <a:pt x="86" y="43"/>
                </a:lnTo>
                <a:lnTo>
                  <a:pt x="80" y="51"/>
                </a:lnTo>
                <a:lnTo>
                  <a:pt x="72" y="47"/>
                </a:lnTo>
                <a:lnTo>
                  <a:pt x="76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6"/>
                </a:lnTo>
                <a:lnTo>
                  <a:pt x="80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1"/>
                </a:lnTo>
                <a:lnTo>
                  <a:pt x="99" y="60"/>
                </a:lnTo>
                <a:lnTo>
                  <a:pt x="90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98" y="65"/>
                </a:lnTo>
                <a:lnTo>
                  <a:pt x="93" y="56"/>
                </a:lnTo>
                <a:lnTo>
                  <a:pt x="100" y="52"/>
                </a:lnTo>
                <a:lnTo>
                  <a:pt x="102" y="56"/>
                </a:lnTo>
                <a:lnTo>
                  <a:pt x="100" y="62"/>
                </a:lnTo>
                <a:lnTo>
                  <a:pt x="99" y="60"/>
                </a:lnTo>
                <a:lnTo>
                  <a:pt x="103" y="51"/>
                </a:lnTo>
                <a:moveTo>
                  <a:pt x="98" y="65"/>
                </a:moveTo>
                <a:lnTo>
                  <a:pt x="89" y="69"/>
                </a:lnTo>
                <a:lnTo>
                  <a:pt x="85" y="60"/>
                </a:lnTo>
                <a:lnTo>
                  <a:pt x="93" y="56"/>
                </a:lnTo>
                <a:lnTo>
                  <a:pt x="98" y="65"/>
                </a:lnTo>
                <a:moveTo>
                  <a:pt x="89" y="69"/>
                </a:moveTo>
                <a:lnTo>
                  <a:pt x="79" y="74"/>
                </a:lnTo>
                <a:lnTo>
                  <a:pt x="75" y="65"/>
                </a:lnTo>
                <a:lnTo>
                  <a:pt x="85" y="60"/>
                </a:lnTo>
                <a:lnTo>
                  <a:pt x="89" y="69"/>
                </a:lnTo>
                <a:moveTo>
                  <a:pt x="79" y="74"/>
                </a:moveTo>
                <a:lnTo>
                  <a:pt x="71" y="78"/>
                </a:lnTo>
                <a:lnTo>
                  <a:pt x="66" y="69"/>
                </a:lnTo>
                <a:lnTo>
                  <a:pt x="75" y="65"/>
                </a:lnTo>
                <a:lnTo>
                  <a:pt x="79" y="74"/>
                </a:lnTo>
                <a:moveTo>
                  <a:pt x="71" y="78"/>
                </a:moveTo>
                <a:lnTo>
                  <a:pt x="62" y="82"/>
                </a:lnTo>
                <a:lnTo>
                  <a:pt x="58" y="74"/>
                </a:lnTo>
                <a:lnTo>
                  <a:pt x="66" y="69"/>
                </a:lnTo>
                <a:lnTo>
                  <a:pt x="71" y="78"/>
                </a:lnTo>
                <a:moveTo>
                  <a:pt x="62" y="82"/>
                </a:moveTo>
                <a:lnTo>
                  <a:pt x="53" y="87"/>
                </a:lnTo>
                <a:lnTo>
                  <a:pt x="49" y="78"/>
                </a:lnTo>
                <a:lnTo>
                  <a:pt x="58" y="74"/>
                </a:lnTo>
                <a:lnTo>
                  <a:pt x="62" y="82"/>
                </a:lnTo>
                <a:moveTo>
                  <a:pt x="53" y="87"/>
                </a:moveTo>
                <a:lnTo>
                  <a:pt x="45" y="91"/>
                </a:lnTo>
                <a:lnTo>
                  <a:pt x="41" y="82"/>
                </a:lnTo>
                <a:lnTo>
                  <a:pt x="49" y="78"/>
                </a:lnTo>
                <a:lnTo>
                  <a:pt x="53" y="87"/>
                </a:lnTo>
                <a:moveTo>
                  <a:pt x="45" y="91"/>
                </a:moveTo>
                <a:lnTo>
                  <a:pt x="36" y="95"/>
                </a:lnTo>
                <a:lnTo>
                  <a:pt x="32" y="87"/>
                </a:lnTo>
                <a:lnTo>
                  <a:pt x="41" y="82"/>
                </a:lnTo>
                <a:lnTo>
                  <a:pt x="45" y="91"/>
                </a:lnTo>
                <a:moveTo>
                  <a:pt x="36" y="95"/>
                </a:moveTo>
                <a:lnTo>
                  <a:pt x="28" y="100"/>
                </a:lnTo>
                <a:lnTo>
                  <a:pt x="23" y="91"/>
                </a:lnTo>
                <a:lnTo>
                  <a:pt x="32" y="87"/>
                </a:lnTo>
                <a:lnTo>
                  <a:pt x="36" y="95"/>
                </a:lnTo>
                <a:moveTo>
                  <a:pt x="28" y="100"/>
                </a:moveTo>
                <a:lnTo>
                  <a:pt x="19" y="104"/>
                </a:lnTo>
                <a:lnTo>
                  <a:pt x="15" y="95"/>
                </a:lnTo>
                <a:lnTo>
                  <a:pt x="23" y="91"/>
                </a:lnTo>
                <a:lnTo>
                  <a:pt x="28" y="100"/>
                </a:lnTo>
                <a:moveTo>
                  <a:pt x="19" y="104"/>
                </a:moveTo>
                <a:lnTo>
                  <a:pt x="10" y="108"/>
                </a:lnTo>
                <a:lnTo>
                  <a:pt x="6" y="100"/>
                </a:lnTo>
                <a:lnTo>
                  <a:pt x="15" y="95"/>
                </a:lnTo>
                <a:lnTo>
                  <a:pt x="19" y="104"/>
                </a:lnTo>
                <a:moveTo>
                  <a:pt x="10" y="108"/>
                </a:moveTo>
                <a:lnTo>
                  <a:pt x="0" y="113"/>
                </a:lnTo>
                <a:lnTo>
                  <a:pt x="0" y="99"/>
                </a:lnTo>
                <a:lnTo>
                  <a:pt x="10" y="99"/>
                </a:lnTo>
                <a:lnTo>
                  <a:pt x="10" y="105"/>
                </a:lnTo>
                <a:lnTo>
                  <a:pt x="5" y="105"/>
                </a:lnTo>
                <a:lnTo>
                  <a:pt x="3" y="101"/>
                </a:lnTo>
                <a:lnTo>
                  <a:pt x="6" y="100"/>
                </a:lnTo>
                <a:lnTo>
                  <a:pt x="10" y="108"/>
                </a:lnTo>
                <a:moveTo>
                  <a:pt x="0" y="99"/>
                </a:moveTo>
                <a:lnTo>
                  <a:pt x="0" y="90"/>
                </a:lnTo>
                <a:lnTo>
                  <a:pt x="10" y="90"/>
                </a:lnTo>
                <a:lnTo>
                  <a:pt x="10" y="99"/>
                </a:lnTo>
                <a:lnTo>
                  <a:pt x="0" y="99"/>
                </a:lnTo>
                <a:moveTo>
                  <a:pt x="0" y="90"/>
                </a:moveTo>
                <a:lnTo>
                  <a:pt x="0" y="80"/>
                </a:lnTo>
                <a:lnTo>
                  <a:pt x="10" y="80"/>
                </a:lnTo>
                <a:lnTo>
                  <a:pt x="10" y="90"/>
                </a:lnTo>
                <a:lnTo>
                  <a:pt x="0" y="90"/>
                </a:lnTo>
                <a:moveTo>
                  <a:pt x="0" y="80"/>
                </a:moveTo>
                <a:lnTo>
                  <a:pt x="0" y="70"/>
                </a:lnTo>
                <a:lnTo>
                  <a:pt x="10" y="70"/>
                </a:lnTo>
                <a:lnTo>
                  <a:pt x="10" y="80"/>
                </a:lnTo>
                <a:lnTo>
                  <a:pt x="0" y="80"/>
                </a:lnTo>
                <a:moveTo>
                  <a:pt x="0" y="70"/>
                </a:moveTo>
                <a:lnTo>
                  <a:pt x="0" y="60"/>
                </a:lnTo>
                <a:lnTo>
                  <a:pt x="10" y="60"/>
                </a:lnTo>
                <a:lnTo>
                  <a:pt x="10" y="70"/>
                </a:lnTo>
                <a:lnTo>
                  <a:pt x="0" y="70"/>
                </a:lnTo>
                <a:moveTo>
                  <a:pt x="0" y="60"/>
                </a:moveTo>
                <a:lnTo>
                  <a:pt x="0" y="50"/>
                </a:lnTo>
                <a:lnTo>
                  <a:pt x="10" y="50"/>
                </a:lnTo>
                <a:lnTo>
                  <a:pt x="10" y="60"/>
                </a:lnTo>
                <a:lnTo>
                  <a:pt x="0" y="60"/>
                </a:lnTo>
                <a:moveTo>
                  <a:pt x="0" y="50"/>
                </a:moveTo>
                <a:lnTo>
                  <a:pt x="0" y="41"/>
                </a:lnTo>
                <a:lnTo>
                  <a:pt x="10" y="41"/>
                </a:lnTo>
                <a:lnTo>
                  <a:pt x="10" y="50"/>
                </a:lnTo>
                <a:lnTo>
                  <a:pt x="0" y="50"/>
                </a:lnTo>
                <a:moveTo>
                  <a:pt x="0" y="41"/>
                </a:moveTo>
                <a:lnTo>
                  <a:pt x="0" y="31"/>
                </a:lnTo>
                <a:lnTo>
                  <a:pt x="10" y="31"/>
                </a:lnTo>
                <a:lnTo>
                  <a:pt x="10" y="41"/>
                </a:lnTo>
                <a:lnTo>
                  <a:pt x="0" y="41"/>
                </a:lnTo>
                <a:moveTo>
                  <a:pt x="0" y="31"/>
                </a:moveTo>
                <a:lnTo>
                  <a:pt x="0" y="21"/>
                </a:lnTo>
                <a:lnTo>
                  <a:pt x="10" y="21"/>
                </a:lnTo>
                <a:lnTo>
                  <a:pt x="10" y="31"/>
                </a:lnTo>
                <a:lnTo>
                  <a:pt x="0" y="31"/>
                </a:lnTo>
                <a:moveTo>
                  <a:pt x="0" y="21"/>
                </a:moveTo>
                <a:lnTo>
                  <a:pt x="0" y="12"/>
                </a:lnTo>
                <a:lnTo>
                  <a:pt x="10" y="12"/>
                </a:lnTo>
                <a:lnTo>
                  <a:pt x="10" y="21"/>
                </a:lnTo>
                <a:lnTo>
                  <a:pt x="0" y="21"/>
                </a:lnTo>
                <a:moveTo>
                  <a:pt x="0" y="12"/>
                </a:moveTo>
                <a:lnTo>
                  <a:pt x="0" y="0"/>
                </a:lnTo>
                <a:lnTo>
                  <a:pt x="16" y="8"/>
                </a:lnTo>
                <a:lnTo>
                  <a:pt x="12" y="17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030480" y="1976400"/>
            <a:ext cx="307440" cy="0"/>
          </a:xfrm>
          <a:custGeom>
            <a:avLst/>
            <a:gdLst/>
            <a:ahLst/>
            <a:rect l="0" t="0" r="r" b="b"/>
            <a:pathLst>
              <a:path fill="none" w="854" h="0">
                <a:moveTo>
                  <a:pt x="0" y="0"/>
                </a:moveTo>
                <a:lnTo>
                  <a:pt x="75" y="0"/>
                </a:lnTo>
                <a:cubicBezTo>
                  <a:pt x="150" y="0"/>
                  <a:pt x="300" y="0"/>
                  <a:pt x="443" y="0"/>
                </a:cubicBezTo>
                <a:cubicBezTo>
                  <a:pt x="585" y="0"/>
                  <a:pt x="719" y="0"/>
                  <a:pt x="786" y="0"/>
                </a:cubicBezTo>
                <a:lnTo>
                  <a:pt x="854" y="0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320280" y="1959120"/>
            <a:ext cx="35280" cy="34920"/>
          </a:xfrm>
          <a:custGeom>
            <a:avLst/>
            <a:gdLst/>
            <a:ahLst/>
            <a:rect l="0" t="0" r="r" b="b"/>
            <a:pathLst>
              <a:path w="98" h="97">
                <a:moveTo>
                  <a:pt x="0" y="0"/>
                </a:moveTo>
                <a:lnTo>
                  <a:pt x="98" y="48"/>
                </a:lnTo>
                <a:lnTo>
                  <a:pt x="0" y="9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318840" y="1956240"/>
            <a:ext cx="40320" cy="40680"/>
          </a:xfrm>
          <a:custGeom>
            <a:avLst/>
            <a:gdLst/>
            <a:ahLst/>
            <a:rect l="0" t="0" r="r" b="b"/>
            <a:pathLst>
              <a:path w="112" h="113">
                <a:moveTo>
                  <a:pt x="15" y="8"/>
                </a:moveTo>
                <a:lnTo>
                  <a:pt x="24" y="12"/>
                </a:lnTo>
                <a:lnTo>
                  <a:pt x="20" y="21"/>
                </a:lnTo>
                <a:lnTo>
                  <a:pt x="11" y="17"/>
                </a:lnTo>
                <a:lnTo>
                  <a:pt x="15" y="8"/>
                </a:lnTo>
                <a:moveTo>
                  <a:pt x="24" y="12"/>
                </a:moveTo>
                <a:lnTo>
                  <a:pt x="32" y="17"/>
                </a:lnTo>
                <a:lnTo>
                  <a:pt x="28" y="25"/>
                </a:lnTo>
                <a:lnTo>
                  <a:pt x="20" y="21"/>
                </a:lnTo>
                <a:lnTo>
                  <a:pt x="24" y="12"/>
                </a:lnTo>
                <a:moveTo>
                  <a:pt x="32" y="17"/>
                </a:moveTo>
                <a:lnTo>
                  <a:pt x="41" y="21"/>
                </a:lnTo>
                <a:lnTo>
                  <a:pt x="37" y="30"/>
                </a:lnTo>
                <a:lnTo>
                  <a:pt x="28" y="25"/>
                </a:lnTo>
                <a:lnTo>
                  <a:pt x="32" y="17"/>
                </a:lnTo>
                <a:moveTo>
                  <a:pt x="41" y="21"/>
                </a:moveTo>
                <a:lnTo>
                  <a:pt x="51" y="25"/>
                </a:lnTo>
                <a:lnTo>
                  <a:pt x="45" y="34"/>
                </a:lnTo>
                <a:lnTo>
                  <a:pt x="37" y="30"/>
                </a:lnTo>
                <a:lnTo>
                  <a:pt x="41" y="21"/>
                </a:lnTo>
                <a:moveTo>
                  <a:pt x="51" y="25"/>
                </a:moveTo>
                <a:lnTo>
                  <a:pt x="59" y="30"/>
                </a:lnTo>
                <a:lnTo>
                  <a:pt x="55" y="38"/>
                </a:lnTo>
                <a:lnTo>
                  <a:pt x="45" y="34"/>
                </a:lnTo>
                <a:lnTo>
                  <a:pt x="51" y="25"/>
                </a:lnTo>
                <a:moveTo>
                  <a:pt x="59" y="30"/>
                </a:moveTo>
                <a:lnTo>
                  <a:pt x="68" y="34"/>
                </a:lnTo>
                <a:lnTo>
                  <a:pt x="64" y="43"/>
                </a:lnTo>
                <a:lnTo>
                  <a:pt x="55" y="38"/>
                </a:lnTo>
                <a:lnTo>
                  <a:pt x="59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7"/>
                </a:lnTo>
                <a:lnTo>
                  <a:pt x="64" y="43"/>
                </a:lnTo>
                <a:lnTo>
                  <a:pt x="68" y="34"/>
                </a:lnTo>
                <a:moveTo>
                  <a:pt x="76" y="38"/>
                </a:moveTo>
                <a:lnTo>
                  <a:pt x="85" y="43"/>
                </a:lnTo>
                <a:lnTo>
                  <a:pt x="81" y="51"/>
                </a:lnTo>
                <a:lnTo>
                  <a:pt x="72" y="47"/>
                </a:lnTo>
                <a:lnTo>
                  <a:pt x="76" y="38"/>
                </a:lnTo>
                <a:moveTo>
                  <a:pt x="85" y="43"/>
                </a:moveTo>
                <a:lnTo>
                  <a:pt x="94" y="47"/>
                </a:lnTo>
                <a:lnTo>
                  <a:pt x="89" y="56"/>
                </a:lnTo>
                <a:lnTo>
                  <a:pt x="81" y="51"/>
                </a:lnTo>
                <a:lnTo>
                  <a:pt x="85" y="43"/>
                </a:lnTo>
                <a:moveTo>
                  <a:pt x="94" y="47"/>
                </a:moveTo>
                <a:lnTo>
                  <a:pt x="102" y="51"/>
                </a:lnTo>
                <a:lnTo>
                  <a:pt x="98" y="60"/>
                </a:lnTo>
                <a:lnTo>
                  <a:pt x="89" y="56"/>
                </a:lnTo>
                <a:lnTo>
                  <a:pt x="94" y="47"/>
                </a:lnTo>
                <a:moveTo>
                  <a:pt x="102" y="51"/>
                </a:moveTo>
                <a:lnTo>
                  <a:pt x="112" y="56"/>
                </a:lnTo>
                <a:lnTo>
                  <a:pt x="97" y="65"/>
                </a:lnTo>
                <a:lnTo>
                  <a:pt x="92" y="56"/>
                </a:lnTo>
                <a:lnTo>
                  <a:pt x="100" y="52"/>
                </a:lnTo>
                <a:lnTo>
                  <a:pt x="102" y="56"/>
                </a:lnTo>
                <a:lnTo>
                  <a:pt x="100" y="62"/>
                </a:lnTo>
                <a:lnTo>
                  <a:pt x="98" y="60"/>
                </a:lnTo>
                <a:lnTo>
                  <a:pt x="102" y="51"/>
                </a:lnTo>
                <a:moveTo>
                  <a:pt x="97" y="65"/>
                </a:moveTo>
                <a:lnTo>
                  <a:pt x="88" y="69"/>
                </a:lnTo>
                <a:lnTo>
                  <a:pt x="84" y="60"/>
                </a:lnTo>
                <a:lnTo>
                  <a:pt x="92" y="56"/>
                </a:lnTo>
                <a:lnTo>
                  <a:pt x="97" y="65"/>
                </a:lnTo>
                <a:moveTo>
                  <a:pt x="88" y="69"/>
                </a:moveTo>
                <a:lnTo>
                  <a:pt x="80" y="74"/>
                </a:lnTo>
                <a:lnTo>
                  <a:pt x="75" y="65"/>
                </a:lnTo>
                <a:lnTo>
                  <a:pt x="84" y="60"/>
                </a:lnTo>
                <a:lnTo>
                  <a:pt x="88" y="69"/>
                </a:lnTo>
                <a:moveTo>
                  <a:pt x="80" y="74"/>
                </a:moveTo>
                <a:lnTo>
                  <a:pt x="71" y="78"/>
                </a:lnTo>
                <a:lnTo>
                  <a:pt x="67" y="69"/>
                </a:lnTo>
                <a:lnTo>
                  <a:pt x="75" y="65"/>
                </a:lnTo>
                <a:lnTo>
                  <a:pt x="80" y="74"/>
                </a:lnTo>
                <a:moveTo>
                  <a:pt x="71" y="78"/>
                </a:moveTo>
                <a:lnTo>
                  <a:pt x="62" y="82"/>
                </a:lnTo>
                <a:lnTo>
                  <a:pt x="58" y="74"/>
                </a:lnTo>
                <a:lnTo>
                  <a:pt x="67" y="69"/>
                </a:lnTo>
                <a:lnTo>
                  <a:pt x="71" y="78"/>
                </a:lnTo>
                <a:moveTo>
                  <a:pt x="62" y="82"/>
                </a:moveTo>
                <a:lnTo>
                  <a:pt x="54" y="87"/>
                </a:lnTo>
                <a:lnTo>
                  <a:pt x="48" y="78"/>
                </a:lnTo>
                <a:lnTo>
                  <a:pt x="58" y="74"/>
                </a:lnTo>
                <a:lnTo>
                  <a:pt x="62" y="82"/>
                </a:lnTo>
                <a:moveTo>
                  <a:pt x="54" y="87"/>
                </a:moveTo>
                <a:lnTo>
                  <a:pt x="44" y="91"/>
                </a:lnTo>
                <a:lnTo>
                  <a:pt x="40" y="82"/>
                </a:lnTo>
                <a:lnTo>
                  <a:pt x="48" y="78"/>
                </a:lnTo>
                <a:lnTo>
                  <a:pt x="54" y="87"/>
                </a:lnTo>
                <a:moveTo>
                  <a:pt x="44" y="91"/>
                </a:moveTo>
                <a:lnTo>
                  <a:pt x="36" y="95"/>
                </a:lnTo>
                <a:lnTo>
                  <a:pt x="31" y="87"/>
                </a:lnTo>
                <a:lnTo>
                  <a:pt x="40" y="82"/>
                </a:lnTo>
                <a:lnTo>
                  <a:pt x="44" y="91"/>
                </a:lnTo>
                <a:moveTo>
                  <a:pt x="36" y="95"/>
                </a:moveTo>
                <a:lnTo>
                  <a:pt x="27" y="100"/>
                </a:lnTo>
                <a:lnTo>
                  <a:pt x="23" y="91"/>
                </a:lnTo>
                <a:lnTo>
                  <a:pt x="31" y="87"/>
                </a:lnTo>
                <a:lnTo>
                  <a:pt x="36" y="95"/>
                </a:lnTo>
                <a:moveTo>
                  <a:pt x="27" y="100"/>
                </a:moveTo>
                <a:lnTo>
                  <a:pt x="18" y="104"/>
                </a:lnTo>
                <a:lnTo>
                  <a:pt x="14" y="95"/>
                </a:lnTo>
                <a:lnTo>
                  <a:pt x="23" y="91"/>
                </a:lnTo>
                <a:lnTo>
                  <a:pt x="27" y="100"/>
                </a:lnTo>
                <a:moveTo>
                  <a:pt x="18" y="104"/>
                </a:moveTo>
                <a:lnTo>
                  <a:pt x="10" y="108"/>
                </a:lnTo>
                <a:lnTo>
                  <a:pt x="5" y="100"/>
                </a:lnTo>
                <a:lnTo>
                  <a:pt x="14" y="95"/>
                </a:lnTo>
                <a:lnTo>
                  <a:pt x="18" y="104"/>
                </a:lnTo>
                <a:moveTo>
                  <a:pt x="10" y="108"/>
                </a:moveTo>
                <a:lnTo>
                  <a:pt x="0" y="113"/>
                </a:lnTo>
                <a:lnTo>
                  <a:pt x="0" y="99"/>
                </a:lnTo>
                <a:lnTo>
                  <a:pt x="9" y="99"/>
                </a:lnTo>
                <a:lnTo>
                  <a:pt x="9" y="105"/>
                </a:lnTo>
                <a:lnTo>
                  <a:pt x="4" y="105"/>
                </a:lnTo>
                <a:lnTo>
                  <a:pt x="2" y="101"/>
                </a:lnTo>
                <a:lnTo>
                  <a:pt x="5" y="100"/>
                </a:lnTo>
                <a:lnTo>
                  <a:pt x="10" y="108"/>
                </a:lnTo>
                <a:moveTo>
                  <a:pt x="0" y="99"/>
                </a:moveTo>
                <a:lnTo>
                  <a:pt x="0" y="90"/>
                </a:lnTo>
                <a:lnTo>
                  <a:pt x="9" y="90"/>
                </a:lnTo>
                <a:lnTo>
                  <a:pt x="9" y="99"/>
                </a:lnTo>
                <a:lnTo>
                  <a:pt x="0" y="99"/>
                </a:lnTo>
                <a:moveTo>
                  <a:pt x="0" y="90"/>
                </a:moveTo>
                <a:lnTo>
                  <a:pt x="0" y="80"/>
                </a:lnTo>
                <a:lnTo>
                  <a:pt x="9" y="80"/>
                </a:lnTo>
                <a:lnTo>
                  <a:pt x="9" y="90"/>
                </a:lnTo>
                <a:lnTo>
                  <a:pt x="0" y="90"/>
                </a:lnTo>
                <a:moveTo>
                  <a:pt x="0" y="80"/>
                </a:moveTo>
                <a:lnTo>
                  <a:pt x="0" y="70"/>
                </a:lnTo>
                <a:lnTo>
                  <a:pt x="9" y="70"/>
                </a:lnTo>
                <a:lnTo>
                  <a:pt x="9" y="80"/>
                </a:lnTo>
                <a:lnTo>
                  <a:pt x="0" y="80"/>
                </a:lnTo>
                <a:moveTo>
                  <a:pt x="0" y="70"/>
                </a:moveTo>
                <a:lnTo>
                  <a:pt x="0" y="60"/>
                </a:lnTo>
                <a:lnTo>
                  <a:pt x="9" y="60"/>
                </a:lnTo>
                <a:lnTo>
                  <a:pt x="9" y="70"/>
                </a:lnTo>
                <a:lnTo>
                  <a:pt x="0" y="70"/>
                </a:lnTo>
                <a:moveTo>
                  <a:pt x="0" y="60"/>
                </a:moveTo>
                <a:lnTo>
                  <a:pt x="0" y="50"/>
                </a:lnTo>
                <a:lnTo>
                  <a:pt x="9" y="50"/>
                </a:lnTo>
                <a:lnTo>
                  <a:pt x="9" y="60"/>
                </a:lnTo>
                <a:lnTo>
                  <a:pt x="0" y="60"/>
                </a:lnTo>
                <a:moveTo>
                  <a:pt x="0" y="50"/>
                </a:moveTo>
                <a:lnTo>
                  <a:pt x="0" y="41"/>
                </a:lnTo>
                <a:lnTo>
                  <a:pt x="9" y="41"/>
                </a:lnTo>
                <a:lnTo>
                  <a:pt x="9" y="50"/>
                </a:lnTo>
                <a:lnTo>
                  <a:pt x="0" y="50"/>
                </a:lnTo>
                <a:moveTo>
                  <a:pt x="0" y="41"/>
                </a:moveTo>
                <a:lnTo>
                  <a:pt x="0" y="31"/>
                </a:lnTo>
                <a:lnTo>
                  <a:pt x="9" y="31"/>
                </a:lnTo>
                <a:lnTo>
                  <a:pt x="9" y="41"/>
                </a:lnTo>
                <a:lnTo>
                  <a:pt x="0" y="41"/>
                </a:lnTo>
                <a:moveTo>
                  <a:pt x="0" y="31"/>
                </a:moveTo>
                <a:lnTo>
                  <a:pt x="0" y="21"/>
                </a:lnTo>
                <a:lnTo>
                  <a:pt x="9" y="21"/>
                </a:lnTo>
                <a:lnTo>
                  <a:pt x="9" y="31"/>
                </a:lnTo>
                <a:lnTo>
                  <a:pt x="0" y="31"/>
                </a:lnTo>
                <a:moveTo>
                  <a:pt x="0" y="21"/>
                </a:moveTo>
                <a:lnTo>
                  <a:pt x="0" y="12"/>
                </a:lnTo>
                <a:lnTo>
                  <a:pt x="9" y="12"/>
                </a:lnTo>
                <a:lnTo>
                  <a:pt x="9" y="21"/>
                </a:lnTo>
                <a:lnTo>
                  <a:pt x="0" y="21"/>
                </a:lnTo>
                <a:moveTo>
                  <a:pt x="0" y="12"/>
                </a:moveTo>
                <a:lnTo>
                  <a:pt x="0" y="0"/>
                </a:lnTo>
                <a:lnTo>
                  <a:pt x="15" y="8"/>
                </a:lnTo>
                <a:lnTo>
                  <a:pt x="11" y="17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480920" y="1976400"/>
            <a:ext cx="307440" cy="0"/>
          </a:xfrm>
          <a:custGeom>
            <a:avLst/>
            <a:gdLst/>
            <a:ahLst/>
            <a:rect l="0" t="0" r="r" b="b"/>
            <a:pathLst>
              <a:path fill="none" w="854" h="0">
                <a:moveTo>
                  <a:pt x="0" y="0"/>
                </a:moveTo>
                <a:lnTo>
                  <a:pt x="75" y="0"/>
                </a:lnTo>
                <a:cubicBezTo>
                  <a:pt x="150" y="0"/>
                  <a:pt x="301" y="0"/>
                  <a:pt x="443" y="0"/>
                </a:cubicBezTo>
                <a:cubicBezTo>
                  <a:pt x="585" y="0"/>
                  <a:pt x="720" y="0"/>
                  <a:pt x="787" y="0"/>
                </a:cubicBezTo>
                <a:lnTo>
                  <a:pt x="854" y="0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771080" y="1959120"/>
            <a:ext cx="34920" cy="34920"/>
          </a:xfrm>
          <a:custGeom>
            <a:avLst/>
            <a:gdLst/>
            <a:ahLst/>
            <a:rect l="0" t="0" r="r" b="b"/>
            <a:pathLst>
              <a:path w="97" h="97">
                <a:moveTo>
                  <a:pt x="0" y="0"/>
                </a:moveTo>
                <a:lnTo>
                  <a:pt x="97" y="48"/>
                </a:lnTo>
                <a:lnTo>
                  <a:pt x="0" y="9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769280" y="195624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16" y="8"/>
                </a:moveTo>
                <a:lnTo>
                  <a:pt x="25" y="12"/>
                </a:lnTo>
                <a:lnTo>
                  <a:pt x="21" y="21"/>
                </a:lnTo>
                <a:lnTo>
                  <a:pt x="11" y="17"/>
                </a:lnTo>
                <a:lnTo>
                  <a:pt x="16" y="8"/>
                </a:lnTo>
                <a:moveTo>
                  <a:pt x="25" y="12"/>
                </a:moveTo>
                <a:lnTo>
                  <a:pt x="34" y="17"/>
                </a:lnTo>
                <a:lnTo>
                  <a:pt x="29" y="25"/>
                </a:lnTo>
                <a:lnTo>
                  <a:pt x="21" y="21"/>
                </a:lnTo>
                <a:lnTo>
                  <a:pt x="25" y="12"/>
                </a:lnTo>
                <a:moveTo>
                  <a:pt x="34" y="17"/>
                </a:moveTo>
                <a:lnTo>
                  <a:pt x="42" y="21"/>
                </a:lnTo>
                <a:lnTo>
                  <a:pt x="38" y="30"/>
                </a:lnTo>
                <a:lnTo>
                  <a:pt x="29" y="25"/>
                </a:lnTo>
                <a:lnTo>
                  <a:pt x="34" y="17"/>
                </a:lnTo>
                <a:moveTo>
                  <a:pt x="42" y="21"/>
                </a:moveTo>
                <a:lnTo>
                  <a:pt x="51" y="25"/>
                </a:lnTo>
                <a:lnTo>
                  <a:pt x="47" y="34"/>
                </a:lnTo>
                <a:lnTo>
                  <a:pt x="38" y="30"/>
                </a:lnTo>
                <a:lnTo>
                  <a:pt x="42" y="21"/>
                </a:lnTo>
                <a:moveTo>
                  <a:pt x="51" y="25"/>
                </a:moveTo>
                <a:lnTo>
                  <a:pt x="60" y="30"/>
                </a:lnTo>
                <a:lnTo>
                  <a:pt x="55" y="38"/>
                </a:lnTo>
                <a:lnTo>
                  <a:pt x="47" y="34"/>
                </a:lnTo>
                <a:lnTo>
                  <a:pt x="51" y="25"/>
                </a:lnTo>
                <a:moveTo>
                  <a:pt x="60" y="30"/>
                </a:moveTo>
                <a:lnTo>
                  <a:pt x="68" y="34"/>
                </a:lnTo>
                <a:lnTo>
                  <a:pt x="64" y="43"/>
                </a:lnTo>
                <a:lnTo>
                  <a:pt x="55" y="38"/>
                </a:lnTo>
                <a:lnTo>
                  <a:pt x="60" y="30"/>
                </a:lnTo>
                <a:moveTo>
                  <a:pt x="68" y="34"/>
                </a:moveTo>
                <a:lnTo>
                  <a:pt x="77" y="38"/>
                </a:lnTo>
                <a:lnTo>
                  <a:pt x="72" y="47"/>
                </a:lnTo>
                <a:lnTo>
                  <a:pt x="64" y="43"/>
                </a:lnTo>
                <a:lnTo>
                  <a:pt x="68" y="34"/>
                </a:lnTo>
                <a:moveTo>
                  <a:pt x="77" y="38"/>
                </a:moveTo>
                <a:lnTo>
                  <a:pt x="85" y="43"/>
                </a:lnTo>
                <a:lnTo>
                  <a:pt x="81" y="51"/>
                </a:lnTo>
                <a:lnTo>
                  <a:pt x="72" y="47"/>
                </a:lnTo>
                <a:lnTo>
                  <a:pt x="77" y="38"/>
                </a:lnTo>
                <a:moveTo>
                  <a:pt x="85" y="43"/>
                </a:moveTo>
                <a:lnTo>
                  <a:pt x="94" y="47"/>
                </a:lnTo>
                <a:lnTo>
                  <a:pt x="90" y="56"/>
                </a:lnTo>
                <a:lnTo>
                  <a:pt x="81" y="51"/>
                </a:lnTo>
                <a:lnTo>
                  <a:pt x="85" y="43"/>
                </a:lnTo>
                <a:moveTo>
                  <a:pt x="94" y="47"/>
                </a:moveTo>
                <a:lnTo>
                  <a:pt x="103" y="51"/>
                </a:lnTo>
                <a:lnTo>
                  <a:pt x="98" y="60"/>
                </a:lnTo>
                <a:lnTo>
                  <a:pt x="90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97" y="65"/>
                </a:lnTo>
                <a:lnTo>
                  <a:pt x="93" y="56"/>
                </a:lnTo>
                <a:lnTo>
                  <a:pt x="100" y="52"/>
                </a:lnTo>
                <a:lnTo>
                  <a:pt x="102" y="56"/>
                </a:lnTo>
                <a:lnTo>
                  <a:pt x="100" y="62"/>
                </a:lnTo>
                <a:lnTo>
                  <a:pt x="98" y="60"/>
                </a:lnTo>
                <a:lnTo>
                  <a:pt x="103" y="51"/>
                </a:lnTo>
                <a:moveTo>
                  <a:pt x="97" y="65"/>
                </a:moveTo>
                <a:lnTo>
                  <a:pt x="88" y="69"/>
                </a:lnTo>
                <a:lnTo>
                  <a:pt x="84" y="60"/>
                </a:lnTo>
                <a:lnTo>
                  <a:pt x="93" y="56"/>
                </a:lnTo>
                <a:lnTo>
                  <a:pt x="97" y="65"/>
                </a:lnTo>
                <a:moveTo>
                  <a:pt x="88" y="69"/>
                </a:moveTo>
                <a:lnTo>
                  <a:pt x="80" y="74"/>
                </a:lnTo>
                <a:lnTo>
                  <a:pt x="76" y="65"/>
                </a:lnTo>
                <a:lnTo>
                  <a:pt x="84" y="60"/>
                </a:lnTo>
                <a:lnTo>
                  <a:pt x="88" y="69"/>
                </a:lnTo>
                <a:moveTo>
                  <a:pt x="80" y="74"/>
                </a:moveTo>
                <a:lnTo>
                  <a:pt x="71" y="78"/>
                </a:lnTo>
                <a:lnTo>
                  <a:pt x="67" y="69"/>
                </a:lnTo>
                <a:lnTo>
                  <a:pt x="76" y="65"/>
                </a:lnTo>
                <a:lnTo>
                  <a:pt x="80" y="74"/>
                </a:lnTo>
                <a:moveTo>
                  <a:pt x="71" y="78"/>
                </a:moveTo>
                <a:lnTo>
                  <a:pt x="63" y="82"/>
                </a:lnTo>
                <a:lnTo>
                  <a:pt x="58" y="74"/>
                </a:lnTo>
                <a:lnTo>
                  <a:pt x="67" y="69"/>
                </a:lnTo>
                <a:lnTo>
                  <a:pt x="71" y="78"/>
                </a:lnTo>
                <a:moveTo>
                  <a:pt x="63" y="82"/>
                </a:moveTo>
                <a:lnTo>
                  <a:pt x="54" y="87"/>
                </a:lnTo>
                <a:lnTo>
                  <a:pt x="50" y="78"/>
                </a:lnTo>
                <a:lnTo>
                  <a:pt x="58" y="74"/>
                </a:lnTo>
                <a:lnTo>
                  <a:pt x="63" y="82"/>
                </a:lnTo>
                <a:moveTo>
                  <a:pt x="54" y="87"/>
                </a:moveTo>
                <a:lnTo>
                  <a:pt x="45" y="91"/>
                </a:lnTo>
                <a:lnTo>
                  <a:pt x="41" y="82"/>
                </a:lnTo>
                <a:lnTo>
                  <a:pt x="50" y="78"/>
                </a:lnTo>
                <a:lnTo>
                  <a:pt x="54" y="87"/>
                </a:lnTo>
                <a:moveTo>
                  <a:pt x="45" y="91"/>
                </a:moveTo>
                <a:lnTo>
                  <a:pt x="37" y="95"/>
                </a:lnTo>
                <a:lnTo>
                  <a:pt x="33" y="87"/>
                </a:lnTo>
                <a:lnTo>
                  <a:pt x="41" y="82"/>
                </a:lnTo>
                <a:lnTo>
                  <a:pt x="45" y="91"/>
                </a:lnTo>
                <a:moveTo>
                  <a:pt x="37" y="95"/>
                </a:moveTo>
                <a:lnTo>
                  <a:pt x="28" y="100"/>
                </a:lnTo>
                <a:lnTo>
                  <a:pt x="24" y="91"/>
                </a:lnTo>
                <a:lnTo>
                  <a:pt x="33" y="87"/>
                </a:lnTo>
                <a:lnTo>
                  <a:pt x="37" y="95"/>
                </a:lnTo>
                <a:moveTo>
                  <a:pt x="28" y="100"/>
                </a:moveTo>
                <a:lnTo>
                  <a:pt x="20" y="104"/>
                </a:lnTo>
                <a:lnTo>
                  <a:pt x="14" y="95"/>
                </a:lnTo>
                <a:lnTo>
                  <a:pt x="24" y="91"/>
                </a:lnTo>
                <a:lnTo>
                  <a:pt x="28" y="100"/>
                </a:lnTo>
                <a:moveTo>
                  <a:pt x="20" y="104"/>
                </a:moveTo>
                <a:lnTo>
                  <a:pt x="10" y="108"/>
                </a:lnTo>
                <a:lnTo>
                  <a:pt x="6" y="100"/>
                </a:lnTo>
                <a:lnTo>
                  <a:pt x="14" y="95"/>
                </a:lnTo>
                <a:lnTo>
                  <a:pt x="20" y="104"/>
                </a:lnTo>
                <a:moveTo>
                  <a:pt x="10" y="108"/>
                </a:moveTo>
                <a:lnTo>
                  <a:pt x="0" y="113"/>
                </a:lnTo>
                <a:lnTo>
                  <a:pt x="0" y="99"/>
                </a:lnTo>
                <a:lnTo>
                  <a:pt x="10" y="99"/>
                </a:lnTo>
                <a:lnTo>
                  <a:pt x="10" y="105"/>
                </a:lnTo>
                <a:lnTo>
                  <a:pt x="5" y="105"/>
                </a:lnTo>
                <a:lnTo>
                  <a:pt x="3" y="101"/>
                </a:lnTo>
                <a:lnTo>
                  <a:pt x="6" y="100"/>
                </a:lnTo>
                <a:lnTo>
                  <a:pt x="10" y="108"/>
                </a:lnTo>
                <a:moveTo>
                  <a:pt x="0" y="99"/>
                </a:moveTo>
                <a:lnTo>
                  <a:pt x="0" y="90"/>
                </a:lnTo>
                <a:lnTo>
                  <a:pt x="10" y="90"/>
                </a:lnTo>
                <a:lnTo>
                  <a:pt x="10" y="99"/>
                </a:lnTo>
                <a:lnTo>
                  <a:pt x="0" y="99"/>
                </a:lnTo>
                <a:moveTo>
                  <a:pt x="0" y="90"/>
                </a:moveTo>
                <a:lnTo>
                  <a:pt x="0" y="80"/>
                </a:lnTo>
                <a:lnTo>
                  <a:pt x="10" y="80"/>
                </a:lnTo>
                <a:lnTo>
                  <a:pt x="10" y="90"/>
                </a:lnTo>
                <a:lnTo>
                  <a:pt x="0" y="90"/>
                </a:lnTo>
                <a:moveTo>
                  <a:pt x="0" y="80"/>
                </a:moveTo>
                <a:lnTo>
                  <a:pt x="0" y="70"/>
                </a:lnTo>
                <a:lnTo>
                  <a:pt x="10" y="70"/>
                </a:lnTo>
                <a:lnTo>
                  <a:pt x="10" y="80"/>
                </a:lnTo>
                <a:lnTo>
                  <a:pt x="0" y="80"/>
                </a:lnTo>
                <a:moveTo>
                  <a:pt x="0" y="70"/>
                </a:moveTo>
                <a:lnTo>
                  <a:pt x="0" y="60"/>
                </a:lnTo>
                <a:lnTo>
                  <a:pt x="10" y="60"/>
                </a:lnTo>
                <a:lnTo>
                  <a:pt x="10" y="70"/>
                </a:lnTo>
                <a:lnTo>
                  <a:pt x="0" y="70"/>
                </a:lnTo>
                <a:moveTo>
                  <a:pt x="0" y="60"/>
                </a:moveTo>
                <a:lnTo>
                  <a:pt x="0" y="50"/>
                </a:lnTo>
                <a:lnTo>
                  <a:pt x="10" y="50"/>
                </a:lnTo>
                <a:lnTo>
                  <a:pt x="10" y="60"/>
                </a:lnTo>
                <a:lnTo>
                  <a:pt x="0" y="60"/>
                </a:lnTo>
                <a:moveTo>
                  <a:pt x="0" y="50"/>
                </a:moveTo>
                <a:lnTo>
                  <a:pt x="0" y="41"/>
                </a:lnTo>
                <a:lnTo>
                  <a:pt x="10" y="41"/>
                </a:lnTo>
                <a:lnTo>
                  <a:pt x="10" y="50"/>
                </a:lnTo>
                <a:lnTo>
                  <a:pt x="0" y="50"/>
                </a:lnTo>
                <a:moveTo>
                  <a:pt x="0" y="41"/>
                </a:moveTo>
                <a:lnTo>
                  <a:pt x="0" y="31"/>
                </a:lnTo>
                <a:lnTo>
                  <a:pt x="10" y="31"/>
                </a:lnTo>
                <a:lnTo>
                  <a:pt x="10" y="41"/>
                </a:lnTo>
                <a:lnTo>
                  <a:pt x="0" y="41"/>
                </a:lnTo>
                <a:moveTo>
                  <a:pt x="0" y="31"/>
                </a:moveTo>
                <a:lnTo>
                  <a:pt x="0" y="21"/>
                </a:lnTo>
                <a:lnTo>
                  <a:pt x="10" y="21"/>
                </a:lnTo>
                <a:lnTo>
                  <a:pt x="10" y="31"/>
                </a:lnTo>
                <a:lnTo>
                  <a:pt x="0" y="31"/>
                </a:lnTo>
                <a:moveTo>
                  <a:pt x="0" y="21"/>
                </a:moveTo>
                <a:lnTo>
                  <a:pt x="0" y="12"/>
                </a:lnTo>
                <a:lnTo>
                  <a:pt x="10" y="12"/>
                </a:lnTo>
                <a:lnTo>
                  <a:pt x="10" y="21"/>
                </a:lnTo>
                <a:lnTo>
                  <a:pt x="0" y="21"/>
                </a:lnTo>
                <a:moveTo>
                  <a:pt x="0" y="12"/>
                </a:moveTo>
                <a:lnTo>
                  <a:pt x="0" y="0"/>
                </a:lnTo>
                <a:lnTo>
                  <a:pt x="16" y="8"/>
                </a:lnTo>
                <a:lnTo>
                  <a:pt x="11" y="17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5931360" y="1976400"/>
            <a:ext cx="307440" cy="0"/>
          </a:xfrm>
          <a:custGeom>
            <a:avLst/>
            <a:gdLst/>
            <a:ahLst/>
            <a:rect l="0" t="0" r="r" b="b"/>
            <a:pathLst>
              <a:path fill="none" w="854" h="0">
                <a:moveTo>
                  <a:pt x="0" y="0"/>
                </a:moveTo>
                <a:lnTo>
                  <a:pt x="75" y="0"/>
                </a:lnTo>
                <a:cubicBezTo>
                  <a:pt x="151" y="0"/>
                  <a:pt x="301" y="0"/>
                  <a:pt x="443" y="0"/>
                </a:cubicBezTo>
                <a:cubicBezTo>
                  <a:pt x="586" y="0"/>
                  <a:pt x="720" y="0"/>
                  <a:pt x="787" y="0"/>
                </a:cubicBezTo>
                <a:lnTo>
                  <a:pt x="854" y="0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6221520" y="1959120"/>
            <a:ext cx="34920" cy="34920"/>
          </a:xfrm>
          <a:custGeom>
            <a:avLst/>
            <a:gdLst/>
            <a:ahLst/>
            <a:rect l="0" t="0" r="r" b="b"/>
            <a:pathLst>
              <a:path w="97" h="97">
                <a:moveTo>
                  <a:pt x="0" y="0"/>
                </a:moveTo>
                <a:lnTo>
                  <a:pt x="97" y="48"/>
                </a:lnTo>
                <a:lnTo>
                  <a:pt x="0" y="9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6219720" y="195624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16" y="8"/>
                </a:moveTo>
                <a:lnTo>
                  <a:pt x="24" y="12"/>
                </a:lnTo>
                <a:lnTo>
                  <a:pt x="20" y="21"/>
                </a:lnTo>
                <a:lnTo>
                  <a:pt x="11" y="17"/>
                </a:lnTo>
                <a:lnTo>
                  <a:pt x="16" y="8"/>
                </a:lnTo>
                <a:moveTo>
                  <a:pt x="24" y="12"/>
                </a:moveTo>
                <a:lnTo>
                  <a:pt x="33" y="17"/>
                </a:lnTo>
                <a:lnTo>
                  <a:pt x="29" y="25"/>
                </a:lnTo>
                <a:lnTo>
                  <a:pt x="20" y="21"/>
                </a:lnTo>
                <a:lnTo>
                  <a:pt x="24" y="12"/>
                </a:lnTo>
                <a:moveTo>
                  <a:pt x="33" y="17"/>
                </a:moveTo>
                <a:lnTo>
                  <a:pt x="42" y="21"/>
                </a:lnTo>
                <a:lnTo>
                  <a:pt x="37" y="30"/>
                </a:lnTo>
                <a:lnTo>
                  <a:pt x="29" y="25"/>
                </a:lnTo>
                <a:lnTo>
                  <a:pt x="33" y="17"/>
                </a:lnTo>
                <a:moveTo>
                  <a:pt x="42" y="21"/>
                </a:moveTo>
                <a:lnTo>
                  <a:pt x="50" y="25"/>
                </a:lnTo>
                <a:lnTo>
                  <a:pt x="46" y="34"/>
                </a:lnTo>
                <a:lnTo>
                  <a:pt x="37" y="30"/>
                </a:lnTo>
                <a:lnTo>
                  <a:pt x="42" y="21"/>
                </a:lnTo>
                <a:moveTo>
                  <a:pt x="50" y="25"/>
                </a:moveTo>
                <a:lnTo>
                  <a:pt x="59" y="30"/>
                </a:lnTo>
                <a:lnTo>
                  <a:pt x="55" y="38"/>
                </a:lnTo>
                <a:lnTo>
                  <a:pt x="46" y="34"/>
                </a:lnTo>
                <a:lnTo>
                  <a:pt x="50" y="25"/>
                </a:lnTo>
                <a:moveTo>
                  <a:pt x="59" y="30"/>
                </a:moveTo>
                <a:lnTo>
                  <a:pt x="67" y="34"/>
                </a:lnTo>
                <a:lnTo>
                  <a:pt x="63" y="43"/>
                </a:lnTo>
                <a:lnTo>
                  <a:pt x="55" y="38"/>
                </a:lnTo>
                <a:lnTo>
                  <a:pt x="59" y="30"/>
                </a:lnTo>
                <a:moveTo>
                  <a:pt x="67" y="34"/>
                </a:moveTo>
                <a:lnTo>
                  <a:pt x="76" y="38"/>
                </a:lnTo>
                <a:lnTo>
                  <a:pt x="72" y="47"/>
                </a:lnTo>
                <a:lnTo>
                  <a:pt x="63" y="43"/>
                </a:lnTo>
                <a:lnTo>
                  <a:pt x="67" y="34"/>
                </a:lnTo>
                <a:moveTo>
                  <a:pt x="76" y="38"/>
                </a:moveTo>
                <a:lnTo>
                  <a:pt x="85" y="43"/>
                </a:lnTo>
                <a:lnTo>
                  <a:pt x="80" y="51"/>
                </a:lnTo>
                <a:lnTo>
                  <a:pt x="72" y="47"/>
                </a:lnTo>
                <a:lnTo>
                  <a:pt x="76" y="38"/>
                </a:lnTo>
                <a:moveTo>
                  <a:pt x="85" y="43"/>
                </a:moveTo>
                <a:lnTo>
                  <a:pt x="93" y="47"/>
                </a:lnTo>
                <a:lnTo>
                  <a:pt x="89" y="56"/>
                </a:lnTo>
                <a:lnTo>
                  <a:pt x="80" y="51"/>
                </a:lnTo>
                <a:lnTo>
                  <a:pt x="85" y="43"/>
                </a:lnTo>
                <a:moveTo>
                  <a:pt x="93" y="47"/>
                </a:moveTo>
                <a:lnTo>
                  <a:pt x="103" y="51"/>
                </a:lnTo>
                <a:lnTo>
                  <a:pt x="99" y="60"/>
                </a:lnTo>
                <a:lnTo>
                  <a:pt x="89" y="56"/>
                </a:lnTo>
                <a:lnTo>
                  <a:pt x="93" y="47"/>
                </a:lnTo>
                <a:moveTo>
                  <a:pt x="103" y="51"/>
                </a:moveTo>
                <a:lnTo>
                  <a:pt x="113" y="56"/>
                </a:lnTo>
                <a:lnTo>
                  <a:pt x="97" y="65"/>
                </a:lnTo>
                <a:lnTo>
                  <a:pt x="92" y="56"/>
                </a:lnTo>
                <a:lnTo>
                  <a:pt x="100" y="52"/>
                </a:lnTo>
                <a:lnTo>
                  <a:pt x="102" y="56"/>
                </a:lnTo>
                <a:lnTo>
                  <a:pt x="100" y="62"/>
                </a:lnTo>
                <a:lnTo>
                  <a:pt x="99" y="60"/>
                </a:lnTo>
                <a:lnTo>
                  <a:pt x="103" y="51"/>
                </a:lnTo>
                <a:moveTo>
                  <a:pt x="97" y="65"/>
                </a:moveTo>
                <a:lnTo>
                  <a:pt x="88" y="69"/>
                </a:lnTo>
                <a:lnTo>
                  <a:pt x="83" y="60"/>
                </a:lnTo>
                <a:lnTo>
                  <a:pt x="92" y="56"/>
                </a:lnTo>
                <a:lnTo>
                  <a:pt x="97" y="65"/>
                </a:lnTo>
                <a:moveTo>
                  <a:pt x="88" y="69"/>
                </a:moveTo>
                <a:lnTo>
                  <a:pt x="79" y="74"/>
                </a:lnTo>
                <a:lnTo>
                  <a:pt x="75" y="65"/>
                </a:lnTo>
                <a:lnTo>
                  <a:pt x="83" y="60"/>
                </a:lnTo>
                <a:lnTo>
                  <a:pt x="88" y="69"/>
                </a:lnTo>
                <a:moveTo>
                  <a:pt x="79" y="74"/>
                </a:moveTo>
                <a:lnTo>
                  <a:pt x="71" y="78"/>
                </a:lnTo>
                <a:lnTo>
                  <a:pt x="66" y="69"/>
                </a:lnTo>
                <a:lnTo>
                  <a:pt x="75" y="65"/>
                </a:lnTo>
                <a:lnTo>
                  <a:pt x="79" y="74"/>
                </a:lnTo>
                <a:moveTo>
                  <a:pt x="71" y="78"/>
                </a:moveTo>
                <a:lnTo>
                  <a:pt x="62" y="82"/>
                </a:lnTo>
                <a:lnTo>
                  <a:pt x="58" y="74"/>
                </a:lnTo>
                <a:lnTo>
                  <a:pt x="66" y="69"/>
                </a:lnTo>
                <a:lnTo>
                  <a:pt x="71" y="78"/>
                </a:lnTo>
                <a:moveTo>
                  <a:pt x="62" y="82"/>
                </a:moveTo>
                <a:lnTo>
                  <a:pt x="53" y="87"/>
                </a:lnTo>
                <a:lnTo>
                  <a:pt x="49" y="78"/>
                </a:lnTo>
                <a:lnTo>
                  <a:pt x="58" y="74"/>
                </a:lnTo>
                <a:lnTo>
                  <a:pt x="62" y="82"/>
                </a:lnTo>
                <a:moveTo>
                  <a:pt x="53" y="87"/>
                </a:moveTo>
                <a:lnTo>
                  <a:pt x="45" y="91"/>
                </a:lnTo>
                <a:lnTo>
                  <a:pt x="40" y="82"/>
                </a:lnTo>
                <a:lnTo>
                  <a:pt x="49" y="78"/>
                </a:lnTo>
                <a:lnTo>
                  <a:pt x="53" y="87"/>
                </a:lnTo>
                <a:moveTo>
                  <a:pt x="45" y="91"/>
                </a:moveTo>
                <a:lnTo>
                  <a:pt x="36" y="95"/>
                </a:lnTo>
                <a:lnTo>
                  <a:pt x="32" y="87"/>
                </a:lnTo>
                <a:lnTo>
                  <a:pt x="40" y="82"/>
                </a:lnTo>
                <a:lnTo>
                  <a:pt x="45" y="91"/>
                </a:lnTo>
                <a:moveTo>
                  <a:pt x="36" y="95"/>
                </a:moveTo>
                <a:lnTo>
                  <a:pt x="27" y="100"/>
                </a:lnTo>
                <a:lnTo>
                  <a:pt x="23" y="91"/>
                </a:lnTo>
                <a:lnTo>
                  <a:pt x="32" y="87"/>
                </a:lnTo>
                <a:lnTo>
                  <a:pt x="36" y="95"/>
                </a:lnTo>
                <a:moveTo>
                  <a:pt x="27" y="100"/>
                </a:moveTo>
                <a:lnTo>
                  <a:pt x="19" y="104"/>
                </a:lnTo>
                <a:lnTo>
                  <a:pt x="15" y="95"/>
                </a:lnTo>
                <a:lnTo>
                  <a:pt x="23" y="91"/>
                </a:lnTo>
                <a:lnTo>
                  <a:pt x="27" y="100"/>
                </a:lnTo>
                <a:moveTo>
                  <a:pt x="19" y="104"/>
                </a:moveTo>
                <a:lnTo>
                  <a:pt x="10" y="108"/>
                </a:lnTo>
                <a:lnTo>
                  <a:pt x="6" y="100"/>
                </a:lnTo>
                <a:lnTo>
                  <a:pt x="15" y="95"/>
                </a:lnTo>
                <a:lnTo>
                  <a:pt x="19" y="104"/>
                </a:lnTo>
                <a:moveTo>
                  <a:pt x="10" y="108"/>
                </a:moveTo>
                <a:lnTo>
                  <a:pt x="0" y="113"/>
                </a:lnTo>
                <a:lnTo>
                  <a:pt x="0" y="99"/>
                </a:lnTo>
                <a:lnTo>
                  <a:pt x="10" y="99"/>
                </a:lnTo>
                <a:lnTo>
                  <a:pt x="10" y="105"/>
                </a:lnTo>
                <a:lnTo>
                  <a:pt x="5" y="105"/>
                </a:lnTo>
                <a:lnTo>
                  <a:pt x="3" y="101"/>
                </a:lnTo>
                <a:lnTo>
                  <a:pt x="6" y="100"/>
                </a:lnTo>
                <a:lnTo>
                  <a:pt x="10" y="108"/>
                </a:lnTo>
                <a:moveTo>
                  <a:pt x="0" y="99"/>
                </a:moveTo>
                <a:lnTo>
                  <a:pt x="0" y="90"/>
                </a:lnTo>
                <a:lnTo>
                  <a:pt x="10" y="90"/>
                </a:lnTo>
                <a:lnTo>
                  <a:pt x="10" y="99"/>
                </a:lnTo>
                <a:lnTo>
                  <a:pt x="0" y="99"/>
                </a:lnTo>
                <a:moveTo>
                  <a:pt x="0" y="90"/>
                </a:moveTo>
                <a:lnTo>
                  <a:pt x="0" y="80"/>
                </a:lnTo>
                <a:lnTo>
                  <a:pt x="10" y="80"/>
                </a:lnTo>
                <a:lnTo>
                  <a:pt x="10" y="90"/>
                </a:lnTo>
                <a:lnTo>
                  <a:pt x="0" y="90"/>
                </a:lnTo>
                <a:moveTo>
                  <a:pt x="0" y="80"/>
                </a:moveTo>
                <a:lnTo>
                  <a:pt x="0" y="70"/>
                </a:lnTo>
                <a:lnTo>
                  <a:pt x="10" y="70"/>
                </a:lnTo>
                <a:lnTo>
                  <a:pt x="10" y="80"/>
                </a:lnTo>
                <a:lnTo>
                  <a:pt x="0" y="80"/>
                </a:lnTo>
                <a:moveTo>
                  <a:pt x="0" y="70"/>
                </a:moveTo>
                <a:lnTo>
                  <a:pt x="0" y="60"/>
                </a:lnTo>
                <a:lnTo>
                  <a:pt x="10" y="60"/>
                </a:lnTo>
                <a:lnTo>
                  <a:pt x="10" y="70"/>
                </a:lnTo>
                <a:lnTo>
                  <a:pt x="0" y="70"/>
                </a:lnTo>
                <a:moveTo>
                  <a:pt x="0" y="60"/>
                </a:moveTo>
                <a:lnTo>
                  <a:pt x="0" y="50"/>
                </a:lnTo>
                <a:lnTo>
                  <a:pt x="10" y="50"/>
                </a:lnTo>
                <a:lnTo>
                  <a:pt x="10" y="60"/>
                </a:lnTo>
                <a:lnTo>
                  <a:pt x="0" y="60"/>
                </a:lnTo>
                <a:moveTo>
                  <a:pt x="0" y="50"/>
                </a:moveTo>
                <a:lnTo>
                  <a:pt x="0" y="41"/>
                </a:lnTo>
                <a:lnTo>
                  <a:pt x="10" y="41"/>
                </a:lnTo>
                <a:lnTo>
                  <a:pt x="10" y="50"/>
                </a:lnTo>
                <a:lnTo>
                  <a:pt x="0" y="50"/>
                </a:lnTo>
                <a:moveTo>
                  <a:pt x="0" y="41"/>
                </a:moveTo>
                <a:lnTo>
                  <a:pt x="0" y="31"/>
                </a:lnTo>
                <a:lnTo>
                  <a:pt x="10" y="31"/>
                </a:lnTo>
                <a:lnTo>
                  <a:pt x="10" y="41"/>
                </a:lnTo>
                <a:lnTo>
                  <a:pt x="0" y="41"/>
                </a:lnTo>
                <a:moveTo>
                  <a:pt x="0" y="31"/>
                </a:moveTo>
                <a:lnTo>
                  <a:pt x="0" y="21"/>
                </a:lnTo>
                <a:lnTo>
                  <a:pt x="10" y="21"/>
                </a:lnTo>
                <a:lnTo>
                  <a:pt x="10" y="31"/>
                </a:lnTo>
                <a:lnTo>
                  <a:pt x="0" y="31"/>
                </a:lnTo>
                <a:moveTo>
                  <a:pt x="0" y="21"/>
                </a:moveTo>
                <a:lnTo>
                  <a:pt x="0" y="12"/>
                </a:lnTo>
                <a:lnTo>
                  <a:pt x="10" y="12"/>
                </a:lnTo>
                <a:lnTo>
                  <a:pt x="10" y="21"/>
                </a:lnTo>
                <a:lnTo>
                  <a:pt x="0" y="21"/>
                </a:lnTo>
                <a:moveTo>
                  <a:pt x="0" y="12"/>
                </a:moveTo>
                <a:lnTo>
                  <a:pt x="0" y="0"/>
                </a:lnTo>
                <a:lnTo>
                  <a:pt x="16" y="8"/>
                </a:lnTo>
                <a:lnTo>
                  <a:pt x="11" y="17"/>
                </a:lnTo>
                <a:lnTo>
                  <a:pt x="3" y="12"/>
                </a:lnTo>
                <a:lnTo>
                  <a:pt x="5" y="8"/>
                </a:lnTo>
                <a:lnTo>
                  <a:pt x="10" y="8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381800" y="1976400"/>
            <a:ext cx="307440" cy="0"/>
          </a:xfrm>
          <a:custGeom>
            <a:avLst/>
            <a:gdLst/>
            <a:ahLst/>
            <a:rect l="0" t="0" r="r" b="b"/>
            <a:pathLst>
              <a:path fill="none" w="854" h="0">
                <a:moveTo>
                  <a:pt x="0" y="0"/>
                </a:moveTo>
                <a:lnTo>
                  <a:pt x="76" y="0"/>
                </a:lnTo>
                <a:cubicBezTo>
                  <a:pt x="151" y="0"/>
                  <a:pt x="301" y="0"/>
                  <a:pt x="443" y="0"/>
                </a:cubicBezTo>
                <a:cubicBezTo>
                  <a:pt x="586" y="0"/>
                  <a:pt x="720" y="0"/>
                  <a:pt x="787" y="0"/>
                </a:cubicBezTo>
                <a:lnTo>
                  <a:pt x="854" y="0"/>
                </a:lnTo>
              </a:path>
            </a:pathLst>
          </a:custGeom>
          <a:ln w="432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671960" y="1959120"/>
            <a:ext cx="35280" cy="34920"/>
          </a:xfrm>
          <a:custGeom>
            <a:avLst/>
            <a:gdLst/>
            <a:ahLst/>
            <a:rect l="0" t="0" r="r" b="b"/>
            <a:pathLst>
              <a:path w="98" h="97">
                <a:moveTo>
                  <a:pt x="0" y="0"/>
                </a:moveTo>
                <a:lnTo>
                  <a:pt x="98" y="48"/>
                </a:lnTo>
                <a:lnTo>
                  <a:pt x="0" y="9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7670520" y="1956240"/>
            <a:ext cx="40320" cy="40680"/>
          </a:xfrm>
          <a:custGeom>
            <a:avLst/>
            <a:gdLst/>
            <a:ahLst/>
            <a:rect l="0" t="0" r="r" b="b"/>
            <a:pathLst>
              <a:path w="112" h="113">
                <a:moveTo>
                  <a:pt x="15" y="8"/>
                </a:moveTo>
                <a:lnTo>
                  <a:pt x="24" y="12"/>
                </a:lnTo>
                <a:lnTo>
                  <a:pt x="19" y="21"/>
                </a:lnTo>
                <a:lnTo>
                  <a:pt x="11" y="17"/>
                </a:lnTo>
                <a:lnTo>
                  <a:pt x="15" y="8"/>
                </a:lnTo>
                <a:moveTo>
                  <a:pt x="24" y="12"/>
                </a:moveTo>
                <a:lnTo>
                  <a:pt x="32" y="17"/>
                </a:lnTo>
                <a:lnTo>
                  <a:pt x="28" y="25"/>
                </a:lnTo>
                <a:lnTo>
                  <a:pt x="19" y="21"/>
                </a:lnTo>
                <a:lnTo>
                  <a:pt x="24" y="12"/>
                </a:lnTo>
                <a:moveTo>
                  <a:pt x="32" y="17"/>
                </a:moveTo>
                <a:lnTo>
                  <a:pt x="41" y="21"/>
                </a:lnTo>
                <a:lnTo>
                  <a:pt x="37" y="30"/>
                </a:lnTo>
                <a:lnTo>
                  <a:pt x="28" y="25"/>
                </a:lnTo>
                <a:lnTo>
                  <a:pt x="32" y="17"/>
                </a:lnTo>
                <a:moveTo>
                  <a:pt x="41" y="21"/>
                </a:moveTo>
                <a:lnTo>
                  <a:pt x="49" y="25"/>
                </a:lnTo>
                <a:lnTo>
                  <a:pt x="45" y="34"/>
                </a:lnTo>
                <a:lnTo>
                  <a:pt x="37" y="30"/>
                </a:lnTo>
                <a:lnTo>
                  <a:pt x="41" y="21"/>
                </a:lnTo>
                <a:moveTo>
                  <a:pt x="49" y="25"/>
                </a:moveTo>
                <a:lnTo>
                  <a:pt x="58" y="30"/>
                </a:lnTo>
                <a:lnTo>
                  <a:pt x="54" y="38"/>
                </a:lnTo>
                <a:lnTo>
                  <a:pt x="45" y="34"/>
                </a:lnTo>
                <a:lnTo>
                  <a:pt x="49" y="25"/>
                </a:lnTo>
                <a:moveTo>
                  <a:pt x="58" y="30"/>
                </a:moveTo>
                <a:lnTo>
                  <a:pt x="68" y="34"/>
                </a:lnTo>
                <a:lnTo>
                  <a:pt x="63" y="43"/>
                </a:lnTo>
                <a:lnTo>
                  <a:pt x="54" y="38"/>
                </a:lnTo>
                <a:lnTo>
                  <a:pt x="58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7"/>
                </a:lnTo>
                <a:lnTo>
                  <a:pt x="63" y="43"/>
                </a:lnTo>
                <a:lnTo>
                  <a:pt x="68" y="34"/>
                </a:lnTo>
                <a:moveTo>
                  <a:pt x="76" y="38"/>
                </a:moveTo>
                <a:lnTo>
                  <a:pt x="85" y="43"/>
                </a:lnTo>
                <a:lnTo>
                  <a:pt x="81" y="51"/>
                </a:lnTo>
                <a:lnTo>
                  <a:pt x="72" y="47"/>
                </a:lnTo>
                <a:lnTo>
                  <a:pt x="76" y="38"/>
                </a:lnTo>
                <a:moveTo>
                  <a:pt x="85" y="43"/>
                </a:moveTo>
                <a:lnTo>
                  <a:pt x="94" y="47"/>
                </a:lnTo>
                <a:lnTo>
                  <a:pt x="89" y="56"/>
                </a:lnTo>
                <a:lnTo>
                  <a:pt x="81" y="51"/>
                </a:lnTo>
                <a:lnTo>
                  <a:pt x="85" y="43"/>
                </a:lnTo>
                <a:moveTo>
                  <a:pt x="94" y="47"/>
                </a:moveTo>
                <a:lnTo>
                  <a:pt x="102" y="51"/>
                </a:lnTo>
                <a:lnTo>
                  <a:pt x="98" y="60"/>
                </a:lnTo>
                <a:lnTo>
                  <a:pt x="89" y="56"/>
                </a:lnTo>
                <a:lnTo>
                  <a:pt x="94" y="47"/>
                </a:lnTo>
                <a:moveTo>
                  <a:pt x="102" y="51"/>
                </a:moveTo>
                <a:lnTo>
                  <a:pt x="112" y="56"/>
                </a:lnTo>
                <a:lnTo>
                  <a:pt x="97" y="65"/>
                </a:lnTo>
                <a:lnTo>
                  <a:pt x="92" y="56"/>
                </a:lnTo>
                <a:lnTo>
                  <a:pt x="99" y="52"/>
                </a:lnTo>
                <a:lnTo>
                  <a:pt x="102" y="56"/>
                </a:lnTo>
                <a:lnTo>
                  <a:pt x="99" y="62"/>
                </a:lnTo>
                <a:lnTo>
                  <a:pt x="98" y="60"/>
                </a:lnTo>
                <a:lnTo>
                  <a:pt x="102" y="51"/>
                </a:lnTo>
                <a:moveTo>
                  <a:pt x="97" y="65"/>
                </a:moveTo>
                <a:lnTo>
                  <a:pt x="88" y="69"/>
                </a:lnTo>
                <a:lnTo>
                  <a:pt x="84" y="60"/>
                </a:lnTo>
                <a:lnTo>
                  <a:pt x="92" y="56"/>
                </a:lnTo>
                <a:lnTo>
                  <a:pt x="97" y="65"/>
                </a:lnTo>
                <a:moveTo>
                  <a:pt x="88" y="69"/>
                </a:moveTo>
                <a:lnTo>
                  <a:pt x="79" y="74"/>
                </a:lnTo>
                <a:lnTo>
                  <a:pt x="75" y="65"/>
                </a:lnTo>
                <a:lnTo>
                  <a:pt x="84" y="60"/>
                </a:lnTo>
                <a:lnTo>
                  <a:pt x="88" y="69"/>
                </a:lnTo>
                <a:moveTo>
                  <a:pt x="79" y="74"/>
                </a:moveTo>
                <a:lnTo>
                  <a:pt x="71" y="78"/>
                </a:lnTo>
                <a:lnTo>
                  <a:pt x="67" y="69"/>
                </a:lnTo>
                <a:lnTo>
                  <a:pt x="75" y="65"/>
                </a:lnTo>
                <a:lnTo>
                  <a:pt x="79" y="74"/>
                </a:lnTo>
                <a:moveTo>
                  <a:pt x="71" y="78"/>
                </a:moveTo>
                <a:lnTo>
                  <a:pt x="62" y="82"/>
                </a:lnTo>
                <a:lnTo>
                  <a:pt x="57" y="74"/>
                </a:lnTo>
                <a:lnTo>
                  <a:pt x="67" y="69"/>
                </a:lnTo>
                <a:lnTo>
                  <a:pt x="71" y="78"/>
                </a:lnTo>
                <a:moveTo>
                  <a:pt x="62" y="82"/>
                </a:moveTo>
                <a:lnTo>
                  <a:pt x="53" y="87"/>
                </a:lnTo>
                <a:lnTo>
                  <a:pt x="48" y="78"/>
                </a:lnTo>
                <a:lnTo>
                  <a:pt x="57" y="74"/>
                </a:lnTo>
                <a:lnTo>
                  <a:pt x="62" y="82"/>
                </a:lnTo>
                <a:moveTo>
                  <a:pt x="53" y="87"/>
                </a:moveTo>
                <a:lnTo>
                  <a:pt x="44" y="91"/>
                </a:lnTo>
                <a:lnTo>
                  <a:pt x="40" y="82"/>
                </a:lnTo>
                <a:lnTo>
                  <a:pt x="48" y="78"/>
                </a:lnTo>
                <a:lnTo>
                  <a:pt x="53" y="87"/>
                </a:lnTo>
                <a:moveTo>
                  <a:pt x="44" y="91"/>
                </a:moveTo>
                <a:lnTo>
                  <a:pt x="35" y="95"/>
                </a:lnTo>
                <a:lnTo>
                  <a:pt x="31" y="87"/>
                </a:lnTo>
                <a:lnTo>
                  <a:pt x="40" y="82"/>
                </a:lnTo>
                <a:lnTo>
                  <a:pt x="44" y="91"/>
                </a:lnTo>
                <a:moveTo>
                  <a:pt x="35" y="95"/>
                </a:moveTo>
                <a:lnTo>
                  <a:pt x="27" y="100"/>
                </a:lnTo>
                <a:lnTo>
                  <a:pt x="22" y="91"/>
                </a:lnTo>
                <a:lnTo>
                  <a:pt x="31" y="87"/>
                </a:lnTo>
                <a:lnTo>
                  <a:pt x="35" y="95"/>
                </a:lnTo>
                <a:moveTo>
                  <a:pt x="27" y="100"/>
                </a:moveTo>
                <a:lnTo>
                  <a:pt x="18" y="104"/>
                </a:lnTo>
                <a:lnTo>
                  <a:pt x="14" y="95"/>
                </a:lnTo>
                <a:lnTo>
                  <a:pt x="22" y="91"/>
                </a:lnTo>
                <a:lnTo>
                  <a:pt x="27" y="100"/>
                </a:lnTo>
                <a:moveTo>
                  <a:pt x="18" y="104"/>
                </a:moveTo>
                <a:lnTo>
                  <a:pt x="10" y="108"/>
                </a:lnTo>
                <a:lnTo>
                  <a:pt x="5" y="100"/>
                </a:lnTo>
                <a:lnTo>
                  <a:pt x="14" y="95"/>
                </a:lnTo>
                <a:lnTo>
                  <a:pt x="18" y="104"/>
                </a:lnTo>
                <a:moveTo>
                  <a:pt x="10" y="108"/>
                </a:moveTo>
                <a:lnTo>
                  <a:pt x="0" y="113"/>
                </a:lnTo>
                <a:lnTo>
                  <a:pt x="0" y="99"/>
                </a:lnTo>
                <a:lnTo>
                  <a:pt x="9" y="99"/>
                </a:lnTo>
                <a:lnTo>
                  <a:pt x="9" y="105"/>
                </a:lnTo>
                <a:lnTo>
                  <a:pt x="4" y="105"/>
                </a:lnTo>
                <a:lnTo>
                  <a:pt x="2" y="101"/>
                </a:lnTo>
                <a:lnTo>
                  <a:pt x="5" y="100"/>
                </a:lnTo>
                <a:lnTo>
                  <a:pt x="10" y="108"/>
                </a:lnTo>
                <a:moveTo>
                  <a:pt x="0" y="99"/>
                </a:moveTo>
                <a:lnTo>
                  <a:pt x="0" y="90"/>
                </a:lnTo>
                <a:lnTo>
                  <a:pt x="9" y="90"/>
                </a:lnTo>
                <a:lnTo>
                  <a:pt x="9" y="99"/>
                </a:lnTo>
                <a:lnTo>
                  <a:pt x="0" y="99"/>
                </a:lnTo>
                <a:moveTo>
                  <a:pt x="0" y="90"/>
                </a:moveTo>
                <a:lnTo>
                  <a:pt x="0" y="80"/>
                </a:lnTo>
                <a:lnTo>
                  <a:pt x="9" y="80"/>
                </a:lnTo>
                <a:lnTo>
                  <a:pt x="9" y="90"/>
                </a:lnTo>
                <a:lnTo>
                  <a:pt x="0" y="90"/>
                </a:lnTo>
                <a:moveTo>
                  <a:pt x="0" y="80"/>
                </a:moveTo>
                <a:lnTo>
                  <a:pt x="0" y="70"/>
                </a:lnTo>
                <a:lnTo>
                  <a:pt x="9" y="70"/>
                </a:lnTo>
                <a:lnTo>
                  <a:pt x="9" y="80"/>
                </a:lnTo>
                <a:lnTo>
                  <a:pt x="0" y="80"/>
                </a:lnTo>
                <a:moveTo>
                  <a:pt x="0" y="70"/>
                </a:moveTo>
                <a:lnTo>
                  <a:pt x="0" y="60"/>
                </a:lnTo>
                <a:lnTo>
                  <a:pt x="9" y="60"/>
                </a:lnTo>
                <a:lnTo>
                  <a:pt x="9" y="70"/>
                </a:lnTo>
                <a:lnTo>
                  <a:pt x="0" y="70"/>
                </a:lnTo>
                <a:moveTo>
                  <a:pt x="0" y="60"/>
                </a:moveTo>
                <a:lnTo>
                  <a:pt x="0" y="50"/>
                </a:lnTo>
                <a:lnTo>
                  <a:pt x="9" y="50"/>
                </a:lnTo>
                <a:lnTo>
                  <a:pt x="9" y="60"/>
                </a:lnTo>
                <a:lnTo>
                  <a:pt x="0" y="60"/>
                </a:lnTo>
                <a:moveTo>
                  <a:pt x="0" y="50"/>
                </a:moveTo>
                <a:lnTo>
                  <a:pt x="0" y="41"/>
                </a:lnTo>
                <a:lnTo>
                  <a:pt x="9" y="41"/>
                </a:lnTo>
                <a:lnTo>
                  <a:pt x="9" y="50"/>
                </a:lnTo>
                <a:lnTo>
                  <a:pt x="0" y="50"/>
                </a:lnTo>
                <a:moveTo>
                  <a:pt x="0" y="41"/>
                </a:moveTo>
                <a:lnTo>
                  <a:pt x="0" y="31"/>
                </a:lnTo>
                <a:lnTo>
                  <a:pt x="9" y="31"/>
                </a:lnTo>
                <a:lnTo>
                  <a:pt x="9" y="41"/>
                </a:lnTo>
                <a:lnTo>
                  <a:pt x="0" y="41"/>
                </a:lnTo>
                <a:moveTo>
                  <a:pt x="0" y="31"/>
                </a:moveTo>
                <a:lnTo>
                  <a:pt x="0" y="21"/>
                </a:lnTo>
                <a:lnTo>
                  <a:pt x="9" y="21"/>
                </a:lnTo>
                <a:lnTo>
                  <a:pt x="9" y="31"/>
                </a:lnTo>
                <a:lnTo>
                  <a:pt x="0" y="31"/>
                </a:lnTo>
                <a:moveTo>
                  <a:pt x="0" y="21"/>
                </a:moveTo>
                <a:lnTo>
                  <a:pt x="0" y="12"/>
                </a:lnTo>
                <a:lnTo>
                  <a:pt x="9" y="12"/>
                </a:lnTo>
                <a:lnTo>
                  <a:pt x="9" y="21"/>
                </a:lnTo>
                <a:lnTo>
                  <a:pt x="0" y="21"/>
                </a:lnTo>
                <a:moveTo>
                  <a:pt x="0" y="12"/>
                </a:moveTo>
                <a:lnTo>
                  <a:pt x="0" y="0"/>
                </a:lnTo>
                <a:lnTo>
                  <a:pt x="15" y="8"/>
                </a:lnTo>
                <a:lnTo>
                  <a:pt x="11" y="17"/>
                </a:lnTo>
                <a:lnTo>
                  <a:pt x="2" y="12"/>
                </a:lnTo>
                <a:lnTo>
                  <a:pt x="4" y="8"/>
                </a:lnTo>
                <a:lnTo>
                  <a:pt x="9" y="8"/>
                </a:lnTo>
                <a:lnTo>
                  <a:pt x="9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01480" y="1863000"/>
            <a:ext cx="1078560" cy="227520"/>
          </a:xfrm>
          <a:custGeom>
            <a:avLst/>
            <a:gdLst/>
            <a:ahLst/>
            <a:rect l="0" t="0" r="r" b="b"/>
            <a:pathLst>
              <a:path w="2996" h="632">
                <a:moveTo>
                  <a:pt x="0" y="0"/>
                </a:moveTo>
                <a:lnTo>
                  <a:pt x="2996" y="0"/>
                </a:lnTo>
                <a:lnTo>
                  <a:pt x="2996" y="632"/>
                </a:lnTo>
                <a:lnTo>
                  <a:pt x="0" y="6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01480" y="1863000"/>
            <a:ext cx="1078560" cy="227520"/>
          </a:xfrm>
          <a:custGeom>
            <a:avLst/>
            <a:gdLst/>
            <a:ahLst/>
            <a:rect l="0" t="0" r="r" b="b"/>
            <a:pathLst>
              <a:path w="2996" h="632">
                <a:moveTo>
                  <a:pt x="0" y="0"/>
                </a:moveTo>
                <a:lnTo>
                  <a:pt x="2996" y="0"/>
                </a:lnTo>
                <a:lnTo>
                  <a:pt x="2996" y="632"/>
                </a:lnTo>
                <a:lnTo>
                  <a:pt x="0" y="632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368600" y="1671840"/>
            <a:ext cx="6606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1904400" y="1814040"/>
            <a:ext cx="1126440" cy="325080"/>
          </a:xfrm>
          <a:custGeom>
            <a:avLst/>
            <a:gdLst/>
            <a:ahLst/>
            <a:rect l="0" t="0" r="r" b="b"/>
            <a:pathLst>
              <a:path w="3129" h="903">
                <a:moveTo>
                  <a:pt x="0" y="0"/>
                </a:moveTo>
                <a:lnTo>
                  <a:pt x="3129" y="0"/>
                </a:lnTo>
                <a:lnTo>
                  <a:pt x="3129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1904400" y="1814040"/>
            <a:ext cx="1126440" cy="325080"/>
          </a:xfrm>
          <a:custGeom>
            <a:avLst/>
            <a:gdLst/>
            <a:ahLst/>
            <a:rect l="0" t="0" r="r" b="b"/>
            <a:pathLst>
              <a:path w="3129" h="903">
                <a:moveTo>
                  <a:pt x="0" y="0"/>
                </a:moveTo>
                <a:lnTo>
                  <a:pt x="3129" y="0"/>
                </a:lnTo>
                <a:lnTo>
                  <a:pt x="3129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31800" y="1936800"/>
            <a:ext cx="9396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144880" y="1888200"/>
            <a:ext cx="72468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35520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35520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300760" y="1987920"/>
            <a:ext cx="37548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578400" y="1888200"/>
            <a:ext cx="7506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480564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80564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3576240" y="1987920"/>
            <a:ext cx="767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097960" y="1888200"/>
            <a:ext cx="60732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625608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625608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009400" y="1987920"/>
            <a:ext cx="8010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410160" y="1888200"/>
            <a:ext cx="9180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Leeronderdeel speciﬁcaties 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770688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7706880" y="1814040"/>
            <a:ext cx="1126080" cy="325080"/>
          </a:xfrm>
          <a:custGeom>
            <a:avLst/>
            <a:gdLst/>
            <a:ahLst/>
            <a:rect l="0" t="0" r="r" b="b"/>
            <a:pathLst>
              <a:path w="3128" h="903">
                <a:moveTo>
                  <a:pt x="0" y="0"/>
                </a:moveTo>
                <a:lnTo>
                  <a:pt x="3128" y="0"/>
                </a:lnTo>
                <a:lnTo>
                  <a:pt x="3128" y="903"/>
                </a:lnTo>
                <a:lnTo>
                  <a:pt x="0" y="903"/>
                </a:lnTo>
                <a:lnTo>
                  <a:pt x="0" y="0"/>
                </a:lnTo>
                <a:close/>
              </a:path>
            </a:pathLst>
          </a:custGeom>
          <a:noFill/>
          <a:ln w="432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652440" y="1987920"/>
            <a:ext cx="37548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7929720" y="1888200"/>
            <a:ext cx="75060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804600" y="3976560"/>
            <a:ext cx="886320" cy="286200"/>
          </a:xfrm>
          <a:custGeom>
            <a:avLst/>
            <a:gdLst/>
            <a:ahLst/>
            <a:rect l="0" t="0" r="r" b="b"/>
            <a:pathLst>
              <a:path w="2462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6" y="0"/>
                  <a:pt x="2354" y="3"/>
                  <a:pt x="2372" y="9"/>
                </a:cubicBezTo>
                <a:cubicBezTo>
                  <a:pt x="2390" y="15"/>
                  <a:pt x="2406" y="24"/>
                  <a:pt x="2419" y="35"/>
                </a:cubicBezTo>
                <a:cubicBezTo>
                  <a:pt x="2433" y="46"/>
                  <a:pt x="2443" y="59"/>
                  <a:pt x="2451" y="73"/>
                </a:cubicBezTo>
                <a:cubicBezTo>
                  <a:pt x="2458" y="88"/>
                  <a:pt x="2462" y="103"/>
                  <a:pt x="2462" y="119"/>
                </a:cubicBezTo>
                <a:lnTo>
                  <a:pt x="2462" y="649"/>
                </a:lnTo>
                <a:cubicBezTo>
                  <a:pt x="2462" y="659"/>
                  <a:pt x="2461" y="668"/>
                  <a:pt x="2459" y="677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4"/>
                  <a:pt x="2443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9"/>
                  <a:pt x="2405" y="765"/>
                  <a:pt x="2397" y="770"/>
                </a:cubicBezTo>
                <a:cubicBezTo>
                  <a:pt x="2389" y="775"/>
                  <a:pt x="2381" y="780"/>
                  <a:pt x="2372" y="784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4"/>
                  <a:pt x="2326" y="795"/>
                  <a:pt x="231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799920" y="3962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799920" y="3962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799920" y="3962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799920" y="396216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8118360" y="1987920"/>
            <a:ext cx="34524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1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5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757160" y="3976560"/>
            <a:ext cx="1972080" cy="286200"/>
          </a:xfrm>
          <a:custGeom>
            <a:avLst/>
            <a:gdLst/>
            <a:ahLst/>
            <a:rect l="0" t="0" r="r" b="b"/>
            <a:pathLst>
              <a:path w="5478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5332" y="0"/>
                </a:lnTo>
                <a:cubicBezTo>
                  <a:pt x="5352" y="0"/>
                  <a:pt x="5370" y="3"/>
                  <a:pt x="5388" y="9"/>
                </a:cubicBezTo>
                <a:cubicBezTo>
                  <a:pt x="5406" y="15"/>
                  <a:pt x="5422" y="24"/>
                  <a:pt x="5435" y="35"/>
                </a:cubicBezTo>
                <a:cubicBezTo>
                  <a:pt x="5449" y="46"/>
                  <a:pt x="5459" y="59"/>
                  <a:pt x="5467" y="73"/>
                </a:cubicBezTo>
                <a:cubicBezTo>
                  <a:pt x="5474" y="88"/>
                  <a:pt x="5478" y="103"/>
                  <a:pt x="5478" y="119"/>
                </a:cubicBezTo>
                <a:lnTo>
                  <a:pt x="5478" y="649"/>
                </a:lnTo>
                <a:cubicBezTo>
                  <a:pt x="5478" y="659"/>
                  <a:pt x="5477" y="668"/>
                  <a:pt x="5475" y="677"/>
                </a:cubicBezTo>
                <a:cubicBezTo>
                  <a:pt x="5473" y="687"/>
                  <a:pt x="5471" y="696"/>
                  <a:pt x="5467" y="705"/>
                </a:cubicBezTo>
                <a:cubicBezTo>
                  <a:pt x="5463" y="714"/>
                  <a:pt x="5459" y="722"/>
                  <a:pt x="5453" y="730"/>
                </a:cubicBezTo>
                <a:cubicBezTo>
                  <a:pt x="5448" y="738"/>
                  <a:pt x="5442" y="745"/>
                  <a:pt x="5435" y="752"/>
                </a:cubicBezTo>
                <a:cubicBezTo>
                  <a:pt x="5429" y="759"/>
                  <a:pt x="5421" y="765"/>
                  <a:pt x="5413" y="770"/>
                </a:cubicBezTo>
                <a:cubicBezTo>
                  <a:pt x="5405" y="775"/>
                  <a:pt x="5397" y="780"/>
                  <a:pt x="5388" y="784"/>
                </a:cubicBezTo>
                <a:cubicBezTo>
                  <a:pt x="5379" y="787"/>
                  <a:pt x="5370" y="790"/>
                  <a:pt x="5361" y="792"/>
                </a:cubicBezTo>
                <a:cubicBezTo>
                  <a:pt x="5351" y="794"/>
                  <a:pt x="5342" y="795"/>
                  <a:pt x="5332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752480" y="3962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752480" y="3962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752480" y="3962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752480" y="3962160"/>
            <a:ext cx="1981440" cy="305280"/>
          </a:xfrm>
          <a:custGeom>
            <a:avLst/>
            <a:gdLst/>
            <a:ahLst/>
            <a:rect l="0" t="0" r="r" b="b"/>
            <a:pathLst>
              <a:path w="5504" h="848">
                <a:moveTo>
                  <a:pt x="0" y="0"/>
                </a:moveTo>
                <a:lnTo>
                  <a:pt x="5504" y="0"/>
                </a:lnTo>
                <a:lnTo>
                  <a:pt x="550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898560" y="405504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5480" y="3976560"/>
            <a:ext cx="1343520" cy="286200"/>
          </a:xfrm>
          <a:custGeom>
            <a:avLst/>
            <a:gdLst/>
            <a:ahLst/>
            <a:rect l="0" t="0" r="r" b="b"/>
            <a:pathLst>
              <a:path w="3732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586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4"/>
                  <a:pt x="3689" y="35"/>
                </a:cubicBezTo>
                <a:cubicBezTo>
                  <a:pt x="3703" y="46"/>
                  <a:pt x="3713" y="59"/>
                  <a:pt x="3721" y="73"/>
                </a:cubicBezTo>
                <a:cubicBezTo>
                  <a:pt x="3728" y="88"/>
                  <a:pt x="3732" y="103"/>
                  <a:pt x="3732" y="119"/>
                </a:cubicBezTo>
                <a:lnTo>
                  <a:pt x="3732" y="649"/>
                </a:lnTo>
                <a:cubicBezTo>
                  <a:pt x="3732" y="659"/>
                  <a:pt x="3731" y="668"/>
                  <a:pt x="3729" y="677"/>
                </a:cubicBezTo>
                <a:cubicBezTo>
                  <a:pt x="3727" y="687"/>
                  <a:pt x="3724" y="696"/>
                  <a:pt x="3721" y="705"/>
                </a:cubicBezTo>
                <a:cubicBezTo>
                  <a:pt x="3717" y="714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2" y="759"/>
                  <a:pt x="3675" y="765"/>
                  <a:pt x="3667" y="770"/>
                </a:cubicBezTo>
                <a:cubicBezTo>
                  <a:pt x="3659" y="775"/>
                  <a:pt x="3651" y="780"/>
                  <a:pt x="3642" y="784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4"/>
                  <a:pt x="3596" y="795"/>
                  <a:pt x="3586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0800" y="3962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790800" y="3962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790800" y="3962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0800" y="396216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856520" y="4055040"/>
            <a:ext cx="210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Publiceren en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5205240" y="3976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8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3" y="15"/>
                  <a:pt x="4469" y="24"/>
                  <a:pt x="4483" y="35"/>
                </a:cubicBezTo>
                <a:cubicBezTo>
                  <a:pt x="4496" y="46"/>
                  <a:pt x="4507" y="59"/>
                  <a:pt x="4514" y="73"/>
                </a:cubicBezTo>
                <a:cubicBezTo>
                  <a:pt x="4522" y="88"/>
                  <a:pt x="4525" y="103"/>
                  <a:pt x="4525" y="119"/>
                </a:cubicBezTo>
                <a:lnTo>
                  <a:pt x="4525" y="649"/>
                </a:lnTo>
                <a:cubicBezTo>
                  <a:pt x="4525" y="659"/>
                  <a:pt x="4524" y="668"/>
                  <a:pt x="4523" y="677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4"/>
                  <a:pt x="4506" y="722"/>
                  <a:pt x="4501" y="730"/>
                </a:cubicBezTo>
                <a:cubicBezTo>
                  <a:pt x="4496" y="738"/>
                  <a:pt x="4489" y="745"/>
                  <a:pt x="4483" y="752"/>
                </a:cubicBezTo>
                <a:cubicBezTo>
                  <a:pt x="4476" y="759"/>
                  <a:pt x="4469" y="765"/>
                  <a:pt x="4461" y="770"/>
                </a:cubicBezTo>
                <a:cubicBezTo>
                  <a:pt x="4453" y="775"/>
                  <a:pt x="4444" y="780"/>
                  <a:pt x="4436" y="784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4"/>
                  <a:pt x="4389" y="795"/>
                  <a:pt x="4380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49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20056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520056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20056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20056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890880" y="405504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6900840" y="3976560"/>
            <a:ext cx="1629000" cy="286200"/>
          </a:xfrm>
          <a:custGeom>
            <a:avLst/>
            <a:gdLst/>
            <a:ahLst/>
            <a:rect l="0" t="0" r="r" b="b"/>
            <a:pathLst>
              <a:path w="4525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3" y="88"/>
                  <a:pt x="11" y="73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379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4"/>
                  <a:pt x="4482" y="35"/>
                </a:cubicBezTo>
                <a:cubicBezTo>
                  <a:pt x="4496" y="46"/>
                  <a:pt x="4506" y="59"/>
                  <a:pt x="4514" y="73"/>
                </a:cubicBezTo>
                <a:cubicBezTo>
                  <a:pt x="4521" y="88"/>
                  <a:pt x="4525" y="103"/>
                  <a:pt x="4525" y="119"/>
                </a:cubicBezTo>
                <a:lnTo>
                  <a:pt x="4525" y="649"/>
                </a:lnTo>
                <a:cubicBezTo>
                  <a:pt x="4525" y="659"/>
                  <a:pt x="4524" y="668"/>
                  <a:pt x="4522" y="677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4"/>
                  <a:pt x="4506" y="722"/>
                  <a:pt x="4500" y="730"/>
                </a:cubicBezTo>
                <a:cubicBezTo>
                  <a:pt x="4495" y="738"/>
                  <a:pt x="4489" y="745"/>
                  <a:pt x="4482" y="752"/>
                </a:cubicBezTo>
                <a:cubicBezTo>
                  <a:pt x="4476" y="759"/>
                  <a:pt x="4468" y="765"/>
                  <a:pt x="4460" y="770"/>
                </a:cubicBezTo>
                <a:cubicBezTo>
                  <a:pt x="4452" y="775"/>
                  <a:pt x="4444" y="780"/>
                  <a:pt x="4435" y="784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8" y="794"/>
                  <a:pt x="4389" y="795"/>
                  <a:pt x="4379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5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5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7"/>
                </a:cubicBezTo>
                <a:cubicBezTo>
                  <a:pt x="0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689580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689580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689580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6895800" y="396216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5306040" y="405504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2528640" y="433836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19"/>
                </a:lnTo>
                <a:cubicBezTo>
                  <a:pt x="0" y="104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9"/>
                </a:cubicBezTo>
                <a:cubicBezTo>
                  <a:pt x="3845" y="15"/>
                  <a:pt x="3861" y="24"/>
                  <a:pt x="3874" y="35"/>
                </a:cubicBezTo>
                <a:cubicBezTo>
                  <a:pt x="3888" y="46"/>
                  <a:pt x="3899" y="59"/>
                  <a:pt x="3906" y="74"/>
                </a:cubicBezTo>
                <a:cubicBezTo>
                  <a:pt x="3913" y="88"/>
                  <a:pt x="3917" y="104"/>
                  <a:pt x="3917" y="119"/>
                </a:cubicBezTo>
                <a:lnTo>
                  <a:pt x="3917" y="649"/>
                </a:lnTo>
                <a:cubicBezTo>
                  <a:pt x="3917" y="659"/>
                  <a:pt x="3916" y="669"/>
                  <a:pt x="3914" y="678"/>
                </a:cubicBezTo>
                <a:cubicBezTo>
                  <a:pt x="3912" y="687"/>
                  <a:pt x="3910" y="696"/>
                  <a:pt x="3906" y="705"/>
                </a:cubicBezTo>
                <a:cubicBezTo>
                  <a:pt x="3902" y="714"/>
                  <a:pt x="3898" y="722"/>
                  <a:pt x="3892" y="730"/>
                </a:cubicBezTo>
                <a:cubicBezTo>
                  <a:pt x="3887" y="738"/>
                  <a:pt x="3881" y="746"/>
                  <a:pt x="3874" y="752"/>
                </a:cubicBezTo>
                <a:cubicBezTo>
                  <a:pt x="3868" y="759"/>
                  <a:pt x="3860" y="765"/>
                  <a:pt x="3852" y="770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8"/>
                  <a:pt x="3809" y="790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8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6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9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2523960" y="4324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2523960" y="4324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2523960" y="4324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2523960" y="4324320"/>
            <a:ext cx="1419480" cy="304920"/>
          </a:xfrm>
          <a:custGeom>
            <a:avLst/>
            <a:gdLst/>
            <a:ahLst/>
            <a:rect l="0" t="0" r="r" b="b"/>
            <a:pathLst>
              <a:path w="3943" h="847">
                <a:moveTo>
                  <a:pt x="0" y="0"/>
                </a:moveTo>
                <a:lnTo>
                  <a:pt x="3943" y="0"/>
                </a:lnTo>
                <a:lnTo>
                  <a:pt x="3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2639160" y="441072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89"/>
                </a:moveTo>
                <a:lnTo>
                  <a:pt x="364" y="236"/>
                </a:lnTo>
                <a:lnTo>
                  <a:pt x="339" y="249"/>
                </a:lnTo>
                <a:lnTo>
                  <a:pt x="368" y="303"/>
                </a:lnTo>
                <a:cubicBezTo>
                  <a:pt x="373" y="312"/>
                  <a:pt x="373" y="321"/>
                  <a:pt x="368" y="329"/>
                </a:cubicBezTo>
                <a:cubicBezTo>
                  <a:pt x="363" y="338"/>
                  <a:pt x="355" y="342"/>
                  <a:pt x="345" y="342"/>
                </a:cubicBezTo>
                <a:lnTo>
                  <a:pt x="241" y="342"/>
                </a:lnTo>
                <a:lnTo>
                  <a:pt x="278" y="305"/>
                </a:lnTo>
                <a:lnTo>
                  <a:pt x="258" y="285"/>
                </a:lnTo>
                <a:lnTo>
                  <a:pt x="186" y="357"/>
                </a:lnTo>
                <a:lnTo>
                  <a:pt x="258" y="429"/>
                </a:lnTo>
                <a:lnTo>
                  <a:pt x="278" y="409"/>
                </a:lnTo>
                <a:lnTo>
                  <a:pt x="241" y="371"/>
                </a:lnTo>
                <a:lnTo>
                  <a:pt x="345" y="371"/>
                </a:lnTo>
                <a:cubicBezTo>
                  <a:pt x="355" y="371"/>
                  <a:pt x="364" y="369"/>
                  <a:pt x="372" y="364"/>
                </a:cubicBezTo>
                <a:cubicBezTo>
                  <a:pt x="381" y="359"/>
                  <a:pt x="388" y="352"/>
                  <a:pt x="393" y="344"/>
                </a:cubicBezTo>
                <a:cubicBezTo>
                  <a:pt x="398" y="335"/>
                  <a:pt x="400" y="326"/>
                  <a:pt x="400" y="316"/>
                </a:cubicBezTo>
                <a:cubicBezTo>
                  <a:pt x="400" y="307"/>
                  <a:pt x="398" y="297"/>
                  <a:pt x="393" y="289"/>
                </a:cubicBezTo>
                <a:moveTo>
                  <a:pt x="56" y="342"/>
                </a:moveTo>
                <a:cubicBezTo>
                  <a:pt x="45" y="342"/>
                  <a:pt x="37" y="338"/>
                  <a:pt x="32" y="329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7"/>
                </a:lnTo>
                <a:lnTo>
                  <a:pt x="106" y="247"/>
                </a:lnTo>
                <a:lnTo>
                  <a:pt x="133" y="239"/>
                </a:lnTo>
                <a:lnTo>
                  <a:pt x="105" y="143"/>
                </a:lnTo>
                <a:lnTo>
                  <a:pt x="7" y="171"/>
                </a:lnTo>
                <a:lnTo>
                  <a:pt x="15" y="199"/>
                </a:lnTo>
                <a:lnTo>
                  <a:pt x="66" y="184"/>
                </a:lnTo>
                <a:lnTo>
                  <a:pt x="7" y="289"/>
                </a:lnTo>
                <a:cubicBezTo>
                  <a:pt x="2" y="297"/>
                  <a:pt x="-1" y="307"/>
                  <a:pt x="0" y="316"/>
                </a:cubicBezTo>
                <a:cubicBezTo>
                  <a:pt x="0" y="326"/>
                  <a:pt x="2" y="335"/>
                  <a:pt x="7" y="344"/>
                </a:cubicBezTo>
                <a:cubicBezTo>
                  <a:pt x="12" y="352"/>
                  <a:pt x="19" y="359"/>
                  <a:pt x="27" y="364"/>
                </a:cubicBezTo>
                <a:cubicBezTo>
                  <a:pt x="36" y="369"/>
                  <a:pt x="45" y="371"/>
                  <a:pt x="56" y="371"/>
                </a:cubicBezTo>
                <a:lnTo>
                  <a:pt x="143" y="371"/>
                </a:lnTo>
                <a:lnTo>
                  <a:pt x="143" y="342"/>
                </a:lnTo>
                <a:lnTo>
                  <a:pt x="56" y="342"/>
                </a:lnTo>
                <a:moveTo>
                  <a:pt x="336" y="109"/>
                </a:moveTo>
                <a:lnTo>
                  <a:pt x="321" y="159"/>
                </a:lnTo>
                <a:lnTo>
                  <a:pt x="248" y="28"/>
                </a:lnTo>
                <a:cubicBezTo>
                  <a:pt x="238" y="10"/>
                  <a:pt x="221" y="0"/>
                  <a:pt x="200" y="0"/>
                </a:cubicBezTo>
                <a:cubicBezTo>
                  <a:pt x="180" y="0"/>
                  <a:pt x="162" y="10"/>
                  <a:pt x="153" y="28"/>
                </a:cubicBezTo>
                <a:lnTo>
                  <a:pt x="109" y="107"/>
                </a:lnTo>
                <a:lnTo>
                  <a:pt x="134" y="121"/>
                </a:lnTo>
                <a:lnTo>
                  <a:pt x="178" y="42"/>
                </a:lnTo>
                <a:cubicBezTo>
                  <a:pt x="182" y="33"/>
                  <a:pt x="191" y="28"/>
                  <a:pt x="200" y="28"/>
                </a:cubicBezTo>
                <a:cubicBezTo>
                  <a:pt x="210" y="28"/>
                  <a:pt x="219" y="33"/>
                  <a:pt x="223" y="42"/>
                </a:cubicBezTo>
                <a:lnTo>
                  <a:pt x="296" y="173"/>
                </a:lnTo>
                <a:lnTo>
                  <a:pt x="246" y="158"/>
                </a:lnTo>
                <a:lnTo>
                  <a:pt x="238" y="185"/>
                </a:lnTo>
                <a:lnTo>
                  <a:pt x="335" y="214"/>
                </a:lnTo>
                <a:lnTo>
                  <a:pt x="363" y="117"/>
                </a:lnTo>
                <a:lnTo>
                  <a:pt x="336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6997680" y="405504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05000" y="433836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19"/>
                </a:lnTo>
                <a:cubicBezTo>
                  <a:pt x="0" y="104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9"/>
                </a:cubicBezTo>
                <a:cubicBezTo>
                  <a:pt x="2628" y="15"/>
                  <a:pt x="2644" y="24"/>
                  <a:pt x="2657" y="35"/>
                </a:cubicBezTo>
                <a:cubicBezTo>
                  <a:pt x="2671" y="46"/>
                  <a:pt x="2682" y="59"/>
                  <a:pt x="2689" y="74"/>
                </a:cubicBezTo>
                <a:cubicBezTo>
                  <a:pt x="2696" y="88"/>
                  <a:pt x="2700" y="104"/>
                  <a:pt x="2700" y="119"/>
                </a:cubicBezTo>
                <a:lnTo>
                  <a:pt x="2700" y="649"/>
                </a:lnTo>
                <a:cubicBezTo>
                  <a:pt x="2700" y="659"/>
                  <a:pt x="2699" y="669"/>
                  <a:pt x="2697" y="678"/>
                </a:cubicBezTo>
                <a:cubicBezTo>
                  <a:pt x="2695" y="687"/>
                  <a:pt x="2693" y="696"/>
                  <a:pt x="2689" y="705"/>
                </a:cubicBezTo>
                <a:cubicBezTo>
                  <a:pt x="2685" y="714"/>
                  <a:pt x="2681" y="722"/>
                  <a:pt x="2675" y="730"/>
                </a:cubicBezTo>
                <a:cubicBezTo>
                  <a:pt x="2670" y="738"/>
                  <a:pt x="2664" y="746"/>
                  <a:pt x="2657" y="752"/>
                </a:cubicBezTo>
                <a:cubicBezTo>
                  <a:pt x="2651" y="759"/>
                  <a:pt x="2643" y="765"/>
                  <a:pt x="2635" y="770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8"/>
                  <a:pt x="2592" y="790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8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6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9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00320" y="4324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000320" y="4324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000320" y="4324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00320" y="4324320"/>
            <a:ext cx="981360" cy="304920"/>
          </a:xfrm>
          <a:custGeom>
            <a:avLst/>
            <a:gdLst/>
            <a:ahLst/>
            <a:rect l="0" t="0" r="r" b="b"/>
            <a:pathLst>
              <a:path w="2726" h="847">
                <a:moveTo>
                  <a:pt x="0" y="0"/>
                </a:moveTo>
                <a:lnTo>
                  <a:pt x="2726" y="0"/>
                </a:lnTo>
                <a:lnTo>
                  <a:pt x="272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115520" y="441072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89"/>
                </a:moveTo>
                <a:lnTo>
                  <a:pt x="364" y="236"/>
                </a:lnTo>
                <a:lnTo>
                  <a:pt x="338" y="249"/>
                </a:lnTo>
                <a:lnTo>
                  <a:pt x="368" y="303"/>
                </a:lnTo>
                <a:cubicBezTo>
                  <a:pt x="373" y="312"/>
                  <a:pt x="373" y="321"/>
                  <a:pt x="368" y="329"/>
                </a:cubicBezTo>
                <a:cubicBezTo>
                  <a:pt x="363" y="338"/>
                  <a:pt x="355" y="342"/>
                  <a:pt x="345" y="342"/>
                </a:cubicBezTo>
                <a:lnTo>
                  <a:pt x="240" y="342"/>
                </a:lnTo>
                <a:lnTo>
                  <a:pt x="277" y="305"/>
                </a:lnTo>
                <a:lnTo>
                  <a:pt x="257" y="285"/>
                </a:lnTo>
                <a:lnTo>
                  <a:pt x="185" y="357"/>
                </a:lnTo>
                <a:lnTo>
                  <a:pt x="257" y="429"/>
                </a:lnTo>
                <a:lnTo>
                  <a:pt x="277" y="409"/>
                </a:lnTo>
                <a:lnTo>
                  <a:pt x="240" y="371"/>
                </a:lnTo>
                <a:lnTo>
                  <a:pt x="345" y="371"/>
                </a:lnTo>
                <a:cubicBezTo>
                  <a:pt x="355" y="371"/>
                  <a:pt x="364" y="369"/>
                  <a:pt x="372" y="364"/>
                </a:cubicBezTo>
                <a:cubicBezTo>
                  <a:pt x="381" y="359"/>
                  <a:pt x="388" y="352"/>
                  <a:pt x="393" y="344"/>
                </a:cubicBezTo>
                <a:cubicBezTo>
                  <a:pt x="398" y="335"/>
                  <a:pt x="400" y="326"/>
                  <a:pt x="400" y="316"/>
                </a:cubicBezTo>
                <a:cubicBezTo>
                  <a:pt x="400" y="307"/>
                  <a:pt x="398" y="297"/>
                  <a:pt x="393" y="289"/>
                </a:cubicBezTo>
                <a:moveTo>
                  <a:pt x="55" y="342"/>
                </a:moveTo>
                <a:cubicBezTo>
                  <a:pt x="45" y="342"/>
                  <a:pt x="37" y="338"/>
                  <a:pt x="32" y="329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7"/>
                </a:lnTo>
                <a:lnTo>
                  <a:pt x="105" y="247"/>
                </a:lnTo>
                <a:lnTo>
                  <a:pt x="133" y="239"/>
                </a:lnTo>
                <a:lnTo>
                  <a:pt x="104" y="143"/>
                </a:lnTo>
                <a:lnTo>
                  <a:pt x="7" y="171"/>
                </a:lnTo>
                <a:lnTo>
                  <a:pt x="15" y="199"/>
                </a:lnTo>
                <a:lnTo>
                  <a:pt x="65" y="184"/>
                </a:lnTo>
                <a:lnTo>
                  <a:pt x="7" y="289"/>
                </a:lnTo>
                <a:cubicBezTo>
                  <a:pt x="2" y="297"/>
                  <a:pt x="-1" y="307"/>
                  <a:pt x="0" y="316"/>
                </a:cubicBezTo>
                <a:cubicBezTo>
                  <a:pt x="0" y="326"/>
                  <a:pt x="2" y="335"/>
                  <a:pt x="7" y="344"/>
                </a:cubicBezTo>
                <a:cubicBezTo>
                  <a:pt x="12" y="352"/>
                  <a:pt x="19" y="359"/>
                  <a:pt x="27" y="364"/>
                </a:cubicBezTo>
                <a:cubicBezTo>
                  <a:pt x="36" y="369"/>
                  <a:pt x="45" y="371"/>
                  <a:pt x="55" y="371"/>
                </a:cubicBezTo>
                <a:lnTo>
                  <a:pt x="142" y="371"/>
                </a:lnTo>
                <a:lnTo>
                  <a:pt x="142" y="342"/>
                </a:lnTo>
                <a:lnTo>
                  <a:pt x="55" y="342"/>
                </a:lnTo>
                <a:moveTo>
                  <a:pt x="335" y="109"/>
                </a:moveTo>
                <a:lnTo>
                  <a:pt x="320" y="159"/>
                </a:lnTo>
                <a:lnTo>
                  <a:pt x="247" y="28"/>
                </a:lnTo>
                <a:cubicBezTo>
                  <a:pt x="237" y="10"/>
                  <a:pt x="220" y="0"/>
                  <a:pt x="199" y="0"/>
                </a:cubicBezTo>
                <a:cubicBezTo>
                  <a:pt x="179" y="0"/>
                  <a:pt x="161" y="10"/>
                  <a:pt x="152" y="28"/>
                </a:cubicBezTo>
                <a:lnTo>
                  <a:pt x="108" y="107"/>
                </a:lnTo>
                <a:lnTo>
                  <a:pt x="133" y="121"/>
                </a:lnTo>
                <a:lnTo>
                  <a:pt x="177" y="42"/>
                </a:lnTo>
                <a:cubicBezTo>
                  <a:pt x="181" y="33"/>
                  <a:pt x="190" y="28"/>
                  <a:pt x="199" y="28"/>
                </a:cubicBezTo>
                <a:cubicBezTo>
                  <a:pt x="209" y="28"/>
                  <a:pt x="218" y="33"/>
                  <a:pt x="222" y="42"/>
                </a:cubicBezTo>
                <a:lnTo>
                  <a:pt x="295" y="173"/>
                </a:lnTo>
                <a:lnTo>
                  <a:pt x="245" y="158"/>
                </a:lnTo>
                <a:lnTo>
                  <a:pt x="237" y="185"/>
                </a:lnTo>
                <a:lnTo>
                  <a:pt x="334" y="214"/>
                </a:lnTo>
                <a:lnTo>
                  <a:pt x="364" y="117"/>
                </a:lnTo>
                <a:lnTo>
                  <a:pt x="335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2828160" y="441684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5052960" y="433836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19"/>
                </a:lnTo>
                <a:cubicBezTo>
                  <a:pt x="0" y="104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9"/>
                </a:cubicBezTo>
                <a:cubicBezTo>
                  <a:pt x="4797" y="15"/>
                  <a:pt x="4813" y="24"/>
                  <a:pt x="4826" y="35"/>
                </a:cubicBezTo>
                <a:cubicBezTo>
                  <a:pt x="4840" y="46"/>
                  <a:pt x="4851" y="59"/>
                  <a:pt x="4858" y="74"/>
                </a:cubicBezTo>
                <a:cubicBezTo>
                  <a:pt x="4865" y="88"/>
                  <a:pt x="4869" y="104"/>
                  <a:pt x="4869" y="119"/>
                </a:cubicBezTo>
                <a:lnTo>
                  <a:pt x="4869" y="649"/>
                </a:lnTo>
                <a:cubicBezTo>
                  <a:pt x="4869" y="659"/>
                  <a:pt x="4868" y="669"/>
                  <a:pt x="4866" y="678"/>
                </a:cubicBezTo>
                <a:cubicBezTo>
                  <a:pt x="4864" y="687"/>
                  <a:pt x="4862" y="696"/>
                  <a:pt x="4858" y="705"/>
                </a:cubicBezTo>
                <a:cubicBezTo>
                  <a:pt x="4854" y="714"/>
                  <a:pt x="4850" y="722"/>
                  <a:pt x="4844" y="730"/>
                </a:cubicBezTo>
                <a:cubicBezTo>
                  <a:pt x="4839" y="738"/>
                  <a:pt x="4833" y="746"/>
                  <a:pt x="4826" y="752"/>
                </a:cubicBezTo>
                <a:cubicBezTo>
                  <a:pt x="4820" y="759"/>
                  <a:pt x="4812" y="765"/>
                  <a:pt x="4804" y="770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8"/>
                  <a:pt x="4761" y="790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8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6" y="746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1" y="669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5047920" y="4324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5047920" y="4324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5047920" y="4324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5047920" y="4324320"/>
            <a:ext cx="1762560" cy="304920"/>
          </a:xfrm>
          <a:custGeom>
            <a:avLst/>
            <a:gdLst/>
            <a:ahLst/>
            <a:rect l="0" t="0" r="r" b="b"/>
            <a:pathLst>
              <a:path w="4896" h="847">
                <a:moveTo>
                  <a:pt x="0" y="0"/>
                </a:moveTo>
                <a:lnTo>
                  <a:pt x="4896" y="0"/>
                </a:lnTo>
                <a:lnTo>
                  <a:pt x="4896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4303080" y="44168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146920" y="441684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233440" y="474696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833640" y="499500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302" name="" descr=""/>
          <p:cNvPicPr/>
          <p:nvPr/>
        </p:nvPicPr>
        <p:blipFill>
          <a:blip r:embed="rId2"/>
          <a:stretch/>
        </p:blipFill>
        <p:spPr>
          <a:xfrm>
            <a:off x="171360" y="542880"/>
            <a:ext cx="6076440" cy="4524120"/>
          </a:xfrm>
          <a:prstGeom prst="rect">
            <a:avLst/>
          </a:prstGeom>
          <a:ln w="0">
            <a:noFill/>
          </a:ln>
        </p:spPr>
      </p:pic>
      <p:sp>
        <p:nvSpPr>
          <p:cNvPr id="303" name=""/>
          <p:cNvSpPr/>
          <p:nvPr/>
        </p:nvSpPr>
        <p:spPr>
          <a:xfrm>
            <a:off x="6372000" y="1676160"/>
            <a:ext cx="2791080" cy="543240"/>
          </a:xfrm>
          <a:custGeom>
            <a:avLst/>
            <a:gdLst/>
            <a:ahLst/>
            <a:rect l="0" t="0" r="r" b="b"/>
            <a:pathLst>
              <a:path w="7753" h="1509">
                <a:moveTo>
                  <a:pt x="0" y="0"/>
                </a:moveTo>
                <a:lnTo>
                  <a:pt x="7753" y="0"/>
                </a:lnTo>
                <a:lnTo>
                  <a:pt x="775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372000" y="1676160"/>
            <a:ext cx="2791080" cy="38520"/>
          </a:xfrm>
          <a:custGeom>
            <a:avLst/>
            <a:gdLst/>
            <a:ahLst/>
            <a:rect l="0" t="0" r="r" b="b"/>
            <a:pathLst>
              <a:path w="7753" h="107">
                <a:moveTo>
                  <a:pt x="0" y="0"/>
                </a:moveTo>
                <a:lnTo>
                  <a:pt x="7753" y="0"/>
                </a:lnTo>
                <a:lnTo>
                  <a:pt x="775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6372000" y="2209680"/>
            <a:ext cx="2791080" cy="9720"/>
          </a:xfrm>
          <a:custGeom>
            <a:avLst/>
            <a:gdLst/>
            <a:ahLst/>
            <a:rect l="0" t="0" r="r" b="b"/>
            <a:pathLst>
              <a:path w="7753" h="27">
                <a:moveTo>
                  <a:pt x="0" y="0"/>
                </a:moveTo>
                <a:lnTo>
                  <a:pt x="7753" y="0"/>
                </a:lnTo>
                <a:lnTo>
                  <a:pt x="7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9153360" y="1676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106"/>
                </a:moveTo>
                <a:lnTo>
                  <a:pt x="0" y="1509"/>
                </a:lnTo>
                <a:lnTo>
                  <a:pt x="27" y="150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6372000" y="1676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0" y="1509"/>
                </a:lnTo>
                <a:lnTo>
                  <a:pt x="28" y="150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6372000" y="2276280"/>
            <a:ext cx="2791080" cy="543240"/>
          </a:xfrm>
          <a:custGeom>
            <a:avLst/>
            <a:gdLst/>
            <a:ahLst/>
            <a:rect l="0" t="0" r="r" b="b"/>
            <a:pathLst>
              <a:path w="7753" h="1509">
                <a:moveTo>
                  <a:pt x="0" y="0"/>
                </a:moveTo>
                <a:lnTo>
                  <a:pt x="7753" y="0"/>
                </a:lnTo>
                <a:lnTo>
                  <a:pt x="775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6372000" y="2276280"/>
            <a:ext cx="2791080" cy="38520"/>
          </a:xfrm>
          <a:custGeom>
            <a:avLst/>
            <a:gdLst/>
            <a:ahLst/>
            <a:rect l="0" t="0" r="r" b="b"/>
            <a:pathLst>
              <a:path w="7753" h="107">
                <a:moveTo>
                  <a:pt x="0" y="0"/>
                </a:moveTo>
                <a:lnTo>
                  <a:pt x="7753" y="0"/>
                </a:lnTo>
                <a:lnTo>
                  <a:pt x="775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6372000" y="2809800"/>
            <a:ext cx="2791080" cy="9720"/>
          </a:xfrm>
          <a:custGeom>
            <a:avLst/>
            <a:gdLst/>
            <a:ahLst/>
            <a:rect l="0" t="0" r="r" b="b"/>
            <a:pathLst>
              <a:path w="7753" h="27">
                <a:moveTo>
                  <a:pt x="0" y="0"/>
                </a:moveTo>
                <a:lnTo>
                  <a:pt x="7753" y="0"/>
                </a:lnTo>
                <a:lnTo>
                  <a:pt x="7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9153360" y="2276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106"/>
                </a:moveTo>
                <a:lnTo>
                  <a:pt x="0" y="1509"/>
                </a:lnTo>
                <a:lnTo>
                  <a:pt x="27" y="150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6372000" y="2276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0" y="1509"/>
                </a:lnTo>
                <a:lnTo>
                  <a:pt x="28" y="150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372000" y="2876400"/>
            <a:ext cx="2791080" cy="447840"/>
          </a:xfrm>
          <a:custGeom>
            <a:avLst/>
            <a:gdLst/>
            <a:ahLst/>
            <a:rect l="0" t="0" r="r" b="b"/>
            <a:pathLst>
              <a:path w="7753" h="1244">
                <a:moveTo>
                  <a:pt x="0" y="0"/>
                </a:moveTo>
                <a:lnTo>
                  <a:pt x="7753" y="0"/>
                </a:lnTo>
                <a:lnTo>
                  <a:pt x="7753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6372000" y="2876400"/>
            <a:ext cx="2791080" cy="38520"/>
          </a:xfrm>
          <a:custGeom>
            <a:avLst/>
            <a:gdLst/>
            <a:ahLst/>
            <a:rect l="0" t="0" r="r" b="b"/>
            <a:pathLst>
              <a:path w="7753" h="107">
                <a:moveTo>
                  <a:pt x="0" y="0"/>
                </a:moveTo>
                <a:lnTo>
                  <a:pt x="7753" y="0"/>
                </a:lnTo>
                <a:lnTo>
                  <a:pt x="775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6372000" y="3314520"/>
            <a:ext cx="2791080" cy="9720"/>
          </a:xfrm>
          <a:custGeom>
            <a:avLst/>
            <a:gdLst/>
            <a:ahLst/>
            <a:rect l="0" t="0" r="r" b="b"/>
            <a:pathLst>
              <a:path w="7753" h="27">
                <a:moveTo>
                  <a:pt x="0" y="0"/>
                </a:moveTo>
                <a:lnTo>
                  <a:pt x="7753" y="0"/>
                </a:lnTo>
                <a:lnTo>
                  <a:pt x="7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9153360" y="287640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107"/>
                </a:moveTo>
                <a:lnTo>
                  <a:pt x="0" y="1244"/>
                </a:lnTo>
                <a:lnTo>
                  <a:pt x="27" y="1244"/>
                </a:lnTo>
                <a:lnTo>
                  <a:pt x="27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6372000" y="287640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0" y="1244"/>
                </a:lnTo>
                <a:lnTo>
                  <a:pt x="28" y="1244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6372000" y="3390840"/>
            <a:ext cx="2791080" cy="304920"/>
          </a:xfrm>
          <a:custGeom>
            <a:avLst/>
            <a:gdLst/>
            <a:ahLst/>
            <a:rect l="0" t="0" r="r" b="b"/>
            <a:pathLst>
              <a:path w="7753" h="847">
                <a:moveTo>
                  <a:pt x="0" y="0"/>
                </a:moveTo>
                <a:lnTo>
                  <a:pt x="7753" y="0"/>
                </a:lnTo>
                <a:lnTo>
                  <a:pt x="775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6372000" y="3390840"/>
            <a:ext cx="2791080" cy="38160"/>
          </a:xfrm>
          <a:custGeom>
            <a:avLst/>
            <a:gdLst/>
            <a:ahLst/>
            <a:rect l="0" t="0" r="r" b="b"/>
            <a:pathLst>
              <a:path w="7753" h="106">
                <a:moveTo>
                  <a:pt x="0" y="0"/>
                </a:moveTo>
                <a:lnTo>
                  <a:pt x="7753" y="0"/>
                </a:lnTo>
                <a:lnTo>
                  <a:pt x="775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6372000" y="3686040"/>
            <a:ext cx="2791080" cy="9720"/>
          </a:xfrm>
          <a:custGeom>
            <a:avLst/>
            <a:gdLst/>
            <a:ahLst/>
            <a:rect l="0" t="0" r="r" b="b"/>
            <a:pathLst>
              <a:path w="7753" h="27">
                <a:moveTo>
                  <a:pt x="0" y="0"/>
                </a:moveTo>
                <a:lnTo>
                  <a:pt x="7753" y="0"/>
                </a:lnTo>
                <a:lnTo>
                  <a:pt x="7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9153360" y="3390840"/>
            <a:ext cx="9720" cy="304920"/>
          </a:xfrm>
          <a:custGeom>
            <a:avLst/>
            <a:gdLst/>
            <a:ahLst/>
            <a:rect l="0" t="0" r="r" b="b"/>
            <a:pathLst>
              <a:path w="27" h="847">
                <a:moveTo>
                  <a:pt x="0" y="105"/>
                </a:moveTo>
                <a:lnTo>
                  <a:pt x="0" y="847"/>
                </a:lnTo>
                <a:lnTo>
                  <a:pt x="27" y="84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372000" y="3390840"/>
            <a:ext cx="10080" cy="304920"/>
          </a:xfrm>
          <a:custGeom>
            <a:avLst/>
            <a:gdLst/>
            <a:ahLst/>
            <a:rect l="0" t="0" r="r" b="b"/>
            <a:pathLst>
              <a:path w="28" h="847">
                <a:moveTo>
                  <a:pt x="0" y="0"/>
                </a:moveTo>
                <a:lnTo>
                  <a:pt x="0" y="847"/>
                </a:lnTo>
                <a:lnTo>
                  <a:pt x="28" y="84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67760" y="181080"/>
            <a:ext cx="542448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1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645320" y="1769040"/>
            <a:ext cx="3178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7245360" y="2018520"/>
            <a:ext cx="12243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635960" y="2369160"/>
            <a:ext cx="3178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283520" y="2618280"/>
            <a:ext cx="1139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objecten in het 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472440" y="2989800"/>
            <a:ext cx="2766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naast MORA, ROSA en HORA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472440" y="3123360"/>
            <a:ext cx="1495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via klus 53 van MBO Digitaal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472440" y="3494880"/>
            <a:ext cx="28674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6371640" y="3783240"/>
            <a:ext cx="1783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0" name=""/>
          <p:cNvSpPr/>
          <p:nvPr/>
        </p:nvSpPr>
        <p:spPr>
          <a:xfrm>
            <a:off x="174240" y="545400"/>
            <a:ext cx="5795280" cy="4519080"/>
          </a:xfrm>
          <a:custGeom>
            <a:avLst/>
            <a:gdLst/>
            <a:ahLst/>
            <a:rect l="0" t="0" r="r" b="b"/>
            <a:pathLst>
              <a:path w="16098" h="12553">
                <a:moveTo>
                  <a:pt x="157" y="0"/>
                </a:moveTo>
                <a:lnTo>
                  <a:pt x="15940" y="0"/>
                </a:lnTo>
                <a:cubicBezTo>
                  <a:pt x="15951" y="0"/>
                  <a:pt x="15961" y="2"/>
                  <a:pt x="15971" y="4"/>
                </a:cubicBezTo>
                <a:cubicBezTo>
                  <a:pt x="15981" y="6"/>
                  <a:pt x="15991" y="9"/>
                  <a:pt x="16001" y="12"/>
                </a:cubicBezTo>
                <a:cubicBezTo>
                  <a:pt x="16010" y="16"/>
                  <a:pt x="16019" y="21"/>
                  <a:pt x="16028" y="27"/>
                </a:cubicBezTo>
                <a:cubicBezTo>
                  <a:pt x="16036" y="33"/>
                  <a:pt x="16044" y="39"/>
                  <a:pt x="16052" y="47"/>
                </a:cubicBezTo>
                <a:cubicBezTo>
                  <a:pt x="16059" y="54"/>
                  <a:pt x="16066" y="62"/>
                  <a:pt x="16071" y="70"/>
                </a:cubicBezTo>
                <a:cubicBezTo>
                  <a:pt x="16077" y="79"/>
                  <a:pt x="16082" y="88"/>
                  <a:pt x="16086" y="98"/>
                </a:cubicBezTo>
                <a:cubicBezTo>
                  <a:pt x="16090" y="107"/>
                  <a:pt x="16093" y="117"/>
                  <a:pt x="16095" y="127"/>
                </a:cubicBezTo>
                <a:cubicBezTo>
                  <a:pt x="16097" y="137"/>
                  <a:pt x="16098" y="148"/>
                  <a:pt x="16098" y="158"/>
                </a:cubicBezTo>
                <a:lnTo>
                  <a:pt x="16098" y="12396"/>
                </a:lnTo>
                <a:cubicBezTo>
                  <a:pt x="16098" y="12406"/>
                  <a:pt x="16097" y="12417"/>
                  <a:pt x="16095" y="12427"/>
                </a:cubicBezTo>
                <a:cubicBezTo>
                  <a:pt x="16093" y="12437"/>
                  <a:pt x="16090" y="12447"/>
                  <a:pt x="16086" y="12456"/>
                </a:cubicBezTo>
                <a:cubicBezTo>
                  <a:pt x="16082" y="12466"/>
                  <a:pt x="16077" y="12475"/>
                  <a:pt x="16071" y="12483"/>
                </a:cubicBezTo>
                <a:cubicBezTo>
                  <a:pt x="16066" y="12492"/>
                  <a:pt x="16059" y="12500"/>
                  <a:pt x="16052" y="12507"/>
                </a:cubicBezTo>
                <a:cubicBezTo>
                  <a:pt x="16044" y="12515"/>
                  <a:pt x="16036" y="12521"/>
                  <a:pt x="16028" y="12527"/>
                </a:cubicBezTo>
                <a:cubicBezTo>
                  <a:pt x="16019" y="12533"/>
                  <a:pt x="16010" y="12538"/>
                  <a:pt x="16001" y="12541"/>
                </a:cubicBezTo>
                <a:cubicBezTo>
                  <a:pt x="15991" y="12545"/>
                  <a:pt x="15981" y="12548"/>
                  <a:pt x="15971" y="12550"/>
                </a:cubicBezTo>
                <a:cubicBezTo>
                  <a:pt x="15961" y="12552"/>
                  <a:pt x="15951" y="12553"/>
                  <a:pt x="15940" y="12553"/>
                </a:cubicBezTo>
                <a:lnTo>
                  <a:pt x="157" y="12553"/>
                </a:lnTo>
                <a:cubicBezTo>
                  <a:pt x="147" y="12553"/>
                  <a:pt x="137" y="12552"/>
                  <a:pt x="126" y="12550"/>
                </a:cubicBezTo>
                <a:cubicBezTo>
                  <a:pt x="116" y="12548"/>
                  <a:pt x="106" y="12545"/>
                  <a:pt x="97" y="12541"/>
                </a:cubicBezTo>
                <a:cubicBezTo>
                  <a:pt x="87" y="12538"/>
                  <a:pt x="78" y="12533"/>
                  <a:pt x="70" y="12527"/>
                </a:cubicBezTo>
                <a:cubicBezTo>
                  <a:pt x="61" y="12521"/>
                  <a:pt x="53" y="12515"/>
                  <a:pt x="46" y="12507"/>
                </a:cubicBezTo>
                <a:cubicBezTo>
                  <a:pt x="39" y="12500"/>
                  <a:pt x="32" y="12492"/>
                  <a:pt x="26" y="12483"/>
                </a:cubicBezTo>
                <a:cubicBezTo>
                  <a:pt x="21" y="12475"/>
                  <a:pt x="16" y="12466"/>
                  <a:pt x="12" y="12456"/>
                </a:cubicBezTo>
                <a:cubicBezTo>
                  <a:pt x="8" y="12447"/>
                  <a:pt x="5" y="12437"/>
                  <a:pt x="3" y="12427"/>
                </a:cubicBezTo>
                <a:cubicBezTo>
                  <a:pt x="1" y="12417"/>
                  <a:pt x="0" y="12406"/>
                  <a:pt x="0" y="12396"/>
                </a:cubicBezTo>
                <a:lnTo>
                  <a:pt x="0" y="158"/>
                </a:lnTo>
                <a:cubicBezTo>
                  <a:pt x="0" y="148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8" y="21"/>
                  <a:pt x="87" y="16"/>
                  <a:pt x="97" y="12"/>
                </a:cubicBezTo>
                <a:cubicBezTo>
                  <a:pt x="106" y="9"/>
                  <a:pt x="116" y="6"/>
                  <a:pt x="126" y="4"/>
                </a:cubicBezTo>
                <a:cubicBezTo>
                  <a:pt x="137" y="2"/>
                  <a:pt x="147" y="0"/>
                  <a:pt x="15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174240" y="545400"/>
            <a:ext cx="5795280" cy="4519080"/>
          </a:xfrm>
          <a:custGeom>
            <a:avLst/>
            <a:gdLst/>
            <a:ahLst/>
            <a:rect l="0" t="0" r="r" b="b"/>
            <a:pathLst>
              <a:path w="16098" h="12553">
                <a:moveTo>
                  <a:pt x="157" y="0"/>
                </a:moveTo>
                <a:lnTo>
                  <a:pt x="15940" y="0"/>
                </a:lnTo>
                <a:cubicBezTo>
                  <a:pt x="15951" y="0"/>
                  <a:pt x="15961" y="2"/>
                  <a:pt x="15971" y="4"/>
                </a:cubicBezTo>
                <a:cubicBezTo>
                  <a:pt x="15981" y="6"/>
                  <a:pt x="15991" y="9"/>
                  <a:pt x="16001" y="12"/>
                </a:cubicBezTo>
                <a:cubicBezTo>
                  <a:pt x="16010" y="16"/>
                  <a:pt x="16019" y="21"/>
                  <a:pt x="16028" y="27"/>
                </a:cubicBezTo>
                <a:cubicBezTo>
                  <a:pt x="16036" y="33"/>
                  <a:pt x="16044" y="39"/>
                  <a:pt x="16052" y="47"/>
                </a:cubicBezTo>
                <a:cubicBezTo>
                  <a:pt x="16059" y="54"/>
                  <a:pt x="16066" y="62"/>
                  <a:pt x="16071" y="70"/>
                </a:cubicBezTo>
                <a:cubicBezTo>
                  <a:pt x="16077" y="79"/>
                  <a:pt x="16082" y="88"/>
                  <a:pt x="16086" y="98"/>
                </a:cubicBezTo>
                <a:cubicBezTo>
                  <a:pt x="16090" y="107"/>
                  <a:pt x="16093" y="117"/>
                  <a:pt x="16095" y="127"/>
                </a:cubicBezTo>
                <a:cubicBezTo>
                  <a:pt x="16097" y="137"/>
                  <a:pt x="16098" y="148"/>
                  <a:pt x="16098" y="158"/>
                </a:cubicBezTo>
                <a:lnTo>
                  <a:pt x="16098" y="12396"/>
                </a:lnTo>
                <a:cubicBezTo>
                  <a:pt x="16098" y="12406"/>
                  <a:pt x="16097" y="12417"/>
                  <a:pt x="16095" y="12427"/>
                </a:cubicBezTo>
                <a:cubicBezTo>
                  <a:pt x="16093" y="12437"/>
                  <a:pt x="16090" y="12447"/>
                  <a:pt x="16086" y="12456"/>
                </a:cubicBezTo>
                <a:cubicBezTo>
                  <a:pt x="16082" y="12466"/>
                  <a:pt x="16077" y="12475"/>
                  <a:pt x="16071" y="12483"/>
                </a:cubicBezTo>
                <a:cubicBezTo>
                  <a:pt x="16066" y="12492"/>
                  <a:pt x="16059" y="12500"/>
                  <a:pt x="16052" y="12507"/>
                </a:cubicBezTo>
                <a:cubicBezTo>
                  <a:pt x="16044" y="12515"/>
                  <a:pt x="16036" y="12521"/>
                  <a:pt x="16028" y="12527"/>
                </a:cubicBezTo>
                <a:cubicBezTo>
                  <a:pt x="16019" y="12533"/>
                  <a:pt x="16010" y="12538"/>
                  <a:pt x="16001" y="12541"/>
                </a:cubicBezTo>
                <a:cubicBezTo>
                  <a:pt x="15991" y="12545"/>
                  <a:pt x="15981" y="12548"/>
                  <a:pt x="15971" y="12550"/>
                </a:cubicBezTo>
                <a:cubicBezTo>
                  <a:pt x="15961" y="12552"/>
                  <a:pt x="15951" y="12553"/>
                  <a:pt x="15940" y="12553"/>
                </a:cubicBezTo>
                <a:lnTo>
                  <a:pt x="157" y="12553"/>
                </a:lnTo>
                <a:cubicBezTo>
                  <a:pt x="147" y="12553"/>
                  <a:pt x="137" y="12552"/>
                  <a:pt x="126" y="12550"/>
                </a:cubicBezTo>
                <a:cubicBezTo>
                  <a:pt x="116" y="12548"/>
                  <a:pt x="106" y="12545"/>
                  <a:pt x="97" y="12541"/>
                </a:cubicBezTo>
                <a:cubicBezTo>
                  <a:pt x="87" y="12538"/>
                  <a:pt x="78" y="12533"/>
                  <a:pt x="70" y="12527"/>
                </a:cubicBezTo>
                <a:cubicBezTo>
                  <a:pt x="61" y="12521"/>
                  <a:pt x="53" y="12515"/>
                  <a:pt x="46" y="12507"/>
                </a:cubicBezTo>
                <a:cubicBezTo>
                  <a:pt x="39" y="12500"/>
                  <a:pt x="32" y="12492"/>
                  <a:pt x="26" y="12483"/>
                </a:cubicBezTo>
                <a:cubicBezTo>
                  <a:pt x="21" y="12475"/>
                  <a:pt x="16" y="12466"/>
                  <a:pt x="12" y="12456"/>
                </a:cubicBezTo>
                <a:cubicBezTo>
                  <a:pt x="8" y="12447"/>
                  <a:pt x="5" y="12437"/>
                  <a:pt x="3" y="12427"/>
                </a:cubicBezTo>
                <a:cubicBezTo>
                  <a:pt x="1" y="12417"/>
                  <a:pt x="0" y="12406"/>
                  <a:pt x="0" y="12396"/>
                </a:cubicBezTo>
                <a:lnTo>
                  <a:pt x="0" y="158"/>
                </a:lnTo>
                <a:cubicBezTo>
                  <a:pt x="0" y="148"/>
                  <a:pt x="1" y="137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8" y="21"/>
                  <a:pt x="87" y="16"/>
                  <a:pt x="97" y="12"/>
                </a:cubicBezTo>
                <a:cubicBezTo>
                  <a:pt x="106" y="9"/>
                  <a:pt x="116" y="6"/>
                  <a:pt x="126" y="4"/>
                </a:cubicBezTo>
                <a:cubicBezTo>
                  <a:pt x="137" y="2"/>
                  <a:pt x="147" y="0"/>
                  <a:pt x="157" y="0"/>
                </a:cubicBezTo>
                <a:close/>
              </a:path>
            </a:pathLst>
          </a:custGeom>
          <a:noFill/>
          <a:ln w="5400">
            <a:solidFill>
              <a:srgbClr val="d8ddd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67760" y="181080"/>
            <a:ext cx="576144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1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171360" y="542880"/>
            <a:ext cx="23040" cy="4524480"/>
          </a:xfrm>
          <a:custGeom>
            <a:avLst/>
            <a:gdLst/>
            <a:ahLst/>
            <a:rect l="0" t="0" r="r" b="b"/>
            <a:pathLst>
              <a:path w="64" h="12568">
                <a:moveTo>
                  <a:pt x="0" y="0"/>
                </a:moveTo>
                <a:lnTo>
                  <a:pt x="64" y="0"/>
                </a:lnTo>
                <a:lnTo>
                  <a:pt x="64" y="12568"/>
                </a:lnTo>
                <a:lnTo>
                  <a:pt x="0" y="1256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239400" y="848880"/>
            <a:ext cx="334440" cy="108000"/>
          </a:xfrm>
          <a:custGeom>
            <a:avLst/>
            <a:gdLst/>
            <a:ahLst/>
            <a:rect l="0" t="0" r="r" b="b"/>
            <a:pathLst>
              <a:path w="929" h="300">
                <a:moveTo>
                  <a:pt x="63" y="0"/>
                </a:moveTo>
                <a:lnTo>
                  <a:pt x="866" y="0"/>
                </a:lnTo>
                <a:cubicBezTo>
                  <a:pt x="875" y="0"/>
                  <a:pt x="883" y="2"/>
                  <a:pt x="890" y="5"/>
                </a:cubicBezTo>
                <a:cubicBezTo>
                  <a:pt x="898" y="8"/>
                  <a:pt x="905" y="13"/>
                  <a:pt x="911" y="19"/>
                </a:cubicBezTo>
                <a:cubicBezTo>
                  <a:pt x="917" y="24"/>
                  <a:pt x="921" y="31"/>
                  <a:pt x="924" y="39"/>
                </a:cubicBezTo>
                <a:cubicBezTo>
                  <a:pt x="928" y="47"/>
                  <a:pt x="929" y="55"/>
                  <a:pt x="929" y="63"/>
                </a:cubicBezTo>
                <a:lnTo>
                  <a:pt x="929" y="237"/>
                </a:lnTo>
                <a:cubicBezTo>
                  <a:pt x="929" y="246"/>
                  <a:pt x="928" y="254"/>
                  <a:pt x="924" y="261"/>
                </a:cubicBezTo>
                <a:cubicBezTo>
                  <a:pt x="921" y="269"/>
                  <a:pt x="917" y="276"/>
                  <a:pt x="911" y="282"/>
                </a:cubicBezTo>
                <a:cubicBezTo>
                  <a:pt x="905" y="288"/>
                  <a:pt x="898" y="292"/>
                  <a:pt x="890" y="296"/>
                </a:cubicBezTo>
                <a:cubicBezTo>
                  <a:pt x="883" y="299"/>
                  <a:pt x="875" y="300"/>
                  <a:pt x="866" y="300"/>
                </a:cubicBezTo>
                <a:lnTo>
                  <a:pt x="63" y="300"/>
                </a:lnTo>
                <a:cubicBezTo>
                  <a:pt x="54" y="300"/>
                  <a:pt x="46" y="299"/>
                  <a:pt x="39" y="296"/>
                </a:cubicBezTo>
                <a:cubicBezTo>
                  <a:pt x="31" y="292"/>
                  <a:pt x="24" y="288"/>
                  <a:pt x="18" y="282"/>
                </a:cubicBezTo>
                <a:cubicBezTo>
                  <a:pt x="12" y="276"/>
                  <a:pt x="8" y="269"/>
                  <a:pt x="5" y="261"/>
                </a:cubicBezTo>
                <a:cubicBezTo>
                  <a:pt x="1" y="254"/>
                  <a:pt x="0" y="246"/>
                  <a:pt x="0" y="237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4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6" y="2"/>
                  <a:pt x="54" y="0"/>
                  <a:pt x="6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239400" y="848880"/>
            <a:ext cx="334440" cy="108000"/>
          </a:xfrm>
          <a:custGeom>
            <a:avLst/>
            <a:gdLst/>
            <a:ahLst/>
            <a:rect l="0" t="0" r="r" b="b"/>
            <a:pathLst>
              <a:path w="929" h="300">
                <a:moveTo>
                  <a:pt x="63" y="0"/>
                </a:moveTo>
                <a:lnTo>
                  <a:pt x="866" y="0"/>
                </a:lnTo>
                <a:cubicBezTo>
                  <a:pt x="875" y="0"/>
                  <a:pt x="883" y="2"/>
                  <a:pt x="890" y="5"/>
                </a:cubicBezTo>
                <a:cubicBezTo>
                  <a:pt x="898" y="8"/>
                  <a:pt x="905" y="13"/>
                  <a:pt x="911" y="19"/>
                </a:cubicBezTo>
                <a:cubicBezTo>
                  <a:pt x="917" y="24"/>
                  <a:pt x="921" y="31"/>
                  <a:pt x="924" y="39"/>
                </a:cubicBezTo>
                <a:cubicBezTo>
                  <a:pt x="928" y="47"/>
                  <a:pt x="929" y="55"/>
                  <a:pt x="929" y="63"/>
                </a:cubicBezTo>
                <a:lnTo>
                  <a:pt x="929" y="237"/>
                </a:lnTo>
                <a:cubicBezTo>
                  <a:pt x="929" y="246"/>
                  <a:pt x="928" y="254"/>
                  <a:pt x="924" y="261"/>
                </a:cubicBezTo>
                <a:cubicBezTo>
                  <a:pt x="921" y="269"/>
                  <a:pt x="917" y="276"/>
                  <a:pt x="911" y="282"/>
                </a:cubicBezTo>
                <a:cubicBezTo>
                  <a:pt x="905" y="288"/>
                  <a:pt x="898" y="292"/>
                  <a:pt x="890" y="296"/>
                </a:cubicBezTo>
                <a:cubicBezTo>
                  <a:pt x="883" y="299"/>
                  <a:pt x="875" y="300"/>
                  <a:pt x="866" y="300"/>
                </a:cubicBezTo>
                <a:lnTo>
                  <a:pt x="63" y="300"/>
                </a:lnTo>
                <a:cubicBezTo>
                  <a:pt x="54" y="300"/>
                  <a:pt x="46" y="299"/>
                  <a:pt x="39" y="296"/>
                </a:cubicBezTo>
                <a:cubicBezTo>
                  <a:pt x="31" y="292"/>
                  <a:pt x="24" y="288"/>
                  <a:pt x="18" y="282"/>
                </a:cubicBezTo>
                <a:cubicBezTo>
                  <a:pt x="12" y="276"/>
                  <a:pt x="8" y="269"/>
                  <a:pt x="5" y="261"/>
                </a:cubicBezTo>
                <a:cubicBezTo>
                  <a:pt x="1" y="254"/>
                  <a:pt x="0" y="246"/>
                  <a:pt x="0" y="237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4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6" y="2"/>
                  <a:pt x="54" y="0"/>
                  <a:pt x="63" y="0"/>
                </a:cubicBezTo>
                <a:close/>
              </a:path>
            </a:pathLst>
          </a:custGeom>
          <a:noFill/>
          <a:ln w="5400">
            <a:solidFill>
              <a:srgbClr val="c8ccc9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39400" y="588600"/>
            <a:ext cx="2580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1c1c1c"/>
                </a:solidFill>
                <a:latin typeface="DejaVuSans"/>
                <a:ea typeface="DejaVuSans"/>
              </a:rPr>
              <a:t>F2-07 - Het geplande aanbod terug naar de 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41520" y="769680"/>
            <a:ext cx="1076760" cy="272520"/>
          </a:xfrm>
          <a:custGeom>
            <a:avLst/>
            <a:gdLst/>
            <a:ahLst/>
            <a:rect l="0" t="0" r="r" b="b"/>
            <a:pathLst>
              <a:path w="2991" h="757">
                <a:moveTo>
                  <a:pt x="0" y="0"/>
                </a:moveTo>
                <a:lnTo>
                  <a:pt x="2991" y="0"/>
                </a:lnTo>
                <a:lnTo>
                  <a:pt x="2991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41520" y="769680"/>
            <a:ext cx="1076760" cy="272520"/>
          </a:xfrm>
          <a:custGeom>
            <a:avLst/>
            <a:gdLst/>
            <a:ahLst/>
            <a:rect l="0" t="0" r="r" b="b"/>
            <a:pathLst>
              <a:path w="2991" h="757">
                <a:moveTo>
                  <a:pt x="0" y="0"/>
                </a:moveTo>
                <a:lnTo>
                  <a:pt x="2991" y="0"/>
                </a:lnTo>
                <a:lnTo>
                  <a:pt x="2991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1615680" y="809280"/>
            <a:ext cx="57240" cy="68400"/>
          </a:xfrm>
          <a:custGeom>
            <a:avLst/>
            <a:gdLst/>
            <a:ahLst/>
            <a:rect l="0" t="0" r="r" b="b"/>
            <a:pathLst>
              <a:path w="159" h="190">
                <a:moveTo>
                  <a:pt x="0" y="0"/>
                </a:moveTo>
                <a:lnTo>
                  <a:pt x="159" y="0"/>
                </a:lnTo>
                <a:lnTo>
                  <a:pt x="159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1604520" y="820440"/>
            <a:ext cx="23040" cy="14760"/>
          </a:xfrm>
          <a:custGeom>
            <a:avLst/>
            <a:gdLst/>
            <a:ahLst/>
            <a:rect l="0" t="0" r="r" b="b"/>
            <a:pathLst>
              <a:path w="64" h="41">
                <a:moveTo>
                  <a:pt x="0" y="0"/>
                </a:moveTo>
                <a:lnTo>
                  <a:pt x="64" y="0"/>
                </a:lnTo>
                <a:lnTo>
                  <a:pt x="64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1604520" y="846000"/>
            <a:ext cx="23040" cy="14760"/>
          </a:xfrm>
          <a:custGeom>
            <a:avLst/>
            <a:gdLst/>
            <a:ahLst/>
            <a:rect l="0" t="0" r="r" b="b"/>
            <a:pathLst>
              <a:path w="64" h="41">
                <a:moveTo>
                  <a:pt x="0" y="0"/>
                </a:moveTo>
                <a:lnTo>
                  <a:pt x="64" y="0"/>
                </a:lnTo>
                <a:lnTo>
                  <a:pt x="64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284760" y="859680"/>
            <a:ext cx="2674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OC-P&amp;R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98400" y="808560"/>
            <a:ext cx="1288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1752120" y="900000"/>
            <a:ext cx="2351160" cy="11520"/>
          </a:xfrm>
          <a:custGeom>
            <a:avLst/>
            <a:gdLst/>
            <a:ahLst/>
            <a:rect l="0" t="0" r="r" b="b"/>
            <a:pathLst>
              <a:path w="6531" h="32">
                <a:moveTo>
                  <a:pt x="0" y="0"/>
                </a:moveTo>
                <a:lnTo>
                  <a:pt x="78" y="0"/>
                </a:lnTo>
                <a:lnTo>
                  <a:pt x="78" y="32"/>
                </a:lnTo>
                <a:lnTo>
                  <a:pt x="0" y="32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32"/>
                </a:lnTo>
                <a:lnTo>
                  <a:pt x="141" y="32"/>
                </a:lnTo>
                <a:lnTo>
                  <a:pt x="141" y="0"/>
                </a:lnTo>
                <a:moveTo>
                  <a:pt x="283" y="0"/>
                </a:moveTo>
                <a:lnTo>
                  <a:pt x="362" y="0"/>
                </a:lnTo>
                <a:lnTo>
                  <a:pt x="362" y="32"/>
                </a:lnTo>
                <a:lnTo>
                  <a:pt x="283" y="32"/>
                </a:lnTo>
                <a:lnTo>
                  <a:pt x="283" y="0"/>
                </a:lnTo>
                <a:moveTo>
                  <a:pt x="424" y="0"/>
                </a:moveTo>
                <a:lnTo>
                  <a:pt x="503" y="0"/>
                </a:lnTo>
                <a:lnTo>
                  <a:pt x="503" y="32"/>
                </a:lnTo>
                <a:lnTo>
                  <a:pt x="424" y="32"/>
                </a:lnTo>
                <a:lnTo>
                  <a:pt x="424" y="0"/>
                </a:lnTo>
                <a:moveTo>
                  <a:pt x="566" y="0"/>
                </a:moveTo>
                <a:lnTo>
                  <a:pt x="645" y="0"/>
                </a:lnTo>
                <a:lnTo>
                  <a:pt x="645" y="32"/>
                </a:lnTo>
                <a:lnTo>
                  <a:pt x="566" y="32"/>
                </a:lnTo>
                <a:lnTo>
                  <a:pt x="566" y="0"/>
                </a:lnTo>
                <a:moveTo>
                  <a:pt x="708" y="0"/>
                </a:moveTo>
                <a:lnTo>
                  <a:pt x="786" y="0"/>
                </a:lnTo>
                <a:lnTo>
                  <a:pt x="786" y="32"/>
                </a:lnTo>
                <a:lnTo>
                  <a:pt x="708" y="32"/>
                </a:lnTo>
                <a:lnTo>
                  <a:pt x="708" y="0"/>
                </a:lnTo>
                <a:moveTo>
                  <a:pt x="849" y="0"/>
                </a:moveTo>
                <a:lnTo>
                  <a:pt x="928" y="0"/>
                </a:lnTo>
                <a:lnTo>
                  <a:pt x="928" y="32"/>
                </a:lnTo>
                <a:lnTo>
                  <a:pt x="849" y="32"/>
                </a:lnTo>
                <a:lnTo>
                  <a:pt x="849" y="0"/>
                </a:lnTo>
                <a:moveTo>
                  <a:pt x="991" y="0"/>
                </a:moveTo>
                <a:lnTo>
                  <a:pt x="1070" y="0"/>
                </a:lnTo>
                <a:lnTo>
                  <a:pt x="1070" y="32"/>
                </a:lnTo>
                <a:lnTo>
                  <a:pt x="991" y="32"/>
                </a:lnTo>
                <a:lnTo>
                  <a:pt x="991" y="0"/>
                </a:lnTo>
                <a:moveTo>
                  <a:pt x="1133" y="0"/>
                </a:moveTo>
                <a:lnTo>
                  <a:pt x="1211" y="0"/>
                </a:lnTo>
                <a:lnTo>
                  <a:pt x="1211" y="32"/>
                </a:lnTo>
                <a:lnTo>
                  <a:pt x="1133" y="32"/>
                </a:lnTo>
                <a:lnTo>
                  <a:pt x="1133" y="0"/>
                </a:lnTo>
                <a:moveTo>
                  <a:pt x="1274" y="0"/>
                </a:moveTo>
                <a:lnTo>
                  <a:pt x="1353" y="0"/>
                </a:lnTo>
                <a:lnTo>
                  <a:pt x="1353" y="32"/>
                </a:lnTo>
                <a:lnTo>
                  <a:pt x="1274" y="32"/>
                </a:lnTo>
                <a:lnTo>
                  <a:pt x="1274" y="0"/>
                </a:lnTo>
                <a:moveTo>
                  <a:pt x="1416" y="0"/>
                </a:moveTo>
                <a:lnTo>
                  <a:pt x="1494" y="0"/>
                </a:lnTo>
                <a:lnTo>
                  <a:pt x="1494" y="32"/>
                </a:lnTo>
                <a:lnTo>
                  <a:pt x="1416" y="32"/>
                </a:lnTo>
                <a:lnTo>
                  <a:pt x="1416" y="0"/>
                </a:lnTo>
                <a:moveTo>
                  <a:pt x="1557" y="0"/>
                </a:moveTo>
                <a:lnTo>
                  <a:pt x="1636" y="0"/>
                </a:lnTo>
                <a:lnTo>
                  <a:pt x="1636" y="32"/>
                </a:lnTo>
                <a:lnTo>
                  <a:pt x="1557" y="32"/>
                </a:lnTo>
                <a:lnTo>
                  <a:pt x="1557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32"/>
                </a:lnTo>
                <a:lnTo>
                  <a:pt x="1699" y="32"/>
                </a:lnTo>
                <a:lnTo>
                  <a:pt x="1699" y="0"/>
                </a:lnTo>
                <a:moveTo>
                  <a:pt x="1841" y="0"/>
                </a:moveTo>
                <a:lnTo>
                  <a:pt x="1919" y="0"/>
                </a:lnTo>
                <a:lnTo>
                  <a:pt x="1919" y="32"/>
                </a:lnTo>
                <a:lnTo>
                  <a:pt x="1841" y="32"/>
                </a:lnTo>
                <a:lnTo>
                  <a:pt x="1841" y="0"/>
                </a:lnTo>
                <a:moveTo>
                  <a:pt x="1982" y="0"/>
                </a:moveTo>
                <a:lnTo>
                  <a:pt x="2061" y="0"/>
                </a:lnTo>
                <a:lnTo>
                  <a:pt x="2061" y="32"/>
                </a:lnTo>
                <a:lnTo>
                  <a:pt x="1982" y="32"/>
                </a:lnTo>
                <a:lnTo>
                  <a:pt x="1982" y="0"/>
                </a:lnTo>
                <a:moveTo>
                  <a:pt x="2124" y="0"/>
                </a:moveTo>
                <a:lnTo>
                  <a:pt x="2203" y="0"/>
                </a:lnTo>
                <a:lnTo>
                  <a:pt x="2203" y="32"/>
                </a:lnTo>
                <a:lnTo>
                  <a:pt x="2124" y="32"/>
                </a:lnTo>
                <a:lnTo>
                  <a:pt x="2124" y="0"/>
                </a:lnTo>
                <a:moveTo>
                  <a:pt x="2266" y="0"/>
                </a:moveTo>
                <a:lnTo>
                  <a:pt x="2344" y="0"/>
                </a:lnTo>
                <a:lnTo>
                  <a:pt x="2344" y="32"/>
                </a:lnTo>
                <a:lnTo>
                  <a:pt x="2266" y="32"/>
                </a:lnTo>
                <a:lnTo>
                  <a:pt x="2266" y="0"/>
                </a:lnTo>
                <a:moveTo>
                  <a:pt x="2407" y="0"/>
                </a:moveTo>
                <a:lnTo>
                  <a:pt x="2486" y="0"/>
                </a:lnTo>
                <a:lnTo>
                  <a:pt x="2486" y="32"/>
                </a:lnTo>
                <a:lnTo>
                  <a:pt x="2407" y="32"/>
                </a:lnTo>
                <a:lnTo>
                  <a:pt x="2407" y="0"/>
                </a:lnTo>
                <a:moveTo>
                  <a:pt x="2549" y="0"/>
                </a:moveTo>
                <a:lnTo>
                  <a:pt x="2627" y="0"/>
                </a:lnTo>
                <a:lnTo>
                  <a:pt x="2627" y="32"/>
                </a:lnTo>
                <a:lnTo>
                  <a:pt x="2549" y="32"/>
                </a:lnTo>
                <a:lnTo>
                  <a:pt x="2549" y="0"/>
                </a:lnTo>
                <a:moveTo>
                  <a:pt x="2690" y="0"/>
                </a:moveTo>
                <a:lnTo>
                  <a:pt x="2769" y="0"/>
                </a:lnTo>
                <a:lnTo>
                  <a:pt x="2769" y="32"/>
                </a:lnTo>
                <a:lnTo>
                  <a:pt x="2690" y="32"/>
                </a:lnTo>
                <a:lnTo>
                  <a:pt x="2690" y="0"/>
                </a:lnTo>
                <a:moveTo>
                  <a:pt x="2832" y="0"/>
                </a:moveTo>
                <a:lnTo>
                  <a:pt x="2911" y="0"/>
                </a:lnTo>
                <a:lnTo>
                  <a:pt x="2911" y="32"/>
                </a:lnTo>
                <a:lnTo>
                  <a:pt x="2832" y="32"/>
                </a:lnTo>
                <a:lnTo>
                  <a:pt x="2832" y="0"/>
                </a:lnTo>
                <a:moveTo>
                  <a:pt x="2974" y="0"/>
                </a:moveTo>
                <a:lnTo>
                  <a:pt x="3052" y="0"/>
                </a:lnTo>
                <a:lnTo>
                  <a:pt x="3052" y="32"/>
                </a:lnTo>
                <a:lnTo>
                  <a:pt x="2974" y="32"/>
                </a:lnTo>
                <a:lnTo>
                  <a:pt x="2974" y="0"/>
                </a:lnTo>
                <a:moveTo>
                  <a:pt x="3115" y="0"/>
                </a:moveTo>
                <a:lnTo>
                  <a:pt x="3194" y="0"/>
                </a:lnTo>
                <a:lnTo>
                  <a:pt x="3194" y="32"/>
                </a:lnTo>
                <a:lnTo>
                  <a:pt x="3115" y="32"/>
                </a:lnTo>
                <a:lnTo>
                  <a:pt x="3115" y="0"/>
                </a:lnTo>
                <a:moveTo>
                  <a:pt x="3257" y="0"/>
                </a:moveTo>
                <a:lnTo>
                  <a:pt x="3336" y="0"/>
                </a:lnTo>
                <a:lnTo>
                  <a:pt x="3336" y="32"/>
                </a:lnTo>
                <a:lnTo>
                  <a:pt x="3257" y="32"/>
                </a:lnTo>
                <a:lnTo>
                  <a:pt x="3257" y="0"/>
                </a:lnTo>
                <a:moveTo>
                  <a:pt x="3398" y="0"/>
                </a:moveTo>
                <a:lnTo>
                  <a:pt x="3477" y="0"/>
                </a:lnTo>
                <a:lnTo>
                  <a:pt x="3477" y="32"/>
                </a:lnTo>
                <a:lnTo>
                  <a:pt x="3398" y="32"/>
                </a:lnTo>
                <a:lnTo>
                  <a:pt x="3398" y="0"/>
                </a:lnTo>
                <a:moveTo>
                  <a:pt x="3540" y="0"/>
                </a:moveTo>
                <a:lnTo>
                  <a:pt x="3619" y="0"/>
                </a:lnTo>
                <a:lnTo>
                  <a:pt x="3619" y="32"/>
                </a:lnTo>
                <a:lnTo>
                  <a:pt x="3540" y="32"/>
                </a:lnTo>
                <a:lnTo>
                  <a:pt x="3540" y="0"/>
                </a:lnTo>
                <a:moveTo>
                  <a:pt x="3682" y="0"/>
                </a:moveTo>
                <a:lnTo>
                  <a:pt x="3760" y="0"/>
                </a:lnTo>
                <a:lnTo>
                  <a:pt x="3760" y="32"/>
                </a:lnTo>
                <a:lnTo>
                  <a:pt x="3682" y="32"/>
                </a:lnTo>
                <a:lnTo>
                  <a:pt x="3682" y="0"/>
                </a:lnTo>
                <a:moveTo>
                  <a:pt x="3823" y="0"/>
                </a:moveTo>
                <a:lnTo>
                  <a:pt x="3902" y="0"/>
                </a:lnTo>
                <a:lnTo>
                  <a:pt x="3902" y="32"/>
                </a:lnTo>
                <a:lnTo>
                  <a:pt x="3823" y="32"/>
                </a:lnTo>
                <a:lnTo>
                  <a:pt x="3823" y="0"/>
                </a:lnTo>
                <a:moveTo>
                  <a:pt x="3965" y="0"/>
                </a:moveTo>
                <a:lnTo>
                  <a:pt x="4044" y="0"/>
                </a:lnTo>
                <a:lnTo>
                  <a:pt x="4044" y="32"/>
                </a:lnTo>
                <a:lnTo>
                  <a:pt x="3965" y="32"/>
                </a:lnTo>
                <a:lnTo>
                  <a:pt x="3965" y="0"/>
                </a:lnTo>
                <a:moveTo>
                  <a:pt x="4107" y="0"/>
                </a:moveTo>
                <a:lnTo>
                  <a:pt x="4185" y="0"/>
                </a:lnTo>
                <a:lnTo>
                  <a:pt x="4185" y="32"/>
                </a:lnTo>
                <a:lnTo>
                  <a:pt x="4107" y="32"/>
                </a:lnTo>
                <a:lnTo>
                  <a:pt x="4107" y="0"/>
                </a:lnTo>
                <a:moveTo>
                  <a:pt x="4248" y="0"/>
                </a:moveTo>
                <a:lnTo>
                  <a:pt x="4327" y="0"/>
                </a:lnTo>
                <a:lnTo>
                  <a:pt x="4327" y="32"/>
                </a:lnTo>
                <a:lnTo>
                  <a:pt x="4248" y="32"/>
                </a:lnTo>
                <a:lnTo>
                  <a:pt x="4248" y="0"/>
                </a:lnTo>
                <a:moveTo>
                  <a:pt x="4390" y="0"/>
                </a:moveTo>
                <a:lnTo>
                  <a:pt x="4468" y="0"/>
                </a:lnTo>
                <a:lnTo>
                  <a:pt x="4468" y="32"/>
                </a:lnTo>
                <a:lnTo>
                  <a:pt x="4390" y="32"/>
                </a:lnTo>
                <a:lnTo>
                  <a:pt x="4390" y="0"/>
                </a:lnTo>
                <a:moveTo>
                  <a:pt x="4531" y="0"/>
                </a:moveTo>
                <a:lnTo>
                  <a:pt x="4610" y="0"/>
                </a:lnTo>
                <a:lnTo>
                  <a:pt x="4610" y="32"/>
                </a:lnTo>
                <a:lnTo>
                  <a:pt x="4531" y="32"/>
                </a:lnTo>
                <a:lnTo>
                  <a:pt x="4531" y="0"/>
                </a:lnTo>
                <a:moveTo>
                  <a:pt x="4673" y="0"/>
                </a:moveTo>
                <a:lnTo>
                  <a:pt x="4752" y="0"/>
                </a:lnTo>
                <a:lnTo>
                  <a:pt x="4752" y="32"/>
                </a:lnTo>
                <a:lnTo>
                  <a:pt x="4673" y="32"/>
                </a:lnTo>
                <a:lnTo>
                  <a:pt x="4673" y="0"/>
                </a:lnTo>
                <a:moveTo>
                  <a:pt x="4815" y="0"/>
                </a:moveTo>
                <a:lnTo>
                  <a:pt x="4893" y="0"/>
                </a:lnTo>
                <a:lnTo>
                  <a:pt x="4893" y="32"/>
                </a:lnTo>
                <a:lnTo>
                  <a:pt x="4815" y="32"/>
                </a:lnTo>
                <a:lnTo>
                  <a:pt x="4815" y="0"/>
                </a:lnTo>
                <a:moveTo>
                  <a:pt x="4957" y="0"/>
                </a:moveTo>
                <a:lnTo>
                  <a:pt x="5036" y="0"/>
                </a:lnTo>
                <a:lnTo>
                  <a:pt x="5036" y="32"/>
                </a:lnTo>
                <a:lnTo>
                  <a:pt x="4957" y="32"/>
                </a:lnTo>
                <a:lnTo>
                  <a:pt x="4957" y="0"/>
                </a:lnTo>
                <a:moveTo>
                  <a:pt x="5099" y="0"/>
                </a:moveTo>
                <a:lnTo>
                  <a:pt x="5178" y="0"/>
                </a:lnTo>
                <a:lnTo>
                  <a:pt x="5178" y="32"/>
                </a:lnTo>
                <a:lnTo>
                  <a:pt x="5099" y="32"/>
                </a:lnTo>
                <a:lnTo>
                  <a:pt x="5099" y="0"/>
                </a:lnTo>
                <a:moveTo>
                  <a:pt x="5240" y="0"/>
                </a:moveTo>
                <a:lnTo>
                  <a:pt x="5319" y="0"/>
                </a:lnTo>
                <a:lnTo>
                  <a:pt x="5319" y="32"/>
                </a:lnTo>
                <a:lnTo>
                  <a:pt x="5240" y="32"/>
                </a:lnTo>
                <a:lnTo>
                  <a:pt x="5240" y="0"/>
                </a:lnTo>
                <a:moveTo>
                  <a:pt x="5382" y="0"/>
                </a:moveTo>
                <a:lnTo>
                  <a:pt x="5461" y="0"/>
                </a:lnTo>
                <a:lnTo>
                  <a:pt x="5461" y="32"/>
                </a:lnTo>
                <a:lnTo>
                  <a:pt x="5382" y="32"/>
                </a:lnTo>
                <a:lnTo>
                  <a:pt x="5382" y="0"/>
                </a:lnTo>
                <a:moveTo>
                  <a:pt x="5524" y="0"/>
                </a:moveTo>
                <a:lnTo>
                  <a:pt x="5602" y="0"/>
                </a:lnTo>
                <a:lnTo>
                  <a:pt x="5602" y="32"/>
                </a:lnTo>
                <a:lnTo>
                  <a:pt x="5524" y="32"/>
                </a:lnTo>
                <a:lnTo>
                  <a:pt x="5524" y="0"/>
                </a:lnTo>
                <a:moveTo>
                  <a:pt x="5665" y="0"/>
                </a:moveTo>
                <a:lnTo>
                  <a:pt x="5744" y="0"/>
                </a:lnTo>
                <a:lnTo>
                  <a:pt x="5744" y="32"/>
                </a:lnTo>
                <a:lnTo>
                  <a:pt x="5665" y="32"/>
                </a:lnTo>
                <a:lnTo>
                  <a:pt x="5665" y="0"/>
                </a:lnTo>
                <a:moveTo>
                  <a:pt x="5807" y="0"/>
                </a:moveTo>
                <a:lnTo>
                  <a:pt x="5886" y="0"/>
                </a:lnTo>
                <a:lnTo>
                  <a:pt x="5886" y="32"/>
                </a:lnTo>
                <a:lnTo>
                  <a:pt x="5807" y="32"/>
                </a:lnTo>
                <a:lnTo>
                  <a:pt x="5807" y="0"/>
                </a:lnTo>
                <a:moveTo>
                  <a:pt x="5949" y="0"/>
                </a:moveTo>
                <a:lnTo>
                  <a:pt x="6027" y="0"/>
                </a:lnTo>
                <a:lnTo>
                  <a:pt x="6027" y="32"/>
                </a:lnTo>
                <a:lnTo>
                  <a:pt x="5949" y="32"/>
                </a:lnTo>
                <a:lnTo>
                  <a:pt x="5949" y="0"/>
                </a:lnTo>
                <a:moveTo>
                  <a:pt x="6090" y="0"/>
                </a:moveTo>
                <a:lnTo>
                  <a:pt x="6169" y="0"/>
                </a:lnTo>
                <a:lnTo>
                  <a:pt x="6169" y="32"/>
                </a:lnTo>
                <a:lnTo>
                  <a:pt x="6090" y="32"/>
                </a:lnTo>
                <a:lnTo>
                  <a:pt x="6090" y="0"/>
                </a:lnTo>
                <a:moveTo>
                  <a:pt x="6232" y="0"/>
                </a:moveTo>
                <a:lnTo>
                  <a:pt x="6310" y="0"/>
                </a:lnTo>
                <a:lnTo>
                  <a:pt x="6310" y="32"/>
                </a:lnTo>
                <a:lnTo>
                  <a:pt x="6232" y="32"/>
                </a:lnTo>
                <a:lnTo>
                  <a:pt x="6232" y="0"/>
                </a:lnTo>
                <a:moveTo>
                  <a:pt x="6373" y="0"/>
                </a:moveTo>
                <a:lnTo>
                  <a:pt x="6452" y="0"/>
                </a:lnTo>
                <a:lnTo>
                  <a:pt x="6452" y="32"/>
                </a:lnTo>
                <a:lnTo>
                  <a:pt x="6373" y="32"/>
                </a:lnTo>
                <a:lnTo>
                  <a:pt x="6373" y="0"/>
                </a:lnTo>
                <a:moveTo>
                  <a:pt x="6515" y="0"/>
                </a:moveTo>
                <a:lnTo>
                  <a:pt x="6531" y="0"/>
                </a:lnTo>
                <a:lnTo>
                  <a:pt x="6531" y="32"/>
                </a:lnTo>
                <a:lnTo>
                  <a:pt x="6515" y="32"/>
                </a:lnTo>
                <a:lnTo>
                  <a:pt x="6515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091760" y="871560"/>
            <a:ext cx="56880" cy="68400"/>
          </a:xfrm>
          <a:custGeom>
            <a:avLst/>
            <a:gdLst/>
            <a:ahLst/>
            <a:rect l="0" t="0" r="r" b="b"/>
            <a:pathLst>
              <a:path w="158" h="190">
                <a:moveTo>
                  <a:pt x="0" y="0"/>
                </a:moveTo>
                <a:lnTo>
                  <a:pt x="158" y="95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4159080" y="769680"/>
            <a:ext cx="1178640" cy="272520"/>
          </a:xfrm>
          <a:custGeom>
            <a:avLst/>
            <a:gdLst/>
            <a:ahLst/>
            <a:rect l="0" t="0" r="r" b="b"/>
            <a:pathLst>
              <a:path w="3274" h="757">
                <a:moveTo>
                  <a:pt x="0" y="0"/>
                </a:moveTo>
                <a:lnTo>
                  <a:pt x="3274" y="0"/>
                </a:lnTo>
                <a:lnTo>
                  <a:pt x="327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4159080" y="769680"/>
            <a:ext cx="1178640" cy="272520"/>
          </a:xfrm>
          <a:custGeom>
            <a:avLst/>
            <a:gdLst/>
            <a:ahLst/>
            <a:rect l="0" t="0" r="r" b="b"/>
            <a:pathLst>
              <a:path w="3274" h="757">
                <a:moveTo>
                  <a:pt x="0" y="0"/>
                </a:moveTo>
                <a:lnTo>
                  <a:pt x="3274" y="0"/>
                </a:lnTo>
                <a:lnTo>
                  <a:pt x="327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5aa8a8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5235480" y="809280"/>
            <a:ext cx="56880" cy="68400"/>
          </a:xfrm>
          <a:custGeom>
            <a:avLst/>
            <a:gdLst/>
            <a:ahLst/>
            <a:rect l="0" t="0" r="r" b="b"/>
            <a:pathLst>
              <a:path w="158" h="190">
                <a:moveTo>
                  <a:pt x="0" y="0"/>
                </a:moveTo>
                <a:lnTo>
                  <a:pt x="158" y="0"/>
                </a:lnTo>
                <a:lnTo>
                  <a:pt x="158" y="190"/>
                </a:lnTo>
                <a:lnTo>
                  <a:pt x="0" y="190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5224320" y="820440"/>
            <a:ext cx="23040" cy="14760"/>
          </a:xfrm>
          <a:custGeom>
            <a:avLst/>
            <a:gdLst/>
            <a:ahLst/>
            <a:rect l="0" t="0" r="r" b="b"/>
            <a:pathLst>
              <a:path w="64" h="41">
                <a:moveTo>
                  <a:pt x="0" y="0"/>
                </a:moveTo>
                <a:lnTo>
                  <a:pt x="64" y="0"/>
                </a:lnTo>
                <a:lnTo>
                  <a:pt x="64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5224320" y="846000"/>
            <a:ext cx="23040" cy="14760"/>
          </a:xfrm>
          <a:custGeom>
            <a:avLst/>
            <a:gdLst/>
            <a:ahLst/>
            <a:rect l="0" t="0" r="r" b="b"/>
            <a:pathLst>
              <a:path w="64" h="41">
                <a:moveTo>
                  <a:pt x="0" y="0"/>
                </a:moveTo>
                <a:lnTo>
                  <a:pt x="64" y="0"/>
                </a:lnTo>
                <a:lnTo>
                  <a:pt x="64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98400" y="900000"/>
            <a:ext cx="81288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Planningssysteem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215960" y="808560"/>
            <a:ext cx="15912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239400" y="1053000"/>
            <a:ext cx="2413440" cy="108000"/>
          </a:xfrm>
          <a:custGeom>
            <a:avLst/>
            <a:gdLst/>
            <a:ahLst/>
            <a:rect l="0" t="0" r="r" b="b"/>
            <a:pathLst>
              <a:path w="6704" h="300">
                <a:moveTo>
                  <a:pt x="141" y="0"/>
                </a:moveTo>
                <a:lnTo>
                  <a:pt x="6562" y="0"/>
                </a:lnTo>
                <a:cubicBezTo>
                  <a:pt x="6572" y="0"/>
                  <a:pt x="6581" y="1"/>
                  <a:pt x="6590" y="3"/>
                </a:cubicBezTo>
                <a:cubicBezTo>
                  <a:pt x="6599" y="5"/>
                  <a:pt x="6608" y="7"/>
                  <a:pt x="6616" y="11"/>
                </a:cubicBezTo>
                <a:cubicBezTo>
                  <a:pt x="6625" y="14"/>
                  <a:pt x="6633" y="19"/>
                  <a:pt x="6641" y="24"/>
                </a:cubicBezTo>
                <a:cubicBezTo>
                  <a:pt x="6649" y="29"/>
                  <a:pt x="6656" y="35"/>
                  <a:pt x="6662" y="42"/>
                </a:cubicBezTo>
                <a:cubicBezTo>
                  <a:pt x="6669" y="48"/>
                  <a:pt x="6675" y="55"/>
                  <a:pt x="6680" y="63"/>
                </a:cubicBezTo>
                <a:cubicBezTo>
                  <a:pt x="6685" y="71"/>
                  <a:pt x="6690" y="79"/>
                  <a:pt x="6693" y="88"/>
                </a:cubicBezTo>
                <a:cubicBezTo>
                  <a:pt x="6697" y="96"/>
                  <a:pt x="6699" y="105"/>
                  <a:pt x="6701" y="114"/>
                </a:cubicBezTo>
                <a:cubicBezTo>
                  <a:pt x="6703" y="123"/>
                  <a:pt x="6704" y="132"/>
                  <a:pt x="6704" y="142"/>
                </a:cubicBezTo>
                <a:lnTo>
                  <a:pt x="6704" y="158"/>
                </a:lnTo>
                <a:cubicBezTo>
                  <a:pt x="6704" y="167"/>
                  <a:pt x="6703" y="176"/>
                  <a:pt x="6701" y="185"/>
                </a:cubicBezTo>
                <a:cubicBezTo>
                  <a:pt x="6699" y="194"/>
                  <a:pt x="6697" y="203"/>
                  <a:pt x="6693" y="212"/>
                </a:cubicBezTo>
                <a:cubicBezTo>
                  <a:pt x="6690" y="221"/>
                  <a:pt x="6685" y="230"/>
                  <a:pt x="6680" y="237"/>
                </a:cubicBezTo>
                <a:cubicBezTo>
                  <a:pt x="6675" y="245"/>
                  <a:pt x="6669" y="252"/>
                  <a:pt x="6662" y="259"/>
                </a:cubicBezTo>
                <a:cubicBezTo>
                  <a:pt x="6656" y="265"/>
                  <a:pt x="6649" y="271"/>
                  <a:pt x="6641" y="276"/>
                </a:cubicBezTo>
                <a:cubicBezTo>
                  <a:pt x="6633" y="282"/>
                  <a:pt x="6625" y="286"/>
                  <a:pt x="6616" y="289"/>
                </a:cubicBezTo>
                <a:cubicBezTo>
                  <a:pt x="6608" y="293"/>
                  <a:pt x="6599" y="296"/>
                  <a:pt x="6590" y="298"/>
                </a:cubicBezTo>
                <a:cubicBezTo>
                  <a:pt x="6581" y="299"/>
                  <a:pt x="6572" y="300"/>
                  <a:pt x="6562" y="300"/>
                </a:cubicBezTo>
                <a:lnTo>
                  <a:pt x="141" y="300"/>
                </a:lnTo>
                <a:cubicBezTo>
                  <a:pt x="132" y="300"/>
                  <a:pt x="123" y="299"/>
                  <a:pt x="114" y="298"/>
                </a:cubicBezTo>
                <a:cubicBezTo>
                  <a:pt x="105" y="296"/>
                  <a:pt x="96" y="293"/>
                  <a:pt x="87" y="289"/>
                </a:cubicBezTo>
                <a:cubicBezTo>
                  <a:pt x="79" y="286"/>
                  <a:pt x="70" y="282"/>
                  <a:pt x="63" y="276"/>
                </a:cubicBezTo>
                <a:cubicBezTo>
                  <a:pt x="55" y="271"/>
                  <a:pt x="48" y="265"/>
                  <a:pt x="41" y="259"/>
                </a:cubicBezTo>
                <a:cubicBezTo>
                  <a:pt x="35" y="252"/>
                  <a:pt x="29" y="245"/>
                  <a:pt x="24" y="237"/>
                </a:cubicBezTo>
                <a:cubicBezTo>
                  <a:pt x="18" y="230"/>
                  <a:pt x="14" y="221"/>
                  <a:pt x="11" y="212"/>
                </a:cubicBezTo>
                <a:cubicBezTo>
                  <a:pt x="7" y="203"/>
                  <a:pt x="4" y="194"/>
                  <a:pt x="2" y="185"/>
                </a:cubicBezTo>
                <a:cubicBezTo>
                  <a:pt x="1" y="176"/>
                  <a:pt x="0" y="167"/>
                  <a:pt x="0" y="158"/>
                </a:cubicBezTo>
                <a:lnTo>
                  <a:pt x="0" y="142"/>
                </a:lnTo>
                <a:cubicBezTo>
                  <a:pt x="0" y="132"/>
                  <a:pt x="1" y="123"/>
                  <a:pt x="2" y="114"/>
                </a:cubicBezTo>
                <a:cubicBezTo>
                  <a:pt x="4" y="105"/>
                  <a:pt x="7" y="96"/>
                  <a:pt x="11" y="88"/>
                </a:cubicBezTo>
                <a:cubicBezTo>
                  <a:pt x="14" y="79"/>
                  <a:pt x="18" y="71"/>
                  <a:pt x="24" y="63"/>
                </a:cubicBezTo>
                <a:cubicBezTo>
                  <a:pt x="29" y="55"/>
                  <a:pt x="35" y="48"/>
                  <a:pt x="41" y="42"/>
                </a:cubicBezTo>
                <a:cubicBezTo>
                  <a:pt x="48" y="35"/>
                  <a:pt x="55" y="29"/>
                  <a:pt x="63" y="24"/>
                </a:cubicBezTo>
                <a:cubicBezTo>
                  <a:pt x="70" y="19"/>
                  <a:pt x="79" y="14"/>
                  <a:pt x="87" y="11"/>
                </a:cubicBezTo>
                <a:cubicBezTo>
                  <a:pt x="96" y="7"/>
                  <a:pt x="105" y="5"/>
                  <a:pt x="114" y="3"/>
                </a:cubicBezTo>
                <a:cubicBezTo>
                  <a:pt x="123" y="1"/>
                  <a:pt x="132" y="0"/>
                  <a:pt x="14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236520" y="1050120"/>
            <a:ext cx="2419200" cy="113760"/>
          </a:xfrm>
          <a:custGeom>
            <a:avLst/>
            <a:gdLst/>
            <a:ahLst/>
            <a:rect l="0" t="0" r="r" b="b"/>
            <a:pathLst>
              <a:path w="6720" h="316">
                <a:moveTo>
                  <a:pt x="212" y="0"/>
                </a:moveTo>
                <a:lnTo>
                  <a:pt x="244" y="0"/>
                </a:lnTo>
                <a:lnTo>
                  <a:pt x="244" y="16"/>
                </a:lnTo>
                <a:lnTo>
                  <a:pt x="212" y="16"/>
                </a:lnTo>
                <a:lnTo>
                  <a:pt x="212" y="0"/>
                </a:lnTo>
                <a:moveTo>
                  <a:pt x="275" y="0"/>
                </a:moveTo>
                <a:lnTo>
                  <a:pt x="307" y="0"/>
                </a:lnTo>
                <a:lnTo>
                  <a:pt x="307" y="16"/>
                </a:lnTo>
                <a:lnTo>
                  <a:pt x="275" y="16"/>
                </a:lnTo>
                <a:lnTo>
                  <a:pt x="275" y="0"/>
                </a:lnTo>
                <a:moveTo>
                  <a:pt x="338" y="0"/>
                </a:moveTo>
                <a:lnTo>
                  <a:pt x="370" y="0"/>
                </a:lnTo>
                <a:lnTo>
                  <a:pt x="370" y="16"/>
                </a:lnTo>
                <a:lnTo>
                  <a:pt x="338" y="16"/>
                </a:lnTo>
                <a:lnTo>
                  <a:pt x="338" y="0"/>
                </a:lnTo>
                <a:moveTo>
                  <a:pt x="401" y="0"/>
                </a:moveTo>
                <a:lnTo>
                  <a:pt x="433" y="0"/>
                </a:lnTo>
                <a:lnTo>
                  <a:pt x="433" y="16"/>
                </a:lnTo>
                <a:lnTo>
                  <a:pt x="401" y="16"/>
                </a:lnTo>
                <a:lnTo>
                  <a:pt x="401" y="0"/>
                </a:lnTo>
                <a:moveTo>
                  <a:pt x="464" y="0"/>
                </a:moveTo>
                <a:lnTo>
                  <a:pt x="496" y="0"/>
                </a:lnTo>
                <a:lnTo>
                  <a:pt x="496" y="16"/>
                </a:lnTo>
                <a:lnTo>
                  <a:pt x="464" y="16"/>
                </a:lnTo>
                <a:lnTo>
                  <a:pt x="464" y="0"/>
                </a:lnTo>
                <a:moveTo>
                  <a:pt x="527" y="0"/>
                </a:moveTo>
                <a:lnTo>
                  <a:pt x="558" y="0"/>
                </a:lnTo>
                <a:lnTo>
                  <a:pt x="558" y="16"/>
                </a:lnTo>
                <a:lnTo>
                  <a:pt x="527" y="16"/>
                </a:lnTo>
                <a:lnTo>
                  <a:pt x="527" y="0"/>
                </a:lnTo>
                <a:moveTo>
                  <a:pt x="590" y="0"/>
                </a:moveTo>
                <a:lnTo>
                  <a:pt x="621" y="0"/>
                </a:lnTo>
                <a:lnTo>
                  <a:pt x="621" y="16"/>
                </a:lnTo>
                <a:lnTo>
                  <a:pt x="590" y="16"/>
                </a:lnTo>
                <a:lnTo>
                  <a:pt x="590" y="0"/>
                </a:lnTo>
                <a:moveTo>
                  <a:pt x="653" y="0"/>
                </a:moveTo>
                <a:lnTo>
                  <a:pt x="684" y="0"/>
                </a:lnTo>
                <a:lnTo>
                  <a:pt x="684" y="16"/>
                </a:lnTo>
                <a:lnTo>
                  <a:pt x="653" y="16"/>
                </a:lnTo>
                <a:lnTo>
                  <a:pt x="653" y="0"/>
                </a:lnTo>
                <a:moveTo>
                  <a:pt x="716" y="0"/>
                </a:moveTo>
                <a:lnTo>
                  <a:pt x="747" y="0"/>
                </a:lnTo>
                <a:lnTo>
                  <a:pt x="747" y="16"/>
                </a:lnTo>
                <a:lnTo>
                  <a:pt x="716" y="16"/>
                </a:lnTo>
                <a:lnTo>
                  <a:pt x="716" y="0"/>
                </a:lnTo>
                <a:moveTo>
                  <a:pt x="779" y="0"/>
                </a:moveTo>
                <a:lnTo>
                  <a:pt x="810" y="0"/>
                </a:lnTo>
                <a:lnTo>
                  <a:pt x="810" y="16"/>
                </a:lnTo>
                <a:lnTo>
                  <a:pt x="779" y="16"/>
                </a:lnTo>
                <a:lnTo>
                  <a:pt x="779" y="0"/>
                </a:lnTo>
                <a:moveTo>
                  <a:pt x="842" y="0"/>
                </a:moveTo>
                <a:lnTo>
                  <a:pt x="873" y="0"/>
                </a:lnTo>
                <a:lnTo>
                  <a:pt x="873" y="16"/>
                </a:lnTo>
                <a:lnTo>
                  <a:pt x="842" y="16"/>
                </a:lnTo>
                <a:lnTo>
                  <a:pt x="842" y="0"/>
                </a:lnTo>
                <a:moveTo>
                  <a:pt x="905" y="0"/>
                </a:moveTo>
                <a:lnTo>
                  <a:pt x="936" y="0"/>
                </a:lnTo>
                <a:lnTo>
                  <a:pt x="936" y="16"/>
                </a:lnTo>
                <a:lnTo>
                  <a:pt x="905" y="16"/>
                </a:lnTo>
                <a:lnTo>
                  <a:pt x="905" y="0"/>
                </a:lnTo>
                <a:moveTo>
                  <a:pt x="968" y="0"/>
                </a:moveTo>
                <a:lnTo>
                  <a:pt x="999" y="0"/>
                </a:lnTo>
                <a:lnTo>
                  <a:pt x="999" y="16"/>
                </a:lnTo>
                <a:lnTo>
                  <a:pt x="968" y="16"/>
                </a:lnTo>
                <a:lnTo>
                  <a:pt x="968" y="0"/>
                </a:lnTo>
                <a:moveTo>
                  <a:pt x="1031" y="0"/>
                </a:moveTo>
                <a:lnTo>
                  <a:pt x="1062" y="0"/>
                </a:lnTo>
                <a:lnTo>
                  <a:pt x="1062" y="16"/>
                </a:lnTo>
                <a:lnTo>
                  <a:pt x="1031" y="16"/>
                </a:lnTo>
                <a:lnTo>
                  <a:pt x="1031" y="0"/>
                </a:lnTo>
                <a:moveTo>
                  <a:pt x="1093" y="0"/>
                </a:moveTo>
                <a:lnTo>
                  <a:pt x="1125" y="0"/>
                </a:lnTo>
                <a:lnTo>
                  <a:pt x="1125" y="16"/>
                </a:lnTo>
                <a:lnTo>
                  <a:pt x="1093" y="16"/>
                </a:lnTo>
                <a:lnTo>
                  <a:pt x="1093" y="0"/>
                </a:lnTo>
                <a:moveTo>
                  <a:pt x="1156" y="0"/>
                </a:moveTo>
                <a:lnTo>
                  <a:pt x="1188" y="0"/>
                </a:lnTo>
                <a:lnTo>
                  <a:pt x="1188" y="16"/>
                </a:lnTo>
                <a:lnTo>
                  <a:pt x="1156" y="16"/>
                </a:lnTo>
                <a:lnTo>
                  <a:pt x="1156" y="0"/>
                </a:lnTo>
                <a:moveTo>
                  <a:pt x="1219" y="0"/>
                </a:moveTo>
                <a:lnTo>
                  <a:pt x="1251" y="0"/>
                </a:lnTo>
                <a:lnTo>
                  <a:pt x="1251" y="16"/>
                </a:lnTo>
                <a:lnTo>
                  <a:pt x="1219" y="16"/>
                </a:lnTo>
                <a:lnTo>
                  <a:pt x="1219" y="0"/>
                </a:lnTo>
                <a:moveTo>
                  <a:pt x="1282" y="0"/>
                </a:moveTo>
                <a:lnTo>
                  <a:pt x="1314" y="0"/>
                </a:lnTo>
                <a:lnTo>
                  <a:pt x="1314" y="16"/>
                </a:lnTo>
                <a:lnTo>
                  <a:pt x="1282" y="16"/>
                </a:lnTo>
                <a:lnTo>
                  <a:pt x="1282" y="0"/>
                </a:lnTo>
                <a:moveTo>
                  <a:pt x="1345" y="0"/>
                </a:moveTo>
                <a:lnTo>
                  <a:pt x="1377" y="0"/>
                </a:lnTo>
                <a:lnTo>
                  <a:pt x="1377" y="16"/>
                </a:lnTo>
                <a:lnTo>
                  <a:pt x="1345" y="16"/>
                </a:lnTo>
                <a:lnTo>
                  <a:pt x="1345" y="0"/>
                </a:lnTo>
                <a:moveTo>
                  <a:pt x="1408" y="0"/>
                </a:moveTo>
                <a:lnTo>
                  <a:pt x="1440" y="0"/>
                </a:lnTo>
                <a:lnTo>
                  <a:pt x="1440" y="16"/>
                </a:lnTo>
                <a:lnTo>
                  <a:pt x="1408" y="16"/>
                </a:lnTo>
                <a:lnTo>
                  <a:pt x="1408" y="0"/>
                </a:lnTo>
                <a:moveTo>
                  <a:pt x="1471" y="0"/>
                </a:moveTo>
                <a:lnTo>
                  <a:pt x="1503" y="0"/>
                </a:lnTo>
                <a:lnTo>
                  <a:pt x="1503" y="16"/>
                </a:lnTo>
                <a:lnTo>
                  <a:pt x="1471" y="16"/>
                </a:lnTo>
                <a:lnTo>
                  <a:pt x="1471" y="0"/>
                </a:lnTo>
                <a:moveTo>
                  <a:pt x="1534" y="0"/>
                </a:moveTo>
                <a:lnTo>
                  <a:pt x="1566" y="0"/>
                </a:lnTo>
                <a:lnTo>
                  <a:pt x="1566" y="16"/>
                </a:lnTo>
                <a:lnTo>
                  <a:pt x="1534" y="16"/>
                </a:lnTo>
                <a:lnTo>
                  <a:pt x="1534" y="0"/>
                </a:lnTo>
                <a:moveTo>
                  <a:pt x="1597" y="0"/>
                </a:moveTo>
                <a:lnTo>
                  <a:pt x="1628" y="0"/>
                </a:lnTo>
                <a:lnTo>
                  <a:pt x="1628" y="16"/>
                </a:lnTo>
                <a:lnTo>
                  <a:pt x="1597" y="16"/>
                </a:lnTo>
                <a:lnTo>
                  <a:pt x="1597" y="0"/>
                </a:lnTo>
                <a:moveTo>
                  <a:pt x="1660" y="0"/>
                </a:moveTo>
                <a:lnTo>
                  <a:pt x="1691" y="0"/>
                </a:lnTo>
                <a:lnTo>
                  <a:pt x="1691" y="16"/>
                </a:lnTo>
                <a:lnTo>
                  <a:pt x="1660" y="16"/>
                </a:lnTo>
                <a:lnTo>
                  <a:pt x="1660" y="0"/>
                </a:lnTo>
                <a:moveTo>
                  <a:pt x="1723" y="0"/>
                </a:moveTo>
                <a:lnTo>
                  <a:pt x="1754" y="0"/>
                </a:lnTo>
                <a:lnTo>
                  <a:pt x="1754" y="16"/>
                </a:lnTo>
                <a:lnTo>
                  <a:pt x="1723" y="16"/>
                </a:lnTo>
                <a:lnTo>
                  <a:pt x="1723" y="0"/>
                </a:lnTo>
                <a:moveTo>
                  <a:pt x="1786" y="0"/>
                </a:moveTo>
                <a:lnTo>
                  <a:pt x="1817" y="0"/>
                </a:lnTo>
                <a:lnTo>
                  <a:pt x="1817" y="16"/>
                </a:lnTo>
                <a:lnTo>
                  <a:pt x="1786" y="16"/>
                </a:lnTo>
                <a:lnTo>
                  <a:pt x="1786" y="0"/>
                </a:lnTo>
                <a:moveTo>
                  <a:pt x="1849" y="0"/>
                </a:moveTo>
                <a:lnTo>
                  <a:pt x="1880" y="0"/>
                </a:lnTo>
                <a:lnTo>
                  <a:pt x="1880" y="16"/>
                </a:lnTo>
                <a:lnTo>
                  <a:pt x="1849" y="16"/>
                </a:lnTo>
                <a:lnTo>
                  <a:pt x="1849" y="0"/>
                </a:lnTo>
                <a:moveTo>
                  <a:pt x="1912" y="0"/>
                </a:moveTo>
                <a:lnTo>
                  <a:pt x="1943" y="0"/>
                </a:lnTo>
                <a:lnTo>
                  <a:pt x="1943" y="16"/>
                </a:lnTo>
                <a:lnTo>
                  <a:pt x="1912" y="16"/>
                </a:lnTo>
                <a:lnTo>
                  <a:pt x="1912" y="0"/>
                </a:lnTo>
                <a:moveTo>
                  <a:pt x="1975" y="0"/>
                </a:moveTo>
                <a:lnTo>
                  <a:pt x="2006" y="0"/>
                </a:lnTo>
                <a:lnTo>
                  <a:pt x="2006" y="16"/>
                </a:lnTo>
                <a:lnTo>
                  <a:pt x="1975" y="16"/>
                </a:lnTo>
                <a:lnTo>
                  <a:pt x="1975" y="0"/>
                </a:lnTo>
                <a:moveTo>
                  <a:pt x="2038" y="0"/>
                </a:moveTo>
                <a:lnTo>
                  <a:pt x="2069" y="0"/>
                </a:lnTo>
                <a:lnTo>
                  <a:pt x="2069" y="16"/>
                </a:lnTo>
                <a:lnTo>
                  <a:pt x="2038" y="16"/>
                </a:lnTo>
                <a:lnTo>
                  <a:pt x="2038" y="0"/>
                </a:lnTo>
                <a:moveTo>
                  <a:pt x="2101" y="0"/>
                </a:moveTo>
                <a:lnTo>
                  <a:pt x="2132" y="0"/>
                </a:lnTo>
                <a:lnTo>
                  <a:pt x="2132" y="16"/>
                </a:lnTo>
                <a:lnTo>
                  <a:pt x="2101" y="16"/>
                </a:lnTo>
                <a:lnTo>
                  <a:pt x="2101" y="0"/>
                </a:lnTo>
                <a:moveTo>
                  <a:pt x="2163" y="0"/>
                </a:moveTo>
                <a:lnTo>
                  <a:pt x="2195" y="0"/>
                </a:lnTo>
                <a:lnTo>
                  <a:pt x="2195" y="16"/>
                </a:lnTo>
                <a:lnTo>
                  <a:pt x="2163" y="16"/>
                </a:lnTo>
                <a:lnTo>
                  <a:pt x="2163" y="0"/>
                </a:lnTo>
                <a:moveTo>
                  <a:pt x="2226" y="0"/>
                </a:moveTo>
                <a:lnTo>
                  <a:pt x="2258" y="0"/>
                </a:lnTo>
                <a:lnTo>
                  <a:pt x="2258" y="16"/>
                </a:lnTo>
                <a:lnTo>
                  <a:pt x="2226" y="16"/>
                </a:lnTo>
                <a:lnTo>
                  <a:pt x="2226" y="0"/>
                </a:lnTo>
                <a:moveTo>
                  <a:pt x="2289" y="0"/>
                </a:moveTo>
                <a:lnTo>
                  <a:pt x="2321" y="0"/>
                </a:lnTo>
                <a:lnTo>
                  <a:pt x="2321" y="16"/>
                </a:lnTo>
                <a:lnTo>
                  <a:pt x="2289" y="16"/>
                </a:lnTo>
                <a:lnTo>
                  <a:pt x="2289" y="0"/>
                </a:lnTo>
                <a:moveTo>
                  <a:pt x="2352" y="0"/>
                </a:moveTo>
                <a:lnTo>
                  <a:pt x="2384" y="0"/>
                </a:lnTo>
                <a:lnTo>
                  <a:pt x="2384" y="16"/>
                </a:lnTo>
                <a:lnTo>
                  <a:pt x="2352" y="16"/>
                </a:lnTo>
                <a:lnTo>
                  <a:pt x="2352" y="0"/>
                </a:lnTo>
                <a:moveTo>
                  <a:pt x="2415" y="0"/>
                </a:moveTo>
                <a:lnTo>
                  <a:pt x="2447" y="0"/>
                </a:lnTo>
                <a:lnTo>
                  <a:pt x="2447" y="16"/>
                </a:lnTo>
                <a:lnTo>
                  <a:pt x="2415" y="16"/>
                </a:lnTo>
                <a:lnTo>
                  <a:pt x="2415" y="0"/>
                </a:lnTo>
                <a:moveTo>
                  <a:pt x="2478" y="0"/>
                </a:moveTo>
                <a:lnTo>
                  <a:pt x="2510" y="0"/>
                </a:lnTo>
                <a:lnTo>
                  <a:pt x="2510" y="16"/>
                </a:lnTo>
                <a:lnTo>
                  <a:pt x="2478" y="16"/>
                </a:lnTo>
                <a:lnTo>
                  <a:pt x="2478" y="0"/>
                </a:lnTo>
                <a:moveTo>
                  <a:pt x="2541" y="0"/>
                </a:moveTo>
                <a:lnTo>
                  <a:pt x="2573" y="0"/>
                </a:lnTo>
                <a:lnTo>
                  <a:pt x="2573" y="16"/>
                </a:lnTo>
                <a:lnTo>
                  <a:pt x="2541" y="16"/>
                </a:lnTo>
                <a:lnTo>
                  <a:pt x="2541" y="0"/>
                </a:lnTo>
                <a:moveTo>
                  <a:pt x="2604" y="0"/>
                </a:moveTo>
                <a:lnTo>
                  <a:pt x="2636" y="0"/>
                </a:lnTo>
                <a:lnTo>
                  <a:pt x="2636" y="16"/>
                </a:lnTo>
                <a:lnTo>
                  <a:pt x="2604" y="16"/>
                </a:lnTo>
                <a:lnTo>
                  <a:pt x="2604" y="0"/>
                </a:lnTo>
                <a:moveTo>
                  <a:pt x="2667" y="0"/>
                </a:moveTo>
                <a:lnTo>
                  <a:pt x="2698" y="0"/>
                </a:lnTo>
                <a:lnTo>
                  <a:pt x="2698" y="16"/>
                </a:lnTo>
                <a:lnTo>
                  <a:pt x="2667" y="16"/>
                </a:lnTo>
                <a:lnTo>
                  <a:pt x="2667" y="0"/>
                </a:lnTo>
                <a:moveTo>
                  <a:pt x="2731" y="0"/>
                </a:moveTo>
                <a:lnTo>
                  <a:pt x="2762" y="0"/>
                </a:lnTo>
                <a:lnTo>
                  <a:pt x="2762" y="16"/>
                </a:lnTo>
                <a:lnTo>
                  <a:pt x="2731" y="16"/>
                </a:lnTo>
                <a:lnTo>
                  <a:pt x="2731" y="0"/>
                </a:lnTo>
                <a:moveTo>
                  <a:pt x="2794" y="0"/>
                </a:moveTo>
                <a:lnTo>
                  <a:pt x="2825" y="0"/>
                </a:lnTo>
                <a:lnTo>
                  <a:pt x="2825" y="16"/>
                </a:lnTo>
                <a:lnTo>
                  <a:pt x="2794" y="16"/>
                </a:lnTo>
                <a:lnTo>
                  <a:pt x="2794" y="0"/>
                </a:lnTo>
                <a:moveTo>
                  <a:pt x="2857" y="0"/>
                </a:moveTo>
                <a:lnTo>
                  <a:pt x="2888" y="0"/>
                </a:lnTo>
                <a:lnTo>
                  <a:pt x="2888" y="16"/>
                </a:lnTo>
                <a:lnTo>
                  <a:pt x="2857" y="16"/>
                </a:lnTo>
                <a:lnTo>
                  <a:pt x="2857" y="0"/>
                </a:lnTo>
                <a:moveTo>
                  <a:pt x="2920" y="0"/>
                </a:moveTo>
                <a:lnTo>
                  <a:pt x="2951" y="0"/>
                </a:lnTo>
                <a:lnTo>
                  <a:pt x="2951" y="16"/>
                </a:lnTo>
                <a:lnTo>
                  <a:pt x="2920" y="16"/>
                </a:lnTo>
                <a:lnTo>
                  <a:pt x="2920" y="0"/>
                </a:lnTo>
                <a:moveTo>
                  <a:pt x="2983" y="0"/>
                </a:moveTo>
                <a:lnTo>
                  <a:pt x="3014" y="0"/>
                </a:lnTo>
                <a:lnTo>
                  <a:pt x="3014" y="16"/>
                </a:lnTo>
                <a:lnTo>
                  <a:pt x="2983" y="16"/>
                </a:lnTo>
                <a:lnTo>
                  <a:pt x="2983" y="0"/>
                </a:lnTo>
                <a:moveTo>
                  <a:pt x="3046" y="0"/>
                </a:moveTo>
                <a:lnTo>
                  <a:pt x="3077" y="0"/>
                </a:lnTo>
                <a:lnTo>
                  <a:pt x="3077" y="16"/>
                </a:lnTo>
                <a:lnTo>
                  <a:pt x="3046" y="16"/>
                </a:lnTo>
                <a:lnTo>
                  <a:pt x="3046" y="0"/>
                </a:lnTo>
                <a:moveTo>
                  <a:pt x="3109" y="0"/>
                </a:moveTo>
                <a:lnTo>
                  <a:pt x="3140" y="0"/>
                </a:lnTo>
                <a:lnTo>
                  <a:pt x="3140" y="16"/>
                </a:lnTo>
                <a:lnTo>
                  <a:pt x="3109" y="16"/>
                </a:lnTo>
                <a:lnTo>
                  <a:pt x="3109" y="0"/>
                </a:lnTo>
                <a:moveTo>
                  <a:pt x="3172" y="0"/>
                </a:moveTo>
                <a:lnTo>
                  <a:pt x="3203" y="0"/>
                </a:lnTo>
                <a:lnTo>
                  <a:pt x="3203" y="16"/>
                </a:lnTo>
                <a:lnTo>
                  <a:pt x="3172" y="16"/>
                </a:lnTo>
                <a:lnTo>
                  <a:pt x="3172" y="0"/>
                </a:lnTo>
                <a:moveTo>
                  <a:pt x="3234" y="0"/>
                </a:moveTo>
                <a:lnTo>
                  <a:pt x="3266" y="0"/>
                </a:lnTo>
                <a:lnTo>
                  <a:pt x="3266" y="16"/>
                </a:lnTo>
                <a:lnTo>
                  <a:pt x="3234" y="16"/>
                </a:lnTo>
                <a:lnTo>
                  <a:pt x="3234" y="0"/>
                </a:lnTo>
                <a:moveTo>
                  <a:pt x="3297" y="0"/>
                </a:moveTo>
                <a:lnTo>
                  <a:pt x="3329" y="0"/>
                </a:lnTo>
                <a:lnTo>
                  <a:pt x="3329" y="16"/>
                </a:lnTo>
                <a:lnTo>
                  <a:pt x="3297" y="16"/>
                </a:lnTo>
                <a:lnTo>
                  <a:pt x="3297" y="0"/>
                </a:lnTo>
                <a:moveTo>
                  <a:pt x="3360" y="0"/>
                </a:moveTo>
                <a:lnTo>
                  <a:pt x="3392" y="0"/>
                </a:lnTo>
                <a:lnTo>
                  <a:pt x="3392" y="16"/>
                </a:lnTo>
                <a:lnTo>
                  <a:pt x="3360" y="16"/>
                </a:lnTo>
                <a:lnTo>
                  <a:pt x="3360" y="0"/>
                </a:lnTo>
                <a:moveTo>
                  <a:pt x="3423" y="0"/>
                </a:moveTo>
                <a:lnTo>
                  <a:pt x="3455" y="0"/>
                </a:lnTo>
                <a:lnTo>
                  <a:pt x="3455" y="16"/>
                </a:lnTo>
                <a:lnTo>
                  <a:pt x="3423" y="16"/>
                </a:lnTo>
                <a:lnTo>
                  <a:pt x="3423" y="0"/>
                </a:lnTo>
                <a:moveTo>
                  <a:pt x="3486" y="0"/>
                </a:moveTo>
                <a:lnTo>
                  <a:pt x="3518" y="0"/>
                </a:lnTo>
                <a:lnTo>
                  <a:pt x="3518" y="16"/>
                </a:lnTo>
                <a:lnTo>
                  <a:pt x="3486" y="16"/>
                </a:lnTo>
                <a:lnTo>
                  <a:pt x="3486" y="0"/>
                </a:lnTo>
                <a:moveTo>
                  <a:pt x="3549" y="0"/>
                </a:moveTo>
                <a:lnTo>
                  <a:pt x="3581" y="0"/>
                </a:lnTo>
                <a:lnTo>
                  <a:pt x="3581" y="16"/>
                </a:lnTo>
                <a:lnTo>
                  <a:pt x="3549" y="16"/>
                </a:lnTo>
                <a:lnTo>
                  <a:pt x="3549" y="0"/>
                </a:lnTo>
                <a:moveTo>
                  <a:pt x="3612" y="0"/>
                </a:moveTo>
                <a:lnTo>
                  <a:pt x="3644" y="0"/>
                </a:lnTo>
                <a:lnTo>
                  <a:pt x="3644" y="16"/>
                </a:lnTo>
                <a:lnTo>
                  <a:pt x="3612" y="16"/>
                </a:lnTo>
                <a:lnTo>
                  <a:pt x="3612" y="0"/>
                </a:lnTo>
                <a:moveTo>
                  <a:pt x="3675" y="0"/>
                </a:moveTo>
                <a:lnTo>
                  <a:pt x="3706" y="0"/>
                </a:lnTo>
                <a:lnTo>
                  <a:pt x="3706" y="16"/>
                </a:lnTo>
                <a:lnTo>
                  <a:pt x="3675" y="16"/>
                </a:lnTo>
                <a:lnTo>
                  <a:pt x="3675" y="0"/>
                </a:lnTo>
                <a:moveTo>
                  <a:pt x="3738" y="0"/>
                </a:moveTo>
                <a:lnTo>
                  <a:pt x="3769" y="0"/>
                </a:lnTo>
                <a:lnTo>
                  <a:pt x="3769" y="16"/>
                </a:lnTo>
                <a:lnTo>
                  <a:pt x="3738" y="16"/>
                </a:lnTo>
                <a:lnTo>
                  <a:pt x="3738" y="0"/>
                </a:lnTo>
                <a:moveTo>
                  <a:pt x="3801" y="0"/>
                </a:moveTo>
                <a:lnTo>
                  <a:pt x="3832" y="0"/>
                </a:lnTo>
                <a:lnTo>
                  <a:pt x="3832" y="16"/>
                </a:lnTo>
                <a:lnTo>
                  <a:pt x="3801" y="16"/>
                </a:lnTo>
                <a:lnTo>
                  <a:pt x="3801" y="0"/>
                </a:lnTo>
                <a:moveTo>
                  <a:pt x="3864" y="0"/>
                </a:moveTo>
                <a:lnTo>
                  <a:pt x="3895" y="0"/>
                </a:lnTo>
                <a:lnTo>
                  <a:pt x="3895" y="16"/>
                </a:lnTo>
                <a:lnTo>
                  <a:pt x="3864" y="16"/>
                </a:lnTo>
                <a:lnTo>
                  <a:pt x="3864" y="0"/>
                </a:lnTo>
                <a:moveTo>
                  <a:pt x="3927" y="0"/>
                </a:moveTo>
                <a:lnTo>
                  <a:pt x="3958" y="0"/>
                </a:lnTo>
                <a:lnTo>
                  <a:pt x="3958" y="16"/>
                </a:lnTo>
                <a:lnTo>
                  <a:pt x="3927" y="16"/>
                </a:lnTo>
                <a:lnTo>
                  <a:pt x="3927" y="0"/>
                </a:lnTo>
                <a:moveTo>
                  <a:pt x="3990" y="0"/>
                </a:moveTo>
                <a:lnTo>
                  <a:pt x="4021" y="0"/>
                </a:lnTo>
                <a:lnTo>
                  <a:pt x="4021" y="16"/>
                </a:lnTo>
                <a:lnTo>
                  <a:pt x="3990" y="16"/>
                </a:lnTo>
                <a:lnTo>
                  <a:pt x="3990" y="0"/>
                </a:lnTo>
                <a:moveTo>
                  <a:pt x="4053" y="0"/>
                </a:moveTo>
                <a:lnTo>
                  <a:pt x="4084" y="0"/>
                </a:lnTo>
                <a:lnTo>
                  <a:pt x="4084" y="16"/>
                </a:lnTo>
                <a:lnTo>
                  <a:pt x="4053" y="16"/>
                </a:lnTo>
                <a:lnTo>
                  <a:pt x="4053" y="0"/>
                </a:lnTo>
                <a:moveTo>
                  <a:pt x="4116" y="0"/>
                </a:moveTo>
                <a:lnTo>
                  <a:pt x="4147" y="0"/>
                </a:lnTo>
                <a:lnTo>
                  <a:pt x="4147" y="16"/>
                </a:lnTo>
                <a:lnTo>
                  <a:pt x="4116" y="16"/>
                </a:lnTo>
                <a:lnTo>
                  <a:pt x="4116" y="0"/>
                </a:lnTo>
                <a:moveTo>
                  <a:pt x="4179" y="0"/>
                </a:moveTo>
                <a:lnTo>
                  <a:pt x="4210" y="0"/>
                </a:lnTo>
                <a:lnTo>
                  <a:pt x="4210" y="16"/>
                </a:lnTo>
                <a:lnTo>
                  <a:pt x="4179" y="16"/>
                </a:lnTo>
                <a:lnTo>
                  <a:pt x="4179" y="0"/>
                </a:lnTo>
                <a:moveTo>
                  <a:pt x="4241" y="0"/>
                </a:moveTo>
                <a:lnTo>
                  <a:pt x="4273" y="0"/>
                </a:lnTo>
                <a:lnTo>
                  <a:pt x="4273" y="16"/>
                </a:lnTo>
                <a:lnTo>
                  <a:pt x="4241" y="16"/>
                </a:lnTo>
                <a:lnTo>
                  <a:pt x="4241" y="0"/>
                </a:lnTo>
                <a:moveTo>
                  <a:pt x="4304" y="0"/>
                </a:moveTo>
                <a:lnTo>
                  <a:pt x="4336" y="0"/>
                </a:lnTo>
                <a:lnTo>
                  <a:pt x="4336" y="16"/>
                </a:lnTo>
                <a:lnTo>
                  <a:pt x="4304" y="16"/>
                </a:lnTo>
                <a:lnTo>
                  <a:pt x="4304" y="0"/>
                </a:lnTo>
                <a:moveTo>
                  <a:pt x="4367" y="0"/>
                </a:moveTo>
                <a:lnTo>
                  <a:pt x="4399" y="0"/>
                </a:lnTo>
                <a:lnTo>
                  <a:pt x="4399" y="16"/>
                </a:lnTo>
                <a:lnTo>
                  <a:pt x="4367" y="16"/>
                </a:lnTo>
                <a:lnTo>
                  <a:pt x="4367" y="0"/>
                </a:lnTo>
                <a:moveTo>
                  <a:pt x="4430" y="0"/>
                </a:moveTo>
                <a:lnTo>
                  <a:pt x="4462" y="0"/>
                </a:lnTo>
                <a:lnTo>
                  <a:pt x="4462" y="16"/>
                </a:lnTo>
                <a:lnTo>
                  <a:pt x="4430" y="16"/>
                </a:lnTo>
                <a:lnTo>
                  <a:pt x="4430" y="0"/>
                </a:lnTo>
                <a:moveTo>
                  <a:pt x="4493" y="0"/>
                </a:moveTo>
                <a:lnTo>
                  <a:pt x="4525" y="0"/>
                </a:lnTo>
                <a:lnTo>
                  <a:pt x="4525" y="16"/>
                </a:lnTo>
                <a:lnTo>
                  <a:pt x="4493" y="16"/>
                </a:lnTo>
                <a:lnTo>
                  <a:pt x="4493" y="0"/>
                </a:lnTo>
                <a:moveTo>
                  <a:pt x="4556" y="0"/>
                </a:moveTo>
                <a:lnTo>
                  <a:pt x="4588" y="0"/>
                </a:lnTo>
                <a:lnTo>
                  <a:pt x="4588" y="16"/>
                </a:lnTo>
                <a:lnTo>
                  <a:pt x="4556" y="16"/>
                </a:lnTo>
                <a:lnTo>
                  <a:pt x="4556" y="0"/>
                </a:lnTo>
                <a:moveTo>
                  <a:pt x="4619" y="0"/>
                </a:moveTo>
                <a:lnTo>
                  <a:pt x="4651" y="0"/>
                </a:lnTo>
                <a:lnTo>
                  <a:pt x="4651" y="16"/>
                </a:lnTo>
                <a:lnTo>
                  <a:pt x="4619" y="16"/>
                </a:lnTo>
                <a:lnTo>
                  <a:pt x="4619" y="0"/>
                </a:lnTo>
                <a:moveTo>
                  <a:pt x="4682" y="0"/>
                </a:moveTo>
                <a:lnTo>
                  <a:pt x="4714" y="0"/>
                </a:lnTo>
                <a:lnTo>
                  <a:pt x="4714" y="16"/>
                </a:lnTo>
                <a:lnTo>
                  <a:pt x="4682" y="16"/>
                </a:lnTo>
                <a:lnTo>
                  <a:pt x="4682" y="0"/>
                </a:lnTo>
                <a:moveTo>
                  <a:pt x="4745" y="0"/>
                </a:moveTo>
                <a:lnTo>
                  <a:pt x="4776" y="0"/>
                </a:lnTo>
                <a:lnTo>
                  <a:pt x="4776" y="16"/>
                </a:lnTo>
                <a:lnTo>
                  <a:pt x="4745" y="16"/>
                </a:lnTo>
                <a:lnTo>
                  <a:pt x="4745" y="0"/>
                </a:lnTo>
                <a:moveTo>
                  <a:pt x="4808" y="0"/>
                </a:moveTo>
                <a:lnTo>
                  <a:pt x="4839" y="0"/>
                </a:lnTo>
                <a:lnTo>
                  <a:pt x="4839" y="16"/>
                </a:lnTo>
                <a:lnTo>
                  <a:pt x="4808" y="16"/>
                </a:lnTo>
                <a:lnTo>
                  <a:pt x="4808" y="0"/>
                </a:lnTo>
                <a:moveTo>
                  <a:pt x="4871" y="0"/>
                </a:moveTo>
                <a:lnTo>
                  <a:pt x="4902" y="0"/>
                </a:lnTo>
                <a:lnTo>
                  <a:pt x="4902" y="16"/>
                </a:lnTo>
                <a:lnTo>
                  <a:pt x="4871" y="16"/>
                </a:lnTo>
                <a:lnTo>
                  <a:pt x="4871" y="0"/>
                </a:lnTo>
                <a:moveTo>
                  <a:pt x="4934" y="0"/>
                </a:moveTo>
                <a:lnTo>
                  <a:pt x="4965" y="0"/>
                </a:lnTo>
                <a:lnTo>
                  <a:pt x="4965" y="16"/>
                </a:lnTo>
                <a:lnTo>
                  <a:pt x="4934" y="16"/>
                </a:lnTo>
                <a:lnTo>
                  <a:pt x="4934" y="0"/>
                </a:lnTo>
                <a:moveTo>
                  <a:pt x="4997" y="0"/>
                </a:moveTo>
                <a:lnTo>
                  <a:pt x="5028" y="0"/>
                </a:lnTo>
                <a:lnTo>
                  <a:pt x="5028" y="16"/>
                </a:lnTo>
                <a:lnTo>
                  <a:pt x="4997" y="16"/>
                </a:lnTo>
                <a:lnTo>
                  <a:pt x="4997" y="0"/>
                </a:lnTo>
                <a:moveTo>
                  <a:pt x="5060" y="0"/>
                </a:moveTo>
                <a:lnTo>
                  <a:pt x="5091" y="0"/>
                </a:lnTo>
                <a:lnTo>
                  <a:pt x="5091" y="16"/>
                </a:lnTo>
                <a:lnTo>
                  <a:pt x="5060" y="16"/>
                </a:lnTo>
                <a:lnTo>
                  <a:pt x="5060" y="0"/>
                </a:lnTo>
                <a:moveTo>
                  <a:pt x="5123" y="0"/>
                </a:moveTo>
                <a:lnTo>
                  <a:pt x="5154" y="0"/>
                </a:lnTo>
                <a:lnTo>
                  <a:pt x="5154" y="16"/>
                </a:lnTo>
                <a:lnTo>
                  <a:pt x="5123" y="16"/>
                </a:lnTo>
                <a:lnTo>
                  <a:pt x="5123" y="0"/>
                </a:lnTo>
                <a:moveTo>
                  <a:pt x="5186" y="0"/>
                </a:moveTo>
                <a:lnTo>
                  <a:pt x="5217" y="0"/>
                </a:lnTo>
                <a:lnTo>
                  <a:pt x="5217" y="16"/>
                </a:lnTo>
                <a:lnTo>
                  <a:pt x="5186" y="16"/>
                </a:lnTo>
                <a:lnTo>
                  <a:pt x="5186" y="0"/>
                </a:lnTo>
                <a:moveTo>
                  <a:pt x="5249" y="0"/>
                </a:moveTo>
                <a:lnTo>
                  <a:pt x="5280" y="0"/>
                </a:lnTo>
                <a:lnTo>
                  <a:pt x="5280" y="16"/>
                </a:lnTo>
                <a:lnTo>
                  <a:pt x="5249" y="16"/>
                </a:lnTo>
                <a:lnTo>
                  <a:pt x="5249" y="0"/>
                </a:lnTo>
                <a:moveTo>
                  <a:pt x="5311" y="0"/>
                </a:moveTo>
                <a:lnTo>
                  <a:pt x="5343" y="0"/>
                </a:lnTo>
                <a:lnTo>
                  <a:pt x="5343" y="16"/>
                </a:lnTo>
                <a:lnTo>
                  <a:pt x="5311" y="16"/>
                </a:lnTo>
                <a:lnTo>
                  <a:pt x="5311" y="0"/>
                </a:lnTo>
                <a:moveTo>
                  <a:pt x="5374" y="0"/>
                </a:moveTo>
                <a:lnTo>
                  <a:pt x="5406" y="0"/>
                </a:lnTo>
                <a:lnTo>
                  <a:pt x="5406" y="16"/>
                </a:lnTo>
                <a:lnTo>
                  <a:pt x="5374" y="16"/>
                </a:lnTo>
                <a:lnTo>
                  <a:pt x="5374" y="0"/>
                </a:lnTo>
                <a:moveTo>
                  <a:pt x="5437" y="0"/>
                </a:moveTo>
                <a:lnTo>
                  <a:pt x="5469" y="0"/>
                </a:lnTo>
                <a:lnTo>
                  <a:pt x="5469" y="16"/>
                </a:lnTo>
                <a:lnTo>
                  <a:pt x="5437" y="16"/>
                </a:lnTo>
                <a:lnTo>
                  <a:pt x="5437" y="0"/>
                </a:lnTo>
                <a:moveTo>
                  <a:pt x="5500" y="0"/>
                </a:moveTo>
                <a:lnTo>
                  <a:pt x="5532" y="0"/>
                </a:lnTo>
                <a:lnTo>
                  <a:pt x="5532" y="16"/>
                </a:lnTo>
                <a:lnTo>
                  <a:pt x="5500" y="16"/>
                </a:lnTo>
                <a:lnTo>
                  <a:pt x="5500" y="0"/>
                </a:lnTo>
                <a:moveTo>
                  <a:pt x="5563" y="0"/>
                </a:moveTo>
                <a:lnTo>
                  <a:pt x="5595" y="0"/>
                </a:lnTo>
                <a:lnTo>
                  <a:pt x="5595" y="16"/>
                </a:lnTo>
                <a:lnTo>
                  <a:pt x="5563" y="16"/>
                </a:lnTo>
                <a:lnTo>
                  <a:pt x="5563" y="0"/>
                </a:lnTo>
                <a:moveTo>
                  <a:pt x="5626" y="0"/>
                </a:moveTo>
                <a:lnTo>
                  <a:pt x="5658" y="0"/>
                </a:lnTo>
                <a:lnTo>
                  <a:pt x="5658" y="16"/>
                </a:lnTo>
                <a:lnTo>
                  <a:pt x="5626" y="16"/>
                </a:lnTo>
                <a:lnTo>
                  <a:pt x="5626" y="0"/>
                </a:lnTo>
                <a:moveTo>
                  <a:pt x="5689" y="0"/>
                </a:moveTo>
                <a:lnTo>
                  <a:pt x="5721" y="0"/>
                </a:lnTo>
                <a:lnTo>
                  <a:pt x="5721" y="16"/>
                </a:lnTo>
                <a:lnTo>
                  <a:pt x="5689" y="16"/>
                </a:lnTo>
                <a:lnTo>
                  <a:pt x="5689" y="0"/>
                </a:lnTo>
                <a:moveTo>
                  <a:pt x="5752" y="0"/>
                </a:moveTo>
                <a:lnTo>
                  <a:pt x="5784" y="0"/>
                </a:lnTo>
                <a:lnTo>
                  <a:pt x="5784" y="16"/>
                </a:lnTo>
                <a:lnTo>
                  <a:pt x="5752" y="16"/>
                </a:lnTo>
                <a:lnTo>
                  <a:pt x="5752" y="0"/>
                </a:lnTo>
                <a:moveTo>
                  <a:pt x="5815" y="0"/>
                </a:moveTo>
                <a:lnTo>
                  <a:pt x="5846" y="0"/>
                </a:lnTo>
                <a:lnTo>
                  <a:pt x="5846" y="16"/>
                </a:lnTo>
                <a:lnTo>
                  <a:pt x="5815" y="16"/>
                </a:lnTo>
                <a:lnTo>
                  <a:pt x="5815" y="0"/>
                </a:lnTo>
                <a:moveTo>
                  <a:pt x="5878" y="0"/>
                </a:moveTo>
                <a:lnTo>
                  <a:pt x="5909" y="0"/>
                </a:lnTo>
                <a:lnTo>
                  <a:pt x="5909" y="16"/>
                </a:lnTo>
                <a:lnTo>
                  <a:pt x="5878" y="16"/>
                </a:lnTo>
                <a:lnTo>
                  <a:pt x="5878" y="0"/>
                </a:lnTo>
                <a:moveTo>
                  <a:pt x="5941" y="0"/>
                </a:moveTo>
                <a:lnTo>
                  <a:pt x="5972" y="0"/>
                </a:lnTo>
                <a:lnTo>
                  <a:pt x="5972" y="16"/>
                </a:lnTo>
                <a:lnTo>
                  <a:pt x="5941" y="16"/>
                </a:lnTo>
                <a:lnTo>
                  <a:pt x="5941" y="0"/>
                </a:lnTo>
                <a:moveTo>
                  <a:pt x="6004" y="0"/>
                </a:moveTo>
                <a:lnTo>
                  <a:pt x="6035" y="0"/>
                </a:lnTo>
                <a:lnTo>
                  <a:pt x="6035" y="16"/>
                </a:lnTo>
                <a:lnTo>
                  <a:pt x="6004" y="16"/>
                </a:lnTo>
                <a:lnTo>
                  <a:pt x="6004" y="0"/>
                </a:lnTo>
                <a:moveTo>
                  <a:pt x="6067" y="0"/>
                </a:moveTo>
                <a:lnTo>
                  <a:pt x="6098" y="0"/>
                </a:lnTo>
                <a:lnTo>
                  <a:pt x="6098" y="16"/>
                </a:lnTo>
                <a:lnTo>
                  <a:pt x="6067" y="16"/>
                </a:lnTo>
                <a:lnTo>
                  <a:pt x="6067" y="0"/>
                </a:lnTo>
                <a:moveTo>
                  <a:pt x="6130" y="0"/>
                </a:moveTo>
                <a:lnTo>
                  <a:pt x="6161" y="0"/>
                </a:lnTo>
                <a:lnTo>
                  <a:pt x="6161" y="16"/>
                </a:lnTo>
                <a:lnTo>
                  <a:pt x="6130" y="16"/>
                </a:lnTo>
                <a:lnTo>
                  <a:pt x="6130" y="0"/>
                </a:lnTo>
                <a:moveTo>
                  <a:pt x="6193" y="0"/>
                </a:moveTo>
                <a:lnTo>
                  <a:pt x="6224" y="0"/>
                </a:lnTo>
                <a:lnTo>
                  <a:pt x="6224" y="16"/>
                </a:lnTo>
                <a:lnTo>
                  <a:pt x="6193" y="16"/>
                </a:lnTo>
                <a:lnTo>
                  <a:pt x="6193" y="0"/>
                </a:lnTo>
                <a:moveTo>
                  <a:pt x="6256" y="0"/>
                </a:moveTo>
                <a:lnTo>
                  <a:pt x="6287" y="0"/>
                </a:lnTo>
                <a:lnTo>
                  <a:pt x="6287" y="16"/>
                </a:lnTo>
                <a:lnTo>
                  <a:pt x="6256" y="16"/>
                </a:lnTo>
                <a:lnTo>
                  <a:pt x="6256" y="0"/>
                </a:lnTo>
                <a:moveTo>
                  <a:pt x="6319" y="0"/>
                </a:moveTo>
                <a:lnTo>
                  <a:pt x="6350" y="0"/>
                </a:lnTo>
                <a:lnTo>
                  <a:pt x="6350" y="16"/>
                </a:lnTo>
                <a:lnTo>
                  <a:pt x="6319" y="16"/>
                </a:lnTo>
                <a:lnTo>
                  <a:pt x="6319" y="0"/>
                </a:lnTo>
                <a:moveTo>
                  <a:pt x="6381" y="0"/>
                </a:moveTo>
                <a:lnTo>
                  <a:pt x="6413" y="0"/>
                </a:lnTo>
                <a:lnTo>
                  <a:pt x="6413" y="16"/>
                </a:lnTo>
                <a:lnTo>
                  <a:pt x="6381" y="16"/>
                </a:lnTo>
                <a:lnTo>
                  <a:pt x="6381" y="0"/>
                </a:lnTo>
                <a:moveTo>
                  <a:pt x="6444" y="0"/>
                </a:moveTo>
                <a:lnTo>
                  <a:pt x="6476" y="0"/>
                </a:lnTo>
                <a:lnTo>
                  <a:pt x="6476" y="16"/>
                </a:lnTo>
                <a:lnTo>
                  <a:pt x="6444" y="16"/>
                </a:lnTo>
                <a:lnTo>
                  <a:pt x="6444" y="0"/>
                </a:lnTo>
                <a:moveTo>
                  <a:pt x="6507" y="0"/>
                </a:moveTo>
                <a:lnTo>
                  <a:pt x="6539" y="0"/>
                </a:lnTo>
                <a:lnTo>
                  <a:pt x="6539" y="16"/>
                </a:lnTo>
                <a:lnTo>
                  <a:pt x="6507" y="16"/>
                </a:lnTo>
                <a:lnTo>
                  <a:pt x="6507" y="0"/>
                </a:lnTo>
                <a:moveTo>
                  <a:pt x="6570" y="0"/>
                </a:moveTo>
                <a:cubicBezTo>
                  <a:pt x="6581" y="0"/>
                  <a:pt x="6592" y="1"/>
                  <a:pt x="6603" y="4"/>
                </a:cubicBezTo>
                <a:lnTo>
                  <a:pt x="6599" y="19"/>
                </a:lnTo>
                <a:cubicBezTo>
                  <a:pt x="6590" y="17"/>
                  <a:pt x="6580" y="16"/>
                  <a:pt x="6570" y="16"/>
                </a:cubicBezTo>
                <a:lnTo>
                  <a:pt x="6570" y="0"/>
                </a:lnTo>
                <a:moveTo>
                  <a:pt x="6635" y="15"/>
                </a:moveTo>
                <a:cubicBezTo>
                  <a:pt x="6645" y="20"/>
                  <a:pt x="6654" y="25"/>
                  <a:pt x="6663" y="32"/>
                </a:cubicBezTo>
                <a:lnTo>
                  <a:pt x="6653" y="45"/>
                </a:lnTo>
                <a:cubicBezTo>
                  <a:pt x="6645" y="39"/>
                  <a:pt x="6637" y="33"/>
                  <a:pt x="6628" y="29"/>
                </a:cubicBezTo>
                <a:lnTo>
                  <a:pt x="6635" y="15"/>
                </a:lnTo>
                <a:moveTo>
                  <a:pt x="6687" y="56"/>
                </a:moveTo>
                <a:cubicBezTo>
                  <a:pt x="6694" y="65"/>
                  <a:pt x="6700" y="76"/>
                  <a:pt x="6705" y="86"/>
                </a:cubicBezTo>
                <a:lnTo>
                  <a:pt x="6691" y="92"/>
                </a:lnTo>
                <a:cubicBezTo>
                  <a:pt x="6686" y="83"/>
                  <a:pt x="6681" y="75"/>
                  <a:pt x="6675" y="67"/>
                </a:cubicBezTo>
                <a:lnTo>
                  <a:pt x="6687" y="56"/>
                </a:lnTo>
                <a:moveTo>
                  <a:pt x="6716" y="118"/>
                </a:moveTo>
                <a:cubicBezTo>
                  <a:pt x="6718" y="128"/>
                  <a:pt x="6720" y="139"/>
                  <a:pt x="6720" y="150"/>
                </a:cubicBezTo>
                <a:lnTo>
                  <a:pt x="6704" y="150"/>
                </a:lnTo>
                <a:cubicBezTo>
                  <a:pt x="6704" y="140"/>
                  <a:pt x="6703" y="131"/>
                  <a:pt x="6701" y="121"/>
                </a:cubicBezTo>
                <a:lnTo>
                  <a:pt x="6716" y="118"/>
                </a:lnTo>
                <a:moveTo>
                  <a:pt x="6719" y="182"/>
                </a:moveTo>
                <a:cubicBezTo>
                  <a:pt x="6718" y="193"/>
                  <a:pt x="6715" y="204"/>
                  <a:pt x="6712" y="215"/>
                </a:cubicBezTo>
                <a:lnTo>
                  <a:pt x="6697" y="210"/>
                </a:lnTo>
                <a:cubicBezTo>
                  <a:pt x="6700" y="200"/>
                  <a:pt x="6702" y="190"/>
                  <a:pt x="6703" y="180"/>
                </a:cubicBezTo>
                <a:lnTo>
                  <a:pt x="6719" y="182"/>
                </a:lnTo>
                <a:moveTo>
                  <a:pt x="6698" y="245"/>
                </a:moveTo>
                <a:cubicBezTo>
                  <a:pt x="6692" y="255"/>
                  <a:pt x="6685" y="263"/>
                  <a:pt x="6677" y="271"/>
                </a:cubicBezTo>
                <a:lnTo>
                  <a:pt x="6666" y="260"/>
                </a:lnTo>
                <a:cubicBezTo>
                  <a:pt x="6673" y="253"/>
                  <a:pt x="6679" y="245"/>
                  <a:pt x="6684" y="237"/>
                </a:cubicBezTo>
                <a:lnTo>
                  <a:pt x="6698" y="245"/>
                </a:lnTo>
                <a:moveTo>
                  <a:pt x="6651" y="293"/>
                </a:moveTo>
                <a:cubicBezTo>
                  <a:pt x="6641" y="299"/>
                  <a:pt x="6631" y="304"/>
                  <a:pt x="6621" y="307"/>
                </a:cubicBezTo>
                <a:lnTo>
                  <a:pt x="6615" y="293"/>
                </a:lnTo>
                <a:cubicBezTo>
                  <a:pt x="6625" y="289"/>
                  <a:pt x="6634" y="285"/>
                  <a:pt x="6642" y="279"/>
                </a:cubicBezTo>
                <a:lnTo>
                  <a:pt x="6651" y="293"/>
                </a:lnTo>
                <a:moveTo>
                  <a:pt x="6588" y="315"/>
                </a:moveTo>
                <a:cubicBezTo>
                  <a:pt x="6582" y="316"/>
                  <a:pt x="6576" y="316"/>
                  <a:pt x="6570" y="316"/>
                </a:cubicBezTo>
                <a:lnTo>
                  <a:pt x="6556" y="316"/>
                </a:lnTo>
                <a:lnTo>
                  <a:pt x="6556" y="300"/>
                </a:lnTo>
                <a:lnTo>
                  <a:pt x="6570" y="300"/>
                </a:lnTo>
                <a:cubicBezTo>
                  <a:pt x="6576" y="300"/>
                  <a:pt x="6581" y="300"/>
                  <a:pt x="6586" y="299"/>
                </a:cubicBezTo>
                <a:lnTo>
                  <a:pt x="6588" y="315"/>
                </a:lnTo>
                <a:moveTo>
                  <a:pt x="6525" y="316"/>
                </a:moveTo>
                <a:lnTo>
                  <a:pt x="6493" y="316"/>
                </a:lnTo>
                <a:lnTo>
                  <a:pt x="6493" y="300"/>
                </a:lnTo>
                <a:lnTo>
                  <a:pt x="6525" y="300"/>
                </a:lnTo>
                <a:lnTo>
                  <a:pt x="6525" y="316"/>
                </a:lnTo>
                <a:moveTo>
                  <a:pt x="6462" y="316"/>
                </a:moveTo>
                <a:lnTo>
                  <a:pt x="6430" y="316"/>
                </a:lnTo>
                <a:lnTo>
                  <a:pt x="6430" y="300"/>
                </a:lnTo>
                <a:lnTo>
                  <a:pt x="6462" y="300"/>
                </a:lnTo>
                <a:lnTo>
                  <a:pt x="6462" y="316"/>
                </a:lnTo>
                <a:moveTo>
                  <a:pt x="6399" y="316"/>
                </a:moveTo>
                <a:lnTo>
                  <a:pt x="6367" y="316"/>
                </a:lnTo>
                <a:lnTo>
                  <a:pt x="6367" y="300"/>
                </a:lnTo>
                <a:lnTo>
                  <a:pt x="6399" y="300"/>
                </a:lnTo>
                <a:lnTo>
                  <a:pt x="6399" y="316"/>
                </a:lnTo>
                <a:moveTo>
                  <a:pt x="6336" y="316"/>
                </a:moveTo>
                <a:lnTo>
                  <a:pt x="6304" y="316"/>
                </a:lnTo>
                <a:lnTo>
                  <a:pt x="6304" y="300"/>
                </a:lnTo>
                <a:lnTo>
                  <a:pt x="6336" y="300"/>
                </a:lnTo>
                <a:lnTo>
                  <a:pt x="6336" y="316"/>
                </a:lnTo>
                <a:moveTo>
                  <a:pt x="6273" y="316"/>
                </a:moveTo>
                <a:lnTo>
                  <a:pt x="6241" y="316"/>
                </a:lnTo>
                <a:lnTo>
                  <a:pt x="6241" y="300"/>
                </a:lnTo>
                <a:lnTo>
                  <a:pt x="6273" y="300"/>
                </a:lnTo>
                <a:lnTo>
                  <a:pt x="6273" y="316"/>
                </a:lnTo>
                <a:moveTo>
                  <a:pt x="6210" y="316"/>
                </a:moveTo>
                <a:lnTo>
                  <a:pt x="6178" y="316"/>
                </a:lnTo>
                <a:lnTo>
                  <a:pt x="6178" y="300"/>
                </a:lnTo>
                <a:lnTo>
                  <a:pt x="6210" y="300"/>
                </a:lnTo>
                <a:lnTo>
                  <a:pt x="6210" y="316"/>
                </a:lnTo>
                <a:moveTo>
                  <a:pt x="6147" y="316"/>
                </a:moveTo>
                <a:lnTo>
                  <a:pt x="6115" y="316"/>
                </a:lnTo>
                <a:lnTo>
                  <a:pt x="6115" y="300"/>
                </a:lnTo>
                <a:lnTo>
                  <a:pt x="6147" y="300"/>
                </a:lnTo>
                <a:lnTo>
                  <a:pt x="6147" y="316"/>
                </a:lnTo>
                <a:moveTo>
                  <a:pt x="6084" y="316"/>
                </a:moveTo>
                <a:lnTo>
                  <a:pt x="6052" y="316"/>
                </a:lnTo>
                <a:lnTo>
                  <a:pt x="6052" y="300"/>
                </a:lnTo>
                <a:lnTo>
                  <a:pt x="6084" y="300"/>
                </a:lnTo>
                <a:lnTo>
                  <a:pt x="6084" y="316"/>
                </a:lnTo>
                <a:moveTo>
                  <a:pt x="6021" y="316"/>
                </a:moveTo>
                <a:lnTo>
                  <a:pt x="5990" y="316"/>
                </a:lnTo>
                <a:lnTo>
                  <a:pt x="5990" y="300"/>
                </a:lnTo>
                <a:lnTo>
                  <a:pt x="6021" y="300"/>
                </a:lnTo>
                <a:lnTo>
                  <a:pt x="6021" y="316"/>
                </a:lnTo>
                <a:moveTo>
                  <a:pt x="5958" y="316"/>
                </a:moveTo>
                <a:lnTo>
                  <a:pt x="5927" y="316"/>
                </a:lnTo>
                <a:lnTo>
                  <a:pt x="5927" y="300"/>
                </a:lnTo>
                <a:lnTo>
                  <a:pt x="5958" y="300"/>
                </a:lnTo>
                <a:lnTo>
                  <a:pt x="5958" y="316"/>
                </a:lnTo>
                <a:moveTo>
                  <a:pt x="5895" y="316"/>
                </a:moveTo>
                <a:lnTo>
                  <a:pt x="5864" y="316"/>
                </a:lnTo>
                <a:lnTo>
                  <a:pt x="5864" y="300"/>
                </a:lnTo>
                <a:lnTo>
                  <a:pt x="5895" y="300"/>
                </a:lnTo>
                <a:lnTo>
                  <a:pt x="5895" y="316"/>
                </a:lnTo>
                <a:moveTo>
                  <a:pt x="5832" y="316"/>
                </a:moveTo>
                <a:lnTo>
                  <a:pt x="5801" y="316"/>
                </a:lnTo>
                <a:lnTo>
                  <a:pt x="5801" y="300"/>
                </a:lnTo>
                <a:lnTo>
                  <a:pt x="5832" y="300"/>
                </a:lnTo>
                <a:lnTo>
                  <a:pt x="5832" y="316"/>
                </a:lnTo>
                <a:moveTo>
                  <a:pt x="5769" y="316"/>
                </a:moveTo>
                <a:lnTo>
                  <a:pt x="5738" y="316"/>
                </a:lnTo>
                <a:lnTo>
                  <a:pt x="5738" y="300"/>
                </a:lnTo>
                <a:lnTo>
                  <a:pt x="5769" y="300"/>
                </a:lnTo>
                <a:lnTo>
                  <a:pt x="5769" y="316"/>
                </a:lnTo>
                <a:moveTo>
                  <a:pt x="5706" y="316"/>
                </a:moveTo>
                <a:lnTo>
                  <a:pt x="5675" y="316"/>
                </a:lnTo>
                <a:lnTo>
                  <a:pt x="5675" y="300"/>
                </a:lnTo>
                <a:lnTo>
                  <a:pt x="5706" y="300"/>
                </a:lnTo>
                <a:lnTo>
                  <a:pt x="5706" y="316"/>
                </a:lnTo>
                <a:moveTo>
                  <a:pt x="5643" y="316"/>
                </a:moveTo>
                <a:lnTo>
                  <a:pt x="5612" y="316"/>
                </a:lnTo>
                <a:lnTo>
                  <a:pt x="5612" y="300"/>
                </a:lnTo>
                <a:lnTo>
                  <a:pt x="5643" y="300"/>
                </a:lnTo>
                <a:lnTo>
                  <a:pt x="5643" y="316"/>
                </a:lnTo>
                <a:moveTo>
                  <a:pt x="5580" y="316"/>
                </a:moveTo>
                <a:lnTo>
                  <a:pt x="5549" y="316"/>
                </a:lnTo>
                <a:lnTo>
                  <a:pt x="5549" y="300"/>
                </a:lnTo>
                <a:lnTo>
                  <a:pt x="5580" y="300"/>
                </a:lnTo>
                <a:lnTo>
                  <a:pt x="5580" y="316"/>
                </a:lnTo>
                <a:moveTo>
                  <a:pt x="5517" y="316"/>
                </a:moveTo>
                <a:lnTo>
                  <a:pt x="5486" y="316"/>
                </a:lnTo>
                <a:lnTo>
                  <a:pt x="5486" y="300"/>
                </a:lnTo>
                <a:lnTo>
                  <a:pt x="5517" y="300"/>
                </a:lnTo>
                <a:lnTo>
                  <a:pt x="5517" y="316"/>
                </a:lnTo>
                <a:moveTo>
                  <a:pt x="5455" y="316"/>
                </a:moveTo>
                <a:lnTo>
                  <a:pt x="5423" y="316"/>
                </a:lnTo>
                <a:lnTo>
                  <a:pt x="5423" y="300"/>
                </a:lnTo>
                <a:lnTo>
                  <a:pt x="5455" y="300"/>
                </a:lnTo>
                <a:lnTo>
                  <a:pt x="5455" y="316"/>
                </a:lnTo>
                <a:moveTo>
                  <a:pt x="5392" y="316"/>
                </a:moveTo>
                <a:lnTo>
                  <a:pt x="5360" y="316"/>
                </a:lnTo>
                <a:lnTo>
                  <a:pt x="5360" y="300"/>
                </a:lnTo>
                <a:lnTo>
                  <a:pt x="5392" y="300"/>
                </a:lnTo>
                <a:lnTo>
                  <a:pt x="5392" y="316"/>
                </a:lnTo>
                <a:moveTo>
                  <a:pt x="5329" y="316"/>
                </a:moveTo>
                <a:lnTo>
                  <a:pt x="5297" y="316"/>
                </a:lnTo>
                <a:lnTo>
                  <a:pt x="5297" y="300"/>
                </a:lnTo>
                <a:lnTo>
                  <a:pt x="5329" y="300"/>
                </a:lnTo>
                <a:lnTo>
                  <a:pt x="5329" y="316"/>
                </a:lnTo>
                <a:moveTo>
                  <a:pt x="5266" y="316"/>
                </a:moveTo>
                <a:lnTo>
                  <a:pt x="5234" y="316"/>
                </a:lnTo>
                <a:lnTo>
                  <a:pt x="5234" y="300"/>
                </a:lnTo>
                <a:lnTo>
                  <a:pt x="5266" y="300"/>
                </a:lnTo>
                <a:lnTo>
                  <a:pt x="5266" y="316"/>
                </a:lnTo>
                <a:moveTo>
                  <a:pt x="5203" y="316"/>
                </a:moveTo>
                <a:lnTo>
                  <a:pt x="5171" y="316"/>
                </a:lnTo>
                <a:lnTo>
                  <a:pt x="5171" y="300"/>
                </a:lnTo>
                <a:lnTo>
                  <a:pt x="5203" y="300"/>
                </a:lnTo>
                <a:lnTo>
                  <a:pt x="5203" y="316"/>
                </a:lnTo>
                <a:moveTo>
                  <a:pt x="5140" y="316"/>
                </a:moveTo>
                <a:lnTo>
                  <a:pt x="5108" y="316"/>
                </a:lnTo>
                <a:lnTo>
                  <a:pt x="5108" y="300"/>
                </a:lnTo>
                <a:lnTo>
                  <a:pt x="5140" y="300"/>
                </a:lnTo>
                <a:lnTo>
                  <a:pt x="5140" y="316"/>
                </a:lnTo>
                <a:moveTo>
                  <a:pt x="5077" y="316"/>
                </a:moveTo>
                <a:lnTo>
                  <a:pt x="5045" y="316"/>
                </a:lnTo>
                <a:lnTo>
                  <a:pt x="5045" y="300"/>
                </a:lnTo>
                <a:lnTo>
                  <a:pt x="5077" y="300"/>
                </a:lnTo>
                <a:lnTo>
                  <a:pt x="5077" y="316"/>
                </a:lnTo>
                <a:moveTo>
                  <a:pt x="5014" y="316"/>
                </a:moveTo>
                <a:lnTo>
                  <a:pt x="4982" y="316"/>
                </a:lnTo>
                <a:lnTo>
                  <a:pt x="4982" y="300"/>
                </a:lnTo>
                <a:lnTo>
                  <a:pt x="5014" y="300"/>
                </a:lnTo>
                <a:lnTo>
                  <a:pt x="5014" y="316"/>
                </a:lnTo>
                <a:moveTo>
                  <a:pt x="4951" y="316"/>
                </a:moveTo>
                <a:lnTo>
                  <a:pt x="4920" y="316"/>
                </a:lnTo>
                <a:lnTo>
                  <a:pt x="4920" y="300"/>
                </a:lnTo>
                <a:lnTo>
                  <a:pt x="4951" y="300"/>
                </a:lnTo>
                <a:lnTo>
                  <a:pt x="4951" y="316"/>
                </a:lnTo>
                <a:moveTo>
                  <a:pt x="4888" y="316"/>
                </a:moveTo>
                <a:lnTo>
                  <a:pt x="4857" y="316"/>
                </a:lnTo>
                <a:lnTo>
                  <a:pt x="4857" y="300"/>
                </a:lnTo>
                <a:lnTo>
                  <a:pt x="4888" y="300"/>
                </a:lnTo>
                <a:lnTo>
                  <a:pt x="4888" y="316"/>
                </a:lnTo>
                <a:moveTo>
                  <a:pt x="4825" y="316"/>
                </a:moveTo>
                <a:lnTo>
                  <a:pt x="4794" y="316"/>
                </a:lnTo>
                <a:lnTo>
                  <a:pt x="4794" y="300"/>
                </a:lnTo>
                <a:lnTo>
                  <a:pt x="4825" y="300"/>
                </a:lnTo>
                <a:lnTo>
                  <a:pt x="4825" y="316"/>
                </a:lnTo>
                <a:moveTo>
                  <a:pt x="4762" y="316"/>
                </a:moveTo>
                <a:lnTo>
                  <a:pt x="4731" y="316"/>
                </a:lnTo>
                <a:lnTo>
                  <a:pt x="4731" y="300"/>
                </a:lnTo>
                <a:lnTo>
                  <a:pt x="4762" y="300"/>
                </a:lnTo>
                <a:lnTo>
                  <a:pt x="4762" y="316"/>
                </a:lnTo>
                <a:moveTo>
                  <a:pt x="4699" y="316"/>
                </a:moveTo>
                <a:lnTo>
                  <a:pt x="4668" y="316"/>
                </a:lnTo>
                <a:lnTo>
                  <a:pt x="4668" y="300"/>
                </a:lnTo>
                <a:lnTo>
                  <a:pt x="4699" y="300"/>
                </a:lnTo>
                <a:lnTo>
                  <a:pt x="4699" y="316"/>
                </a:lnTo>
                <a:moveTo>
                  <a:pt x="4636" y="316"/>
                </a:moveTo>
                <a:lnTo>
                  <a:pt x="4605" y="316"/>
                </a:lnTo>
                <a:lnTo>
                  <a:pt x="4605" y="300"/>
                </a:lnTo>
                <a:lnTo>
                  <a:pt x="4636" y="300"/>
                </a:lnTo>
                <a:lnTo>
                  <a:pt x="4636" y="316"/>
                </a:lnTo>
                <a:moveTo>
                  <a:pt x="4573" y="316"/>
                </a:moveTo>
                <a:lnTo>
                  <a:pt x="4542" y="316"/>
                </a:lnTo>
                <a:lnTo>
                  <a:pt x="4542" y="300"/>
                </a:lnTo>
                <a:lnTo>
                  <a:pt x="4573" y="300"/>
                </a:lnTo>
                <a:lnTo>
                  <a:pt x="4573" y="316"/>
                </a:lnTo>
                <a:moveTo>
                  <a:pt x="4510" y="316"/>
                </a:moveTo>
                <a:lnTo>
                  <a:pt x="4479" y="316"/>
                </a:lnTo>
                <a:lnTo>
                  <a:pt x="4479" y="300"/>
                </a:lnTo>
                <a:lnTo>
                  <a:pt x="4510" y="300"/>
                </a:lnTo>
                <a:lnTo>
                  <a:pt x="4510" y="316"/>
                </a:lnTo>
                <a:moveTo>
                  <a:pt x="4447" y="316"/>
                </a:moveTo>
                <a:lnTo>
                  <a:pt x="4416" y="316"/>
                </a:lnTo>
                <a:lnTo>
                  <a:pt x="4416" y="300"/>
                </a:lnTo>
                <a:lnTo>
                  <a:pt x="4447" y="300"/>
                </a:lnTo>
                <a:lnTo>
                  <a:pt x="4447" y="316"/>
                </a:lnTo>
                <a:moveTo>
                  <a:pt x="4385" y="316"/>
                </a:moveTo>
                <a:lnTo>
                  <a:pt x="4353" y="316"/>
                </a:lnTo>
                <a:lnTo>
                  <a:pt x="4353" y="300"/>
                </a:lnTo>
                <a:lnTo>
                  <a:pt x="4385" y="300"/>
                </a:lnTo>
                <a:lnTo>
                  <a:pt x="4385" y="316"/>
                </a:lnTo>
                <a:moveTo>
                  <a:pt x="4322" y="316"/>
                </a:moveTo>
                <a:lnTo>
                  <a:pt x="4290" y="316"/>
                </a:lnTo>
                <a:lnTo>
                  <a:pt x="4290" y="300"/>
                </a:lnTo>
                <a:lnTo>
                  <a:pt x="4322" y="300"/>
                </a:lnTo>
                <a:lnTo>
                  <a:pt x="4322" y="316"/>
                </a:lnTo>
                <a:moveTo>
                  <a:pt x="4259" y="316"/>
                </a:moveTo>
                <a:lnTo>
                  <a:pt x="4227" y="316"/>
                </a:lnTo>
                <a:lnTo>
                  <a:pt x="4227" y="300"/>
                </a:lnTo>
                <a:lnTo>
                  <a:pt x="4259" y="300"/>
                </a:lnTo>
                <a:lnTo>
                  <a:pt x="4259" y="316"/>
                </a:lnTo>
                <a:moveTo>
                  <a:pt x="4196" y="316"/>
                </a:moveTo>
                <a:lnTo>
                  <a:pt x="4164" y="316"/>
                </a:lnTo>
                <a:lnTo>
                  <a:pt x="4164" y="300"/>
                </a:lnTo>
                <a:lnTo>
                  <a:pt x="4196" y="300"/>
                </a:lnTo>
                <a:lnTo>
                  <a:pt x="4196" y="316"/>
                </a:lnTo>
                <a:moveTo>
                  <a:pt x="4133" y="316"/>
                </a:moveTo>
                <a:lnTo>
                  <a:pt x="4101" y="316"/>
                </a:lnTo>
                <a:lnTo>
                  <a:pt x="4101" y="300"/>
                </a:lnTo>
                <a:lnTo>
                  <a:pt x="4133" y="300"/>
                </a:lnTo>
                <a:lnTo>
                  <a:pt x="4133" y="316"/>
                </a:lnTo>
                <a:moveTo>
                  <a:pt x="4070" y="316"/>
                </a:moveTo>
                <a:lnTo>
                  <a:pt x="4038" y="316"/>
                </a:lnTo>
                <a:lnTo>
                  <a:pt x="4038" y="300"/>
                </a:lnTo>
                <a:lnTo>
                  <a:pt x="4070" y="300"/>
                </a:lnTo>
                <a:lnTo>
                  <a:pt x="4070" y="316"/>
                </a:lnTo>
                <a:moveTo>
                  <a:pt x="4007" y="316"/>
                </a:moveTo>
                <a:lnTo>
                  <a:pt x="3975" y="316"/>
                </a:lnTo>
                <a:lnTo>
                  <a:pt x="3975" y="300"/>
                </a:lnTo>
                <a:lnTo>
                  <a:pt x="4007" y="300"/>
                </a:lnTo>
                <a:lnTo>
                  <a:pt x="4007" y="316"/>
                </a:lnTo>
                <a:moveTo>
                  <a:pt x="3944" y="316"/>
                </a:moveTo>
                <a:lnTo>
                  <a:pt x="3913" y="316"/>
                </a:lnTo>
                <a:lnTo>
                  <a:pt x="3913" y="300"/>
                </a:lnTo>
                <a:lnTo>
                  <a:pt x="3944" y="300"/>
                </a:lnTo>
                <a:lnTo>
                  <a:pt x="3944" y="316"/>
                </a:lnTo>
                <a:moveTo>
                  <a:pt x="3881" y="316"/>
                </a:moveTo>
                <a:lnTo>
                  <a:pt x="3850" y="316"/>
                </a:lnTo>
                <a:lnTo>
                  <a:pt x="3850" y="300"/>
                </a:lnTo>
                <a:lnTo>
                  <a:pt x="3881" y="300"/>
                </a:lnTo>
                <a:lnTo>
                  <a:pt x="3881" y="316"/>
                </a:lnTo>
                <a:moveTo>
                  <a:pt x="3818" y="316"/>
                </a:moveTo>
                <a:lnTo>
                  <a:pt x="3787" y="316"/>
                </a:lnTo>
                <a:lnTo>
                  <a:pt x="3787" y="300"/>
                </a:lnTo>
                <a:lnTo>
                  <a:pt x="3818" y="300"/>
                </a:lnTo>
                <a:lnTo>
                  <a:pt x="3818" y="316"/>
                </a:lnTo>
                <a:moveTo>
                  <a:pt x="3755" y="316"/>
                </a:moveTo>
                <a:lnTo>
                  <a:pt x="3724" y="316"/>
                </a:lnTo>
                <a:lnTo>
                  <a:pt x="3724" y="300"/>
                </a:lnTo>
                <a:lnTo>
                  <a:pt x="3755" y="300"/>
                </a:lnTo>
                <a:lnTo>
                  <a:pt x="3755" y="316"/>
                </a:lnTo>
                <a:moveTo>
                  <a:pt x="3692" y="316"/>
                </a:moveTo>
                <a:lnTo>
                  <a:pt x="3661" y="316"/>
                </a:lnTo>
                <a:lnTo>
                  <a:pt x="3661" y="300"/>
                </a:lnTo>
                <a:lnTo>
                  <a:pt x="3692" y="300"/>
                </a:lnTo>
                <a:lnTo>
                  <a:pt x="3692" y="316"/>
                </a:lnTo>
                <a:moveTo>
                  <a:pt x="3629" y="316"/>
                </a:moveTo>
                <a:lnTo>
                  <a:pt x="3598" y="316"/>
                </a:lnTo>
                <a:lnTo>
                  <a:pt x="3598" y="300"/>
                </a:lnTo>
                <a:lnTo>
                  <a:pt x="3629" y="300"/>
                </a:lnTo>
                <a:lnTo>
                  <a:pt x="3629" y="316"/>
                </a:lnTo>
                <a:moveTo>
                  <a:pt x="3566" y="316"/>
                </a:moveTo>
                <a:lnTo>
                  <a:pt x="3535" y="316"/>
                </a:lnTo>
                <a:lnTo>
                  <a:pt x="3535" y="300"/>
                </a:lnTo>
                <a:lnTo>
                  <a:pt x="3566" y="300"/>
                </a:lnTo>
                <a:lnTo>
                  <a:pt x="3566" y="316"/>
                </a:lnTo>
                <a:moveTo>
                  <a:pt x="3503" y="316"/>
                </a:moveTo>
                <a:lnTo>
                  <a:pt x="3472" y="316"/>
                </a:lnTo>
                <a:lnTo>
                  <a:pt x="3472" y="300"/>
                </a:lnTo>
                <a:lnTo>
                  <a:pt x="3503" y="300"/>
                </a:lnTo>
                <a:lnTo>
                  <a:pt x="3503" y="316"/>
                </a:lnTo>
                <a:moveTo>
                  <a:pt x="3440" y="316"/>
                </a:moveTo>
                <a:lnTo>
                  <a:pt x="3409" y="316"/>
                </a:lnTo>
                <a:lnTo>
                  <a:pt x="3409" y="300"/>
                </a:lnTo>
                <a:lnTo>
                  <a:pt x="3440" y="300"/>
                </a:lnTo>
                <a:lnTo>
                  <a:pt x="3440" y="316"/>
                </a:lnTo>
                <a:moveTo>
                  <a:pt x="3378" y="316"/>
                </a:moveTo>
                <a:lnTo>
                  <a:pt x="3346" y="316"/>
                </a:lnTo>
                <a:lnTo>
                  <a:pt x="3346" y="300"/>
                </a:lnTo>
                <a:lnTo>
                  <a:pt x="3378" y="300"/>
                </a:lnTo>
                <a:lnTo>
                  <a:pt x="3378" y="316"/>
                </a:lnTo>
                <a:moveTo>
                  <a:pt x="3315" y="316"/>
                </a:moveTo>
                <a:lnTo>
                  <a:pt x="3283" y="316"/>
                </a:lnTo>
                <a:lnTo>
                  <a:pt x="3283" y="300"/>
                </a:lnTo>
                <a:lnTo>
                  <a:pt x="3315" y="300"/>
                </a:lnTo>
                <a:lnTo>
                  <a:pt x="3315" y="316"/>
                </a:lnTo>
                <a:moveTo>
                  <a:pt x="3252" y="316"/>
                </a:moveTo>
                <a:lnTo>
                  <a:pt x="3220" y="316"/>
                </a:lnTo>
                <a:lnTo>
                  <a:pt x="3220" y="300"/>
                </a:lnTo>
                <a:lnTo>
                  <a:pt x="3252" y="300"/>
                </a:lnTo>
                <a:lnTo>
                  <a:pt x="3252" y="316"/>
                </a:lnTo>
                <a:moveTo>
                  <a:pt x="3189" y="316"/>
                </a:moveTo>
                <a:lnTo>
                  <a:pt x="3157" y="316"/>
                </a:lnTo>
                <a:lnTo>
                  <a:pt x="3157" y="300"/>
                </a:lnTo>
                <a:lnTo>
                  <a:pt x="3189" y="300"/>
                </a:lnTo>
                <a:lnTo>
                  <a:pt x="3189" y="316"/>
                </a:lnTo>
                <a:moveTo>
                  <a:pt x="3126" y="316"/>
                </a:moveTo>
                <a:lnTo>
                  <a:pt x="3094" y="316"/>
                </a:lnTo>
                <a:lnTo>
                  <a:pt x="3094" y="300"/>
                </a:lnTo>
                <a:lnTo>
                  <a:pt x="3126" y="300"/>
                </a:lnTo>
                <a:lnTo>
                  <a:pt x="3126" y="316"/>
                </a:lnTo>
                <a:moveTo>
                  <a:pt x="3063" y="316"/>
                </a:moveTo>
                <a:lnTo>
                  <a:pt x="3031" y="316"/>
                </a:lnTo>
                <a:lnTo>
                  <a:pt x="3031" y="300"/>
                </a:lnTo>
                <a:lnTo>
                  <a:pt x="3063" y="300"/>
                </a:lnTo>
                <a:lnTo>
                  <a:pt x="3063" y="316"/>
                </a:lnTo>
                <a:moveTo>
                  <a:pt x="3000" y="316"/>
                </a:moveTo>
                <a:lnTo>
                  <a:pt x="2968" y="316"/>
                </a:lnTo>
                <a:lnTo>
                  <a:pt x="2968" y="300"/>
                </a:lnTo>
                <a:lnTo>
                  <a:pt x="3000" y="300"/>
                </a:lnTo>
                <a:lnTo>
                  <a:pt x="3000" y="316"/>
                </a:lnTo>
                <a:moveTo>
                  <a:pt x="2937" y="316"/>
                </a:moveTo>
                <a:lnTo>
                  <a:pt x="2905" y="316"/>
                </a:lnTo>
                <a:lnTo>
                  <a:pt x="2905" y="300"/>
                </a:lnTo>
                <a:lnTo>
                  <a:pt x="2937" y="300"/>
                </a:lnTo>
                <a:lnTo>
                  <a:pt x="2937" y="316"/>
                </a:lnTo>
                <a:moveTo>
                  <a:pt x="2874" y="316"/>
                </a:moveTo>
                <a:lnTo>
                  <a:pt x="2843" y="316"/>
                </a:lnTo>
                <a:lnTo>
                  <a:pt x="2843" y="300"/>
                </a:lnTo>
                <a:lnTo>
                  <a:pt x="2874" y="300"/>
                </a:lnTo>
                <a:lnTo>
                  <a:pt x="2874" y="316"/>
                </a:lnTo>
                <a:moveTo>
                  <a:pt x="2811" y="316"/>
                </a:moveTo>
                <a:lnTo>
                  <a:pt x="2780" y="316"/>
                </a:lnTo>
                <a:lnTo>
                  <a:pt x="2780" y="300"/>
                </a:lnTo>
                <a:lnTo>
                  <a:pt x="2811" y="300"/>
                </a:lnTo>
                <a:lnTo>
                  <a:pt x="2811" y="316"/>
                </a:lnTo>
                <a:moveTo>
                  <a:pt x="2748" y="316"/>
                </a:moveTo>
                <a:lnTo>
                  <a:pt x="2717" y="316"/>
                </a:lnTo>
                <a:lnTo>
                  <a:pt x="2717" y="300"/>
                </a:lnTo>
                <a:lnTo>
                  <a:pt x="2748" y="300"/>
                </a:lnTo>
                <a:lnTo>
                  <a:pt x="2748" y="316"/>
                </a:lnTo>
                <a:moveTo>
                  <a:pt x="2684" y="316"/>
                </a:moveTo>
                <a:lnTo>
                  <a:pt x="2653" y="316"/>
                </a:lnTo>
                <a:lnTo>
                  <a:pt x="2653" y="300"/>
                </a:lnTo>
                <a:lnTo>
                  <a:pt x="2684" y="300"/>
                </a:lnTo>
                <a:lnTo>
                  <a:pt x="2684" y="316"/>
                </a:lnTo>
                <a:moveTo>
                  <a:pt x="2621" y="316"/>
                </a:moveTo>
                <a:lnTo>
                  <a:pt x="2590" y="316"/>
                </a:lnTo>
                <a:lnTo>
                  <a:pt x="2590" y="300"/>
                </a:lnTo>
                <a:lnTo>
                  <a:pt x="2621" y="300"/>
                </a:lnTo>
                <a:lnTo>
                  <a:pt x="2621" y="316"/>
                </a:lnTo>
                <a:moveTo>
                  <a:pt x="2558" y="316"/>
                </a:moveTo>
                <a:lnTo>
                  <a:pt x="2527" y="316"/>
                </a:lnTo>
                <a:lnTo>
                  <a:pt x="2527" y="300"/>
                </a:lnTo>
                <a:lnTo>
                  <a:pt x="2558" y="300"/>
                </a:lnTo>
                <a:lnTo>
                  <a:pt x="2558" y="316"/>
                </a:lnTo>
                <a:moveTo>
                  <a:pt x="2495" y="316"/>
                </a:moveTo>
                <a:lnTo>
                  <a:pt x="2464" y="316"/>
                </a:lnTo>
                <a:lnTo>
                  <a:pt x="2464" y="300"/>
                </a:lnTo>
                <a:lnTo>
                  <a:pt x="2495" y="300"/>
                </a:lnTo>
                <a:lnTo>
                  <a:pt x="2495" y="316"/>
                </a:lnTo>
                <a:moveTo>
                  <a:pt x="2432" y="316"/>
                </a:moveTo>
                <a:lnTo>
                  <a:pt x="2401" y="316"/>
                </a:lnTo>
                <a:lnTo>
                  <a:pt x="2401" y="300"/>
                </a:lnTo>
                <a:lnTo>
                  <a:pt x="2432" y="300"/>
                </a:lnTo>
                <a:lnTo>
                  <a:pt x="2432" y="316"/>
                </a:lnTo>
                <a:moveTo>
                  <a:pt x="2369" y="316"/>
                </a:moveTo>
                <a:lnTo>
                  <a:pt x="2338" y="316"/>
                </a:lnTo>
                <a:lnTo>
                  <a:pt x="2338" y="300"/>
                </a:lnTo>
                <a:lnTo>
                  <a:pt x="2369" y="300"/>
                </a:lnTo>
                <a:lnTo>
                  <a:pt x="2369" y="316"/>
                </a:lnTo>
                <a:moveTo>
                  <a:pt x="2307" y="316"/>
                </a:moveTo>
                <a:lnTo>
                  <a:pt x="2275" y="316"/>
                </a:lnTo>
                <a:lnTo>
                  <a:pt x="2275" y="300"/>
                </a:lnTo>
                <a:lnTo>
                  <a:pt x="2307" y="300"/>
                </a:lnTo>
                <a:lnTo>
                  <a:pt x="2307" y="316"/>
                </a:lnTo>
                <a:moveTo>
                  <a:pt x="2244" y="316"/>
                </a:moveTo>
                <a:lnTo>
                  <a:pt x="2212" y="316"/>
                </a:lnTo>
                <a:lnTo>
                  <a:pt x="2212" y="300"/>
                </a:lnTo>
                <a:lnTo>
                  <a:pt x="2244" y="300"/>
                </a:lnTo>
                <a:lnTo>
                  <a:pt x="2244" y="316"/>
                </a:lnTo>
                <a:moveTo>
                  <a:pt x="2181" y="316"/>
                </a:moveTo>
                <a:lnTo>
                  <a:pt x="2149" y="316"/>
                </a:lnTo>
                <a:lnTo>
                  <a:pt x="2149" y="300"/>
                </a:lnTo>
                <a:lnTo>
                  <a:pt x="2181" y="300"/>
                </a:lnTo>
                <a:lnTo>
                  <a:pt x="2181" y="316"/>
                </a:lnTo>
                <a:moveTo>
                  <a:pt x="2118" y="316"/>
                </a:moveTo>
                <a:lnTo>
                  <a:pt x="2086" y="316"/>
                </a:lnTo>
                <a:lnTo>
                  <a:pt x="2086" y="300"/>
                </a:lnTo>
                <a:lnTo>
                  <a:pt x="2118" y="300"/>
                </a:lnTo>
                <a:lnTo>
                  <a:pt x="2118" y="316"/>
                </a:lnTo>
                <a:moveTo>
                  <a:pt x="2055" y="316"/>
                </a:moveTo>
                <a:lnTo>
                  <a:pt x="2023" y="316"/>
                </a:lnTo>
                <a:lnTo>
                  <a:pt x="2023" y="300"/>
                </a:lnTo>
                <a:lnTo>
                  <a:pt x="2055" y="300"/>
                </a:lnTo>
                <a:lnTo>
                  <a:pt x="2055" y="316"/>
                </a:lnTo>
                <a:moveTo>
                  <a:pt x="1992" y="316"/>
                </a:moveTo>
                <a:lnTo>
                  <a:pt x="1960" y="316"/>
                </a:lnTo>
                <a:lnTo>
                  <a:pt x="1960" y="300"/>
                </a:lnTo>
                <a:lnTo>
                  <a:pt x="1992" y="300"/>
                </a:lnTo>
                <a:lnTo>
                  <a:pt x="1992" y="316"/>
                </a:lnTo>
                <a:moveTo>
                  <a:pt x="1929" y="316"/>
                </a:moveTo>
                <a:lnTo>
                  <a:pt x="1897" y="316"/>
                </a:lnTo>
                <a:lnTo>
                  <a:pt x="1897" y="300"/>
                </a:lnTo>
                <a:lnTo>
                  <a:pt x="1929" y="300"/>
                </a:lnTo>
                <a:lnTo>
                  <a:pt x="1929" y="316"/>
                </a:lnTo>
                <a:moveTo>
                  <a:pt x="1866" y="316"/>
                </a:moveTo>
                <a:lnTo>
                  <a:pt x="1834" y="316"/>
                </a:lnTo>
                <a:lnTo>
                  <a:pt x="1834" y="300"/>
                </a:lnTo>
                <a:lnTo>
                  <a:pt x="1866" y="300"/>
                </a:lnTo>
                <a:lnTo>
                  <a:pt x="1866" y="316"/>
                </a:lnTo>
                <a:moveTo>
                  <a:pt x="1803" y="316"/>
                </a:moveTo>
                <a:lnTo>
                  <a:pt x="1772" y="316"/>
                </a:lnTo>
                <a:lnTo>
                  <a:pt x="1772" y="300"/>
                </a:lnTo>
                <a:lnTo>
                  <a:pt x="1803" y="300"/>
                </a:lnTo>
                <a:lnTo>
                  <a:pt x="1803" y="316"/>
                </a:lnTo>
                <a:moveTo>
                  <a:pt x="1740" y="316"/>
                </a:moveTo>
                <a:lnTo>
                  <a:pt x="1709" y="316"/>
                </a:lnTo>
                <a:lnTo>
                  <a:pt x="1709" y="300"/>
                </a:lnTo>
                <a:lnTo>
                  <a:pt x="1740" y="300"/>
                </a:lnTo>
                <a:lnTo>
                  <a:pt x="1740" y="316"/>
                </a:lnTo>
                <a:moveTo>
                  <a:pt x="1677" y="316"/>
                </a:moveTo>
                <a:lnTo>
                  <a:pt x="1646" y="316"/>
                </a:lnTo>
                <a:lnTo>
                  <a:pt x="1646" y="300"/>
                </a:lnTo>
                <a:lnTo>
                  <a:pt x="1677" y="300"/>
                </a:lnTo>
                <a:lnTo>
                  <a:pt x="1677" y="316"/>
                </a:lnTo>
                <a:moveTo>
                  <a:pt x="1614" y="316"/>
                </a:moveTo>
                <a:lnTo>
                  <a:pt x="1583" y="316"/>
                </a:lnTo>
                <a:lnTo>
                  <a:pt x="1583" y="300"/>
                </a:lnTo>
                <a:lnTo>
                  <a:pt x="1614" y="300"/>
                </a:lnTo>
                <a:lnTo>
                  <a:pt x="1614" y="316"/>
                </a:lnTo>
                <a:moveTo>
                  <a:pt x="1551" y="316"/>
                </a:moveTo>
                <a:lnTo>
                  <a:pt x="1520" y="316"/>
                </a:lnTo>
                <a:lnTo>
                  <a:pt x="1520" y="300"/>
                </a:lnTo>
                <a:lnTo>
                  <a:pt x="1551" y="300"/>
                </a:lnTo>
                <a:lnTo>
                  <a:pt x="1551" y="316"/>
                </a:lnTo>
                <a:moveTo>
                  <a:pt x="1488" y="316"/>
                </a:moveTo>
                <a:lnTo>
                  <a:pt x="1457" y="316"/>
                </a:lnTo>
                <a:lnTo>
                  <a:pt x="1457" y="300"/>
                </a:lnTo>
                <a:lnTo>
                  <a:pt x="1488" y="300"/>
                </a:lnTo>
                <a:lnTo>
                  <a:pt x="1488" y="316"/>
                </a:lnTo>
                <a:moveTo>
                  <a:pt x="1425" y="316"/>
                </a:moveTo>
                <a:lnTo>
                  <a:pt x="1394" y="316"/>
                </a:lnTo>
                <a:lnTo>
                  <a:pt x="1394" y="300"/>
                </a:lnTo>
                <a:lnTo>
                  <a:pt x="1425" y="300"/>
                </a:lnTo>
                <a:lnTo>
                  <a:pt x="1425" y="316"/>
                </a:lnTo>
                <a:moveTo>
                  <a:pt x="1362" y="316"/>
                </a:moveTo>
                <a:lnTo>
                  <a:pt x="1331" y="316"/>
                </a:lnTo>
                <a:lnTo>
                  <a:pt x="1331" y="300"/>
                </a:lnTo>
                <a:lnTo>
                  <a:pt x="1362" y="300"/>
                </a:lnTo>
                <a:lnTo>
                  <a:pt x="1362" y="316"/>
                </a:lnTo>
                <a:moveTo>
                  <a:pt x="1299" y="316"/>
                </a:moveTo>
                <a:lnTo>
                  <a:pt x="1268" y="316"/>
                </a:lnTo>
                <a:lnTo>
                  <a:pt x="1268" y="300"/>
                </a:lnTo>
                <a:lnTo>
                  <a:pt x="1299" y="300"/>
                </a:lnTo>
                <a:lnTo>
                  <a:pt x="1299" y="316"/>
                </a:lnTo>
                <a:moveTo>
                  <a:pt x="1237" y="316"/>
                </a:moveTo>
                <a:lnTo>
                  <a:pt x="1205" y="316"/>
                </a:lnTo>
                <a:lnTo>
                  <a:pt x="1205" y="300"/>
                </a:lnTo>
                <a:lnTo>
                  <a:pt x="1237" y="300"/>
                </a:lnTo>
                <a:lnTo>
                  <a:pt x="1237" y="316"/>
                </a:lnTo>
                <a:moveTo>
                  <a:pt x="1174" y="316"/>
                </a:moveTo>
                <a:lnTo>
                  <a:pt x="1142" y="316"/>
                </a:lnTo>
                <a:lnTo>
                  <a:pt x="1142" y="300"/>
                </a:lnTo>
                <a:lnTo>
                  <a:pt x="1174" y="300"/>
                </a:lnTo>
                <a:lnTo>
                  <a:pt x="1174" y="316"/>
                </a:lnTo>
                <a:moveTo>
                  <a:pt x="1111" y="316"/>
                </a:moveTo>
                <a:lnTo>
                  <a:pt x="1079" y="316"/>
                </a:lnTo>
                <a:lnTo>
                  <a:pt x="1079" y="300"/>
                </a:lnTo>
                <a:lnTo>
                  <a:pt x="1111" y="300"/>
                </a:lnTo>
                <a:lnTo>
                  <a:pt x="1111" y="316"/>
                </a:lnTo>
                <a:moveTo>
                  <a:pt x="1048" y="316"/>
                </a:moveTo>
                <a:lnTo>
                  <a:pt x="1016" y="316"/>
                </a:lnTo>
                <a:lnTo>
                  <a:pt x="1016" y="300"/>
                </a:lnTo>
                <a:lnTo>
                  <a:pt x="1048" y="300"/>
                </a:lnTo>
                <a:lnTo>
                  <a:pt x="1048" y="316"/>
                </a:lnTo>
                <a:moveTo>
                  <a:pt x="985" y="316"/>
                </a:moveTo>
                <a:lnTo>
                  <a:pt x="953" y="316"/>
                </a:lnTo>
                <a:lnTo>
                  <a:pt x="953" y="300"/>
                </a:lnTo>
                <a:lnTo>
                  <a:pt x="985" y="300"/>
                </a:lnTo>
                <a:lnTo>
                  <a:pt x="985" y="316"/>
                </a:lnTo>
                <a:moveTo>
                  <a:pt x="922" y="316"/>
                </a:moveTo>
                <a:lnTo>
                  <a:pt x="890" y="316"/>
                </a:lnTo>
                <a:lnTo>
                  <a:pt x="890" y="300"/>
                </a:lnTo>
                <a:lnTo>
                  <a:pt x="922" y="300"/>
                </a:lnTo>
                <a:lnTo>
                  <a:pt x="922" y="316"/>
                </a:lnTo>
                <a:moveTo>
                  <a:pt x="859" y="316"/>
                </a:moveTo>
                <a:lnTo>
                  <a:pt x="827" y="316"/>
                </a:lnTo>
                <a:lnTo>
                  <a:pt x="827" y="300"/>
                </a:lnTo>
                <a:lnTo>
                  <a:pt x="859" y="300"/>
                </a:lnTo>
                <a:lnTo>
                  <a:pt x="859" y="316"/>
                </a:lnTo>
                <a:moveTo>
                  <a:pt x="796" y="316"/>
                </a:moveTo>
                <a:lnTo>
                  <a:pt x="764" y="316"/>
                </a:lnTo>
                <a:lnTo>
                  <a:pt x="764" y="300"/>
                </a:lnTo>
                <a:lnTo>
                  <a:pt x="796" y="300"/>
                </a:lnTo>
                <a:lnTo>
                  <a:pt x="796" y="316"/>
                </a:lnTo>
                <a:moveTo>
                  <a:pt x="733" y="316"/>
                </a:moveTo>
                <a:lnTo>
                  <a:pt x="702" y="316"/>
                </a:lnTo>
                <a:lnTo>
                  <a:pt x="702" y="300"/>
                </a:lnTo>
                <a:lnTo>
                  <a:pt x="733" y="300"/>
                </a:lnTo>
                <a:lnTo>
                  <a:pt x="733" y="316"/>
                </a:lnTo>
                <a:moveTo>
                  <a:pt x="670" y="316"/>
                </a:moveTo>
                <a:lnTo>
                  <a:pt x="639" y="316"/>
                </a:lnTo>
                <a:lnTo>
                  <a:pt x="639" y="300"/>
                </a:lnTo>
                <a:lnTo>
                  <a:pt x="670" y="300"/>
                </a:lnTo>
                <a:lnTo>
                  <a:pt x="670" y="316"/>
                </a:lnTo>
                <a:moveTo>
                  <a:pt x="607" y="316"/>
                </a:moveTo>
                <a:lnTo>
                  <a:pt x="576" y="316"/>
                </a:lnTo>
                <a:lnTo>
                  <a:pt x="576" y="300"/>
                </a:lnTo>
                <a:lnTo>
                  <a:pt x="607" y="300"/>
                </a:lnTo>
                <a:lnTo>
                  <a:pt x="607" y="316"/>
                </a:lnTo>
                <a:moveTo>
                  <a:pt x="544" y="316"/>
                </a:moveTo>
                <a:lnTo>
                  <a:pt x="513" y="316"/>
                </a:lnTo>
                <a:lnTo>
                  <a:pt x="513" y="300"/>
                </a:lnTo>
                <a:lnTo>
                  <a:pt x="544" y="300"/>
                </a:lnTo>
                <a:lnTo>
                  <a:pt x="544" y="316"/>
                </a:lnTo>
                <a:moveTo>
                  <a:pt x="481" y="316"/>
                </a:moveTo>
                <a:lnTo>
                  <a:pt x="450" y="316"/>
                </a:lnTo>
                <a:lnTo>
                  <a:pt x="450" y="300"/>
                </a:lnTo>
                <a:lnTo>
                  <a:pt x="481" y="300"/>
                </a:lnTo>
                <a:lnTo>
                  <a:pt x="481" y="316"/>
                </a:lnTo>
                <a:moveTo>
                  <a:pt x="418" y="316"/>
                </a:moveTo>
                <a:lnTo>
                  <a:pt x="387" y="316"/>
                </a:lnTo>
                <a:lnTo>
                  <a:pt x="387" y="300"/>
                </a:lnTo>
                <a:lnTo>
                  <a:pt x="418" y="300"/>
                </a:lnTo>
                <a:lnTo>
                  <a:pt x="418" y="316"/>
                </a:lnTo>
                <a:moveTo>
                  <a:pt x="355" y="316"/>
                </a:moveTo>
                <a:lnTo>
                  <a:pt x="324" y="316"/>
                </a:lnTo>
                <a:lnTo>
                  <a:pt x="324" y="300"/>
                </a:lnTo>
                <a:lnTo>
                  <a:pt x="355" y="300"/>
                </a:lnTo>
                <a:lnTo>
                  <a:pt x="355" y="316"/>
                </a:lnTo>
                <a:moveTo>
                  <a:pt x="292" y="316"/>
                </a:moveTo>
                <a:lnTo>
                  <a:pt x="261" y="316"/>
                </a:lnTo>
                <a:lnTo>
                  <a:pt x="261" y="300"/>
                </a:lnTo>
                <a:lnTo>
                  <a:pt x="292" y="300"/>
                </a:lnTo>
                <a:lnTo>
                  <a:pt x="292" y="316"/>
                </a:lnTo>
                <a:moveTo>
                  <a:pt x="229" y="316"/>
                </a:moveTo>
                <a:lnTo>
                  <a:pt x="198" y="316"/>
                </a:lnTo>
                <a:lnTo>
                  <a:pt x="198" y="300"/>
                </a:lnTo>
                <a:lnTo>
                  <a:pt x="229" y="300"/>
                </a:lnTo>
                <a:lnTo>
                  <a:pt x="229" y="316"/>
                </a:lnTo>
                <a:moveTo>
                  <a:pt x="167" y="316"/>
                </a:moveTo>
                <a:lnTo>
                  <a:pt x="149" y="316"/>
                </a:lnTo>
                <a:cubicBezTo>
                  <a:pt x="145" y="316"/>
                  <a:pt x="140" y="316"/>
                  <a:pt x="135" y="315"/>
                </a:cubicBezTo>
                <a:lnTo>
                  <a:pt x="136" y="300"/>
                </a:lnTo>
                <a:cubicBezTo>
                  <a:pt x="141" y="300"/>
                  <a:pt x="145" y="300"/>
                  <a:pt x="149" y="300"/>
                </a:cubicBezTo>
                <a:lnTo>
                  <a:pt x="167" y="300"/>
                </a:lnTo>
                <a:lnTo>
                  <a:pt x="167" y="316"/>
                </a:lnTo>
                <a:moveTo>
                  <a:pt x="102" y="308"/>
                </a:moveTo>
                <a:cubicBezTo>
                  <a:pt x="91" y="305"/>
                  <a:pt x="81" y="300"/>
                  <a:pt x="72" y="294"/>
                </a:cubicBezTo>
                <a:lnTo>
                  <a:pt x="80" y="281"/>
                </a:lnTo>
                <a:cubicBezTo>
                  <a:pt x="88" y="286"/>
                  <a:pt x="97" y="290"/>
                  <a:pt x="107" y="293"/>
                </a:cubicBezTo>
                <a:lnTo>
                  <a:pt x="102" y="308"/>
                </a:lnTo>
                <a:moveTo>
                  <a:pt x="45" y="274"/>
                </a:moveTo>
                <a:cubicBezTo>
                  <a:pt x="37" y="266"/>
                  <a:pt x="30" y="257"/>
                  <a:pt x="24" y="248"/>
                </a:cubicBezTo>
                <a:lnTo>
                  <a:pt x="37" y="239"/>
                </a:lnTo>
                <a:cubicBezTo>
                  <a:pt x="42" y="248"/>
                  <a:pt x="49" y="255"/>
                  <a:pt x="56" y="262"/>
                </a:cubicBezTo>
                <a:lnTo>
                  <a:pt x="45" y="274"/>
                </a:lnTo>
                <a:moveTo>
                  <a:pt x="9" y="218"/>
                </a:moveTo>
                <a:cubicBezTo>
                  <a:pt x="5" y="207"/>
                  <a:pt x="2" y="196"/>
                  <a:pt x="1" y="185"/>
                </a:cubicBezTo>
                <a:lnTo>
                  <a:pt x="17" y="183"/>
                </a:lnTo>
                <a:cubicBezTo>
                  <a:pt x="18" y="193"/>
                  <a:pt x="20" y="203"/>
                  <a:pt x="24" y="212"/>
                </a:cubicBezTo>
                <a:lnTo>
                  <a:pt x="9" y="218"/>
                </a:lnTo>
                <a:moveTo>
                  <a:pt x="0" y="153"/>
                </a:moveTo>
                <a:lnTo>
                  <a:pt x="0" y="151"/>
                </a:lnTo>
                <a:cubicBezTo>
                  <a:pt x="0" y="141"/>
                  <a:pt x="1" y="131"/>
                  <a:pt x="3" y="121"/>
                </a:cubicBezTo>
                <a:lnTo>
                  <a:pt x="18" y="124"/>
                </a:lnTo>
                <a:cubicBezTo>
                  <a:pt x="17" y="133"/>
                  <a:pt x="16" y="142"/>
                  <a:pt x="16" y="151"/>
                </a:cubicBezTo>
                <a:lnTo>
                  <a:pt x="16" y="153"/>
                </a:lnTo>
                <a:lnTo>
                  <a:pt x="0" y="153"/>
                </a:lnTo>
                <a:moveTo>
                  <a:pt x="14" y="88"/>
                </a:moveTo>
                <a:cubicBezTo>
                  <a:pt x="18" y="78"/>
                  <a:pt x="24" y="69"/>
                  <a:pt x="31" y="59"/>
                </a:cubicBezTo>
                <a:lnTo>
                  <a:pt x="43" y="69"/>
                </a:lnTo>
                <a:cubicBezTo>
                  <a:pt x="37" y="77"/>
                  <a:pt x="32" y="86"/>
                  <a:pt x="28" y="95"/>
                </a:cubicBezTo>
                <a:lnTo>
                  <a:pt x="14" y="88"/>
                </a:lnTo>
                <a:moveTo>
                  <a:pt x="54" y="34"/>
                </a:moveTo>
                <a:cubicBezTo>
                  <a:pt x="63" y="27"/>
                  <a:pt x="72" y="21"/>
                  <a:pt x="82" y="16"/>
                </a:cubicBezTo>
                <a:lnTo>
                  <a:pt x="89" y="30"/>
                </a:lnTo>
                <a:cubicBezTo>
                  <a:pt x="80" y="35"/>
                  <a:pt x="72" y="40"/>
                  <a:pt x="64" y="47"/>
                </a:cubicBezTo>
                <a:lnTo>
                  <a:pt x="54" y="34"/>
                </a:lnTo>
                <a:moveTo>
                  <a:pt x="114" y="4"/>
                </a:moveTo>
                <a:cubicBezTo>
                  <a:pt x="125" y="2"/>
                  <a:pt x="135" y="0"/>
                  <a:pt x="146" y="0"/>
                </a:cubicBezTo>
                <a:lnTo>
                  <a:pt x="147" y="16"/>
                </a:lnTo>
                <a:cubicBezTo>
                  <a:pt x="137" y="16"/>
                  <a:pt x="127" y="17"/>
                  <a:pt x="118" y="20"/>
                </a:cubicBezTo>
                <a:lnTo>
                  <a:pt x="114" y="4"/>
                </a:lnTo>
                <a:moveTo>
                  <a:pt x="149" y="0"/>
                </a:moveTo>
                <a:lnTo>
                  <a:pt x="181" y="0"/>
                </a:lnTo>
                <a:lnTo>
                  <a:pt x="181" y="16"/>
                </a:lnTo>
                <a:lnTo>
                  <a:pt x="149" y="16"/>
                </a:lnTo>
                <a:lnTo>
                  <a:pt x="149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4215960" y="900000"/>
            <a:ext cx="88308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1827000" y="905760"/>
            <a:ext cx="9000" cy="289440"/>
          </a:xfrm>
          <a:custGeom>
            <a:avLst/>
            <a:gdLst/>
            <a:ahLst/>
            <a:rect l="0" t="0" r="r" b="b"/>
            <a:pathLst>
              <a:path w="25" h="804">
                <a:moveTo>
                  <a:pt x="25" y="0"/>
                </a:moveTo>
                <a:lnTo>
                  <a:pt x="25" y="47"/>
                </a:lnTo>
                <a:lnTo>
                  <a:pt x="0" y="47"/>
                </a:lnTo>
                <a:lnTo>
                  <a:pt x="0" y="0"/>
                </a:lnTo>
                <a:lnTo>
                  <a:pt x="25" y="0"/>
                </a:lnTo>
                <a:moveTo>
                  <a:pt x="25" y="94"/>
                </a:moveTo>
                <a:lnTo>
                  <a:pt x="25" y="141"/>
                </a:lnTo>
                <a:lnTo>
                  <a:pt x="0" y="141"/>
                </a:lnTo>
                <a:lnTo>
                  <a:pt x="0" y="94"/>
                </a:lnTo>
                <a:lnTo>
                  <a:pt x="25" y="94"/>
                </a:lnTo>
                <a:moveTo>
                  <a:pt x="25" y="189"/>
                </a:moveTo>
                <a:lnTo>
                  <a:pt x="25" y="236"/>
                </a:lnTo>
                <a:lnTo>
                  <a:pt x="0" y="236"/>
                </a:lnTo>
                <a:lnTo>
                  <a:pt x="0" y="189"/>
                </a:lnTo>
                <a:lnTo>
                  <a:pt x="25" y="189"/>
                </a:lnTo>
                <a:moveTo>
                  <a:pt x="25" y="283"/>
                </a:moveTo>
                <a:lnTo>
                  <a:pt x="25" y="331"/>
                </a:lnTo>
                <a:lnTo>
                  <a:pt x="0" y="331"/>
                </a:lnTo>
                <a:lnTo>
                  <a:pt x="0" y="283"/>
                </a:lnTo>
                <a:lnTo>
                  <a:pt x="25" y="283"/>
                </a:lnTo>
                <a:moveTo>
                  <a:pt x="25" y="379"/>
                </a:moveTo>
                <a:lnTo>
                  <a:pt x="25" y="426"/>
                </a:lnTo>
                <a:lnTo>
                  <a:pt x="0" y="426"/>
                </a:lnTo>
                <a:lnTo>
                  <a:pt x="0" y="379"/>
                </a:lnTo>
                <a:lnTo>
                  <a:pt x="25" y="379"/>
                </a:lnTo>
                <a:moveTo>
                  <a:pt x="25" y="473"/>
                </a:moveTo>
                <a:lnTo>
                  <a:pt x="25" y="520"/>
                </a:lnTo>
                <a:lnTo>
                  <a:pt x="0" y="520"/>
                </a:lnTo>
                <a:lnTo>
                  <a:pt x="0" y="473"/>
                </a:lnTo>
                <a:lnTo>
                  <a:pt x="25" y="473"/>
                </a:lnTo>
                <a:moveTo>
                  <a:pt x="25" y="568"/>
                </a:moveTo>
                <a:lnTo>
                  <a:pt x="25" y="615"/>
                </a:lnTo>
                <a:lnTo>
                  <a:pt x="0" y="615"/>
                </a:lnTo>
                <a:lnTo>
                  <a:pt x="0" y="568"/>
                </a:lnTo>
                <a:lnTo>
                  <a:pt x="25" y="568"/>
                </a:lnTo>
                <a:moveTo>
                  <a:pt x="25" y="662"/>
                </a:moveTo>
                <a:lnTo>
                  <a:pt x="25" y="709"/>
                </a:lnTo>
                <a:lnTo>
                  <a:pt x="0" y="709"/>
                </a:lnTo>
                <a:lnTo>
                  <a:pt x="0" y="662"/>
                </a:lnTo>
                <a:lnTo>
                  <a:pt x="25" y="662"/>
                </a:lnTo>
                <a:moveTo>
                  <a:pt x="25" y="757"/>
                </a:moveTo>
                <a:lnTo>
                  <a:pt x="25" y="804"/>
                </a:lnTo>
                <a:lnTo>
                  <a:pt x="0" y="804"/>
                </a:lnTo>
                <a:lnTo>
                  <a:pt x="0" y="757"/>
                </a:lnTo>
                <a:lnTo>
                  <a:pt x="25" y="75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529560" y="1234440"/>
            <a:ext cx="9000" cy="2840760"/>
          </a:xfrm>
          <a:custGeom>
            <a:avLst/>
            <a:gdLst/>
            <a:ahLst/>
            <a:rect l="0" t="0" r="r" b="b"/>
            <a:pathLst>
              <a:path w="25" h="7891">
                <a:moveTo>
                  <a:pt x="25" y="0"/>
                </a:moveTo>
                <a:lnTo>
                  <a:pt x="25" y="47"/>
                </a:lnTo>
                <a:lnTo>
                  <a:pt x="0" y="47"/>
                </a:lnTo>
                <a:lnTo>
                  <a:pt x="0" y="0"/>
                </a:lnTo>
                <a:lnTo>
                  <a:pt x="25" y="0"/>
                </a:lnTo>
                <a:moveTo>
                  <a:pt x="25" y="94"/>
                </a:moveTo>
                <a:lnTo>
                  <a:pt x="25" y="142"/>
                </a:lnTo>
                <a:lnTo>
                  <a:pt x="0" y="142"/>
                </a:lnTo>
                <a:lnTo>
                  <a:pt x="0" y="94"/>
                </a:lnTo>
                <a:lnTo>
                  <a:pt x="25" y="94"/>
                </a:lnTo>
                <a:moveTo>
                  <a:pt x="25" y="189"/>
                </a:moveTo>
                <a:lnTo>
                  <a:pt x="25" y="236"/>
                </a:lnTo>
                <a:lnTo>
                  <a:pt x="0" y="236"/>
                </a:lnTo>
                <a:lnTo>
                  <a:pt x="0" y="189"/>
                </a:lnTo>
                <a:lnTo>
                  <a:pt x="25" y="189"/>
                </a:lnTo>
                <a:moveTo>
                  <a:pt x="25" y="283"/>
                </a:moveTo>
                <a:lnTo>
                  <a:pt x="25" y="331"/>
                </a:lnTo>
                <a:lnTo>
                  <a:pt x="0" y="331"/>
                </a:lnTo>
                <a:lnTo>
                  <a:pt x="0" y="283"/>
                </a:lnTo>
                <a:lnTo>
                  <a:pt x="25" y="283"/>
                </a:lnTo>
                <a:moveTo>
                  <a:pt x="25" y="378"/>
                </a:moveTo>
                <a:lnTo>
                  <a:pt x="25" y="425"/>
                </a:lnTo>
                <a:lnTo>
                  <a:pt x="0" y="425"/>
                </a:lnTo>
                <a:lnTo>
                  <a:pt x="0" y="378"/>
                </a:lnTo>
                <a:lnTo>
                  <a:pt x="25" y="378"/>
                </a:lnTo>
                <a:moveTo>
                  <a:pt x="25" y="472"/>
                </a:moveTo>
                <a:lnTo>
                  <a:pt x="25" y="521"/>
                </a:lnTo>
                <a:lnTo>
                  <a:pt x="0" y="521"/>
                </a:lnTo>
                <a:lnTo>
                  <a:pt x="0" y="472"/>
                </a:lnTo>
                <a:lnTo>
                  <a:pt x="25" y="472"/>
                </a:lnTo>
                <a:moveTo>
                  <a:pt x="25" y="568"/>
                </a:moveTo>
                <a:lnTo>
                  <a:pt x="25" y="615"/>
                </a:lnTo>
                <a:lnTo>
                  <a:pt x="0" y="615"/>
                </a:lnTo>
                <a:lnTo>
                  <a:pt x="0" y="568"/>
                </a:lnTo>
                <a:lnTo>
                  <a:pt x="25" y="568"/>
                </a:lnTo>
                <a:moveTo>
                  <a:pt x="25" y="662"/>
                </a:moveTo>
                <a:lnTo>
                  <a:pt x="25" y="710"/>
                </a:lnTo>
                <a:lnTo>
                  <a:pt x="0" y="710"/>
                </a:lnTo>
                <a:lnTo>
                  <a:pt x="0" y="662"/>
                </a:lnTo>
                <a:lnTo>
                  <a:pt x="25" y="662"/>
                </a:lnTo>
                <a:moveTo>
                  <a:pt x="25" y="757"/>
                </a:moveTo>
                <a:lnTo>
                  <a:pt x="25" y="804"/>
                </a:lnTo>
                <a:lnTo>
                  <a:pt x="0" y="804"/>
                </a:lnTo>
                <a:lnTo>
                  <a:pt x="0" y="757"/>
                </a:lnTo>
                <a:lnTo>
                  <a:pt x="25" y="757"/>
                </a:lnTo>
                <a:moveTo>
                  <a:pt x="25" y="851"/>
                </a:moveTo>
                <a:lnTo>
                  <a:pt x="25" y="899"/>
                </a:lnTo>
                <a:lnTo>
                  <a:pt x="0" y="899"/>
                </a:lnTo>
                <a:lnTo>
                  <a:pt x="0" y="851"/>
                </a:lnTo>
                <a:lnTo>
                  <a:pt x="25" y="851"/>
                </a:lnTo>
                <a:moveTo>
                  <a:pt x="25" y="946"/>
                </a:moveTo>
                <a:lnTo>
                  <a:pt x="25" y="993"/>
                </a:lnTo>
                <a:lnTo>
                  <a:pt x="0" y="993"/>
                </a:lnTo>
                <a:lnTo>
                  <a:pt x="0" y="946"/>
                </a:lnTo>
                <a:lnTo>
                  <a:pt x="25" y="946"/>
                </a:lnTo>
                <a:moveTo>
                  <a:pt x="25" y="1040"/>
                </a:moveTo>
                <a:lnTo>
                  <a:pt x="25" y="1088"/>
                </a:lnTo>
                <a:lnTo>
                  <a:pt x="0" y="1088"/>
                </a:lnTo>
                <a:lnTo>
                  <a:pt x="0" y="1040"/>
                </a:lnTo>
                <a:lnTo>
                  <a:pt x="25" y="1040"/>
                </a:lnTo>
                <a:moveTo>
                  <a:pt x="25" y="1135"/>
                </a:moveTo>
                <a:lnTo>
                  <a:pt x="25" y="1182"/>
                </a:lnTo>
                <a:lnTo>
                  <a:pt x="0" y="1182"/>
                </a:lnTo>
                <a:lnTo>
                  <a:pt x="0" y="1135"/>
                </a:lnTo>
                <a:lnTo>
                  <a:pt x="25" y="1135"/>
                </a:lnTo>
                <a:moveTo>
                  <a:pt x="25" y="1229"/>
                </a:moveTo>
                <a:lnTo>
                  <a:pt x="25" y="1277"/>
                </a:lnTo>
                <a:lnTo>
                  <a:pt x="0" y="1277"/>
                </a:lnTo>
                <a:lnTo>
                  <a:pt x="0" y="1229"/>
                </a:lnTo>
                <a:lnTo>
                  <a:pt x="25" y="1229"/>
                </a:lnTo>
                <a:moveTo>
                  <a:pt x="25" y="1324"/>
                </a:moveTo>
                <a:lnTo>
                  <a:pt x="25" y="1371"/>
                </a:lnTo>
                <a:lnTo>
                  <a:pt x="0" y="1371"/>
                </a:lnTo>
                <a:lnTo>
                  <a:pt x="0" y="1324"/>
                </a:lnTo>
                <a:lnTo>
                  <a:pt x="25" y="1324"/>
                </a:lnTo>
                <a:moveTo>
                  <a:pt x="25" y="1418"/>
                </a:moveTo>
                <a:lnTo>
                  <a:pt x="25" y="1466"/>
                </a:lnTo>
                <a:lnTo>
                  <a:pt x="0" y="1466"/>
                </a:lnTo>
                <a:lnTo>
                  <a:pt x="0" y="1418"/>
                </a:lnTo>
                <a:lnTo>
                  <a:pt x="25" y="1418"/>
                </a:lnTo>
                <a:moveTo>
                  <a:pt x="25" y="1513"/>
                </a:moveTo>
                <a:lnTo>
                  <a:pt x="25" y="1560"/>
                </a:lnTo>
                <a:lnTo>
                  <a:pt x="0" y="1560"/>
                </a:lnTo>
                <a:lnTo>
                  <a:pt x="0" y="1513"/>
                </a:lnTo>
                <a:lnTo>
                  <a:pt x="25" y="1513"/>
                </a:lnTo>
                <a:moveTo>
                  <a:pt x="25" y="1607"/>
                </a:moveTo>
                <a:lnTo>
                  <a:pt x="25" y="1655"/>
                </a:lnTo>
                <a:lnTo>
                  <a:pt x="0" y="1655"/>
                </a:lnTo>
                <a:lnTo>
                  <a:pt x="0" y="1607"/>
                </a:lnTo>
                <a:lnTo>
                  <a:pt x="25" y="1607"/>
                </a:lnTo>
                <a:moveTo>
                  <a:pt x="25" y="1702"/>
                </a:moveTo>
                <a:lnTo>
                  <a:pt x="25" y="1749"/>
                </a:lnTo>
                <a:lnTo>
                  <a:pt x="0" y="1749"/>
                </a:lnTo>
                <a:lnTo>
                  <a:pt x="0" y="1702"/>
                </a:lnTo>
                <a:lnTo>
                  <a:pt x="25" y="1702"/>
                </a:lnTo>
                <a:moveTo>
                  <a:pt x="25" y="1796"/>
                </a:moveTo>
                <a:lnTo>
                  <a:pt x="25" y="1844"/>
                </a:lnTo>
                <a:lnTo>
                  <a:pt x="0" y="1844"/>
                </a:lnTo>
                <a:lnTo>
                  <a:pt x="0" y="1796"/>
                </a:lnTo>
                <a:lnTo>
                  <a:pt x="25" y="1796"/>
                </a:lnTo>
                <a:moveTo>
                  <a:pt x="25" y="1891"/>
                </a:moveTo>
                <a:lnTo>
                  <a:pt x="25" y="1938"/>
                </a:lnTo>
                <a:lnTo>
                  <a:pt x="0" y="1938"/>
                </a:lnTo>
                <a:lnTo>
                  <a:pt x="0" y="1891"/>
                </a:lnTo>
                <a:lnTo>
                  <a:pt x="25" y="1891"/>
                </a:lnTo>
                <a:moveTo>
                  <a:pt x="25" y="1985"/>
                </a:moveTo>
                <a:lnTo>
                  <a:pt x="25" y="2033"/>
                </a:lnTo>
                <a:lnTo>
                  <a:pt x="0" y="2033"/>
                </a:lnTo>
                <a:lnTo>
                  <a:pt x="0" y="1985"/>
                </a:lnTo>
                <a:lnTo>
                  <a:pt x="25" y="1985"/>
                </a:lnTo>
                <a:moveTo>
                  <a:pt x="25" y="2080"/>
                </a:moveTo>
                <a:lnTo>
                  <a:pt x="25" y="2127"/>
                </a:lnTo>
                <a:lnTo>
                  <a:pt x="0" y="2127"/>
                </a:lnTo>
                <a:lnTo>
                  <a:pt x="0" y="2080"/>
                </a:lnTo>
                <a:lnTo>
                  <a:pt x="25" y="2080"/>
                </a:lnTo>
                <a:moveTo>
                  <a:pt x="25" y="2174"/>
                </a:moveTo>
                <a:lnTo>
                  <a:pt x="25" y="2222"/>
                </a:lnTo>
                <a:lnTo>
                  <a:pt x="0" y="2222"/>
                </a:lnTo>
                <a:lnTo>
                  <a:pt x="0" y="2174"/>
                </a:lnTo>
                <a:lnTo>
                  <a:pt x="25" y="2174"/>
                </a:lnTo>
                <a:moveTo>
                  <a:pt x="25" y="2269"/>
                </a:moveTo>
                <a:lnTo>
                  <a:pt x="25" y="2316"/>
                </a:lnTo>
                <a:lnTo>
                  <a:pt x="0" y="2316"/>
                </a:lnTo>
                <a:lnTo>
                  <a:pt x="0" y="2269"/>
                </a:lnTo>
                <a:lnTo>
                  <a:pt x="25" y="2269"/>
                </a:lnTo>
                <a:moveTo>
                  <a:pt x="25" y="2363"/>
                </a:moveTo>
                <a:lnTo>
                  <a:pt x="25" y="2411"/>
                </a:lnTo>
                <a:lnTo>
                  <a:pt x="0" y="2411"/>
                </a:lnTo>
                <a:lnTo>
                  <a:pt x="0" y="2363"/>
                </a:lnTo>
                <a:lnTo>
                  <a:pt x="25" y="2363"/>
                </a:lnTo>
                <a:moveTo>
                  <a:pt x="25" y="2458"/>
                </a:moveTo>
                <a:lnTo>
                  <a:pt x="25" y="2505"/>
                </a:lnTo>
                <a:lnTo>
                  <a:pt x="0" y="2505"/>
                </a:lnTo>
                <a:lnTo>
                  <a:pt x="0" y="2458"/>
                </a:lnTo>
                <a:lnTo>
                  <a:pt x="25" y="2458"/>
                </a:lnTo>
                <a:moveTo>
                  <a:pt x="25" y="2552"/>
                </a:moveTo>
                <a:lnTo>
                  <a:pt x="25" y="2600"/>
                </a:lnTo>
                <a:lnTo>
                  <a:pt x="0" y="2600"/>
                </a:lnTo>
                <a:lnTo>
                  <a:pt x="0" y="2552"/>
                </a:lnTo>
                <a:lnTo>
                  <a:pt x="25" y="2552"/>
                </a:lnTo>
                <a:moveTo>
                  <a:pt x="25" y="2647"/>
                </a:moveTo>
                <a:lnTo>
                  <a:pt x="25" y="2694"/>
                </a:lnTo>
                <a:lnTo>
                  <a:pt x="0" y="2694"/>
                </a:lnTo>
                <a:lnTo>
                  <a:pt x="0" y="2647"/>
                </a:lnTo>
                <a:lnTo>
                  <a:pt x="25" y="2647"/>
                </a:lnTo>
                <a:moveTo>
                  <a:pt x="25" y="2741"/>
                </a:moveTo>
                <a:lnTo>
                  <a:pt x="25" y="2789"/>
                </a:lnTo>
                <a:lnTo>
                  <a:pt x="0" y="2789"/>
                </a:lnTo>
                <a:lnTo>
                  <a:pt x="0" y="2741"/>
                </a:lnTo>
                <a:lnTo>
                  <a:pt x="25" y="2741"/>
                </a:lnTo>
                <a:moveTo>
                  <a:pt x="25" y="2836"/>
                </a:moveTo>
                <a:lnTo>
                  <a:pt x="25" y="2883"/>
                </a:lnTo>
                <a:lnTo>
                  <a:pt x="0" y="2883"/>
                </a:lnTo>
                <a:lnTo>
                  <a:pt x="0" y="2836"/>
                </a:lnTo>
                <a:lnTo>
                  <a:pt x="25" y="2836"/>
                </a:lnTo>
                <a:moveTo>
                  <a:pt x="25" y="2930"/>
                </a:moveTo>
                <a:lnTo>
                  <a:pt x="25" y="2978"/>
                </a:lnTo>
                <a:lnTo>
                  <a:pt x="0" y="2978"/>
                </a:lnTo>
                <a:lnTo>
                  <a:pt x="0" y="2930"/>
                </a:lnTo>
                <a:lnTo>
                  <a:pt x="25" y="2930"/>
                </a:lnTo>
                <a:moveTo>
                  <a:pt x="25" y="3025"/>
                </a:moveTo>
                <a:lnTo>
                  <a:pt x="25" y="3072"/>
                </a:lnTo>
                <a:lnTo>
                  <a:pt x="0" y="3072"/>
                </a:lnTo>
                <a:lnTo>
                  <a:pt x="0" y="3025"/>
                </a:lnTo>
                <a:lnTo>
                  <a:pt x="25" y="3025"/>
                </a:lnTo>
                <a:moveTo>
                  <a:pt x="25" y="3119"/>
                </a:moveTo>
                <a:lnTo>
                  <a:pt x="25" y="3167"/>
                </a:lnTo>
                <a:lnTo>
                  <a:pt x="0" y="3167"/>
                </a:lnTo>
                <a:lnTo>
                  <a:pt x="0" y="3119"/>
                </a:lnTo>
                <a:lnTo>
                  <a:pt x="25" y="3119"/>
                </a:lnTo>
                <a:moveTo>
                  <a:pt x="25" y="3214"/>
                </a:moveTo>
                <a:lnTo>
                  <a:pt x="25" y="3261"/>
                </a:lnTo>
                <a:lnTo>
                  <a:pt x="0" y="3261"/>
                </a:lnTo>
                <a:lnTo>
                  <a:pt x="0" y="3214"/>
                </a:lnTo>
                <a:lnTo>
                  <a:pt x="25" y="3214"/>
                </a:lnTo>
                <a:moveTo>
                  <a:pt x="25" y="3308"/>
                </a:moveTo>
                <a:lnTo>
                  <a:pt x="25" y="3356"/>
                </a:lnTo>
                <a:lnTo>
                  <a:pt x="0" y="3356"/>
                </a:lnTo>
                <a:lnTo>
                  <a:pt x="0" y="3308"/>
                </a:lnTo>
                <a:lnTo>
                  <a:pt x="25" y="3308"/>
                </a:lnTo>
                <a:moveTo>
                  <a:pt x="25" y="3403"/>
                </a:moveTo>
                <a:lnTo>
                  <a:pt x="25" y="3450"/>
                </a:lnTo>
                <a:lnTo>
                  <a:pt x="0" y="3450"/>
                </a:lnTo>
                <a:lnTo>
                  <a:pt x="0" y="3403"/>
                </a:lnTo>
                <a:lnTo>
                  <a:pt x="25" y="3403"/>
                </a:lnTo>
                <a:moveTo>
                  <a:pt x="25" y="3497"/>
                </a:moveTo>
                <a:lnTo>
                  <a:pt x="25" y="3545"/>
                </a:lnTo>
                <a:lnTo>
                  <a:pt x="0" y="3545"/>
                </a:lnTo>
                <a:lnTo>
                  <a:pt x="0" y="3497"/>
                </a:lnTo>
                <a:lnTo>
                  <a:pt x="25" y="3497"/>
                </a:lnTo>
                <a:moveTo>
                  <a:pt x="25" y="3592"/>
                </a:moveTo>
                <a:lnTo>
                  <a:pt x="25" y="3639"/>
                </a:lnTo>
                <a:lnTo>
                  <a:pt x="0" y="3639"/>
                </a:lnTo>
                <a:lnTo>
                  <a:pt x="0" y="3592"/>
                </a:lnTo>
                <a:lnTo>
                  <a:pt x="25" y="3592"/>
                </a:lnTo>
                <a:moveTo>
                  <a:pt x="25" y="3686"/>
                </a:moveTo>
                <a:lnTo>
                  <a:pt x="25" y="3734"/>
                </a:lnTo>
                <a:lnTo>
                  <a:pt x="0" y="3734"/>
                </a:lnTo>
                <a:lnTo>
                  <a:pt x="0" y="3686"/>
                </a:lnTo>
                <a:lnTo>
                  <a:pt x="25" y="3686"/>
                </a:lnTo>
                <a:moveTo>
                  <a:pt x="25" y="3781"/>
                </a:moveTo>
                <a:lnTo>
                  <a:pt x="25" y="3828"/>
                </a:lnTo>
                <a:lnTo>
                  <a:pt x="0" y="3828"/>
                </a:lnTo>
                <a:lnTo>
                  <a:pt x="0" y="3781"/>
                </a:lnTo>
                <a:lnTo>
                  <a:pt x="25" y="3781"/>
                </a:lnTo>
                <a:moveTo>
                  <a:pt x="25" y="3875"/>
                </a:moveTo>
                <a:lnTo>
                  <a:pt x="25" y="3923"/>
                </a:lnTo>
                <a:lnTo>
                  <a:pt x="0" y="3923"/>
                </a:lnTo>
                <a:lnTo>
                  <a:pt x="0" y="3875"/>
                </a:lnTo>
                <a:lnTo>
                  <a:pt x="25" y="3875"/>
                </a:lnTo>
                <a:moveTo>
                  <a:pt x="25" y="3970"/>
                </a:moveTo>
                <a:lnTo>
                  <a:pt x="25" y="4017"/>
                </a:lnTo>
                <a:lnTo>
                  <a:pt x="0" y="4017"/>
                </a:lnTo>
                <a:lnTo>
                  <a:pt x="0" y="3970"/>
                </a:lnTo>
                <a:lnTo>
                  <a:pt x="25" y="3970"/>
                </a:lnTo>
                <a:moveTo>
                  <a:pt x="25" y="4064"/>
                </a:moveTo>
                <a:lnTo>
                  <a:pt x="25" y="4111"/>
                </a:lnTo>
                <a:lnTo>
                  <a:pt x="0" y="4111"/>
                </a:lnTo>
                <a:lnTo>
                  <a:pt x="0" y="4064"/>
                </a:lnTo>
                <a:lnTo>
                  <a:pt x="25" y="4064"/>
                </a:lnTo>
                <a:moveTo>
                  <a:pt x="25" y="4159"/>
                </a:moveTo>
                <a:lnTo>
                  <a:pt x="25" y="4206"/>
                </a:lnTo>
                <a:lnTo>
                  <a:pt x="0" y="4206"/>
                </a:lnTo>
                <a:lnTo>
                  <a:pt x="0" y="4159"/>
                </a:lnTo>
                <a:lnTo>
                  <a:pt x="25" y="4159"/>
                </a:lnTo>
                <a:moveTo>
                  <a:pt x="25" y="4253"/>
                </a:moveTo>
                <a:lnTo>
                  <a:pt x="25" y="4300"/>
                </a:lnTo>
                <a:lnTo>
                  <a:pt x="0" y="4300"/>
                </a:lnTo>
                <a:lnTo>
                  <a:pt x="0" y="4253"/>
                </a:lnTo>
                <a:lnTo>
                  <a:pt x="25" y="4253"/>
                </a:lnTo>
                <a:moveTo>
                  <a:pt x="25" y="4348"/>
                </a:moveTo>
                <a:lnTo>
                  <a:pt x="25" y="4395"/>
                </a:lnTo>
                <a:lnTo>
                  <a:pt x="0" y="4395"/>
                </a:lnTo>
                <a:lnTo>
                  <a:pt x="0" y="4348"/>
                </a:lnTo>
                <a:lnTo>
                  <a:pt x="25" y="4348"/>
                </a:lnTo>
                <a:moveTo>
                  <a:pt x="25" y="4442"/>
                </a:moveTo>
                <a:lnTo>
                  <a:pt x="25" y="4489"/>
                </a:lnTo>
                <a:lnTo>
                  <a:pt x="0" y="4489"/>
                </a:lnTo>
                <a:lnTo>
                  <a:pt x="0" y="4442"/>
                </a:lnTo>
                <a:lnTo>
                  <a:pt x="25" y="4442"/>
                </a:lnTo>
                <a:moveTo>
                  <a:pt x="25" y="4537"/>
                </a:moveTo>
                <a:lnTo>
                  <a:pt x="25" y="4584"/>
                </a:lnTo>
                <a:lnTo>
                  <a:pt x="0" y="4584"/>
                </a:lnTo>
                <a:lnTo>
                  <a:pt x="0" y="4537"/>
                </a:lnTo>
                <a:lnTo>
                  <a:pt x="25" y="4537"/>
                </a:lnTo>
                <a:moveTo>
                  <a:pt x="25" y="4631"/>
                </a:moveTo>
                <a:lnTo>
                  <a:pt x="25" y="4678"/>
                </a:lnTo>
                <a:lnTo>
                  <a:pt x="0" y="4678"/>
                </a:lnTo>
                <a:lnTo>
                  <a:pt x="0" y="4631"/>
                </a:lnTo>
                <a:lnTo>
                  <a:pt x="25" y="4631"/>
                </a:lnTo>
                <a:moveTo>
                  <a:pt x="25" y="4726"/>
                </a:moveTo>
                <a:lnTo>
                  <a:pt x="25" y="4773"/>
                </a:lnTo>
                <a:lnTo>
                  <a:pt x="0" y="4773"/>
                </a:lnTo>
                <a:lnTo>
                  <a:pt x="0" y="4726"/>
                </a:lnTo>
                <a:lnTo>
                  <a:pt x="25" y="4726"/>
                </a:lnTo>
                <a:moveTo>
                  <a:pt x="25" y="4820"/>
                </a:moveTo>
                <a:lnTo>
                  <a:pt x="25" y="4867"/>
                </a:lnTo>
                <a:lnTo>
                  <a:pt x="0" y="4867"/>
                </a:lnTo>
                <a:lnTo>
                  <a:pt x="0" y="4820"/>
                </a:lnTo>
                <a:lnTo>
                  <a:pt x="25" y="4820"/>
                </a:lnTo>
                <a:moveTo>
                  <a:pt x="25" y="4915"/>
                </a:moveTo>
                <a:lnTo>
                  <a:pt x="25" y="4962"/>
                </a:lnTo>
                <a:lnTo>
                  <a:pt x="0" y="4962"/>
                </a:lnTo>
                <a:lnTo>
                  <a:pt x="0" y="4915"/>
                </a:lnTo>
                <a:lnTo>
                  <a:pt x="25" y="4915"/>
                </a:lnTo>
                <a:moveTo>
                  <a:pt x="25" y="5009"/>
                </a:moveTo>
                <a:lnTo>
                  <a:pt x="25" y="5056"/>
                </a:lnTo>
                <a:lnTo>
                  <a:pt x="0" y="5056"/>
                </a:lnTo>
                <a:lnTo>
                  <a:pt x="0" y="5009"/>
                </a:lnTo>
                <a:lnTo>
                  <a:pt x="25" y="5009"/>
                </a:lnTo>
                <a:moveTo>
                  <a:pt x="25" y="5104"/>
                </a:moveTo>
                <a:lnTo>
                  <a:pt x="25" y="5151"/>
                </a:lnTo>
                <a:lnTo>
                  <a:pt x="0" y="5151"/>
                </a:lnTo>
                <a:lnTo>
                  <a:pt x="0" y="5104"/>
                </a:lnTo>
                <a:lnTo>
                  <a:pt x="25" y="5104"/>
                </a:lnTo>
                <a:moveTo>
                  <a:pt x="25" y="5198"/>
                </a:moveTo>
                <a:lnTo>
                  <a:pt x="25" y="5245"/>
                </a:lnTo>
                <a:lnTo>
                  <a:pt x="0" y="5245"/>
                </a:lnTo>
                <a:lnTo>
                  <a:pt x="0" y="5198"/>
                </a:lnTo>
                <a:lnTo>
                  <a:pt x="25" y="5198"/>
                </a:lnTo>
                <a:moveTo>
                  <a:pt x="25" y="5293"/>
                </a:moveTo>
                <a:lnTo>
                  <a:pt x="25" y="5340"/>
                </a:lnTo>
                <a:lnTo>
                  <a:pt x="0" y="5340"/>
                </a:lnTo>
                <a:lnTo>
                  <a:pt x="0" y="5293"/>
                </a:lnTo>
                <a:lnTo>
                  <a:pt x="25" y="5293"/>
                </a:lnTo>
                <a:moveTo>
                  <a:pt x="25" y="5387"/>
                </a:moveTo>
                <a:lnTo>
                  <a:pt x="25" y="5434"/>
                </a:lnTo>
                <a:lnTo>
                  <a:pt x="0" y="5434"/>
                </a:lnTo>
                <a:lnTo>
                  <a:pt x="0" y="5387"/>
                </a:lnTo>
                <a:lnTo>
                  <a:pt x="25" y="5387"/>
                </a:lnTo>
                <a:moveTo>
                  <a:pt x="25" y="5482"/>
                </a:moveTo>
                <a:lnTo>
                  <a:pt x="25" y="5529"/>
                </a:lnTo>
                <a:lnTo>
                  <a:pt x="0" y="5529"/>
                </a:lnTo>
                <a:lnTo>
                  <a:pt x="0" y="5482"/>
                </a:lnTo>
                <a:lnTo>
                  <a:pt x="25" y="5482"/>
                </a:lnTo>
                <a:moveTo>
                  <a:pt x="25" y="5576"/>
                </a:moveTo>
                <a:lnTo>
                  <a:pt x="25" y="5623"/>
                </a:lnTo>
                <a:lnTo>
                  <a:pt x="0" y="5623"/>
                </a:lnTo>
                <a:lnTo>
                  <a:pt x="0" y="5576"/>
                </a:lnTo>
                <a:lnTo>
                  <a:pt x="25" y="5576"/>
                </a:lnTo>
                <a:moveTo>
                  <a:pt x="25" y="5671"/>
                </a:moveTo>
                <a:lnTo>
                  <a:pt x="25" y="5718"/>
                </a:lnTo>
                <a:lnTo>
                  <a:pt x="0" y="5718"/>
                </a:lnTo>
                <a:lnTo>
                  <a:pt x="0" y="5671"/>
                </a:lnTo>
                <a:lnTo>
                  <a:pt x="25" y="5671"/>
                </a:lnTo>
                <a:moveTo>
                  <a:pt x="25" y="5765"/>
                </a:moveTo>
                <a:lnTo>
                  <a:pt x="25" y="5812"/>
                </a:lnTo>
                <a:lnTo>
                  <a:pt x="0" y="5812"/>
                </a:lnTo>
                <a:lnTo>
                  <a:pt x="0" y="5765"/>
                </a:lnTo>
                <a:lnTo>
                  <a:pt x="25" y="5765"/>
                </a:lnTo>
                <a:moveTo>
                  <a:pt x="25" y="5860"/>
                </a:moveTo>
                <a:lnTo>
                  <a:pt x="25" y="5907"/>
                </a:lnTo>
                <a:lnTo>
                  <a:pt x="0" y="5907"/>
                </a:lnTo>
                <a:lnTo>
                  <a:pt x="0" y="5860"/>
                </a:lnTo>
                <a:lnTo>
                  <a:pt x="25" y="5860"/>
                </a:lnTo>
                <a:moveTo>
                  <a:pt x="25" y="5954"/>
                </a:moveTo>
                <a:lnTo>
                  <a:pt x="25" y="6001"/>
                </a:lnTo>
                <a:lnTo>
                  <a:pt x="0" y="6001"/>
                </a:lnTo>
                <a:lnTo>
                  <a:pt x="0" y="5954"/>
                </a:lnTo>
                <a:lnTo>
                  <a:pt x="25" y="5954"/>
                </a:lnTo>
                <a:moveTo>
                  <a:pt x="25" y="6049"/>
                </a:moveTo>
                <a:lnTo>
                  <a:pt x="25" y="6096"/>
                </a:lnTo>
                <a:lnTo>
                  <a:pt x="0" y="6096"/>
                </a:lnTo>
                <a:lnTo>
                  <a:pt x="0" y="6049"/>
                </a:lnTo>
                <a:lnTo>
                  <a:pt x="25" y="6049"/>
                </a:lnTo>
                <a:moveTo>
                  <a:pt x="25" y="6143"/>
                </a:moveTo>
                <a:lnTo>
                  <a:pt x="25" y="6190"/>
                </a:lnTo>
                <a:lnTo>
                  <a:pt x="0" y="6190"/>
                </a:lnTo>
                <a:lnTo>
                  <a:pt x="0" y="6143"/>
                </a:lnTo>
                <a:lnTo>
                  <a:pt x="25" y="6143"/>
                </a:lnTo>
                <a:moveTo>
                  <a:pt x="25" y="6238"/>
                </a:moveTo>
                <a:lnTo>
                  <a:pt x="25" y="6285"/>
                </a:lnTo>
                <a:lnTo>
                  <a:pt x="0" y="6285"/>
                </a:lnTo>
                <a:lnTo>
                  <a:pt x="0" y="6238"/>
                </a:lnTo>
                <a:lnTo>
                  <a:pt x="25" y="6238"/>
                </a:lnTo>
                <a:moveTo>
                  <a:pt x="25" y="6332"/>
                </a:moveTo>
                <a:lnTo>
                  <a:pt x="25" y="6379"/>
                </a:lnTo>
                <a:lnTo>
                  <a:pt x="0" y="6379"/>
                </a:lnTo>
                <a:lnTo>
                  <a:pt x="0" y="6332"/>
                </a:lnTo>
                <a:lnTo>
                  <a:pt x="25" y="6332"/>
                </a:lnTo>
                <a:moveTo>
                  <a:pt x="25" y="6427"/>
                </a:moveTo>
                <a:lnTo>
                  <a:pt x="25" y="6474"/>
                </a:lnTo>
                <a:lnTo>
                  <a:pt x="0" y="6474"/>
                </a:lnTo>
                <a:lnTo>
                  <a:pt x="0" y="6427"/>
                </a:lnTo>
                <a:lnTo>
                  <a:pt x="25" y="6427"/>
                </a:lnTo>
                <a:moveTo>
                  <a:pt x="25" y="6521"/>
                </a:moveTo>
                <a:lnTo>
                  <a:pt x="25" y="6568"/>
                </a:lnTo>
                <a:lnTo>
                  <a:pt x="0" y="6568"/>
                </a:lnTo>
                <a:lnTo>
                  <a:pt x="0" y="6521"/>
                </a:lnTo>
                <a:lnTo>
                  <a:pt x="25" y="6521"/>
                </a:lnTo>
                <a:moveTo>
                  <a:pt x="25" y="6616"/>
                </a:moveTo>
                <a:lnTo>
                  <a:pt x="25" y="6663"/>
                </a:lnTo>
                <a:lnTo>
                  <a:pt x="0" y="6663"/>
                </a:lnTo>
                <a:lnTo>
                  <a:pt x="0" y="6616"/>
                </a:lnTo>
                <a:lnTo>
                  <a:pt x="25" y="6616"/>
                </a:lnTo>
                <a:moveTo>
                  <a:pt x="25" y="6710"/>
                </a:moveTo>
                <a:lnTo>
                  <a:pt x="25" y="6757"/>
                </a:lnTo>
                <a:lnTo>
                  <a:pt x="0" y="6757"/>
                </a:lnTo>
                <a:lnTo>
                  <a:pt x="0" y="6710"/>
                </a:lnTo>
                <a:lnTo>
                  <a:pt x="25" y="6710"/>
                </a:lnTo>
                <a:moveTo>
                  <a:pt x="25" y="6805"/>
                </a:moveTo>
                <a:lnTo>
                  <a:pt x="25" y="6852"/>
                </a:lnTo>
                <a:lnTo>
                  <a:pt x="0" y="6852"/>
                </a:lnTo>
                <a:lnTo>
                  <a:pt x="0" y="6805"/>
                </a:lnTo>
                <a:lnTo>
                  <a:pt x="25" y="6805"/>
                </a:lnTo>
                <a:moveTo>
                  <a:pt x="25" y="6899"/>
                </a:moveTo>
                <a:lnTo>
                  <a:pt x="25" y="6946"/>
                </a:lnTo>
                <a:lnTo>
                  <a:pt x="0" y="6946"/>
                </a:lnTo>
                <a:lnTo>
                  <a:pt x="0" y="6899"/>
                </a:lnTo>
                <a:lnTo>
                  <a:pt x="25" y="6899"/>
                </a:lnTo>
                <a:moveTo>
                  <a:pt x="25" y="6994"/>
                </a:moveTo>
                <a:lnTo>
                  <a:pt x="25" y="7041"/>
                </a:lnTo>
                <a:lnTo>
                  <a:pt x="0" y="7041"/>
                </a:lnTo>
                <a:lnTo>
                  <a:pt x="0" y="6994"/>
                </a:lnTo>
                <a:lnTo>
                  <a:pt x="25" y="6994"/>
                </a:lnTo>
                <a:moveTo>
                  <a:pt x="25" y="7088"/>
                </a:moveTo>
                <a:lnTo>
                  <a:pt x="25" y="7135"/>
                </a:lnTo>
                <a:lnTo>
                  <a:pt x="0" y="7135"/>
                </a:lnTo>
                <a:lnTo>
                  <a:pt x="0" y="7088"/>
                </a:lnTo>
                <a:lnTo>
                  <a:pt x="25" y="7088"/>
                </a:lnTo>
                <a:moveTo>
                  <a:pt x="25" y="7183"/>
                </a:moveTo>
                <a:lnTo>
                  <a:pt x="25" y="7230"/>
                </a:lnTo>
                <a:lnTo>
                  <a:pt x="0" y="7230"/>
                </a:lnTo>
                <a:lnTo>
                  <a:pt x="0" y="7183"/>
                </a:lnTo>
                <a:lnTo>
                  <a:pt x="25" y="7183"/>
                </a:lnTo>
                <a:moveTo>
                  <a:pt x="25" y="7277"/>
                </a:moveTo>
                <a:lnTo>
                  <a:pt x="25" y="7324"/>
                </a:lnTo>
                <a:lnTo>
                  <a:pt x="0" y="7324"/>
                </a:lnTo>
                <a:lnTo>
                  <a:pt x="0" y="7277"/>
                </a:lnTo>
                <a:lnTo>
                  <a:pt x="25" y="7277"/>
                </a:lnTo>
                <a:moveTo>
                  <a:pt x="25" y="7372"/>
                </a:moveTo>
                <a:lnTo>
                  <a:pt x="25" y="7419"/>
                </a:lnTo>
                <a:lnTo>
                  <a:pt x="0" y="7419"/>
                </a:lnTo>
                <a:lnTo>
                  <a:pt x="0" y="7372"/>
                </a:lnTo>
                <a:lnTo>
                  <a:pt x="25" y="7372"/>
                </a:lnTo>
                <a:moveTo>
                  <a:pt x="25" y="7466"/>
                </a:moveTo>
                <a:lnTo>
                  <a:pt x="25" y="7513"/>
                </a:lnTo>
                <a:lnTo>
                  <a:pt x="0" y="7513"/>
                </a:lnTo>
                <a:lnTo>
                  <a:pt x="0" y="7466"/>
                </a:lnTo>
                <a:lnTo>
                  <a:pt x="25" y="7466"/>
                </a:lnTo>
                <a:moveTo>
                  <a:pt x="25" y="7561"/>
                </a:moveTo>
                <a:lnTo>
                  <a:pt x="25" y="7608"/>
                </a:lnTo>
                <a:lnTo>
                  <a:pt x="0" y="7608"/>
                </a:lnTo>
                <a:lnTo>
                  <a:pt x="0" y="7561"/>
                </a:lnTo>
                <a:lnTo>
                  <a:pt x="25" y="7561"/>
                </a:lnTo>
                <a:moveTo>
                  <a:pt x="25" y="7655"/>
                </a:moveTo>
                <a:lnTo>
                  <a:pt x="25" y="7702"/>
                </a:lnTo>
                <a:lnTo>
                  <a:pt x="0" y="7702"/>
                </a:lnTo>
                <a:lnTo>
                  <a:pt x="0" y="7655"/>
                </a:lnTo>
                <a:lnTo>
                  <a:pt x="25" y="7655"/>
                </a:lnTo>
                <a:moveTo>
                  <a:pt x="25" y="7750"/>
                </a:moveTo>
                <a:lnTo>
                  <a:pt x="25" y="7797"/>
                </a:lnTo>
                <a:lnTo>
                  <a:pt x="0" y="7797"/>
                </a:lnTo>
                <a:lnTo>
                  <a:pt x="0" y="7750"/>
                </a:lnTo>
                <a:lnTo>
                  <a:pt x="25" y="7750"/>
                </a:lnTo>
                <a:moveTo>
                  <a:pt x="25" y="7844"/>
                </a:moveTo>
                <a:lnTo>
                  <a:pt x="25" y="7891"/>
                </a:lnTo>
                <a:lnTo>
                  <a:pt x="0" y="7891"/>
                </a:lnTo>
                <a:lnTo>
                  <a:pt x="0" y="7844"/>
                </a:lnTo>
                <a:lnTo>
                  <a:pt x="25" y="784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397800" y="1234440"/>
            <a:ext cx="4939920" cy="2704680"/>
          </a:xfrm>
          <a:custGeom>
            <a:avLst/>
            <a:gdLst/>
            <a:ahLst/>
            <a:rect l="0" t="0" r="r" b="b"/>
            <a:pathLst>
              <a:path w="13722" h="7513">
                <a:moveTo>
                  <a:pt x="0" y="0"/>
                </a:moveTo>
                <a:lnTo>
                  <a:pt x="13722" y="0"/>
                </a:lnTo>
                <a:lnTo>
                  <a:pt x="13722" y="7513"/>
                </a:lnTo>
                <a:lnTo>
                  <a:pt x="0" y="75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97800" y="1234440"/>
            <a:ext cx="4939920" cy="2704680"/>
          </a:xfrm>
          <a:custGeom>
            <a:avLst/>
            <a:gdLst/>
            <a:ahLst/>
            <a:rect l="0" t="0" r="r" b="b"/>
            <a:pathLst>
              <a:path w="13722" h="7513">
                <a:moveTo>
                  <a:pt x="0" y="0"/>
                </a:moveTo>
                <a:lnTo>
                  <a:pt x="13722" y="0"/>
                </a:lnTo>
                <a:lnTo>
                  <a:pt x="13722" y="7513"/>
                </a:lnTo>
                <a:lnTo>
                  <a:pt x="0" y="751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5224320" y="1279800"/>
            <a:ext cx="68040" cy="56880"/>
          </a:xfrm>
          <a:custGeom>
            <a:avLst/>
            <a:gdLst/>
            <a:ahLst/>
            <a:rect l="0" t="0" r="r" b="b"/>
            <a:pathLst>
              <a:path w="189" h="158">
                <a:moveTo>
                  <a:pt x="0" y="0"/>
                </a:moveTo>
                <a:lnTo>
                  <a:pt x="189" y="0"/>
                </a:lnTo>
                <a:lnTo>
                  <a:pt x="189" y="158"/>
                </a:lnTo>
                <a:lnTo>
                  <a:pt x="0" y="158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224320" y="1299600"/>
            <a:ext cx="67680" cy="0"/>
          </a:xfrm>
          <a:prstGeom prst="line">
            <a:avLst/>
          </a:prstGeom>
          <a:ln w="72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84760" y="1069560"/>
            <a:ext cx="21268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na: Gepland aanbod terugleveren aan de onderwijscatalogus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454680" y="1273320"/>
            <a:ext cx="11163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Opleidingsaanbod van Instelling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77360" y="1568880"/>
            <a:ext cx="4803840" cy="2313720"/>
          </a:xfrm>
          <a:custGeom>
            <a:avLst/>
            <a:gdLst/>
            <a:ahLst/>
            <a:rect l="0" t="0" r="r" b="b"/>
            <a:pathLst>
              <a:path w="13344" h="6427">
                <a:moveTo>
                  <a:pt x="0" y="0"/>
                </a:moveTo>
                <a:lnTo>
                  <a:pt x="13344" y="0"/>
                </a:lnTo>
                <a:lnTo>
                  <a:pt x="13344" y="6427"/>
                </a:lnTo>
                <a:lnTo>
                  <a:pt x="0" y="642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77360" y="1568880"/>
            <a:ext cx="4803840" cy="2313720"/>
          </a:xfrm>
          <a:custGeom>
            <a:avLst/>
            <a:gdLst/>
            <a:ahLst/>
            <a:rect l="0" t="0" r="r" b="b"/>
            <a:pathLst>
              <a:path w="13344" h="6427">
                <a:moveTo>
                  <a:pt x="0" y="0"/>
                </a:moveTo>
                <a:lnTo>
                  <a:pt x="13344" y="0"/>
                </a:lnTo>
                <a:lnTo>
                  <a:pt x="13344" y="6427"/>
                </a:lnTo>
                <a:lnTo>
                  <a:pt x="0" y="642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167440" y="1614240"/>
            <a:ext cx="68400" cy="57240"/>
          </a:xfrm>
          <a:custGeom>
            <a:avLst/>
            <a:gdLst/>
            <a:ahLst/>
            <a:rect l="0" t="0" r="r" b="b"/>
            <a:pathLst>
              <a:path w="190" h="159">
                <a:moveTo>
                  <a:pt x="0" y="0"/>
                </a:moveTo>
                <a:lnTo>
                  <a:pt x="190" y="0"/>
                </a:lnTo>
                <a:lnTo>
                  <a:pt x="190" y="15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5167440" y="1634040"/>
            <a:ext cx="68040" cy="0"/>
          </a:xfrm>
          <a:prstGeom prst="line">
            <a:avLst/>
          </a:prstGeom>
          <a:ln w="72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454680" y="1365120"/>
            <a:ext cx="126576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ROC Leren Zonder Drempels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533880" y="1608120"/>
            <a:ext cx="5936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Opleidingaanbod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56560" y="2096280"/>
            <a:ext cx="4668120" cy="1729440"/>
          </a:xfrm>
          <a:custGeom>
            <a:avLst/>
            <a:gdLst/>
            <a:ahLst/>
            <a:rect l="0" t="0" r="r" b="b"/>
            <a:pathLst>
              <a:path w="12967" h="4804">
                <a:moveTo>
                  <a:pt x="0" y="0"/>
                </a:moveTo>
                <a:lnTo>
                  <a:pt x="12967" y="0"/>
                </a:lnTo>
                <a:lnTo>
                  <a:pt x="12967" y="4804"/>
                </a:lnTo>
                <a:lnTo>
                  <a:pt x="0" y="480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56560" y="2096280"/>
            <a:ext cx="4668120" cy="1729440"/>
          </a:xfrm>
          <a:custGeom>
            <a:avLst/>
            <a:gdLst/>
            <a:ahLst/>
            <a:rect l="0" t="0" r="r" b="b"/>
            <a:pathLst>
              <a:path w="12967" h="4804">
                <a:moveTo>
                  <a:pt x="0" y="0"/>
                </a:moveTo>
                <a:lnTo>
                  <a:pt x="12967" y="0"/>
                </a:lnTo>
                <a:lnTo>
                  <a:pt x="12967" y="4804"/>
                </a:lnTo>
                <a:lnTo>
                  <a:pt x="0" y="4804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5110920" y="2141640"/>
            <a:ext cx="68400" cy="56880"/>
          </a:xfrm>
          <a:custGeom>
            <a:avLst/>
            <a:gdLst/>
            <a:ahLst/>
            <a:rect l="0" t="0" r="r" b="b"/>
            <a:pathLst>
              <a:path w="190" h="158">
                <a:moveTo>
                  <a:pt x="0" y="0"/>
                </a:moveTo>
                <a:lnTo>
                  <a:pt x="190" y="0"/>
                </a:lnTo>
                <a:lnTo>
                  <a:pt x="190" y="158"/>
                </a:lnTo>
                <a:lnTo>
                  <a:pt x="0" y="158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5110920" y="2161440"/>
            <a:ext cx="68040" cy="0"/>
          </a:xfrm>
          <a:prstGeom prst="line">
            <a:avLst/>
          </a:prstGeom>
          <a:ln w="72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33880" y="1699560"/>
            <a:ext cx="246204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 2026: vier perioden, 120 plaatsen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613080" y="2135160"/>
            <a:ext cx="10584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aanbod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635760" y="2623680"/>
            <a:ext cx="4532040" cy="1145520"/>
          </a:xfrm>
          <a:custGeom>
            <a:avLst/>
            <a:gdLst/>
            <a:ahLst/>
            <a:rect l="0" t="0" r="r" b="b"/>
            <a:pathLst>
              <a:path w="12589" h="3182">
                <a:moveTo>
                  <a:pt x="0" y="0"/>
                </a:moveTo>
                <a:lnTo>
                  <a:pt x="12589" y="0"/>
                </a:lnTo>
                <a:lnTo>
                  <a:pt x="12589" y="3182"/>
                </a:lnTo>
                <a:lnTo>
                  <a:pt x="0" y="318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635760" y="2623680"/>
            <a:ext cx="4532040" cy="1145520"/>
          </a:xfrm>
          <a:custGeom>
            <a:avLst/>
            <a:gdLst/>
            <a:ahLst/>
            <a:rect l="0" t="0" r="r" b="b"/>
            <a:pathLst>
              <a:path w="12589" h="3182">
                <a:moveTo>
                  <a:pt x="0" y="0"/>
                </a:moveTo>
                <a:lnTo>
                  <a:pt x="12589" y="0"/>
                </a:lnTo>
                <a:lnTo>
                  <a:pt x="12589" y="3182"/>
                </a:lnTo>
                <a:lnTo>
                  <a:pt x="0" y="3182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5054400" y="2669040"/>
            <a:ext cx="68040" cy="56880"/>
          </a:xfrm>
          <a:custGeom>
            <a:avLst/>
            <a:gdLst/>
            <a:ahLst/>
            <a:rect l="0" t="0" r="r" b="b"/>
            <a:pathLst>
              <a:path w="189" h="158">
                <a:moveTo>
                  <a:pt x="0" y="0"/>
                </a:moveTo>
                <a:lnTo>
                  <a:pt x="189" y="0"/>
                </a:lnTo>
                <a:lnTo>
                  <a:pt x="189" y="158"/>
                </a:lnTo>
                <a:lnTo>
                  <a:pt x="0" y="158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5054400" y="2688840"/>
            <a:ext cx="67680" cy="0"/>
          </a:xfrm>
          <a:prstGeom prst="line">
            <a:avLst/>
          </a:prstGeom>
          <a:ln w="72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613080" y="2226960"/>
            <a:ext cx="183096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Regulier BOL 2026: 18 tot 120 studenten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692640" y="2662560"/>
            <a:ext cx="9075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aanbod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14960" y="3150720"/>
            <a:ext cx="4396320" cy="561600"/>
          </a:xfrm>
          <a:custGeom>
            <a:avLst/>
            <a:gdLst/>
            <a:ahLst/>
            <a:rect l="0" t="0" r="r" b="b"/>
            <a:pathLst>
              <a:path w="12212" h="1560">
                <a:moveTo>
                  <a:pt x="0" y="0"/>
                </a:moveTo>
                <a:lnTo>
                  <a:pt x="12212" y="0"/>
                </a:lnTo>
                <a:lnTo>
                  <a:pt x="12212" y="1560"/>
                </a:lnTo>
                <a:lnTo>
                  <a:pt x="0" y="156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14960" y="3150720"/>
            <a:ext cx="4396320" cy="561600"/>
          </a:xfrm>
          <a:custGeom>
            <a:avLst/>
            <a:gdLst/>
            <a:ahLst/>
            <a:rect l="0" t="0" r="r" b="b"/>
            <a:pathLst>
              <a:path w="12212" h="1560">
                <a:moveTo>
                  <a:pt x="0" y="0"/>
                </a:moveTo>
                <a:lnTo>
                  <a:pt x="12212" y="0"/>
                </a:lnTo>
                <a:lnTo>
                  <a:pt x="12212" y="1560"/>
                </a:lnTo>
                <a:lnTo>
                  <a:pt x="0" y="1560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997520" y="3196080"/>
            <a:ext cx="68400" cy="57240"/>
          </a:xfrm>
          <a:custGeom>
            <a:avLst/>
            <a:gdLst/>
            <a:ahLst/>
            <a:rect l="0" t="0" r="r" b="b"/>
            <a:pathLst>
              <a:path w="190" h="159">
                <a:moveTo>
                  <a:pt x="0" y="0"/>
                </a:moveTo>
                <a:lnTo>
                  <a:pt x="190" y="0"/>
                </a:lnTo>
                <a:lnTo>
                  <a:pt x="190" y="15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4997520" y="3215880"/>
            <a:ext cx="68040" cy="0"/>
          </a:xfrm>
          <a:prstGeom prst="line">
            <a:avLst/>
          </a:prstGeom>
          <a:ln w="72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692640" y="2754000"/>
            <a:ext cx="14760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B1-K1, leerjaar 1, periode 1 tot 4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71840" y="3189960"/>
            <a:ext cx="5842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a5a2a"/>
                </a:solidFill>
                <a:latin typeface="DejaVuSans"/>
                <a:ea typeface="DejaVuSans"/>
              </a:rPr>
              <a:t>Leergelegenheid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771840" y="3281400"/>
            <a:ext cx="19224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periode 1, twee groepen van 24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771840" y="3388320"/>
            <a:ext cx="9716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771840" y="3484800"/>
            <a:ext cx="248652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speciﬁcatie hangt aan: B1-K1-W1 Baliegesprek en triage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771840" y="3581280"/>
            <a:ext cx="3595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692640" y="2860920"/>
            <a:ext cx="6332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692640" y="2957400"/>
            <a:ext cx="18356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hangt aan: Blok B1-K1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692640" y="3053880"/>
            <a:ext cx="3595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613080" y="2333880"/>
            <a:ext cx="6332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13080" y="2430000"/>
            <a:ext cx="233712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Opleidingsprogramma speciﬁcatie hangt aan: BOL voltijd, planbaar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613080" y="2526480"/>
            <a:ext cx="3595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533880" y="1806480"/>
            <a:ext cx="6332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gepland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533880" y="1902600"/>
            <a:ext cx="23871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speciﬁcatie hangt aan: Apothekersassistent, versie 2026.1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533880" y="1999080"/>
            <a:ext cx="3595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97800" y="4097520"/>
            <a:ext cx="4396320" cy="561600"/>
          </a:xfrm>
          <a:custGeom>
            <a:avLst/>
            <a:gdLst/>
            <a:ahLst/>
            <a:rect l="0" t="0" r="r" b="b"/>
            <a:pathLst>
              <a:path w="12212" h="1560">
                <a:moveTo>
                  <a:pt x="0" y="0"/>
                </a:moveTo>
                <a:lnTo>
                  <a:pt x="12212" y="0"/>
                </a:lnTo>
                <a:lnTo>
                  <a:pt x="12212" y="1560"/>
                </a:lnTo>
                <a:lnTo>
                  <a:pt x="0" y="156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97800" y="4097520"/>
            <a:ext cx="4396320" cy="561600"/>
          </a:xfrm>
          <a:custGeom>
            <a:avLst/>
            <a:gdLst/>
            <a:ahLst/>
            <a:rect l="0" t="0" r="r" b="b"/>
            <a:pathLst>
              <a:path w="12212" h="1560">
                <a:moveTo>
                  <a:pt x="0" y="0"/>
                </a:moveTo>
                <a:lnTo>
                  <a:pt x="12212" y="0"/>
                </a:lnTo>
                <a:lnTo>
                  <a:pt x="12212" y="1560"/>
                </a:lnTo>
                <a:lnTo>
                  <a:pt x="0" y="1560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8a85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4680360" y="4142880"/>
            <a:ext cx="68400" cy="57240"/>
          </a:xfrm>
          <a:custGeom>
            <a:avLst/>
            <a:gdLst/>
            <a:ahLst/>
            <a:rect l="0" t="0" r="r" b="b"/>
            <a:pathLst>
              <a:path w="190" h="159">
                <a:moveTo>
                  <a:pt x="0" y="0"/>
                </a:moveTo>
                <a:lnTo>
                  <a:pt x="190" y="0"/>
                </a:lnTo>
                <a:lnTo>
                  <a:pt x="190" y="15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680360" y="4162680"/>
            <a:ext cx="68040" cy="0"/>
          </a:xfrm>
          <a:prstGeom prst="line">
            <a:avLst/>
          </a:prstGeom>
          <a:ln w="72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54680" y="1472040"/>
            <a:ext cx="61956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intentie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454680" y="4136760"/>
            <a:ext cx="62100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a5a2a"/>
                </a:solidFill>
                <a:latin typeface="DejaVuSans"/>
                <a:ea typeface="DejaVuSans"/>
              </a:rPr>
              <a:t>Toetsgelegenheid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454680" y="4228200"/>
            <a:ext cx="228060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einde periode 1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454680" y="4335120"/>
            <a:ext cx="97164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ﬁjnmazig gepland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454680" y="4431600"/>
            <a:ext cx="227772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Toetsonderdeel speciﬁcatie hangt aan: Praktijktoets baliegesprek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454680" y="4527720"/>
            <a:ext cx="3595680" cy="8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40" spc="-1" strike="noStrike">
                <a:solidFill>
                  <a:srgbClr val="5b6663"/>
                </a:solidFill>
                <a:latin typeface="DejaVuSans"/>
                <a:ea typeface="DejaVuSans"/>
              </a:rPr>
              <a:t>Verzoek tot Aanbod / Intekening op speciﬁcatie Leidt tot: Planopgave Apothekersassistent, cohort 2026</a:t>
            </a:r>
            <a:endParaRPr b="0" lang="en-US" sz="5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239400" y="4710240"/>
            <a:ext cx="489132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Het geplande aanbod gaat terug naar de catalogus, met per laag de verwijzing naar de speciﬁcatie waarvan het aanbod is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239400" y="4817880"/>
            <a:ext cx="476784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gemaakt en naar het verzoek dat ertoe leidde. De catalogus houdt daarmee speciﬁcatie en aanbod naast elkaar: wat is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095880" y="1847520"/>
            <a:ext cx="3067200" cy="476640"/>
          </a:xfrm>
          <a:custGeom>
            <a:avLst/>
            <a:gdLst/>
            <a:ahLst/>
            <a:rect l="0" t="0" r="r" b="b"/>
            <a:pathLst>
              <a:path w="8520" h="1324">
                <a:moveTo>
                  <a:pt x="0" y="0"/>
                </a:moveTo>
                <a:lnTo>
                  <a:pt x="8520" y="0"/>
                </a:lnTo>
                <a:lnTo>
                  <a:pt x="8520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095880" y="1847520"/>
            <a:ext cx="3067200" cy="38520"/>
          </a:xfrm>
          <a:custGeom>
            <a:avLst/>
            <a:gdLst/>
            <a:ahLst/>
            <a:rect l="0" t="0" r="r" b="b"/>
            <a:pathLst>
              <a:path w="8520" h="107">
                <a:moveTo>
                  <a:pt x="0" y="0"/>
                </a:moveTo>
                <a:lnTo>
                  <a:pt x="8520" y="0"/>
                </a:lnTo>
                <a:lnTo>
                  <a:pt x="852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095880" y="2314440"/>
            <a:ext cx="3067200" cy="9720"/>
          </a:xfrm>
          <a:custGeom>
            <a:avLst/>
            <a:gdLst/>
            <a:ahLst/>
            <a:rect l="0" t="0" r="r" b="b"/>
            <a:pathLst>
              <a:path w="8520" h="27">
                <a:moveTo>
                  <a:pt x="0" y="0"/>
                </a:moveTo>
                <a:lnTo>
                  <a:pt x="8520" y="0"/>
                </a:lnTo>
                <a:lnTo>
                  <a:pt x="85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9153360" y="18475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106"/>
                </a:moveTo>
                <a:lnTo>
                  <a:pt x="0" y="1324"/>
                </a:lnTo>
                <a:lnTo>
                  <a:pt x="27" y="132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095880" y="184752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0" y="1324"/>
                </a:lnTo>
                <a:lnTo>
                  <a:pt x="27" y="132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095880" y="2390760"/>
            <a:ext cx="3067200" cy="476280"/>
          </a:xfrm>
          <a:custGeom>
            <a:avLst/>
            <a:gdLst/>
            <a:ahLst/>
            <a:rect l="0" t="0" r="r" b="b"/>
            <a:pathLst>
              <a:path w="8520" h="1323">
                <a:moveTo>
                  <a:pt x="0" y="0"/>
                </a:moveTo>
                <a:lnTo>
                  <a:pt x="8520" y="0"/>
                </a:lnTo>
                <a:lnTo>
                  <a:pt x="8520" y="1323"/>
                </a:lnTo>
                <a:lnTo>
                  <a:pt x="0" y="13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6095880" y="2390760"/>
            <a:ext cx="3067200" cy="38160"/>
          </a:xfrm>
          <a:custGeom>
            <a:avLst/>
            <a:gdLst/>
            <a:ahLst/>
            <a:rect l="0" t="0" r="r" b="b"/>
            <a:pathLst>
              <a:path w="8520" h="106">
                <a:moveTo>
                  <a:pt x="0" y="0"/>
                </a:moveTo>
                <a:lnTo>
                  <a:pt x="8520" y="0"/>
                </a:lnTo>
                <a:lnTo>
                  <a:pt x="8520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6095880" y="2857320"/>
            <a:ext cx="3067200" cy="9720"/>
          </a:xfrm>
          <a:custGeom>
            <a:avLst/>
            <a:gdLst/>
            <a:ahLst/>
            <a:rect l="0" t="0" r="r" b="b"/>
            <a:pathLst>
              <a:path w="8520" h="27">
                <a:moveTo>
                  <a:pt x="0" y="0"/>
                </a:moveTo>
                <a:lnTo>
                  <a:pt x="8520" y="0"/>
                </a:lnTo>
                <a:lnTo>
                  <a:pt x="85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9153360" y="2390760"/>
            <a:ext cx="9720" cy="476280"/>
          </a:xfrm>
          <a:custGeom>
            <a:avLst/>
            <a:gdLst/>
            <a:ahLst/>
            <a:rect l="0" t="0" r="r" b="b"/>
            <a:pathLst>
              <a:path w="27" h="1323">
                <a:moveTo>
                  <a:pt x="0" y="105"/>
                </a:moveTo>
                <a:lnTo>
                  <a:pt x="0" y="1323"/>
                </a:lnTo>
                <a:lnTo>
                  <a:pt x="27" y="132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6095880" y="2390760"/>
            <a:ext cx="9720" cy="476280"/>
          </a:xfrm>
          <a:custGeom>
            <a:avLst/>
            <a:gdLst/>
            <a:ahLst/>
            <a:rect l="0" t="0" r="r" b="b"/>
            <a:pathLst>
              <a:path w="27" h="1323">
                <a:moveTo>
                  <a:pt x="0" y="0"/>
                </a:moveTo>
                <a:lnTo>
                  <a:pt x="0" y="1323"/>
                </a:lnTo>
                <a:lnTo>
                  <a:pt x="27" y="1323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6095880" y="2933640"/>
            <a:ext cx="3067200" cy="476640"/>
          </a:xfrm>
          <a:custGeom>
            <a:avLst/>
            <a:gdLst/>
            <a:ahLst/>
            <a:rect l="0" t="0" r="r" b="b"/>
            <a:pathLst>
              <a:path w="8520" h="1324">
                <a:moveTo>
                  <a:pt x="0" y="0"/>
                </a:moveTo>
                <a:lnTo>
                  <a:pt x="8520" y="0"/>
                </a:lnTo>
                <a:lnTo>
                  <a:pt x="8520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6095880" y="2933640"/>
            <a:ext cx="3067200" cy="38160"/>
          </a:xfrm>
          <a:custGeom>
            <a:avLst/>
            <a:gdLst/>
            <a:ahLst/>
            <a:rect l="0" t="0" r="r" b="b"/>
            <a:pathLst>
              <a:path w="8520" h="106">
                <a:moveTo>
                  <a:pt x="0" y="0"/>
                </a:moveTo>
                <a:lnTo>
                  <a:pt x="8520" y="0"/>
                </a:lnTo>
                <a:lnTo>
                  <a:pt x="8520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6095880" y="3400200"/>
            <a:ext cx="3067200" cy="10080"/>
          </a:xfrm>
          <a:custGeom>
            <a:avLst/>
            <a:gdLst/>
            <a:ahLst/>
            <a:rect l="0" t="0" r="r" b="b"/>
            <a:pathLst>
              <a:path w="8520" h="28">
                <a:moveTo>
                  <a:pt x="0" y="0"/>
                </a:moveTo>
                <a:lnTo>
                  <a:pt x="8520" y="0"/>
                </a:lnTo>
                <a:lnTo>
                  <a:pt x="85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9153360" y="2933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105"/>
                </a:moveTo>
                <a:lnTo>
                  <a:pt x="0" y="1324"/>
                </a:lnTo>
                <a:lnTo>
                  <a:pt x="27" y="1324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6095880" y="293364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0"/>
                </a:moveTo>
                <a:lnTo>
                  <a:pt x="0" y="1324"/>
                </a:lnTo>
                <a:lnTo>
                  <a:pt x="27" y="1324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239400" y="4925520"/>
            <a:ext cx="2791080" cy="9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20" spc="-1" strike="noStrike">
                <a:solidFill>
                  <a:srgbClr val="5b6663"/>
                </a:solidFill>
                <a:latin typeface="DejaVuSans"/>
                <a:ea typeface="DejaVuSans"/>
              </a:rPr>
              <a:t>ontworpen, en wanneer het met hoeveel plaatsen wordt aangeboden.</a:t>
            </a:r>
            <a:endParaRPr b="0" lang="en-US" sz="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6198840" y="1956600"/>
            <a:ext cx="1274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6198840" y="2113560"/>
            <a:ext cx="16254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een model alleen blijft abstract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6198840" y="2499480"/>
            <a:ext cx="1331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6198840" y="2656440"/>
            <a:ext cx="2175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apothekersassistent, ontwerp tot diploma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6198840" y="3042360"/>
            <a:ext cx="2503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 en leveranciers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6198840" y="3199320"/>
            <a:ext cx="1843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herkennen zij het, ontbreekt er iets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6097680" y="3497760"/>
            <a:ext cx="31842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6097680" y="3630960"/>
            <a:ext cx="17532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Arial"/>
                <a:ea typeface="Arial"/>
              </a:rPr>
              <a:t>catalogus. Concept in afstemming.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55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1296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173772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1161" y="0"/>
                </a:moveTo>
                <a:lnTo>
                  <a:pt x="968" y="86"/>
                </a:lnTo>
                <a:cubicBezTo>
                  <a:pt x="774" y="172"/>
                  <a:pt x="387" y="345"/>
                  <a:pt x="193" y="503"/>
                </a:cubicBezTo>
                <a:cubicBezTo>
                  <a:pt x="0" y="662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1707840" y="1761480"/>
            <a:ext cx="60120" cy="59760"/>
          </a:xfrm>
          <a:custGeom>
            <a:avLst/>
            <a:gdLst/>
            <a:ahLst/>
            <a:rect l="0" t="0" r="r" b="b"/>
            <a:pathLst>
              <a:path w="167" h="166">
                <a:moveTo>
                  <a:pt x="167" y="0"/>
                </a:moveTo>
                <a:lnTo>
                  <a:pt x="83" y="166"/>
                </a:lnTo>
                <a:lnTo>
                  <a:pt x="0" y="0"/>
                </a:lnTo>
                <a:lnTo>
                  <a:pt x="1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170316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80" y="26"/>
                </a:moveTo>
                <a:lnTo>
                  <a:pt x="172" y="41"/>
                </a:lnTo>
                <a:lnTo>
                  <a:pt x="157" y="34"/>
                </a:lnTo>
                <a:lnTo>
                  <a:pt x="165" y="19"/>
                </a:lnTo>
                <a:lnTo>
                  <a:pt x="180" y="26"/>
                </a:lnTo>
                <a:moveTo>
                  <a:pt x="172" y="41"/>
                </a:moveTo>
                <a:lnTo>
                  <a:pt x="165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1"/>
                </a:lnTo>
                <a:moveTo>
                  <a:pt x="165" y="56"/>
                </a:moveTo>
                <a:lnTo>
                  <a:pt x="157" y="71"/>
                </a:lnTo>
                <a:lnTo>
                  <a:pt x="143" y="63"/>
                </a:lnTo>
                <a:lnTo>
                  <a:pt x="150" y="49"/>
                </a:lnTo>
                <a:lnTo>
                  <a:pt x="165" y="56"/>
                </a:lnTo>
                <a:moveTo>
                  <a:pt x="157" y="71"/>
                </a:moveTo>
                <a:lnTo>
                  <a:pt x="150" y="85"/>
                </a:lnTo>
                <a:lnTo>
                  <a:pt x="134" y="78"/>
                </a:lnTo>
                <a:lnTo>
                  <a:pt x="143" y="63"/>
                </a:lnTo>
                <a:lnTo>
                  <a:pt x="157" y="71"/>
                </a:lnTo>
                <a:moveTo>
                  <a:pt x="150" y="85"/>
                </a:moveTo>
                <a:lnTo>
                  <a:pt x="143" y="100"/>
                </a:lnTo>
                <a:lnTo>
                  <a:pt x="127" y="93"/>
                </a:lnTo>
                <a:lnTo>
                  <a:pt x="134" y="78"/>
                </a:lnTo>
                <a:lnTo>
                  <a:pt x="150" y="85"/>
                </a:lnTo>
                <a:moveTo>
                  <a:pt x="143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3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5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5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5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5" y="174"/>
                </a:moveTo>
                <a:lnTo>
                  <a:pt x="96" y="192"/>
                </a:lnTo>
                <a:lnTo>
                  <a:pt x="83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9" y="169"/>
                </a:lnTo>
                <a:lnTo>
                  <a:pt x="90" y="167"/>
                </a:lnTo>
                <a:lnTo>
                  <a:pt x="105" y="174"/>
                </a:lnTo>
                <a:moveTo>
                  <a:pt x="83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3" y="165"/>
                </a:lnTo>
                <a:moveTo>
                  <a:pt x="75" y="150"/>
                </a:moveTo>
                <a:lnTo>
                  <a:pt x="68" y="135"/>
                </a:lnTo>
                <a:lnTo>
                  <a:pt x="83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3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6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6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6" y="91"/>
                </a:lnTo>
                <a:moveTo>
                  <a:pt x="38" y="76"/>
                </a:moveTo>
                <a:lnTo>
                  <a:pt x="31" y="61"/>
                </a:lnTo>
                <a:lnTo>
                  <a:pt x="46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6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9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6"/>
                </a:lnTo>
                <a:lnTo>
                  <a:pt x="24" y="16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6"/>
                </a:lnTo>
                <a:lnTo>
                  <a:pt x="41" y="16"/>
                </a:lnTo>
                <a:lnTo>
                  <a:pt x="41" y="0"/>
                </a:lnTo>
                <a:moveTo>
                  <a:pt x="57" y="0"/>
                </a:moveTo>
                <a:lnTo>
                  <a:pt x="74" y="0"/>
                </a:lnTo>
                <a:lnTo>
                  <a:pt x="74" y="16"/>
                </a:lnTo>
                <a:lnTo>
                  <a:pt x="57" y="16"/>
                </a:lnTo>
                <a:lnTo>
                  <a:pt x="57" y="0"/>
                </a:lnTo>
                <a:moveTo>
                  <a:pt x="74" y="0"/>
                </a:moveTo>
                <a:lnTo>
                  <a:pt x="90" y="0"/>
                </a:lnTo>
                <a:lnTo>
                  <a:pt x="90" y="16"/>
                </a:lnTo>
                <a:lnTo>
                  <a:pt x="74" y="16"/>
                </a:lnTo>
                <a:lnTo>
                  <a:pt x="74" y="0"/>
                </a:lnTo>
                <a:moveTo>
                  <a:pt x="90" y="0"/>
                </a:moveTo>
                <a:lnTo>
                  <a:pt x="107" y="0"/>
                </a:lnTo>
                <a:lnTo>
                  <a:pt x="107" y="16"/>
                </a:lnTo>
                <a:lnTo>
                  <a:pt x="90" y="16"/>
                </a:lnTo>
                <a:lnTo>
                  <a:pt x="90" y="0"/>
                </a:lnTo>
                <a:moveTo>
                  <a:pt x="107" y="0"/>
                </a:moveTo>
                <a:lnTo>
                  <a:pt x="123" y="0"/>
                </a:lnTo>
                <a:lnTo>
                  <a:pt x="123" y="16"/>
                </a:lnTo>
                <a:lnTo>
                  <a:pt x="107" y="16"/>
                </a:lnTo>
                <a:lnTo>
                  <a:pt x="107" y="0"/>
                </a:lnTo>
                <a:moveTo>
                  <a:pt x="123" y="0"/>
                </a:moveTo>
                <a:lnTo>
                  <a:pt x="141" y="0"/>
                </a:lnTo>
                <a:lnTo>
                  <a:pt x="141" y="16"/>
                </a:lnTo>
                <a:lnTo>
                  <a:pt x="123" y="16"/>
                </a:lnTo>
                <a:lnTo>
                  <a:pt x="123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6"/>
                </a:lnTo>
                <a:lnTo>
                  <a:pt x="141" y="16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6"/>
                </a:lnTo>
                <a:lnTo>
                  <a:pt x="157" y="16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6"/>
                </a:lnTo>
                <a:lnTo>
                  <a:pt x="165" y="19"/>
                </a:lnTo>
                <a:lnTo>
                  <a:pt x="172" y="4"/>
                </a:lnTo>
                <a:lnTo>
                  <a:pt x="180" y="8"/>
                </a:lnTo>
                <a:lnTo>
                  <a:pt x="180" y="16"/>
                </a:lnTo>
                <a:lnTo>
                  <a:pt x="174" y="16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3032640" y="1449360"/>
            <a:ext cx="417960" cy="342000"/>
          </a:xfrm>
          <a:custGeom>
            <a:avLst/>
            <a:gdLst/>
            <a:ahLst/>
            <a:rect l="0" t="0" r="r" b="b"/>
            <a:pathLst>
              <a:path fill="none" w="1161" h="950">
                <a:moveTo>
                  <a:pt x="0" y="0"/>
                </a:moveTo>
                <a:lnTo>
                  <a:pt x="193" y="86"/>
                </a:lnTo>
                <a:cubicBezTo>
                  <a:pt x="387" y="172"/>
                  <a:pt x="774" y="345"/>
                  <a:pt x="967" y="503"/>
                </a:cubicBezTo>
                <a:cubicBezTo>
                  <a:pt x="1161" y="662"/>
                  <a:pt x="1161" y="806"/>
                  <a:pt x="1161" y="878"/>
                </a:cubicBezTo>
                <a:lnTo>
                  <a:pt x="1161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3420360" y="1761480"/>
            <a:ext cx="59760" cy="59760"/>
          </a:xfrm>
          <a:custGeom>
            <a:avLst/>
            <a:gdLst/>
            <a:ahLst/>
            <a:rect l="0" t="0" r="r" b="b"/>
            <a:pathLst>
              <a:path w="166" h="166">
                <a:moveTo>
                  <a:pt x="166" y="0"/>
                </a:moveTo>
                <a:lnTo>
                  <a:pt x="83" y="166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3415680" y="1758600"/>
            <a:ext cx="69480" cy="69120"/>
          </a:xfrm>
          <a:custGeom>
            <a:avLst/>
            <a:gdLst/>
            <a:ahLst/>
            <a:rect l="0" t="0" r="r" b="b"/>
            <a:pathLst>
              <a:path w="193" h="192">
                <a:moveTo>
                  <a:pt x="179" y="26"/>
                </a:moveTo>
                <a:lnTo>
                  <a:pt x="172" y="41"/>
                </a:lnTo>
                <a:lnTo>
                  <a:pt x="156" y="34"/>
                </a:lnTo>
                <a:lnTo>
                  <a:pt x="165" y="19"/>
                </a:lnTo>
                <a:lnTo>
                  <a:pt x="179" y="26"/>
                </a:lnTo>
                <a:moveTo>
                  <a:pt x="172" y="41"/>
                </a:moveTo>
                <a:lnTo>
                  <a:pt x="165" y="56"/>
                </a:lnTo>
                <a:lnTo>
                  <a:pt x="149" y="49"/>
                </a:lnTo>
                <a:lnTo>
                  <a:pt x="156" y="34"/>
                </a:lnTo>
                <a:lnTo>
                  <a:pt x="172" y="41"/>
                </a:lnTo>
                <a:moveTo>
                  <a:pt x="165" y="56"/>
                </a:moveTo>
                <a:lnTo>
                  <a:pt x="156" y="71"/>
                </a:lnTo>
                <a:lnTo>
                  <a:pt x="141" y="63"/>
                </a:lnTo>
                <a:lnTo>
                  <a:pt x="149" y="49"/>
                </a:lnTo>
                <a:lnTo>
                  <a:pt x="165" y="56"/>
                </a:lnTo>
                <a:moveTo>
                  <a:pt x="156" y="71"/>
                </a:moveTo>
                <a:lnTo>
                  <a:pt x="149" y="85"/>
                </a:lnTo>
                <a:lnTo>
                  <a:pt x="134" y="78"/>
                </a:lnTo>
                <a:lnTo>
                  <a:pt x="141" y="63"/>
                </a:lnTo>
                <a:lnTo>
                  <a:pt x="156" y="71"/>
                </a:lnTo>
                <a:moveTo>
                  <a:pt x="149" y="85"/>
                </a:moveTo>
                <a:lnTo>
                  <a:pt x="141" y="100"/>
                </a:lnTo>
                <a:lnTo>
                  <a:pt x="127" y="93"/>
                </a:lnTo>
                <a:lnTo>
                  <a:pt x="134" y="78"/>
                </a:lnTo>
                <a:lnTo>
                  <a:pt x="149" y="85"/>
                </a:lnTo>
                <a:moveTo>
                  <a:pt x="141" y="100"/>
                </a:moveTo>
                <a:lnTo>
                  <a:pt x="134" y="115"/>
                </a:lnTo>
                <a:lnTo>
                  <a:pt x="119" y="108"/>
                </a:lnTo>
                <a:lnTo>
                  <a:pt x="127" y="93"/>
                </a:lnTo>
                <a:lnTo>
                  <a:pt x="141" y="100"/>
                </a:lnTo>
                <a:moveTo>
                  <a:pt x="134" y="115"/>
                </a:moveTo>
                <a:lnTo>
                  <a:pt x="127" y="130"/>
                </a:lnTo>
                <a:lnTo>
                  <a:pt x="112" y="122"/>
                </a:lnTo>
                <a:lnTo>
                  <a:pt x="119" y="108"/>
                </a:lnTo>
                <a:lnTo>
                  <a:pt x="134" y="115"/>
                </a:lnTo>
                <a:moveTo>
                  <a:pt x="127" y="130"/>
                </a:moveTo>
                <a:lnTo>
                  <a:pt x="119" y="145"/>
                </a:lnTo>
                <a:lnTo>
                  <a:pt x="104" y="137"/>
                </a:lnTo>
                <a:lnTo>
                  <a:pt x="112" y="122"/>
                </a:lnTo>
                <a:lnTo>
                  <a:pt x="127" y="130"/>
                </a:lnTo>
                <a:moveTo>
                  <a:pt x="119" y="145"/>
                </a:moveTo>
                <a:lnTo>
                  <a:pt x="112" y="159"/>
                </a:lnTo>
                <a:lnTo>
                  <a:pt x="97" y="152"/>
                </a:lnTo>
                <a:lnTo>
                  <a:pt x="104" y="137"/>
                </a:lnTo>
                <a:lnTo>
                  <a:pt x="119" y="145"/>
                </a:lnTo>
                <a:moveTo>
                  <a:pt x="112" y="159"/>
                </a:moveTo>
                <a:lnTo>
                  <a:pt x="104" y="174"/>
                </a:lnTo>
                <a:lnTo>
                  <a:pt x="90" y="167"/>
                </a:lnTo>
                <a:lnTo>
                  <a:pt x="97" y="152"/>
                </a:lnTo>
                <a:lnTo>
                  <a:pt x="112" y="159"/>
                </a:lnTo>
                <a:moveTo>
                  <a:pt x="104" y="174"/>
                </a:moveTo>
                <a:lnTo>
                  <a:pt x="96" y="192"/>
                </a:lnTo>
                <a:lnTo>
                  <a:pt x="82" y="165"/>
                </a:lnTo>
                <a:lnTo>
                  <a:pt x="97" y="157"/>
                </a:lnTo>
                <a:lnTo>
                  <a:pt x="103" y="169"/>
                </a:lnTo>
                <a:lnTo>
                  <a:pt x="96" y="173"/>
                </a:lnTo>
                <a:lnTo>
                  <a:pt x="88" y="169"/>
                </a:lnTo>
                <a:lnTo>
                  <a:pt x="90" y="167"/>
                </a:lnTo>
                <a:lnTo>
                  <a:pt x="104" y="174"/>
                </a:lnTo>
                <a:moveTo>
                  <a:pt x="82" y="165"/>
                </a:moveTo>
                <a:lnTo>
                  <a:pt x="75" y="150"/>
                </a:lnTo>
                <a:lnTo>
                  <a:pt x="90" y="142"/>
                </a:lnTo>
                <a:lnTo>
                  <a:pt x="97" y="157"/>
                </a:lnTo>
                <a:lnTo>
                  <a:pt x="82" y="165"/>
                </a:lnTo>
                <a:moveTo>
                  <a:pt x="75" y="150"/>
                </a:moveTo>
                <a:lnTo>
                  <a:pt x="68" y="135"/>
                </a:lnTo>
                <a:lnTo>
                  <a:pt x="82" y="128"/>
                </a:lnTo>
                <a:lnTo>
                  <a:pt x="90" y="142"/>
                </a:lnTo>
                <a:lnTo>
                  <a:pt x="75" y="150"/>
                </a:lnTo>
                <a:moveTo>
                  <a:pt x="68" y="135"/>
                </a:moveTo>
                <a:lnTo>
                  <a:pt x="60" y="120"/>
                </a:lnTo>
                <a:lnTo>
                  <a:pt x="75" y="113"/>
                </a:lnTo>
                <a:lnTo>
                  <a:pt x="82" y="128"/>
                </a:lnTo>
                <a:lnTo>
                  <a:pt x="68" y="135"/>
                </a:lnTo>
                <a:moveTo>
                  <a:pt x="60" y="120"/>
                </a:moveTo>
                <a:lnTo>
                  <a:pt x="53" y="106"/>
                </a:lnTo>
                <a:lnTo>
                  <a:pt x="68" y="98"/>
                </a:lnTo>
                <a:lnTo>
                  <a:pt x="75" y="113"/>
                </a:lnTo>
                <a:lnTo>
                  <a:pt x="60" y="120"/>
                </a:lnTo>
                <a:moveTo>
                  <a:pt x="53" y="106"/>
                </a:moveTo>
                <a:lnTo>
                  <a:pt x="45" y="91"/>
                </a:lnTo>
                <a:lnTo>
                  <a:pt x="60" y="83"/>
                </a:lnTo>
                <a:lnTo>
                  <a:pt x="68" y="98"/>
                </a:lnTo>
                <a:lnTo>
                  <a:pt x="53" y="106"/>
                </a:lnTo>
                <a:moveTo>
                  <a:pt x="45" y="91"/>
                </a:moveTo>
                <a:lnTo>
                  <a:pt x="38" y="76"/>
                </a:lnTo>
                <a:lnTo>
                  <a:pt x="53" y="69"/>
                </a:lnTo>
                <a:lnTo>
                  <a:pt x="60" y="83"/>
                </a:lnTo>
                <a:lnTo>
                  <a:pt x="45" y="91"/>
                </a:lnTo>
                <a:moveTo>
                  <a:pt x="38" y="76"/>
                </a:moveTo>
                <a:lnTo>
                  <a:pt x="31" y="61"/>
                </a:lnTo>
                <a:lnTo>
                  <a:pt x="45" y="54"/>
                </a:lnTo>
                <a:lnTo>
                  <a:pt x="53" y="69"/>
                </a:lnTo>
                <a:lnTo>
                  <a:pt x="38" y="76"/>
                </a:lnTo>
                <a:moveTo>
                  <a:pt x="31" y="61"/>
                </a:moveTo>
                <a:lnTo>
                  <a:pt x="23" y="46"/>
                </a:lnTo>
                <a:lnTo>
                  <a:pt x="38" y="39"/>
                </a:lnTo>
                <a:lnTo>
                  <a:pt x="45" y="54"/>
                </a:lnTo>
                <a:lnTo>
                  <a:pt x="31" y="61"/>
                </a:lnTo>
                <a:moveTo>
                  <a:pt x="23" y="46"/>
                </a:moveTo>
                <a:lnTo>
                  <a:pt x="16" y="32"/>
                </a:lnTo>
                <a:lnTo>
                  <a:pt x="31" y="24"/>
                </a:lnTo>
                <a:lnTo>
                  <a:pt x="38" y="39"/>
                </a:lnTo>
                <a:lnTo>
                  <a:pt x="23" y="46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1" y="24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6"/>
                </a:lnTo>
                <a:lnTo>
                  <a:pt x="13" y="16"/>
                </a:lnTo>
                <a:lnTo>
                  <a:pt x="13" y="8"/>
                </a:lnTo>
                <a:lnTo>
                  <a:pt x="21" y="4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0" y="0"/>
                </a:lnTo>
                <a:lnTo>
                  <a:pt x="40" y="16"/>
                </a:lnTo>
                <a:lnTo>
                  <a:pt x="24" y="16"/>
                </a:lnTo>
                <a:lnTo>
                  <a:pt x="24" y="0"/>
                </a:lnTo>
                <a:moveTo>
                  <a:pt x="40" y="0"/>
                </a:moveTo>
                <a:lnTo>
                  <a:pt x="57" y="0"/>
                </a:lnTo>
                <a:lnTo>
                  <a:pt x="57" y="16"/>
                </a:lnTo>
                <a:lnTo>
                  <a:pt x="40" y="16"/>
                </a:lnTo>
                <a:lnTo>
                  <a:pt x="40" y="0"/>
                </a:lnTo>
                <a:moveTo>
                  <a:pt x="57" y="0"/>
                </a:moveTo>
                <a:lnTo>
                  <a:pt x="73" y="0"/>
                </a:lnTo>
                <a:lnTo>
                  <a:pt x="73" y="16"/>
                </a:lnTo>
                <a:lnTo>
                  <a:pt x="57" y="16"/>
                </a:lnTo>
                <a:lnTo>
                  <a:pt x="57" y="0"/>
                </a:lnTo>
                <a:moveTo>
                  <a:pt x="73" y="0"/>
                </a:moveTo>
                <a:lnTo>
                  <a:pt x="90" y="0"/>
                </a:lnTo>
                <a:lnTo>
                  <a:pt x="90" y="16"/>
                </a:lnTo>
                <a:lnTo>
                  <a:pt x="73" y="16"/>
                </a:lnTo>
                <a:lnTo>
                  <a:pt x="73" y="0"/>
                </a:lnTo>
                <a:moveTo>
                  <a:pt x="90" y="0"/>
                </a:moveTo>
                <a:lnTo>
                  <a:pt x="106" y="0"/>
                </a:lnTo>
                <a:lnTo>
                  <a:pt x="106" y="16"/>
                </a:lnTo>
                <a:lnTo>
                  <a:pt x="90" y="16"/>
                </a:lnTo>
                <a:lnTo>
                  <a:pt x="90" y="0"/>
                </a:lnTo>
                <a:moveTo>
                  <a:pt x="106" y="0"/>
                </a:moveTo>
                <a:lnTo>
                  <a:pt x="123" y="0"/>
                </a:lnTo>
                <a:lnTo>
                  <a:pt x="123" y="16"/>
                </a:lnTo>
                <a:lnTo>
                  <a:pt x="106" y="16"/>
                </a:lnTo>
                <a:lnTo>
                  <a:pt x="106" y="0"/>
                </a:lnTo>
                <a:moveTo>
                  <a:pt x="123" y="0"/>
                </a:moveTo>
                <a:lnTo>
                  <a:pt x="139" y="0"/>
                </a:lnTo>
                <a:lnTo>
                  <a:pt x="139" y="16"/>
                </a:lnTo>
                <a:lnTo>
                  <a:pt x="123" y="16"/>
                </a:lnTo>
                <a:lnTo>
                  <a:pt x="123" y="0"/>
                </a:lnTo>
                <a:moveTo>
                  <a:pt x="139" y="0"/>
                </a:moveTo>
                <a:lnTo>
                  <a:pt x="156" y="0"/>
                </a:lnTo>
                <a:lnTo>
                  <a:pt x="156" y="16"/>
                </a:lnTo>
                <a:lnTo>
                  <a:pt x="139" y="16"/>
                </a:lnTo>
                <a:lnTo>
                  <a:pt x="139" y="0"/>
                </a:lnTo>
                <a:moveTo>
                  <a:pt x="156" y="0"/>
                </a:moveTo>
                <a:lnTo>
                  <a:pt x="173" y="0"/>
                </a:lnTo>
                <a:lnTo>
                  <a:pt x="173" y="16"/>
                </a:lnTo>
                <a:lnTo>
                  <a:pt x="156" y="16"/>
                </a:lnTo>
                <a:lnTo>
                  <a:pt x="156" y="0"/>
                </a:lnTo>
                <a:moveTo>
                  <a:pt x="173" y="0"/>
                </a:moveTo>
                <a:lnTo>
                  <a:pt x="193" y="0"/>
                </a:lnTo>
                <a:lnTo>
                  <a:pt x="179" y="26"/>
                </a:lnTo>
                <a:lnTo>
                  <a:pt x="165" y="19"/>
                </a:lnTo>
                <a:lnTo>
                  <a:pt x="172" y="4"/>
                </a:lnTo>
                <a:lnTo>
                  <a:pt x="179" y="8"/>
                </a:lnTo>
                <a:lnTo>
                  <a:pt x="179" y="16"/>
                </a:lnTo>
                <a:lnTo>
                  <a:pt x="173" y="16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173772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0" y="0"/>
                </a:moveTo>
                <a:lnTo>
                  <a:pt x="0" y="86"/>
                </a:lnTo>
                <a:cubicBezTo>
                  <a:pt x="0" y="172"/>
                  <a:pt x="0" y="344"/>
                  <a:pt x="182" y="512"/>
                </a:cubicBezTo>
                <a:cubicBezTo>
                  <a:pt x="363" y="678"/>
                  <a:pt x="724" y="839"/>
                  <a:pt x="905" y="919"/>
                </a:cubicBezTo>
                <a:lnTo>
                  <a:pt x="1086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08908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67" y="0"/>
                </a:moveTo>
                <a:lnTo>
                  <a:pt x="185" y="143"/>
                </a:lnTo>
                <a:lnTo>
                  <a:pt x="0" y="152"/>
                </a:lnTo>
                <a:lnTo>
                  <a:pt x="67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08440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98" y="23"/>
                </a:moveTo>
                <a:lnTo>
                  <a:pt x="108" y="36"/>
                </a:lnTo>
                <a:lnTo>
                  <a:pt x="94" y="47"/>
                </a:lnTo>
                <a:lnTo>
                  <a:pt x="84" y="34"/>
                </a:lnTo>
                <a:lnTo>
                  <a:pt x="98" y="23"/>
                </a:lnTo>
                <a:moveTo>
                  <a:pt x="108" y="36"/>
                </a:moveTo>
                <a:lnTo>
                  <a:pt x="119" y="49"/>
                </a:lnTo>
                <a:lnTo>
                  <a:pt x="106" y="59"/>
                </a:lnTo>
                <a:lnTo>
                  <a:pt x="94" y="47"/>
                </a:lnTo>
                <a:lnTo>
                  <a:pt x="108" y="36"/>
                </a:lnTo>
                <a:moveTo>
                  <a:pt x="119" y="49"/>
                </a:moveTo>
                <a:lnTo>
                  <a:pt x="129" y="62"/>
                </a:lnTo>
                <a:lnTo>
                  <a:pt x="116" y="72"/>
                </a:lnTo>
                <a:lnTo>
                  <a:pt x="106" y="59"/>
                </a:lnTo>
                <a:lnTo>
                  <a:pt x="119" y="49"/>
                </a:lnTo>
                <a:moveTo>
                  <a:pt x="129" y="62"/>
                </a:moveTo>
                <a:lnTo>
                  <a:pt x="140" y="75"/>
                </a:lnTo>
                <a:lnTo>
                  <a:pt x="127" y="86"/>
                </a:lnTo>
                <a:lnTo>
                  <a:pt x="116" y="72"/>
                </a:lnTo>
                <a:lnTo>
                  <a:pt x="129" y="62"/>
                </a:lnTo>
                <a:moveTo>
                  <a:pt x="140" y="75"/>
                </a:moveTo>
                <a:lnTo>
                  <a:pt x="150" y="88"/>
                </a:lnTo>
                <a:lnTo>
                  <a:pt x="137" y="99"/>
                </a:lnTo>
                <a:lnTo>
                  <a:pt x="127" y="86"/>
                </a:lnTo>
                <a:lnTo>
                  <a:pt x="140" y="75"/>
                </a:lnTo>
                <a:moveTo>
                  <a:pt x="150" y="88"/>
                </a:moveTo>
                <a:lnTo>
                  <a:pt x="161" y="101"/>
                </a:lnTo>
                <a:lnTo>
                  <a:pt x="148" y="111"/>
                </a:lnTo>
                <a:lnTo>
                  <a:pt x="137" y="99"/>
                </a:lnTo>
                <a:lnTo>
                  <a:pt x="150" y="88"/>
                </a:lnTo>
                <a:moveTo>
                  <a:pt x="161" y="101"/>
                </a:moveTo>
                <a:lnTo>
                  <a:pt x="171" y="114"/>
                </a:lnTo>
                <a:lnTo>
                  <a:pt x="158" y="124"/>
                </a:lnTo>
                <a:lnTo>
                  <a:pt x="148" y="111"/>
                </a:lnTo>
                <a:lnTo>
                  <a:pt x="161" y="101"/>
                </a:lnTo>
                <a:moveTo>
                  <a:pt x="171" y="114"/>
                </a:moveTo>
                <a:lnTo>
                  <a:pt x="182" y="126"/>
                </a:lnTo>
                <a:lnTo>
                  <a:pt x="169" y="137"/>
                </a:lnTo>
                <a:lnTo>
                  <a:pt x="158" y="124"/>
                </a:lnTo>
                <a:lnTo>
                  <a:pt x="171" y="114"/>
                </a:lnTo>
                <a:moveTo>
                  <a:pt x="182" y="126"/>
                </a:moveTo>
                <a:lnTo>
                  <a:pt x="192" y="139"/>
                </a:lnTo>
                <a:lnTo>
                  <a:pt x="179" y="149"/>
                </a:lnTo>
                <a:lnTo>
                  <a:pt x="169" y="137"/>
                </a:lnTo>
                <a:lnTo>
                  <a:pt x="182" y="126"/>
                </a:lnTo>
                <a:moveTo>
                  <a:pt x="192" y="139"/>
                </a:moveTo>
                <a:lnTo>
                  <a:pt x="203" y="152"/>
                </a:lnTo>
                <a:lnTo>
                  <a:pt x="190" y="162"/>
                </a:lnTo>
                <a:lnTo>
                  <a:pt x="179" y="149"/>
                </a:lnTo>
                <a:lnTo>
                  <a:pt x="192" y="139"/>
                </a:lnTo>
                <a:moveTo>
                  <a:pt x="203" y="152"/>
                </a:moveTo>
                <a:lnTo>
                  <a:pt x="215" y="167"/>
                </a:lnTo>
                <a:lnTo>
                  <a:pt x="185" y="168"/>
                </a:lnTo>
                <a:lnTo>
                  <a:pt x="184" y="152"/>
                </a:lnTo>
                <a:lnTo>
                  <a:pt x="198" y="151"/>
                </a:lnTo>
                <a:lnTo>
                  <a:pt x="198" y="159"/>
                </a:lnTo>
                <a:lnTo>
                  <a:pt x="192" y="165"/>
                </a:lnTo>
                <a:lnTo>
                  <a:pt x="190" y="162"/>
                </a:lnTo>
                <a:lnTo>
                  <a:pt x="203" y="152"/>
                </a:lnTo>
                <a:moveTo>
                  <a:pt x="185" y="168"/>
                </a:moveTo>
                <a:lnTo>
                  <a:pt x="169" y="169"/>
                </a:lnTo>
                <a:lnTo>
                  <a:pt x="168" y="152"/>
                </a:lnTo>
                <a:lnTo>
                  <a:pt x="184" y="152"/>
                </a:lnTo>
                <a:lnTo>
                  <a:pt x="185" y="168"/>
                </a:lnTo>
                <a:moveTo>
                  <a:pt x="169" y="169"/>
                </a:moveTo>
                <a:lnTo>
                  <a:pt x="152" y="170"/>
                </a:lnTo>
                <a:lnTo>
                  <a:pt x="151" y="153"/>
                </a:lnTo>
                <a:lnTo>
                  <a:pt x="168" y="152"/>
                </a:lnTo>
                <a:lnTo>
                  <a:pt x="169" y="169"/>
                </a:lnTo>
                <a:moveTo>
                  <a:pt x="152" y="170"/>
                </a:moveTo>
                <a:lnTo>
                  <a:pt x="136" y="170"/>
                </a:lnTo>
                <a:lnTo>
                  <a:pt x="135" y="154"/>
                </a:lnTo>
                <a:lnTo>
                  <a:pt x="151" y="153"/>
                </a:lnTo>
                <a:lnTo>
                  <a:pt x="152" y="170"/>
                </a:lnTo>
                <a:moveTo>
                  <a:pt x="136" y="170"/>
                </a:moveTo>
                <a:lnTo>
                  <a:pt x="119" y="171"/>
                </a:lnTo>
                <a:lnTo>
                  <a:pt x="118" y="155"/>
                </a:lnTo>
                <a:lnTo>
                  <a:pt x="135" y="154"/>
                </a:lnTo>
                <a:lnTo>
                  <a:pt x="136" y="170"/>
                </a:lnTo>
                <a:moveTo>
                  <a:pt x="119" y="171"/>
                </a:moveTo>
                <a:lnTo>
                  <a:pt x="103" y="172"/>
                </a:lnTo>
                <a:lnTo>
                  <a:pt x="102" y="155"/>
                </a:lnTo>
                <a:lnTo>
                  <a:pt x="118" y="155"/>
                </a:lnTo>
                <a:lnTo>
                  <a:pt x="119" y="171"/>
                </a:lnTo>
                <a:moveTo>
                  <a:pt x="103" y="172"/>
                </a:moveTo>
                <a:lnTo>
                  <a:pt x="85" y="173"/>
                </a:lnTo>
                <a:lnTo>
                  <a:pt x="84" y="156"/>
                </a:lnTo>
                <a:lnTo>
                  <a:pt x="102" y="155"/>
                </a:lnTo>
                <a:lnTo>
                  <a:pt x="103" y="172"/>
                </a:lnTo>
                <a:moveTo>
                  <a:pt x="85" y="173"/>
                </a:moveTo>
                <a:lnTo>
                  <a:pt x="69" y="173"/>
                </a:lnTo>
                <a:lnTo>
                  <a:pt x="68" y="157"/>
                </a:lnTo>
                <a:lnTo>
                  <a:pt x="84" y="156"/>
                </a:lnTo>
                <a:lnTo>
                  <a:pt x="85" y="173"/>
                </a:lnTo>
                <a:moveTo>
                  <a:pt x="69" y="173"/>
                </a:moveTo>
                <a:lnTo>
                  <a:pt x="52" y="174"/>
                </a:lnTo>
                <a:lnTo>
                  <a:pt x="51" y="158"/>
                </a:lnTo>
                <a:lnTo>
                  <a:pt x="68" y="157"/>
                </a:lnTo>
                <a:lnTo>
                  <a:pt x="69" y="173"/>
                </a:lnTo>
                <a:moveTo>
                  <a:pt x="52" y="174"/>
                </a:moveTo>
                <a:lnTo>
                  <a:pt x="36" y="175"/>
                </a:lnTo>
                <a:lnTo>
                  <a:pt x="35" y="158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59"/>
                </a:lnTo>
                <a:lnTo>
                  <a:pt x="35" y="158"/>
                </a:lnTo>
                <a:lnTo>
                  <a:pt x="36" y="175"/>
                </a:lnTo>
                <a:moveTo>
                  <a:pt x="19" y="176"/>
                </a:moveTo>
                <a:lnTo>
                  <a:pt x="0" y="176"/>
                </a:lnTo>
                <a:lnTo>
                  <a:pt x="10" y="155"/>
                </a:lnTo>
                <a:lnTo>
                  <a:pt x="25" y="161"/>
                </a:lnTo>
                <a:lnTo>
                  <a:pt x="20" y="171"/>
                </a:lnTo>
                <a:lnTo>
                  <a:pt x="13" y="168"/>
                </a:lnTo>
                <a:lnTo>
                  <a:pt x="12" y="159"/>
                </a:lnTo>
                <a:lnTo>
                  <a:pt x="18" y="159"/>
                </a:lnTo>
                <a:lnTo>
                  <a:pt x="19" y="176"/>
                </a:lnTo>
                <a:moveTo>
                  <a:pt x="10" y="155"/>
                </a:moveTo>
                <a:lnTo>
                  <a:pt x="16" y="140"/>
                </a:lnTo>
                <a:lnTo>
                  <a:pt x="31" y="146"/>
                </a:lnTo>
                <a:lnTo>
                  <a:pt x="25" y="161"/>
                </a:lnTo>
                <a:lnTo>
                  <a:pt x="10" y="155"/>
                </a:lnTo>
                <a:moveTo>
                  <a:pt x="16" y="140"/>
                </a:moveTo>
                <a:lnTo>
                  <a:pt x="23" y="124"/>
                </a:lnTo>
                <a:lnTo>
                  <a:pt x="38" y="131"/>
                </a:lnTo>
                <a:lnTo>
                  <a:pt x="31" y="146"/>
                </a:lnTo>
                <a:lnTo>
                  <a:pt x="16" y="140"/>
                </a:lnTo>
                <a:moveTo>
                  <a:pt x="23" y="124"/>
                </a:moveTo>
                <a:lnTo>
                  <a:pt x="30" y="109"/>
                </a:lnTo>
                <a:lnTo>
                  <a:pt x="45" y="116"/>
                </a:lnTo>
                <a:lnTo>
                  <a:pt x="38" y="131"/>
                </a:lnTo>
                <a:lnTo>
                  <a:pt x="23" y="124"/>
                </a:lnTo>
                <a:moveTo>
                  <a:pt x="30" y="109"/>
                </a:moveTo>
                <a:lnTo>
                  <a:pt x="36" y="94"/>
                </a:lnTo>
                <a:lnTo>
                  <a:pt x="51" y="101"/>
                </a:lnTo>
                <a:lnTo>
                  <a:pt x="45" y="116"/>
                </a:lnTo>
                <a:lnTo>
                  <a:pt x="30" y="109"/>
                </a:lnTo>
                <a:moveTo>
                  <a:pt x="36" y="94"/>
                </a:moveTo>
                <a:lnTo>
                  <a:pt x="43" y="79"/>
                </a:lnTo>
                <a:lnTo>
                  <a:pt x="58" y="86"/>
                </a:lnTo>
                <a:lnTo>
                  <a:pt x="51" y="101"/>
                </a:lnTo>
                <a:lnTo>
                  <a:pt x="36" y="94"/>
                </a:lnTo>
                <a:moveTo>
                  <a:pt x="43" y="79"/>
                </a:moveTo>
                <a:lnTo>
                  <a:pt x="50" y="63"/>
                </a:lnTo>
                <a:lnTo>
                  <a:pt x="65" y="70"/>
                </a:lnTo>
                <a:lnTo>
                  <a:pt x="58" y="86"/>
                </a:lnTo>
                <a:lnTo>
                  <a:pt x="43" y="79"/>
                </a:lnTo>
                <a:moveTo>
                  <a:pt x="50" y="63"/>
                </a:moveTo>
                <a:lnTo>
                  <a:pt x="57" y="48"/>
                </a:lnTo>
                <a:lnTo>
                  <a:pt x="72" y="55"/>
                </a:lnTo>
                <a:lnTo>
                  <a:pt x="65" y="70"/>
                </a:lnTo>
                <a:lnTo>
                  <a:pt x="50" y="63"/>
                </a:lnTo>
                <a:moveTo>
                  <a:pt x="57" y="48"/>
                </a:moveTo>
                <a:lnTo>
                  <a:pt x="63" y="33"/>
                </a:lnTo>
                <a:lnTo>
                  <a:pt x="78" y="40"/>
                </a:lnTo>
                <a:lnTo>
                  <a:pt x="72" y="55"/>
                </a:lnTo>
                <a:lnTo>
                  <a:pt x="57" y="48"/>
                </a:lnTo>
                <a:moveTo>
                  <a:pt x="63" y="33"/>
                </a:moveTo>
                <a:lnTo>
                  <a:pt x="70" y="18"/>
                </a:lnTo>
                <a:lnTo>
                  <a:pt x="85" y="25"/>
                </a:lnTo>
                <a:lnTo>
                  <a:pt x="78" y="40"/>
                </a:lnTo>
                <a:lnTo>
                  <a:pt x="63" y="33"/>
                </a:lnTo>
                <a:moveTo>
                  <a:pt x="70" y="18"/>
                </a:moveTo>
                <a:lnTo>
                  <a:pt x="78" y="0"/>
                </a:lnTo>
                <a:lnTo>
                  <a:pt x="98" y="23"/>
                </a:lnTo>
                <a:lnTo>
                  <a:pt x="84" y="34"/>
                </a:lnTo>
                <a:lnTo>
                  <a:pt x="74" y="21"/>
                </a:lnTo>
                <a:lnTo>
                  <a:pt x="80" y="16"/>
                </a:lnTo>
                <a:lnTo>
                  <a:pt x="87" y="19"/>
                </a:lnTo>
                <a:lnTo>
                  <a:pt x="85" y="25"/>
                </a:lnTo>
                <a:lnTo>
                  <a:pt x="70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59640" y="2210760"/>
            <a:ext cx="390960" cy="360000"/>
          </a:xfrm>
          <a:custGeom>
            <a:avLst/>
            <a:gdLst/>
            <a:ahLst/>
            <a:rect l="0" t="0" r="r" b="b"/>
            <a:pathLst>
              <a:path fill="none" w="1086" h="1000">
                <a:moveTo>
                  <a:pt x="1086" y="0"/>
                </a:moveTo>
                <a:lnTo>
                  <a:pt x="1086" y="86"/>
                </a:lnTo>
                <a:cubicBezTo>
                  <a:pt x="1086" y="172"/>
                  <a:pt x="1086" y="344"/>
                  <a:pt x="905" y="512"/>
                </a:cubicBezTo>
                <a:cubicBezTo>
                  <a:pt x="724" y="678"/>
                  <a:pt x="362" y="839"/>
                  <a:pt x="181" y="919"/>
                </a:cubicBezTo>
                <a:lnTo>
                  <a:pt x="0" y="100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032640" y="2531160"/>
            <a:ext cx="66600" cy="54720"/>
          </a:xfrm>
          <a:custGeom>
            <a:avLst/>
            <a:gdLst/>
            <a:ahLst/>
            <a:rect l="0" t="0" r="r" b="b"/>
            <a:pathLst>
              <a:path w="185" h="152">
                <a:moveTo>
                  <a:pt x="185" y="152"/>
                </a:moveTo>
                <a:lnTo>
                  <a:pt x="0" y="143"/>
                </a:lnTo>
                <a:lnTo>
                  <a:pt x="117" y="0"/>
                </a:lnTo>
                <a:lnTo>
                  <a:pt x="185" y="15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026520" y="2525400"/>
            <a:ext cx="77400" cy="63360"/>
          </a:xfrm>
          <a:custGeom>
            <a:avLst/>
            <a:gdLst/>
            <a:ahLst/>
            <a:rect l="0" t="0" r="r" b="b"/>
            <a:pathLst>
              <a:path w="215" h="176">
                <a:moveTo>
                  <a:pt x="185" y="175"/>
                </a:moveTo>
                <a:lnTo>
                  <a:pt x="169" y="174"/>
                </a:lnTo>
                <a:lnTo>
                  <a:pt x="169" y="158"/>
                </a:lnTo>
                <a:lnTo>
                  <a:pt x="186" y="159"/>
                </a:lnTo>
                <a:lnTo>
                  <a:pt x="185" y="175"/>
                </a:lnTo>
                <a:moveTo>
                  <a:pt x="169" y="174"/>
                </a:moveTo>
                <a:lnTo>
                  <a:pt x="152" y="174"/>
                </a:lnTo>
                <a:lnTo>
                  <a:pt x="153" y="157"/>
                </a:lnTo>
                <a:lnTo>
                  <a:pt x="169" y="158"/>
                </a:lnTo>
                <a:lnTo>
                  <a:pt x="169" y="174"/>
                </a:lnTo>
                <a:moveTo>
                  <a:pt x="152" y="174"/>
                </a:moveTo>
                <a:lnTo>
                  <a:pt x="136" y="173"/>
                </a:lnTo>
                <a:lnTo>
                  <a:pt x="136" y="156"/>
                </a:lnTo>
                <a:lnTo>
                  <a:pt x="153" y="157"/>
                </a:lnTo>
                <a:lnTo>
                  <a:pt x="152" y="174"/>
                </a:lnTo>
                <a:moveTo>
                  <a:pt x="136" y="173"/>
                </a:moveTo>
                <a:lnTo>
                  <a:pt x="119" y="172"/>
                </a:lnTo>
                <a:lnTo>
                  <a:pt x="120" y="156"/>
                </a:lnTo>
                <a:lnTo>
                  <a:pt x="136" y="156"/>
                </a:lnTo>
                <a:lnTo>
                  <a:pt x="136" y="173"/>
                </a:lnTo>
                <a:moveTo>
                  <a:pt x="119" y="172"/>
                </a:moveTo>
                <a:lnTo>
                  <a:pt x="103" y="171"/>
                </a:lnTo>
                <a:lnTo>
                  <a:pt x="103" y="155"/>
                </a:lnTo>
                <a:lnTo>
                  <a:pt x="120" y="156"/>
                </a:lnTo>
                <a:lnTo>
                  <a:pt x="119" y="172"/>
                </a:lnTo>
                <a:moveTo>
                  <a:pt x="103" y="171"/>
                </a:moveTo>
                <a:lnTo>
                  <a:pt x="86" y="171"/>
                </a:lnTo>
                <a:lnTo>
                  <a:pt x="87" y="154"/>
                </a:lnTo>
                <a:lnTo>
                  <a:pt x="103" y="155"/>
                </a:lnTo>
                <a:lnTo>
                  <a:pt x="103" y="171"/>
                </a:lnTo>
                <a:moveTo>
                  <a:pt x="86" y="171"/>
                </a:moveTo>
                <a:lnTo>
                  <a:pt x="70" y="170"/>
                </a:lnTo>
                <a:lnTo>
                  <a:pt x="70" y="153"/>
                </a:lnTo>
                <a:lnTo>
                  <a:pt x="87" y="154"/>
                </a:lnTo>
                <a:lnTo>
                  <a:pt x="86" y="171"/>
                </a:lnTo>
                <a:moveTo>
                  <a:pt x="70" y="170"/>
                </a:moveTo>
                <a:lnTo>
                  <a:pt x="53" y="169"/>
                </a:lnTo>
                <a:lnTo>
                  <a:pt x="54" y="153"/>
                </a:lnTo>
                <a:lnTo>
                  <a:pt x="70" y="153"/>
                </a:lnTo>
                <a:lnTo>
                  <a:pt x="70" y="170"/>
                </a:lnTo>
                <a:moveTo>
                  <a:pt x="53" y="169"/>
                </a:moveTo>
                <a:lnTo>
                  <a:pt x="36" y="168"/>
                </a:lnTo>
                <a:lnTo>
                  <a:pt x="36" y="152"/>
                </a:lnTo>
                <a:lnTo>
                  <a:pt x="54" y="153"/>
                </a:lnTo>
                <a:lnTo>
                  <a:pt x="53" y="169"/>
                </a:lnTo>
                <a:moveTo>
                  <a:pt x="36" y="168"/>
                </a:moveTo>
                <a:lnTo>
                  <a:pt x="19" y="168"/>
                </a:lnTo>
                <a:lnTo>
                  <a:pt x="20" y="151"/>
                </a:lnTo>
                <a:lnTo>
                  <a:pt x="36" y="152"/>
                </a:lnTo>
                <a:lnTo>
                  <a:pt x="36" y="168"/>
                </a:lnTo>
                <a:moveTo>
                  <a:pt x="19" y="168"/>
                </a:moveTo>
                <a:lnTo>
                  <a:pt x="0" y="167"/>
                </a:lnTo>
                <a:lnTo>
                  <a:pt x="19" y="144"/>
                </a:lnTo>
                <a:lnTo>
                  <a:pt x="32" y="154"/>
                </a:lnTo>
                <a:lnTo>
                  <a:pt x="23" y="165"/>
                </a:lnTo>
                <a:lnTo>
                  <a:pt x="17" y="159"/>
                </a:lnTo>
                <a:lnTo>
                  <a:pt x="17" y="151"/>
                </a:lnTo>
                <a:lnTo>
                  <a:pt x="20" y="151"/>
                </a:lnTo>
                <a:lnTo>
                  <a:pt x="19" y="168"/>
                </a:lnTo>
                <a:moveTo>
                  <a:pt x="19" y="144"/>
                </a:moveTo>
                <a:lnTo>
                  <a:pt x="29" y="131"/>
                </a:lnTo>
                <a:lnTo>
                  <a:pt x="42" y="141"/>
                </a:lnTo>
                <a:lnTo>
                  <a:pt x="32" y="154"/>
                </a:lnTo>
                <a:lnTo>
                  <a:pt x="19" y="144"/>
                </a:lnTo>
                <a:moveTo>
                  <a:pt x="29" y="131"/>
                </a:moveTo>
                <a:lnTo>
                  <a:pt x="40" y="118"/>
                </a:lnTo>
                <a:lnTo>
                  <a:pt x="54" y="129"/>
                </a:lnTo>
                <a:lnTo>
                  <a:pt x="42" y="141"/>
                </a:lnTo>
                <a:lnTo>
                  <a:pt x="29" y="131"/>
                </a:lnTo>
                <a:moveTo>
                  <a:pt x="40" y="118"/>
                </a:moveTo>
                <a:lnTo>
                  <a:pt x="51" y="105"/>
                </a:lnTo>
                <a:lnTo>
                  <a:pt x="64" y="116"/>
                </a:lnTo>
                <a:lnTo>
                  <a:pt x="54" y="129"/>
                </a:lnTo>
                <a:lnTo>
                  <a:pt x="40" y="118"/>
                </a:lnTo>
                <a:moveTo>
                  <a:pt x="51" y="105"/>
                </a:moveTo>
                <a:lnTo>
                  <a:pt x="62" y="93"/>
                </a:lnTo>
                <a:lnTo>
                  <a:pt x="74" y="103"/>
                </a:lnTo>
                <a:lnTo>
                  <a:pt x="64" y="116"/>
                </a:lnTo>
                <a:lnTo>
                  <a:pt x="51" y="105"/>
                </a:lnTo>
                <a:moveTo>
                  <a:pt x="62" y="93"/>
                </a:moveTo>
                <a:lnTo>
                  <a:pt x="72" y="80"/>
                </a:lnTo>
                <a:lnTo>
                  <a:pt x="85" y="90"/>
                </a:lnTo>
                <a:lnTo>
                  <a:pt x="74" y="103"/>
                </a:lnTo>
                <a:lnTo>
                  <a:pt x="62" y="93"/>
                </a:lnTo>
                <a:moveTo>
                  <a:pt x="72" y="80"/>
                </a:moveTo>
                <a:lnTo>
                  <a:pt x="83" y="66"/>
                </a:lnTo>
                <a:lnTo>
                  <a:pt x="95" y="78"/>
                </a:lnTo>
                <a:lnTo>
                  <a:pt x="85" y="90"/>
                </a:lnTo>
                <a:lnTo>
                  <a:pt x="72" y="80"/>
                </a:lnTo>
                <a:moveTo>
                  <a:pt x="83" y="66"/>
                </a:moveTo>
                <a:lnTo>
                  <a:pt x="93" y="53"/>
                </a:lnTo>
                <a:lnTo>
                  <a:pt x="106" y="64"/>
                </a:lnTo>
                <a:lnTo>
                  <a:pt x="95" y="78"/>
                </a:lnTo>
                <a:lnTo>
                  <a:pt x="83" y="66"/>
                </a:lnTo>
                <a:moveTo>
                  <a:pt x="93" y="53"/>
                </a:moveTo>
                <a:lnTo>
                  <a:pt x="104" y="41"/>
                </a:lnTo>
                <a:lnTo>
                  <a:pt x="116" y="51"/>
                </a:lnTo>
                <a:lnTo>
                  <a:pt x="106" y="64"/>
                </a:lnTo>
                <a:lnTo>
                  <a:pt x="93" y="53"/>
                </a:lnTo>
                <a:moveTo>
                  <a:pt x="104" y="41"/>
                </a:moveTo>
                <a:lnTo>
                  <a:pt x="114" y="28"/>
                </a:lnTo>
                <a:lnTo>
                  <a:pt x="127" y="38"/>
                </a:lnTo>
                <a:lnTo>
                  <a:pt x="116" y="51"/>
                </a:lnTo>
                <a:lnTo>
                  <a:pt x="104" y="41"/>
                </a:lnTo>
                <a:moveTo>
                  <a:pt x="114" y="28"/>
                </a:moveTo>
                <a:lnTo>
                  <a:pt x="125" y="15"/>
                </a:lnTo>
                <a:lnTo>
                  <a:pt x="137" y="26"/>
                </a:lnTo>
                <a:lnTo>
                  <a:pt x="127" y="38"/>
                </a:lnTo>
                <a:lnTo>
                  <a:pt x="114" y="28"/>
                </a:lnTo>
                <a:moveTo>
                  <a:pt x="125" y="15"/>
                </a:moveTo>
                <a:lnTo>
                  <a:pt x="137" y="0"/>
                </a:lnTo>
                <a:lnTo>
                  <a:pt x="147" y="22"/>
                </a:lnTo>
                <a:lnTo>
                  <a:pt x="132" y="29"/>
                </a:lnTo>
                <a:lnTo>
                  <a:pt x="127" y="19"/>
                </a:lnTo>
                <a:lnTo>
                  <a:pt x="135" y="16"/>
                </a:lnTo>
                <a:lnTo>
                  <a:pt x="141" y="21"/>
                </a:lnTo>
                <a:lnTo>
                  <a:pt x="137" y="26"/>
                </a:lnTo>
                <a:lnTo>
                  <a:pt x="125" y="15"/>
                </a:lnTo>
                <a:moveTo>
                  <a:pt x="147" y="22"/>
                </a:moveTo>
                <a:lnTo>
                  <a:pt x="153" y="37"/>
                </a:lnTo>
                <a:lnTo>
                  <a:pt x="138" y="44"/>
                </a:lnTo>
                <a:lnTo>
                  <a:pt x="132" y="29"/>
                </a:lnTo>
                <a:lnTo>
                  <a:pt x="147" y="22"/>
                </a:lnTo>
                <a:moveTo>
                  <a:pt x="153" y="37"/>
                </a:moveTo>
                <a:lnTo>
                  <a:pt x="160" y="52"/>
                </a:lnTo>
                <a:lnTo>
                  <a:pt x="145" y="59"/>
                </a:lnTo>
                <a:lnTo>
                  <a:pt x="138" y="44"/>
                </a:lnTo>
                <a:lnTo>
                  <a:pt x="153" y="37"/>
                </a:lnTo>
                <a:moveTo>
                  <a:pt x="160" y="52"/>
                </a:moveTo>
                <a:lnTo>
                  <a:pt x="167" y="67"/>
                </a:lnTo>
                <a:lnTo>
                  <a:pt x="152" y="75"/>
                </a:lnTo>
                <a:lnTo>
                  <a:pt x="145" y="59"/>
                </a:lnTo>
                <a:lnTo>
                  <a:pt x="160" y="52"/>
                </a:lnTo>
                <a:moveTo>
                  <a:pt x="167" y="67"/>
                </a:moveTo>
                <a:lnTo>
                  <a:pt x="174" y="83"/>
                </a:lnTo>
                <a:lnTo>
                  <a:pt x="158" y="90"/>
                </a:lnTo>
                <a:lnTo>
                  <a:pt x="152" y="75"/>
                </a:lnTo>
                <a:lnTo>
                  <a:pt x="167" y="67"/>
                </a:lnTo>
                <a:moveTo>
                  <a:pt x="174" y="83"/>
                </a:moveTo>
                <a:lnTo>
                  <a:pt x="180" y="98"/>
                </a:lnTo>
                <a:lnTo>
                  <a:pt x="165" y="105"/>
                </a:lnTo>
                <a:lnTo>
                  <a:pt x="158" y="90"/>
                </a:lnTo>
                <a:lnTo>
                  <a:pt x="174" y="83"/>
                </a:lnTo>
                <a:moveTo>
                  <a:pt x="180" y="98"/>
                </a:moveTo>
                <a:lnTo>
                  <a:pt x="187" y="114"/>
                </a:lnTo>
                <a:lnTo>
                  <a:pt x="172" y="120"/>
                </a:lnTo>
                <a:lnTo>
                  <a:pt x="165" y="105"/>
                </a:lnTo>
                <a:lnTo>
                  <a:pt x="180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9" y="135"/>
                </a:lnTo>
                <a:lnTo>
                  <a:pt x="172" y="120"/>
                </a:lnTo>
                <a:lnTo>
                  <a:pt x="187" y="114"/>
                </a:lnTo>
                <a:moveTo>
                  <a:pt x="194" y="129"/>
                </a:moveTo>
                <a:lnTo>
                  <a:pt x="200" y="144"/>
                </a:lnTo>
                <a:lnTo>
                  <a:pt x="185" y="150"/>
                </a:lnTo>
                <a:lnTo>
                  <a:pt x="179" y="135"/>
                </a:lnTo>
                <a:lnTo>
                  <a:pt x="194" y="129"/>
                </a:lnTo>
                <a:moveTo>
                  <a:pt x="200" y="144"/>
                </a:moveTo>
                <a:lnTo>
                  <a:pt x="207" y="159"/>
                </a:lnTo>
                <a:lnTo>
                  <a:pt x="192" y="166"/>
                </a:lnTo>
                <a:lnTo>
                  <a:pt x="185" y="150"/>
                </a:lnTo>
                <a:lnTo>
                  <a:pt x="200" y="144"/>
                </a:lnTo>
                <a:moveTo>
                  <a:pt x="207" y="159"/>
                </a:moveTo>
                <a:lnTo>
                  <a:pt x="215" y="176"/>
                </a:lnTo>
                <a:lnTo>
                  <a:pt x="185" y="175"/>
                </a:lnTo>
                <a:lnTo>
                  <a:pt x="186" y="159"/>
                </a:lnTo>
                <a:lnTo>
                  <a:pt x="202" y="159"/>
                </a:lnTo>
                <a:lnTo>
                  <a:pt x="202" y="168"/>
                </a:lnTo>
                <a:lnTo>
                  <a:pt x="194" y="171"/>
                </a:lnTo>
                <a:lnTo>
                  <a:pt x="192" y="166"/>
                </a:lnTo>
                <a:lnTo>
                  <a:pt x="207" y="15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169308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1222" y="0"/>
                </a:moveTo>
                <a:lnTo>
                  <a:pt x="1018" y="86"/>
                </a:lnTo>
                <a:cubicBezTo>
                  <a:pt x="815" y="172"/>
                  <a:pt x="407" y="344"/>
                  <a:pt x="204" y="502"/>
                </a:cubicBezTo>
                <a:cubicBezTo>
                  <a:pt x="0" y="660"/>
                  <a:pt x="0" y="806"/>
                  <a:pt x="0" y="878"/>
                </a:cubicBezTo>
                <a:lnTo>
                  <a:pt x="0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166356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3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1658520" y="328140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80" y="27"/>
                </a:moveTo>
                <a:lnTo>
                  <a:pt x="172" y="42"/>
                </a:lnTo>
                <a:lnTo>
                  <a:pt x="158" y="34"/>
                </a:lnTo>
                <a:lnTo>
                  <a:pt x="165" y="20"/>
                </a:lnTo>
                <a:lnTo>
                  <a:pt x="180" y="27"/>
                </a:lnTo>
                <a:moveTo>
                  <a:pt x="172" y="42"/>
                </a:moveTo>
                <a:lnTo>
                  <a:pt x="165" y="56"/>
                </a:lnTo>
                <a:lnTo>
                  <a:pt x="150" y="49"/>
                </a:lnTo>
                <a:lnTo>
                  <a:pt x="158" y="34"/>
                </a:lnTo>
                <a:lnTo>
                  <a:pt x="172" y="42"/>
                </a:lnTo>
                <a:moveTo>
                  <a:pt x="165" y="56"/>
                </a:moveTo>
                <a:lnTo>
                  <a:pt x="158" y="71"/>
                </a:lnTo>
                <a:lnTo>
                  <a:pt x="143" y="64"/>
                </a:lnTo>
                <a:lnTo>
                  <a:pt x="150" y="49"/>
                </a:lnTo>
                <a:lnTo>
                  <a:pt x="165" y="56"/>
                </a:lnTo>
                <a:moveTo>
                  <a:pt x="158" y="71"/>
                </a:moveTo>
                <a:lnTo>
                  <a:pt x="150" y="86"/>
                </a:lnTo>
                <a:lnTo>
                  <a:pt x="135" y="79"/>
                </a:lnTo>
                <a:lnTo>
                  <a:pt x="143" y="64"/>
                </a:lnTo>
                <a:lnTo>
                  <a:pt x="158" y="71"/>
                </a:lnTo>
                <a:moveTo>
                  <a:pt x="150" y="86"/>
                </a:moveTo>
                <a:lnTo>
                  <a:pt x="143" y="101"/>
                </a:lnTo>
                <a:lnTo>
                  <a:pt x="128" y="93"/>
                </a:lnTo>
                <a:lnTo>
                  <a:pt x="135" y="79"/>
                </a:lnTo>
                <a:lnTo>
                  <a:pt x="150" y="86"/>
                </a:lnTo>
                <a:moveTo>
                  <a:pt x="143" y="101"/>
                </a:moveTo>
                <a:lnTo>
                  <a:pt x="135" y="116"/>
                </a:lnTo>
                <a:lnTo>
                  <a:pt x="121" y="108"/>
                </a:lnTo>
                <a:lnTo>
                  <a:pt x="128" y="93"/>
                </a:lnTo>
                <a:lnTo>
                  <a:pt x="143" y="101"/>
                </a:lnTo>
                <a:moveTo>
                  <a:pt x="135" y="116"/>
                </a:moveTo>
                <a:lnTo>
                  <a:pt x="128" y="130"/>
                </a:lnTo>
                <a:lnTo>
                  <a:pt x="113" y="123"/>
                </a:lnTo>
                <a:lnTo>
                  <a:pt x="121" y="108"/>
                </a:lnTo>
                <a:lnTo>
                  <a:pt x="135" y="116"/>
                </a:lnTo>
                <a:moveTo>
                  <a:pt x="128" y="130"/>
                </a:moveTo>
                <a:lnTo>
                  <a:pt x="121" y="145"/>
                </a:lnTo>
                <a:lnTo>
                  <a:pt x="106" y="138"/>
                </a:lnTo>
                <a:lnTo>
                  <a:pt x="113" y="123"/>
                </a:lnTo>
                <a:lnTo>
                  <a:pt x="128" y="130"/>
                </a:lnTo>
                <a:moveTo>
                  <a:pt x="121" y="145"/>
                </a:moveTo>
                <a:lnTo>
                  <a:pt x="113" y="161"/>
                </a:lnTo>
                <a:lnTo>
                  <a:pt x="99" y="153"/>
                </a:lnTo>
                <a:lnTo>
                  <a:pt x="106" y="138"/>
                </a:lnTo>
                <a:lnTo>
                  <a:pt x="121" y="145"/>
                </a:lnTo>
                <a:moveTo>
                  <a:pt x="113" y="161"/>
                </a:moveTo>
                <a:lnTo>
                  <a:pt x="106" y="176"/>
                </a:lnTo>
                <a:lnTo>
                  <a:pt x="91" y="168"/>
                </a:lnTo>
                <a:lnTo>
                  <a:pt x="99" y="153"/>
                </a:lnTo>
                <a:lnTo>
                  <a:pt x="113" y="161"/>
                </a:lnTo>
                <a:moveTo>
                  <a:pt x="106" y="176"/>
                </a:moveTo>
                <a:lnTo>
                  <a:pt x="97" y="193"/>
                </a:lnTo>
                <a:lnTo>
                  <a:pt x="84" y="166"/>
                </a:lnTo>
                <a:lnTo>
                  <a:pt x="99" y="159"/>
                </a:lnTo>
                <a:lnTo>
                  <a:pt x="105" y="171"/>
                </a:lnTo>
                <a:lnTo>
                  <a:pt x="97" y="175"/>
                </a:lnTo>
                <a:lnTo>
                  <a:pt x="90" y="171"/>
                </a:lnTo>
                <a:lnTo>
                  <a:pt x="91" y="168"/>
                </a:lnTo>
                <a:lnTo>
                  <a:pt x="106" y="176"/>
                </a:lnTo>
                <a:moveTo>
                  <a:pt x="84" y="166"/>
                </a:moveTo>
                <a:lnTo>
                  <a:pt x="76" y="151"/>
                </a:lnTo>
                <a:lnTo>
                  <a:pt x="91" y="143"/>
                </a:lnTo>
                <a:lnTo>
                  <a:pt x="99" y="159"/>
                </a:lnTo>
                <a:lnTo>
                  <a:pt x="84" y="166"/>
                </a:lnTo>
                <a:moveTo>
                  <a:pt x="76" y="151"/>
                </a:moveTo>
                <a:lnTo>
                  <a:pt x="68" y="136"/>
                </a:lnTo>
                <a:lnTo>
                  <a:pt x="84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4" y="128"/>
                </a:lnTo>
                <a:lnTo>
                  <a:pt x="68" y="136"/>
                </a:lnTo>
                <a:moveTo>
                  <a:pt x="61" y="121"/>
                </a:moveTo>
                <a:lnTo>
                  <a:pt x="53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3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3" y="106"/>
                </a:lnTo>
                <a:moveTo>
                  <a:pt x="46" y="91"/>
                </a:moveTo>
                <a:lnTo>
                  <a:pt x="38" y="77"/>
                </a:lnTo>
                <a:lnTo>
                  <a:pt x="53" y="69"/>
                </a:lnTo>
                <a:lnTo>
                  <a:pt x="61" y="84"/>
                </a:lnTo>
                <a:lnTo>
                  <a:pt x="46" y="91"/>
                </a:lnTo>
                <a:moveTo>
                  <a:pt x="38" y="77"/>
                </a:moveTo>
                <a:lnTo>
                  <a:pt x="31" y="62"/>
                </a:lnTo>
                <a:lnTo>
                  <a:pt x="46" y="54"/>
                </a:lnTo>
                <a:lnTo>
                  <a:pt x="53" y="69"/>
                </a:lnTo>
                <a:lnTo>
                  <a:pt x="38" y="77"/>
                </a:lnTo>
                <a:moveTo>
                  <a:pt x="31" y="62"/>
                </a:moveTo>
                <a:lnTo>
                  <a:pt x="24" y="47"/>
                </a:lnTo>
                <a:lnTo>
                  <a:pt x="38" y="40"/>
                </a:lnTo>
                <a:lnTo>
                  <a:pt x="46" y="54"/>
                </a:lnTo>
                <a:lnTo>
                  <a:pt x="31" y="62"/>
                </a:lnTo>
                <a:moveTo>
                  <a:pt x="24" y="47"/>
                </a:moveTo>
                <a:lnTo>
                  <a:pt x="16" y="32"/>
                </a:lnTo>
                <a:lnTo>
                  <a:pt x="31" y="25"/>
                </a:lnTo>
                <a:lnTo>
                  <a:pt x="38" y="40"/>
                </a:lnTo>
                <a:lnTo>
                  <a:pt x="24" y="47"/>
                </a:lnTo>
                <a:moveTo>
                  <a:pt x="16" y="32"/>
                </a:moveTo>
                <a:lnTo>
                  <a:pt x="9" y="17"/>
                </a:lnTo>
                <a:lnTo>
                  <a:pt x="24" y="10"/>
                </a:lnTo>
                <a:lnTo>
                  <a:pt x="31" y="25"/>
                </a:lnTo>
                <a:lnTo>
                  <a:pt x="16" y="32"/>
                </a:lnTo>
                <a:moveTo>
                  <a:pt x="9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4" y="17"/>
                </a:lnTo>
                <a:lnTo>
                  <a:pt x="14" y="8"/>
                </a:lnTo>
                <a:lnTo>
                  <a:pt x="21" y="5"/>
                </a:lnTo>
                <a:lnTo>
                  <a:pt x="24" y="10"/>
                </a:lnTo>
                <a:lnTo>
                  <a:pt x="9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7" y="0"/>
                </a:lnTo>
                <a:lnTo>
                  <a:pt x="57" y="17"/>
                </a:lnTo>
                <a:lnTo>
                  <a:pt x="41" y="17"/>
                </a:lnTo>
                <a:lnTo>
                  <a:pt x="41" y="0"/>
                </a:lnTo>
                <a:moveTo>
                  <a:pt x="57" y="0"/>
                </a:moveTo>
                <a:lnTo>
                  <a:pt x="75" y="0"/>
                </a:lnTo>
                <a:lnTo>
                  <a:pt x="75" y="17"/>
                </a:lnTo>
                <a:lnTo>
                  <a:pt x="57" y="17"/>
                </a:lnTo>
                <a:lnTo>
                  <a:pt x="57" y="0"/>
                </a:lnTo>
                <a:moveTo>
                  <a:pt x="75" y="0"/>
                </a:moveTo>
                <a:lnTo>
                  <a:pt x="91" y="0"/>
                </a:lnTo>
                <a:lnTo>
                  <a:pt x="91" y="17"/>
                </a:lnTo>
                <a:lnTo>
                  <a:pt x="75" y="17"/>
                </a:lnTo>
                <a:lnTo>
                  <a:pt x="75" y="0"/>
                </a:lnTo>
                <a:moveTo>
                  <a:pt x="91" y="0"/>
                </a:moveTo>
                <a:lnTo>
                  <a:pt x="108" y="0"/>
                </a:lnTo>
                <a:lnTo>
                  <a:pt x="108" y="17"/>
                </a:lnTo>
                <a:lnTo>
                  <a:pt x="91" y="17"/>
                </a:lnTo>
                <a:lnTo>
                  <a:pt x="91" y="0"/>
                </a:lnTo>
                <a:moveTo>
                  <a:pt x="108" y="0"/>
                </a:moveTo>
                <a:lnTo>
                  <a:pt x="124" y="0"/>
                </a:lnTo>
                <a:lnTo>
                  <a:pt x="124" y="17"/>
                </a:lnTo>
                <a:lnTo>
                  <a:pt x="108" y="17"/>
                </a:lnTo>
                <a:lnTo>
                  <a:pt x="108" y="0"/>
                </a:lnTo>
                <a:moveTo>
                  <a:pt x="124" y="0"/>
                </a:moveTo>
                <a:lnTo>
                  <a:pt x="141" y="0"/>
                </a:lnTo>
                <a:lnTo>
                  <a:pt x="141" y="17"/>
                </a:lnTo>
                <a:lnTo>
                  <a:pt x="124" y="17"/>
                </a:lnTo>
                <a:lnTo>
                  <a:pt x="124" y="0"/>
                </a:lnTo>
                <a:moveTo>
                  <a:pt x="141" y="0"/>
                </a:moveTo>
                <a:lnTo>
                  <a:pt x="157" y="0"/>
                </a:lnTo>
                <a:lnTo>
                  <a:pt x="157" y="17"/>
                </a:lnTo>
                <a:lnTo>
                  <a:pt x="141" y="17"/>
                </a:lnTo>
                <a:lnTo>
                  <a:pt x="141" y="0"/>
                </a:lnTo>
                <a:moveTo>
                  <a:pt x="157" y="0"/>
                </a:moveTo>
                <a:lnTo>
                  <a:pt x="174" y="0"/>
                </a:lnTo>
                <a:lnTo>
                  <a:pt x="174" y="17"/>
                </a:lnTo>
                <a:lnTo>
                  <a:pt x="157" y="17"/>
                </a:lnTo>
                <a:lnTo>
                  <a:pt x="157" y="0"/>
                </a:lnTo>
                <a:moveTo>
                  <a:pt x="174" y="0"/>
                </a:moveTo>
                <a:lnTo>
                  <a:pt x="193" y="0"/>
                </a:lnTo>
                <a:lnTo>
                  <a:pt x="180" y="27"/>
                </a:lnTo>
                <a:lnTo>
                  <a:pt x="165" y="20"/>
                </a:lnTo>
                <a:lnTo>
                  <a:pt x="172" y="5"/>
                </a:lnTo>
                <a:lnTo>
                  <a:pt x="180" y="8"/>
                </a:lnTo>
                <a:lnTo>
                  <a:pt x="180" y="17"/>
                </a:lnTo>
                <a:lnTo>
                  <a:pt x="174" y="17"/>
                </a:lnTo>
                <a:lnTo>
                  <a:pt x="17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055320" y="2972520"/>
            <a:ext cx="439920" cy="342000"/>
          </a:xfrm>
          <a:custGeom>
            <a:avLst/>
            <a:gdLst/>
            <a:ahLst/>
            <a:rect l="0" t="0" r="r" b="b"/>
            <a:pathLst>
              <a:path fill="none" w="1222" h="950">
                <a:moveTo>
                  <a:pt x="0" y="0"/>
                </a:moveTo>
                <a:lnTo>
                  <a:pt x="203" y="86"/>
                </a:lnTo>
                <a:cubicBezTo>
                  <a:pt x="407" y="172"/>
                  <a:pt x="815" y="344"/>
                  <a:pt x="1018" y="502"/>
                </a:cubicBezTo>
                <a:cubicBezTo>
                  <a:pt x="1222" y="660"/>
                  <a:pt x="1222" y="806"/>
                  <a:pt x="1222" y="878"/>
                </a:cubicBezTo>
                <a:lnTo>
                  <a:pt x="1222" y="950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3465000" y="3284280"/>
            <a:ext cx="59760" cy="60120"/>
          </a:xfrm>
          <a:custGeom>
            <a:avLst/>
            <a:gdLst/>
            <a:ahLst/>
            <a:rect l="0" t="0" r="r" b="b"/>
            <a:pathLst>
              <a:path w="166" h="167">
                <a:moveTo>
                  <a:pt x="166" y="0"/>
                </a:moveTo>
                <a:lnTo>
                  <a:pt x="84" y="167"/>
                </a:lnTo>
                <a:lnTo>
                  <a:pt x="0" y="0"/>
                </a:lnTo>
                <a:lnTo>
                  <a:pt x="166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460320" y="3281400"/>
            <a:ext cx="69120" cy="69480"/>
          </a:xfrm>
          <a:custGeom>
            <a:avLst/>
            <a:gdLst/>
            <a:ahLst/>
            <a:rect l="0" t="0" r="r" b="b"/>
            <a:pathLst>
              <a:path w="192" h="193">
                <a:moveTo>
                  <a:pt x="179" y="27"/>
                </a:moveTo>
                <a:lnTo>
                  <a:pt x="172" y="42"/>
                </a:lnTo>
                <a:lnTo>
                  <a:pt x="157" y="34"/>
                </a:lnTo>
                <a:lnTo>
                  <a:pt x="164" y="20"/>
                </a:lnTo>
                <a:lnTo>
                  <a:pt x="179" y="27"/>
                </a:lnTo>
                <a:moveTo>
                  <a:pt x="172" y="42"/>
                </a:moveTo>
                <a:lnTo>
                  <a:pt x="164" y="56"/>
                </a:lnTo>
                <a:lnTo>
                  <a:pt x="150" y="49"/>
                </a:lnTo>
                <a:lnTo>
                  <a:pt x="157" y="34"/>
                </a:lnTo>
                <a:lnTo>
                  <a:pt x="172" y="42"/>
                </a:lnTo>
                <a:moveTo>
                  <a:pt x="164" y="56"/>
                </a:moveTo>
                <a:lnTo>
                  <a:pt x="157" y="71"/>
                </a:lnTo>
                <a:lnTo>
                  <a:pt x="142" y="64"/>
                </a:lnTo>
                <a:lnTo>
                  <a:pt x="150" y="49"/>
                </a:lnTo>
                <a:lnTo>
                  <a:pt x="164" y="56"/>
                </a:lnTo>
                <a:moveTo>
                  <a:pt x="157" y="71"/>
                </a:moveTo>
                <a:lnTo>
                  <a:pt x="150" y="86"/>
                </a:lnTo>
                <a:lnTo>
                  <a:pt x="135" y="79"/>
                </a:lnTo>
                <a:lnTo>
                  <a:pt x="142" y="64"/>
                </a:lnTo>
                <a:lnTo>
                  <a:pt x="157" y="71"/>
                </a:lnTo>
                <a:moveTo>
                  <a:pt x="150" y="86"/>
                </a:moveTo>
                <a:lnTo>
                  <a:pt x="142" y="101"/>
                </a:lnTo>
                <a:lnTo>
                  <a:pt x="127" y="93"/>
                </a:lnTo>
                <a:lnTo>
                  <a:pt x="135" y="79"/>
                </a:lnTo>
                <a:lnTo>
                  <a:pt x="150" y="86"/>
                </a:lnTo>
                <a:moveTo>
                  <a:pt x="142" y="101"/>
                </a:moveTo>
                <a:lnTo>
                  <a:pt x="135" y="116"/>
                </a:lnTo>
                <a:lnTo>
                  <a:pt x="120" y="108"/>
                </a:lnTo>
                <a:lnTo>
                  <a:pt x="127" y="93"/>
                </a:lnTo>
                <a:lnTo>
                  <a:pt x="142" y="101"/>
                </a:lnTo>
                <a:moveTo>
                  <a:pt x="135" y="116"/>
                </a:moveTo>
                <a:lnTo>
                  <a:pt x="127" y="130"/>
                </a:lnTo>
                <a:lnTo>
                  <a:pt x="113" y="123"/>
                </a:lnTo>
                <a:lnTo>
                  <a:pt x="120" y="108"/>
                </a:lnTo>
                <a:lnTo>
                  <a:pt x="135" y="116"/>
                </a:lnTo>
                <a:moveTo>
                  <a:pt x="127" y="130"/>
                </a:moveTo>
                <a:lnTo>
                  <a:pt x="120" y="145"/>
                </a:lnTo>
                <a:lnTo>
                  <a:pt x="105" y="138"/>
                </a:lnTo>
                <a:lnTo>
                  <a:pt x="113" y="123"/>
                </a:lnTo>
                <a:lnTo>
                  <a:pt x="127" y="130"/>
                </a:lnTo>
                <a:moveTo>
                  <a:pt x="120" y="145"/>
                </a:moveTo>
                <a:lnTo>
                  <a:pt x="113" y="161"/>
                </a:lnTo>
                <a:lnTo>
                  <a:pt x="98" y="153"/>
                </a:lnTo>
                <a:lnTo>
                  <a:pt x="105" y="138"/>
                </a:lnTo>
                <a:lnTo>
                  <a:pt x="120" y="145"/>
                </a:lnTo>
                <a:moveTo>
                  <a:pt x="113" y="161"/>
                </a:moveTo>
                <a:lnTo>
                  <a:pt x="105" y="176"/>
                </a:lnTo>
                <a:lnTo>
                  <a:pt x="91" y="168"/>
                </a:lnTo>
                <a:lnTo>
                  <a:pt x="98" y="153"/>
                </a:lnTo>
                <a:lnTo>
                  <a:pt x="113" y="161"/>
                </a:lnTo>
                <a:moveTo>
                  <a:pt x="105" y="176"/>
                </a:moveTo>
                <a:lnTo>
                  <a:pt x="97" y="193"/>
                </a:lnTo>
                <a:lnTo>
                  <a:pt x="83" y="166"/>
                </a:lnTo>
                <a:lnTo>
                  <a:pt x="98" y="159"/>
                </a:lnTo>
                <a:lnTo>
                  <a:pt x="104" y="171"/>
                </a:lnTo>
                <a:lnTo>
                  <a:pt x="97" y="175"/>
                </a:lnTo>
                <a:lnTo>
                  <a:pt x="89" y="171"/>
                </a:lnTo>
                <a:lnTo>
                  <a:pt x="91" y="168"/>
                </a:lnTo>
                <a:lnTo>
                  <a:pt x="105" y="176"/>
                </a:lnTo>
                <a:moveTo>
                  <a:pt x="83" y="166"/>
                </a:moveTo>
                <a:lnTo>
                  <a:pt x="76" y="151"/>
                </a:lnTo>
                <a:lnTo>
                  <a:pt x="91" y="143"/>
                </a:lnTo>
                <a:lnTo>
                  <a:pt x="98" y="159"/>
                </a:lnTo>
                <a:lnTo>
                  <a:pt x="83" y="166"/>
                </a:lnTo>
                <a:moveTo>
                  <a:pt x="76" y="151"/>
                </a:moveTo>
                <a:lnTo>
                  <a:pt x="68" y="136"/>
                </a:lnTo>
                <a:lnTo>
                  <a:pt x="83" y="128"/>
                </a:lnTo>
                <a:lnTo>
                  <a:pt x="91" y="143"/>
                </a:lnTo>
                <a:lnTo>
                  <a:pt x="76" y="151"/>
                </a:lnTo>
                <a:moveTo>
                  <a:pt x="68" y="136"/>
                </a:moveTo>
                <a:lnTo>
                  <a:pt x="61" y="121"/>
                </a:lnTo>
                <a:lnTo>
                  <a:pt x="76" y="113"/>
                </a:lnTo>
                <a:lnTo>
                  <a:pt x="83" y="128"/>
                </a:lnTo>
                <a:lnTo>
                  <a:pt x="68" y="136"/>
                </a:lnTo>
                <a:moveTo>
                  <a:pt x="61" y="121"/>
                </a:moveTo>
                <a:lnTo>
                  <a:pt x="54" y="106"/>
                </a:lnTo>
                <a:lnTo>
                  <a:pt x="68" y="99"/>
                </a:lnTo>
                <a:lnTo>
                  <a:pt x="76" y="113"/>
                </a:lnTo>
                <a:lnTo>
                  <a:pt x="61" y="121"/>
                </a:lnTo>
                <a:moveTo>
                  <a:pt x="54" y="106"/>
                </a:moveTo>
                <a:lnTo>
                  <a:pt x="46" y="91"/>
                </a:lnTo>
                <a:lnTo>
                  <a:pt x="61" y="84"/>
                </a:lnTo>
                <a:lnTo>
                  <a:pt x="68" y="99"/>
                </a:lnTo>
                <a:lnTo>
                  <a:pt x="54" y="106"/>
                </a:lnTo>
                <a:moveTo>
                  <a:pt x="46" y="91"/>
                </a:moveTo>
                <a:lnTo>
                  <a:pt x="39" y="77"/>
                </a:lnTo>
                <a:lnTo>
                  <a:pt x="54" y="69"/>
                </a:lnTo>
                <a:lnTo>
                  <a:pt x="61" y="84"/>
                </a:lnTo>
                <a:lnTo>
                  <a:pt x="46" y="91"/>
                </a:lnTo>
                <a:moveTo>
                  <a:pt x="39" y="77"/>
                </a:moveTo>
                <a:lnTo>
                  <a:pt x="30" y="62"/>
                </a:lnTo>
                <a:lnTo>
                  <a:pt x="46" y="54"/>
                </a:lnTo>
                <a:lnTo>
                  <a:pt x="54" y="69"/>
                </a:lnTo>
                <a:lnTo>
                  <a:pt x="39" y="77"/>
                </a:lnTo>
                <a:moveTo>
                  <a:pt x="30" y="62"/>
                </a:moveTo>
                <a:lnTo>
                  <a:pt x="23" y="47"/>
                </a:lnTo>
                <a:lnTo>
                  <a:pt x="39" y="40"/>
                </a:lnTo>
                <a:lnTo>
                  <a:pt x="46" y="54"/>
                </a:lnTo>
                <a:lnTo>
                  <a:pt x="30" y="62"/>
                </a:lnTo>
                <a:moveTo>
                  <a:pt x="23" y="47"/>
                </a:moveTo>
                <a:lnTo>
                  <a:pt x="16" y="32"/>
                </a:lnTo>
                <a:lnTo>
                  <a:pt x="30" y="25"/>
                </a:lnTo>
                <a:lnTo>
                  <a:pt x="39" y="40"/>
                </a:lnTo>
                <a:lnTo>
                  <a:pt x="23" y="47"/>
                </a:lnTo>
                <a:moveTo>
                  <a:pt x="16" y="32"/>
                </a:moveTo>
                <a:lnTo>
                  <a:pt x="8" y="17"/>
                </a:lnTo>
                <a:lnTo>
                  <a:pt x="23" y="10"/>
                </a:lnTo>
                <a:lnTo>
                  <a:pt x="30" y="25"/>
                </a:lnTo>
                <a:lnTo>
                  <a:pt x="16" y="32"/>
                </a:lnTo>
                <a:moveTo>
                  <a:pt x="8" y="17"/>
                </a:moveTo>
                <a:lnTo>
                  <a:pt x="0" y="0"/>
                </a:lnTo>
                <a:lnTo>
                  <a:pt x="24" y="0"/>
                </a:lnTo>
                <a:lnTo>
                  <a:pt x="24" y="17"/>
                </a:lnTo>
                <a:lnTo>
                  <a:pt x="13" y="17"/>
                </a:lnTo>
                <a:lnTo>
                  <a:pt x="13" y="8"/>
                </a:lnTo>
                <a:lnTo>
                  <a:pt x="20" y="5"/>
                </a:lnTo>
                <a:lnTo>
                  <a:pt x="23" y="10"/>
                </a:lnTo>
                <a:lnTo>
                  <a:pt x="8" y="17"/>
                </a:lnTo>
                <a:moveTo>
                  <a:pt x="24" y="0"/>
                </a:moveTo>
                <a:lnTo>
                  <a:pt x="41" y="0"/>
                </a:lnTo>
                <a:lnTo>
                  <a:pt x="41" y="17"/>
                </a:lnTo>
                <a:lnTo>
                  <a:pt x="24" y="17"/>
                </a:lnTo>
                <a:lnTo>
                  <a:pt x="24" y="0"/>
                </a:lnTo>
                <a:moveTo>
                  <a:pt x="41" y="0"/>
                </a:moveTo>
                <a:lnTo>
                  <a:pt x="58" y="0"/>
                </a:lnTo>
                <a:lnTo>
                  <a:pt x="58" y="17"/>
                </a:lnTo>
                <a:lnTo>
                  <a:pt x="41" y="17"/>
                </a:lnTo>
                <a:lnTo>
                  <a:pt x="41" y="0"/>
                </a:lnTo>
                <a:moveTo>
                  <a:pt x="58" y="0"/>
                </a:moveTo>
                <a:lnTo>
                  <a:pt x="74" y="0"/>
                </a:lnTo>
                <a:lnTo>
                  <a:pt x="74" y="17"/>
                </a:lnTo>
                <a:lnTo>
                  <a:pt x="58" y="17"/>
                </a:lnTo>
                <a:lnTo>
                  <a:pt x="58" y="0"/>
                </a:lnTo>
                <a:moveTo>
                  <a:pt x="74" y="0"/>
                </a:moveTo>
                <a:lnTo>
                  <a:pt x="91" y="0"/>
                </a:lnTo>
                <a:lnTo>
                  <a:pt x="91" y="17"/>
                </a:lnTo>
                <a:lnTo>
                  <a:pt x="74" y="17"/>
                </a:lnTo>
                <a:lnTo>
                  <a:pt x="74" y="0"/>
                </a:lnTo>
                <a:moveTo>
                  <a:pt x="91" y="0"/>
                </a:moveTo>
                <a:lnTo>
                  <a:pt x="107" y="0"/>
                </a:lnTo>
                <a:lnTo>
                  <a:pt x="107" y="17"/>
                </a:lnTo>
                <a:lnTo>
                  <a:pt x="91" y="17"/>
                </a:lnTo>
                <a:lnTo>
                  <a:pt x="91" y="0"/>
                </a:lnTo>
                <a:moveTo>
                  <a:pt x="107" y="0"/>
                </a:moveTo>
                <a:lnTo>
                  <a:pt x="124" y="0"/>
                </a:lnTo>
                <a:lnTo>
                  <a:pt x="124" y="17"/>
                </a:lnTo>
                <a:lnTo>
                  <a:pt x="107" y="17"/>
                </a:lnTo>
                <a:lnTo>
                  <a:pt x="107" y="0"/>
                </a:lnTo>
                <a:moveTo>
                  <a:pt x="124" y="0"/>
                </a:moveTo>
                <a:lnTo>
                  <a:pt x="140" y="0"/>
                </a:lnTo>
                <a:lnTo>
                  <a:pt x="140" y="17"/>
                </a:lnTo>
                <a:lnTo>
                  <a:pt x="124" y="17"/>
                </a:lnTo>
                <a:lnTo>
                  <a:pt x="124" y="0"/>
                </a:lnTo>
                <a:moveTo>
                  <a:pt x="140" y="0"/>
                </a:moveTo>
                <a:lnTo>
                  <a:pt x="157" y="0"/>
                </a:lnTo>
                <a:lnTo>
                  <a:pt x="157" y="17"/>
                </a:lnTo>
                <a:lnTo>
                  <a:pt x="140" y="17"/>
                </a:lnTo>
                <a:lnTo>
                  <a:pt x="140" y="0"/>
                </a:lnTo>
                <a:moveTo>
                  <a:pt x="157" y="0"/>
                </a:moveTo>
                <a:lnTo>
                  <a:pt x="173" y="0"/>
                </a:lnTo>
                <a:lnTo>
                  <a:pt x="173" y="17"/>
                </a:lnTo>
                <a:lnTo>
                  <a:pt x="157" y="17"/>
                </a:lnTo>
                <a:lnTo>
                  <a:pt x="157" y="0"/>
                </a:lnTo>
                <a:moveTo>
                  <a:pt x="173" y="0"/>
                </a:moveTo>
                <a:lnTo>
                  <a:pt x="192" y="0"/>
                </a:lnTo>
                <a:lnTo>
                  <a:pt x="179" y="27"/>
                </a:lnTo>
                <a:lnTo>
                  <a:pt x="164" y="20"/>
                </a:lnTo>
                <a:lnTo>
                  <a:pt x="172" y="5"/>
                </a:lnTo>
                <a:lnTo>
                  <a:pt x="179" y="8"/>
                </a:lnTo>
                <a:lnTo>
                  <a:pt x="179" y="17"/>
                </a:lnTo>
                <a:lnTo>
                  <a:pt x="173" y="17"/>
                </a:lnTo>
                <a:lnTo>
                  <a:pt x="17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16930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0" y="0"/>
                </a:moveTo>
                <a:lnTo>
                  <a:pt x="0" y="86"/>
                </a:lnTo>
                <a:cubicBezTo>
                  <a:pt x="0" y="173"/>
                  <a:pt x="0" y="345"/>
                  <a:pt x="191" y="512"/>
                </a:cubicBezTo>
                <a:cubicBezTo>
                  <a:pt x="382" y="678"/>
                  <a:pt x="764" y="839"/>
                  <a:pt x="955" y="920"/>
                </a:cubicBezTo>
                <a:lnTo>
                  <a:pt x="1146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206640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65" y="0"/>
                </a:moveTo>
                <a:lnTo>
                  <a:pt x="185" y="142"/>
                </a:lnTo>
                <a:lnTo>
                  <a:pt x="0" y="154"/>
                </a:lnTo>
                <a:lnTo>
                  <a:pt x="65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206172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94" y="23"/>
                </a:moveTo>
                <a:lnTo>
                  <a:pt x="105" y="35"/>
                </a:lnTo>
                <a:lnTo>
                  <a:pt x="92" y="46"/>
                </a:lnTo>
                <a:lnTo>
                  <a:pt x="81" y="33"/>
                </a:lnTo>
                <a:lnTo>
                  <a:pt x="94" y="23"/>
                </a:lnTo>
                <a:moveTo>
                  <a:pt x="105" y="35"/>
                </a:moveTo>
                <a:lnTo>
                  <a:pt x="115" y="48"/>
                </a:lnTo>
                <a:lnTo>
                  <a:pt x="103" y="59"/>
                </a:lnTo>
                <a:lnTo>
                  <a:pt x="92" y="46"/>
                </a:lnTo>
                <a:lnTo>
                  <a:pt x="105" y="35"/>
                </a:lnTo>
                <a:moveTo>
                  <a:pt x="115" y="48"/>
                </a:moveTo>
                <a:lnTo>
                  <a:pt x="126" y="60"/>
                </a:lnTo>
                <a:lnTo>
                  <a:pt x="113" y="71"/>
                </a:lnTo>
                <a:lnTo>
                  <a:pt x="103" y="59"/>
                </a:lnTo>
                <a:lnTo>
                  <a:pt x="115" y="48"/>
                </a:lnTo>
                <a:moveTo>
                  <a:pt x="126" y="60"/>
                </a:moveTo>
                <a:lnTo>
                  <a:pt x="137" y="73"/>
                </a:lnTo>
                <a:lnTo>
                  <a:pt x="124" y="84"/>
                </a:lnTo>
                <a:lnTo>
                  <a:pt x="113" y="71"/>
                </a:lnTo>
                <a:lnTo>
                  <a:pt x="126" y="60"/>
                </a:lnTo>
                <a:moveTo>
                  <a:pt x="137" y="73"/>
                </a:moveTo>
                <a:lnTo>
                  <a:pt x="147" y="85"/>
                </a:lnTo>
                <a:lnTo>
                  <a:pt x="135" y="96"/>
                </a:lnTo>
                <a:lnTo>
                  <a:pt x="124" y="84"/>
                </a:lnTo>
                <a:lnTo>
                  <a:pt x="137" y="73"/>
                </a:lnTo>
                <a:moveTo>
                  <a:pt x="147" y="85"/>
                </a:moveTo>
                <a:lnTo>
                  <a:pt x="159" y="98"/>
                </a:lnTo>
                <a:lnTo>
                  <a:pt x="146" y="110"/>
                </a:lnTo>
                <a:lnTo>
                  <a:pt x="135" y="96"/>
                </a:lnTo>
                <a:lnTo>
                  <a:pt x="147" y="85"/>
                </a:lnTo>
                <a:moveTo>
                  <a:pt x="159" y="98"/>
                </a:moveTo>
                <a:lnTo>
                  <a:pt x="170" y="112"/>
                </a:lnTo>
                <a:lnTo>
                  <a:pt x="156" y="122"/>
                </a:lnTo>
                <a:lnTo>
                  <a:pt x="146" y="110"/>
                </a:lnTo>
                <a:lnTo>
                  <a:pt x="159" y="98"/>
                </a:lnTo>
                <a:moveTo>
                  <a:pt x="170" y="112"/>
                </a:moveTo>
                <a:lnTo>
                  <a:pt x="181" y="124"/>
                </a:lnTo>
                <a:lnTo>
                  <a:pt x="168" y="135"/>
                </a:lnTo>
                <a:lnTo>
                  <a:pt x="156" y="122"/>
                </a:lnTo>
                <a:lnTo>
                  <a:pt x="170" y="112"/>
                </a:lnTo>
                <a:moveTo>
                  <a:pt x="181" y="124"/>
                </a:moveTo>
                <a:lnTo>
                  <a:pt x="191" y="137"/>
                </a:lnTo>
                <a:lnTo>
                  <a:pt x="179" y="147"/>
                </a:lnTo>
                <a:lnTo>
                  <a:pt x="168" y="135"/>
                </a:lnTo>
                <a:lnTo>
                  <a:pt x="181" y="124"/>
                </a:lnTo>
                <a:moveTo>
                  <a:pt x="191" y="137"/>
                </a:moveTo>
                <a:lnTo>
                  <a:pt x="202" y="149"/>
                </a:lnTo>
                <a:lnTo>
                  <a:pt x="190" y="160"/>
                </a:lnTo>
                <a:lnTo>
                  <a:pt x="179" y="147"/>
                </a:lnTo>
                <a:lnTo>
                  <a:pt x="191" y="137"/>
                </a:lnTo>
                <a:moveTo>
                  <a:pt x="202" y="149"/>
                </a:moveTo>
                <a:lnTo>
                  <a:pt x="215" y="164"/>
                </a:lnTo>
                <a:lnTo>
                  <a:pt x="185" y="166"/>
                </a:lnTo>
                <a:lnTo>
                  <a:pt x="184" y="149"/>
                </a:lnTo>
                <a:lnTo>
                  <a:pt x="197" y="149"/>
                </a:lnTo>
                <a:lnTo>
                  <a:pt x="198" y="157"/>
                </a:lnTo>
                <a:lnTo>
                  <a:pt x="191" y="162"/>
                </a:lnTo>
                <a:lnTo>
                  <a:pt x="190" y="160"/>
                </a:lnTo>
                <a:lnTo>
                  <a:pt x="202" y="149"/>
                </a:lnTo>
                <a:moveTo>
                  <a:pt x="185" y="166"/>
                </a:moveTo>
                <a:lnTo>
                  <a:pt x="168" y="167"/>
                </a:lnTo>
                <a:lnTo>
                  <a:pt x="167" y="150"/>
                </a:lnTo>
                <a:lnTo>
                  <a:pt x="184" y="149"/>
                </a:lnTo>
                <a:lnTo>
                  <a:pt x="185" y="166"/>
                </a:lnTo>
                <a:moveTo>
                  <a:pt x="168" y="167"/>
                </a:moveTo>
                <a:lnTo>
                  <a:pt x="151" y="168"/>
                </a:lnTo>
                <a:lnTo>
                  <a:pt x="150" y="152"/>
                </a:lnTo>
                <a:lnTo>
                  <a:pt x="167" y="150"/>
                </a:lnTo>
                <a:lnTo>
                  <a:pt x="168" y="167"/>
                </a:lnTo>
                <a:moveTo>
                  <a:pt x="151" y="168"/>
                </a:moveTo>
                <a:lnTo>
                  <a:pt x="134" y="169"/>
                </a:lnTo>
                <a:lnTo>
                  <a:pt x="133" y="153"/>
                </a:lnTo>
                <a:lnTo>
                  <a:pt x="150" y="152"/>
                </a:lnTo>
                <a:lnTo>
                  <a:pt x="151" y="168"/>
                </a:lnTo>
                <a:moveTo>
                  <a:pt x="134" y="169"/>
                </a:moveTo>
                <a:lnTo>
                  <a:pt x="118" y="170"/>
                </a:lnTo>
                <a:lnTo>
                  <a:pt x="117" y="154"/>
                </a:lnTo>
                <a:lnTo>
                  <a:pt x="133" y="153"/>
                </a:lnTo>
                <a:lnTo>
                  <a:pt x="134" y="169"/>
                </a:lnTo>
                <a:moveTo>
                  <a:pt x="118" y="170"/>
                </a:moveTo>
                <a:lnTo>
                  <a:pt x="101" y="171"/>
                </a:lnTo>
                <a:lnTo>
                  <a:pt x="100" y="155"/>
                </a:lnTo>
                <a:lnTo>
                  <a:pt x="117" y="154"/>
                </a:lnTo>
                <a:lnTo>
                  <a:pt x="118" y="170"/>
                </a:lnTo>
                <a:moveTo>
                  <a:pt x="101" y="171"/>
                </a:moveTo>
                <a:lnTo>
                  <a:pt x="85" y="172"/>
                </a:lnTo>
                <a:lnTo>
                  <a:pt x="84" y="156"/>
                </a:lnTo>
                <a:lnTo>
                  <a:pt x="100" y="155"/>
                </a:lnTo>
                <a:lnTo>
                  <a:pt x="101" y="171"/>
                </a:lnTo>
                <a:moveTo>
                  <a:pt x="85" y="172"/>
                </a:moveTo>
                <a:lnTo>
                  <a:pt x="68" y="173"/>
                </a:lnTo>
                <a:lnTo>
                  <a:pt x="67" y="157"/>
                </a:lnTo>
                <a:lnTo>
                  <a:pt x="84" y="156"/>
                </a:lnTo>
                <a:lnTo>
                  <a:pt x="85" y="172"/>
                </a:lnTo>
                <a:moveTo>
                  <a:pt x="68" y="173"/>
                </a:moveTo>
                <a:lnTo>
                  <a:pt x="52" y="174"/>
                </a:lnTo>
                <a:lnTo>
                  <a:pt x="51" y="158"/>
                </a:lnTo>
                <a:lnTo>
                  <a:pt x="67" y="157"/>
                </a:lnTo>
                <a:lnTo>
                  <a:pt x="68" y="173"/>
                </a:lnTo>
                <a:moveTo>
                  <a:pt x="52" y="174"/>
                </a:moveTo>
                <a:lnTo>
                  <a:pt x="36" y="175"/>
                </a:lnTo>
                <a:lnTo>
                  <a:pt x="34" y="159"/>
                </a:lnTo>
                <a:lnTo>
                  <a:pt x="51" y="158"/>
                </a:lnTo>
                <a:lnTo>
                  <a:pt x="52" y="174"/>
                </a:lnTo>
                <a:moveTo>
                  <a:pt x="36" y="175"/>
                </a:moveTo>
                <a:lnTo>
                  <a:pt x="19" y="176"/>
                </a:lnTo>
                <a:lnTo>
                  <a:pt x="18" y="160"/>
                </a:lnTo>
                <a:lnTo>
                  <a:pt x="34" y="159"/>
                </a:lnTo>
                <a:lnTo>
                  <a:pt x="36" y="175"/>
                </a:lnTo>
                <a:moveTo>
                  <a:pt x="19" y="176"/>
                </a:moveTo>
                <a:lnTo>
                  <a:pt x="0" y="178"/>
                </a:lnTo>
                <a:lnTo>
                  <a:pt x="9" y="156"/>
                </a:lnTo>
                <a:lnTo>
                  <a:pt x="24" y="162"/>
                </a:lnTo>
                <a:lnTo>
                  <a:pt x="20" y="172"/>
                </a:lnTo>
                <a:lnTo>
                  <a:pt x="13" y="169"/>
                </a:lnTo>
                <a:lnTo>
                  <a:pt x="12" y="160"/>
                </a:lnTo>
                <a:lnTo>
                  <a:pt x="18" y="160"/>
                </a:lnTo>
                <a:lnTo>
                  <a:pt x="19" y="176"/>
                </a:lnTo>
                <a:moveTo>
                  <a:pt x="9" y="156"/>
                </a:moveTo>
                <a:lnTo>
                  <a:pt x="15" y="140"/>
                </a:lnTo>
                <a:lnTo>
                  <a:pt x="31" y="147"/>
                </a:lnTo>
                <a:lnTo>
                  <a:pt x="24" y="162"/>
                </a:lnTo>
                <a:lnTo>
                  <a:pt x="9" y="156"/>
                </a:lnTo>
                <a:moveTo>
                  <a:pt x="15" y="140"/>
                </a:moveTo>
                <a:lnTo>
                  <a:pt x="22" y="125"/>
                </a:lnTo>
                <a:lnTo>
                  <a:pt x="37" y="132"/>
                </a:lnTo>
                <a:lnTo>
                  <a:pt x="31" y="147"/>
                </a:lnTo>
                <a:lnTo>
                  <a:pt x="15" y="140"/>
                </a:lnTo>
                <a:moveTo>
                  <a:pt x="22" y="125"/>
                </a:moveTo>
                <a:lnTo>
                  <a:pt x="28" y="110"/>
                </a:lnTo>
                <a:lnTo>
                  <a:pt x="44" y="116"/>
                </a:lnTo>
                <a:lnTo>
                  <a:pt x="37" y="132"/>
                </a:lnTo>
                <a:lnTo>
                  <a:pt x="22" y="125"/>
                </a:lnTo>
                <a:moveTo>
                  <a:pt x="28" y="110"/>
                </a:moveTo>
                <a:lnTo>
                  <a:pt x="35" y="94"/>
                </a:lnTo>
                <a:lnTo>
                  <a:pt x="50" y="100"/>
                </a:lnTo>
                <a:lnTo>
                  <a:pt x="44" y="116"/>
                </a:lnTo>
                <a:lnTo>
                  <a:pt x="28" y="110"/>
                </a:lnTo>
                <a:moveTo>
                  <a:pt x="35" y="94"/>
                </a:moveTo>
                <a:lnTo>
                  <a:pt x="41" y="79"/>
                </a:lnTo>
                <a:lnTo>
                  <a:pt x="56" y="85"/>
                </a:lnTo>
                <a:lnTo>
                  <a:pt x="50" y="100"/>
                </a:lnTo>
                <a:lnTo>
                  <a:pt x="35" y="94"/>
                </a:lnTo>
                <a:moveTo>
                  <a:pt x="41" y="79"/>
                </a:moveTo>
                <a:lnTo>
                  <a:pt x="48" y="63"/>
                </a:lnTo>
                <a:lnTo>
                  <a:pt x="63" y="70"/>
                </a:lnTo>
                <a:lnTo>
                  <a:pt x="56" y="85"/>
                </a:lnTo>
                <a:lnTo>
                  <a:pt x="41" y="79"/>
                </a:lnTo>
                <a:moveTo>
                  <a:pt x="48" y="63"/>
                </a:moveTo>
                <a:lnTo>
                  <a:pt x="54" y="48"/>
                </a:lnTo>
                <a:lnTo>
                  <a:pt x="69" y="55"/>
                </a:lnTo>
                <a:lnTo>
                  <a:pt x="63" y="70"/>
                </a:lnTo>
                <a:lnTo>
                  <a:pt x="48" y="63"/>
                </a:lnTo>
                <a:moveTo>
                  <a:pt x="54" y="48"/>
                </a:moveTo>
                <a:lnTo>
                  <a:pt x="60" y="33"/>
                </a:lnTo>
                <a:lnTo>
                  <a:pt x="76" y="39"/>
                </a:lnTo>
                <a:lnTo>
                  <a:pt x="69" y="55"/>
                </a:lnTo>
                <a:lnTo>
                  <a:pt x="54" y="48"/>
                </a:lnTo>
                <a:moveTo>
                  <a:pt x="60" y="33"/>
                </a:moveTo>
                <a:lnTo>
                  <a:pt x="67" y="18"/>
                </a:lnTo>
                <a:lnTo>
                  <a:pt x="82" y="24"/>
                </a:lnTo>
                <a:lnTo>
                  <a:pt x="76" y="39"/>
                </a:lnTo>
                <a:lnTo>
                  <a:pt x="60" y="33"/>
                </a:lnTo>
                <a:moveTo>
                  <a:pt x="67" y="18"/>
                </a:moveTo>
                <a:lnTo>
                  <a:pt x="74" y="0"/>
                </a:lnTo>
                <a:lnTo>
                  <a:pt x="94" y="23"/>
                </a:lnTo>
                <a:lnTo>
                  <a:pt x="81" y="33"/>
                </a:lnTo>
                <a:lnTo>
                  <a:pt x="71" y="21"/>
                </a:lnTo>
                <a:lnTo>
                  <a:pt x="77" y="15"/>
                </a:lnTo>
                <a:lnTo>
                  <a:pt x="84" y="19"/>
                </a:lnTo>
                <a:lnTo>
                  <a:pt x="82" y="24"/>
                </a:lnTo>
                <a:lnTo>
                  <a:pt x="67" y="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082680" y="3733920"/>
            <a:ext cx="412560" cy="360360"/>
          </a:xfrm>
          <a:custGeom>
            <a:avLst/>
            <a:gdLst/>
            <a:ahLst/>
            <a:rect l="0" t="0" r="r" b="b"/>
            <a:pathLst>
              <a:path fill="none" w="1146" h="1001">
                <a:moveTo>
                  <a:pt x="1146" y="0"/>
                </a:moveTo>
                <a:lnTo>
                  <a:pt x="1146" y="86"/>
                </a:lnTo>
                <a:cubicBezTo>
                  <a:pt x="1146" y="173"/>
                  <a:pt x="1146" y="345"/>
                  <a:pt x="955" y="512"/>
                </a:cubicBezTo>
                <a:cubicBezTo>
                  <a:pt x="764" y="678"/>
                  <a:pt x="383" y="839"/>
                  <a:pt x="192" y="920"/>
                </a:cubicBezTo>
                <a:lnTo>
                  <a:pt x="0" y="1001"/>
                </a:lnTo>
              </a:path>
            </a:pathLst>
          </a:custGeom>
          <a:ln w="7200">
            <a:solidFill>
              <a:srgbClr val="dd784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55320" y="4054680"/>
            <a:ext cx="66600" cy="55440"/>
          </a:xfrm>
          <a:custGeom>
            <a:avLst/>
            <a:gdLst/>
            <a:ahLst/>
            <a:rect l="0" t="0" r="r" b="b"/>
            <a:pathLst>
              <a:path w="185" h="154">
                <a:moveTo>
                  <a:pt x="185" y="154"/>
                </a:moveTo>
                <a:lnTo>
                  <a:pt x="0" y="142"/>
                </a:lnTo>
                <a:lnTo>
                  <a:pt x="121" y="0"/>
                </a:lnTo>
                <a:lnTo>
                  <a:pt x="185" y="15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049200" y="4049280"/>
            <a:ext cx="77400" cy="64080"/>
          </a:xfrm>
          <a:custGeom>
            <a:avLst/>
            <a:gdLst/>
            <a:ahLst/>
            <a:rect l="0" t="0" r="r" b="b"/>
            <a:pathLst>
              <a:path w="215" h="178">
                <a:moveTo>
                  <a:pt x="184" y="176"/>
                </a:moveTo>
                <a:lnTo>
                  <a:pt x="168" y="175"/>
                </a:lnTo>
                <a:lnTo>
                  <a:pt x="169" y="158"/>
                </a:lnTo>
                <a:lnTo>
                  <a:pt x="185" y="159"/>
                </a:lnTo>
                <a:lnTo>
                  <a:pt x="184" y="176"/>
                </a:lnTo>
                <a:moveTo>
                  <a:pt x="168" y="175"/>
                </a:moveTo>
                <a:lnTo>
                  <a:pt x="151" y="174"/>
                </a:lnTo>
                <a:lnTo>
                  <a:pt x="152" y="157"/>
                </a:lnTo>
                <a:lnTo>
                  <a:pt x="169" y="158"/>
                </a:lnTo>
                <a:lnTo>
                  <a:pt x="168" y="175"/>
                </a:lnTo>
                <a:moveTo>
                  <a:pt x="151" y="174"/>
                </a:moveTo>
                <a:lnTo>
                  <a:pt x="135" y="173"/>
                </a:lnTo>
                <a:lnTo>
                  <a:pt x="136" y="156"/>
                </a:lnTo>
                <a:lnTo>
                  <a:pt x="152" y="157"/>
                </a:lnTo>
                <a:lnTo>
                  <a:pt x="151" y="174"/>
                </a:lnTo>
                <a:moveTo>
                  <a:pt x="135" y="173"/>
                </a:moveTo>
                <a:lnTo>
                  <a:pt x="118" y="172"/>
                </a:lnTo>
                <a:lnTo>
                  <a:pt x="119" y="155"/>
                </a:lnTo>
                <a:lnTo>
                  <a:pt x="136" y="156"/>
                </a:lnTo>
                <a:lnTo>
                  <a:pt x="135" y="173"/>
                </a:lnTo>
                <a:moveTo>
                  <a:pt x="118" y="172"/>
                </a:moveTo>
                <a:lnTo>
                  <a:pt x="102" y="170"/>
                </a:lnTo>
                <a:lnTo>
                  <a:pt x="103" y="154"/>
                </a:lnTo>
                <a:lnTo>
                  <a:pt x="119" y="155"/>
                </a:lnTo>
                <a:lnTo>
                  <a:pt x="118" y="172"/>
                </a:lnTo>
                <a:moveTo>
                  <a:pt x="102" y="170"/>
                </a:moveTo>
                <a:lnTo>
                  <a:pt x="85" y="169"/>
                </a:lnTo>
                <a:lnTo>
                  <a:pt x="86" y="153"/>
                </a:lnTo>
                <a:lnTo>
                  <a:pt x="103" y="154"/>
                </a:lnTo>
                <a:lnTo>
                  <a:pt x="102" y="170"/>
                </a:lnTo>
                <a:moveTo>
                  <a:pt x="85" y="169"/>
                </a:moveTo>
                <a:lnTo>
                  <a:pt x="69" y="168"/>
                </a:lnTo>
                <a:lnTo>
                  <a:pt x="70" y="152"/>
                </a:lnTo>
                <a:lnTo>
                  <a:pt x="86" y="153"/>
                </a:lnTo>
                <a:lnTo>
                  <a:pt x="85" y="169"/>
                </a:lnTo>
                <a:moveTo>
                  <a:pt x="69" y="168"/>
                </a:moveTo>
                <a:lnTo>
                  <a:pt x="52" y="167"/>
                </a:lnTo>
                <a:lnTo>
                  <a:pt x="53" y="151"/>
                </a:lnTo>
                <a:lnTo>
                  <a:pt x="70" y="152"/>
                </a:lnTo>
                <a:lnTo>
                  <a:pt x="69" y="168"/>
                </a:lnTo>
                <a:moveTo>
                  <a:pt x="52" y="167"/>
                </a:moveTo>
                <a:lnTo>
                  <a:pt x="36" y="166"/>
                </a:lnTo>
                <a:lnTo>
                  <a:pt x="37" y="150"/>
                </a:lnTo>
                <a:lnTo>
                  <a:pt x="53" y="151"/>
                </a:lnTo>
                <a:lnTo>
                  <a:pt x="52" y="167"/>
                </a:lnTo>
                <a:moveTo>
                  <a:pt x="36" y="166"/>
                </a:moveTo>
                <a:lnTo>
                  <a:pt x="19" y="165"/>
                </a:lnTo>
                <a:lnTo>
                  <a:pt x="20" y="149"/>
                </a:lnTo>
                <a:lnTo>
                  <a:pt x="37" y="150"/>
                </a:lnTo>
                <a:lnTo>
                  <a:pt x="36" y="166"/>
                </a:lnTo>
                <a:moveTo>
                  <a:pt x="19" y="165"/>
                </a:moveTo>
                <a:lnTo>
                  <a:pt x="0" y="164"/>
                </a:lnTo>
                <a:lnTo>
                  <a:pt x="19" y="141"/>
                </a:lnTo>
                <a:lnTo>
                  <a:pt x="32" y="152"/>
                </a:lnTo>
                <a:lnTo>
                  <a:pt x="23" y="162"/>
                </a:lnTo>
                <a:lnTo>
                  <a:pt x="17" y="157"/>
                </a:lnTo>
                <a:lnTo>
                  <a:pt x="18" y="149"/>
                </a:lnTo>
                <a:lnTo>
                  <a:pt x="20" y="149"/>
                </a:lnTo>
                <a:lnTo>
                  <a:pt x="19" y="165"/>
                </a:lnTo>
                <a:moveTo>
                  <a:pt x="19" y="141"/>
                </a:moveTo>
                <a:lnTo>
                  <a:pt x="30" y="129"/>
                </a:lnTo>
                <a:lnTo>
                  <a:pt x="43" y="139"/>
                </a:lnTo>
                <a:lnTo>
                  <a:pt x="32" y="152"/>
                </a:lnTo>
                <a:lnTo>
                  <a:pt x="19" y="141"/>
                </a:lnTo>
                <a:moveTo>
                  <a:pt x="30" y="129"/>
                </a:moveTo>
                <a:lnTo>
                  <a:pt x="41" y="116"/>
                </a:lnTo>
                <a:lnTo>
                  <a:pt x="54" y="127"/>
                </a:lnTo>
                <a:lnTo>
                  <a:pt x="43" y="139"/>
                </a:lnTo>
                <a:lnTo>
                  <a:pt x="30" y="129"/>
                </a:lnTo>
                <a:moveTo>
                  <a:pt x="41" y="116"/>
                </a:moveTo>
                <a:lnTo>
                  <a:pt x="52" y="103"/>
                </a:lnTo>
                <a:lnTo>
                  <a:pt x="64" y="114"/>
                </a:lnTo>
                <a:lnTo>
                  <a:pt x="54" y="127"/>
                </a:lnTo>
                <a:lnTo>
                  <a:pt x="41" y="116"/>
                </a:lnTo>
                <a:moveTo>
                  <a:pt x="52" y="103"/>
                </a:moveTo>
                <a:lnTo>
                  <a:pt x="62" y="90"/>
                </a:lnTo>
                <a:lnTo>
                  <a:pt x="75" y="101"/>
                </a:lnTo>
                <a:lnTo>
                  <a:pt x="64" y="114"/>
                </a:lnTo>
                <a:lnTo>
                  <a:pt x="52" y="103"/>
                </a:lnTo>
                <a:moveTo>
                  <a:pt x="62" y="90"/>
                </a:moveTo>
                <a:lnTo>
                  <a:pt x="73" y="77"/>
                </a:lnTo>
                <a:lnTo>
                  <a:pt x="86" y="88"/>
                </a:lnTo>
                <a:lnTo>
                  <a:pt x="75" y="101"/>
                </a:lnTo>
                <a:lnTo>
                  <a:pt x="62" y="90"/>
                </a:lnTo>
                <a:moveTo>
                  <a:pt x="73" y="77"/>
                </a:moveTo>
                <a:lnTo>
                  <a:pt x="84" y="65"/>
                </a:lnTo>
                <a:lnTo>
                  <a:pt x="96" y="76"/>
                </a:lnTo>
                <a:lnTo>
                  <a:pt x="86" y="88"/>
                </a:lnTo>
                <a:lnTo>
                  <a:pt x="73" y="77"/>
                </a:lnTo>
                <a:moveTo>
                  <a:pt x="84" y="65"/>
                </a:moveTo>
                <a:lnTo>
                  <a:pt x="95" y="52"/>
                </a:lnTo>
                <a:lnTo>
                  <a:pt x="107" y="63"/>
                </a:lnTo>
                <a:lnTo>
                  <a:pt x="96" y="76"/>
                </a:lnTo>
                <a:lnTo>
                  <a:pt x="84" y="65"/>
                </a:lnTo>
                <a:moveTo>
                  <a:pt x="95" y="52"/>
                </a:moveTo>
                <a:lnTo>
                  <a:pt x="105" y="40"/>
                </a:lnTo>
                <a:lnTo>
                  <a:pt x="118" y="50"/>
                </a:lnTo>
                <a:lnTo>
                  <a:pt x="107" y="63"/>
                </a:lnTo>
                <a:lnTo>
                  <a:pt x="95" y="52"/>
                </a:lnTo>
                <a:moveTo>
                  <a:pt x="105" y="40"/>
                </a:moveTo>
                <a:lnTo>
                  <a:pt x="116" y="27"/>
                </a:lnTo>
                <a:lnTo>
                  <a:pt x="129" y="38"/>
                </a:lnTo>
                <a:lnTo>
                  <a:pt x="118" y="50"/>
                </a:lnTo>
                <a:lnTo>
                  <a:pt x="105" y="40"/>
                </a:lnTo>
                <a:moveTo>
                  <a:pt x="116" y="27"/>
                </a:moveTo>
                <a:lnTo>
                  <a:pt x="127" y="15"/>
                </a:lnTo>
                <a:lnTo>
                  <a:pt x="139" y="25"/>
                </a:lnTo>
                <a:lnTo>
                  <a:pt x="129" y="38"/>
                </a:lnTo>
                <a:lnTo>
                  <a:pt x="116" y="27"/>
                </a:lnTo>
                <a:moveTo>
                  <a:pt x="127" y="15"/>
                </a:moveTo>
                <a:lnTo>
                  <a:pt x="139" y="0"/>
                </a:lnTo>
                <a:lnTo>
                  <a:pt x="149" y="22"/>
                </a:lnTo>
                <a:lnTo>
                  <a:pt x="133" y="28"/>
                </a:lnTo>
                <a:lnTo>
                  <a:pt x="129" y="19"/>
                </a:lnTo>
                <a:lnTo>
                  <a:pt x="137" y="15"/>
                </a:lnTo>
                <a:lnTo>
                  <a:pt x="143" y="21"/>
                </a:lnTo>
                <a:lnTo>
                  <a:pt x="139" y="25"/>
                </a:lnTo>
                <a:lnTo>
                  <a:pt x="127" y="15"/>
                </a:lnTo>
                <a:moveTo>
                  <a:pt x="149" y="22"/>
                </a:moveTo>
                <a:lnTo>
                  <a:pt x="155" y="37"/>
                </a:lnTo>
                <a:lnTo>
                  <a:pt x="140" y="44"/>
                </a:lnTo>
                <a:lnTo>
                  <a:pt x="133" y="28"/>
                </a:lnTo>
                <a:lnTo>
                  <a:pt x="149" y="22"/>
                </a:lnTo>
                <a:moveTo>
                  <a:pt x="155" y="37"/>
                </a:moveTo>
                <a:lnTo>
                  <a:pt x="161" y="52"/>
                </a:lnTo>
                <a:lnTo>
                  <a:pt x="146" y="59"/>
                </a:lnTo>
                <a:lnTo>
                  <a:pt x="140" y="44"/>
                </a:lnTo>
                <a:lnTo>
                  <a:pt x="155" y="37"/>
                </a:lnTo>
                <a:moveTo>
                  <a:pt x="161" y="52"/>
                </a:moveTo>
                <a:lnTo>
                  <a:pt x="168" y="68"/>
                </a:lnTo>
                <a:lnTo>
                  <a:pt x="153" y="74"/>
                </a:lnTo>
                <a:lnTo>
                  <a:pt x="146" y="59"/>
                </a:lnTo>
                <a:lnTo>
                  <a:pt x="161" y="52"/>
                </a:lnTo>
                <a:moveTo>
                  <a:pt x="168" y="68"/>
                </a:moveTo>
                <a:lnTo>
                  <a:pt x="174" y="83"/>
                </a:lnTo>
                <a:lnTo>
                  <a:pt x="159" y="89"/>
                </a:lnTo>
                <a:lnTo>
                  <a:pt x="153" y="74"/>
                </a:lnTo>
                <a:lnTo>
                  <a:pt x="168" y="68"/>
                </a:lnTo>
                <a:moveTo>
                  <a:pt x="174" y="83"/>
                </a:moveTo>
                <a:lnTo>
                  <a:pt x="181" y="98"/>
                </a:lnTo>
                <a:lnTo>
                  <a:pt x="166" y="105"/>
                </a:lnTo>
                <a:lnTo>
                  <a:pt x="159" y="89"/>
                </a:lnTo>
                <a:lnTo>
                  <a:pt x="174" y="83"/>
                </a:lnTo>
                <a:moveTo>
                  <a:pt x="181" y="98"/>
                </a:moveTo>
                <a:lnTo>
                  <a:pt x="187" y="114"/>
                </a:lnTo>
                <a:lnTo>
                  <a:pt x="172" y="121"/>
                </a:lnTo>
                <a:lnTo>
                  <a:pt x="166" y="105"/>
                </a:lnTo>
                <a:lnTo>
                  <a:pt x="181" y="98"/>
                </a:lnTo>
                <a:moveTo>
                  <a:pt x="187" y="114"/>
                </a:moveTo>
                <a:lnTo>
                  <a:pt x="194" y="129"/>
                </a:lnTo>
                <a:lnTo>
                  <a:pt x="178" y="136"/>
                </a:lnTo>
                <a:lnTo>
                  <a:pt x="172" y="121"/>
                </a:lnTo>
                <a:lnTo>
                  <a:pt x="187" y="114"/>
                </a:lnTo>
                <a:moveTo>
                  <a:pt x="194" y="129"/>
                </a:moveTo>
                <a:lnTo>
                  <a:pt x="201" y="145"/>
                </a:lnTo>
                <a:lnTo>
                  <a:pt x="185" y="151"/>
                </a:lnTo>
                <a:lnTo>
                  <a:pt x="178" y="136"/>
                </a:lnTo>
                <a:lnTo>
                  <a:pt x="194" y="129"/>
                </a:lnTo>
                <a:moveTo>
                  <a:pt x="201" y="145"/>
                </a:moveTo>
                <a:lnTo>
                  <a:pt x="207" y="160"/>
                </a:lnTo>
                <a:lnTo>
                  <a:pt x="191" y="166"/>
                </a:lnTo>
                <a:lnTo>
                  <a:pt x="185" y="151"/>
                </a:lnTo>
                <a:lnTo>
                  <a:pt x="201" y="145"/>
                </a:lnTo>
                <a:moveTo>
                  <a:pt x="207" y="160"/>
                </a:moveTo>
                <a:lnTo>
                  <a:pt x="215" y="178"/>
                </a:lnTo>
                <a:lnTo>
                  <a:pt x="184" y="176"/>
                </a:lnTo>
                <a:lnTo>
                  <a:pt x="185" y="159"/>
                </a:lnTo>
                <a:lnTo>
                  <a:pt x="203" y="160"/>
                </a:lnTo>
                <a:lnTo>
                  <a:pt x="202" y="169"/>
                </a:lnTo>
                <a:lnTo>
                  <a:pt x="194" y="172"/>
                </a:lnTo>
                <a:lnTo>
                  <a:pt x="191" y="166"/>
                </a:lnTo>
                <a:lnTo>
                  <a:pt x="207" y="16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1940040" y="1059480"/>
            <a:ext cx="1307880" cy="390240"/>
          </a:xfrm>
          <a:custGeom>
            <a:avLst/>
            <a:gdLst/>
            <a:ahLst/>
            <a:rect l="0" t="0" r="r" b="b"/>
            <a:pathLst>
              <a:path w="3633" h="1084">
                <a:moveTo>
                  <a:pt x="0" y="0"/>
                </a:moveTo>
                <a:lnTo>
                  <a:pt x="3633" y="0"/>
                </a:lnTo>
                <a:lnTo>
                  <a:pt x="3633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57200" y="7275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1069200" y="1820880"/>
            <a:ext cx="1337400" cy="390240"/>
          </a:xfrm>
          <a:custGeom>
            <a:avLst/>
            <a:gdLst/>
            <a:ahLst/>
            <a:rect l="0" t="0" r="r" b="b"/>
            <a:pathLst>
              <a:path w="3715" h="1084">
                <a:moveTo>
                  <a:pt x="0" y="0"/>
                </a:moveTo>
                <a:lnTo>
                  <a:pt x="3715" y="0"/>
                </a:lnTo>
                <a:lnTo>
                  <a:pt x="3715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163240" y="1186560"/>
            <a:ext cx="9532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2777760" y="1820880"/>
            <a:ext cx="1344960" cy="390240"/>
          </a:xfrm>
          <a:custGeom>
            <a:avLst/>
            <a:gdLst/>
            <a:ahLst/>
            <a:rect l="0" t="0" r="r" b="b"/>
            <a:pathLst>
              <a:path w="3736" h="1084">
                <a:moveTo>
                  <a:pt x="0" y="0"/>
                </a:moveTo>
                <a:lnTo>
                  <a:pt x="3736" y="0"/>
                </a:lnTo>
                <a:lnTo>
                  <a:pt x="373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1292040" y="1947960"/>
            <a:ext cx="98676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1917720" y="2582280"/>
            <a:ext cx="1352520" cy="390600"/>
          </a:xfrm>
          <a:custGeom>
            <a:avLst/>
            <a:gdLst/>
            <a:ahLst/>
            <a:rect l="0" t="0" r="r" b="b"/>
            <a:pathLst>
              <a:path w="3757" h="1085">
                <a:moveTo>
                  <a:pt x="0" y="0"/>
                </a:moveTo>
                <a:lnTo>
                  <a:pt x="3757" y="0"/>
                </a:lnTo>
                <a:lnTo>
                  <a:pt x="375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3000960" y="19479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1002240" y="3344040"/>
            <a:ext cx="1382040" cy="390240"/>
          </a:xfrm>
          <a:custGeom>
            <a:avLst/>
            <a:gdLst/>
            <a:ahLst/>
            <a:rect l="0" t="0" r="r" b="b"/>
            <a:pathLst>
              <a:path w="3839" h="1084">
                <a:moveTo>
                  <a:pt x="0" y="0"/>
                </a:moveTo>
                <a:lnTo>
                  <a:pt x="3839" y="0"/>
                </a:lnTo>
                <a:lnTo>
                  <a:pt x="3839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2140920" y="2709360"/>
            <a:ext cx="100512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55440" y="3344040"/>
            <a:ext cx="1478880" cy="390240"/>
          </a:xfrm>
          <a:custGeom>
            <a:avLst/>
            <a:gdLst/>
            <a:ahLst/>
            <a:rect l="0" t="0" r="r" b="b"/>
            <a:pathLst>
              <a:path w="4108" h="1084">
                <a:moveTo>
                  <a:pt x="0" y="0"/>
                </a:moveTo>
                <a:lnTo>
                  <a:pt x="4108" y="0"/>
                </a:lnTo>
                <a:lnTo>
                  <a:pt x="410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225440" y="3471120"/>
            <a:ext cx="102780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029320" y="4105440"/>
            <a:ext cx="1129680" cy="390240"/>
          </a:xfrm>
          <a:custGeom>
            <a:avLst/>
            <a:gdLst/>
            <a:ahLst/>
            <a:rect l="0" t="0" r="r" b="b"/>
            <a:pathLst>
              <a:path w="3138" h="1084">
                <a:moveTo>
                  <a:pt x="0" y="0"/>
                </a:moveTo>
                <a:lnTo>
                  <a:pt x="3138" y="0"/>
                </a:lnTo>
                <a:lnTo>
                  <a:pt x="3138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3d68ec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978640" y="3471120"/>
            <a:ext cx="113148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88" name="" descr=""/>
          <p:cNvPicPr/>
          <p:nvPr/>
        </p:nvPicPr>
        <p:blipFill>
          <a:blip r:embed="rId2"/>
          <a:stretch/>
        </p:blipFill>
        <p:spPr>
          <a:xfrm>
            <a:off x="2000160" y="46004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89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2252520" y="4232520"/>
            <a:ext cx="732240" cy="12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8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2752560" y="495432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1012" name="" descr=""/>
          <p:cNvPicPr/>
          <p:nvPr/>
        </p:nvPicPr>
        <p:blipFill>
          <a:blip r:embed="rId2"/>
          <a:stretch/>
        </p:blipFill>
        <p:spPr>
          <a:xfrm>
            <a:off x="130320" y="1129320"/>
            <a:ext cx="6698520" cy="3275640"/>
          </a:xfrm>
          <a:prstGeom prst="rect">
            <a:avLst/>
          </a:prstGeom>
          <a:ln w="0">
            <a:noFill/>
          </a:ln>
        </p:spPr>
      </p:pic>
      <p:sp>
        <p:nvSpPr>
          <p:cNvPr id="1013" name=""/>
          <p:cNvSpPr/>
          <p:nvPr/>
        </p:nvSpPr>
        <p:spPr>
          <a:xfrm>
            <a:off x="129960" y="1128960"/>
            <a:ext cx="6699600" cy="3276360"/>
          </a:xfrm>
          <a:custGeom>
            <a:avLst/>
            <a:gdLst/>
            <a:ahLst/>
            <a:rect l="0" t="0" r="r" b="b"/>
            <a:pathLst>
              <a:path w="18610" h="9101">
                <a:moveTo>
                  <a:pt x="0" y="0"/>
                </a:moveTo>
                <a:lnTo>
                  <a:pt x="18610" y="0"/>
                </a:lnTo>
                <a:lnTo>
                  <a:pt x="18610" y="9101"/>
                </a:lnTo>
                <a:lnTo>
                  <a:pt x="0" y="91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363320" y="1867680"/>
            <a:ext cx="565560" cy="268200"/>
          </a:xfrm>
          <a:custGeom>
            <a:avLst/>
            <a:gdLst/>
            <a:ahLst/>
            <a:rect l="0" t="0" r="r" b="b"/>
            <a:pathLst>
              <a:path fill="none" w="1571" h="745">
                <a:moveTo>
                  <a:pt x="0" y="745"/>
                </a:moveTo>
                <a:lnTo>
                  <a:pt x="1268" y="451"/>
                </a:lnTo>
                <a:lnTo>
                  <a:pt x="1571" y="0"/>
                </a:lnTo>
              </a:path>
            </a:pathLst>
          </a:custGeom>
          <a:ln w="3204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3320" y="1867680"/>
            <a:ext cx="565560" cy="268200"/>
          </a:xfrm>
          <a:custGeom>
            <a:avLst/>
            <a:gdLst/>
            <a:ahLst/>
            <a:rect l="0" t="0" r="r" b="b"/>
            <a:pathLst>
              <a:path fill="none" w="1571" h="745">
                <a:moveTo>
                  <a:pt x="0" y="745"/>
                </a:moveTo>
                <a:lnTo>
                  <a:pt x="1268" y="451"/>
                </a:lnTo>
                <a:lnTo>
                  <a:pt x="1571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847520" y="1860480"/>
            <a:ext cx="86400" cy="98280"/>
          </a:xfrm>
          <a:custGeom>
            <a:avLst/>
            <a:gdLst/>
            <a:ahLst/>
            <a:rect l="0" t="0" r="r" b="b"/>
            <a:pathLst>
              <a:path w="240" h="273">
                <a:moveTo>
                  <a:pt x="0" y="136"/>
                </a:moveTo>
                <a:lnTo>
                  <a:pt x="240" y="0"/>
                </a:lnTo>
                <a:lnTo>
                  <a:pt x="204" y="273"/>
                </a:lnTo>
                <a:lnTo>
                  <a:pt x="0" y="13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3320" y="1867680"/>
            <a:ext cx="739080" cy="374400"/>
          </a:xfrm>
          <a:custGeom>
            <a:avLst/>
            <a:gdLst/>
            <a:ahLst/>
            <a:rect l="0" t="0" r="r" b="b"/>
            <a:pathLst>
              <a:path fill="none" w="2053" h="1040">
                <a:moveTo>
                  <a:pt x="1833" y="0"/>
                </a:moveTo>
                <a:lnTo>
                  <a:pt x="2053" y="1040"/>
                </a:lnTo>
                <a:lnTo>
                  <a:pt x="0" y="942"/>
                </a:lnTo>
              </a:path>
            </a:pathLst>
          </a:custGeom>
          <a:ln w="3204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363320" y="1867680"/>
            <a:ext cx="739080" cy="374400"/>
          </a:xfrm>
          <a:custGeom>
            <a:avLst/>
            <a:gdLst/>
            <a:ahLst/>
            <a:rect l="0" t="0" r="r" b="b"/>
            <a:pathLst>
              <a:path fill="none" w="2053" h="1040">
                <a:moveTo>
                  <a:pt x="1833" y="0"/>
                </a:moveTo>
                <a:lnTo>
                  <a:pt x="2053" y="1040"/>
                </a:lnTo>
                <a:lnTo>
                  <a:pt x="0" y="942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354680" y="2166120"/>
            <a:ext cx="90720" cy="88560"/>
          </a:xfrm>
          <a:custGeom>
            <a:avLst/>
            <a:gdLst/>
            <a:ahLst/>
            <a:rect l="0" t="0" r="r" b="b"/>
            <a:pathLst>
              <a:path w="252" h="246">
                <a:moveTo>
                  <a:pt x="240" y="246"/>
                </a:moveTo>
                <a:lnTo>
                  <a:pt x="0" y="110"/>
                </a:lnTo>
                <a:lnTo>
                  <a:pt x="252" y="0"/>
                </a:lnTo>
                <a:lnTo>
                  <a:pt x="240" y="24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363320" y="2294640"/>
            <a:ext cx="612720" cy="497880"/>
          </a:xfrm>
          <a:custGeom>
            <a:avLst/>
            <a:gdLst/>
            <a:ahLst/>
            <a:rect l="0" t="0" r="r" b="b"/>
            <a:pathLst>
              <a:path fill="none" w="1702" h="1383">
                <a:moveTo>
                  <a:pt x="0" y="0"/>
                </a:moveTo>
                <a:lnTo>
                  <a:pt x="925" y="376"/>
                </a:lnTo>
                <a:lnTo>
                  <a:pt x="933" y="768"/>
                </a:lnTo>
                <a:lnTo>
                  <a:pt x="999" y="875"/>
                </a:lnTo>
                <a:lnTo>
                  <a:pt x="1702" y="1383"/>
                </a:lnTo>
              </a:path>
            </a:pathLst>
          </a:custGeom>
          <a:ln w="3204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363320" y="2294640"/>
            <a:ext cx="612720" cy="497880"/>
          </a:xfrm>
          <a:custGeom>
            <a:avLst/>
            <a:gdLst/>
            <a:ahLst/>
            <a:rect l="0" t="0" r="r" b="b"/>
            <a:pathLst>
              <a:path fill="none" w="1702" h="1383">
                <a:moveTo>
                  <a:pt x="0" y="0"/>
                </a:moveTo>
                <a:lnTo>
                  <a:pt x="925" y="376"/>
                </a:lnTo>
                <a:lnTo>
                  <a:pt x="933" y="768"/>
                </a:lnTo>
                <a:lnTo>
                  <a:pt x="999" y="875"/>
                </a:lnTo>
                <a:lnTo>
                  <a:pt x="1702" y="1383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885320" y="2709720"/>
            <a:ext cx="97920" cy="87840"/>
          </a:xfrm>
          <a:custGeom>
            <a:avLst/>
            <a:gdLst/>
            <a:ahLst/>
            <a:rect l="0" t="0" r="r" b="b"/>
            <a:pathLst>
              <a:path w="272" h="244">
                <a:moveTo>
                  <a:pt x="144" y="0"/>
                </a:moveTo>
                <a:lnTo>
                  <a:pt x="272" y="244"/>
                </a:lnTo>
                <a:lnTo>
                  <a:pt x="0" y="200"/>
                </a:lnTo>
                <a:lnTo>
                  <a:pt x="144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113120" y="2450520"/>
            <a:ext cx="0" cy="262080"/>
          </a:xfrm>
          <a:custGeom>
            <a:avLst/>
            <a:gdLst/>
            <a:ahLst/>
            <a:rect l="0" t="0" r="r" b="b"/>
            <a:pathLst>
              <a:path fill="none" w="0" h="728">
                <a:moveTo>
                  <a:pt x="0" y="0"/>
                </a:moveTo>
                <a:lnTo>
                  <a:pt x="0" y="401"/>
                </a:lnTo>
                <a:lnTo>
                  <a:pt x="0" y="728"/>
                </a:lnTo>
              </a:path>
            </a:pathLst>
          </a:custGeom>
          <a:ln w="3204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113120" y="2450520"/>
            <a:ext cx="0" cy="262080"/>
          </a:xfrm>
          <a:custGeom>
            <a:avLst/>
            <a:gdLst/>
            <a:ahLst/>
            <a:rect l="0" t="0" r="r" b="b"/>
            <a:pathLst>
              <a:path fill="none" w="0" h="728">
                <a:moveTo>
                  <a:pt x="0" y="0"/>
                </a:moveTo>
                <a:lnTo>
                  <a:pt x="0" y="401"/>
                </a:lnTo>
                <a:lnTo>
                  <a:pt x="0" y="728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1069200" y="2633040"/>
            <a:ext cx="88560" cy="88560"/>
          </a:xfrm>
          <a:custGeom>
            <a:avLst/>
            <a:gdLst/>
            <a:ahLst/>
            <a:rect l="0" t="0" r="r" b="b"/>
            <a:pathLst>
              <a:path w="246" h="246">
                <a:moveTo>
                  <a:pt x="246" y="0"/>
                </a:moveTo>
                <a:lnTo>
                  <a:pt x="123" y="246"/>
                </a:lnTo>
                <a:lnTo>
                  <a:pt x="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5033880" y="1867680"/>
            <a:ext cx="1660320" cy="1586880"/>
          </a:xfrm>
          <a:custGeom>
            <a:avLst/>
            <a:gdLst/>
            <a:ahLst/>
            <a:rect l="0" t="0" r="r" b="b"/>
            <a:pathLst>
              <a:path fill="none" w="4612" h="4408">
                <a:moveTo>
                  <a:pt x="3467" y="0"/>
                </a:moveTo>
                <a:lnTo>
                  <a:pt x="3721" y="303"/>
                </a:lnTo>
                <a:lnTo>
                  <a:pt x="3770" y="483"/>
                </a:lnTo>
                <a:lnTo>
                  <a:pt x="3843" y="605"/>
                </a:lnTo>
                <a:lnTo>
                  <a:pt x="3827" y="581"/>
                </a:lnTo>
                <a:lnTo>
                  <a:pt x="4612" y="581"/>
                </a:lnTo>
                <a:lnTo>
                  <a:pt x="4612" y="4408"/>
                </a:lnTo>
                <a:lnTo>
                  <a:pt x="0" y="4408"/>
                </a:lnTo>
                <a:lnTo>
                  <a:pt x="359" y="3386"/>
                </a:lnTo>
              </a:path>
            </a:pathLst>
          </a:custGeom>
          <a:ln w="3204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5033880" y="1867680"/>
            <a:ext cx="1660320" cy="1586880"/>
          </a:xfrm>
          <a:custGeom>
            <a:avLst/>
            <a:gdLst/>
            <a:ahLst/>
            <a:rect l="0" t="0" r="r" b="b"/>
            <a:pathLst>
              <a:path fill="none" w="4612" h="4408">
                <a:moveTo>
                  <a:pt x="3467" y="0"/>
                </a:moveTo>
                <a:lnTo>
                  <a:pt x="3721" y="303"/>
                </a:lnTo>
                <a:lnTo>
                  <a:pt x="3770" y="483"/>
                </a:lnTo>
                <a:lnTo>
                  <a:pt x="3843" y="605"/>
                </a:lnTo>
                <a:lnTo>
                  <a:pt x="3827" y="581"/>
                </a:lnTo>
                <a:lnTo>
                  <a:pt x="4612" y="581"/>
                </a:lnTo>
                <a:lnTo>
                  <a:pt x="4612" y="4408"/>
                </a:lnTo>
                <a:lnTo>
                  <a:pt x="0" y="4408"/>
                </a:lnTo>
                <a:lnTo>
                  <a:pt x="359" y="338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5095080" y="3078000"/>
            <a:ext cx="83880" cy="98280"/>
          </a:xfrm>
          <a:custGeom>
            <a:avLst/>
            <a:gdLst/>
            <a:ahLst/>
            <a:rect l="0" t="0" r="r" b="b"/>
            <a:pathLst>
              <a:path w="233" h="273">
                <a:moveTo>
                  <a:pt x="0" y="192"/>
                </a:moveTo>
                <a:lnTo>
                  <a:pt x="198" y="0"/>
                </a:lnTo>
                <a:lnTo>
                  <a:pt x="233" y="273"/>
                </a:lnTo>
                <a:lnTo>
                  <a:pt x="0" y="19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857160" y="1926720"/>
            <a:ext cx="515520" cy="533160"/>
          </a:xfrm>
          <a:custGeom>
            <a:avLst/>
            <a:gdLst/>
            <a:ahLst/>
            <a:rect l="0" t="0" r="r" b="b"/>
            <a:pathLst>
              <a:path w="1432" h="1481">
                <a:moveTo>
                  <a:pt x="33" y="0"/>
                </a:moveTo>
                <a:lnTo>
                  <a:pt x="1399" y="0"/>
                </a:lnTo>
                <a:cubicBezTo>
                  <a:pt x="1408" y="0"/>
                  <a:pt x="1416" y="3"/>
                  <a:pt x="1422" y="9"/>
                </a:cubicBezTo>
                <a:cubicBezTo>
                  <a:pt x="1429" y="16"/>
                  <a:pt x="1432" y="24"/>
                  <a:pt x="1432" y="33"/>
                </a:cubicBezTo>
                <a:lnTo>
                  <a:pt x="1432" y="1448"/>
                </a:lnTo>
                <a:cubicBezTo>
                  <a:pt x="1432" y="1457"/>
                  <a:pt x="1429" y="1465"/>
                  <a:pt x="1422" y="1471"/>
                </a:cubicBezTo>
                <a:cubicBezTo>
                  <a:pt x="1416" y="1478"/>
                  <a:pt x="1408" y="1481"/>
                  <a:pt x="1399" y="1481"/>
                </a:cubicBezTo>
                <a:lnTo>
                  <a:pt x="33" y="1481"/>
                </a:lnTo>
                <a:cubicBezTo>
                  <a:pt x="24" y="1481"/>
                  <a:pt x="16" y="1478"/>
                  <a:pt x="10" y="1471"/>
                </a:cubicBezTo>
                <a:cubicBezTo>
                  <a:pt x="3" y="1465"/>
                  <a:pt x="0" y="1457"/>
                  <a:pt x="0" y="1448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669320" y="1644120"/>
            <a:ext cx="657000" cy="232920"/>
          </a:xfrm>
          <a:custGeom>
            <a:avLst/>
            <a:gdLst/>
            <a:ahLst/>
            <a:rect l="0" t="0" r="r" b="b"/>
            <a:pathLst>
              <a:path w="1825" h="647">
                <a:moveTo>
                  <a:pt x="33" y="0"/>
                </a:moveTo>
                <a:lnTo>
                  <a:pt x="1792" y="0"/>
                </a:lnTo>
                <a:cubicBezTo>
                  <a:pt x="1801" y="0"/>
                  <a:pt x="1809" y="3"/>
                  <a:pt x="1815" y="10"/>
                </a:cubicBezTo>
                <a:cubicBezTo>
                  <a:pt x="1822" y="16"/>
                  <a:pt x="1825" y="24"/>
                  <a:pt x="1825" y="33"/>
                </a:cubicBezTo>
                <a:lnTo>
                  <a:pt x="1825" y="614"/>
                </a:lnTo>
                <a:cubicBezTo>
                  <a:pt x="1825" y="623"/>
                  <a:pt x="1822" y="631"/>
                  <a:pt x="1815" y="637"/>
                </a:cubicBezTo>
                <a:cubicBezTo>
                  <a:pt x="1809" y="644"/>
                  <a:pt x="1801" y="647"/>
                  <a:pt x="1792" y="647"/>
                </a:cubicBezTo>
                <a:lnTo>
                  <a:pt x="33" y="647"/>
                </a:lnTo>
                <a:cubicBezTo>
                  <a:pt x="24" y="647"/>
                  <a:pt x="16" y="644"/>
                  <a:pt x="10" y="637"/>
                </a:cubicBezTo>
                <a:cubicBezTo>
                  <a:pt x="4" y="631"/>
                  <a:pt x="0" y="623"/>
                  <a:pt x="0" y="614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1669320" y="1644120"/>
            <a:ext cx="657000" cy="232920"/>
          </a:xfrm>
          <a:custGeom>
            <a:avLst/>
            <a:gdLst/>
            <a:ahLst/>
            <a:rect l="0" t="0" r="r" b="b"/>
            <a:pathLst>
              <a:path w="1825" h="647">
                <a:moveTo>
                  <a:pt x="33" y="0"/>
                </a:moveTo>
                <a:lnTo>
                  <a:pt x="1792" y="0"/>
                </a:lnTo>
                <a:cubicBezTo>
                  <a:pt x="1801" y="0"/>
                  <a:pt x="1809" y="3"/>
                  <a:pt x="1815" y="10"/>
                </a:cubicBezTo>
                <a:cubicBezTo>
                  <a:pt x="1822" y="16"/>
                  <a:pt x="1825" y="24"/>
                  <a:pt x="1825" y="33"/>
                </a:cubicBezTo>
                <a:lnTo>
                  <a:pt x="1825" y="614"/>
                </a:lnTo>
                <a:cubicBezTo>
                  <a:pt x="1825" y="623"/>
                  <a:pt x="1822" y="631"/>
                  <a:pt x="1815" y="637"/>
                </a:cubicBezTo>
                <a:cubicBezTo>
                  <a:pt x="1809" y="644"/>
                  <a:pt x="1801" y="647"/>
                  <a:pt x="1792" y="647"/>
                </a:cubicBezTo>
                <a:lnTo>
                  <a:pt x="33" y="647"/>
                </a:lnTo>
                <a:cubicBezTo>
                  <a:pt x="24" y="647"/>
                  <a:pt x="16" y="644"/>
                  <a:pt x="10" y="637"/>
                </a:cubicBezTo>
                <a:cubicBezTo>
                  <a:pt x="4" y="631"/>
                  <a:pt x="0" y="623"/>
                  <a:pt x="0" y="614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857160" y="1926720"/>
            <a:ext cx="515520" cy="533160"/>
          </a:xfrm>
          <a:custGeom>
            <a:avLst/>
            <a:gdLst/>
            <a:ahLst/>
            <a:rect l="0" t="0" r="r" b="b"/>
            <a:pathLst>
              <a:path w="1432" h="1481">
                <a:moveTo>
                  <a:pt x="33" y="0"/>
                </a:moveTo>
                <a:lnTo>
                  <a:pt x="1399" y="0"/>
                </a:lnTo>
                <a:cubicBezTo>
                  <a:pt x="1408" y="0"/>
                  <a:pt x="1416" y="3"/>
                  <a:pt x="1422" y="9"/>
                </a:cubicBezTo>
                <a:cubicBezTo>
                  <a:pt x="1429" y="16"/>
                  <a:pt x="1432" y="24"/>
                  <a:pt x="1432" y="33"/>
                </a:cubicBezTo>
                <a:lnTo>
                  <a:pt x="1432" y="1448"/>
                </a:lnTo>
                <a:cubicBezTo>
                  <a:pt x="1432" y="1457"/>
                  <a:pt x="1429" y="1465"/>
                  <a:pt x="1422" y="1471"/>
                </a:cubicBezTo>
                <a:cubicBezTo>
                  <a:pt x="1416" y="1478"/>
                  <a:pt x="1408" y="1481"/>
                  <a:pt x="1399" y="1481"/>
                </a:cubicBezTo>
                <a:lnTo>
                  <a:pt x="33" y="1481"/>
                </a:lnTo>
                <a:cubicBezTo>
                  <a:pt x="24" y="1481"/>
                  <a:pt x="16" y="1478"/>
                  <a:pt x="10" y="1471"/>
                </a:cubicBezTo>
                <a:cubicBezTo>
                  <a:pt x="3" y="1465"/>
                  <a:pt x="0" y="1457"/>
                  <a:pt x="0" y="1448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857160" y="1926720"/>
            <a:ext cx="515520" cy="533160"/>
          </a:xfrm>
          <a:custGeom>
            <a:avLst/>
            <a:gdLst/>
            <a:ahLst/>
            <a:rect l="0" t="0" r="r" b="b"/>
            <a:pathLst>
              <a:path w="1432" h="1481">
                <a:moveTo>
                  <a:pt x="33" y="0"/>
                </a:moveTo>
                <a:lnTo>
                  <a:pt x="1399" y="0"/>
                </a:lnTo>
                <a:cubicBezTo>
                  <a:pt x="1408" y="0"/>
                  <a:pt x="1416" y="3"/>
                  <a:pt x="1422" y="9"/>
                </a:cubicBezTo>
                <a:cubicBezTo>
                  <a:pt x="1429" y="16"/>
                  <a:pt x="1432" y="24"/>
                  <a:pt x="1432" y="33"/>
                </a:cubicBezTo>
                <a:lnTo>
                  <a:pt x="1432" y="1448"/>
                </a:lnTo>
                <a:cubicBezTo>
                  <a:pt x="1432" y="1457"/>
                  <a:pt x="1429" y="1465"/>
                  <a:pt x="1422" y="1471"/>
                </a:cubicBezTo>
                <a:cubicBezTo>
                  <a:pt x="1416" y="1478"/>
                  <a:pt x="1408" y="1481"/>
                  <a:pt x="1399" y="1481"/>
                </a:cubicBezTo>
                <a:lnTo>
                  <a:pt x="33" y="1481"/>
                </a:lnTo>
                <a:cubicBezTo>
                  <a:pt x="24" y="1481"/>
                  <a:pt x="16" y="1478"/>
                  <a:pt x="10" y="1471"/>
                </a:cubicBezTo>
                <a:cubicBezTo>
                  <a:pt x="3" y="1465"/>
                  <a:pt x="0" y="1457"/>
                  <a:pt x="0" y="1448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1846080" y="2783160"/>
            <a:ext cx="480240" cy="180000"/>
          </a:xfrm>
          <a:custGeom>
            <a:avLst/>
            <a:gdLst/>
            <a:ahLst/>
            <a:rect l="0" t="0" r="r" b="b"/>
            <a:pathLst>
              <a:path w="1334" h="500">
                <a:moveTo>
                  <a:pt x="33" y="0"/>
                </a:moveTo>
                <a:lnTo>
                  <a:pt x="1301" y="0"/>
                </a:lnTo>
                <a:cubicBezTo>
                  <a:pt x="1310" y="0"/>
                  <a:pt x="1318" y="3"/>
                  <a:pt x="1324" y="10"/>
                </a:cubicBezTo>
                <a:cubicBezTo>
                  <a:pt x="1331" y="16"/>
                  <a:pt x="1334" y="24"/>
                  <a:pt x="1334" y="33"/>
                </a:cubicBezTo>
                <a:lnTo>
                  <a:pt x="1334" y="466"/>
                </a:lnTo>
                <a:cubicBezTo>
                  <a:pt x="1334" y="475"/>
                  <a:pt x="1331" y="483"/>
                  <a:pt x="1324" y="490"/>
                </a:cubicBezTo>
                <a:cubicBezTo>
                  <a:pt x="1318" y="497"/>
                  <a:pt x="1310" y="500"/>
                  <a:pt x="1301" y="500"/>
                </a:cubicBezTo>
                <a:lnTo>
                  <a:pt x="33" y="500"/>
                </a:lnTo>
                <a:cubicBezTo>
                  <a:pt x="24" y="500"/>
                  <a:pt x="16" y="497"/>
                  <a:pt x="10" y="490"/>
                </a:cubicBezTo>
                <a:cubicBezTo>
                  <a:pt x="3" y="483"/>
                  <a:pt x="0" y="475"/>
                  <a:pt x="0" y="466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857160" y="1926720"/>
            <a:ext cx="515520" cy="533160"/>
          </a:xfrm>
          <a:custGeom>
            <a:avLst/>
            <a:gdLst/>
            <a:ahLst/>
            <a:rect l="0" t="0" r="r" b="b"/>
            <a:pathLst>
              <a:path w="1432" h="1481">
                <a:moveTo>
                  <a:pt x="33" y="0"/>
                </a:moveTo>
                <a:lnTo>
                  <a:pt x="1399" y="0"/>
                </a:lnTo>
                <a:cubicBezTo>
                  <a:pt x="1408" y="0"/>
                  <a:pt x="1416" y="3"/>
                  <a:pt x="1422" y="9"/>
                </a:cubicBezTo>
                <a:cubicBezTo>
                  <a:pt x="1429" y="16"/>
                  <a:pt x="1432" y="24"/>
                  <a:pt x="1432" y="33"/>
                </a:cubicBezTo>
                <a:lnTo>
                  <a:pt x="1432" y="1448"/>
                </a:lnTo>
                <a:cubicBezTo>
                  <a:pt x="1432" y="1457"/>
                  <a:pt x="1429" y="1465"/>
                  <a:pt x="1422" y="1471"/>
                </a:cubicBezTo>
                <a:cubicBezTo>
                  <a:pt x="1416" y="1478"/>
                  <a:pt x="1408" y="1481"/>
                  <a:pt x="1399" y="1481"/>
                </a:cubicBezTo>
                <a:lnTo>
                  <a:pt x="33" y="1481"/>
                </a:lnTo>
                <a:cubicBezTo>
                  <a:pt x="24" y="1481"/>
                  <a:pt x="16" y="1478"/>
                  <a:pt x="10" y="1471"/>
                </a:cubicBezTo>
                <a:cubicBezTo>
                  <a:pt x="3" y="1465"/>
                  <a:pt x="0" y="1457"/>
                  <a:pt x="0" y="1448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857160" y="2703600"/>
            <a:ext cx="515520" cy="197640"/>
          </a:xfrm>
          <a:custGeom>
            <a:avLst/>
            <a:gdLst/>
            <a:ahLst/>
            <a:rect l="0" t="0" r="r" b="b"/>
            <a:pathLst>
              <a:path w="1432" h="549">
                <a:moveTo>
                  <a:pt x="33" y="0"/>
                </a:moveTo>
                <a:lnTo>
                  <a:pt x="1399" y="0"/>
                </a:lnTo>
                <a:cubicBezTo>
                  <a:pt x="1408" y="0"/>
                  <a:pt x="1416" y="4"/>
                  <a:pt x="1422" y="10"/>
                </a:cubicBezTo>
                <a:cubicBezTo>
                  <a:pt x="1429" y="16"/>
                  <a:pt x="1432" y="24"/>
                  <a:pt x="1432" y="33"/>
                </a:cubicBezTo>
                <a:lnTo>
                  <a:pt x="1432" y="516"/>
                </a:lnTo>
                <a:cubicBezTo>
                  <a:pt x="1432" y="526"/>
                  <a:pt x="1429" y="533"/>
                  <a:pt x="1422" y="540"/>
                </a:cubicBezTo>
                <a:cubicBezTo>
                  <a:pt x="1416" y="546"/>
                  <a:pt x="1408" y="549"/>
                  <a:pt x="1399" y="549"/>
                </a:cubicBezTo>
                <a:lnTo>
                  <a:pt x="33" y="549"/>
                </a:lnTo>
                <a:cubicBezTo>
                  <a:pt x="24" y="549"/>
                  <a:pt x="16" y="546"/>
                  <a:pt x="10" y="540"/>
                </a:cubicBezTo>
                <a:cubicBezTo>
                  <a:pt x="3" y="533"/>
                  <a:pt x="0" y="526"/>
                  <a:pt x="0" y="516"/>
                </a:cubicBezTo>
                <a:lnTo>
                  <a:pt x="0" y="33"/>
                </a:lnTo>
                <a:cubicBezTo>
                  <a:pt x="0" y="24"/>
                  <a:pt x="3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5784120" y="1644120"/>
            <a:ext cx="812880" cy="232920"/>
          </a:xfrm>
          <a:custGeom>
            <a:avLst/>
            <a:gdLst/>
            <a:ahLst/>
            <a:rect l="0" t="0" r="r" b="b"/>
            <a:pathLst>
              <a:path w="2258" h="647">
                <a:moveTo>
                  <a:pt x="33" y="0"/>
                </a:moveTo>
                <a:lnTo>
                  <a:pt x="2225" y="0"/>
                </a:lnTo>
                <a:cubicBezTo>
                  <a:pt x="2234" y="0"/>
                  <a:pt x="2242" y="3"/>
                  <a:pt x="2248" y="10"/>
                </a:cubicBezTo>
                <a:cubicBezTo>
                  <a:pt x="2255" y="16"/>
                  <a:pt x="2258" y="24"/>
                  <a:pt x="2258" y="33"/>
                </a:cubicBezTo>
                <a:lnTo>
                  <a:pt x="2258" y="614"/>
                </a:lnTo>
                <a:cubicBezTo>
                  <a:pt x="2258" y="623"/>
                  <a:pt x="2255" y="631"/>
                  <a:pt x="2248" y="637"/>
                </a:cubicBezTo>
                <a:cubicBezTo>
                  <a:pt x="2242" y="644"/>
                  <a:pt x="2234" y="647"/>
                  <a:pt x="2225" y="647"/>
                </a:cubicBezTo>
                <a:lnTo>
                  <a:pt x="33" y="647"/>
                </a:lnTo>
                <a:cubicBezTo>
                  <a:pt x="24" y="647"/>
                  <a:pt x="16" y="644"/>
                  <a:pt x="10" y="637"/>
                </a:cubicBezTo>
                <a:cubicBezTo>
                  <a:pt x="4" y="631"/>
                  <a:pt x="0" y="623"/>
                  <a:pt x="0" y="614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4668840" y="2915640"/>
            <a:ext cx="1045080" cy="180000"/>
          </a:xfrm>
          <a:custGeom>
            <a:avLst/>
            <a:gdLst/>
            <a:ahLst/>
            <a:rect l="0" t="0" r="r" b="b"/>
            <a:pathLst>
              <a:path w="2903" h="500">
                <a:moveTo>
                  <a:pt x="32" y="0"/>
                </a:moveTo>
                <a:lnTo>
                  <a:pt x="2871" y="0"/>
                </a:lnTo>
                <a:cubicBezTo>
                  <a:pt x="2880" y="0"/>
                  <a:pt x="2887" y="3"/>
                  <a:pt x="2894" y="10"/>
                </a:cubicBezTo>
                <a:cubicBezTo>
                  <a:pt x="2900" y="16"/>
                  <a:pt x="2903" y="24"/>
                  <a:pt x="2903" y="33"/>
                </a:cubicBezTo>
                <a:lnTo>
                  <a:pt x="2903" y="467"/>
                </a:lnTo>
                <a:cubicBezTo>
                  <a:pt x="2903" y="476"/>
                  <a:pt x="2900" y="484"/>
                  <a:pt x="2894" y="490"/>
                </a:cubicBezTo>
                <a:cubicBezTo>
                  <a:pt x="2887" y="497"/>
                  <a:pt x="2880" y="500"/>
                  <a:pt x="2871" y="500"/>
                </a:cubicBezTo>
                <a:lnTo>
                  <a:pt x="32" y="500"/>
                </a:lnTo>
                <a:cubicBezTo>
                  <a:pt x="23" y="500"/>
                  <a:pt x="16" y="497"/>
                  <a:pt x="9" y="490"/>
                </a:cubicBezTo>
                <a:cubicBezTo>
                  <a:pt x="3" y="484"/>
                  <a:pt x="0" y="476"/>
                  <a:pt x="0" y="46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1498680" y="2056320"/>
            <a:ext cx="189000" cy="61920"/>
          </a:xfrm>
          <a:custGeom>
            <a:avLst/>
            <a:gdLst/>
            <a:ahLst/>
            <a:rect l="0" t="0" r="r" b="b"/>
            <a:pathLst>
              <a:path w="525" h="172">
                <a:moveTo>
                  <a:pt x="33" y="0"/>
                </a:moveTo>
                <a:lnTo>
                  <a:pt x="492" y="0"/>
                </a:lnTo>
                <a:cubicBezTo>
                  <a:pt x="501" y="0"/>
                  <a:pt x="509" y="3"/>
                  <a:pt x="515" y="9"/>
                </a:cubicBezTo>
                <a:cubicBezTo>
                  <a:pt x="521" y="16"/>
                  <a:pt x="525" y="24"/>
                  <a:pt x="525" y="33"/>
                </a:cubicBezTo>
                <a:lnTo>
                  <a:pt x="525" y="140"/>
                </a:lnTo>
                <a:cubicBezTo>
                  <a:pt x="525" y="149"/>
                  <a:pt x="521" y="156"/>
                  <a:pt x="515" y="163"/>
                </a:cubicBezTo>
                <a:cubicBezTo>
                  <a:pt x="509" y="169"/>
                  <a:pt x="501" y="172"/>
                  <a:pt x="492" y="172"/>
                </a:cubicBezTo>
                <a:lnTo>
                  <a:pt x="33" y="172"/>
                </a:lnTo>
                <a:cubicBezTo>
                  <a:pt x="24" y="172"/>
                  <a:pt x="16" y="169"/>
                  <a:pt x="10" y="163"/>
                </a:cubicBezTo>
                <a:cubicBezTo>
                  <a:pt x="3" y="156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1498680" y="2056320"/>
            <a:ext cx="189000" cy="61920"/>
          </a:xfrm>
          <a:custGeom>
            <a:avLst/>
            <a:gdLst/>
            <a:ahLst/>
            <a:rect l="0" t="0" r="r" b="b"/>
            <a:pathLst>
              <a:path w="525" h="172">
                <a:moveTo>
                  <a:pt x="33" y="0"/>
                </a:moveTo>
                <a:lnTo>
                  <a:pt x="492" y="0"/>
                </a:lnTo>
                <a:cubicBezTo>
                  <a:pt x="501" y="0"/>
                  <a:pt x="509" y="3"/>
                  <a:pt x="515" y="9"/>
                </a:cubicBezTo>
                <a:cubicBezTo>
                  <a:pt x="521" y="16"/>
                  <a:pt x="525" y="24"/>
                  <a:pt x="525" y="33"/>
                </a:cubicBezTo>
                <a:lnTo>
                  <a:pt x="525" y="140"/>
                </a:lnTo>
                <a:cubicBezTo>
                  <a:pt x="525" y="149"/>
                  <a:pt x="521" y="156"/>
                  <a:pt x="515" y="163"/>
                </a:cubicBezTo>
                <a:cubicBezTo>
                  <a:pt x="509" y="169"/>
                  <a:pt x="501" y="172"/>
                  <a:pt x="492" y="172"/>
                </a:cubicBezTo>
                <a:lnTo>
                  <a:pt x="33" y="172"/>
                </a:lnTo>
                <a:cubicBezTo>
                  <a:pt x="24" y="172"/>
                  <a:pt x="16" y="169"/>
                  <a:pt x="10" y="163"/>
                </a:cubicBezTo>
                <a:cubicBezTo>
                  <a:pt x="3" y="156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167760" y="142920"/>
            <a:ext cx="2019960" cy="3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1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1640160" y="219744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3"/>
                  <a:pt x="514" y="10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40"/>
                </a:lnTo>
                <a:cubicBezTo>
                  <a:pt x="524" y="149"/>
                  <a:pt x="521" y="157"/>
                  <a:pt x="514" y="163"/>
                </a:cubicBezTo>
                <a:cubicBezTo>
                  <a:pt x="508" y="170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70"/>
                  <a:pt x="9" y="163"/>
                </a:cubicBezTo>
                <a:cubicBezTo>
                  <a:pt x="3" y="157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1640160" y="219744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3"/>
                  <a:pt x="514" y="10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40"/>
                </a:lnTo>
                <a:cubicBezTo>
                  <a:pt x="524" y="149"/>
                  <a:pt x="521" y="157"/>
                  <a:pt x="514" y="163"/>
                </a:cubicBezTo>
                <a:cubicBezTo>
                  <a:pt x="508" y="170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70"/>
                  <a:pt x="9" y="163"/>
                </a:cubicBezTo>
                <a:cubicBezTo>
                  <a:pt x="3" y="157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1496160" y="2059560"/>
            <a:ext cx="1926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5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1437120" y="233568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4"/>
                  <a:pt x="514" y="10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40"/>
                </a:lnTo>
                <a:cubicBezTo>
                  <a:pt x="524" y="149"/>
                  <a:pt x="521" y="157"/>
                  <a:pt x="514" y="163"/>
                </a:cubicBezTo>
                <a:cubicBezTo>
                  <a:pt x="508" y="170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70"/>
                  <a:pt x="9" y="163"/>
                </a:cubicBezTo>
                <a:cubicBezTo>
                  <a:pt x="3" y="157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1437120" y="233568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4"/>
                  <a:pt x="514" y="10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40"/>
                </a:lnTo>
                <a:cubicBezTo>
                  <a:pt x="524" y="149"/>
                  <a:pt x="521" y="157"/>
                  <a:pt x="514" y="163"/>
                </a:cubicBezTo>
                <a:cubicBezTo>
                  <a:pt x="508" y="170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70"/>
                  <a:pt x="9" y="163"/>
                </a:cubicBezTo>
                <a:cubicBezTo>
                  <a:pt x="3" y="157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1637280" y="2200680"/>
            <a:ext cx="1926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5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1019160" y="249480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3"/>
                  <a:pt x="514" y="9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39"/>
                </a:lnTo>
                <a:cubicBezTo>
                  <a:pt x="524" y="148"/>
                  <a:pt x="521" y="156"/>
                  <a:pt x="514" y="162"/>
                </a:cubicBezTo>
                <a:cubicBezTo>
                  <a:pt x="508" y="169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69"/>
                  <a:pt x="9" y="162"/>
                </a:cubicBezTo>
                <a:cubicBezTo>
                  <a:pt x="3" y="156"/>
                  <a:pt x="0" y="148"/>
                  <a:pt x="0" y="139"/>
                </a:cubicBezTo>
                <a:lnTo>
                  <a:pt x="0" y="33"/>
                </a:lnTo>
                <a:cubicBezTo>
                  <a:pt x="0" y="24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1019160" y="249480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3"/>
                  <a:pt x="514" y="9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39"/>
                </a:lnTo>
                <a:cubicBezTo>
                  <a:pt x="524" y="148"/>
                  <a:pt x="521" y="156"/>
                  <a:pt x="514" y="162"/>
                </a:cubicBezTo>
                <a:cubicBezTo>
                  <a:pt x="508" y="169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69"/>
                  <a:pt x="9" y="162"/>
                </a:cubicBezTo>
                <a:cubicBezTo>
                  <a:pt x="3" y="156"/>
                  <a:pt x="0" y="148"/>
                  <a:pt x="0" y="139"/>
                </a:cubicBezTo>
                <a:lnTo>
                  <a:pt x="0" y="33"/>
                </a:lnTo>
                <a:cubicBezTo>
                  <a:pt x="0" y="24"/>
                  <a:pt x="3" y="16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436760" y="2339280"/>
            <a:ext cx="1882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5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769720" y="343080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3"/>
                  <a:pt x="514" y="10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40"/>
                </a:lnTo>
                <a:cubicBezTo>
                  <a:pt x="524" y="149"/>
                  <a:pt x="521" y="157"/>
                  <a:pt x="514" y="163"/>
                </a:cubicBezTo>
                <a:cubicBezTo>
                  <a:pt x="508" y="169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69"/>
                  <a:pt x="9" y="163"/>
                </a:cubicBezTo>
                <a:cubicBezTo>
                  <a:pt x="3" y="157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769720" y="3430800"/>
            <a:ext cx="188640" cy="62280"/>
          </a:xfrm>
          <a:custGeom>
            <a:avLst/>
            <a:gdLst/>
            <a:ahLst/>
            <a:rect l="0" t="0" r="r" b="b"/>
            <a:pathLst>
              <a:path w="524" h="173">
                <a:moveTo>
                  <a:pt x="32" y="0"/>
                </a:moveTo>
                <a:lnTo>
                  <a:pt x="491" y="0"/>
                </a:lnTo>
                <a:cubicBezTo>
                  <a:pt x="500" y="0"/>
                  <a:pt x="508" y="3"/>
                  <a:pt x="514" y="10"/>
                </a:cubicBezTo>
                <a:cubicBezTo>
                  <a:pt x="521" y="16"/>
                  <a:pt x="524" y="24"/>
                  <a:pt x="524" y="33"/>
                </a:cubicBezTo>
                <a:lnTo>
                  <a:pt x="524" y="140"/>
                </a:lnTo>
                <a:cubicBezTo>
                  <a:pt x="524" y="149"/>
                  <a:pt x="521" y="157"/>
                  <a:pt x="514" y="163"/>
                </a:cubicBezTo>
                <a:cubicBezTo>
                  <a:pt x="508" y="169"/>
                  <a:pt x="500" y="173"/>
                  <a:pt x="491" y="173"/>
                </a:cubicBezTo>
                <a:lnTo>
                  <a:pt x="32" y="173"/>
                </a:lnTo>
                <a:cubicBezTo>
                  <a:pt x="23" y="173"/>
                  <a:pt x="16" y="169"/>
                  <a:pt x="9" y="163"/>
                </a:cubicBezTo>
                <a:cubicBezTo>
                  <a:pt x="3" y="157"/>
                  <a:pt x="0" y="149"/>
                  <a:pt x="0" y="140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1017000" y="2500920"/>
            <a:ext cx="19260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5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6953040" y="1457280"/>
            <a:ext cx="2210040" cy="609840"/>
          </a:xfrm>
          <a:custGeom>
            <a:avLst/>
            <a:gdLst/>
            <a:ahLst/>
            <a:rect l="0" t="0" r="r" b="b"/>
            <a:pathLst>
              <a:path w="6139" h="1694">
                <a:moveTo>
                  <a:pt x="0" y="0"/>
                </a:moveTo>
                <a:lnTo>
                  <a:pt x="6139" y="0"/>
                </a:lnTo>
                <a:lnTo>
                  <a:pt x="6139" y="1694"/>
                </a:lnTo>
                <a:lnTo>
                  <a:pt x="0" y="16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6953040" y="1457280"/>
            <a:ext cx="2210040" cy="38160"/>
          </a:xfrm>
          <a:custGeom>
            <a:avLst/>
            <a:gdLst/>
            <a:ahLst/>
            <a:rect l="0" t="0" r="r" b="b"/>
            <a:pathLst>
              <a:path w="6139" h="106">
                <a:moveTo>
                  <a:pt x="0" y="0"/>
                </a:moveTo>
                <a:lnTo>
                  <a:pt x="6139" y="0"/>
                </a:lnTo>
                <a:lnTo>
                  <a:pt x="613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6953040" y="2057040"/>
            <a:ext cx="2210040" cy="10080"/>
          </a:xfrm>
          <a:custGeom>
            <a:avLst/>
            <a:gdLst/>
            <a:ahLst/>
            <a:rect l="0" t="0" r="r" b="b"/>
            <a:pathLst>
              <a:path w="6139" h="28">
                <a:moveTo>
                  <a:pt x="0" y="0"/>
                </a:moveTo>
                <a:lnTo>
                  <a:pt x="6139" y="0"/>
                </a:lnTo>
                <a:lnTo>
                  <a:pt x="61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9153360" y="1457280"/>
            <a:ext cx="9720" cy="609840"/>
          </a:xfrm>
          <a:custGeom>
            <a:avLst/>
            <a:gdLst/>
            <a:ahLst/>
            <a:rect l="0" t="0" r="r" b="b"/>
            <a:pathLst>
              <a:path w="27" h="1694">
                <a:moveTo>
                  <a:pt x="0" y="105"/>
                </a:moveTo>
                <a:lnTo>
                  <a:pt x="0" y="1694"/>
                </a:lnTo>
                <a:lnTo>
                  <a:pt x="27" y="1694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953040" y="1457280"/>
            <a:ext cx="10080" cy="609840"/>
          </a:xfrm>
          <a:custGeom>
            <a:avLst/>
            <a:gdLst/>
            <a:ahLst/>
            <a:rect l="0" t="0" r="r" b="b"/>
            <a:pathLst>
              <a:path w="28" h="1694">
                <a:moveTo>
                  <a:pt x="0" y="0"/>
                </a:moveTo>
                <a:lnTo>
                  <a:pt x="0" y="1694"/>
                </a:lnTo>
                <a:lnTo>
                  <a:pt x="28" y="169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953040" y="2133360"/>
            <a:ext cx="2210040" cy="467280"/>
          </a:xfrm>
          <a:custGeom>
            <a:avLst/>
            <a:gdLst/>
            <a:ahLst/>
            <a:rect l="0" t="0" r="r" b="b"/>
            <a:pathLst>
              <a:path w="6139" h="1298">
                <a:moveTo>
                  <a:pt x="0" y="0"/>
                </a:moveTo>
                <a:lnTo>
                  <a:pt x="6139" y="0"/>
                </a:lnTo>
                <a:lnTo>
                  <a:pt x="6139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953040" y="2133360"/>
            <a:ext cx="2210040" cy="38520"/>
          </a:xfrm>
          <a:custGeom>
            <a:avLst/>
            <a:gdLst/>
            <a:ahLst/>
            <a:rect l="0" t="0" r="r" b="b"/>
            <a:pathLst>
              <a:path w="6139" h="107">
                <a:moveTo>
                  <a:pt x="0" y="0"/>
                </a:moveTo>
                <a:lnTo>
                  <a:pt x="6139" y="0"/>
                </a:lnTo>
                <a:lnTo>
                  <a:pt x="613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953040" y="2590560"/>
            <a:ext cx="2210040" cy="10080"/>
          </a:xfrm>
          <a:custGeom>
            <a:avLst/>
            <a:gdLst/>
            <a:ahLst/>
            <a:rect l="0" t="0" r="r" b="b"/>
            <a:pathLst>
              <a:path w="6139" h="28">
                <a:moveTo>
                  <a:pt x="0" y="0"/>
                </a:moveTo>
                <a:lnTo>
                  <a:pt x="6139" y="0"/>
                </a:lnTo>
                <a:lnTo>
                  <a:pt x="61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9153360" y="2133360"/>
            <a:ext cx="9720" cy="467280"/>
          </a:xfrm>
          <a:custGeom>
            <a:avLst/>
            <a:gdLst/>
            <a:ahLst/>
            <a:rect l="0" t="0" r="r" b="b"/>
            <a:pathLst>
              <a:path w="27" h="1298">
                <a:moveTo>
                  <a:pt x="0" y="106"/>
                </a:moveTo>
                <a:lnTo>
                  <a:pt x="0" y="1298"/>
                </a:lnTo>
                <a:lnTo>
                  <a:pt x="27" y="129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53040" y="2133360"/>
            <a:ext cx="10080" cy="467280"/>
          </a:xfrm>
          <a:custGeom>
            <a:avLst/>
            <a:gdLst/>
            <a:ahLst/>
            <a:rect l="0" t="0" r="r" b="b"/>
            <a:pathLst>
              <a:path w="28" h="1298">
                <a:moveTo>
                  <a:pt x="0" y="0"/>
                </a:moveTo>
                <a:lnTo>
                  <a:pt x="0" y="1298"/>
                </a:lnTo>
                <a:lnTo>
                  <a:pt x="28" y="129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53040" y="2666880"/>
            <a:ext cx="2210040" cy="476640"/>
          </a:xfrm>
          <a:custGeom>
            <a:avLst/>
            <a:gdLst/>
            <a:ahLst/>
            <a:rect l="0" t="0" r="r" b="b"/>
            <a:pathLst>
              <a:path w="6139" h="1324">
                <a:moveTo>
                  <a:pt x="0" y="0"/>
                </a:moveTo>
                <a:lnTo>
                  <a:pt x="6139" y="0"/>
                </a:lnTo>
                <a:lnTo>
                  <a:pt x="613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953040" y="2666880"/>
            <a:ext cx="2210040" cy="38520"/>
          </a:xfrm>
          <a:custGeom>
            <a:avLst/>
            <a:gdLst/>
            <a:ahLst/>
            <a:rect l="0" t="0" r="r" b="b"/>
            <a:pathLst>
              <a:path w="6139" h="107">
                <a:moveTo>
                  <a:pt x="0" y="0"/>
                </a:moveTo>
                <a:lnTo>
                  <a:pt x="6139" y="0"/>
                </a:lnTo>
                <a:lnTo>
                  <a:pt x="613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53040" y="3133440"/>
            <a:ext cx="2210040" cy="10080"/>
          </a:xfrm>
          <a:custGeom>
            <a:avLst/>
            <a:gdLst/>
            <a:ahLst/>
            <a:rect l="0" t="0" r="r" b="b"/>
            <a:pathLst>
              <a:path w="6139" h="28">
                <a:moveTo>
                  <a:pt x="0" y="0"/>
                </a:moveTo>
                <a:lnTo>
                  <a:pt x="6139" y="0"/>
                </a:lnTo>
                <a:lnTo>
                  <a:pt x="61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9153360" y="2666880"/>
            <a:ext cx="9720" cy="476640"/>
          </a:xfrm>
          <a:custGeom>
            <a:avLst/>
            <a:gdLst/>
            <a:ahLst/>
            <a:rect l="0" t="0" r="r" b="b"/>
            <a:pathLst>
              <a:path w="27" h="1324">
                <a:moveTo>
                  <a:pt x="0" y="106"/>
                </a:moveTo>
                <a:lnTo>
                  <a:pt x="0" y="1324"/>
                </a:lnTo>
                <a:lnTo>
                  <a:pt x="27" y="132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953040" y="2666880"/>
            <a:ext cx="10080" cy="476640"/>
          </a:xfrm>
          <a:custGeom>
            <a:avLst/>
            <a:gdLst/>
            <a:ahLst/>
            <a:rect l="0" t="0" r="r" b="b"/>
            <a:pathLst>
              <a:path w="28" h="1324">
                <a:moveTo>
                  <a:pt x="0" y="0"/>
                </a:moveTo>
                <a:lnTo>
                  <a:pt x="0" y="1324"/>
                </a:lnTo>
                <a:lnTo>
                  <a:pt x="28" y="13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770440" y="3431160"/>
            <a:ext cx="186480" cy="5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5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3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049880" y="1563120"/>
            <a:ext cx="1663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7049880" y="1713600"/>
            <a:ext cx="1843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berichtstromen ·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7049880" y="1856520"/>
            <a:ext cx="1875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endpoints · schema's · afsprakenset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7049880" y="2239560"/>
            <a:ext cx="834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049880" y="2389680"/>
            <a:ext cx="1451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7049880" y="2782440"/>
            <a:ext cx="494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7049880" y="2932920"/>
            <a:ext cx="22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6949080" y="3221280"/>
            <a:ext cx="2472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6949080" y="3354840"/>
            <a:ext cx="6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1623960" y="4566960"/>
            <a:ext cx="2457720" cy="276840"/>
          </a:xfrm>
          <a:custGeom>
            <a:avLst/>
            <a:gdLst/>
            <a:ahLst/>
            <a:rect l="0" t="0" r="r" b="b"/>
            <a:pathLst>
              <a:path w="6827" h="769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3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3"/>
                  <a:pt x="308" y="8"/>
                </a:cubicBezTo>
                <a:cubicBezTo>
                  <a:pt x="333" y="3"/>
                  <a:pt x="358" y="0"/>
                  <a:pt x="383" y="0"/>
                </a:cubicBezTo>
                <a:lnTo>
                  <a:pt x="6443" y="0"/>
                </a:lnTo>
                <a:cubicBezTo>
                  <a:pt x="6468" y="0"/>
                  <a:pt x="6493" y="3"/>
                  <a:pt x="6518" y="8"/>
                </a:cubicBezTo>
                <a:cubicBezTo>
                  <a:pt x="6543" y="13"/>
                  <a:pt x="6567" y="20"/>
                  <a:pt x="6590" y="29"/>
                </a:cubicBezTo>
                <a:cubicBezTo>
                  <a:pt x="6613" y="39"/>
                  <a:pt x="6635" y="51"/>
                  <a:pt x="6656" y="65"/>
                </a:cubicBezTo>
                <a:cubicBezTo>
                  <a:pt x="6677" y="79"/>
                  <a:pt x="6697" y="95"/>
                  <a:pt x="6715" y="113"/>
                </a:cubicBezTo>
                <a:cubicBezTo>
                  <a:pt x="6732" y="130"/>
                  <a:pt x="6748" y="150"/>
                  <a:pt x="6762" y="171"/>
                </a:cubicBezTo>
                <a:cubicBezTo>
                  <a:pt x="6776" y="192"/>
                  <a:pt x="6788" y="214"/>
                  <a:pt x="6798" y="237"/>
                </a:cubicBezTo>
                <a:cubicBezTo>
                  <a:pt x="6807" y="260"/>
                  <a:pt x="6815" y="284"/>
                  <a:pt x="6820" y="309"/>
                </a:cubicBezTo>
                <a:cubicBezTo>
                  <a:pt x="6824" y="334"/>
                  <a:pt x="6827" y="359"/>
                  <a:pt x="6827" y="384"/>
                </a:cubicBezTo>
                <a:cubicBezTo>
                  <a:pt x="6827" y="409"/>
                  <a:pt x="6824" y="434"/>
                  <a:pt x="6820" y="459"/>
                </a:cubicBezTo>
                <a:cubicBezTo>
                  <a:pt x="6815" y="483"/>
                  <a:pt x="6807" y="507"/>
                  <a:pt x="6798" y="531"/>
                </a:cubicBezTo>
                <a:cubicBezTo>
                  <a:pt x="6788" y="554"/>
                  <a:pt x="6776" y="576"/>
                  <a:pt x="6762" y="597"/>
                </a:cubicBezTo>
                <a:cubicBezTo>
                  <a:pt x="6748" y="618"/>
                  <a:pt x="6732" y="637"/>
                  <a:pt x="6715" y="655"/>
                </a:cubicBezTo>
                <a:cubicBezTo>
                  <a:pt x="6697" y="673"/>
                  <a:pt x="6677" y="689"/>
                  <a:pt x="6656" y="703"/>
                </a:cubicBezTo>
                <a:cubicBezTo>
                  <a:pt x="6635" y="717"/>
                  <a:pt x="6613" y="729"/>
                  <a:pt x="6590" y="739"/>
                </a:cubicBezTo>
                <a:cubicBezTo>
                  <a:pt x="6567" y="749"/>
                  <a:pt x="6543" y="756"/>
                  <a:pt x="6518" y="761"/>
                </a:cubicBezTo>
                <a:cubicBezTo>
                  <a:pt x="6493" y="766"/>
                  <a:pt x="6468" y="769"/>
                  <a:pt x="6443" y="769"/>
                </a:cubicBezTo>
                <a:lnTo>
                  <a:pt x="383" y="769"/>
                </a:lnTo>
                <a:cubicBezTo>
                  <a:pt x="358" y="769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29"/>
                  <a:pt x="191" y="717"/>
                  <a:pt x="170" y="703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1623960" y="4566960"/>
            <a:ext cx="2457720" cy="276840"/>
          </a:xfrm>
          <a:custGeom>
            <a:avLst/>
            <a:gdLst/>
            <a:ahLst/>
            <a:rect l="0" t="0" r="r" b="b"/>
            <a:pathLst>
              <a:path w="6827" h="769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3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3"/>
                  <a:pt x="308" y="8"/>
                </a:cubicBezTo>
                <a:cubicBezTo>
                  <a:pt x="333" y="3"/>
                  <a:pt x="358" y="0"/>
                  <a:pt x="383" y="0"/>
                </a:cubicBezTo>
                <a:lnTo>
                  <a:pt x="6443" y="0"/>
                </a:lnTo>
                <a:cubicBezTo>
                  <a:pt x="6468" y="0"/>
                  <a:pt x="6493" y="3"/>
                  <a:pt x="6518" y="8"/>
                </a:cubicBezTo>
                <a:cubicBezTo>
                  <a:pt x="6543" y="13"/>
                  <a:pt x="6567" y="20"/>
                  <a:pt x="6590" y="29"/>
                </a:cubicBezTo>
                <a:cubicBezTo>
                  <a:pt x="6613" y="39"/>
                  <a:pt x="6635" y="51"/>
                  <a:pt x="6656" y="65"/>
                </a:cubicBezTo>
                <a:cubicBezTo>
                  <a:pt x="6677" y="79"/>
                  <a:pt x="6697" y="95"/>
                  <a:pt x="6715" y="113"/>
                </a:cubicBezTo>
                <a:cubicBezTo>
                  <a:pt x="6732" y="130"/>
                  <a:pt x="6748" y="150"/>
                  <a:pt x="6762" y="171"/>
                </a:cubicBezTo>
                <a:cubicBezTo>
                  <a:pt x="6776" y="192"/>
                  <a:pt x="6788" y="214"/>
                  <a:pt x="6798" y="237"/>
                </a:cubicBezTo>
                <a:cubicBezTo>
                  <a:pt x="6807" y="260"/>
                  <a:pt x="6815" y="284"/>
                  <a:pt x="6820" y="309"/>
                </a:cubicBezTo>
                <a:cubicBezTo>
                  <a:pt x="6824" y="334"/>
                  <a:pt x="6827" y="359"/>
                  <a:pt x="6827" y="384"/>
                </a:cubicBezTo>
                <a:cubicBezTo>
                  <a:pt x="6827" y="409"/>
                  <a:pt x="6824" y="434"/>
                  <a:pt x="6820" y="459"/>
                </a:cubicBezTo>
                <a:cubicBezTo>
                  <a:pt x="6815" y="483"/>
                  <a:pt x="6807" y="507"/>
                  <a:pt x="6798" y="531"/>
                </a:cubicBezTo>
                <a:cubicBezTo>
                  <a:pt x="6788" y="554"/>
                  <a:pt x="6776" y="576"/>
                  <a:pt x="6762" y="597"/>
                </a:cubicBezTo>
                <a:cubicBezTo>
                  <a:pt x="6748" y="618"/>
                  <a:pt x="6732" y="637"/>
                  <a:pt x="6715" y="655"/>
                </a:cubicBezTo>
                <a:cubicBezTo>
                  <a:pt x="6697" y="673"/>
                  <a:pt x="6677" y="689"/>
                  <a:pt x="6656" y="703"/>
                </a:cubicBezTo>
                <a:cubicBezTo>
                  <a:pt x="6635" y="717"/>
                  <a:pt x="6613" y="729"/>
                  <a:pt x="6590" y="739"/>
                </a:cubicBezTo>
                <a:cubicBezTo>
                  <a:pt x="6567" y="749"/>
                  <a:pt x="6543" y="756"/>
                  <a:pt x="6518" y="761"/>
                </a:cubicBezTo>
                <a:cubicBezTo>
                  <a:pt x="6493" y="766"/>
                  <a:pt x="6468" y="769"/>
                  <a:pt x="6443" y="769"/>
                </a:cubicBezTo>
                <a:lnTo>
                  <a:pt x="383" y="769"/>
                </a:lnTo>
                <a:cubicBezTo>
                  <a:pt x="358" y="769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29"/>
                  <a:pt x="191" y="717"/>
                  <a:pt x="170" y="703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1764000" y="4621320"/>
            <a:ext cx="159840" cy="160560"/>
          </a:xfrm>
          <a:custGeom>
            <a:avLst/>
            <a:gdLst/>
            <a:ahLst/>
            <a:rect l="0" t="0" r="r" b="b"/>
            <a:pathLst>
              <a:path w="444" h="446">
                <a:moveTo>
                  <a:pt x="160" y="0"/>
                </a:moveTo>
                <a:cubicBezTo>
                  <a:pt x="129" y="0"/>
                  <a:pt x="100" y="8"/>
                  <a:pt x="74" y="25"/>
                </a:cubicBezTo>
                <a:lnTo>
                  <a:pt x="176" y="127"/>
                </a:lnTo>
                <a:cubicBezTo>
                  <a:pt x="179" y="130"/>
                  <a:pt x="182" y="133"/>
                  <a:pt x="184" y="137"/>
                </a:cubicBezTo>
                <a:cubicBezTo>
                  <a:pt x="186" y="141"/>
                  <a:pt x="187" y="146"/>
                  <a:pt x="187" y="150"/>
                </a:cubicBezTo>
                <a:cubicBezTo>
                  <a:pt x="188" y="155"/>
                  <a:pt x="187" y="159"/>
                  <a:pt x="186" y="163"/>
                </a:cubicBezTo>
                <a:cubicBezTo>
                  <a:pt x="184" y="167"/>
                  <a:pt x="182" y="171"/>
                  <a:pt x="179" y="175"/>
                </a:cubicBezTo>
                <a:cubicBezTo>
                  <a:pt x="175" y="178"/>
                  <a:pt x="172" y="180"/>
                  <a:pt x="167" y="181"/>
                </a:cubicBezTo>
                <a:cubicBezTo>
                  <a:pt x="163" y="183"/>
                  <a:pt x="159" y="183"/>
                  <a:pt x="154" y="183"/>
                </a:cubicBezTo>
                <a:cubicBezTo>
                  <a:pt x="150" y="183"/>
                  <a:pt x="146" y="182"/>
                  <a:pt x="142" y="180"/>
                </a:cubicBezTo>
                <a:cubicBezTo>
                  <a:pt x="138" y="178"/>
                  <a:pt x="134" y="175"/>
                  <a:pt x="131" y="171"/>
                </a:cubicBezTo>
                <a:lnTo>
                  <a:pt x="27" y="70"/>
                </a:lnTo>
                <a:cubicBezTo>
                  <a:pt x="8" y="97"/>
                  <a:pt x="-1" y="127"/>
                  <a:pt x="0" y="160"/>
                </a:cubicBezTo>
                <a:cubicBezTo>
                  <a:pt x="0" y="171"/>
                  <a:pt x="1" y="181"/>
                  <a:pt x="3" y="192"/>
                </a:cubicBezTo>
                <a:cubicBezTo>
                  <a:pt x="5" y="202"/>
                  <a:pt x="8" y="212"/>
                  <a:pt x="12" y="222"/>
                </a:cubicBezTo>
                <a:cubicBezTo>
                  <a:pt x="16" y="231"/>
                  <a:pt x="21" y="240"/>
                  <a:pt x="27" y="249"/>
                </a:cubicBezTo>
                <a:cubicBezTo>
                  <a:pt x="33" y="258"/>
                  <a:pt x="39" y="266"/>
                  <a:pt x="47" y="273"/>
                </a:cubicBezTo>
                <a:cubicBezTo>
                  <a:pt x="54" y="281"/>
                  <a:pt x="62" y="287"/>
                  <a:pt x="71" y="294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8"/>
                </a:cubicBezTo>
                <a:cubicBezTo>
                  <a:pt x="139" y="320"/>
                  <a:pt x="149" y="321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0"/>
                </a:cubicBezTo>
                <a:cubicBezTo>
                  <a:pt x="344" y="444"/>
                  <a:pt x="354" y="446"/>
                  <a:pt x="365" y="446"/>
                </a:cubicBezTo>
                <a:cubicBezTo>
                  <a:pt x="375" y="446"/>
                  <a:pt x="385" y="444"/>
                  <a:pt x="395" y="440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7"/>
                  <a:pt x="444" y="377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0"/>
                </a:cubicBezTo>
                <a:lnTo>
                  <a:pt x="315" y="203"/>
                </a:lnTo>
                <a:cubicBezTo>
                  <a:pt x="318" y="190"/>
                  <a:pt x="320" y="176"/>
                  <a:pt x="319" y="162"/>
                </a:cubicBezTo>
                <a:cubicBezTo>
                  <a:pt x="320" y="151"/>
                  <a:pt x="319" y="141"/>
                  <a:pt x="317" y="130"/>
                </a:cubicBezTo>
                <a:cubicBezTo>
                  <a:pt x="315" y="120"/>
                  <a:pt x="312" y="110"/>
                  <a:pt x="308" y="100"/>
                </a:cubicBezTo>
                <a:cubicBezTo>
                  <a:pt x="304" y="90"/>
                  <a:pt x="300" y="81"/>
                  <a:pt x="294" y="72"/>
                </a:cubicBezTo>
                <a:cubicBezTo>
                  <a:pt x="288" y="63"/>
                  <a:pt x="281" y="55"/>
                  <a:pt x="274" y="48"/>
                </a:cubicBezTo>
                <a:cubicBezTo>
                  <a:pt x="267" y="40"/>
                  <a:pt x="259" y="33"/>
                  <a:pt x="250" y="27"/>
                </a:cubicBezTo>
                <a:cubicBezTo>
                  <a:pt x="241" y="22"/>
                  <a:pt x="232" y="17"/>
                  <a:pt x="222" y="12"/>
                </a:cubicBezTo>
                <a:cubicBezTo>
                  <a:pt x="213" y="8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0"/>
                </a:moveTo>
                <a:cubicBezTo>
                  <a:pt x="288" y="172"/>
                  <a:pt x="286" y="183"/>
                  <a:pt x="283" y="194"/>
                </a:cubicBezTo>
                <a:lnTo>
                  <a:pt x="278" y="211"/>
                </a:lnTo>
                <a:lnTo>
                  <a:pt x="291" y="224"/>
                </a:lnTo>
                <a:lnTo>
                  <a:pt x="397" y="331"/>
                </a:lnTo>
                <a:cubicBezTo>
                  <a:pt x="407" y="340"/>
                  <a:pt x="411" y="351"/>
                  <a:pt x="411" y="364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0"/>
                </a:lnTo>
                <a:lnTo>
                  <a:pt x="212" y="278"/>
                </a:lnTo>
                <a:lnTo>
                  <a:pt x="193" y="282"/>
                </a:lnTo>
                <a:cubicBezTo>
                  <a:pt x="182" y="286"/>
                  <a:pt x="171" y="287"/>
                  <a:pt x="160" y="287"/>
                </a:cubicBezTo>
                <a:cubicBezTo>
                  <a:pt x="125" y="287"/>
                  <a:pt x="95" y="275"/>
                  <a:pt x="69" y="251"/>
                </a:cubicBezTo>
                <a:cubicBezTo>
                  <a:pt x="43" y="226"/>
                  <a:pt x="31" y="196"/>
                  <a:pt x="31" y="160"/>
                </a:cubicBezTo>
                <a:cubicBezTo>
                  <a:pt x="31" y="148"/>
                  <a:pt x="33" y="137"/>
                  <a:pt x="36" y="125"/>
                </a:cubicBezTo>
                <a:lnTo>
                  <a:pt x="106" y="195"/>
                </a:lnTo>
                <a:cubicBezTo>
                  <a:pt x="112" y="202"/>
                  <a:pt x="119" y="207"/>
                  <a:pt x="127" y="210"/>
                </a:cubicBezTo>
                <a:cubicBezTo>
                  <a:pt x="135" y="214"/>
                  <a:pt x="143" y="216"/>
                  <a:pt x="152" y="216"/>
                </a:cubicBezTo>
                <a:cubicBezTo>
                  <a:pt x="161" y="217"/>
                  <a:pt x="169" y="215"/>
                  <a:pt x="178" y="212"/>
                </a:cubicBezTo>
                <a:cubicBezTo>
                  <a:pt x="186" y="209"/>
                  <a:pt x="193" y="204"/>
                  <a:pt x="200" y="198"/>
                </a:cubicBezTo>
                <a:cubicBezTo>
                  <a:pt x="207" y="192"/>
                  <a:pt x="211" y="185"/>
                  <a:pt x="214" y="176"/>
                </a:cubicBezTo>
                <a:cubicBezTo>
                  <a:pt x="217" y="168"/>
                  <a:pt x="219" y="160"/>
                  <a:pt x="218" y="151"/>
                </a:cubicBezTo>
                <a:cubicBezTo>
                  <a:pt x="218" y="142"/>
                  <a:pt x="216" y="134"/>
                  <a:pt x="213" y="126"/>
                </a:cubicBezTo>
                <a:cubicBezTo>
                  <a:pt x="209" y="118"/>
                  <a:pt x="204" y="111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0"/>
                  <a:pt x="224" y="42"/>
                  <a:pt x="250" y="67"/>
                </a:cubicBezTo>
                <a:cubicBezTo>
                  <a:pt x="275" y="93"/>
                  <a:pt x="288" y="124"/>
                  <a:pt x="288" y="16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768240" y="46303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4186080" y="4566960"/>
            <a:ext cx="1933920" cy="276840"/>
          </a:xfrm>
          <a:custGeom>
            <a:avLst/>
            <a:gdLst/>
            <a:ahLst/>
            <a:rect l="0" t="0" r="r" b="b"/>
            <a:pathLst>
              <a:path w="5372" h="769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3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3"/>
                  <a:pt x="309" y="8"/>
                </a:cubicBezTo>
                <a:cubicBezTo>
                  <a:pt x="333" y="3"/>
                  <a:pt x="358" y="0"/>
                  <a:pt x="384" y="0"/>
                </a:cubicBezTo>
                <a:lnTo>
                  <a:pt x="4988" y="0"/>
                </a:lnTo>
                <a:cubicBezTo>
                  <a:pt x="5014" y="0"/>
                  <a:pt x="5038" y="3"/>
                  <a:pt x="5063" y="8"/>
                </a:cubicBezTo>
                <a:cubicBezTo>
                  <a:pt x="5088" y="13"/>
                  <a:pt x="5112" y="20"/>
                  <a:pt x="5135" y="29"/>
                </a:cubicBezTo>
                <a:cubicBezTo>
                  <a:pt x="5158" y="39"/>
                  <a:pt x="5181" y="51"/>
                  <a:pt x="5201" y="65"/>
                </a:cubicBezTo>
                <a:cubicBezTo>
                  <a:pt x="5222" y="79"/>
                  <a:pt x="5242" y="95"/>
                  <a:pt x="5260" y="113"/>
                </a:cubicBezTo>
                <a:cubicBezTo>
                  <a:pt x="5277" y="130"/>
                  <a:pt x="5293" y="150"/>
                  <a:pt x="5307" y="171"/>
                </a:cubicBezTo>
                <a:cubicBezTo>
                  <a:pt x="5321" y="192"/>
                  <a:pt x="5333" y="214"/>
                  <a:pt x="5343" y="237"/>
                </a:cubicBezTo>
                <a:cubicBezTo>
                  <a:pt x="5352" y="260"/>
                  <a:pt x="5360" y="284"/>
                  <a:pt x="5365" y="309"/>
                </a:cubicBezTo>
                <a:cubicBezTo>
                  <a:pt x="5370" y="334"/>
                  <a:pt x="5372" y="359"/>
                  <a:pt x="5372" y="384"/>
                </a:cubicBezTo>
                <a:cubicBezTo>
                  <a:pt x="5372" y="409"/>
                  <a:pt x="5370" y="434"/>
                  <a:pt x="5365" y="459"/>
                </a:cubicBezTo>
                <a:cubicBezTo>
                  <a:pt x="5360" y="483"/>
                  <a:pt x="5352" y="507"/>
                  <a:pt x="5343" y="531"/>
                </a:cubicBezTo>
                <a:cubicBezTo>
                  <a:pt x="5333" y="554"/>
                  <a:pt x="5321" y="576"/>
                  <a:pt x="5307" y="597"/>
                </a:cubicBezTo>
                <a:cubicBezTo>
                  <a:pt x="5293" y="618"/>
                  <a:pt x="5277" y="637"/>
                  <a:pt x="5260" y="655"/>
                </a:cubicBezTo>
                <a:cubicBezTo>
                  <a:pt x="5242" y="673"/>
                  <a:pt x="5222" y="689"/>
                  <a:pt x="5201" y="703"/>
                </a:cubicBezTo>
                <a:cubicBezTo>
                  <a:pt x="5181" y="717"/>
                  <a:pt x="5158" y="729"/>
                  <a:pt x="5135" y="739"/>
                </a:cubicBezTo>
                <a:cubicBezTo>
                  <a:pt x="5112" y="749"/>
                  <a:pt x="5088" y="756"/>
                  <a:pt x="5063" y="761"/>
                </a:cubicBezTo>
                <a:cubicBezTo>
                  <a:pt x="5038" y="766"/>
                  <a:pt x="5014" y="769"/>
                  <a:pt x="4988" y="769"/>
                </a:cubicBezTo>
                <a:lnTo>
                  <a:pt x="384" y="769"/>
                </a:lnTo>
                <a:cubicBezTo>
                  <a:pt x="358" y="769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29"/>
                  <a:pt x="191" y="717"/>
                  <a:pt x="170" y="703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4186080" y="4566960"/>
            <a:ext cx="1933920" cy="276840"/>
          </a:xfrm>
          <a:custGeom>
            <a:avLst/>
            <a:gdLst/>
            <a:ahLst/>
            <a:rect l="0" t="0" r="r" b="b"/>
            <a:pathLst>
              <a:path w="5372" h="769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9" y="214"/>
                  <a:pt x="51" y="192"/>
                  <a:pt x="65" y="171"/>
                </a:cubicBezTo>
                <a:cubicBezTo>
                  <a:pt x="79" y="150"/>
                  <a:pt x="94" y="130"/>
                  <a:pt x="112" y="113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7" y="29"/>
                </a:cubicBezTo>
                <a:cubicBezTo>
                  <a:pt x="260" y="20"/>
                  <a:pt x="284" y="13"/>
                  <a:pt x="309" y="8"/>
                </a:cubicBezTo>
                <a:cubicBezTo>
                  <a:pt x="333" y="3"/>
                  <a:pt x="358" y="0"/>
                  <a:pt x="384" y="0"/>
                </a:cubicBezTo>
                <a:lnTo>
                  <a:pt x="4988" y="0"/>
                </a:lnTo>
                <a:cubicBezTo>
                  <a:pt x="5014" y="0"/>
                  <a:pt x="5038" y="3"/>
                  <a:pt x="5063" y="8"/>
                </a:cubicBezTo>
                <a:cubicBezTo>
                  <a:pt x="5088" y="13"/>
                  <a:pt x="5112" y="20"/>
                  <a:pt x="5135" y="29"/>
                </a:cubicBezTo>
                <a:cubicBezTo>
                  <a:pt x="5158" y="39"/>
                  <a:pt x="5181" y="51"/>
                  <a:pt x="5201" y="65"/>
                </a:cubicBezTo>
                <a:cubicBezTo>
                  <a:pt x="5222" y="79"/>
                  <a:pt x="5242" y="95"/>
                  <a:pt x="5260" y="113"/>
                </a:cubicBezTo>
                <a:cubicBezTo>
                  <a:pt x="5277" y="130"/>
                  <a:pt x="5293" y="150"/>
                  <a:pt x="5307" y="171"/>
                </a:cubicBezTo>
                <a:cubicBezTo>
                  <a:pt x="5321" y="192"/>
                  <a:pt x="5333" y="214"/>
                  <a:pt x="5343" y="237"/>
                </a:cubicBezTo>
                <a:cubicBezTo>
                  <a:pt x="5352" y="260"/>
                  <a:pt x="5360" y="284"/>
                  <a:pt x="5365" y="309"/>
                </a:cubicBezTo>
                <a:cubicBezTo>
                  <a:pt x="5370" y="334"/>
                  <a:pt x="5372" y="359"/>
                  <a:pt x="5372" y="384"/>
                </a:cubicBezTo>
                <a:cubicBezTo>
                  <a:pt x="5372" y="409"/>
                  <a:pt x="5370" y="434"/>
                  <a:pt x="5365" y="459"/>
                </a:cubicBezTo>
                <a:cubicBezTo>
                  <a:pt x="5360" y="483"/>
                  <a:pt x="5352" y="507"/>
                  <a:pt x="5343" y="531"/>
                </a:cubicBezTo>
                <a:cubicBezTo>
                  <a:pt x="5333" y="554"/>
                  <a:pt x="5321" y="576"/>
                  <a:pt x="5307" y="597"/>
                </a:cubicBezTo>
                <a:cubicBezTo>
                  <a:pt x="5293" y="618"/>
                  <a:pt x="5277" y="637"/>
                  <a:pt x="5260" y="655"/>
                </a:cubicBezTo>
                <a:cubicBezTo>
                  <a:pt x="5242" y="673"/>
                  <a:pt x="5222" y="689"/>
                  <a:pt x="5201" y="703"/>
                </a:cubicBezTo>
                <a:cubicBezTo>
                  <a:pt x="5181" y="717"/>
                  <a:pt x="5158" y="729"/>
                  <a:pt x="5135" y="739"/>
                </a:cubicBezTo>
                <a:cubicBezTo>
                  <a:pt x="5112" y="749"/>
                  <a:pt x="5088" y="756"/>
                  <a:pt x="5063" y="761"/>
                </a:cubicBezTo>
                <a:cubicBezTo>
                  <a:pt x="5038" y="766"/>
                  <a:pt x="5014" y="769"/>
                  <a:pt x="4988" y="769"/>
                </a:cubicBezTo>
                <a:lnTo>
                  <a:pt x="384" y="769"/>
                </a:lnTo>
                <a:cubicBezTo>
                  <a:pt x="358" y="769"/>
                  <a:pt x="333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3" y="729"/>
                  <a:pt x="191" y="717"/>
                  <a:pt x="170" y="703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9" y="618"/>
                  <a:pt x="65" y="597"/>
                </a:cubicBezTo>
                <a:cubicBezTo>
                  <a:pt x="51" y="576"/>
                  <a:pt x="39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4326120" y="46328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7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3"/>
                  <a:pt x="404" y="277"/>
                </a:cubicBezTo>
                <a:cubicBezTo>
                  <a:pt x="410" y="271"/>
                  <a:pt x="413" y="263"/>
                  <a:pt x="413" y="255"/>
                </a:cubicBezTo>
                <a:lnTo>
                  <a:pt x="413" y="63"/>
                </a:lnTo>
                <a:cubicBezTo>
                  <a:pt x="413" y="54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4"/>
                  <a:pt x="32" y="63"/>
                </a:cubicBezTo>
                <a:lnTo>
                  <a:pt x="32" y="255"/>
                </a:lnTo>
                <a:cubicBezTo>
                  <a:pt x="32" y="263"/>
                  <a:pt x="35" y="271"/>
                  <a:pt x="41" y="277"/>
                </a:cubicBezTo>
                <a:cubicBezTo>
                  <a:pt x="47" y="283"/>
                  <a:pt x="55" y="286"/>
                  <a:pt x="63" y="286"/>
                </a:cubicBezTo>
                <a:lnTo>
                  <a:pt x="207" y="286"/>
                </a:lnTo>
                <a:lnTo>
                  <a:pt x="207" y="318"/>
                </a:lnTo>
                <a:lnTo>
                  <a:pt x="63" y="318"/>
                </a:lnTo>
                <a:cubicBezTo>
                  <a:pt x="55" y="318"/>
                  <a:pt x="47" y="316"/>
                  <a:pt x="39" y="313"/>
                </a:cubicBezTo>
                <a:cubicBezTo>
                  <a:pt x="31" y="310"/>
                  <a:pt x="24" y="305"/>
                  <a:pt x="18" y="299"/>
                </a:cubicBezTo>
                <a:cubicBezTo>
                  <a:pt x="12" y="294"/>
                  <a:pt x="8" y="287"/>
                  <a:pt x="5" y="279"/>
                </a:cubicBezTo>
                <a:cubicBezTo>
                  <a:pt x="1" y="271"/>
                  <a:pt x="0" y="263"/>
                  <a:pt x="0" y="255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7" y="1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1"/>
                  <a:pt x="406" y="5"/>
                </a:cubicBezTo>
                <a:cubicBezTo>
                  <a:pt x="414" y="8"/>
                  <a:pt x="421" y="12"/>
                  <a:pt x="426" y="18"/>
                </a:cubicBezTo>
                <a:cubicBezTo>
                  <a:pt x="432" y="24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5"/>
                </a:lnTo>
                <a:cubicBezTo>
                  <a:pt x="445" y="263"/>
                  <a:pt x="443" y="271"/>
                  <a:pt x="440" y="279"/>
                </a:cubicBezTo>
                <a:cubicBezTo>
                  <a:pt x="437" y="287"/>
                  <a:pt x="432" y="294"/>
                  <a:pt x="426" y="299"/>
                </a:cubicBezTo>
                <a:cubicBezTo>
                  <a:pt x="421" y="305"/>
                  <a:pt x="414" y="310"/>
                  <a:pt x="406" y="313"/>
                </a:cubicBezTo>
                <a:cubicBezTo>
                  <a:pt x="398" y="316"/>
                  <a:pt x="390" y="318"/>
                  <a:pt x="382" y="318"/>
                </a:cubicBezTo>
                <a:lnTo>
                  <a:pt x="305" y="318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4360320" y="46670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2"/>
                </a:lnTo>
                <a:lnTo>
                  <a:pt x="0" y="32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1989000" y="464256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6215040" y="4566960"/>
            <a:ext cx="2343240" cy="276840"/>
          </a:xfrm>
          <a:custGeom>
            <a:avLst/>
            <a:gdLst/>
            <a:ahLst/>
            <a:rect l="0" t="0" r="r" b="b"/>
            <a:pathLst>
              <a:path w="6509" h="769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3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3"/>
                  <a:pt x="308" y="8"/>
                </a:cubicBezTo>
                <a:cubicBezTo>
                  <a:pt x="333" y="3"/>
                  <a:pt x="358" y="0"/>
                  <a:pt x="383" y="0"/>
                </a:cubicBezTo>
                <a:lnTo>
                  <a:pt x="6126" y="0"/>
                </a:lnTo>
                <a:cubicBezTo>
                  <a:pt x="6151" y="0"/>
                  <a:pt x="6176" y="3"/>
                  <a:pt x="6201" y="8"/>
                </a:cubicBezTo>
                <a:cubicBezTo>
                  <a:pt x="6225" y="13"/>
                  <a:pt x="6249" y="20"/>
                  <a:pt x="6272" y="29"/>
                </a:cubicBezTo>
                <a:cubicBezTo>
                  <a:pt x="6296" y="39"/>
                  <a:pt x="6318" y="51"/>
                  <a:pt x="6339" y="65"/>
                </a:cubicBezTo>
                <a:cubicBezTo>
                  <a:pt x="6360" y="79"/>
                  <a:pt x="6379" y="95"/>
                  <a:pt x="6397" y="113"/>
                </a:cubicBezTo>
                <a:cubicBezTo>
                  <a:pt x="6415" y="130"/>
                  <a:pt x="6431" y="150"/>
                  <a:pt x="6445" y="171"/>
                </a:cubicBezTo>
                <a:cubicBezTo>
                  <a:pt x="6459" y="192"/>
                  <a:pt x="6470" y="214"/>
                  <a:pt x="6480" y="237"/>
                </a:cubicBezTo>
                <a:cubicBezTo>
                  <a:pt x="6490" y="260"/>
                  <a:pt x="6497" y="284"/>
                  <a:pt x="6502" y="309"/>
                </a:cubicBezTo>
                <a:cubicBezTo>
                  <a:pt x="6507" y="334"/>
                  <a:pt x="6509" y="359"/>
                  <a:pt x="6509" y="384"/>
                </a:cubicBezTo>
                <a:cubicBezTo>
                  <a:pt x="6509" y="409"/>
                  <a:pt x="6507" y="434"/>
                  <a:pt x="6502" y="459"/>
                </a:cubicBezTo>
                <a:cubicBezTo>
                  <a:pt x="6497" y="483"/>
                  <a:pt x="6490" y="507"/>
                  <a:pt x="6480" y="531"/>
                </a:cubicBezTo>
                <a:cubicBezTo>
                  <a:pt x="6470" y="554"/>
                  <a:pt x="6459" y="576"/>
                  <a:pt x="6445" y="597"/>
                </a:cubicBezTo>
                <a:cubicBezTo>
                  <a:pt x="6431" y="618"/>
                  <a:pt x="6415" y="637"/>
                  <a:pt x="6397" y="655"/>
                </a:cubicBezTo>
                <a:cubicBezTo>
                  <a:pt x="6379" y="673"/>
                  <a:pt x="6360" y="689"/>
                  <a:pt x="6339" y="703"/>
                </a:cubicBezTo>
                <a:cubicBezTo>
                  <a:pt x="6318" y="717"/>
                  <a:pt x="6296" y="729"/>
                  <a:pt x="6272" y="739"/>
                </a:cubicBezTo>
                <a:cubicBezTo>
                  <a:pt x="6249" y="749"/>
                  <a:pt x="6225" y="756"/>
                  <a:pt x="6201" y="761"/>
                </a:cubicBezTo>
                <a:cubicBezTo>
                  <a:pt x="6176" y="766"/>
                  <a:pt x="6151" y="769"/>
                  <a:pt x="6126" y="769"/>
                </a:cubicBezTo>
                <a:lnTo>
                  <a:pt x="383" y="769"/>
                </a:lnTo>
                <a:cubicBezTo>
                  <a:pt x="358" y="769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29"/>
                  <a:pt x="191" y="717"/>
                  <a:pt x="170" y="703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6215040" y="4566960"/>
            <a:ext cx="2343240" cy="276840"/>
          </a:xfrm>
          <a:custGeom>
            <a:avLst/>
            <a:gdLst/>
            <a:ahLst/>
            <a:rect l="0" t="0" r="r" b="b"/>
            <a:pathLst>
              <a:path w="6509" h="769">
                <a:moveTo>
                  <a:pt x="0" y="384"/>
                </a:moveTo>
                <a:cubicBezTo>
                  <a:pt x="0" y="359"/>
                  <a:pt x="2" y="334"/>
                  <a:pt x="7" y="309"/>
                </a:cubicBezTo>
                <a:cubicBezTo>
                  <a:pt x="12" y="284"/>
                  <a:pt x="19" y="260"/>
                  <a:pt x="29" y="237"/>
                </a:cubicBezTo>
                <a:cubicBezTo>
                  <a:pt x="38" y="214"/>
                  <a:pt x="50" y="192"/>
                  <a:pt x="64" y="171"/>
                </a:cubicBezTo>
                <a:cubicBezTo>
                  <a:pt x="78" y="150"/>
                  <a:pt x="94" y="130"/>
                  <a:pt x="112" y="113"/>
                </a:cubicBezTo>
                <a:cubicBezTo>
                  <a:pt x="130" y="95"/>
                  <a:pt x="149" y="79"/>
                  <a:pt x="170" y="65"/>
                </a:cubicBezTo>
                <a:cubicBezTo>
                  <a:pt x="191" y="51"/>
                  <a:pt x="213" y="39"/>
                  <a:pt x="236" y="29"/>
                </a:cubicBezTo>
                <a:cubicBezTo>
                  <a:pt x="260" y="20"/>
                  <a:pt x="284" y="13"/>
                  <a:pt x="308" y="8"/>
                </a:cubicBezTo>
                <a:cubicBezTo>
                  <a:pt x="333" y="3"/>
                  <a:pt x="358" y="0"/>
                  <a:pt x="383" y="0"/>
                </a:cubicBezTo>
                <a:lnTo>
                  <a:pt x="6126" y="0"/>
                </a:lnTo>
                <a:cubicBezTo>
                  <a:pt x="6151" y="0"/>
                  <a:pt x="6176" y="3"/>
                  <a:pt x="6201" y="8"/>
                </a:cubicBezTo>
                <a:cubicBezTo>
                  <a:pt x="6225" y="13"/>
                  <a:pt x="6249" y="20"/>
                  <a:pt x="6272" y="29"/>
                </a:cubicBezTo>
                <a:cubicBezTo>
                  <a:pt x="6296" y="39"/>
                  <a:pt x="6318" y="51"/>
                  <a:pt x="6339" y="65"/>
                </a:cubicBezTo>
                <a:cubicBezTo>
                  <a:pt x="6360" y="79"/>
                  <a:pt x="6379" y="95"/>
                  <a:pt x="6397" y="113"/>
                </a:cubicBezTo>
                <a:cubicBezTo>
                  <a:pt x="6415" y="130"/>
                  <a:pt x="6431" y="150"/>
                  <a:pt x="6445" y="171"/>
                </a:cubicBezTo>
                <a:cubicBezTo>
                  <a:pt x="6459" y="192"/>
                  <a:pt x="6470" y="214"/>
                  <a:pt x="6480" y="237"/>
                </a:cubicBezTo>
                <a:cubicBezTo>
                  <a:pt x="6490" y="260"/>
                  <a:pt x="6497" y="284"/>
                  <a:pt x="6502" y="309"/>
                </a:cubicBezTo>
                <a:cubicBezTo>
                  <a:pt x="6507" y="334"/>
                  <a:pt x="6509" y="359"/>
                  <a:pt x="6509" y="384"/>
                </a:cubicBezTo>
                <a:cubicBezTo>
                  <a:pt x="6509" y="409"/>
                  <a:pt x="6507" y="434"/>
                  <a:pt x="6502" y="459"/>
                </a:cubicBezTo>
                <a:cubicBezTo>
                  <a:pt x="6497" y="483"/>
                  <a:pt x="6490" y="507"/>
                  <a:pt x="6480" y="531"/>
                </a:cubicBezTo>
                <a:cubicBezTo>
                  <a:pt x="6470" y="554"/>
                  <a:pt x="6459" y="576"/>
                  <a:pt x="6445" y="597"/>
                </a:cubicBezTo>
                <a:cubicBezTo>
                  <a:pt x="6431" y="618"/>
                  <a:pt x="6415" y="637"/>
                  <a:pt x="6397" y="655"/>
                </a:cubicBezTo>
                <a:cubicBezTo>
                  <a:pt x="6379" y="673"/>
                  <a:pt x="6360" y="689"/>
                  <a:pt x="6339" y="703"/>
                </a:cubicBezTo>
                <a:cubicBezTo>
                  <a:pt x="6318" y="717"/>
                  <a:pt x="6296" y="729"/>
                  <a:pt x="6272" y="739"/>
                </a:cubicBezTo>
                <a:cubicBezTo>
                  <a:pt x="6249" y="749"/>
                  <a:pt x="6225" y="756"/>
                  <a:pt x="6201" y="761"/>
                </a:cubicBezTo>
                <a:cubicBezTo>
                  <a:pt x="6176" y="766"/>
                  <a:pt x="6151" y="769"/>
                  <a:pt x="6126" y="769"/>
                </a:cubicBezTo>
                <a:lnTo>
                  <a:pt x="383" y="769"/>
                </a:lnTo>
                <a:cubicBezTo>
                  <a:pt x="358" y="769"/>
                  <a:pt x="333" y="766"/>
                  <a:pt x="308" y="761"/>
                </a:cubicBezTo>
                <a:cubicBezTo>
                  <a:pt x="284" y="756"/>
                  <a:pt x="260" y="749"/>
                  <a:pt x="236" y="739"/>
                </a:cubicBezTo>
                <a:cubicBezTo>
                  <a:pt x="213" y="729"/>
                  <a:pt x="191" y="717"/>
                  <a:pt x="170" y="703"/>
                </a:cubicBezTo>
                <a:cubicBezTo>
                  <a:pt x="149" y="689"/>
                  <a:pt x="130" y="673"/>
                  <a:pt x="112" y="655"/>
                </a:cubicBezTo>
                <a:cubicBezTo>
                  <a:pt x="94" y="637"/>
                  <a:pt x="78" y="618"/>
                  <a:pt x="64" y="597"/>
                </a:cubicBezTo>
                <a:cubicBezTo>
                  <a:pt x="50" y="576"/>
                  <a:pt x="38" y="554"/>
                  <a:pt x="29" y="531"/>
                </a:cubicBezTo>
                <a:cubicBezTo>
                  <a:pt x="19" y="507"/>
                  <a:pt x="12" y="483"/>
                  <a:pt x="7" y="459"/>
                </a:cubicBezTo>
                <a:cubicBezTo>
                  <a:pt x="2" y="434"/>
                  <a:pt x="0" y="40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6354720" y="46213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5"/>
                </a:cubicBezTo>
                <a:cubicBezTo>
                  <a:pt x="272" y="38"/>
                  <a:pt x="284" y="41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79"/>
                  <a:pt x="358" y="88"/>
                </a:cubicBezTo>
                <a:cubicBezTo>
                  <a:pt x="367" y="96"/>
                  <a:pt x="375" y="106"/>
                  <a:pt x="382" y="116"/>
                </a:cubicBezTo>
                <a:cubicBezTo>
                  <a:pt x="389" y="127"/>
                  <a:pt x="395" y="138"/>
                  <a:pt x="399" y="149"/>
                </a:cubicBezTo>
                <a:cubicBezTo>
                  <a:pt x="404" y="161"/>
                  <a:pt x="408" y="173"/>
                  <a:pt x="410" y="185"/>
                </a:cubicBezTo>
                <a:cubicBezTo>
                  <a:pt x="413" y="197"/>
                  <a:pt x="414" y="210"/>
                  <a:pt x="414" y="222"/>
                </a:cubicBezTo>
                <a:cubicBezTo>
                  <a:pt x="414" y="235"/>
                  <a:pt x="413" y="247"/>
                  <a:pt x="410" y="259"/>
                </a:cubicBezTo>
                <a:cubicBezTo>
                  <a:pt x="408" y="273"/>
                  <a:pt x="404" y="284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39"/>
                  <a:pt x="367" y="349"/>
                  <a:pt x="358" y="358"/>
                </a:cubicBezTo>
                <a:cubicBezTo>
                  <a:pt x="349" y="367"/>
                  <a:pt x="340" y="375"/>
                  <a:pt x="328" y="381"/>
                </a:cubicBezTo>
                <a:cubicBezTo>
                  <a:pt x="318" y="388"/>
                  <a:pt x="307" y="394"/>
                  <a:pt x="295" y="399"/>
                </a:cubicBezTo>
                <a:cubicBezTo>
                  <a:pt x="284" y="404"/>
                  <a:pt x="272" y="407"/>
                  <a:pt x="260" y="410"/>
                </a:cubicBezTo>
                <a:cubicBezTo>
                  <a:pt x="247" y="412"/>
                  <a:pt x="235" y="414"/>
                  <a:pt x="223" y="414"/>
                </a:cubicBezTo>
                <a:cubicBezTo>
                  <a:pt x="210" y="414"/>
                  <a:pt x="198" y="412"/>
                  <a:pt x="185" y="410"/>
                </a:cubicBezTo>
                <a:cubicBezTo>
                  <a:pt x="173" y="407"/>
                  <a:pt x="161" y="404"/>
                  <a:pt x="150" y="399"/>
                </a:cubicBezTo>
                <a:cubicBezTo>
                  <a:pt x="138" y="394"/>
                  <a:pt x="127" y="388"/>
                  <a:pt x="117" y="381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39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4"/>
                  <a:pt x="38" y="273"/>
                  <a:pt x="36" y="259"/>
                </a:cubicBezTo>
                <a:cubicBezTo>
                  <a:pt x="33" y="247"/>
                  <a:pt x="32" y="235"/>
                  <a:pt x="32" y="222"/>
                </a:cubicBezTo>
                <a:cubicBezTo>
                  <a:pt x="32" y="210"/>
                  <a:pt x="33" y="197"/>
                  <a:pt x="36" y="185"/>
                </a:cubicBezTo>
                <a:cubicBezTo>
                  <a:pt x="38" y="173"/>
                  <a:pt x="42" y="161"/>
                  <a:pt x="47" y="149"/>
                </a:cubicBezTo>
                <a:cubicBezTo>
                  <a:pt x="51" y="138"/>
                  <a:pt x="57" y="127"/>
                  <a:pt x="64" y="116"/>
                </a:cubicBezTo>
                <a:cubicBezTo>
                  <a:pt x="71" y="106"/>
                  <a:pt x="79" y="96"/>
                  <a:pt x="88" y="88"/>
                </a:cubicBezTo>
                <a:cubicBezTo>
                  <a:pt x="97" y="79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1"/>
                  <a:pt x="173" y="38"/>
                  <a:pt x="185" y="35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1"/>
                  <a:pt x="179" y="4"/>
                </a:cubicBezTo>
                <a:cubicBezTo>
                  <a:pt x="165" y="7"/>
                  <a:pt x="151" y="11"/>
                  <a:pt x="138" y="17"/>
                </a:cubicBezTo>
                <a:cubicBezTo>
                  <a:pt x="124" y="23"/>
                  <a:pt x="111" y="29"/>
                  <a:pt x="99" y="37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5"/>
                  <a:pt x="46" y="87"/>
                  <a:pt x="38" y="99"/>
                </a:cubicBezTo>
                <a:cubicBezTo>
                  <a:pt x="30" y="111"/>
                  <a:pt x="23" y="124"/>
                  <a:pt x="17" y="137"/>
                </a:cubicBezTo>
                <a:cubicBezTo>
                  <a:pt x="12" y="151"/>
                  <a:pt x="8" y="165"/>
                  <a:pt x="5" y="179"/>
                </a:cubicBezTo>
                <a:cubicBezTo>
                  <a:pt x="2" y="193"/>
                  <a:pt x="0" y="208"/>
                  <a:pt x="0" y="222"/>
                </a:cubicBezTo>
                <a:cubicBezTo>
                  <a:pt x="0" y="237"/>
                  <a:pt x="2" y="251"/>
                  <a:pt x="5" y="266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4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8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8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4"/>
                  <a:pt x="423" y="322"/>
                  <a:pt x="429" y="308"/>
                </a:cubicBezTo>
                <a:cubicBezTo>
                  <a:pt x="434" y="295"/>
                  <a:pt x="439" y="281"/>
                  <a:pt x="441" y="266"/>
                </a:cubicBezTo>
                <a:cubicBezTo>
                  <a:pt x="444" y="251"/>
                  <a:pt x="446" y="237"/>
                  <a:pt x="446" y="222"/>
                </a:cubicBezTo>
                <a:cubicBezTo>
                  <a:pt x="446" y="208"/>
                  <a:pt x="444" y="193"/>
                  <a:pt x="441" y="179"/>
                </a:cubicBezTo>
                <a:cubicBezTo>
                  <a:pt x="439" y="165"/>
                  <a:pt x="434" y="151"/>
                  <a:pt x="429" y="137"/>
                </a:cubicBezTo>
                <a:cubicBezTo>
                  <a:pt x="423" y="124"/>
                  <a:pt x="416" y="111"/>
                  <a:pt x="408" y="99"/>
                </a:cubicBezTo>
                <a:cubicBezTo>
                  <a:pt x="400" y="87"/>
                  <a:pt x="391" y="75"/>
                  <a:pt x="381" y="65"/>
                </a:cubicBezTo>
                <a:cubicBezTo>
                  <a:pt x="370" y="55"/>
                  <a:pt x="359" y="46"/>
                  <a:pt x="347" y="37"/>
                </a:cubicBezTo>
                <a:cubicBezTo>
                  <a:pt x="335" y="29"/>
                  <a:pt x="321" y="23"/>
                  <a:pt x="308" y="17"/>
                </a:cubicBezTo>
                <a:cubicBezTo>
                  <a:pt x="294" y="11"/>
                  <a:pt x="280" y="7"/>
                  <a:pt x="266" y="4"/>
                </a:cubicBezTo>
                <a:cubicBezTo>
                  <a:pt x="252" y="1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6395040" y="46612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2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5"/>
                  <a:pt x="113" y="64"/>
                  <a:pt x="102" y="65"/>
                </a:cubicBezTo>
                <a:cubicBezTo>
                  <a:pt x="93" y="67"/>
                  <a:pt x="84" y="71"/>
                  <a:pt x="77" y="79"/>
                </a:cubicBezTo>
                <a:cubicBezTo>
                  <a:pt x="70" y="86"/>
                  <a:pt x="65" y="94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59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2"/>
                </a:lnTo>
                <a:moveTo>
                  <a:pt x="127" y="112"/>
                </a:moveTo>
                <a:cubicBezTo>
                  <a:pt x="127" y="117"/>
                  <a:pt x="126" y="120"/>
                  <a:pt x="123" y="123"/>
                </a:cubicBezTo>
                <a:cubicBezTo>
                  <a:pt x="120" y="126"/>
                  <a:pt x="116" y="128"/>
                  <a:pt x="112" y="128"/>
                </a:cubicBezTo>
                <a:cubicBezTo>
                  <a:pt x="106" y="128"/>
                  <a:pt x="102" y="126"/>
                  <a:pt x="99" y="123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6"/>
                  <a:pt x="112" y="96"/>
                </a:cubicBezTo>
                <a:cubicBezTo>
                  <a:pt x="116" y="96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6426360" y="46443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4"/>
                </a:moveTo>
                <a:cubicBezTo>
                  <a:pt x="48" y="31"/>
                  <a:pt x="46" y="36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6"/>
                  <a:pt x="0" y="31"/>
                  <a:pt x="0" y="24"/>
                </a:cubicBezTo>
                <a:cubicBezTo>
                  <a:pt x="0" y="18"/>
                  <a:pt x="2" y="12"/>
                  <a:pt x="7" y="7"/>
                </a:cubicBezTo>
                <a:cubicBezTo>
                  <a:pt x="11" y="3"/>
                  <a:pt x="17" y="0"/>
                  <a:pt x="24" y="0"/>
                </a:cubicBezTo>
                <a:cubicBezTo>
                  <a:pt x="30" y="0"/>
                  <a:pt x="37" y="3"/>
                  <a:pt x="41" y="7"/>
                </a:cubicBezTo>
                <a:cubicBezTo>
                  <a:pt x="46" y="12"/>
                  <a:pt x="48" y="18"/>
                  <a:pt x="48" y="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4547160" y="464256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6581160" y="464256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3833640" y="49474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