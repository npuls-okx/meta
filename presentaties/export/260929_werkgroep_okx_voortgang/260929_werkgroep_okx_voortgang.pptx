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3.jpeg" ContentType="image/jpeg"/>
  <Override PartName="/ppt/media/image2.png" ContentType="image/png"/>
  <Override PartName="/ppt/media/image4.png" ContentType="image/png"/>
  <Override PartName="/ppt/media/image5.jpeg" ContentType="image/jpe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979720" y="2028240"/>
            <a:ext cx="391428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Werkgroep OKx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186000" y="3037320"/>
            <a:ext cx="3396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kerngroep techniek · 29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50076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71240"/>
            <a:ext cx="1419480" cy="976680"/>
          </a:xfrm>
          <a:custGeom>
            <a:avLst/>
            <a:gdLst/>
            <a:ahLst/>
            <a:rect l="0" t="0" r="r" b="b"/>
            <a:pathLst>
              <a:path w="3943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2"/>
                  <a:pt x="3698" y="6"/>
                </a:cubicBezTo>
                <a:cubicBezTo>
                  <a:pt x="3718" y="9"/>
                  <a:pt x="3737" y="14"/>
                  <a:pt x="3755" y="21"/>
                </a:cubicBezTo>
                <a:cubicBezTo>
                  <a:pt x="3774" y="27"/>
                  <a:pt x="3791" y="35"/>
                  <a:pt x="3808" y="45"/>
                </a:cubicBezTo>
                <a:cubicBezTo>
                  <a:pt x="3824" y="55"/>
                  <a:pt x="3840" y="66"/>
                  <a:pt x="3854" y="78"/>
                </a:cubicBezTo>
                <a:cubicBezTo>
                  <a:pt x="3868" y="90"/>
                  <a:pt x="3881" y="104"/>
                  <a:pt x="3892" y="118"/>
                </a:cubicBezTo>
                <a:cubicBezTo>
                  <a:pt x="3903" y="133"/>
                  <a:pt x="3912" y="148"/>
                  <a:pt x="3920" y="164"/>
                </a:cubicBezTo>
                <a:cubicBezTo>
                  <a:pt x="3928" y="180"/>
                  <a:pt x="3933" y="196"/>
                  <a:pt x="3937" y="213"/>
                </a:cubicBezTo>
                <a:cubicBezTo>
                  <a:pt x="3941" y="231"/>
                  <a:pt x="3943" y="248"/>
                  <a:pt x="3943" y="266"/>
                </a:cubicBezTo>
                <a:lnTo>
                  <a:pt x="3943" y="2409"/>
                </a:lnTo>
                <a:cubicBezTo>
                  <a:pt x="3943" y="2429"/>
                  <a:pt x="3941" y="2449"/>
                  <a:pt x="3937" y="2469"/>
                </a:cubicBezTo>
                <a:cubicBezTo>
                  <a:pt x="3933" y="2488"/>
                  <a:pt x="3928" y="2507"/>
                  <a:pt x="3920" y="2526"/>
                </a:cubicBezTo>
                <a:cubicBezTo>
                  <a:pt x="3912" y="2544"/>
                  <a:pt x="3903" y="2562"/>
                  <a:pt x="3892" y="2578"/>
                </a:cubicBezTo>
                <a:cubicBezTo>
                  <a:pt x="3881" y="2595"/>
                  <a:pt x="3868" y="2610"/>
                  <a:pt x="3854" y="2624"/>
                </a:cubicBezTo>
                <a:cubicBezTo>
                  <a:pt x="3840" y="2638"/>
                  <a:pt x="3824" y="2651"/>
                  <a:pt x="3808" y="2662"/>
                </a:cubicBezTo>
                <a:cubicBezTo>
                  <a:pt x="3791" y="2673"/>
                  <a:pt x="3774" y="2683"/>
                  <a:pt x="3755" y="2690"/>
                </a:cubicBezTo>
                <a:cubicBezTo>
                  <a:pt x="3737" y="2698"/>
                  <a:pt x="3718" y="2704"/>
                  <a:pt x="3698" y="2708"/>
                </a:cubicBezTo>
                <a:cubicBezTo>
                  <a:pt x="3679" y="2712"/>
                  <a:pt x="3659" y="2713"/>
                  <a:pt x="3639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69" y="2683"/>
                  <a:pt x="152" y="2673"/>
                  <a:pt x="135" y="2662"/>
                </a:cubicBezTo>
                <a:cubicBezTo>
                  <a:pt x="118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5" y="2507"/>
                  <a:pt x="9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71360" y="166176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557"/>
                </a:moveTo>
                <a:lnTo>
                  <a:pt x="517" y="557"/>
                </a:lnTo>
                <a:lnTo>
                  <a:pt x="517" y="458"/>
                </a:lnTo>
                <a:cubicBezTo>
                  <a:pt x="517" y="445"/>
                  <a:pt x="514" y="432"/>
                  <a:pt x="509" y="420"/>
                </a:cubicBezTo>
                <a:cubicBezTo>
                  <a:pt x="504" y="408"/>
                  <a:pt x="497" y="397"/>
                  <a:pt x="488" y="388"/>
                </a:cubicBezTo>
                <a:cubicBezTo>
                  <a:pt x="479" y="378"/>
                  <a:pt x="468" y="371"/>
                  <a:pt x="456" y="366"/>
                </a:cubicBezTo>
                <a:cubicBezTo>
                  <a:pt x="444" y="361"/>
                  <a:pt x="431" y="359"/>
                  <a:pt x="418" y="359"/>
                </a:cubicBezTo>
                <a:lnTo>
                  <a:pt x="418" y="319"/>
                </a:lnTo>
                <a:cubicBezTo>
                  <a:pt x="436" y="319"/>
                  <a:pt x="454" y="323"/>
                  <a:pt x="471" y="330"/>
                </a:cubicBezTo>
                <a:cubicBezTo>
                  <a:pt x="488" y="337"/>
                  <a:pt x="503" y="347"/>
                  <a:pt x="516" y="360"/>
                </a:cubicBezTo>
                <a:cubicBezTo>
                  <a:pt x="529" y="373"/>
                  <a:pt x="539" y="388"/>
                  <a:pt x="546" y="405"/>
                </a:cubicBezTo>
                <a:cubicBezTo>
                  <a:pt x="553" y="422"/>
                  <a:pt x="557" y="439"/>
                  <a:pt x="557" y="458"/>
                </a:cubicBezTo>
                <a:lnTo>
                  <a:pt x="557" y="557"/>
                </a:lnTo>
                <a:moveTo>
                  <a:pt x="398" y="557"/>
                </a:moveTo>
                <a:lnTo>
                  <a:pt x="358" y="557"/>
                </a:lnTo>
                <a:lnTo>
                  <a:pt x="358" y="458"/>
                </a:lnTo>
                <a:cubicBezTo>
                  <a:pt x="358" y="445"/>
                  <a:pt x="356" y="432"/>
                  <a:pt x="351" y="420"/>
                </a:cubicBezTo>
                <a:cubicBezTo>
                  <a:pt x="346" y="408"/>
                  <a:pt x="338" y="397"/>
                  <a:pt x="329" y="388"/>
                </a:cubicBezTo>
                <a:cubicBezTo>
                  <a:pt x="320" y="378"/>
                  <a:pt x="309" y="371"/>
                  <a:pt x="297" y="366"/>
                </a:cubicBezTo>
                <a:cubicBezTo>
                  <a:pt x="285" y="361"/>
                  <a:pt x="272" y="359"/>
                  <a:pt x="259" y="359"/>
                </a:cubicBezTo>
                <a:lnTo>
                  <a:pt x="140" y="359"/>
                </a:lnTo>
                <a:cubicBezTo>
                  <a:pt x="127" y="359"/>
                  <a:pt x="114" y="361"/>
                  <a:pt x="102" y="366"/>
                </a:cubicBezTo>
                <a:cubicBezTo>
                  <a:pt x="90" y="371"/>
                  <a:pt x="79" y="378"/>
                  <a:pt x="69" y="388"/>
                </a:cubicBezTo>
                <a:cubicBezTo>
                  <a:pt x="60" y="397"/>
                  <a:pt x="52" y="408"/>
                  <a:pt x="47" y="420"/>
                </a:cubicBezTo>
                <a:cubicBezTo>
                  <a:pt x="42" y="432"/>
                  <a:pt x="40" y="445"/>
                  <a:pt x="40" y="458"/>
                </a:cubicBezTo>
                <a:lnTo>
                  <a:pt x="40" y="557"/>
                </a:lnTo>
                <a:lnTo>
                  <a:pt x="0" y="557"/>
                </a:lnTo>
                <a:lnTo>
                  <a:pt x="0" y="458"/>
                </a:lnTo>
                <a:cubicBezTo>
                  <a:pt x="0" y="439"/>
                  <a:pt x="4" y="422"/>
                  <a:pt x="11" y="405"/>
                </a:cubicBezTo>
                <a:cubicBezTo>
                  <a:pt x="18" y="388"/>
                  <a:pt x="28" y="373"/>
                  <a:pt x="41" y="360"/>
                </a:cubicBezTo>
                <a:cubicBezTo>
                  <a:pt x="54" y="347"/>
                  <a:pt x="69" y="337"/>
                  <a:pt x="87" y="330"/>
                </a:cubicBezTo>
                <a:cubicBezTo>
                  <a:pt x="104" y="323"/>
                  <a:pt x="122" y="319"/>
                  <a:pt x="140" y="319"/>
                </a:cubicBezTo>
                <a:lnTo>
                  <a:pt x="259" y="319"/>
                </a:lnTo>
                <a:cubicBezTo>
                  <a:pt x="277" y="319"/>
                  <a:pt x="295" y="323"/>
                  <a:pt x="312" y="330"/>
                </a:cubicBezTo>
                <a:cubicBezTo>
                  <a:pt x="329" y="337"/>
                  <a:pt x="344" y="347"/>
                  <a:pt x="357" y="360"/>
                </a:cubicBezTo>
                <a:cubicBezTo>
                  <a:pt x="370" y="373"/>
                  <a:pt x="380" y="388"/>
                  <a:pt x="387" y="405"/>
                </a:cubicBezTo>
                <a:cubicBezTo>
                  <a:pt x="394" y="422"/>
                  <a:pt x="398" y="439"/>
                  <a:pt x="398" y="458"/>
                </a:cubicBezTo>
                <a:lnTo>
                  <a:pt x="398" y="557"/>
                </a:lnTo>
                <a:moveTo>
                  <a:pt x="358" y="0"/>
                </a:moveTo>
                <a:lnTo>
                  <a:pt x="358" y="40"/>
                </a:lnTo>
                <a:cubicBezTo>
                  <a:pt x="371" y="40"/>
                  <a:pt x="384" y="43"/>
                  <a:pt x="396" y="48"/>
                </a:cubicBezTo>
                <a:cubicBezTo>
                  <a:pt x="408" y="53"/>
                  <a:pt x="419" y="60"/>
                  <a:pt x="428" y="69"/>
                </a:cubicBezTo>
                <a:cubicBezTo>
                  <a:pt x="438" y="79"/>
                  <a:pt x="445" y="89"/>
                  <a:pt x="450" y="101"/>
                </a:cubicBezTo>
                <a:cubicBezTo>
                  <a:pt x="455" y="115"/>
                  <a:pt x="457" y="127"/>
                  <a:pt x="457" y="140"/>
                </a:cubicBezTo>
                <a:cubicBezTo>
                  <a:pt x="457" y="154"/>
                  <a:pt x="455" y="166"/>
                  <a:pt x="450" y="178"/>
                </a:cubicBezTo>
                <a:cubicBezTo>
                  <a:pt x="445" y="191"/>
                  <a:pt x="438" y="201"/>
                  <a:pt x="428" y="211"/>
                </a:cubicBezTo>
                <a:cubicBezTo>
                  <a:pt x="419" y="220"/>
                  <a:pt x="408" y="227"/>
                  <a:pt x="396" y="232"/>
                </a:cubicBezTo>
                <a:cubicBezTo>
                  <a:pt x="384" y="237"/>
                  <a:pt x="371" y="240"/>
                  <a:pt x="358" y="240"/>
                </a:cubicBezTo>
                <a:lnTo>
                  <a:pt x="358" y="279"/>
                </a:lnTo>
                <a:cubicBezTo>
                  <a:pt x="377" y="279"/>
                  <a:pt x="394" y="276"/>
                  <a:pt x="411" y="269"/>
                </a:cubicBezTo>
                <a:cubicBezTo>
                  <a:pt x="428" y="262"/>
                  <a:pt x="443" y="252"/>
                  <a:pt x="456" y="239"/>
                </a:cubicBezTo>
                <a:cubicBezTo>
                  <a:pt x="469" y="226"/>
                  <a:pt x="480" y="211"/>
                  <a:pt x="487" y="194"/>
                </a:cubicBezTo>
                <a:cubicBezTo>
                  <a:pt x="494" y="177"/>
                  <a:pt x="497" y="159"/>
                  <a:pt x="497" y="140"/>
                </a:cubicBezTo>
                <a:cubicBezTo>
                  <a:pt x="497" y="122"/>
                  <a:pt x="494" y="104"/>
                  <a:pt x="487" y="86"/>
                </a:cubicBezTo>
                <a:cubicBezTo>
                  <a:pt x="480" y="69"/>
                  <a:pt x="469" y="54"/>
                  <a:pt x="456" y="41"/>
                </a:cubicBezTo>
                <a:cubicBezTo>
                  <a:pt x="443" y="28"/>
                  <a:pt x="428" y="18"/>
                  <a:pt x="411" y="11"/>
                </a:cubicBezTo>
                <a:cubicBezTo>
                  <a:pt x="394" y="4"/>
                  <a:pt x="377" y="0"/>
                  <a:pt x="358" y="0"/>
                </a:cubicBezTo>
                <a:moveTo>
                  <a:pt x="199" y="40"/>
                </a:moveTo>
                <a:cubicBezTo>
                  <a:pt x="213" y="40"/>
                  <a:pt x="225" y="43"/>
                  <a:pt x="237" y="48"/>
                </a:cubicBezTo>
                <a:cubicBezTo>
                  <a:pt x="250" y="53"/>
                  <a:pt x="260" y="60"/>
                  <a:pt x="270" y="69"/>
                </a:cubicBezTo>
                <a:cubicBezTo>
                  <a:pt x="279" y="79"/>
                  <a:pt x="286" y="89"/>
                  <a:pt x="291" y="101"/>
                </a:cubicBezTo>
                <a:cubicBezTo>
                  <a:pt x="296" y="115"/>
                  <a:pt x="299" y="127"/>
                  <a:pt x="299" y="140"/>
                </a:cubicBezTo>
                <a:cubicBezTo>
                  <a:pt x="299" y="154"/>
                  <a:pt x="296" y="166"/>
                  <a:pt x="291" y="178"/>
                </a:cubicBezTo>
                <a:cubicBezTo>
                  <a:pt x="286" y="191"/>
                  <a:pt x="279" y="201"/>
                  <a:pt x="270" y="211"/>
                </a:cubicBezTo>
                <a:cubicBezTo>
                  <a:pt x="260" y="220"/>
                  <a:pt x="250" y="227"/>
                  <a:pt x="237" y="232"/>
                </a:cubicBezTo>
                <a:cubicBezTo>
                  <a:pt x="225" y="237"/>
                  <a:pt x="213" y="240"/>
                  <a:pt x="199" y="240"/>
                </a:cubicBezTo>
                <a:cubicBezTo>
                  <a:pt x="186" y="240"/>
                  <a:pt x="174" y="237"/>
                  <a:pt x="162" y="232"/>
                </a:cubicBezTo>
                <a:cubicBezTo>
                  <a:pt x="149" y="227"/>
                  <a:pt x="139" y="220"/>
                  <a:pt x="129" y="211"/>
                </a:cubicBezTo>
                <a:cubicBezTo>
                  <a:pt x="120" y="201"/>
                  <a:pt x="113" y="191"/>
                  <a:pt x="108" y="178"/>
                </a:cubicBezTo>
                <a:cubicBezTo>
                  <a:pt x="103" y="166"/>
                  <a:pt x="100" y="154"/>
                  <a:pt x="100" y="140"/>
                </a:cubicBezTo>
                <a:cubicBezTo>
                  <a:pt x="100" y="127"/>
                  <a:pt x="103" y="115"/>
                  <a:pt x="108" y="101"/>
                </a:cubicBezTo>
                <a:cubicBezTo>
                  <a:pt x="113" y="89"/>
                  <a:pt x="120" y="79"/>
                  <a:pt x="129" y="69"/>
                </a:cubicBezTo>
                <a:cubicBezTo>
                  <a:pt x="139" y="60"/>
                  <a:pt x="149" y="53"/>
                  <a:pt x="162" y="48"/>
                </a:cubicBezTo>
                <a:cubicBezTo>
                  <a:pt x="174" y="43"/>
                  <a:pt x="186" y="40"/>
                  <a:pt x="199" y="40"/>
                </a:cubicBezTo>
                <a:moveTo>
                  <a:pt x="199" y="0"/>
                </a:moveTo>
                <a:cubicBezTo>
                  <a:pt x="181" y="0"/>
                  <a:pt x="163" y="4"/>
                  <a:pt x="146" y="11"/>
                </a:cubicBezTo>
                <a:cubicBezTo>
                  <a:pt x="129" y="18"/>
                  <a:pt x="114" y="28"/>
                  <a:pt x="101" y="41"/>
                </a:cubicBezTo>
                <a:cubicBezTo>
                  <a:pt x="88" y="54"/>
                  <a:pt x="78" y="69"/>
                  <a:pt x="70" y="86"/>
                </a:cubicBezTo>
                <a:cubicBezTo>
                  <a:pt x="63" y="104"/>
                  <a:pt x="60" y="122"/>
                  <a:pt x="60" y="140"/>
                </a:cubicBezTo>
                <a:cubicBezTo>
                  <a:pt x="60" y="159"/>
                  <a:pt x="63" y="177"/>
                  <a:pt x="70" y="194"/>
                </a:cubicBezTo>
                <a:cubicBezTo>
                  <a:pt x="78" y="211"/>
                  <a:pt x="88" y="226"/>
                  <a:pt x="101" y="239"/>
                </a:cubicBezTo>
                <a:cubicBezTo>
                  <a:pt x="114" y="252"/>
                  <a:pt x="129" y="262"/>
                  <a:pt x="146" y="269"/>
                </a:cubicBezTo>
                <a:cubicBezTo>
                  <a:pt x="163" y="276"/>
                  <a:pt x="181" y="279"/>
                  <a:pt x="199" y="279"/>
                </a:cubicBezTo>
                <a:cubicBezTo>
                  <a:pt x="218" y="279"/>
                  <a:pt x="236" y="276"/>
                  <a:pt x="253" y="269"/>
                </a:cubicBezTo>
                <a:cubicBezTo>
                  <a:pt x="270" y="262"/>
                  <a:pt x="285" y="252"/>
                  <a:pt x="298" y="239"/>
                </a:cubicBezTo>
                <a:cubicBezTo>
                  <a:pt x="311" y="226"/>
                  <a:pt x="321" y="211"/>
                  <a:pt x="328" y="194"/>
                </a:cubicBezTo>
                <a:cubicBezTo>
                  <a:pt x="335" y="177"/>
                  <a:pt x="338" y="159"/>
                  <a:pt x="338" y="140"/>
                </a:cubicBezTo>
                <a:cubicBezTo>
                  <a:pt x="338" y="122"/>
                  <a:pt x="335" y="104"/>
                  <a:pt x="328" y="86"/>
                </a:cubicBezTo>
                <a:cubicBezTo>
                  <a:pt x="321" y="69"/>
                  <a:pt x="311" y="54"/>
                  <a:pt x="298" y="41"/>
                </a:cubicBezTo>
                <a:cubicBezTo>
                  <a:pt x="285" y="28"/>
                  <a:pt x="270" y="18"/>
                  <a:pt x="253" y="11"/>
                </a:cubicBezTo>
                <a:cubicBezTo>
                  <a:pt x="236" y="4"/>
                  <a:pt x="218" y="0"/>
                  <a:pt x="19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8936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40600" y="1925280"/>
            <a:ext cx="785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71240"/>
            <a:ext cx="1428840" cy="976680"/>
          </a:xfrm>
          <a:custGeom>
            <a:avLst/>
            <a:gdLst/>
            <a:ahLst/>
            <a:rect l="0" t="0" r="r" b="b"/>
            <a:pathLst>
              <a:path w="3969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2"/>
                  <a:pt x="3723" y="6"/>
                </a:cubicBezTo>
                <a:cubicBezTo>
                  <a:pt x="3743" y="9"/>
                  <a:pt x="3762" y="14"/>
                  <a:pt x="3781" y="21"/>
                </a:cubicBezTo>
                <a:cubicBezTo>
                  <a:pt x="3800" y="27"/>
                  <a:pt x="3818" y="35"/>
                  <a:pt x="3834" y="45"/>
                </a:cubicBezTo>
                <a:cubicBezTo>
                  <a:pt x="3851" y="55"/>
                  <a:pt x="3866" y="66"/>
                  <a:pt x="3880" y="78"/>
                </a:cubicBezTo>
                <a:cubicBezTo>
                  <a:pt x="3894" y="90"/>
                  <a:pt x="3907" y="104"/>
                  <a:pt x="3918" y="118"/>
                </a:cubicBezTo>
                <a:cubicBezTo>
                  <a:pt x="3929" y="133"/>
                  <a:pt x="3939" y="148"/>
                  <a:pt x="3946" y="164"/>
                </a:cubicBezTo>
                <a:cubicBezTo>
                  <a:pt x="3954" y="180"/>
                  <a:pt x="3960" y="196"/>
                  <a:pt x="3964" y="213"/>
                </a:cubicBezTo>
                <a:cubicBezTo>
                  <a:pt x="3967" y="231"/>
                  <a:pt x="3969" y="248"/>
                  <a:pt x="3969" y="266"/>
                </a:cubicBezTo>
                <a:lnTo>
                  <a:pt x="3969" y="2409"/>
                </a:lnTo>
                <a:cubicBezTo>
                  <a:pt x="3969" y="2429"/>
                  <a:pt x="3967" y="2449"/>
                  <a:pt x="3964" y="2469"/>
                </a:cubicBezTo>
                <a:cubicBezTo>
                  <a:pt x="3960" y="2488"/>
                  <a:pt x="3954" y="2507"/>
                  <a:pt x="3946" y="2526"/>
                </a:cubicBezTo>
                <a:cubicBezTo>
                  <a:pt x="3939" y="2544"/>
                  <a:pt x="3929" y="2562"/>
                  <a:pt x="3918" y="2578"/>
                </a:cubicBezTo>
                <a:cubicBezTo>
                  <a:pt x="3907" y="2595"/>
                  <a:pt x="3894" y="2610"/>
                  <a:pt x="3880" y="2624"/>
                </a:cubicBezTo>
                <a:cubicBezTo>
                  <a:pt x="3866" y="2638"/>
                  <a:pt x="3851" y="2651"/>
                  <a:pt x="3834" y="2662"/>
                </a:cubicBezTo>
                <a:cubicBezTo>
                  <a:pt x="3818" y="2673"/>
                  <a:pt x="3800" y="2683"/>
                  <a:pt x="3781" y="2690"/>
                </a:cubicBezTo>
                <a:cubicBezTo>
                  <a:pt x="3762" y="2698"/>
                  <a:pt x="3743" y="2704"/>
                  <a:pt x="3723" y="2708"/>
                </a:cubicBezTo>
                <a:cubicBezTo>
                  <a:pt x="3704" y="2712"/>
                  <a:pt x="3684" y="2713"/>
                  <a:pt x="3664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7" y="2690"/>
                </a:cubicBezTo>
                <a:cubicBezTo>
                  <a:pt x="169" y="2683"/>
                  <a:pt x="151" y="2673"/>
                  <a:pt x="135" y="2662"/>
                </a:cubicBezTo>
                <a:cubicBezTo>
                  <a:pt x="118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0" y="2544"/>
                  <a:pt x="23" y="2526"/>
                </a:cubicBezTo>
                <a:cubicBezTo>
                  <a:pt x="15" y="2507"/>
                  <a:pt x="9" y="2488"/>
                  <a:pt x="5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823840" y="1661760"/>
            <a:ext cx="199800" cy="200520"/>
          </a:xfrm>
          <a:custGeom>
            <a:avLst/>
            <a:gdLst/>
            <a:ahLst/>
            <a:rect l="0" t="0" r="r" b="b"/>
            <a:pathLst>
              <a:path w="555" h="557">
                <a:moveTo>
                  <a:pt x="384" y="58"/>
                </a:moveTo>
                <a:lnTo>
                  <a:pt x="295" y="4"/>
                </a:lnTo>
                <a:cubicBezTo>
                  <a:pt x="289" y="2"/>
                  <a:pt x="285" y="0"/>
                  <a:pt x="279" y="0"/>
                </a:cubicBezTo>
                <a:cubicBezTo>
                  <a:pt x="273" y="0"/>
                  <a:pt x="269" y="2"/>
                  <a:pt x="265" y="4"/>
                </a:cubicBezTo>
                <a:lnTo>
                  <a:pt x="175" y="58"/>
                </a:lnTo>
                <a:cubicBezTo>
                  <a:pt x="165" y="64"/>
                  <a:pt x="159" y="74"/>
                  <a:pt x="159" y="84"/>
                </a:cubicBezTo>
                <a:lnTo>
                  <a:pt x="159" y="196"/>
                </a:lnTo>
                <a:cubicBezTo>
                  <a:pt x="159" y="206"/>
                  <a:pt x="165" y="216"/>
                  <a:pt x="173" y="222"/>
                </a:cubicBezTo>
                <a:lnTo>
                  <a:pt x="263" y="275"/>
                </a:lnTo>
                <a:cubicBezTo>
                  <a:pt x="267" y="277"/>
                  <a:pt x="273" y="279"/>
                  <a:pt x="277" y="279"/>
                </a:cubicBezTo>
                <a:cubicBezTo>
                  <a:pt x="281" y="279"/>
                  <a:pt x="287" y="277"/>
                  <a:pt x="291" y="275"/>
                </a:cubicBezTo>
                <a:lnTo>
                  <a:pt x="380" y="222"/>
                </a:lnTo>
                <a:cubicBezTo>
                  <a:pt x="388" y="216"/>
                  <a:pt x="394" y="208"/>
                  <a:pt x="394" y="196"/>
                </a:cubicBezTo>
                <a:lnTo>
                  <a:pt x="394" y="84"/>
                </a:lnTo>
                <a:cubicBezTo>
                  <a:pt x="398" y="74"/>
                  <a:pt x="392" y="64"/>
                  <a:pt x="384" y="58"/>
                </a:cubicBezTo>
                <a:moveTo>
                  <a:pt x="359" y="190"/>
                </a:moveTo>
                <a:lnTo>
                  <a:pt x="279" y="238"/>
                </a:lnTo>
                <a:lnTo>
                  <a:pt x="200" y="190"/>
                </a:lnTo>
                <a:lnTo>
                  <a:pt x="200" y="90"/>
                </a:lnTo>
                <a:lnTo>
                  <a:pt x="279" y="42"/>
                </a:lnTo>
                <a:lnTo>
                  <a:pt x="359" y="90"/>
                </a:lnTo>
                <a:lnTo>
                  <a:pt x="359" y="190"/>
                </a:lnTo>
                <a:moveTo>
                  <a:pt x="543" y="337"/>
                </a:moveTo>
                <a:lnTo>
                  <a:pt x="454" y="283"/>
                </a:lnTo>
                <a:cubicBezTo>
                  <a:pt x="448" y="281"/>
                  <a:pt x="444" y="279"/>
                  <a:pt x="438" y="279"/>
                </a:cubicBezTo>
                <a:cubicBezTo>
                  <a:pt x="432" y="279"/>
                  <a:pt x="428" y="281"/>
                  <a:pt x="424" y="283"/>
                </a:cubicBezTo>
                <a:lnTo>
                  <a:pt x="335" y="337"/>
                </a:lnTo>
                <a:cubicBezTo>
                  <a:pt x="327" y="343"/>
                  <a:pt x="321" y="351"/>
                  <a:pt x="321" y="363"/>
                </a:cubicBezTo>
                <a:lnTo>
                  <a:pt x="321" y="474"/>
                </a:lnTo>
                <a:cubicBezTo>
                  <a:pt x="321" y="484"/>
                  <a:pt x="327" y="494"/>
                  <a:pt x="335" y="500"/>
                </a:cubicBezTo>
                <a:lnTo>
                  <a:pt x="424" y="553"/>
                </a:lnTo>
                <a:cubicBezTo>
                  <a:pt x="428" y="555"/>
                  <a:pt x="434" y="557"/>
                  <a:pt x="438" y="557"/>
                </a:cubicBezTo>
                <a:cubicBezTo>
                  <a:pt x="442" y="557"/>
                  <a:pt x="448" y="555"/>
                  <a:pt x="452" y="553"/>
                </a:cubicBezTo>
                <a:lnTo>
                  <a:pt x="541" y="500"/>
                </a:lnTo>
                <a:cubicBezTo>
                  <a:pt x="549" y="494"/>
                  <a:pt x="555" y="486"/>
                  <a:pt x="555" y="474"/>
                </a:cubicBezTo>
                <a:lnTo>
                  <a:pt x="555" y="363"/>
                </a:lnTo>
                <a:cubicBezTo>
                  <a:pt x="557" y="353"/>
                  <a:pt x="551" y="343"/>
                  <a:pt x="543" y="337"/>
                </a:cubicBezTo>
                <a:moveTo>
                  <a:pt x="517" y="468"/>
                </a:moveTo>
                <a:lnTo>
                  <a:pt x="438" y="515"/>
                </a:lnTo>
                <a:lnTo>
                  <a:pt x="359" y="468"/>
                </a:lnTo>
                <a:lnTo>
                  <a:pt x="359" y="369"/>
                </a:lnTo>
                <a:lnTo>
                  <a:pt x="438" y="321"/>
                </a:lnTo>
                <a:lnTo>
                  <a:pt x="517" y="369"/>
                </a:lnTo>
                <a:lnTo>
                  <a:pt x="517" y="468"/>
                </a:lnTo>
                <a:moveTo>
                  <a:pt x="226" y="337"/>
                </a:moveTo>
                <a:lnTo>
                  <a:pt x="135" y="283"/>
                </a:lnTo>
                <a:cubicBezTo>
                  <a:pt x="129" y="281"/>
                  <a:pt x="125" y="279"/>
                  <a:pt x="119" y="279"/>
                </a:cubicBezTo>
                <a:cubicBezTo>
                  <a:pt x="114" y="279"/>
                  <a:pt x="110" y="281"/>
                  <a:pt x="106" y="283"/>
                </a:cubicBezTo>
                <a:lnTo>
                  <a:pt x="16" y="337"/>
                </a:lnTo>
                <a:cubicBezTo>
                  <a:pt x="6" y="343"/>
                  <a:pt x="0" y="353"/>
                  <a:pt x="0" y="363"/>
                </a:cubicBezTo>
                <a:lnTo>
                  <a:pt x="0" y="474"/>
                </a:lnTo>
                <a:cubicBezTo>
                  <a:pt x="0" y="484"/>
                  <a:pt x="6" y="494"/>
                  <a:pt x="14" y="500"/>
                </a:cubicBezTo>
                <a:lnTo>
                  <a:pt x="104" y="553"/>
                </a:lnTo>
                <a:cubicBezTo>
                  <a:pt x="110" y="555"/>
                  <a:pt x="114" y="557"/>
                  <a:pt x="119" y="557"/>
                </a:cubicBezTo>
                <a:cubicBezTo>
                  <a:pt x="125" y="557"/>
                  <a:pt x="129" y="555"/>
                  <a:pt x="133" y="553"/>
                </a:cubicBezTo>
                <a:lnTo>
                  <a:pt x="224" y="500"/>
                </a:lnTo>
                <a:cubicBezTo>
                  <a:pt x="232" y="494"/>
                  <a:pt x="238" y="486"/>
                  <a:pt x="238" y="474"/>
                </a:cubicBezTo>
                <a:lnTo>
                  <a:pt x="238" y="363"/>
                </a:lnTo>
                <a:cubicBezTo>
                  <a:pt x="240" y="353"/>
                  <a:pt x="234" y="343"/>
                  <a:pt x="226" y="337"/>
                </a:cubicBezTo>
                <a:moveTo>
                  <a:pt x="200" y="468"/>
                </a:moveTo>
                <a:lnTo>
                  <a:pt x="119" y="515"/>
                </a:lnTo>
                <a:lnTo>
                  <a:pt x="40" y="468"/>
                </a:lnTo>
                <a:lnTo>
                  <a:pt x="40" y="369"/>
                </a:lnTo>
                <a:lnTo>
                  <a:pt x="119" y="321"/>
                </a:lnTo>
                <a:lnTo>
                  <a:pt x="200" y="369"/>
                </a:lnTo>
                <a:lnTo>
                  <a:pt x="200" y="46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30080" y="1925280"/>
            <a:ext cx="91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71240"/>
            <a:ext cx="1419480" cy="976680"/>
          </a:xfrm>
          <a:custGeom>
            <a:avLst/>
            <a:gdLst/>
            <a:ahLst/>
            <a:rect l="0" t="0" r="r" b="b"/>
            <a:pathLst>
              <a:path w="3943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2"/>
                  <a:pt x="3698" y="6"/>
                </a:cubicBezTo>
                <a:cubicBezTo>
                  <a:pt x="3718" y="9"/>
                  <a:pt x="3737" y="14"/>
                  <a:pt x="3755" y="21"/>
                </a:cubicBezTo>
                <a:cubicBezTo>
                  <a:pt x="3774" y="27"/>
                  <a:pt x="3791" y="35"/>
                  <a:pt x="3808" y="45"/>
                </a:cubicBezTo>
                <a:cubicBezTo>
                  <a:pt x="3825" y="55"/>
                  <a:pt x="3840" y="66"/>
                  <a:pt x="3854" y="78"/>
                </a:cubicBezTo>
                <a:cubicBezTo>
                  <a:pt x="3868" y="90"/>
                  <a:pt x="3881" y="104"/>
                  <a:pt x="3892" y="118"/>
                </a:cubicBezTo>
                <a:cubicBezTo>
                  <a:pt x="3903" y="133"/>
                  <a:pt x="3912" y="148"/>
                  <a:pt x="3920" y="164"/>
                </a:cubicBezTo>
                <a:cubicBezTo>
                  <a:pt x="3928" y="180"/>
                  <a:pt x="3933" y="196"/>
                  <a:pt x="3937" y="213"/>
                </a:cubicBezTo>
                <a:cubicBezTo>
                  <a:pt x="3941" y="231"/>
                  <a:pt x="3943" y="248"/>
                  <a:pt x="3943" y="266"/>
                </a:cubicBezTo>
                <a:lnTo>
                  <a:pt x="3943" y="2409"/>
                </a:lnTo>
                <a:cubicBezTo>
                  <a:pt x="3943" y="2429"/>
                  <a:pt x="3941" y="2449"/>
                  <a:pt x="3937" y="2469"/>
                </a:cubicBezTo>
                <a:cubicBezTo>
                  <a:pt x="3933" y="2488"/>
                  <a:pt x="3928" y="2507"/>
                  <a:pt x="3920" y="2526"/>
                </a:cubicBezTo>
                <a:cubicBezTo>
                  <a:pt x="3912" y="2544"/>
                  <a:pt x="3903" y="2562"/>
                  <a:pt x="3892" y="2578"/>
                </a:cubicBezTo>
                <a:cubicBezTo>
                  <a:pt x="3881" y="2595"/>
                  <a:pt x="3868" y="2610"/>
                  <a:pt x="3854" y="2624"/>
                </a:cubicBezTo>
                <a:cubicBezTo>
                  <a:pt x="3840" y="2638"/>
                  <a:pt x="3825" y="2651"/>
                  <a:pt x="3808" y="2662"/>
                </a:cubicBezTo>
                <a:cubicBezTo>
                  <a:pt x="3791" y="2673"/>
                  <a:pt x="3774" y="2683"/>
                  <a:pt x="3755" y="2690"/>
                </a:cubicBezTo>
                <a:cubicBezTo>
                  <a:pt x="3737" y="2698"/>
                  <a:pt x="3718" y="2704"/>
                  <a:pt x="3698" y="2708"/>
                </a:cubicBezTo>
                <a:cubicBezTo>
                  <a:pt x="3679" y="2712"/>
                  <a:pt x="3659" y="2713"/>
                  <a:pt x="3639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69" y="2683"/>
                  <a:pt x="152" y="2673"/>
                  <a:pt x="135" y="2662"/>
                </a:cubicBezTo>
                <a:cubicBezTo>
                  <a:pt x="119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5" y="2507"/>
                  <a:pt x="10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95760" y="1719000"/>
            <a:ext cx="143280" cy="86040"/>
          </a:xfrm>
          <a:custGeom>
            <a:avLst/>
            <a:gdLst/>
            <a:ahLst/>
            <a:rect l="0" t="0" r="r" b="b"/>
            <a:pathLst>
              <a:path w="398" h="239">
                <a:moveTo>
                  <a:pt x="259" y="0"/>
                </a:moveTo>
                <a:lnTo>
                  <a:pt x="398" y="0"/>
                </a:lnTo>
                <a:lnTo>
                  <a:pt x="398" y="40"/>
                </a:lnTo>
                <a:lnTo>
                  <a:pt x="259" y="40"/>
                </a:lnTo>
                <a:lnTo>
                  <a:pt x="259" y="0"/>
                </a:lnTo>
                <a:moveTo>
                  <a:pt x="259" y="99"/>
                </a:moveTo>
                <a:lnTo>
                  <a:pt x="398" y="99"/>
                </a:lnTo>
                <a:lnTo>
                  <a:pt x="398" y="140"/>
                </a:lnTo>
                <a:lnTo>
                  <a:pt x="259" y="140"/>
                </a:lnTo>
                <a:lnTo>
                  <a:pt x="259" y="99"/>
                </a:lnTo>
                <a:moveTo>
                  <a:pt x="259" y="200"/>
                </a:moveTo>
                <a:lnTo>
                  <a:pt x="398" y="200"/>
                </a:lnTo>
                <a:lnTo>
                  <a:pt x="398" y="239"/>
                </a:lnTo>
                <a:lnTo>
                  <a:pt x="259" y="239"/>
                </a:lnTo>
                <a:lnTo>
                  <a:pt x="259" y="200"/>
                </a:lnTo>
                <a:moveTo>
                  <a:pt x="0" y="0"/>
                </a:moveTo>
                <a:lnTo>
                  <a:pt x="140" y="0"/>
                </a:lnTo>
                <a:lnTo>
                  <a:pt x="140" y="40"/>
                </a:lnTo>
                <a:lnTo>
                  <a:pt x="0" y="40"/>
                </a:lnTo>
                <a:lnTo>
                  <a:pt x="0" y="0"/>
                </a:lnTo>
                <a:moveTo>
                  <a:pt x="0" y="99"/>
                </a:moveTo>
                <a:lnTo>
                  <a:pt x="140" y="99"/>
                </a:lnTo>
                <a:lnTo>
                  <a:pt x="140" y="140"/>
                </a:lnTo>
                <a:lnTo>
                  <a:pt x="0" y="140"/>
                </a:lnTo>
                <a:lnTo>
                  <a:pt x="0" y="99"/>
                </a:lnTo>
                <a:moveTo>
                  <a:pt x="0" y="200"/>
                </a:moveTo>
                <a:lnTo>
                  <a:pt x="140" y="200"/>
                </a:lnTo>
                <a:lnTo>
                  <a:pt x="140" y="239"/>
                </a:lnTo>
                <a:lnTo>
                  <a:pt x="0" y="239"/>
                </a:lnTo>
                <a:lnTo>
                  <a:pt x="0" y="20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6960" y="1683360"/>
            <a:ext cx="200520" cy="157680"/>
          </a:xfrm>
          <a:custGeom>
            <a:avLst/>
            <a:gdLst/>
            <a:ahLst/>
            <a:rect l="0" t="0" r="r" b="b"/>
            <a:pathLst>
              <a:path w="557" h="438">
                <a:moveTo>
                  <a:pt x="517" y="0"/>
                </a:moveTo>
                <a:lnTo>
                  <a:pt x="40" y="0"/>
                </a:lnTo>
                <a:cubicBezTo>
                  <a:pt x="35" y="0"/>
                  <a:pt x="30" y="1"/>
                  <a:pt x="25" y="3"/>
                </a:cubicBezTo>
                <a:cubicBezTo>
                  <a:pt x="20" y="5"/>
                  <a:pt x="16" y="8"/>
                  <a:pt x="12" y="12"/>
                </a:cubicBezTo>
                <a:cubicBezTo>
                  <a:pt x="8" y="15"/>
                  <a:pt x="5" y="20"/>
                  <a:pt x="3" y="25"/>
                </a:cubicBezTo>
                <a:cubicBezTo>
                  <a:pt x="1" y="29"/>
                  <a:pt x="0" y="34"/>
                  <a:pt x="0" y="40"/>
                </a:cubicBezTo>
                <a:lnTo>
                  <a:pt x="0" y="398"/>
                </a:lnTo>
                <a:cubicBezTo>
                  <a:pt x="0" y="403"/>
                  <a:pt x="1" y="408"/>
                  <a:pt x="3" y="413"/>
                </a:cubicBezTo>
                <a:cubicBezTo>
                  <a:pt x="5" y="418"/>
                  <a:pt x="8" y="422"/>
                  <a:pt x="12" y="426"/>
                </a:cubicBezTo>
                <a:cubicBezTo>
                  <a:pt x="16" y="430"/>
                  <a:pt x="20" y="433"/>
                  <a:pt x="25" y="435"/>
                </a:cubicBezTo>
                <a:cubicBezTo>
                  <a:pt x="30" y="437"/>
                  <a:pt x="35" y="438"/>
                  <a:pt x="40" y="438"/>
                </a:cubicBezTo>
                <a:lnTo>
                  <a:pt x="517" y="438"/>
                </a:lnTo>
                <a:cubicBezTo>
                  <a:pt x="522" y="438"/>
                  <a:pt x="528" y="437"/>
                  <a:pt x="532" y="435"/>
                </a:cubicBezTo>
                <a:cubicBezTo>
                  <a:pt x="537" y="433"/>
                  <a:pt x="542" y="430"/>
                  <a:pt x="545" y="426"/>
                </a:cubicBezTo>
                <a:cubicBezTo>
                  <a:pt x="549" y="422"/>
                  <a:pt x="552" y="418"/>
                  <a:pt x="554" y="413"/>
                </a:cubicBezTo>
                <a:cubicBezTo>
                  <a:pt x="556" y="408"/>
                  <a:pt x="557" y="403"/>
                  <a:pt x="557" y="398"/>
                </a:cubicBezTo>
                <a:lnTo>
                  <a:pt x="557" y="40"/>
                </a:lnTo>
                <a:cubicBezTo>
                  <a:pt x="557" y="34"/>
                  <a:pt x="556" y="29"/>
                  <a:pt x="554" y="25"/>
                </a:cubicBezTo>
                <a:cubicBezTo>
                  <a:pt x="552" y="20"/>
                  <a:pt x="549" y="15"/>
                  <a:pt x="545" y="12"/>
                </a:cubicBezTo>
                <a:cubicBezTo>
                  <a:pt x="542" y="8"/>
                  <a:pt x="537" y="5"/>
                  <a:pt x="532" y="3"/>
                </a:cubicBezTo>
                <a:cubicBezTo>
                  <a:pt x="528" y="1"/>
                  <a:pt x="522" y="0"/>
                  <a:pt x="517" y="0"/>
                </a:cubicBezTo>
                <a:moveTo>
                  <a:pt x="40" y="40"/>
                </a:moveTo>
                <a:lnTo>
                  <a:pt x="258" y="40"/>
                </a:lnTo>
                <a:lnTo>
                  <a:pt x="258" y="398"/>
                </a:lnTo>
                <a:lnTo>
                  <a:pt x="40" y="398"/>
                </a:lnTo>
                <a:lnTo>
                  <a:pt x="40" y="40"/>
                </a:lnTo>
                <a:moveTo>
                  <a:pt x="298" y="398"/>
                </a:moveTo>
                <a:lnTo>
                  <a:pt x="298" y="40"/>
                </a:lnTo>
                <a:lnTo>
                  <a:pt x="517" y="40"/>
                </a:lnTo>
                <a:lnTo>
                  <a:pt x="517" y="398"/>
                </a:lnTo>
                <a:lnTo>
                  <a:pt x="298" y="39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71840" y="1925280"/>
            <a:ext cx="706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71240"/>
            <a:ext cx="1429200" cy="976680"/>
          </a:xfrm>
          <a:custGeom>
            <a:avLst/>
            <a:gdLst/>
            <a:ahLst/>
            <a:rect l="0" t="0" r="r" b="b"/>
            <a:pathLst>
              <a:path w="3970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2"/>
                  <a:pt x="3725" y="6"/>
                </a:cubicBezTo>
                <a:cubicBezTo>
                  <a:pt x="3744" y="9"/>
                  <a:pt x="3763" y="14"/>
                  <a:pt x="3782" y="21"/>
                </a:cubicBezTo>
                <a:cubicBezTo>
                  <a:pt x="3800" y="27"/>
                  <a:pt x="3818" y="35"/>
                  <a:pt x="3834" y="45"/>
                </a:cubicBezTo>
                <a:cubicBezTo>
                  <a:pt x="3851" y="55"/>
                  <a:pt x="3866" y="66"/>
                  <a:pt x="3880" y="78"/>
                </a:cubicBezTo>
                <a:cubicBezTo>
                  <a:pt x="3895" y="90"/>
                  <a:pt x="3907" y="104"/>
                  <a:pt x="3918" y="118"/>
                </a:cubicBezTo>
                <a:cubicBezTo>
                  <a:pt x="3929" y="133"/>
                  <a:pt x="3939" y="148"/>
                  <a:pt x="3946" y="164"/>
                </a:cubicBezTo>
                <a:cubicBezTo>
                  <a:pt x="3954" y="180"/>
                  <a:pt x="3960" y="196"/>
                  <a:pt x="3964" y="213"/>
                </a:cubicBezTo>
                <a:cubicBezTo>
                  <a:pt x="3968" y="231"/>
                  <a:pt x="3970" y="248"/>
                  <a:pt x="3970" y="266"/>
                </a:cubicBezTo>
                <a:lnTo>
                  <a:pt x="3970" y="2409"/>
                </a:lnTo>
                <a:cubicBezTo>
                  <a:pt x="3970" y="2429"/>
                  <a:pt x="3968" y="2449"/>
                  <a:pt x="3964" y="2469"/>
                </a:cubicBezTo>
                <a:cubicBezTo>
                  <a:pt x="3960" y="2488"/>
                  <a:pt x="3954" y="2507"/>
                  <a:pt x="3946" y="2526"/>
                </a:cubicBezTo>
                <a:cubicBezTo>
                  <a:pt x="3939" y="2544"/>
                  <a:pt x="3929" y="2562"/>
                  <a:pt x="3918" y="2578"/>
                </a:cubicBezTo>
                <a:cubicBezTo>
                  <a:pt x="3907" y="2595"/>
                  <a:pt x="3895" y="2610"/>
                  <a:pt x="3880" y="2624"/>
                </a:cubicBezTo>
                <a:cubicBezTo>
                  <a:pt x="3866" y="2638"/>
                  <a:pt x="3851" y="2651"/>
                  <a:pt x="3834" y="2662"/>
                </a:cubicBezTo>
                <a:cubicBezTo>
                  <a:pt x="3818" y="2673"/>
                  <a:pt x="3800" y="2683"/>
                  <a:pt x="3782" y="2690"/>
                </a:cubicBezTo>
                <a:cubicBezTo>
                  <a:pt x="3763" y="2698"/>
                  <a:pt x="3744" y="2704"/>
                  <a:pt x="3725" y="2708"/>
                </a:cubicBezTo>
                <a:cubicBezTo>
                  <a:pt x="3705" y="2712"/>
                  <a:pt x="3685" y="2713"/>
                  <a:pt x="3665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69" y="2683"/>
                  <a:pt x="152" y="2673"/>
                  <a:pt x="135" y="2662"/>
                </a:cubicBezTo>
                <a:cubicBezTo>
                  <a:pt x="118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5" y="2507"/>
                  <a:pt x="10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310080" y="166176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496" y="339"/>
                </a:moveTo>
                <a:cubicBezTo>
                  <a:pt x="530" y="339"/>
                  <a:pt x="557" y="312"/>
                  <a:pt x="557" y="279"/>
                </a:cubicBezTo>
                <a:cubicBezTo>
                  <a:pt x="557" y="246"/>
                  <a:pt x="530" y="220"/>
                  <a:pt x="496" y="220"/>
                </a:cubicBezTo>
                <a:cubicBezTo>
                  <a:pt x="484" y="220"/>
                  <a:pt x="472" y="223"/>
                  <a:pt x="462" y="231"/>
                </a:cubicBezTo>
                <a:cubicBezTo>
                  <a:pt x="452" y="238"/>
                  <a:pt x="445" y="248"/>
                  <a:pt x="440" y="259"/>
                </a:cubicBezTo>
                <a:lnTo>
                  <a:pt x="326" y="259"/>
                </a:lnTo>
                <a:lnTo>
                  <a:pt x="471" y="115"/>
                </a:lnTo>
                <a:cubicBezTo>
                  <a:pt x="478" y="118"/>
                  <a:pt x="487" y="121"/>
                  <a:pt x="496" y="121"/>
                </a:cubicBezTo>
                <a:cubicBezTo>
                  <a:pt x="530" y="121"/>
                  <a:pt x="557" y="93"/>
                  <a:pt x="557" y="60"/>
                </a:cubicBezTo>
                <a:cubicBezTo>
                  <a:pt x="557" y="27"/>
                  <a:pt x="530" y="0"/>
                  <a:pt x="496" y="0"/>
                </a:cubicBezTo>
                <a:cubicBezTo>
                  <a:pt x="463" y="0"/>
                  <a:pt x="437" y="27"/>
                  <a:pt x="437" y="60"/>
                </a:cubicBezTo>
                <a:cubicBezTo>
                  <a:pt x="437" y="69"/>
                  <a:pt x="439" y="78"/>
                  <a:pt x="443" y="86"/>
                </a:cubicBezTo>
                <a:lnTo>
                  <a:pt x="278" y="251"/>
                </a:lnTo>
                <a:lnTo>
                  <a:pt x="278" y="121"/>
                </a:lnTo>
                <a:cubicBezTo>
                  <a:pt x="278" y="98"/>
                  <a:pt x="296" y="80"/>
                  <a:pt x="318" y="80"/>
                </a:cubicBezTo>
                <a:lnTo>
                  <a:pt x="357" y="80"/>
                </a:lnTo>
                <a:lnTo>
                  <a:pt x="357" y="40"/>
                </a:lnTo>
                <a:lnTo>
                  <a:pt x="318" y="40"/>
                </a:lnTo>
                <a:cubicBezTo>
                  <a:pt x="294" y="40"/>
                  <a:pt x="273" y="51"/>
                  <a:pt x="258" y="68"/>
                </a:cubicBezTo>
                <a:cubicBezTo>
                  <a:pt x="242" y="49"/>
                  <a:pt x="223" y="40"/>
                  <a:pt x="199" y="40"/>
                </a:cubicBezTo>
                <a:lnTo>
                  <a:pt x="179" y="40"/>
                </a:lnTo>
                <a:cubicBezTo>
                  <a:pt x="80" y="40"/>
                  <a:pt x="0" y="121"/>
                  <a:pt x="0" y="220"/>
                </a:cubicBezTo>
                <a:lnTo>
                  <a:pt x="0" y="339"/>
                </a:lnTo>
                <a:cubicBezTo>
                  <a:pt x="0" y="437"/>
                  <a:pt x="80" y="517"/>
                  <a:pt x="179" y="517"/>
                </a:cubicBezTo>
                <a:lnTo>
                  <a:pt x="199" y="517"/>
                </a:lnTo>
                <a:cubicBezTo>
                  <a:pt x="222" y="517"/>
                  <a:pt x="244" y="507"/>
                  <a:pt x="258" y="490"/>
                </a:cubicBezTo>
                <a:cubicBezTo>
                  <a:pt x="273" y="507"/>
                  <a:pt x="294" y="517"/>
                  <a:pt x="318" y="517"/>
                </a:cubicBezTo>
                <a:lnTo>
                  <a:pt x="357" y="517"/>
                </a:lnTo>
                <a:lnTo>
                  <a:pt x="357" y="478"/>
                </a:lnTo>
                <a:lnTo>
                  <a:pt x="318" y="478"/>
                </a:lnTo>
                <a:cubicBezTo>
                  <a:pt x="296" y="478"/>
                  <a:pt x="278" y="460"/>
                  <a:pt x="278" y="438"/>
                </a:cubicBezTo>
                <a:lnTo>
                  <a:pt x="278" y="307"/>
                </a:lnTo>
                <a:lnTo>
                  <a:pt x="443" y="472"/>
                </a:lnTo>
                <a:cubicBezTo>
                  <a:pt x="439" y="480"/>
                  <a:pt x="437" y="488"/>
                  <a:pt x="437" y="498"/>
                </a:cubicBezTo>
                <a:cubicBezTo>
                  <a:pt x="437" y="530"/>
                  <a:pt x="463" y="557"/>
                  <a:pt x="496" y="557"/>
                </a:cubicBezTo>
                <a:cubicBezTo>
                  <a:pt x="530" y="557"/>
                  <a:pt x="557" y="530"/>
                  <a:pt x="557" y="498"/>
                </a:cubicBezTo>
                <a:cubicBezTo>
                  <a:pt x="557" y="465"/>
                  <a:pt x="530" y="438"/>
                  <a:pt x="496" y="438"/>
                </a:cubicBezTo>
                <a:cubicBezTo>
                  <a:pt x="487" y="438"/>
                  <a:pt x="479" y="440"/>
                  <a:pt x="471" y="444"/>
                </a:cubicBezTo>
                <a:lnTo>
                  <a:pt x="326" y="299"/>
                </a:lnTo>
                <a:lnTo>
                  <a:pt x="440" y="299"/>
                </a:lnTo>
                <a:cubicBezTo>
                  <a:pt x="445" y="311"/>
                  <a:pt x="452" y="321"/>
                  <a:pt x="462" y="328"/>
                </a:cubicBezTo>
                <a:cubicBezTo>
                  <a:pt x="472" y="335"/>
                  <a:pt x="484" y="339"/>
                  <a:pt x="496" y="339"/>
                </a:cubicBezTo>
                <a:moveTo>
                  <a:pt x="496" y="259"/>
                </a:moveTo>
                <a:cubicBezTo>
                  <a:pt x="502" y="259"/>
                  <a:pt x="506" y="261"/>
                  <a:pt x="511" y="265"/>
                </a:cubicBezTo>
                <a:cubicBezTo>
                  <a:pt x="515" y="269"/>
                  <a:pt x="517" y="274"/>
                  <a:pt x="517" y="279"/>
                </a:cubicBezTo>
                <a:cubicBezTo>
                  <a:pt x="517" y="285"/>
                  <a:pt x="515" y="289"/>
                  <a:pt x="511" y="293"/>
                </a:cubicBezTo>
                <a:cubicBezTo>
                  <a:pt x="506" y="297"/>
                  <a:pt x="502" y="299"/>
                  <a:pt x="496" y="299"/>
                </a:cubicBezTo>
                <a:cubicBezTo>
                  <a:pt x="491" y="299"/>
                  <a:pt x="486" y="297"/>
                  <a:pt x="482" y="293"/>
                </a:cubicBezTo>
                <a:cubicBezTo>
                  <a:pt x="478" y="289"/>
                  <a:pt x="476" y="285"/>
                  <a:pt x="476" y="279"/>
                </a:cubicBezTo>
                <a:cubicBezTo>
                  <a:pt x="476" y="274"/>
                  <a:pt x="478" y="269"/>
                  <a:pt x="482" y="265"/>
                </a:cubicBezTo>
                <a:cubicBezTo>
                  <a:pt x="486" y="261"/>
                  <a:pt x="491" y="259"/>
                  <a:pt x="496" y="259"/>
                </a:cubicBezTo>
                <a:moveTo>
                  <a:pt x="496" y="40"/>
                </a:moveTo>
                <a:cubicBezTo>
                  <a:pt x="502" y="40"/>
                  <a:pt x="506" y="42"/>
                  <a:pt x="511" y="46"/>
                </a:cubicBezTo>
                <a:cubicBezTo>
                  <a:pt x="514" y="50"/>
                  <a:pt x="516" y="55"/>
                  <a:pt x="516" y="60"/>
                </a:cubicBezTo>
                <a:cubicBezTo>
                  <a:pt x="516" y="65"/>
                  <a:pt x="514" y="70"/>
                  <a:pt x="511" y="74"/>
                </a:cubicBezTo>
                <a:cubicBezTo>
                  <a:pt x="506" y="78"/>
                  <a:pt x="502" y="80"/>
                  <a:pt x="496" y="80"/>
                </a:cubicBezTo>
                <a:cubicBezTo>
                  <a:pt x="491" y="80"/>
                  <a:pt x="486" y="78"/>
                  <a:pt x="482" y="74"/>
                </a:cubicBezTo>
                <a:cubicBezTo>
                  <a:pt x="478" y="70"/>
                  <a:pt x="476" y="65"/>
                  <a:pt x="476" y="60"/>
                </a:cubicBezTo>
                <a:cubicBezTo>
                  <a:pt x="476" y="55"/>
                  <a:pt x="478" y="50"/>
                  <a:pt x="482" y="46"/>
                </a:cubicBezTo>
                <a:cubicBezTo>
                  <a:pt x="486" y="42"/>
                  <a:pt x="491" y="40"/>
                  <a:pt x="496" y="40"/>
                </a:cubicBezTo>
                <a:moveTo>
                  <a:pt x="238" y="200"/>
                </a:moveTo>
                <a:lnTo>
                  <a:pt x="199" y="200"/>
                </a:lnTo>
                <a:lnTo>
                  <a:pt x="199" y="240"/>
                </a:lnTo>
                <a:lnTo>
                  <a:pt x="238" y="240"/>
                </a:lnTo>
                <a:lnTo>
                  <a:pt x="238" y="319"/>
                </a:lnTo>
                <a:lnTo>
                  <a:pt x="199" y="319"/>
                </a:lnTo>
                <a:cubicBezTo>
                  <a:pt x="166" y="319"/>
                  <a:pt x="139" y="346"/>
                  <a:pt x="139" y="379"/>
                </a:cubicBezTo>
                <a:lnTo>
                  <a:pt x="139" y="418"/>
                </a:lnTo>
                <a:lnTo>
                  <a:pt x="179" y="418"/>
                </a:lnTo>
                <a:lnTo>
                  <a:pt x="179" y="379"/>
                </a:lnTo>
                <a:cubicBezTo>
                  <a:pt x="179" y="373"/>
                  <a:pt x="181" y="368"/>
                  <a:pt x="185" y="364"/>
                </a:cubicBezTo>
                <a:cubicBezTo>
                  <a:pt x="188" y="361"/>
                  <a:pt x="193" y="359"/>
                  <a:pt x="199" y="359"/>
                </a:cubicBezTo>
                <a:lnTo>
                  <a:pt x="238" y="359"/>
                </a:lnTo>
                <a:lnTo>
                  <a:pt x="238" y="438"/>
                </a:lnTo>
                <a:cubicBezTo>
                  <a:pt x="238" y="460"/>
                  <a:pt x="220" y="478"/>
                  <a:pt x="199" y="478"/>
                </a:cubicBezTo>
                <a:lnTo>
                  <a:pt x="179" y="478"/>
                </a:lnTo>
                <a:cubicBezTo>
                  <a:pt x="109" y="478"/>
                  <a:pt x="51" y="426"/>
                  <a:pt x="41" y="359"/>
                </a:cubicBezTo>
                <a:lnTo>
                  <a:pt x="80" y="359"/>
                </a:lnTo>
                <a:lnTo>
                  <a:pt x="80" y="319"/>
                </a:lnTo>
                <a:lnTo>
                  <a:pt x="40" y="319"/>
                </a:lnTo>
                <a:lnTo>
                  <a:pt x="40" y="240"/>
                </a:lnTo>
                <a:lnTo>
                  <a:pt x="99" y="240"/>
                </a:lnTo>
                <a:cubicBezTo>
                  <a:pt x="132" y="240"/>
                  <a:pt x="159" y="213"/>
                  <a:pt x="159" y="180"/>
                </a:cubicBezTo>
                <a:lnTo>
                  <a:pt x="159" y="140"/>
                </a:lnTo>
                <a:lnTo>
                  <a:pt x="119" y="140"/>
                </a:lnTo>
                <a:lnTo>
                  <a:pt x="119" y="180"/>
                </a:lnTo>
                <a:cubicBezTo>
                  <a:pt x="119" y="186"/>
                  <a:pt x="117" y="190"/>
                  <a:pt x="113" y="194"/>
                </a:cubicBezTo>
                <a:cubicBezTo>
                  <a:pt x="110" y="198"/>
                  <a:pt x="105" y="200"/>
                  <a:pt x="99" y="200"/>
                </a:cubicBezTo>
                <a:lnTo>
                  <a:pt x="41" y="200"/>
                </a:lnTo>
                <a:cubicBezTo>
                  <a:pt x="51" y="133"/>
                  <a:pt x="109" y="80"/>
                  <a:pt x="179" y="80"/>
                </a:cubicBezTo>
                <a:lnTo>
                  <a:pt x="199" y="80"/>
                </a:lnTo>
                <a:cubicBezTo>
                  <a:pt x="220" y="80"/>
                  <a:pt x="238" y="98"/>
                  <a:pt x="238" y="121"/>
                </a:cubicBezTo>
                <a:lnTo>
                  <a:pt x="238" y="200"/>
                </a:lnTo>
                <a:moveTo>
                  <a:pt x="517" y="498"/>
                </a:moveTo>
                <a:cubicBezTo>
                  <a:pt x="517" y="503"/>
                  <a:pt x="515" y="507"/>
                  <a:pt x="511" y="511"/>
                </a:cubicBezTo>
                <a:cubicBezTo>
                  <a:pt x="506" y="515"/>
                  <a:pt x="502" y="517"/>
                  <a:pt x="496" y="517"/>
                </a:cubicBezTo>
                <a:cubicBezTo>
                  <a:pt x="491" y="517"/>
                  <a:pt x="486" y="515"/>
                  <a:pt x="483" y="511"/>
                </a:cubicBezTo>
                <a:cubicBezTo>
                  <a:pt x="479" y="507"/>
                  <a:pt x="477" y="503"/>
                  <a:pt x="476" y="498"/>
                </a:cubicBezTo>
                <a:cubicBezTo>
                  <a:pt x="476" y="487"/>
                  <a:pt x="485" y="478"/>
                  <a:pt x="496" y="478"/>
                </a:cubicBezTo>
                <a:cubicBezTo>
                  <a:pt x="507" y="478"/>
                  <a:pt x="517" y="487"/>
                  <a:pt x="517" y="49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28120" y="1925280"/>
            <a:ext cx="114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71240"/>
            <a:ext cx="1419480" cy="976680"/>
          </a:xfrm>
          <a:custGeom>
            <a:avLst/>
            <a:gdLst/>
            <a:ahLst/>
            <a:rect l="0" t="0" r="r" b="b"/>
            <a:pathLst>
              <a:path w="3943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3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70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2"/>
                  <a:pt x="3699" y="6"/>
                </a:cubicBezTo>
                <a:cubicBezTo>
                  <a:pt x="3718" y="9"/>
                  <a:pt x="3737" y="14"/>
                  <a:pt x="3756" y="21"/>
                </a:cubicBezTo>
                <a:cubicBezTo>
                  <a:pt x="3774" y="27"/>
                  <a:pt x="3792" y="35"/>
                  <a:pt x="3808" y="45"/>
                </a:cubicBezTo>
                <a:cubicBezTo>
                  <a:pt x="3825" y="55"/>
                  <a:pt x="3840" y="66"/>
                  <a:pt x="3854" y="78"/>
                </a:cubicBezTo>
                <a:cubicBezTo>
                  <a:pt x="3868" y="90"/>
                  <a:pt x="3881" y="104"/>
                  <a:pt x="3892" y="118"/>
                </a:cubicBezTo>
                <a:cubicBezTo>
                  <a:pt x="3903" y="133"/>
                  <a:pt x="3913" y="148"/>
                  <a:pt x="3920" y="164"/>
                </a:cubicBezTo>
                <a:cubicBezTo>
                  <a:pt x="3928" y="180"/>
                  <a:pt x="3934" y="196"/>
                  <a:pt x="3938" y="213"/>
                </a:cubicBezTo>
                <a:cubicBezTo>
                  <a:pt x="3941" y="231"/>
                  <a:pt x="3943" y="248"/>
                  <a:pt x="3943" y="266"/>
                </a:cubicBezTo>
                <a:lnTo>
                  <a:pt x="3943" y="2409"/>
                </a:lnTo>
                <a:cubicBezTo>
                  <a:pt x="3943" y="2429"/>
                  <a:pt x="3941" y="2449"/>
                  <a:pt x="3938" y="2469"/>
                </a:cubicBezTo>
                <a:cubicBezTo>
                  <a:pt x="3934" y="2488"/>
                  <a:pt x="3928" y="2507"/>
                  <a:pt x="3920" y="2526"/>
                </a:cubicBezTo>
                <a:cubicBezTo>
                  <a:pt x="3913" y="2544"/>
                  <a:pt x="3903" y="2562"/>
                  <a:pt x="3892" y="2578"/>
                </a:cubicBezTo>
                <a:cubicBezTo>
                  <a:pt x="3881" y="2595"/>
                  <a:pt x="3868" y="2610"/>
                  <a:pt x="3854" y="2624"/>
                </a:cubicBezTo>
                <a:cubicBezTo>
                  <a:pt x="3840" y="2638"/>
                  <a:pt x="3825" y="2651"/>
                  <a:pt x="3808" y="2662"/>
                </a:cubicBezTo>
                <a:cubicBezTo>
                  <a:pt x="3792" y="2673"/>
                  <a:pt x="3774" y="2683"/>
                  <a:pt x="3756" y="2690"/>
                </a:cubicBezTo>
                <a:cubicBezTo>
                  <a:pt x="3737" y="2698"/>
                  <a:pt x="3718" y="2704"/>
                  <a:pt x="3699" y="2708"/>
                </a:cubicBezTo>
                <a:cubicBezTo>
                  <a:pt x="3679" y="2712"/>
                  <a:pt x="3659" y="2713"/>
                  <a:pt x="3639" y="2713"/>
                </a:cubicBezTo>
                <a:lnTo>
                  <a:pt x="304" y="2713"/>
                </a:lnTo>
                <a:cubicBezTo>
                  <a:pt x="284" y="2713"/>
                  <a:pt x="265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70" y="2683"/>
                  <a:pt x="152" y="2673"/>
                  <a:pt x="135" y="2662"/>
                </a:cubicBezTo>
                <a:cubicBezTo>
                  <a:pt x="119" y="2651"/>
                  <a:pt x="103" y="2638"/>
                  <a:pt x="89" y="2624"/>
                </a:cubicBezTo>
                <a:cubicBezTo>
                  <a:pt x="75" y="2610"/>
                  <a:pt x="63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6" y="2507"/>
                  <a:pt x="10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62560" y="1573920"/>
            <a:ext cx="200520" cy="107280"/>
          </a:xfrm>
          <a:custGeom>
            <a:avLst/>
            <a:gdLst/>
            <a:ahLst/>
            <a:rect l="0" t="0" r="r" b="b"/>
            <a:pathLst>
              <a:path w="557" h="298">
                <a:moveTo>
                  <a:pt x="557" y="298"/>
                </a:moveTo>
                <a:lnTo>
                  <a:pt x="398" y="298"/>
                </a:lnTo>
                <a:lnTo>
                  <a:pt x="398" y="139"/>
                </a:lnTo>
                <a:lnTo>
                  <a:pt x="557" y="139"/>
                </a:lnTo>
                <a:lnTo>
                  <a:pt x="557" y="298"/>
                </a:lnTo>
                <a:moveTo>
                  <a:pt x="438" y="259"/>
                </a:moveTo>
                <a:lnTo>
                  <a:pt x="517" y="259"/>
                </a:lnTo>
                <a:lnTo>
                  <a:pt x="517" y="178"/>
                </a:lnTo>
                <a:lnTo>
                  <a:pt x="438" y="178"/>
                </a:lnTo>
                <a:lnTo>
                  <a:pt x="438" y="259"/>
                </a:lnTo>
                <a:moveTo>
                  <a:pt x="359" y="239"/>
                </a:moveTo>
                <a:lnTo>
                  <a:pt x="121" y="239"/>
                </a:lnTo>
                <a:cubicBezTo>
                  <a:pt x="105" y="239"/>
                  <a:pt x="90" y="236"/>
                  <a:pt x="74" y="229"/>
                </a:cubicBezTo>
                <a:cubicBezTo>
                  <a:pt x="59" y="223"/>
                  <a:pt x="47" y="214"/>
                  <a:pt x="35" y="203"/>
                </a:cubicBezTo>
                <a:cubicBezTo>
                  <a:pt x="24" y="192"/>
                  <a:pt x="16" y="179"/>
                  <a:pt x="10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10" y="73"/>
                </a:cubicBezTo>
                <a:cubicBezTo>
                  <a:pt x="16" y="59"/>
                  <a:pt x="24" y="46"/>
                  <a:pt x="35" y="35"/>
                </a:cubicBezTo>
                <a:cubicBezTo>
                  <a:pt x="47" y="23"/>
                  <a:pt x="59" y="15"/>
                  <a:pt x="74" y="9"/>
                </a:cubicBezTo>
                <a:cubicBezTo>
                  <a:pt x="90" y="3"/>
                  <a:pt x="105" y="0"/>
                  <a:pt x="121" y="0"/>
                </a:cubicBezTo>
                <a:lnTo>
                  <a:pt x="160" y="0"/>
                </a:lnTo>
                <a:lnTo>
                  <a:pt x="160" y="39"/>
                </a:lnTo>
                <a:lnTo>
                  <a:pt x="121" y="39"/>
                </a:lnTo>
                <a:cubicBezTo>
                  <a:pt x="110" y="39"/>
                  <a:pt x="100" y="41"/>
                  <a:pt x="90" y="45"/>
                </a:cubicBezTo>
                <a:cubicBezTo>
                  <a:pt x="79" y="49"/>
                  <a:pt x="71" y="55"/>
                  <a:pt x="63" y="63"/>
                </a:cubicBezTo>
                <a:cubicBezTo>
                  <a:pt x="56" y="70"/>
                  <a:pt x="50" y="79"/>
                  <a:pt x="46" y="88"/>
                </a:cubicBezTo>
                <a:cubicBezTo>
                  <a:pt x="42" y="98"/>
                  <a:pt x="40" y="108"/>
                  <a:pt x="40" y="119"/>
                </a:cubicBezTo>
                <a:cubicBezTo>
                  <a:pt x="40" y="129"/>
                  <a:pt x="42" y="139"/>
                  <a:pt x="46" y="149"/>
                </a:cubicBezTo>
                <a:cubicBezTo>
                  <a:pt x="50" y="159"/>
                  <a:pt x="56" y="167"/>
                  <a:pt x="63" y="175"/>
                </a:cubicBezTo>
                <a:cubicBezTo>
                  <a:pt x="71" y="182"/>
                  <a:pt x="79" y="188"/>
                  <a:pt x="90" y="192"/>
                </a:cubicBezTo>
                <a:cubicBezTo>
                  <a:pt x="100" y="196"/>
                  <a:pt x="110" y="198"/>
                  <a:pt x="121" y="198"/>
                </a:cubicBezTo>
                <a:lnTo>
                  <a:pt x="359" y="198"/>
                </a:lnTo>
                <a:lnTo>
                  <a:pt x="359" y="23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34200" y="1552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160"/>
                </a:moveTo>
                <a:lnTo>
                  <a:pt x="0" y="160"/>
                </a:lnTo>
                <a:lnTo>
                  <a:pt x="0" y="0"/>
                </a:lnTo>
                <a:lnTo>
                  <a:pt x="160" y="0"/>
                </a:lnTo>
                <a:lnTo>
                  <a:pt x="160" y="160"/>
                </a:lnTo>
                <a:moveTo>
                  <a:pt x="40" y="120"/>
                </a:moveTo>
                <a:lnTo>
                  <a:pt x="120" y="120"/>
                </a:lnTo>
                <a:lnTo>
                  <a:pt x="120" y="41"/>
                </a:lnTo>
                <a:lnTo>
                  <a:pt x="40" y="41"/>
                </a:lnTo>
                <a:lnTo>
                  <a:pt x="40" y="12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62560" y="1481040"/>
            <a:ext cx="200520" cy="107280"/>
          </a:xfrm>
          <a:custGeom>
            <a:avLst/>
            <a:gdLst/>
            <a:ahLst/>
            <a:rect l="0" t="0" r="r" b="b"/>
            <a:pathLst>
              <a:path w="557" h="298">
                <a:moveTo>
                  <a:pt x="438" y="298"/>
                </a:moveTo>
                <a:lnTo>
                  <a:pt x="398" y="298"/>
                </a:lnTo>
                <a:lnTo>
                  <a:pt x="398" y="259"/>
                </a:lnTo>
                <a:lnTo>
                  <a:pt x="438" y="259"/>
                </a:lnTo>
                <a:cubicBezTo>
                  <a:pt x="449" y="259"/>
                  <a:pt x="459" y="257"/>
                  <a:pt x="468" y="253"/>
                </a:cubicBezTo>
                <a:cubicBezTo>
                  <a:pt x="478" y="249"/>
                  <a:pt x="487" y="243"/>
                  <a:pt x="494" y="235"/>
                </a:cubicBezTo>
                <a:cubicBezTo>
                  <a:pt x="502" y="228"/>
                  <a:pt x="507" y="219"/>
                  <a:pt x="511" y="210"/>
                </a:cubicBezTo>
                <a:cubicBezTo>
                  <a:pt x="515" y="200"/>
                  <a:pt x="517" y="189"/>
                  <a:pt x="517" y="178"/>
                </a:cubicBezTo>
                <a:cubicBezTo>
                  <a:pt x="517" y="168"/>
                  <a:pt x="515" y="158"/>
                  <a:pt x="511" y="148"/>
                </a:cubicBezTo>
                <a:cubicBezTo>
                  <a:pt x="507" y="138"/>
                  <a:pt x="502" y="130"/>
                  <a:pt x="494" y="122"/>
                </a:cubicBezTo>
                <a:cubicBezTo>
                  <a:pt x="487" y="115"/>
                  <a:pt x="478" y="109"/>
                  <a:pt x="468" y="105"/>
                </a:cubicBezTo>
                <a:cubicBezTo>
                  <a:pt x="459" y="101"/>
                  <a:pt x="449" y="99"/>
                  <a:pt x="438" y="99"/>
                </a:cubicBezTo>
                <a:lnTo>
                  <a:pt x="200" y="99"/>
                </a:lnTo>
                <a:lnTo>
                  <a:pt x="200" y="59"/>
                </a:lnTo>
                <a:lnTo>
                  <a:pt x="438" y="59"/>
                </a:lnTo>
                <a:cubicBezTo>
                  <a:pt x="454" y="59"/>
                  <a:pt x="469" y="62"/>
                  <a:pt x="484" y="68"/>
                </a:cubicBezTo>
                <a:cubicBezTo>
                  <a:pt x="498" y="74"/>
                  <a:pt x="511" y="83"/>
                  <a:pt x="522" y="94"/>
                </a:cubicBezTo>
                <a:cubicBezTo>
                  <a:pt x="533" y="105"/>
                  <a:pt x="542" y="118"/>
                  <a:pt x="548" y="133"/>
                </a:cubicBezTo>
                <a:cubicBezTo>
                  <a:pt x="554" y="147"/>
                  <a:pt x="557" y="163"/>
                  <a:pt x="557" y="178"/>
                </a:cubicBezTo>
                <a:cubicBezTo>
                  <a:pt x="557" y="195"/>
                  <a:pt x="554" y="210"/>
                  <a:pt x="548" y="225"/>
                </a:cubicBezTo>
                <a:cubicBezTo>
                  <a:pt x="542" y="240"/>
                  <a:pt x="533" y="252"/>
                  <a:pt x="522" y="264"/>
                </a:cubicBezTo>
                <a:cubicBezTo>
                  <a:pt x="511" y="275"/>
                  <a:pt x="498" y="283"/>
                  <a:pt x="484" y="289"/>
                </a:cubicBezTo>
                <a:cubicBezTo>
                  <a:pt x="469" y="295"/>
                  <a:pt x="454" y="298"/>
                  <a:pt x="438" y="298"/>
                </a:cubicBezTo>
                <a:moveTo>
                  <a:pt x="160" y="159"/>
                </a:moveTo>
                <a:lnTo>
                  <a:pt x="0" y="159"/>
                </a:lnTo>
                <a:lnTo>
                  <a:pt x="0" y="0"/>
                </a:lnTo>
                <a:lnTo>
                  <a:pt x="160" y="0"/>
                </a:lnTo>
                <a:lnTo>
                  <a:pt x="160" y="159"/>
                </a:lnTo>
                <a:moveTo>
                  <a:pt x="40" y="119"/>
                </a:moveTo>
                <a:lnTo>
                  <a:pt x="121" y="119"/>
                </a:lnTo>
                <a:lnTo>
                  <a:pt x="121" y="39"/>
                </a:lnTo>
                <a:lnTo>
                  <a:pt x="40" y="39"/>
                </a:lnTo>
                <a:lnTo>
                  <a:pt x="40" y="11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608240" y="1744200"/>
            <a:ext cx="1289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6524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2688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657160"/>
            <a:ext cx="8420760" cy="895680"/>
          </a:xfrm>
          <a:custGeom>
            <a:avLst/>
            <a:gdLst/>
            <a:ahLst/>
            <a:rect l="0" t="0" r="r" b="b"/>
            <a:pathLst>
              <a:path w="23391" h="2488">
                <a:moveTo>
                  <a:pt x="0" y="0"/>
                </a:moveTo>
                <a:lnTo>
                  <a:pt x="23391" y="0"/>
                </a:lnTo>
                <a:lnTo>
                  <a:pt x="23391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657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5431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657160"/>
            <a:ext cx="10080" cy="895680"/>
          </a:xfrm>
          <a:custGeom>
            <a:avLst/>
            <a:gdLst/>
            <a:ahLst/>
            <a:rect l="0" t="0" r="r" b="b"/>
            <a:pathLst>
              <a:path w="28" h="2488">
                <a:moveTo>
                  <a:pt x="0" y="106"/>
                </a:moveTo>
                <a:lnTo>
                  <a:pt x="0" y="2488"/>
                </a:lnTo>
                <a:lnTo>
                  <a:pt x="28" y="24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657160"/>
            <a:ext cx="10080" cy="895680"/>
          </a:xfrm>
          <a:custGeom>
            <a:avLst/>
            <a:gdLst/>
            <a:ahLst/>
            <a:rect l="0" t="0" r="r" b="b"/>
            <a:pathLst>
              <a:path w="28" h="2488">
                <a:moveTo>
                  <a:pt x="0" y="0"/>
                </a:moveTo>
                <a:lnTo>
                  <a:pt x="0" y="2488"/>
                </a:lnTo>
                <a:lnTo>
                  <a:pt x="28" y="24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95760" y="2786040"/>
            <a:ext cx="143280" cy="200160"/>
          </a:xfrm>
          <a:custGeom>
            <a:avLst/>
            <a:gdLst/>
            <a:ahLst/>
            <a:rect l="0" t="0" r="r" b="b"/>
            <a:pathLst>
              <a:path w="398" h="556">
                <a:moveTo>
                  <a:pt x="392" y="144"/>
                </a:moveTo>
                <a:lnTo>
                  <a:pt x="253" y="6"/>
                </a:lnTo>
                <a:cubicBezTo>
                  <a:pt x="249" y="2"/>
                  <a:pt x="245" y="0"/>
                  <a:pt x="239" y="0"/>
                </a:cubicBezTo>
                <a:lnTo>
                  <a:pt x="39" y="0"/>
                </a:lnTo>
                <a:cubicBezTo>
                  <a:pt x="18" y="0"/>
                  <a:pt x="0" y="17"/>
                  <a:pt x="0" y="39"/>
                </a:cubicBezTo>
                <a:lnTo>
                  <a:pt x="0" y="516"/>
                </a:lnTo>
                <a:cubicBezTo>
                  <a:pt x="0" y="538"/>
                  <a:pt x="18" y="556"/>
                  <a:pt x="39" y="556"/>
                </a:cubicBezTo>
                <a:lnTo>
                  <a:pt x="358" y="556"/>
                </a:lnTo>
                <a:cubicBezTo>
                  <a:pt x="380" y="556"/>
                  <a:pt x="398" y="538"/>
                  <a:pt x="398" y="516"/>
                </a:cubicBezTo>
                <a:lnTo>
                  <a:pt x="398" y="158"/>
                </a:lnTo>
                <a:cubicBezTo>
                  <a:pt x="398" y="152"/>
                  <a:pt x="396" y="148"/>
                  <a:pt x="392" y="144"/>
                </a:cubicBezTo>
                <a:moveTo>
                  <a:pt x="239" y="47"/>
                </a:moveTo>
                <a:lnTo>
                  <a:pt x="350" y="158"/>
                </a:lnTo>
                <a:lnTo>
                  <a:pt x="239" y="158"/>
                </a:lnTo>
                <a:lnTo>
                  <a:pt x="239" y="47"/>
                </a:lnTo>
                <a:moveTo>
                  <a:pt x="358" y="516"/>
                </a:moveTo>
                <a:lnTo>
                  <a:pt x="39" y="516"/>
                </a:lnTo>
                <a:lnTo>
                  <a:pt x="39" y="39"/>
                </a:lnTo>
                <a:lnTo>
                  <a:pt x="199" y="39"/>
                </a:lnTo>
                <a:lnTo>
                  <a:pt x="199" y="158"/>
                </a:lnTo>
                <a:cubicBezTo>
                  <a:pt x="199" y="180"/>
                  <a:pt x="217" y="198"/>
                  <a:pt x="239" y="198"/>
                </a:cubicBezTo>
                <a:lnTo>
                  <a:pt x="358" y="198"/>
                </a:lnTo>
                <a:lnTo>
                  <a:pt x="358" y="51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24200" y="2885760"/>
            <a:ext cx="86040" cy="57600"/>
          </a:xfrm>
          <a:custGeom>
            <a:avLst/>
            <a:gdLst/>
            <a:ahLst/>
            <a:rect l="0" t="0" r="r" b="b"/>
            <a:pathLst>
              <a:path w="239" h="160">
                <a:moveTo>
                  <a:pt x="0" y="119"/>
                </a:moveTo>
                <a:lnTo>
                  <a:pt x="239" y="119"/>
                </a:lnTo>
                <a:lnTo>
                  <a:pt x="239" y="160"/>
                </a:lnTo>
                <a:lnTo>
                  <a:pt x="0" y="160"/>
                </a:lnTo>
                <a:lnTo>
                  <a:pt x="0" y="119"/>
                </a:lnTo>
                <a:moveTo>
                  <a:pt x="0" y="0"/>
                </a:moveTo>
                <a:lnTo>
                  <a:pt x="239" y="0"/>
                </a:lnTo>
                <a:lnTo>
                  <a:pt x="239" y="40"/>
                </a:lnTo>
                <a:lnTo>
                  <a:pt x="0" y="4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39724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81560" y="3044520"/>
            <a:ext cx="2763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628800"/>
            <a:ext cx="3686760" cy="1124280"/>
          </a:xfrm>
          <a:custGeom>
            <a:avLst/>
            <a:gdLst/>
            <a:ahLst/>
            <a:rect l="0" t="0" r="r" b="b"/>
            <a:pathLst>
              <a:path w="10241" h="3123">
                <a:moveTo>
                  <a:pt x="0" y="0"/>
                </a:moveTo>
                <a:lnTo>
                  <a:pt x="10241" y="0"/>
                </a:lnTo>
                <a:lnTo>
                  <a:pt x="1024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628800"/>
            <a:ext cx="3686760" cy="38520"/>
          </a:xfrm>
          <a:custGeom>
            <a:avLst/>
            <a:gdLst/>
            <a:ahLst/>
            <a:rect l="0" t="0" r="r" b="b"/>
            <a:pathLst>
              <a:path w="10241" h="107">
                <a:moveTo>
                  <a:pt x="0" y="0"/>
                </a:moveTo>
                <a:lnTo>
                  <a:pt x="10241" y="0"/>
                </a:lnTo>
                <a:lnTo>
                  <a:pt x="1024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743360"/>
            <a:ext cx="3686760" cy="9720"/>
          </a:xfrm>
          <a:custGeom>
            <a:avLst/>
            <a:gdLst/>
            <a:ahLst/>
            <a:rect l="0" t="0" r="r" b="b"/>
            <a:pathLst>
              <a:path w="10241" h="27">
                <a:moveTo>
                  <a:pt x="0" y="0"/>
                </a:moveTo>
                <a:lnTo>
                  <a:pt x="10241" y="0"/>
                </a:lnTo>
                <a:lnTo>
                  <a:pt x="102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133520" y="3628800"/>
            <a:ext cx="10080" cy="1124280"/>
          </a:xfrm>
          <a:custGeom>
            <a:avLst/>
            <a:gdLst/>
            <a:ahLst/>
            <a:rect l="0" t="0" r="r" b="b"/>
            <a:pathLst>
              <a:path w="28" h="3123">
                <a:moveTo>
                  <a:pt x="0" y="106"/>
                </a:moveTo>
                <a:lnTo>
                  <a:pt x="0" y="3123"/>
                </a:lnTo>
                <a:lnTo>
                  <a:pt x="28" y="312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628800"/>
            <a:ext cx="10080" cy="1124280"/>
          </a:xfrm>
          <a:custGeom>
            <a:avLst/>
            <a:gdLst/>
            <a:ahLst/>
            <a:rect l="0" t="0" r="r" b="b"/>
            <a:pathLst>
              <a:path w="28" h="3123">
                <a:moveTo>
                  <a:pt x="0" y="0"/>
                </a:moveTo>
                <a:lnTo>
                  <a:pt x="0" y="3123"/>
                </a:lnTo>
                <a:lnTo>
                  <a:pt x="28" y="312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4160" y="3759840"/>
            <a:ext cx="200520" cy="207360"/>
          </a:xfrm>
          <a:custGeom>
            <a:avLst/>
            <a:gdLst/>
            <a:ahLst/>
            <a:rect l="0" t="0" r="r" b="b"/>
            <a:pathLst>
              <a:path w="557" h="576">
                <a:moveTo>
                  <a:pt x="119" y="159"/>
                </a:moveTo>
                <a:cubicBezTo>
                  <a:pt x="109" y="159"/>
                  <a:pt x="98" y="157"/>
                  <a:pt x="89" y="153"/>
                </a:cubicBezTo>
                <a:cubicBezTo>
                  <a:pt x="79" y="149"/>
                  <a:pt x="70" y="143"/>
                  <a:pt x="63" y="135"/>
                </a:cubicBezTo>
                <a:cubicBezTo>
                  <a:pt x="56" y="128"/>
                  <a:pt x="50" y="119"/>
                  <a:pt x="46" y="110"/>
                </a:cubicBezTo>
                <a:cubicBezTo>
                  <a:pt x="42" y="100"/>
                  <a:pt x="40" y="90"/>
                  <a:pt x="40" y="79"/>
                </a:cubicBezTo>
                <a:cubicBezTo>
                  <a:pt x="40" y="69"/>
                  <a:pt x="42" y="59"/>
                  <a:pt x="46" y="49"/>
                </a:cubicBezTo>
                <a:cubicBezTo>
                  <a:pt x="50" y="39"/>
                  <a:pt x="56" y="31"/>
                  <a:pt x="63" y="23"/>
                </a:cubicBezTo>
                <a:cubicBezTo>
                  <a:pt x="70" y="16"/>
                  <a:pt x="79" y="10"/>
                  <a:pt x="89" y="6"/>
                </a:cubicBezTo>
                <a:cubicBezTo>
                  <a:pt x="98" y="2"/>
                  <a:pt x="109" y="0"/>
                  <a:pt x="119" y="0"/>
                </a:cubicBezTo>
                <a:cubicBezTo>
                  <a:pt x="130" y="0"/>
                  <a:pt x="140" y="2"/>
                  <a:pt x="150" y="6"/>
                </a:cubicBezTo>
                <a:cubicBezTo>
                  <a:pt x="159" y="10"/>
                  <a:pt x="168" y="16"/>
                  <a:pt x="175" y="23"/>
                </a:cubicBezTo>
                <a:cubicBezTo>
                  <a:pt x="183" y="31"/>
                  <a:pt x="188" y="39"/>
                  <a:pt x="192" y="49"/>
                </a:cubicBezTo>
                <a:cubicBezTo>
                  <a:pt x="196" y="59"/>
                  <a:pt x="198" y="69"/>
                  <a:pt x="198" y="79"/>
                </a:cubicBezTo>
                <a:cubicBezTo>
                  <a:pt x="198" y="90"/>
                  <a:pt x="196" y="100"/>
                  <a:pt x="192" y="110"/>
                </a:cubicBezTo>
                <a:cubicBezTo>
                  <a:pt x="188" y="119"/>
                  <a:pt x="183" y="128"/>
                  <a:pt x="175" y="135"/>
                </a:cubicBezTo>
                <a:cubicBezTo>
                  <a:pt x="168" y="143"/>
                  <a:pt x="159" y="149"/>
                  <a:pt x="150" y="153"/>
                </a:cubicBezTo>
                <a:cubicBezTo>
                  <a:pt x="140" y="157"/>
                  <a:pt x="130" y="159"/>
                  <a:pt x="119" y="159"/>
                </a:cubicBezTo>
                <a:moveTo>
                  <a:pt x="119" y="40"/>
                </a:moveTo>
                <a:cubicBezTo>
                  <a:pt x="114" y="40"/>
                  <a:pt x="109" y="41"/>
                  <a:pt x="104" y="43"/>
                </a:cubicBezTo>
                <a:cubicBezTo>
                  <a:pt x="99" y="45"/>
                  <a:pt x="95" y="48"/>
                  <a:pt x="91" y="51"/>
                </a:cubicBezTo>
                <a:cubicBezTo>
                  <a:pt x="87" y="55"/>
                  <a:pt x="84" y="59"/>
                  <a:pt x="82" y="64"/>
                </a:cubicBezTo>
                <a:cubicBezTo>
                  <a:pt x="80" y="69"/>
                  <a:pt x="79" y="74"/>
                  <a:pt x="79" y="79"/>
                </a:cubicBezTo>
                <a:cubicBezTo>
                  <a:pt x="79" y="85"/>
                  <a:pt x="80" y="90"/>
                  <a:pt x="82" y="94"/>
                </a:cubicBezTo>
                <a:cubicBezTo>
                  <a:pt x="84" y="99"/>
                  <a:pt x="87" y="104"/>
                  <a:pt x="91" y="107"/>
                </a:cubicBezTo>
                <a:cubicBezTo>
                  <a:pt x="95" y="111"/>
                  <a:pt x="99" y="114"/>
                  <a:pt x="104" y="116"/>
                </a:cubicBezTo>
                <a:cubicBezTo>
                  <a:pt x="109" y="118"/>
                  <a:pt x="114" y="119"/>
                  <a:pt x="119" y="119"/>
                </a:cubicBezTo>
                <a:cubicBezTo>
                  <a:pt x="124" y="119"/>
                  <a:pt x="129" y="118"/>
                  <a:pt x="134" y="116"/>
                </a:cubicBezTo>
                <a:cubicBezTo>
                  <a:pt x="139" y="114"/>
                  <a:pt x="143" y="111"/>
                  <a:pt x="147" y="107"/>
                </a:cubicBezTo>
                <a:cubicBezTo>
                  <a:pt x="151" y="104"/>
                  <a:pt x="154" y="99"/>
                  <a:pt x="156" y="94"/>
                </a:cubicBezTo>
                <a:cubicBezTo>
                  <a:pt x="158" y="90"/>
                  <a:pt x="159" y="85"/>
                  <a:pt x="159" y="79"/>
                </a:cubicBezTo>
                <a:cubicBezTo>
                  <a:pt x="159" y="74"/>
                  <a:pt x="158" y="69"/>
                  <a:pt x="156" y="64"/>
                </a:cubicBezTo>
                <a:cubicBezTo>
                  <a:pt x="154" y="59"/>
                  <a:pt x="151" y="55"/>
                  <a:pt x="147" y="51"/>
                </a:cubicBezTo>
                <a:cubicBezTo>
                  <a:pt x="143" y="48"/>
                  <a:pt x="139" y="45"/>
                  <a:pt x="134" y="43"/>
                </a:cubicBezTo>
                <a:cubicBezTo>
                  <a:pt x="129" y="41"/>
                  <a:pt x="124" y="40"/>
                  <a:pt x="119" y="40"/>
                </a:cubicBezTo>
                <a:moveTo>
                  <a:pt x="438" y="159"/>
                </a:moveTo>
                <a:cubicBezTo>
                  <a:pt x="427" y="159"/>
                  <a:pt x="417" y="157"/>
                  <a:pt x="407" y="153"/>
                </a:cubicBezTo>
                <a:cubicBezTo>
                  <a:pt x="398" y="149"/>
                  <a:pt x="389" y="143"/>
                  <a:pt x="381" y="135"/>
                </a:cubicBezTo>
                <a:cubicBezTo>
                  <a:pt x="374" y="128"/>
                  <a:pt x="368" y="119"/>
                  <a:pt x="364" y="110"/>
                </a:cubicBezTo>
                <a:cubicBezTo>
                  <a:pt x="360" y="100"/>
                  <a:pt x="358" y="90"/>
                  <a:pt x="358" y="79"/>
                </a:cubicBezTo>
                <a:cubicBezTo>
                  <a:pt x="358" y="69"/>
                  <a:pt x="360" y="59"/>
                  <a:pt x="364" y="49"/>
                </a:cubicBezTo>
                <a:cubicBezTo>
                  <a:pt x="368" y="39"/>
                  <a:pt x="374" y="31"/>
                  <a:pt x="381" y="23"/>
                </a:cubicBezTo>
                <a:cubicBezTo>
                  <a:pt x="389" y="16"/>
                  <a:pt x="398" y="10"/>
                  <a:pt x="407" y="6"/>
                </a:cubicBezTo>
                <a:cubicBezTo>
                  <a:pt x="417" y="2"/>
                  <a:pt x="427" y="0"/>
                  <a:pt x="438" y="0"/>
                </a:cubicBezTo>
                <a:cubicBezTo>
                  <a:pt x="448" y="0"/>
                  <a:pt x="458" y="2"/>
                  <a:pt x="468" y="6"/>
                </a:cubicBezTo>
                <a:cubicBezTo>
                  <a:pt x="478" y="10"/>
                  <a:pt x="486" y="16"/>
                  <a:pt x="494" y="23"/>
                </a:cubicBezTo>
                <a:cubicBezTo>
                  <a:pt x="501" y="31"/>
                  <a:pt x="507" y="39"/>
                  <a:pt x="511" y="49"/>
                </a:cubicBezTo>
                <a:cubicBezTo>
                  <a:pt x="515" y="59"/>
                  <a:pt x="517" y="69"/>
                  <a:pt x="517" y="79"/>
                </a:cubicBezTo>
                <a:cubicBezTo>
                  <a:pt x="517" y="90"/>
                  <a:pt x="515" y="100"/>
                  <a:pt x="511" y="110"/>
                </a:cubicBezTo>
                <a:cubicBezTo>
                  <a:pt x="507" y="119"/>
                  <a:pt x="501" y="128"/>
                  <a:pt x="494" y="135"/>
                </a:cubicBezTo>
                <a:cubicBezTo>
                  <a:pt x="486" y="143"/>
                  <a:pt x="478" y="149"/>
                  <a:pt x="468" y="153"/>
                </a:cubicBezTo>
                <a:cubicBezTo>
                  <a:pt x="458" y="157"/>
                  <a:pt x="448" y="159"/>
                  <a:pt x="438" y="159"/>
                </a:cubicBezTo>
                <a:moveTo>
                  <a:pt x="438" y="40"/>
                </a:moveTo>
                <a:cubicBezTo>
                  <a:pt x="432" y="40"/>
                  <a:pt x="427" y="41"/>
                  <a:pt x="422" y="43"/>
                </a:cubicBezTo>
                <a:cubicBezTo>
                  <a:pt x="418" y="45"/>
                  <a:pt x="413" y="48"/>
                  <a:pt x="410" y="51"/>
                </a:cubicBezTo>
                <a:cubicBezTo>
                  <a:pt x="406" y="55"/>
                  <a:pt x="403" y="59"/>
                  <a:pt x="401" y="64"/>
                </a:cubicBezTo>
                <a:cubicBezTo>
                  <a:pt x="399" y="69"/>
                  <a:pt x="398" y="74"/>
                  <a:pt x="398" y="79"/>
                </a:cubicBezTo>
                <a:cubicBezTo>
                  <a:pt x="398" y="85"/>
                  <a:pt x="399" y="90"/>
                  <a:pt x="401" y="94"/>
                </a:cubicBezTo>
                <a:cubicBezTo>
                  <a:pt x="403" y="99"/>
                  <a:pt x="406" y="104"/>
                  <a:pt x="410" y="107"/>
                </a:cubicBezTo>
                <a:cubicBezTo>
                  <a:pt x="413" y="111"/>
                  <a:pt x="418" y="114"/>
                  <a:pt x="422" y="116"/>
                </a:cubicBezTo>
                <a:cubicBezTo>
                  <a:pt x="427" y="118"/>
                  <a:pt x="432" y="119"/>
                  <a:pt x="438" y="119"/>
                </a:cubicBezTo>
                <a:cubicBezTo>
                  <a:pt x="443" y="119"/>
                  <a:pt x="448" y="118"/>
                  <a:pt x="453" y="116"/>
                </a:cubicBezTo>
                <a:cubicBezTo>
                  <a:pt x="458" y="114"/>
                  <a:pt x="462" y="111"/>
                  <a:pt x="466" y="107"/>
                </a:cubicBezTo>
                <a:cubicBezTo>
                  <a:pt x="469" y="104"/>
                  <a:pt x="472" y="99"/>
                  <a:pt x="474" y="94"/>
                </a:cubicBezTo>
                <a:cubicBezTo>
                  <a:pt x="476" y="90"/>
                  <a:pt x="477" y="85"/>
                  <a:pt x="477" y="79"/>
                </a:cubicBezTo>
                <a:cubicBezTo>
                  <a:pt x="477" y="74"/>
                  <a:pt x="476" y="69"/>
                  <a:pt x="474" y="64"/>
                </a:cubicBezTo>
                <a:cubicBezTo>
                  <a:pt x="472" y="59"/>
                  <a:pt x="469" y="55"/>
                  <a:pt x="466" y="51"/>
                </a:cubicBezTo>
                <a:cubicBezTo>
                  <a:pt x="462" y="48"/>
                  <a:pt x="458" y="45"/>
                  <a:pt x="453" y="43"/>
                </a:cubicBezTo>
                <a:cubicBezTo>
                  <a:pt x="448" y="41"/>
                  <a:pt x="443" y="40"/>
                  <a:pt x="438" y="40"/>
                </a:cubicBezTo>
                <a:moveTo>
                  <a:pt x="477" y="576"/>
                </a:moveTo>
                <a:lnTo>
                  <a:pt x="398" y="576"/>
                </a:lnTo>
                <a:cubicBezTo>
                  <a:pt x="393" y="576"/>
                  <a:pt x="388" y="575"/>
                  <a:pt x="383" y="573"/>
                </a:cubicBezTo>
                <a:cubicBezTo>
                  <a:pt x="378" y="571"/>
                  <a:pt x="374" y="568"/>
                  <a:pt x="370" y="565"/>
                </a:cubicBezTo>
                <a:cubicBezTo>
                  <a:pt x="366" y="561"/>
                  <a:pt x="363" y="557"/>
                  <a:pt x="361" y="552"/>
                </a:cubicBezTo>
                <a:cubicBezTo>
                  <a:pt x="359" y="547"/>
                  <a:pt x="358" y="542"/>
                  <a:pt x="358" y="537"/>
                </a:cubicBezTo>
                <a:lnTo>
                  <a:pt x="358" y="398"/>
                </a:lnTo>
                <a:lnTo>
                  <a:pt x="398" y="398"/>
                </a:lnTo>
                <a:lnTo>
                  <a:pt x="398" y="537"/>
                </a:lnTo>
                <a:lnTo>
                  <a:pt x="477" y="537"/>
                </a:lnTo>
                <a:lnTo>
                  <a:pt x="477" y="358"/>
                </a:lnTo>
                <a:lnTo>
                  <a:pt x="517" y="358"/>
                </a:lnTo>
                <a:lnTo>
                  <a:pt x="517" y="239"/>
                </a:lnTo>
                <a:cubicBezTo>
                  <a:pt x="517" y="234"/>
                  <a:pt x="515" y="229"/>
                  <a:pt x="511" y="225"/>
                </a:cubicBezTo>
                <a:cubicBezTo>
                  <a:pt x="507" y="221"/>
                  <a:pt x="503" y="219"/>
                  <a:pt x="497" y="219"/>
                </a:cubicBezTo>
                <a:lnTo>
                  <a:pt x="370" y="219"/>
                </a:lnTo>
                <a:lnTo>
                  <a:pt x="279" y="378"/>
                </a:lnTo>
                <a:lnTo>
                  <a:pt x="187" y="219"/>
                </a:lnTo>
                <a:lnTo>
                  <a:pt x="60" y="219"/>
                </a:lnTo>
                <a:cubicBezTo>
                  <a:pt x="54" y="219"/>
                  <a:pt x="49" y="221"/>
                  <a:pt x="46" y="225"/>
                </a:cubicBezTo>
                <a:cubicBezTo>
                  <a:pt x="42" y="229"/>
                  <a:pt x="40" y="234"/>
                  <a:pt x="40" y="239"/>
                </a:cubicBezTo>
                <a:lnTo>
                  <a:pt x="40" y="358"/>
                </a:lnTo>
                <a:lnTo>
                  <a:pt x="79" y="358"/>
                </a:lnTo>
                <a:lnTo>
                  <a:pt x="79" y="537"/>
                </a:lnTo>
                <a:lnTo>
                  <a:pt x="159" y="537"/>
                </a:lnTo>
                <a:lnTo>
                  <a:pt x="159" y="398"/>
                </a:lnTo>
                <a:lnTo>
                  <a:pt x="198" y="398"/>
                </a:lnTo>
                <a:lnTo>
                  <a:pt x="198" y="537"/>
                </a:lnTo>
                <a:cubicBezTo>
                  <a:pt x="198" y="542"/>
                  <a:pt x="197" y="547"/>
                  <a:pt x="195" y="552"/>
                </a:cubicBezTo>
                <a:cubicBezTo>
                  <a:pt x="193" y="557"/>
                  <a:pt x="191" y="561"/>
                  <a:pt x="187" y="565"/>
                </a:cubicBezTo>
                <a:cubicBezTo>
                  <a:pt x="183" y="568"/>
                  <a:pt x="179" y="571"/>
                  <a:pt x="174" y="573"/>
                </a:cubicBezTo>
                <a:cubicBezTo>
                  <a:pt x="169" y="575"/>
                  <a:pt x="164" y="576"/>
                  <a:pt x="159" y="576"/>
                </a:cubicBezTo>
                <a:lnTo>
                  <a:pt x="79" y="576"/>
                </a:lnTo>
                <a:cubicBezTo>
                  <a:pt x="74" y="576"/>
                  <a:pt x="69" y="575"/>
                  <a:pt x="64" y="573"/>
                </a:cubicBezTo>
                <a:cubicBezTo>
                  <a:pt x="59" y="571"/>
                  <a:pt x="55" y="568"/>
                  <a:pt x="51" y="565"/>
                </a:cubicBezTo>
                <a:cubicBezTo>
                  <a:pt x="48" y="561"/>
                  <a:pt x="45" y="557"/>
                  <a:pt x="43" y="552"/>
                </a:cubicBezTo>
                <a:cubicBezTo>
                  <a:pt x="41" y="547"/>
                  <a:pt x="40" y="542"/>
                  <a:pt x="40" y="537"/>
                </a:cubicBezTo>
                <a:lnTo>
                  <a:pt x="40" y="398"/>
                </a:lnTo>
                <a:cubicBezTo>
                  <a:pt x="34" y="398"/>
                  <a:pt x="29" y="397"/>
                  <a:pt x="25" y="395"/>
                </a:cubicBezTo>
                <a:cubicBezTo>
                  <a:pt x="20" y="393"/>
                  <a:pt x="15" y="390"/>
                  <a:pt x="12" y="386"/>
                </a:cubicBezTo>
                <a:cubicBezTo>
                  <a:pt x="8" y="382"/>
                  <a:pt x="5" y="378"/>
                  <a:pt x="3" y="373"/>
                </a:cubicBezTo>
                <a:cubicBezTo>
                  <a:pt x="1" y="368"/>
                  <a:pt x="0" y="363"/>
                  <a:pt x="0" y="358"/>
                </a:cubicBezTo>
                <a:lnTo>
                  <a:pt x="0" y="239"/>
                </a:lnTo>
                <a:cubicBezTo>
                  <a:pt x="0" y="231"/>
                  <a:pt x="2" y="224"/>
                  <a:pt x="5" y="216"/>
                </a:cubicBezTo>
                <a:cubicBezTo>
                  <a:pt x="8" y="209"/>
                  <a:pt x="12" y="203"/>
                  <a:pt x="17" y="197"/>
                </a:cubicBezTo>
                <a:cubicBezTo>
                  <a:pt x="23" y="190"/>
                  <a:pt x="30" y="186"/>
                  <a:pt x="37" y="183"/>
                </a:cubicBezTo>
                <a:cubicBezTo>
                  <a:pt x="44" y="180"/>
                  <a:pt x="52" y="179"/>
                  <a:pt x="60" y="179"/>
                </a:cubicBezTo>
                <a:lnTo>
                  <a:pt x="210" y="179"/>
                </a:lnTo>
                <a:lnTo>
                  <a:pt x="279" y="299"/>
                </a:lnTo>
                <a:lnTo>
                  <a:pt x="347" y="179"/>
                </a:lnTo>
                <a:lnTo>
                  <a:pt x="497" y="179"/>
                </a:lnTo>
                <a:cubicBezTo>
                  <a:pt x="505" y="179"/>
                  <a:pt x="513" y="180"/>
                  <a:pt x="520" y="183"/>
                </a:cubicBezTo>
                <a:cubicBezTo>
                  <a:pt x="527" y="186"/>
                  <a:pt x="534" y="190"/>
                  <a:pt x="539" y="197"/>
                </a:cubicBezTo>
                <a:cubicBezTo>
                  <a:pt x="545" y="203"/>
                  <a:pt x="549" y="209"/>
                  <a:pt x="552" y="216"/>
                </a:cubicBezTo>
                <a:cubicBezTo>
                  <a:pt x="555" y="224"/>
                  <a:pt x="557" y="231"/>
                  <a:pt x="557" y="239"/>
                </a:cubicBezTo>
                <a:lnTo>
                  <a:pt x="557" y="358"/>
                </a:lnTo>
                <a:cubicBezTo>
                  <a:pt x="557" y="363"/>
                  <a:pt x="556" y="368"/>
                  <a:pt x="554" y="373"/>
                </a:cubicBezTo>
                <a:cubicBezTo>
                  <a:pt x="552" y="378"/>
                  <a:pt x="549" y="382"/>
                  <a:pt x="545" y="386"/>
                </a:cubicBezTo>
                <a:cubicBezTo>
                  <a:pt x="541" y="390"/>
                  <a:pt x="537" y="393"/>
                  <a:pt x="532" y="395"/>
                </a:cubicBezTo>
                <a:cubicBezTo>
                  <a:pt x="527" y="397"/>
                  <a:pt x="522" y="398"/>
                  <a:pt x="517" y="398"/>
                </a:cubicBezTo>
                <a:lnTo>
                  <a:pt x="517" y="537"/>
                </a:lnTo>
                <a:cubicBezTo>
                  <a:pt x="517" y="542"/>
                  <a:pt x="516" y="547"/>
                  <a:pt x="514" y="552"/>
                </a:cubicBezTo>
                <a:cubicBezTo>
                  <a:pt x="512" y="557"/>
                  <a:pt x="509" y="561"/>
                  <a:pt x="505" y="565"/>
                </a:cubicBezTo>
                <a:cubicBezTo>
                  <a:pt x="502" y="568"/>
                  <a:pt x="497" y="571"/>
                  <a:pt x="493" y="573"/>
                </a:cubicBezTo>
                <a:cubicBezTo>
                  <a:pt x="488" y="575"/>
                  <a:pt x="483" y="576"/>
                  <a:pt x="477" y="57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2040" y="3299760"/>
            <a:ext cx="49460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berichtstromen · koppelvlakdiensten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025520"/>
            <a:ext cx="3362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267080" y="3628800"/>
            <a:ext cx="4610520" cy="1124280"/>
          </a:xfrm>
          <a:custGeom>
            <a:avLst/>
            <a:gdLst/>
            <a:ahLst/>
            <a:rect l="0" t="0" r="r" b="b"/>
            <a:pathLst>
              <a:path w="12807" h="3123">
                <a:moveTo>
                  <a:pt x="0" y="0"/>
                </a:moveTo>
                <a:lnTo>
                  <a:pt x="12807" y="0"/>
                </a:lnTo>
                <a:lnTo>
                  <a:pt x="12807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267080" y="3628800"/>
            <a:ext cx="4610520" cy="38520"/>
          </a:xfrm>
          <a:custGeom>
            <a:avLst/>
            <a:gdLst/>
            <a:ahLst/>
            <a:rect l="0" t="0" r="r" b="b"/>
            <a:pathLst>
              <a:path w="12807" h="107">
                <a:moveTo>
                  <a:pt x="0" y="0"/>
                </a:moveTo>
                <a:lnTo>
                  <a:pt x="12807" y="0"/>
                </a:lnTo>
                <a:lnTo>
                  <a:pt x="128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267080" y="4743360"/>
            <a:ext cx="4610520" cy="9720"/>
          </a:xfrm>
          <a:custGeom>
            <a:avLst/>
            <a:gdLst/>
            <a:ahLst/>
            <a:rect l="0" t="0" r="r" b="b"/>
            <a:pathLst>
              <a:path w="12807" h="27">
                <a:moveTo>
                  <a:pt x="0" y="0"/>
                </a:moveTo>
                <a:lnTo>
                  <a:pt x="12807" y="0"/>
                </a:lnTo>
                <a:lnTo>
                  <a:pt x="12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628800"/>
            <a:ext cx="10080" cy="1124280"/>
          </a:xfrm>
          <a:custGeom>
            <a:avLst/>
            <a:gdLst/>
            <a:ahLst/>
            <a:rect l="0" t="0" r="r" b="b"/>
            <a:pathLst>
              <a:path w="28" h="3123">
                <a:moveTo>
                  <a:pt x="0" y="106"/>
                </a:moveTo>
                <a:lnTo>
                  <a:pt x="0" y="3123"/>
                </a:lnTo>
                <a:lnTo>
                  <a:pt x="28" y="312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267080" y="3628800"/>
            <a:ext cx="9720" cy="1124280"/>
          </a:xfrm>
          <a:custGeom>
            <a:avLst/>
            <a:gdLst/>
            <a:ahLst/>
            <a:rect l="0" t="0" r="r" b="b"/>
            <a:pathLst>
              <a:path w="27" h="3123">
                <a:moveTo>
                  <a:pt x="0" y="0"/>
                </a:moveTo>
                <a:lnTo>
                  <a:pt x="0" y="3123"/>
                </a:lnTo>
                <a:lnTo>
                  <a:pt x="27" y="312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438440" y="3900240"/>
            <a:ext cx="157680" cy="171720"/>
          </a:xfrm>
          <a:custGeom>
            <a:avLst/>
            <a:gdLst/>
            <a:ahLst/>
            <a:rect l="0" t="0" r="r" b="b"/>
            <a:pathLst>
              <a:path w="438" h="477">
                <a:moveTo>
                  <a:pt x="438" y="477"/>
                </a:moveTo>
                <a:lnTo>
                  <a:pt x="398" y="477"/>
                </a:lnTo>
                <a:lnTo>
                  <a:pt x="398" y="418"/>
                </a:lnTo>
                <a:cubicBezTo>
                  <a:pt x="398" y="405"/>
                  <a:pt x="395" y="392"/>
                  <a:pt x="390" y="380"/>
                </a:cubicBezTo>
                <a:cubicBezTo>
                  <a:pt x="385" y="368"/>
                  <a:pt x="378" y="357"/>
                  <a:pt x="369" y="347"/>
                </a:cubicBezTo>
                <a:cubicBezTo>
                  <a:pt x="360" y="337"/>
                  <a:pt x="349" y="330"/>
                  <a:pt x="337" y="325"/>
                </a:cubicBezTo>
                <a:cubicBezTo>
                  <a:pt x="325" y="320"/>
                  <a:pt x="312" y="318"/>
                  <a:pt x="299" y="318"/>
                </a:cubicBezTo>
                <a:lnTo>
                  <a:pt x="180" y="318"/>
                </a:lnTo>
                <a:cubicBezTo>
                  <a:pt x="167" y="318"/>
                  <a:pt x="154" y="320"/>
                  <a:pt x="142" y="325"/>
                </a:cubicBezTo>
                <a:cubicBezTo>
                  <a:pt x="130" y="330"/>
                  <a:pt x="119" y="337"/>
                  <a:pt x="110" y="347"/>
                </a:cubicBezTo>
                <a:cubicBezTo>
                  <a:pt x="100" y="357"/>
                  <a:pt x="92" y="368"/>
                  <a:pt x="87" y="380"/>
                </a:cubicBezTo>
                <a:cubicBezTo>
                  <a:pt x="82" y="392"/>
                  <a:pt x="79" y="405"/>
                  <a:pt x="79" y="418"/>
                </a:cubicBezTo>
                <a:lnTo>
                  <a:pt x="79" y="477"/>
                </a:lnTo>
                <a:lnTo>
                  <a:pt x="40" y="477"/>
                </a:lnTo>
                <a:lnTo>
                  <a:pt x="40" y="418"/>
                </a:lnTo>
                <a:cubicBezTo>
                  <a:pt x="40" y="399"/>
                  <a:pt x="43" y="382"/>
                  <a:pt x="50" y="365"/>
                </a:cubicBezTo>
                <a:cubicBezTo>
                  <a:pt x="57" y="347"/>
                  <a:pt x="67" y="332"/>
                  <a:pt x="81" y="319"/>
                </a:cubicBezTo>
                <a:cubicBezTo>
                  <a:pt x="94" y="306"/>
                  <a:pt x="110" y="296"/>
                  <a:pt x="127" y="289"/>
                </a:cubicBezTo>
                <a:cubicBezTo>
                  <a:pt x="144" y="282"/>
                  <a:pt x="161" y="278"/>
                  <a:pt x="180" y="278"/>
                </a:cubicBezTo>
                <a:lnTo>
                  <a:pt x="299" y="278"/>
                </a:lnTo>
                <a:cubicBezTo>
                  <a:pt x="317" y="278"/>
                  <a:pt x="335" y="282"/>
                  <a:pt x="352" y="289"/>
                </a:cubicBezTo>
                <a:cubicBezTo>
                  <a:pt x="369" y="296"/>
                  <a:pt x="384" y="306"/>
                  <a:pt x="397" y="319"/>
                </a:cubicBezTo>
                <a:cubicBezTo>
                  <a:pt x="410" y="332"/>
                  <a:pt x="420" y="347"/>
                  <a:pt x="427" y="365"/>
                </a:cubicBezTo>
                <a:cubicBezTo>
                  <a:pt x="434" y="382"/>
                  <a:pt x="438" y="399"/>
                  <a:pt x="438" y="418"/>
                </a:cubicBezTo>
                <a:lnTo>
                  <a:pt x="438" y="477"/>
                </a:lnTo>
                <a:moveTo>
                  <a:pt x="20" y="0"/>
                </a:moveTo>
                <a:cubicBezTo>
                  <a:pt x="14" y="0"/>
                  <a:pt x="10" y="2"/>
                  <a:pt x="6" y="6"/>
                </a:cubicBezTo>
                <a:cubicBezTo>
                  <a:pt x="2" y="10"/>
                  <a:pt x="0" y="15"/>
                  <a:pt x="0" y="20"/>
                </a:cubicBezTo>
                <a:lnTo>
                  <a:pt x="0" y="199"/>
                </a:lnTo>
                <a:lnTo>
                  <a:pt x="40" y="199"/>
                </a:lnTo>
                <a:lnTo>
                  <a:pt x="40" y="20"/>
                </a:lnTo>
                <a:cubicBezTo>
                  <a:pt x="40" y="15"/>
                  <a:pt x="38" y="10"/>
                  <a:pt x="34" y="6"/>
                </a:cubicBezTo>
                <a:cubicBezTo>
                  <a:pt x="30" y="2"/>
                  <a:pt x="25" y="0"/>
                  <a:pt x="2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438440" y="3871800"/>
            <a:ext cx="171720" cy="114480"/>
          </a:xfrm>
          <a:custGeom>
            <a:avLst/>
            <a:gdLst/>
            <a:ahLst/>
            <a:rect l="0" t="0" r="r" b="b"/>
            <a:pathLst>
              <a:path w="477" h="318">
                <a:moveTo>
                  <a:pt x="0" y="0"/>
                </a:moveTo>
                <a:lnTo>
                  <a:pt x="0" y="39"/>
                </a:lnTo>
                <a:lnTo>
                  <a:pt x="99" y="39"/>
                </a:lnTo>
                <a:lnTo>
                  <a:pt x="99" y="178"/>
                </a:lnTo>
                <a:cubicBezTo>
                  <a:pt x="99" y="198"/>
                  <a:pt x="103" y="216"/>
                  <a:pt x="110" y="233"/>
                </a:cubicBezTo>
                <a:cubicBezTo>
                  <a:pt x="117" y="250"/>
                  <a:pt x="127" y="265"/>
                  <a:pt x="140" y="278"/>
                </a:cubicBezTo>
                <a:cubicBezTo>
                  <a:pt x="153" y="291"/>
                  <a:pt x="168" y="301"/>
                  <a:pt x="185" y="308"/>
                </a:cubicBezTo>
                <a:cubicBezTo>
                  <a:pt x="202" y="315"/>
                  <a:pt x="220" y="318"/>
                  <a:pt x="238" y="318"/>
                </a:cubicBezTo>
                <a:cubicBezTo>
                  <a:pt x="257" y="318"/>
                  <a:pt x="274" y="315"/>
                  <a:pt x="292" y="308"/>
                </a:cubicBezTo>
                <a:cubicBezTo>
                  <a:pt x="309" y="301"/>
                  <a:pt x="324" y="291"/>
                  <a:pt x="337" y="278"/>
                </a:cubicBezTo>
                <a:cubicBezTo>
                  <a:pt x="350" y="265"/>
                  <a:pt x="360" y="250"/>
                  <a:pt x="368" y="233"/>
                </a:cubicBezTo>
                <a:cubicBezTo>
                  <a:pt x="375" y="216"/>
                  <a:pt x="378" y="198"/>
                  <a:pt x="378" y="178"/>
                </a:cubicBezTo>
                <a:lnTo>
                  <a:pt x="378" y="39"/>
                </a:lnTo>
                <a:lnTo>
                  <a:pt x="477" y="39"/>
                </a:lnTo>
                <a:lnTo>
                  <a:pt x="477" y="0"/>
                </a:lnTo>
                <a:lnTo>
                  <a:pt x="0" y="0"/>
                </a:lnTo>
                <a:moveTo>
                  <a:pt x="139" y="39"/>
                </a:moveTo>
                <a:lnTo>
                  <a:pt x="338" y="39"/>
                </a:lnTo>
                <a:lnTo>
                  <a:pt x="338" y="99"/>
                </a:lnTo>
                <a:lnTo>
                  <a:pt x="139" y="99"/>
                </a:lnTo>
                <a:lnTo>
                  <a:pt x="139" y="39"/>
                </a:lnTo>
                <a:moveTo>
                  <a:pt x="238" y="279"/>
                </a:moveTo>
                <a:cubicBezTo>
                  <a:pt x="225" y="279"/>
                  <a:pt x="212" y="276"/>
                  <a:pt x="200" y="271"/>
                </a:cubicBezTo>
                <a:cubicBezTo>
                  <a:pt x="188" y="266"/>
                  <a:pt x="177" y="259"/>
                  <a:pt x="168" y="250"/>
                </a:cubicBezTo>
                <a:cubicBezTo>
                  <a:pt x="159" y="240"/>
                  <a:pt x="152" y="230"/>
                  <a:pt x="147" y="217"/>
                </a:cubicBezTo>
                <a:cubicBezTo>
                  <a:pt x="142" y="205"/>
                  <a:pt x="139" y="193"/>
                  <a:pt x="139" y="178"/>
                </a:cubicBezTo>
                <a:lnTo>
                  <a:pt x="139" y="139"/>
                </a:lnTo>
                <a:lnTo>
                  <a:pt x="338" y="139"/>
                </a:lnTo>
                <a:lnTo>
                  <a:pt x="338" y="178"/>
                </a:lnTo>
                <a:cubicBezTo>
                  <a:pt x="338" y="193"/>
                  <a:pt x="336" y="205"/>
                  <a:pt x="331" y="217"/>
                </a:cubicBezTo>
                <a:cubicBezTo>
                  <a:pt x="326" y="230"/>
                  <a:pt x="319" y="240"/>
                  <a:pt x="309" y="250"/>
                </a:cubicBezTo>
                <a:cubicBezTo>
                  <a:pt x="300" y="259"/>
                  <a:pt x="289" y="266"/>
                  <a:pt x="276" y="271"/>
                </a:cubicBezTo>
                <a:cubicBezTo>
                  <a:pt x="264" y="276"/>
                  <a:pt x="251" y="279"/>
                  <a:pt x="238" y="27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287240"/>
            <a:ext cx="1828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413600" y="4130280"/>
            <a:ext cx="197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6833880" y="3757320"/>
            <a:ext cx="1896120" cy="895680"/>
          </a:xfrm>
          <a:custGeom>
            <a:avLst/>
            <a:gdLst/>
            <a:ahLst/>
            <a:rect l="0" t="0" r="r" b="b"/>
            <a:pathLst>
              <a:path w="5267" h="2488">
                <a:moveTo>
                  <a:pt x="0" y="2396"/>
                </a:moveTo>
                <a:lnTo>
                  <a:pt x="0" y="93"/>
                </a:ln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lnTo>
                  <a:pt x="5174" y="0"/>
                </a:lnTo>
                <a:cubicBezTo>
                  <a:pt x="5186" y="0"/>
                  <a:pt x="5198" y="3"/>
                  <a:pt x="5209" y="7"/>
                </a:cubicBezTo>
                <a:cubicBezTo>
                  <a:pt x="5221" y="12"/>
                  <a:pt x="5231" y="19"/>
                  <a:pt x="5239" y="27"/>
                </a:cubicBezTo>
                <a:cubicBezTo>
                  <a:pt x="5248" y="36"/>
                  <a:pt x="5255" y="46"/>
                  <a:pt x="5260" y="57"/>
                </a:cubicBezTo>
                <a:cubicBezTo>
                  <a:pt x="5264" y="69"/>
                  <a:pt x="5267" y="81"/>
                  <a:pt x="5267" y="93"/>
                </a:cubicBezTo>
                <a:lnTo>
                  <a:pt x="5267" y="2396"/>
                </a:lnTo>
                <a:cubicBezTo>
                  <a:pt x="5267" y="2408"/>
                  <a:pt x="5264" y="2420"/>
                  <a:pt x="5260" y="2431"/>
                </a:cubicBezTo>
                <a:cubicBezTo>
                  <a:pt x="5255" y="2443"/>
                  <a:pt x="5248" y="2453"/>
                  <a:pt x="5239" y="2461"/>
                </a:cubicBezTo>
                <a:cubicBezTo>
                  <a:pt x="5231" y="2470"/>
                  <a:pt x="5221" y="2477"/>
                  <a:pt x="5209" y="2481"/>
                </a:cubicBezTo>
                <a:cubicBezTo>
                  <a:pt x="5198" y="2486"/>
                  <a:pt x="5186" y="2488"/>
                  <a:pt x="5174" y="2488"/>
                </a:cubicBezTo>
                <a:lnTo>
                  <a:pt x="93" y="2488"/>
                </a:lnTo>
                <a:cubicBezTo>
                  <a:pt x="81" y="2488"/>
                  <a:pt x="69" y="2486"/>
                  <a:pt x="58" y="2481"/>
                </a:cubicBezTo>
                <a:cubicBezTo>
                  <a:pt x="46" y="2477"/>
                  <a:pt x="36" y="2470"/>
                  <a:pt x="27" y="2461"/>
                </a:cubicBezTo>
                <a:cubicBezTo>
                  <a:pt x="19" y="2453"/>
                  <a:pt x="12" y="2443"/>
                  <a:pt x="7" y="2431"/>
                </a:cubicBezTo>
                <a:cubicBezTo>
                  <a:pt x="3" y="2420"/>
                  <a:pt x="0" y="2408"/>
                  <a:pt x="0" y="239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" name="" descr=""/>
          <p:cNvPicPr/>
          <p:nvPr/>
        </p:nvPicPr>
        <p:blipFill>
          <a:blip r:embed="rId2"/>
          <a:stretch/>
        </p:blipFill>
        <p:spPr>
          <a:xfrm>
            <a:off x="6838920" y="3762360"/>
            <a:ext cx="1885680" cy="885600"/>
          </a:xfrm>
          <a:prstGeom prst="rect">
            <a:avLst/>
          </a:prstGeom>
          <a:ln w="0">
            <a:noFill/>
          </a:ln>
        </p:spPr>
      </p:pic>
      <p:sp>
        <p:nvSpPr>
          <p:cNvPr id="12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413600" y="4382640"/>
            <a:ext cx="1683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regulier, de standaardroute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8" name=""/>
          <p:cNvSpPr/>
          <p:nvPr/>
        </p:nvSpPr>
        <p:spPr>
          <a:xfrm>
            <a:off x="461880" y="1195200"/>
            <a:ext cx="5248440" cy="2962800"/>
          </a:xfrm>
          <a:custGeom>
            <a:avLst/>
            <a:gdLst/>
            <a:ahLst/>
            <a:rect l="0" t="0" r="r" b="b"/>
            <a:pathLst>
              <a:path w="14579" h="8230">
                <a:moveTo>
                  <a:pt x="0" y="80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4434" y="0"/>
                </a:lnTo>
                <a:cubicBezTo>
                  <a:pt x="14443" y="0"/>
                  <a:pt x="14453" y="1"/>
                  <a:pt x="14462" y="3"/>
                </a:cubicBezTo>
                <a:cubicBezTo>
                  <a:pt x="14472" y="5"/>
                  <a:pt x="14481" y="7"/>
                  <a:pt x="14489" y="11"/>
                </a:cubicBezTo>
                <a:cubicBezTo>
                  <a:pt x="14498" y="15"/>
                  <a:pt x="14507" y="19"/>
                  <a:pt x="14515" y="25"/>
                </a:cubicBezTo>
                <a:cubicBezTo>
                  <a:pt x="14523" y="30"/>
                  <a:pt x="14530" y="36"/>
                  <a:pt x="14537" y="43"/>
                </a:cubicBezTo>
                <a:cubicBezTo>
                  <a:pt x="14543" y="49"/>
                  <a:pt x="14549" y="57"/>
                  <a:pt x="14555" y="65"/>
                </a:cubicBezTo>
                <a:cubicBezTo>
                  <a:pt x="14560" y="73"/>
                  <a:pt x="14565" y="81"/>
                  <a:pt x="14568" y="90"/>
                </a:cubicBezTo>
                <a:cubicBezTo>
                  <a:pt x="14572" y="99"/>
                  <a:pt x="14575" y="108"/>
                  <a:pt x="14576" y="117"/>
                </a:cubicBezTo>
                <a:cubicBezTo>
                  <a:pt x="14578" y="127"/>
                  <a:pt x="14579" y="136"/>
                  <a:pt x="14579" y="146"/>
                </a:cubicBezTo>
                <a:lnTo>
                  <a:pt x="14579" y="8084"/>
                </a:lnTo>
                <a:cubicBezTo>
                  <a:pt x="14579" y="8094"/>
                  <a:pt x="14578" y="8103"/>
                  <a:pt x="14576" y="8112"/>
                </a:cubicBezTo>
                <a:cubicBezTo>
                  <a:pt x="14575" y="8122"/>
                  <a:pt x="14572" y="8131"/>
                  <a:pt x="14568" y="8140"/>
                </a:cubicBezTo>
                <a:cubicBezTo>
                  <a:pt x="14565" y="8149"/>
                  <a:pt x="14560" y="8157"/>
                  <a:pt x="14555" y="8165"/>
                </a:cubicBezTo>
                <a:cubicBezTo>
                  <a:pt x="14549" y="8173"/>
                  <a:pt x="14543" y="8180"/>
                  <a:pt x="14537" y="8187"/>
                </a:cubicBezTo>
                <a:cubicBezTo>
                  <a:pt x="14530" y="8194"/>
                  <a:pt x="14523" y="8200"/>
                  <a:pt x="14515" y="8205"/>
                </a:cubicBezTo>
                <a:cubicBezTo>
                  <a:pt x="14507" y="8210"/>
                  <a:pt x="14498" y="8215"/>
                  <a:pt x="14489" y="8218"/>
                </a:cubicBezTo>
                <a:cubicBezTo>
                  <a:pt x="14481" y="8222"/>
                  <a:pt x="14472" y="8225"/>
                  <a:pt x="14462" y="8227"/>
                </a:cubicBezTo>
                <a:cubicBezTo>
                  <a:pt x="14453" y="8229"/>
                  <a:pt x="14443" y="8230"/>
                  <a:pt x="14434" y="8230"/>
                </a:cubicBezTo>
                <a:lnTo>
                  <a:pt x="145" y="8230"/>
                </a:lnTo>
                <a:cubicBezTo>
                  <a:pt x="136" y="8230"/>
                  <a:pt x="126" y="8229"/>
                  <a:pt x="117" y="8227"/>
                </a:cubicBezTo>
                <a:cubicBezTo>
                  <a:pt x="107" y="8225"/>
                  <a:pt x="98" y="8222"/>
                  <a:pt x="90" y="8218"/>
                </a:cubicBezTo>
                <a:cubicBezTo>
                  <a:pt x="81" y="8215"/>
                  <a:pt x="72" y="8210"/>
                  <a:pt x="64" y="8205"/>
                </a:cubicBezTo>
                <a:cubicBezTo>
                  <a:pt x="56" y="8200"/>
                  <a:pt x="49" y="8194"/>
                  <a:pt x="42" y="8187"/>
                </a:cubicBezTo>
                <a:cubicBezTo>
                  <a:pt x="36" y="8180"/>
                  <a:pt x="30" y="8173"/>
                  <a:pt x="24" y="8165"/>
                </a:cubicBezTo>
                <a:cubicBezTo>
                  <a:pt x="19" y="8157"/>
                  <a:pt x="14" y="8149"/>
                  <a:pt x="11" y="8140"/>
                </a:cubicBezTo>
                <a:cubicBezTo>
                  <a:pt x="7" y="8131"/>
                  <a:pt x="4" y="8122"/>
                  <a:pt x="3" y="8112"/>
                </a:cubicBezTo>
                <a:cubicBezTo>
                  <a:pt x="1" y="8103"/>
                  <a:pt x="0" y="8094"/>
                  <a:pt x="0" y="80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61880" y="1195200"/>
            <a:ext cx="5248440" cy="2962800"/>
          </a:xfrm>
          <a:custGeom>
            <a:avLst/>
            <a:gdLst/>
            <a:ahLst/>
            <a:rect l="0" t="0" r="r" b="b"/>
            <a:pathLst>
              <a:path w="14579" h="8230">
                <a:moveTo>
                  <a:pt x="0" y="80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4434" y="0"/>
                </a:lnTo>
                <a:cubicBezTo>
                  <a:pt x="14443" y="0"/>
                  <a:pt x="14453" y="1"/>
                  <a:pt x="14462" y="3"/>
                </a:cubicBezTo>
                <a:cubicBezTo>
                  <a:pt x="14472" y="5"/>
                  <a:pt x="14481" y="7"/>
                  <a:pt x="14489" y="11"/>
                </a:cubicBezTo>
                <a:cubicBezTo>
                  <a:pt x="14498" y="15"/>
                  <a:pt x="14507" y="19"/>
                  <a:pt x="14515" y="25"/>
                </a:cubicBezTo>
                <a:cubicBezTo>
                  <a:pt x="14523" y="30"/>
                  <a:pt x="14530" y="36"/>
                  <a:pt x="14537" y="43"/>
                </a:cubicBezTo>
                <a:cubicBezTo>
                  <a:pt x="14543" y="49"/>
                  <a:pt x="14549" y="57"/>
                  <a:pt x="14555" y="65"/>
                </a:cubicBezTo>
                <a:cubicBezTo>
                  <a:pt x="14560" y="73"/>
                  <a:pt x="14565" y="81"/>
                  <a:pt x="14568" y="90"/>
                </a:cubicBezTo>
                <a:cubicBezTo>
                  <a:pt x="14572" y="99"/>
                  <a:pt x="14575" y="108"/>
                  <a:pt x="14576" y="117"/>
                </a:cubicBezTo>
                <a:cubicBezTo>
                  <a:pt x="14578" y="127"/>
                  <a:pt x="14579" y="136"/>
                  <a:pt x="14579" y="146"/>
                </a:cubicBezTo>
                <a:lnTo>
                  <a:pt x="14579" y="8084"/>
                </a:lnTo>
                <a:cubicBezTo>
                  <a:pt x="14579" y="8094"/>
                  <a:pt x="14578" y="8103"/>
                  <a:pt x="14576" y="8112"/>
                </a:cubicBezTo>
                <a:cubicBezTo>
                  <a:pt x="14575" y="8122"/>
                  <a:pt x="14572" y="8131"/>
                  <a:pt x="14568" y="8140"/>
                </a:cubicBezTo>
                <a:cubicBezTo>
                  <a:pt x="14565" y="8149"/>
                  <a:pt x="14560" y="8157"/>
                  <a:pt x="14555" y="8165"/>
                </a:cubicBezTo>
                <a:cubicBezTo>
                  <a:pt x="14549" y="8173"/>
                  <a:pt x="14543" y="8180"/>
                  <a:pt x="14537" y="8187"/>
                </a:cubicBezTo>
                <a:cubicBezTo>
                  <a:pt x="14530" y="8194"/>
                  <a:pt x="14523" y="8200"/>
                  <a:pt x="14515" y="8205"/>
                </a:cubicBezTo>
                <a:cubicBezTo>
                  <a:pt x="14507" y="8210"/>
                  <a:pt x="14498" y="8215"/>
                  <a:pt x="14489" y="8218"/>
                </a:cubicBezTo>
                <a:cubicBezTo>
                  <a:pt x="14481" y="8222"/>
                  <a:pt x="14472" y="8225"/>
                  <a:pt x="14462" y="8227"/>
                </a:cubicBezTo>
                <a:cubicBezTo>
                  <a:pt x="14453" y="8229"/>
                  <a:pt x="14443" y="8230"/>
                  <a:pt x="14434" y="8230"/>
                </a:cubicBezTo>
                <a:lnTo>
                  <a:pt x="145" y="8230"/>
                </a:lnTo>
                <a:cubicBezTo>
                  <a:pt x="136" y="8230"/>
                  <a:pt x="126" y="8229"/>
                  <a:pt x="117" y="8227"/>
                </a:cubicBezTo>
                <a:cubicBezTo>
                  <a:pt x="107" y="8225"/>
                  <a:pt x="98" y="8222"/>
                  <a:pt x="90" y="8218"/>
                </a:cubicBezTo>
                <a:cubicBezTo>
                  <a:pt x="81" y="8215"/>
                  <a:pt x="72" y="8210"/>
                  <a:pt x="64" y="8205"/>
                </a:cubicBezTo>
                <a:cubicBezTo>
                  <a:pt x="56" y="8200"/>
                  <a:pt x="49" y="8194"/>
                  <a:pt x="42" y="8187"/>
                </a:cubicBezTo>
                <a:cubicBezTo>
                  <a:pt x="36" y="8180"/>
                  <a:pt x="30" y="8173"/>
                  <a:pt x="24" y="8165"/>
                </a:cubicBezTo>
                <a:cubicBezTo>
                  <a:pt x="19" y="8157"/>
                  <a:pt x="14" y="8149"/>
                  <a:pt x="11" y="8140"/>
                </a:cubicBezTo>
                <a:cubicBezTo>
                  <a:pt x="7" y="8131"/>
                  <a:pt x="4" y="8122"/>
                  <a:pt x="3" y="8112"/>
                </a:cubicBezTo>
                <a:cubicBezTo>
                  <a:pt x="1" y="8103"/>
                  <a:pt x="0" y="8094"/>
                  <a:pt x="0" y="80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2"/>
          <a:stretch/>
        </p:blipFill>
        <p:spPr>
          <a:xfrm>
            <a:off x="1438200" y="1200240"/>
            <a:ext cx="3295440" cy="2952360"/>
          </a:xfrm>
          <a:prstGeom prst="rect">
            <a:avLst/>
          </a:prstGeom>
          <a:ln w="0">
            <a:noFill/>
          </a:ln>
        </p:spPr>
      </p:pic>
      <p:sp>
        <p:nvSpPr>
          <p:cNvPr id="141" name=""/>
          <p:cNvSpPr txBox="1"/>
          <p:nvPr/>
        </p:nvSpPr>
        <p:spPr>
          <a:xfrm>
            <a:off x="439920" y="38664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867280" y="1019160"/>
            <a:ext cx="3010320" cy="924120"/>
          </a:xfrm>
          <a:custGeom>
            <a:avLst/>
            <a:gdLst/>
            <a:ahLst/>
            <a:rect l="0" t="0" r="r" b="b"/>
            <a:pathLst>
              <a:path w="8362" h="2567">
                <a:moveTo>
                  <a:pt x="0" y="0"/>
                </a:moveTo>
                <a:lnTo>
                  <a:pt x="8362" y="0"/>
                </a:lnTo>
                <a:lnTo>
                  <a:pt x="8362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867280" y="1019160"/>
            <a:ext cx="3010320" cy="38160"/>
          </a:xfrm>
          <a:custGeom>
            <a:avLst/>
            <a:gdLst/>
            <a:ahLst/>
            <a:rect l="0" t="0" r="r" b="b"/>
            <a:pathLst>
              <a:path w="8362" h="106">
                <a:moveTo>
                  <a:pt x="0" y="0"/>
                </a:moveTo>
                <a:lnTo>
                  <a:pt x="8362" y="0"/>
                </a:lnTo>
                <a:lnTo>
                  <a:pt x="8362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5867280" y="19335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8867520" y="1019160"/>
            <a:ext cx="10080" cy="924120"/>
          </a:xfrm>
          <a:custGeom>
            <a:avLst/>
            <a:gdLst/>
            <a:ahLst/>
            <a:rect l="0" t="0" r="r" b="b"/>
            <a:pathLst>
              <a:path w="28" h="2567">
                <a:moveTo>
                  <a:pt x="0" y="105"/>
                </a:moveTo>
                <a:lnTo>
                  <a:pt x="0" y="2567"/>
                </a:lnTo>
                <a:lnTo>
                  <a:pt x="28" y="256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5867280" y="1019160"/>
            <a:ext cx="9720" cy="924120"/>
          </a:xfrm>
          <a:custGeom>
            <a:avLst/>
            <a:gdLst/>
            <a:ahLst/>
            <a:rect l="0" t="0" r="r" b="b"/>
            <a:pathLst>
              <a:path w="27" h="2567">
                <a:moveTo>
                  <a:pt x="0" y="0"/>
                </a:moveTo>
                <a:lnTo>
                  <a:pt x="0" y="2567"/>
                </a:lnTo>
                <a:lnTo>
                  <a:pt x="27" y="2567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5867280" y="2019240"/>
            <a:ext cx="3010320" cy="1248120"/>
          </a:xfrm>
          <a:custGeom>
            <a:avLst/>
            <a:gdLst/>
            <a:ahLst/>
            <a:rect l="0" t="0" r="r" b="b"/>
            <a:pathLst>
              <a:path w="8362" h="3467">
                <a:moveTo>
                  <a:pt x="0" y="0"/>
                </a:moveTo>
                <a:lnTo>
                  <a:pt x="8362" y="0"/>
                </a:lnTo>
                <a:lnTo>
                  <a:pt x="8362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5867280" y="2019240"/>
            <a:ext cx="3010320" cy="38160"/>
          </a:xfrm>
          <a:custGeom>
            <a:avLst/>
            <a:gdLst/>
            <a:ahLst/>
            <a:rect l="0" t="0" r="r" b="b"/>
            <a:pathLst>
              <a:path w="8362" h="106">
                <a:moveTo>
                  <a:pt x="0" y="0"/>
                </a:moveTo>
                <a:lnTo>
                  <a:pt x="8362" y="0"/>
                </a:lnTo>
                <a:lnTo>
                  <a:pt x="8362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5867280" y="325728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8867520" y="2019240"/>
            <a:ext cx="10080" cy="1248120"/>
          </a:xfrm>
          <a:custGeom>
            <a:avLst/>
            <a:gdLst/>
            <a:ahLst/>
            <a:rect l="0" t="0" r="r" b="b"/>
            <a:pathLst>
              <a:path w="28" h="3467">
                <a:moveTo>
                  <a:pt x="0" y="105"/>
                </a:moveTo>
                <a:lnTo>
                  <a:pt x="0" y="3467"/>
                </a:lnTo>
                <a:lnTo>
                  <a:pt x="28" y="346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867280" y="2019240"/>
            <a:ext cx="9720" cy="1248120"/>
          </a:xfrm>
          <a:custGeom>
            <a:avLst/>
            <a:gdLst/>
            <a:ahLst/>
            <a:rect l="0" t="0" r="r" b="b"/>
            <a:pathLst>
              <a:path w="27" h="3467">
                <a:moveTo>
                  <a:pt x="0" y="0"/>
                </a:moveTo>
                <a:lnTo>
                  <a:pt x="0" y="3467"/>
                </a:lnTo>
                <a:lnTo>
                  <a:pt x="27" y="3467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867280" y="3342960"/>
            <a:ext cx="3010320" cy="1210320"/>
          </a:xfrm>
          <a:custGeom>
            <a:avLst/>
            <a:gdLst/>
            <a:ahLst/>
            <a:rect l="0" t="0" r="r" b="b"/>
            <a:pathLst>
              <a:path w="8362" h="3362">
                <a:moveTo>
                  <a:pt x="0" y="0"/>
                </a:moveTo>
                <a:lnTo>
                  <a:pt x="8362" y="0"/>
                </a:lnTo>
                <a:lnTo>
                  <a:pt x="8362" y="3362"/>
                </a:lnTo>
                <a:lnTo>
                  <a:pt x="0" y="336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5867280" y="3342960"/>
            <a:ext cx="3010320" cy="38520"/>
          </a:xfrm>
          <a:custGeom>
            <a:avLst/>
            <a:gdLst/>
            <a:ahLst/>
            <a:rect l="0" t="0" r="r" b="b"/>
            <a:pathLst>
              <a:path w="8362" h="107">
                <a:moveTo>
                  <a:pt x="0" y="0"/>
                </a:moveTo>
                <a:lnTo>
                  <a:pt x="8362" y="0"/>
                </a:lnTo>
                <a:lnTo>
                  <a:pt x="836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5867280" y="454320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8867520" y="3342960"/>
            <a:ext cx="10080" cy="1210320"/>
          </a:xfrm>
          <a:custGeom>
            <a:avLst/>
            <a:gdLst/>
            <a:ahLst/>
            <a:rect l="0" t="0" r="r" b="b"/>
            <a:pathLst>
              <a:path w="28" h="3362">
                <a:moveTo>
                  <a:pt x="0" y="106"/>
                </a:moveTo>
                <a:lnTo>
                  <a:pt x="0" y="3362"/>
                </a:lnTo>
                <a:lnTo>
                  <a:pt x="28" y="336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5867280" y="3342960"/>
            <a:ext cx="9720" cy="1210320"/>
          </a:xfrm>
          <a:custGeom>
            <a:avLst/>
            <a:gdLst/>
            <a:ahLst/>
            <a:rect l="0" t="0" r="r" b="b"/>
            <a:pathLst>
              <a:path w="27" h="3362">
                <a:moveTo>
                  <a:pt x="0" y="0"/>
                </a:moveTo>
                <a:lnTo>
                  <a:pt x="0" y="3362"/>
                </a:lnTo>
                <a:lnTo>
                  <a:pt x="27" y="336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6003720" y="1174320"/>
            <a:ext cx="175680" cy="176400"/>
          </a:xfrm>
          <a:custGeom>
            <a:avLst/>
            <a:gdLst/>
            <a:ahLst/>
            <a:rect l="0" t="0" r="r" b="b"/>
            <a:pathLst>
              <a:path w="488" h="490">
                <a:moveTo>
                  <a:pt x="338" y="51"/>
                </a:moveTo>
                <a:lnTo>
                  <a:pt x="259" y="4"/>
                </a:lnTo>
                <a:cubicBezTo>
                  <a:pt x="254" y="2"/>
                  <a:pt x="250" y="0"/>
                  <a:pt x="245" y="0"/>
                </a:cubicBezTo>
                <a:cubicBezTo>
                  <a:pt x="240" y="0"/>
                  <a:pt x="236" y="2"/>
                  <a:pt x="233" y="4"/>
                </a:cubicBezTo>
                <a:lnTo>
                  <a:pt x="154" y="51"/>
                </a:lnTo>
                <a:cubicBezTo>
                  <a:pt x="146" y="56"/>
                  <a:pt x="140" y="65"/>
                  <a:pt x="140" y="74"/>
                </a:cubicBezTo>
                <a:lnTo>
                  <a:pt x="140" y="171"/>
                </a:lnTo>
                <a:cubicBezTo>
                  <a:pt x="140" y="180"/>
                  <a:pt x="146" y="189"/>
                  <a:pt x="153" y="194"/>
                </a:cubicBezTo>
                <a:lnTo>
                  <a:pt x="231" y="241"/>
                </a:lnTo>
                <a:cubicBezTo>
                  <a:pt x="235" y="243"/>
                  <a:pt x="240" y="245"/>
                  <a:pt x="243" y="245"/>
                </a:cubicBezTo>
                <a:cubicBezTo>
                  <a:pt x="247" y="245"/>
                  <a:pt x="252" y="243"/>
                  <a:pt x="256" y="241"/>
                </a:cubicBezTo>
                <a:lnTo>
                  <a:pt x="334" y="194"/>
                </a:lnTo>
                <a:cubicBezTo>
                  <a:pt x="341" y="189"/>
                  <a:pt x="346" y="182"/>
                  <a:pt x="346" y="171"/>
                </a:cubicBezTo>
                <a:lnTo>
                  <a:pt x="346" y="74"/>
                </a:lnTo>
                <a:cubicBezTo>
                  <a:pt x="350" y="65"/>
                  <a:pt x="345" y="56"/>
                  <a:pt x="338" y="51"/>
                </a:cubicBezTo>
                <a:moveTo>
                  <a:pt x="315" y="166"/>
                </a:moveTo>
                <a:lnTo>
                  <a:pt x="245" y="208"/>
                </a:lnTo>
                <a:lnTo>
                  <a:pt x="175" y="166"/>
                </a:lnTo>
                <a:lnTo>
                  <a:pt x="175" y="79"/>
                </a:lnTo>
                <a:lnTo>
                  <a:pt x="245" y="37"/>
                </a:lnTo>
                <a:lnTo>
                  <a:pt x="315" y="79"/>
                </a:lnTo>
                <a:lnTo>
                  <a:pt x="315" y="166"/>
                </a:lnTo>
                <a:moveTo>
                  <a:pt x="477" y="295"/>
                </a:moveTo>
                <a:lnTo>
                  <a:pt x="399" y="248"/>
                </a:lnTo>
                <a:cubicBezTo>
                  <a:pt x="393" y="246"/>
                  <a:pt x="390" y="245"/>
                  <a:pt x="385" y="245"/>
                </a:cubicBezTo>
                <a:cubicBezTo>
                  <a:pt x="379" y="245"/>
                  <a:pt x="376" y="246"/>
                  <a:pt x="372" y="248"/>
                </a:cubicBezTo>
                <a:lnTo>
                  <a:pt x="294" y="295"/>
                </a:lnTo>
                <a:cubicBezTo>
                  <a:pt x="287" y="301"/>
                  <a:pt x="282" y="308"/>
                  <a:pt x="282" y="318"/>
                </a:cubicBezTo>
                <a:lnTo>
                  <a:pt x="282" y="417"/>
                </a:lnTo>
                <a:cubicBezTo>
                  <a:pt x="282" y="425"/>
                  <a:pt x="287" y="434"/>
                  <a:pt x="294" y="439"/>
                </a:cubicBezTo>
                <a:lnTo>
                  <a:pt x="372" y="487"/>
                </a:lnTo>
                <a:cubicBezTo>
                  <a:pt x="376" y="488"/>
                  <a:pt x="381" y="490"/>
                  <a:pt x="385" y="490"/>
                </a:cubicBezTo>
                <a:cubicBezTo>
                  <a:pt x="388" y="490"/>
                  <a:pt x="393" y="488"/>
                  <a:pt x="397" y="487"/>
                </a:cubicBezTo>
                <a:lnTo>
                  <a:pt x="475" y="439"/>
                </a:lnTo>
                <a:cubicBezTo>
                  <a:pt x="482" y="434"/>
                  <a:pt x="488" y="427"/>
                  <a:pt x="488" y="417"/>
                </a:cubicBezTo>
                <a:lnTo>
                  <a:pt x="488" y="318"/>
                </a:lnTo>
                <a:cubicBezTo>
                  <a:pt x="489" y="309"/>
                  <a:pt x="484" y="301"/>
                  <a:pt x="477" y="295"/>
                </a:cubicBezTo>
                <a:moveTo>
                  <a:pt x="454" y="411"/>
                </a:moveTo>
                <a:lnTo>
                  <a:pt x="385" y="453"/>
                </a:lnTo>
                <a:lnTo>
                  <a:pt x="315" y="411"/>
                </a:lnTo>
                <a:lnTo>
                  <a:pt x="315" y="323"/>
                </a:lnTo>
                <a:lnTo>
                  <a:pt x="385" y="281"/>
                </a:lnTo>
                <a:lnTo>
                  <a:pt x="454" y="323"/>
                </a:lnTo>
                <a:lnTo>
                  <a:pt x="454" y="411"/>
                </a:lnTo>
                <a:moveTo>
                  <a:pt x="198" y="295"/>
                </a:moveTo>
                <a:lnTo>
                  <a:pt x="118" y="248"/>
                </a:lnTo>
                <a:cubicBezTo>
                  <a:pt x="113" y="246"/>
                  <a:pt x="110" y="245"/>
                  <a:pt x="104" y="245"/>
                </a:cubicBezTo>
                <a:cubicBezTo>
                  <a:pt x="99" y="245"/>
                  <a:pt x="96" y="246"/>
                  <a:pt x="92" y="248"/>
                </a:cubicBezTo>
                <a:lnTo>
                  <a:pt x="14" y="295"/>
                </a:lnTo>
                <a:cubicBezTo>
                  <a:pt x="5" y="301"/>
                  <a:pt x="0" y="309"/>
                  <a:pt x="0" y="318"/>
                </a:cubicBezTo>
                <a:lnTo>
                  <a:pt x="0" y="417"/>
                </a:lnTo>
                <a:cubicBezTo>
                  <a:pt x="0" y="425"/>
                  <a:pt x="5" y="434"/>
                  <a:pt x="12" y="439"/>
                </a:cubicBezTo>
                <a:lnTo>
                  <a:pt x="90" y="487"/>
                </a:lnTo>
                <a:cubicBezTo>
                  <a:pt x="96" y="488"/>
                  <a:pt x="99" y="490"/>
                  <a:pt x="104" y="490"/>
                </a:cubicBezTo>
                <a:cubicBezTo>
                  <a:pt x="110" y="490"/>
                  <a:pt x="113" y="488"/>
                  <a:pt x="117" y="487"/>
                </a:cubicBezTo>
                <a:lnTo>
                  <a:pt x="196" y="439"/>
                </a:lnTo>
                <a:cubicBezTo>
                  <a:pt x="203" y="434"/>
                  <a:pt x="208" y="427"/>
                  <a:pt x="208" y="417"/>
                </a:cubicBezTo>
                <a:lnTo>
                  <a:pt x="208" y="318"/>
                </a:lnTo>
                <a:cubicBezTo>
                  <a:pt x="210" y="309"/>
                  <a:pt x="205" y="301"/>
                  <a:pt x="198" y="295"/>
                </a:cubicBezTo>
                <a:moveTo>
                  <a:pt x="175" y="411"/>
                </a:moveTo>
                <a:lnTo>
                  <a:pt x="104" y="453"/>
                </a:lnTo>
                <a:lnTo>
                  <a:pt x="35" y="411"/>
                </a:lnTo>
                <a:lnTo>
                  <a:pt x="35" y="323"/>
                </a:lnTo>
                <a:lnTo>
                  <a:pt x="104" y="281"/>
                </a:lnTo>
                <a:lnTo>
                  <a:pt x="175" y="323"/>
                </a:lnTo>
                <a:lnTo>
                  <a:pt x="175" y="41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57200" y="423216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986800" y="1386000"/>
            <a:ext cx="1418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986800" y="1552680"/>
            <a:ext cx="2685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berichtstromen · endpoints ·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6003720" y="2265840"/>
            <a:ext cx="176040" cy="94680"/>
          </a:xfrm>
          <a:custGeom>
            <a:avLst/>
            <a:gdLst/>
            <a:ahLst/>
            <a:rect l="0" t="0" r="r" b="b"/>
            <a:pathLst>
              <a:path w="489" h="263">
                <a:moveTo>
                  <a:pt x="489" y="263"/>
                </a:moveTo>
                <a:lnTo>
                  <a:pt x="350" y="263"/>
                </a:lnTo>
                <a:lnTo>
                  <a:pt x="350" y="123"/>
                </a:lnTo>
                <a:lnTo>
                  <a:pt x="489" y="123"/>
                </a:lnTo>
                <a:lnTo>
                  <a:pt x="489" y="263"/>
                </a:lnTo>
                <a:moveTo>
                  <a:pt x="385" y="228"/>
                </a:moveTo>
                <a:lnTo>
                  <a:pt x="454" y="228"/>
                </a:lnTo>
                <a:lnTo>
                  <a:pt x="454" y="158"/>
                </a:lnTo>
                <a:lnTo>
                  <a:pt x="385" y="158"/>
                </a:lnTo>
                <a:lnTo>
                  <a:pt x="385" y="228"/>
                </a:lnTo>
                <a:moveTo>
                  <a:pt x="315" y="210"/>
                </a:moveTo>
                <a:lnTo>
                  <a:pt x="104" y="210"/>
                </a:lnTo>
                <a:cubicBezTo>
                  <a:pt x="91" y="210"/>
                  <a:pt x="77" y="208"/>
                  <a:pt x="64" y="202"/>
                </a:cubicBezTo>
                <a:cubicBezTo>
                  <a:pt x="52" y="197"/>
                  <a:pt x="40" y="189"/>
                  <a:pt x="30" y="180"/>
                </a:cubicBezTo>
                <a:cubicBezTo>
                  <a:pt x="21" y="170"/>
                  <a:pt x="13" y="158"/>
                  <a:pt x="8" y="146"/>
                </a:cubicBezTo>
                <a:cubicBezTo>
                  <a:pt x="2" y="133"/>
                  <a:pt x="0" y="119"/>
                  <a:pt x="0" y="106"/>
                </a:cubicBezTo>
                <a:cubicBezTo>
                  <a:pt x="0" y="91"/>
                  <a:pt x="2" y="77"/>
                  <a:pt x="8" y="64"/>
                </a:cubicBezTo>
                <a:cubicBezTo>
                  <a:pt x="13" y="52"/>
                  <a:pt x="21" y="40"/>
                  <a:pt x="30" y="30"/>
                </a:cubicBezTo>
                <a:cubicBezTo>
                  <a:pt x="40" y="21"/>
                  <a:pt x="52" y="13"/>
                  <a:pt x="64" y="8"/>
                </a:cubicBezTo>
                <a:cubicBezTo>
                  <a:pt x="77" y="2"/>
                  <a:pt x="91" y="0"/>
                  <a:pt x="104" y="0"/>
                </a:cubicBezTo>
                <a:lnTo>
                  <a:pt x="139" y="0"/>
                </a:lnTo>
                <a:lnTo>
                  <a:pt x="139" y="35"/>
                </a:lnTo>
                <a:lnTo>
                  <a:pt x="104" y="35"/>
                </a:lnTo>
                <a:cubicBezTo>
                  <a:pt x="95" y="35"/>
                  <a:pt x="86" y="36"/>
                  <a:pt x="78" y="40"/>
                </a:cubicBezTo>
                <a:cubicBezTo>
                  <a:pt x="69" y="44"/>
                  <a:pt x="62" y="49"/>
                  <a:pt x="55" y="55"/>
                </a:cubicBezTo>
                <a:cubicBezTo>
                  <a:pt x="49" y="62"/>
                  <a:pt x="43" y="69"/>
                  <a:pt x="40" y="78"/>
                </a:cubicBezTo>
                <a:cubicBezTo>
                  <a:pt x="36" y="86"/>
                  <a:pt x="35" y="95"/>
                  <a:pt x="35" y="106"/>
                </a:cubicBezTo>
                <a:cubicBezTo>
                  <a:pt x="35" y="115"/>
                  <a:pt x="36" y="124"/>
                  <a:pt x="40" y="132"/>
                </a:cubicBezTo>
                <a:cubicBezTo>
                  <a:pt x="43" y="141"/>
                  <a:pt x="49" y="148"/>
                  <a:pt x="55" y="155"/>
                </a:cubicBezTo>
                <a:cubicBezTo>
                  <a:pt x="62" y="161"/>
                  <a:pt x="69" y="166"/>
                  <a:pt x="78" y="170"/>
                </a:cubicBezTo>
                <a:cubicBezTo>
                  <a:pt x="86" y="174"/>
                  <a:pt x="95" y="175"/>
                  <a:pt x="104" y="175"/>
                </a:cubicBezTo>
                <a:lnTo>
                  <a:pt x="315" y="175"/>
                </a:lnTo>
                <a:lnTo>
                  <a:pt x="315" y="2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6066360" y="2246760"/>
            <a:ext cx="50760" cy="50760"/>
          </a:xfrm>
          <a:custGeom>
            <a:avLst/>
            <a:gdLst/>
            <a:ahLst/>
            <a:rect l="0" t="0" r="r" b="b"/>
            <a:pathLst>
              <a:path w="141" h="141">
                <a:moveTo>
                  <a:pt x="141" y="141"/>
                </a:moveTo>
                <a:lnTo>
                  <a:pt x="0" y="141"/>
                </a:lnTo>
                <a:lnTo>
                  <a:pt x="0" y="0"/>
                </a:lnTo>
                <a:lnTo>
                  <a:pt x="141" y="0"/>
                </a:lnTo>
                <a:lnTo>
                  <a:pt x="141" y="141"/>
                </a:lnTo>
                <a:moveTo>
                  <a:pt x="35" y="106"/>
                </a:moveTo>
                <a:lnTo>
                  <a:pt x="106" y="106"/>
                </a:lnTo>
                <a:lnTo>
                  <a:pt x="106" y="35"/>
                </a:lnTo>
                <a:lnTo>
                  <a:pt x="35" y="35"/>
                </a:lnTo>
                <a:lnTo>
                  <a:pt x="35" y="10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6003720" y="2184120"/>
            <a:ext cx="176040" cy="94680"/>
          </a:xfrm>
          <a:custGeom>
            <a:avLst/>
            <a:gdLst/>
            <a:ahLst/>
            <a:rect l="0" t="0" r="r" b="b"/>
            <a:pathLst>
              <a:path w="489" h="263">
                <a:moveTo>
                  <a:pt x="385" y="263"/>
                </a:moveTo>
                <a:lnTo>
                  <a:pt x="350" y="263"/>
                </a:lnTo>
                <a:lnTo>
                  <a:pt x="350" y="228"/>
                </a:lnTo>
                <a:lnTo>
                  <a:pt x="385" y="228"/>
                </a:lnTo>
                <a:cubicBezTo>
                  <a:pt x="394" y="228"/>
                  <a:pt x="403" y="226"/>
                  <a:pt x="411" y="222"/>
                </a:cubicBezTo>
                <a:cubicBezTo>
                  <a:pt x="420" y="219"/>
                  <a:pt x="428" y="214"/>
                  <a:pt x="434" y="207"/>
                </a:cubicBezTo>
                <a:cubicBezTo>
                  <a:pt x="441" y="201"/>
                  <a:pt x="446" y="193"/>
                  <a:pt x="449" y="185"/>
                </a:cubicBezTo>
                <a:cubicBezTo>
                  <a:pt x="453" y="176"/>
                  <a:pt x="454" y="167"/>
                  <a:pt x="454" y="158"/>
                </a:cubicBezTo>
                <a:cubicBezTo>
                  <a:pt x="454" y="149"/>
                  <a:pt x="453" y="140"/>
                  <a:pt x="449" y="131"/>
                </a:cubicBezTo>
                <a:cubicBezTo>
                  <a:pt x="446" y="123"/>
                  <a:pt x="441" y="115"/>
                  <a:pt x="434" y="109"/>
                </a:cubicBezTo>
                <a:cubicBezTo>
                  <a:pt x="428" y="102"/>
                  <a:pt x="420" y="97"/>
                  <a:pt x="411" y="93"/>
                </a:cubicBezTo>
                <a:cubicBezTo>
                  <a:pt x="403" y="90"/>
                  <a:pt x="394" y="88"/>
                  <a:pt x="385" y="88"/>
                </a:cubicBezTo>
                <a:lnTo>
                  <a:pt x="175" y="88"/>
                </a:lnTo>
                <a:lnTo>
                  <a:pt x="175" y="52"/>
                </a:lnTo>
                <a:lnTo>
                  <a:pt x="385" y="52"/>
                </a:lnTo>
                <a:cubicBezTo>
                  <a:pt x="399" y="52"/>
                  <a:pt x="412" y="55"/>
                  <a:pt x="425" y="60"/>
                </a:cubicBezTo>
                <a:cubicBezTo>
                  <a:pt x="438" y="66"/>
                  <a:pt x="449" y="74"/>
                  <a:pt x="459" y="84"/>
                </a:cubicBezTo>
                <a:cubicBezTo>
                  <a:pt x="469" y="94"/>
                  <a:pt x="476" y="105"/>
                  <a:pt x="481" y="118"/>
                </a:cubicBezTo>
                <a:cubicBezTo>
                  <a:pt x="487" y="131"/>
                  <a:pt x="489" y="144"/>
                  <a:pt x="489" y="158"/>
                </a:cubicBezTo>
                <a:cubicBezTo>
                  <a:pt x="489" y="172"/>
                  <a:pt x="487" y="185"/>
                  <a:pt x="481" y="198"/>
                </a:cubicBezTo>
                <a:cubicBezTo>
                  <a:pt x="476" y="211"/>
                  <a:pt x="469" y="222"/>
                  <a:pt x="459" y="232"/>
                </a:cubicBezTo>
                <a:cubicBezTo>
                  <a:pt x="449" y="242"/>
                  <a:pt x="438" y="249"/>
                  <a:pt x="425" y="255"/>
                </a:cubicBezTo>
                <a:cubicBezTo>
                  <a:pt x="412" y="260"/>
                  <a:pt x="399" y="263"/>
                  <a:pt x="385" y="263"/>
                </a:cubicBezTo>
                <a:moveTo>
                  <a:pt x="139" y="141"/>
                </a:moveTo>
                <a:lnTo>
                  <a:pt x="0" y="141"/>
                </a:lnTo>
                <a:lnTo>
                  <a:pt x="0" y="0"/>
                </a:lnTo>
                <a:lnTo>
                  <a:pt x="139" y="0"/>
                </a:lnTo>
                <a:lnTo>
                  <a:pt x="139" y="141"/>
                </a:lnTo>
                <a:moveTo>
                  <a:pt x="35" y="106"/>
                </a:moveTo>
                <a:lnTo>
                  <a:pt x="104" y="106"/>
                </a:lnTo>
                <a:lnTo>
                  <a:pt x="104" y="35"/>
                </a:lnTo>
                <a:lnTo>
                  <a:pt x="35" y="35"/>
                </a:lnTo>
                <a:lnTo>
                  <a:pt x="35" y="10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986800" y="1714680"/>
            <a:ext cx="1108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5986800" y="2395800"/>
            <a:ext cx="2148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Drie koppelingen, in volgorde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986800" y="2552760"/>
            <a:ext cx="244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1 onderwijscatalogus en planningssysteem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986800" y="2714760"/>
            <a:ext cx="2827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2 onderwijscatalogus met studentvolgsysteem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986800" y="2867040"/>
            <a:ext cx="837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6091560" y="3498480"/>
            <a:ext cx="75600" cy="107280"/>
          </a:xfrm>
          <a:custGeom>
            <a:avLst/>
            <a:gdLst/>
            <a:ahLst/>
            <a:rect l="0" t="0" r="r" b="b"/>
            <a:pathLst>
              <a:path w="210" h="298">
                <a:moveTo>
                  <a:pt x="0" y="0"/>
                </a:moveTo>
                <a:lnTo>
                  <a:pt x="0" y="35"/>
                </a:lnTo>
                <a:lnTo>
                  <a:pt x="176" y="35"/>
                </a:lnTo>
                <a:lnTo>
                  <a:pt x="176" y="298"/>
                </a:lnTo>
                <a:lnTo>
                  <a:pt x="210" y="298"/>
                </a:lnTo>
                <a:lnTo>
                  <a:pt x="210" y="35"/>
                </a:lnTo>
                <a:cubicBezTo>
                  <a:pt x="210" y="30"/>
                  <a:pt x="210" y="26"/>
                  <a:pt x="208" y="22"/>
                </a:cubicBezTo>
                <a:cubicBezTo>
                  <a:pt x="206" y="17"/>
                  <a:pt x="204" y="14"/>
                  <a:pt x="200" y="10"/>
                </a:cubicBezTo>
                <a:cubicBezTo>
                  <a:pt x="197" y="7"/>
                  <a:pt x="193" y="5"/>
                  <a:pt x="189" y="3"/>
                </a:cubicBezTo>
                <a:cubicBezTo>
                  <a:pt x="185" y="1"/>
                  <a:pt x="180" y="0"/>
                  <a:pt x="17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6060240" y="3529800"/>
            <a:ext cx="75600" cy="107280"/>
          </a:xfrm>
          <a:custGeom>
            <a:avLst/>
            <a:gdLst/>
            <a:ahLst/>
            <a:rect l="0" t="0" r="r" b="b"/>
            <a:pathLst>
              <a:path w="210" h="298">
                <a:moveTo>
                  <a:pt x="0" y="0"/>
                </a:moveTo>
                <a:lnTo>
                  <a:pt x="0" y="35"/>
                </a:lnTo>
                <a:lnTo>
                  <a:pt x="174" y="35"/>
                </a:lnTo>
                <a:lnTo>
                  <a:pt x="174" y="298"/>
                </a:lnTo>
                <a:lnTo>
                  <a:pt x="210" y="298"/>
                </a:lnTo>
                <a:lnTo>
                  <a:pt x="210" y="35"/>
                </a:lnTo>
                <a:cubicBezTo>
                  <a:pt x="210" y="31"/>
                  <a:pt x="209" y="26"/>
                  <a:pt x="208" y="22"/>
                </a:cubicBezTo>
                <a:cubicBezTo>
                  <a:pt x="206" y="18"/>
                  <a:pt x="203" y="14"/>
                  <a:pt x="199" y="11"/>
                </a:cubicBezTo>
                <a:cubicBezTo>
                  <a:pt x="196" y="7"/>
                  <a:pt x="192" y="5"/>
                  <a:pt x="188" y="3"/>
                </a:cubicBezTo>
                <a:cubicBezTo>
                  <a:pt x="183" y="1"/>
                  <a:pt x="179" y="0"/>
                  <a:pt x="174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6016320" y="3561480"/>
            <a:ext cx="88200" cy="113400"/>
          </a:xfrm>
          <a:custGeom>
            <a:avLst/>
            <a:gdLst/>
            <a:ahLst/>
            <a:rect l="0" t="0" r="r" b="b"/>
            <a:pathLst>
              <a:path w="245" h="315">
                <a:moveTo>
                  <a:pt x="36" y="0"/>
                </a:moveTo>
                <a:lnTo>
                  <a:pt x="210" y="0"/>
                </a:lnTo>
                <a:cubicBezTo>
                  <a:pt x="215" y="0"/>
                  <a:pt x="219" y="1"/>
                  <a:pt x="223" y="2"/>
                </a:cubicBezTo>
                <a:cubicBezTo>
                  <a:pt x="228" y="4"/>
                  <a:pt x="231" y="7"/>
                  <a:pt x="235" y="10"/>
                </a:cubicBezTo>
                <a:cubicBezTo>
                  <a:pt x="238" y="13"/>
                  <a:pt x="241" y="17"/>
                  <a:pt x="242" y="21"/>
                </a:cubicBezTo>
                <a:cubicBezTo>
                  <a:pt x="244" y="26"/>
                  <a:pt x="245" y="30"/>
                  <a:pt x="245" y="35"/>
                </a:cubicBezTo>
                <a:lnTo>
                  <a:pt x="245" y="279"/>
                </a:lnTo>
                <a:cubicBezTo>
                  <a:pt x="245" y="284"/>
                  <a:pt x="244" y="288"/>
                  <a:pt x="242" y="292"/>
                </a:cubicBezTo>
                <a:cubicBezTo>
                  <a:pt x="241" y="297"/>
                  <a:pt x="238" y="300"/>
                  <a:pt x="235" y="304"/>
                </a:cubicBezTo>
                <a:cubicBezTo>
                  <a:pt x="231" y="307"/>
                  <a:pt x="228" y="309"/>
                  <a:pt x="223" y="311"/>
                </a:cubicBezTo>
                <a:cubicBezTo>
                  <a:pt x="219" y="314"/>
                  <a:pt x="215" y="315"/>
                  <a:pt x="210" y="315"/>
                </a:cubicBezTo>
                <a:lnTo>
                  <a:pt x="36" y="315"/>
                </a:lnTo>
                <a:cubicBezTo>
                  <a:pt x="31" y="315"/>
                  <a:pt x="26" y="314"/>
                  <a:pt x="22" y="311"/>
                </a:cubicBezTo>
                <a:cubicBezTo>
                  <a:pt x="18" y="309"/>
                  <a:pt x="14" y="307"/>
                  <a:pt x="11" y="304"/>
                </a:cubicBezTo>
                <a:cubicBezTo>
                  <a:pt x="8" y="300"/>
                  <a:pt x="5" y="297"/>
                  <a:pt x="3" y="292"/>
                </a:cubicBezTo>
                <a:cubicBezTo>
                  <a:pt x="0" y="288"/>
                  <a:pt x="0" y="284"/>
                  <a:pt x="0" y="279"/>
                </a:cubicBezTo>
                <a:lnTo>
                  <a:pt x="0" y="35"/>
                </a:lnTo>
                <a:cubicBezTo>
                  <a:pt x="0" y="30"/>
                  <a:pt x="0" y="26"/>
                  <a:pt x="3" y="21"/>
                </a:cubicBezTo>
                <a:cubicBezTo>
                  <a:pt x="5" y="17"/>
                  <a:pt x="8" y="13"/>
                  <a:pt x="11" y="10"/>
                </a:cubicBezTo>
                <a:cubicBezTo>
                  <a:pt x="14" y="7"/>
                  <a:pt x="18" y="4"/>
                  <a:pt x="22" y="2"/>
                </a:cubicBezTo>
                <a:cubicBezTo>
                  <a:pt x="26" y="1"/>
                  <a:pt x="31" y="0"/>
                  <a:pt x="36" y="0"/>
                </a:cubicBezTo>
                <a:moveTo>
                  <a:pt x="210" y="35"/>
                </a:moveTo>
                <a:lnTo>
                  <a:pt x="36" y="35"/>
                </a:lnTo>
                <a:lnTo>
                  <a:pt x="36" y="279"/>
                </a:lnTo>
                <a:lnTo>
                  <a:pt x="210" y="279"/>
                </a:lnTo>
                <a:lnTo>
                  <a:pt x="210" y="35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986800" y="3029040"/>
            <a:ext cx="2195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3 onderwijscatalogus en leeromgeving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986800" y="3710160"/>
            <a:ext cx="2638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Waaraan een implementatie voldoet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986800" y="3876840"/>
            <a:ext cx="3091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per koppeling en berichtstroom een eigen versie ·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5995800" y="4243320"/>
            <a:ext cx="2372040" cy="219240"/>
          </a:xfrm>
          <a:custGeom>
            <a:avLst/>
            <a:gdLst/>
            <a:ahLst/>
            <a:rect l="0" t="0" r="r" b="b"/>
            <a:pathLst>
              <a:path w="6589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7"/>
                  <a:pt x="23" y="189"/>
                </a:cubicBezTo>
                <a:cubicBezTo>
                  <a:pt x="31" y="170"/>
                  <a:pt x="40" y="153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6"/>
                  <a:pt x="119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6284" y="0"/>
                </a:lnTo>
                <a:cubicBezTo>
                  <a:pt x="6304" y="0"/>
                  <a:pt x="6324" y="2"/>
                  <a:pt x="6343" y="6"/>
                </a:cubicBezTo>
                <a:cubicBezTo>
                  <a:pt x="6363" y="9"/>
                  <a:pt x="6382" y="15"/>
                  <a:pt x="6400" y="23"/>
                </a:cubicBezTo>
                <a:cubicBezTo>
                  <a:pt x="6420" y="30"/>
                  <a:pt x="6437" y="40"/>
                  <a:pt x="6454" y="51"/>
                </a:cubicBezTo>
                <a:cubicBezTo>
                  <a:pt x="6471" y="62"/>
                  <a:pt x="6486" y="76"/>
                  <a:pt x="6500" y="90"/>
                </a:cubicBezTo>
                <a:cubicBezTo>
                  <a:pt x="6514" y="104"/>
                  <a:pt x="6527" y="119"/>
                  <a:pt x="6538" y="136"/>
                </a:cubicBezTo>
                <a:cubicBezTo>
                  <a:pt x="6549" y="153"/>
                  <a:pt x="6558" y="170"/>
                  <a:pt x="6566" y="189"/>
                </a:cubicBezTo>
                <a:cubicBezTo>
                  <a:pt x="6574" y="207"/>
                  <a:pt x="6579" y="226"/>
                  <a:pt x="6583" y="246"/>
                </a:cubicBezTo>
                <a:cubicBezTo>
                  <a:pt x="6587" y="265"/>
                  <a:pt x="6589" y="285"/>
                  <a:pt x="6589" y="305"/>
                </a:cubicBezTo>
                <a:cubicBezTo>
                  <a:pt x="6589" y="325"/>
                  <a:pt x="6587" y="345"/>
                  <a:pt x="6583" y="364"/>
                </a:cubicBezTo>
                <a:cubicBezTo>
                  <a:pt x="6579" y="384"/>
                  <a:pt x="6574" y="403"/>
                  <a:pt x="6566" y="421"/>
                </a:cubicBezTo>
                <a:cubicBezTo>
                  <a:pt x="6558" y="440"/>
                  <a:pt x="6549" y="457"/>
                  <a:pt x="6538" y="474"/>
                </a:cubicBezTo>
                <a:cubicBezTo>
                  <a:pt x="6527" y="491"/>
                  <a:pt x="6514" y="506"/>
                  <a:pt x="6500" y="520"/>
                </a:cubicBezTo>
                <a:cubicBezTo>
                  <a:pt x="6486" y="534"/>
                  <a:pt x="6471" y="547"/>
                  <a:pt x="6454" y="558"/>
                </a:cubicBezTo>
                <a:cubicBezTo>
                  <a:pt x="6437" y="569"/>
                  <a:pt x="6420" y="578"/>
                  <a:pt x="6400" y="586"/>
                </a:cubicBezTo>
                <a:cubicBezTo>
                  <a:pt x="6382" y="594"/>
                  <a:pt x="6363" y="599"/>
                  <a:pt x="6343" y="603"/>
                </a:cubicBezTo>
                <a:cubicBezTo>
                  <a:pt x="6324" y="607"/>
                  <a:pt x="6304" y="609"/>
                  <a:pt x="6284" y="609"/>
                </a:cubicBezTo>
                <a:lnTo>
                  <a:pt x="304" y="609"/>
                </a:lnTo>
                <a:cubicBezTo>
                  <a:pt x="284" y="609"/>
                  <a:pt x="265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5995800" y="4243320"/>
            <a:ext cx="2372040" cy="219240"/>
          </a:xfrm>
          <a:custGeom>
            <a:avLst/>
            <a:gdLst/>
            <a:ahLst/>
            <a:rect l="0" t="0" r="r" b="b"/>
            <a:pathLst>
              <a:path w="6589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7"/>
                  <a:pt x="23" y="189"/>
                </a:cubicBezTo>
                <a:cubicBezTo>
                  <a:pt x="31" y="170"/>
                  <a:pt x="40" y="153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6"/>
                  <a:pt x="119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6284" y="0"/>
                </a:lnTo>
                <a:cubicBezTo>
                  <a:pt x="6304" y="0"/>
                  <a:pt x="6324" y="2"/>
                  <a:pt x="6343" y="6"/>
                </a:cubicBezTo>
                <a:cubicBezTo>
                  <a:pt x="6363" y="9"/>
                  <a:pt x="6382" y="15"/>
                  <a:pt x="6400" y="23"/>
                </a:cubicBezTo>
                <a:cubicBezTo>
                  <a:pt x="6420" y="30"/>
                  <a:pt x="6437" y="40"/>
                  <a:pt x="6454" y="51"/>
                </a:cubicBezTo>
                <a:cubicBezTo>
                  <a:pt x="6471" y="62"/>
                  <a:pt x="6486" y="76"/>
                  <a:pt x="6500" y="90"/>
                </a:cubicBezTo>
                <a:cubicBezTo>
                  <a:pt x="6514" y="104"/>
                  <a:pt x="6527" y="119"/>
                  <a:pt x="6538" y="136"/>
                </a:cubicBezTo>
                <a:cubicBezTo>
                  <a:pt x="6549" y="153"/>
                  <a:pt x="6558" y="170"/>
                  <a:pt x="6566" y="189"/>
                </a:cubicBezTo>
                <a:cubicBezTo>
                  <a:pt x="6574" y="207"/>
                  <a:pt x="6579" y="226"/>
                  <a:pt x="6583" y="246"/>
                </a:cubicBezTo>
                <a:cubicBezTo>
                  <a:pt x="6587" y="265"/>
                  <a:pt x="6589" y="285"/>
                  <a:pt x="6589" y="305"/>
                </a:cubicBezTo>
                <a:cubicBezTo>
                  <a:pt x="6589" y="325"/>
                  <a:pt x="6587" y="345"/>
                  <a:pt x="6583" y="364"/>
                </a:cubicBezTo>
                <a:cubicBezTo>
                  <a:pt x="6579" y="384"/>
                  <a:pt x="6574" y="403"/>
                  <a:pt x="6566" y="421"/>
                </a:cubicBezTo>
                <a:cubicBezTo>
                  <a:pt x="6558" y="440"/>
                  <a:pt x="6549" y="457"/>
                  <a:pt x="6538" y="474"/>
                </a:cubicBezTo>
                <a:cubicBezTo>
                  <a:pt x="6527" y="491"/>
                  <a:pt x="6514" y="506"/>
                  <a:pt x="6500" y="520"/>
                </a:cubicBezTo>
                <a:cubicBezTo>
                  <a:pt x="6486" y="534"/>
                  <a:pt x="6471" y="547"/>
                  <a:pt x="6454" y="558"/>
                </a:cubicBezTo>
                <a:cubicBezTo>
                  <a:pt x="6437" y="569"/>
                  <a:pt x="6420" y="578"/>
                  <a:pt x="6400" y="586"/>
                </a:cubicBezTo>
                <a:cubicBezTo>
                  <a:pt x="6382" y="594"/>
                  <a:pt x="6363" y="599"/>
                  <a:pt x="6343" y="603"/>
                </a:cubicBezTo>
                <a:cubicBezTo>
                  <a:pt x="6324" y="607"/>
                  <a:pt x="6304" y="609"/>
                  <a:pt x="6284" y="609"/>
                </a:cubicBezTo>
                <a:lnTo>
                  <a:pt x="304" y="609"/>
                </a:lnTo>
                <a:cubicBezTo>
                  <a:pt x="284" y="609"/>
                  <a:pt x="265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9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986800" y="4029120"/>
            <a:ext cx="1396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nieuwe eis komt ernaast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087960" y="4289040"/>
            <a:ext cx="2529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b2a6b"/>
                </a:solidFill>
                <a:latin typeface="Arial"/>
                <a:ea typeface="Arial"/>
              </a:rPr>
              <a:t>catalogus en planning · aanbod melden · v1.2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757680" y="4690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7" name=""/>
          <p:cNvSpPr txBox="1"/>
          <p:nvPr/>
        </p:nvSpPr>
        <p:spPr>
          <a:xfrm>
            <a:off x="439920" y="26280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667040" y="2295720"/>
            <a:ext cx="0" cy="192240"/>
          </a:xfrm>
          <a:custGeom>
            <a:avLst/>
            <a:gdLst/>
            <a:ahLst/>
            <a:rect l="0" t="0" r="r" b="b"/>
            <a:pathLst>
              <a:path fill="none" w="0" h="534">
                <a:moveTo>
                  <a:pt x="0" y="0"/>
                </a:moveTo>
                <a:lnTo>
                  <a:pt x="0" y="48"/>
                </a:lnTo>
                <a:cubicBezTo>
                  <a:pt x="0" y="96"/>
                  <a:pt x="0" y="193"/>
                  <a:pt x="0" y="282"/>
                </a:cubicBezTo>
                <a:cubicBezTo>
                  <a:pt x="0" y="371"/>
                  <a:pt x="0" y="452"/>
                  <a:pt x="0" y="493"/>
                </a:cubicBezTo>
                <a:lnTo>
                  <a:pt x="0" y="534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650480" y="2471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94" y="0"/>
                </a:moveTo>
                <a:lnTo>
                  <a:pt x="47" y="94"/>
                </a:lnTo>
                <a:lnTo>
                  <a:pt x="0" y="0"/>
                </a:lnTo>
                <a:lnTo>
                  <a:pt x="9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647600" y="246960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2" y="15"/>
                </a:moveTo>
                <a:lnTo>
                  <a:pt x="97" y="23"/>
                </a:lnTo>
                <a:lnTo>
                  <a:pt x="88" y="19"/>
                </a:lnTo>
                <a:lnTo>
                  <a:pt x="93" y="11"/>
                </a:lnTo>
                <a:lnTo>
                  <a:pt x="102" y="15"/>
                </a:lnTo>
                <a:moveTo>
                  <a:pt x="97" y="23"/>
                </a:moveTo>
                <a:lnTo>
                  <a:pt x="93" y="31"/>
                </a:lnTo>
                <a:lnTo>
                  <a:pt x="84" y="27"/>
                </a:lnTo>
                <a:lnTo>
                  <a:pt x="88" y="19"/>
                </a:lnTo>
                <a:lnTo>
                  <a:pt x="97" y="23"/>
                </a:lnTo>
                <a:moveTo>
                  <a:pt x="93" y="31"/>
                </a:moveTo>
                <a:lnTo>
                  <a:pt x="88" y="40"/>
                </a:lnTo>
                <a:lnTo>
                  <a:pt x="80" y="35"/>
                </a:lnTo>
                <a:lnTo>
                  <a:pt x="84" y="27"/>
                </a:lnTo>
                <a:lnTo>
                  <a:pt x="93" y="31"/>
                </a:lnTo>
                <a:moveTo>
                  <a:pt x="88" y="40"/>
                </a:moveTo>
                <a:lnTo>
                  <a:pt x="84" y="49"/>
                </a:lnTo>
                <a:lnTo>
                  <a:pt x="76" y="45"/>
                </a:lnTo>
                <a:lnTo>
                  <a:pt x="80" y="35"/>
                </a:lnTo>
                <a:lnTo>
                  <a:pt x="88" y="40"/>
                </a:lnTo>
                <a:moveTo>
                  <a:pt x="84" y="49"/>
                </a:moveTo>
                <a:lnTo>
                  <a:pt x="80" y="57"/>
                </a:lnTo>
                <a:lnTo>
                  <a:pt x="71" y="53"/>
                </a:lnTo>
                <a:lnTo>
                  <a:pt x="76" y="45"/>
                </a:lnTo>
                <a:lnTo>
                  <a:pt x="84" y="49"/>
                </a:lnTo>
                <a:moveTo>
                  <a:pt x="80" y="57"/>
                </a:moveTo>
                <a:lnTo>
                  <a:pt x="76" y="65"/>
                </a:lnTo>
                <a:lnTo>
                  <a:pt x="67" y="61"/>
                </a:lnTo>
                <a:lnTo>
                  <a:pt x="71" y="53"/>
                </a:lnTo>
                <a:lnTo>
                  <a:pt x="80" y="57"/>
                </a:lnTo>
                <a:moveTo>
                  <a:pt x="76" y="65"/>
                </a:moveTo>
                <a:lnTo>
                  <a:pt x="71" y="74"/>
                </a:lnTo>
                <a:lnTo>
                  <a:pt x="63" y="70"/>
                </a:lnTo>
                <a:lnTo>
                  <a:pt x="67" y="61"/>
                </a:lnTo>
                <a:lnTo>
                  <a:pt x="76" y="65"/>
                </a:lnTo>
                <a:moveTo>
                  <a:pt x="71" y="74"/>
                </a:moveTo>
                <a:lnTo>
                  <a:pt x="67" y="82"/>
                </a:lnTo>
                <a:lnTo>
                  <a:pt x="59" y="78"/>
                </a:lnTo>
                <a:lnTo>
                  <a:pt x="63" y="70"/>
                </a:lnTo>
                <a:lnTo>
                  <a:pt x="71" y="74"/>
                </a:lnTo>
                <a:moveTo>
                  <a:pt x="67" y="82"/>
                </a:moveTo>
                <a:lnTo>
                  <a:pt x="63" y="90"/>
                </a:lnTo>
                <a:lnTo>
                  <a:pt x="55" y="86"/>
                </a:lnTo>
                <a:lnTo>
                  <a:pt x="59" y="78"/>
                </a:lnTo>
                <a:lnTo>
                  <a:pt x="67" y="82"/>
                </a:lnTo>
                <a:moveTo>
                  <a:pt x="63" y="90"/>
                </a:moveTo>
                <a:lnTo>
                  <a:pt x="59" y="99"/>
                </a:lnTo>
                <a:lnTo>
                  <a:pt x="51" y="95"/>
                </a:lnTo>
                <a:lnTo>
                  <a:pt x="55" y="86"/>
                </a:lnTo>
                <a:lnTo>
                  <a:pt x="63" y="90"/>
                </a:lnTo>
                <a:moveTo>
                  <a:pt x="59" y="99"/>
                </a:moveTo>
                <a:lnTo>
                  <a:pt x="54" y="109"/>
                </a:lnTo>
                <a:lnTo>
                  <a:pt x="47" y="93"/>
                </a:lnTo>
                <a:lnTo>
                  <a:pt x="55" y="89"/>
                </a:lnTo>
                <a:lnTo>
                  <a:pt x="58" y="96"/>
                </a:lnTo>
                <a:lnTo>
                  <a:pt x="54" y="98"/>
                </a:lnTo>
                <a:lnTo>
                  <a:pt x="50" y="96"/>
                </a:lnTo>
                <a:lnTo>
                  <a:pt x="51" y="95"/>
                </a:lnTo>
                <a:lnTo>
                  <a:pt x="59" y="99"/>
                </a:lnTo>
                <a:moveTo>
                  <a:pt x="47" y="93"/>
                </a:moveTo>
                <a:lnTo>
                  <a:pt x="42" y="85"/>
                </a:lnTo>
                <a:lnTo>
                  <a:pt x="51" y="81"/>
                </a:lnTo>
                <a:lnTo>
                  <a:pt x="55" y="89"/>
                </a:lnTo>
                <a:lnTo>
                  <a:pt x="47" y="93"/>
                </a:lnTo>
                <a:moveTo>
                  <a:pt x="42" y="85"/>
                </a:moveTo>
                <a:lnTo>
                  <a:pt x="38" y="77"/>
                </a:lnTo>
                <a:lnTo>
                  <a:pt x="47" y="73"/>
                </a:lnTo>
                <a:lnTo>
                  <a:pt x="51" y="81"/>
                </a:lnTo>
                <a:lnTo>
                  <a:pt x="42" y="85"/>
                </a:lnTo>
                <a:moveTo>
                  <a:pt x="38" y="77"/>
                </a:moveTo>
                <a:lnTo>
                  <a:pt x="34" y="68"/>
                </a:lnTo>
                <a:lnTo>
                  <a:pt x="42" y="64"/>
                </a:lnTo>
                <a:lnTo>
                  <a:pt x="47" y="73"/>
                </a:lnTo>
                <a:lnTo>
                  <a:pt x="38" y="77"/>
                </a:lnTo>
                <a:moveTo>
                  <a:pt x="34" y="68"/>
                </a:moveTo>
                <a:lnTo>
                  <a:pt x="30" y="60"/>
                </a:lnTo>
                <a:lnTo>
                  <a:pt x="38" y="56"/>
                </a:lnTo>
                <a:lnTo>
                  <a:pt x="42" y="64"/>
                </a:lnTo>
                <a:lnTo>
                  <a:pt x="34" y="68"/>
                </a:lnTo>
                <a:moveTo>
                  <a:pt x="30" y="60"/>
                </a:moveTo>
                <a:lnTo>
                  <a:pt x="26" y="52"/>
                </a:lnTo>
                <a:lnTo>
                  <a:pt x="34" y="48"/>
                </a:lnTo>
                <a:lnTo>
                  <a:pt x="38" y="56"/>
                </a:lnTo>
                <a:lnTo>
                  <a:pt x="30" y="60"/>
                </a:lnTo>
                <a:moveTo>
                  <a:pt x="26" y="52"/>
                </a:moveTo>
                <a:lnTo>
                  <a:pt x="22" y="44"/>
                </a:lnTo>
                <a:lnTo>
                  <a:pt x="30" y="38"/>
                </a:lnTo>
                <a:lnTo>
                  <a:pt x="34" y="48"/>
                </a:lnTo>
                <a:lnTo>
                  <a:pt x="26" y="52"/>
                </a:lnTo>
                <a:moveTo>
                  <a:pt x="22" y="44"/>
                </a:moveTo>
                <a:lnTo>
                  <a:pt x="17" y="34"/>
                </a:lnTo>
                <a:lnTo>
                  <a:pt x="26" y="30"/>
                </a:lnTo>
                <a:lnTo>
                  <a:pt x="30" y="38"/>
                </a:lnTo>
                <a:lnTo>
                  <a:pt x="22" y="44"/>
                </a:lnTo>
                <a:moveTo>
                  <a:pt x="17" y="34"/>
                </a:moveTo>
                <a:lnTo>
                  <a:pt x="13" y="26"/>
                </a:lnTo>
                <a:lnTo>
                  <a:pt x="22" y="22"/>
                </a:lnTo>
                <a:lnTo>
                  <a:pt x="26" y="30"/>
                </a:lnTo>
                <a:lnTo>
                  <a:pt x="17" y="34"/>
                </a:lnTo>
                <a:moveTo>
                  <a:pt x="13" y="26"/>
                </a:moveTo>
                <a:lnTo>
                  <a:pt x="9" y="18"/>
                </a:lnTo>
                <a:lnTo>
                  <a:pt x="17" y="13"/>
                </a:lnTo>
                <a:lnTo>
                  <a:pt x="22" y="22"/>
                </a:lnTo>
                <a:lnTo>
                  <a:pt x="13" y="26"/>
                </a:lnTo>
                <a:moveTo>
                  <a:pt x="9" y="18"/>
                </a:moveTo>
                <a:lnTo>
                  <a:pt x="5" y="9"/>
                </a:lnTo>
                <a:lnTo>
                  <a:pt x="13" y="5"/>
                </a:lnTo>
                <a:lnTo>
                  <a:pt x="17" y="13"/>
                </a:lnTo>
                <a:lnTo>
                  <a:pt x="9" y="18"/>
                </a:lnTo>
                <a:moveTo>
                  <a:pt x="5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8" y="9"/>
                </a:lnTo>
                <a:lnTo>
                  <a:pt x="8" y="4"/>
                </a:lnTo>
                <a:lnTo>
                  <a:pt x="12" y="2"/>
                </a:lnTo>
                <a:lnTo>
                  <a:pt x="13" y="5"/>
                </a:lnTo>
                <a:lnTo>
                  <a:pt x="5" y="9"/>
                </a:lnTo>
                <a:moveTo>
                  <a:pt x="14" y="0"/>
                </a:moveTo>
                <a:lnTo>
                  <a:pt x="23" y="0"/>
                </a:lnTo>
                <a:lnTo>
                  <a:pt x="23" y="9"/>
                </a:lnTo>
                <a:lnTo>
                  <a:pt x="14" y="9"/>
                </a:lnTo>
                <a:lnTo>
                  <a:pt x="14" y="0"/>
                </a:lnTo>
                <a:moveTo>
                  <a:pt x="23" y="0"/>
                </a:moveTo>
                <a:lnTo>
                  <a:pt x="32" y="0"/>
                </a:lnTo>
                <a:lnTo>
                  <a:pt x="32" y="9"/>
                </a:lnTo>
                <a:lnTo>
                  <a:pt x="23" y="9"/>
                </a:lnTo>
                <a:lnTo>
                  <a:pt x="23" y="0"/>
                </a:lnTo>
                <a:moveTo>
                  <a:pt x="32" y="0"/>
                </a:moveTo>
                <a:lnTo>
                  <a:pt x="41" y="0"/>
                </a:lnTo>
                <a:lnTo>
                  <a:pt x="41" y="9"/>
                </a:lnTo>
                <a:lnTo>
                  <a:pt x="32" y="9"/>
                </a:lnTo>
                <a:lnTo>
                  <a:pt x="32" y="0"/>
                </a:lnTo>
                <a:moveTo>
                  <a:pt x="41" y="0"/>
                </a:moveTo>
                <a:lnTo>
                  <a:pt x="51" y="0"/>
                </a:lnTo>
                <a:lnTo>
                  <a:pt x="51" y="9"/>
                </a:lnTo>
                <a:lnTo>
                  <a:pt x="41" y="9"/>
                </a:lnTo>
                <a:lnTo>
                  <a:pt x="41" y="0"/>
                </a:lnTo>
                <a:moveTo>
                  <a:pt x="51" y="0"/>
                </a:moveTo>
                <a:lnTo>
                  <a:pt x="60" y="0"/>
                </a:lnTo>
                <a:lnTo>
                  <a:pt x="60" y="9"/>
                </a:lnTo>
                <a:lnTo>
                  <a:pt x="51" y="9"/>
                </a:lnTo>
                <a:lnTo>
                  <a:pt x="51" y="0"/>
                </a:lnTo>
                <a:moveTo>
                  <a:pt x="60" y="0"/>
                </a:moveTo>
                <a:lnTo>
                  <a:pt x="69" y="0"/>
                </a:lnTo>
                <a:lnTo>
                  <a:pt x="69" y="9"/>
                </a:lnTo>
                <a:lnTo>
                  <a:pt x="60" y="9"/>
                </a:lnTo>
                <a:lnTo>
                  <a:pt x="60" y="0"/>
                </a:lnTo>
                <a:moveTo>
                  <a:pt x="69" y="0"/>
                </a:moveTo>
                <a:lnTo>
                  <a:pt x="79" y="0"/>
                </a:lnTo>
                <a:lnTo>
                  <a:pt x="79" y="9"/>
                </a:lnTo>
                <a:lnTo>
                  <a:pt x="69" y="9"/>
                </a:lnTo>
                <a:lnTo>
                  <a:pt x="69" y="0"/>
                </a:lnTo>
                <a:moveTo>
                  <a:pt x="79" y="0"/>
                </a:moveTo>
                <a:lnTo>
                  <a:pt x="88" y="0"/>
                </a:lnTo>
                <a:lnTo>
                  <a:pt x="88" y="9"/>
                </a:lnTo>
                <a:lnTo>
                  <a:pt x="79" y="9"/>
                </a:lnTo>
                <a:lnTo>
                  <a:pt x="79" y="0"/>
                </a:lnTo>
                <a:moveTo>
                  <a:pt x="88" y="0"/>
                </a:moveTo>
                <a:lnTo>
                  <a:pt x="98" y="0"/>
                </a:lnTo>
                <a:lnTo>
                  <a:pt x="98" y="9"/>
                </a:lnTo>
                <a:lnTo>
                  <a:pt x="88" y="9"/>
                </a:lnTo>
                <a:lnTo>
                  <a:pt x="88" y="0"/>
                </a:lnTo>
                <a:moveTo>
                  <a:pt x="98" y="0"/>
                </a:moveTo>
                <a:lnTo>
                  <a:pt x="109" y="0"/>
                </a:lnTo>
                <a:lnTo>
                  <a:pt x="102" y="15"/>
                </a:lnTo>
                <a:lnTo>
                  <a:pt x="93" y="11"/>
                </a:lnTo>
                <a:lnTo>
                  <a:pt x="97" y="2"/>
                </a:lnTo>
                <a:lnTo>
                  <a:pt x="102" y="4"/>
                </a:lnTo>
                <a:lnTo>
                  <a:pt x="102" y="9"/>
                </a:lnTo>
                <a:lnTo>
                  <a:pt x="98" y="9"/>
                </a:lnTo>
                <a:lnTo>
                  <a:pt x="9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57200" y="851400"/>
            <a:ext cx="3082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twee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591800" y="276048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871880" y="27439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4870080" y="274104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5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8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3"/>
                </a:lnTo>
                <a:lnTo>
                  <a:pt x="37" y="28"/>
                </a:lnTo>
                <a:lnTo>
                  <a:pt x="41" y="20"/>
                </a:lnTo>
                <a:moveTo>
                  <a:pt x="49" y="24"/>
                </a:moveTo>
                <a:lnTo>
                  <a:pt x="58" y="28"/>
                </a:lnTo>
                <a:lnTo>
                  <a:pt x="54" y="38"/>
                </a:lnTo>
                <a:lnTo>
                  <a:pt x="45" y="33"/>
                </a:lnTo>
                <a:lnTo>
                  <a:pt x="49" y="24"/>
                </a:lnTo>
                <a:moveTo>
                  <a:pt x="58" y="28"/>
                </a:moveTo>
                <a:lnTo>
                  <a:pt x="66" y="33"/>
                </a:lnTo>
                <a:lnTo>
                  <a:pt x="62" y="42"/>
                </a:lnTo>
                <a:lnTo>
                  <a:pt x="54" y="38"/>
                </a:lnTo>
                <a:lnTo>
                  <a:pt x="58" y="28"/>
                </a:lnTo>
                <a:moveTo>
                  <a:pt x="66" y="33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3"/>
                </a:lnTo>
                <a:moveTo>
                  <a:pt x="74" y="38"/>
                </a:moveTo>
                <a:lnTo>
                  <a:pt x="83" y="42"/>
                </a:lnTo>
                <a:lnTo>
                  <a:pt x="79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8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8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8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2" y="58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3"/>
                </a:lnTo>
                <a:lnTo>
                  <a:pt x="48" y="75"/>
                </a:lnTo>
                <a:lnTo>
                  <a:pt x="57" y="71"/>
                </a:lnTo>
                <a:lnTo>
                  <a:pt x="61" y="79"/>
                </a:lnTo>
                <a:moveTo>
                  <a:pt x="52" y="83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3"/>
                </a:lnTo>
                <a:moveTo>
                  <a:pt x="44" y="88"/>
                </a:moveTo>
                <a:lnTo>
                  <a:pt x="36" y="92"/>
                </a:lnTo>
                <a:lnTo>
                  <a:pt x="32" y="83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3" y="88"/>
                </a:lnTo>
                <a:lnTo>
                  <a:pt x="32" y="83"/>
                </a:lnTo>
                <a:lnTo>
                  <a:pt x="36" y="92"/>
                </a:lnTo>
                <a:moveTo>
                  <a:pt x="28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8" y="96"/>
                </a:lnTo>
                <a:moveTo>
                  <a:pt x="19" y="100"/>
                </a:moveTo>
                <a:lnTo>
                  <a:pt x="11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1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1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8"/>
                </a:lnTo>
                <a:lnTo>
                  <a:pt x="10" y="58"/>
                </a:lnTo>
                <a:lnTo>
                  <a:pt x="10" y="68"/>
                </a:lnTo>
                <a:lnTo>
                  <a:pt x="0" y="68"/>
                </a:lnTo>
                <a:moveTo>
                  <a:pt x="0" y="58"/>
                </a:moveTo>
                <a:lnTo>
                  <a:pt x="0" y="49"/>
                </a:lnTo>
                <a:lnTo>
                  <a:pt x="10" y="49"/>
                </a:lnTo>
                <a:lnTo>
                  <a:pt x="10" y="58"/>
                </a:lnTo>
                <a:lnTo>
                  <a:pt x="0" y="58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0"/>
                </a:lnTo>
                <a:lnTo>
                  <a:pt x="10" y="30"/>
                </a:lnTo>
                <a:lnTo>
                  <a:pt x="10" y="40"/>
                </a:lnTo>
                <a:lnTo>
                  <a:pt x="0" y="40"/>
                </a:lnTo>
                <a:moveTo>
                  <a:pt x="0" y="30"/>
                </a:moveTo>
                <a:lnTo>
                  <a:pt x="0" y="20"/>
                </a:lnTo>
                <a:lnTo>
                  <a:pt x="10" y="20"/>
                </a:lnTo>
                <a:lnTo>
                  <a:pt x="10" y="30"/>
                </a:lnTo>
                <a:lnTo>
                  <a:pt x="0" y="30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60840" y="2513520"/>
            <a:ext cx="236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3739680" y="2722320"/>
            <a:ext cx="80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030640" y="2722320"/>
            <a:ext cx="62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168768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2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1967760" y="19760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0"/>
                </a:moveTo>
                <a:lnTo>
                  <a:pt x="93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196596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7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8" y="29"/>
                </a:lnTo>
                <a:lnTo>
                  <a:pt x="53" y="38"/>
                </a:lnTo>
                <a:lnTo>
                  <a:pt x="44" y="34"/>
                </a:lnTo>
                <a:lnTo>
                  <a:pt x="48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2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7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2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08736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36744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36564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7" y="8"/>
                </a:moveTo>
                <a:lnTo>
                  <a:pt x="25" y="12"/>
                </a:lnTo>
                <a:lnTo>
                  <a:pt x="21" y="20"/>
                </a:lnTo>
                <a:lnTo>
                  <a:pt x="11" y="16"/>
                </a:lnTo>
                <a:lnTo>
                  <a:pt x="17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1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50" y="24"/>
                </a:lnTo>
                <a:lnTo>
                  <a:pt x="46" y="34"/>
                </a:lnTo>
                <a:lnTo>
                  <a:pt x="37" y="29"/>
                </a:lnTo>
                <a:lnTo>
                  <a:pt x="41" y="20"/>
                </a:lnTo>
                <a:moveTo>
                  <a:pt x="50" y="24"/>
                </a:moveTo>
                <a:lnTo>
                  <a:pt x="58" y="29"/>
                </a:lnTo>
                <a:lnTo>
                  <a:pt x="54" y="38"/>
                </a:lnTo>
                <a:lnTo>
                  <a:pt x="46" y="34"/>
                </a:lnTo>
                <a:lnTo>
                  <a:pt x="50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4" y="38"/>
                </a:lnTo>
                <a:lnTo>
                  <a:pt x="58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6"/>
                </a:lnTo>
                <a:lnTo>
                  <a:pt x="62" y="42"/>
                </a:lnTo>
                <a:lnTo>
                  <a:pt x="66" y="34"/>
                </a:lnTo>
                <a:moveTo>
                  <a:pt x="75" y="38"/>
                </a:moveTo>
                <a:lnTo>
                  <a:pt x="83" y="42"/>
                </a:lnTo>
                <a:lnTo>
                  <a:pt x="79" y="50"/>
                </a:lnTo>
                <a:lnTo>
                  <a:pt x="71" y="46"/>
                </a:lnTo>
                <a:lnTo>
                  <a:pt x="75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100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100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9"/>
                </a:lnTo>
                <a:lnTo>
                  <a:pt x="100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8" y="71"/>
                </a:lnTo>
                <a:lnTo>
                  <a:pt x="74" y="63"/>
                </a:lnTo>
                <a:lnTo>
                  <a:pt x="82" y="59"/>
                </a:lnTo>
                <a:lnTo>
                  <a:pt x="86" y="67"/>
                </a:lnTo>
                <a:moveTo>
                  <a:pt x="78" y="71"/>
                </a:moveTo>
                <a:lnTo>
                  <a:pt x="69" y="75"/>
                </a:lnTo>
                <a:lnTo>
                  <a:pt x="65" y="67"/>
                </a:lnTo>
                <a:lnTo>
                  <a:pt x="74" y="63"/>
                </a:lnTo>
                <a:lnTo>
                  <a:pt x="78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3" y="84"/>
                </a:lnTo>
                <a:lnTo>
                  <a:pt x="49" y="75"/>
                </a:lnTo>
                <a:lnTo>
                  <a:pt x="57" y="71"/>
                </a:lnTo>
                <a:lnTo>
                  <a:pt x="61" y="79"/>
                </a:lnTo>
                <a:moveTo>
                  <a:pt x="53" y="84"/>
                </a:moveTo>
                <a:lnTo>
                  <a:pt x="44" y="88"/>
                </a:lnTo>
                <a:lnTo>
                  <a:pt x="40" y="79"/>
                </a:lnTo>
                <a:lnTo>
                  <a:pt x="49" y="75"/>
                </a:lnTo>
                <a:lnTo>
                  <a:pt x="53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4" y="88"/>
                </a:lnTo>
                <a:lnTo>
                  <a:pt x="32" y="84"/>
                </a:lnTo>
                <a:lnTo>
                  <a:pt x="36" y="92"/>
                </a:lnTo>
                <a:moveTo>
                  <a:pt x="28" y="96"/>
                </a:moveTo>
                <a:lnTo>
                  <a:pt x="20" y="100"/>
                </a:lnTo>
                <a:lnTo>
                  <a:pt x="15" y="92"/>
                </a:lnTo>
                <a:lnTo>
                  <a:pt x="24" y="88"/>
                </a:lnTo>
                <a:lnTo>
                  <a:pt x="28" y="96"/>
                </a:lnTo>
                <a:moveTo>
                  <a:pt x="20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20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10" y="59"/>
                </a:lnTo>
                <a:lnTo>
                  <a:pt x="10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10" y="49"/>
                </a:lnTo>
                <a:lnTo>
                  <a:pt x="10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10" y="31"/>
                </a:lnTo>
                <a:lnTo>
                  <a:pt x="10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10" y="20"/>
                </a:lnTo>
                <a:lnTo>
                  <a:pt x="10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7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48740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76748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76568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8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8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7" y="29"/>
                </a:lnTo>
                <a:lnTo>
                  <a:pt x="52" y="38"/>
                </a:lnTo>
                <a:lnTo>
                  <a:pt x="44" y="34"/>
                </a:lnTo>
                <a:lnTo>
                  <a:pt x="48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2" y="38"/>
                </a:lnTo>
                <a:lnTo>
                  <a:pt x="57" y="29"/>
                </a:lnTo>
                <a:moveTo>
                  <a:pt x="65" y="34"/>
                </a:moveTo>
                <a:lnTo>
                  <a:pt x="73" y="38"/>
                </a:lnTo>
                <a:lnTo>
                  <a:pt x="69" y="46"/>
                </a:lnTo>
                <a:lnTo>
                  <a:pt x="61" y="42"/>
                </a:lnTo>
                <a:lnTo>
                  <a:pt x="65" y="34"/>
                </a:lnTo>
                <a:moveTo>
                  <a:pt x="73" y="38"/>
                </a:moveTo>
                <a:lnTo>
                  <a:pt x="81" y="42"/>
                </a:lnTo>
                <a:lnTo>
                  <a:pt x="77" y="50"/>
                </a:lnTo>
                <a:lnTo>
                  <a:pt x="69" y="46"/>
                </a:lnTo>
                <a:lnTo>
                  <a:pt x="73" y="38"/>
                </a:lnTo>
                <a:moveTo>
                  <a:pt x="81" y="42"/>
                </a:moveTo>
                <a:lnTo>
                  <a:pt x="91" y="46"/>
                </a:lnTo>
                <a:lnTo>
                  <a:pt x="87" y="54"/>
                </a:lnTo>
                <a:lnTo>
                  <a:pt x="77" y="50"/>
                </a:lnTo>
                <a:lnTo>
                  <a:pt x="81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0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6" y="71"/>
                </a:lnTo>
                <a:lnTo>
                  <a:pt x="72" y="63"/>
                </a:lnTo>
                <a:lnTo>
                  <a:pt x="80" y="59"/>
                </a:lnTo>
                <a:lnTo>
                  <a:pt x="85" y="67"/>
                </a:lnTo>
                <a:moveTo>
                  <a:pt x="76" y="71"/>
                </a:moveTo>
                <a:lnTo>
                  <a:pt x="68" y="75"/>
                </a:lnTo>
                <a:lnTo>
                  <a:pt x="64" y="67"/>
                </a:lnTo>
                <a:lnTo>
                  <a:pt x="72" y="63"/>
                </a:lnTo>
                <a:lnTo>
                  <a:pt x="76" y="71"/>
                </a:lnTo>
                <a:moveTo>
                  <a:pt x="68" y="75"/>
                </a:moveTo>
                <a:lnTo>
                  <a:pt x="60" y="79"/>
                </a:lnTo>
                <a:lnTo>
                  <a:pt x="55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1" y="84"/>
                </a:lnTo>
                <a:lnTo>
                  <a:pt x="47" y="75"/>
                </a:lnTo>
                <a:lnTo>
                  <a:pt x="55" y="71"/>
                </a:lnTo>
                <a:lnTo>
                  <a:pt x="60" y="79"/>
                </a:lnTo>
                <a:moveTo>
                  <a:pt x="51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1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88708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616716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6165720" y="197316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0" y="16"/>
                </a:lnTo>
                <a:lnTo>
                  <a:pt x="15" y="8"/>
                </a:lnTo>
                <a:moveTo>
                  <a:pt x="23" y="12"/>
                </a:moveTo>
                <a:lnTo>
                  <a:pt x="31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1" y="16"/>
                </a:moveTo>
                <a:lnTo>
                  <a:pt x="39" y="20"/>
                </a:lnTo>
                <a:lnTo>
                  <a:pt x="35" y="29"/>
                </a:lnTo>
                <a:lnTo>
                  <a:pt x="27" y="24"/>
                </a:lnTo>
                <a:lnTo>
                  <a:pt x="31" y="16"/>
                </a:lnTo>
                <a:moveTo>
                  <a:pt x="39" y="20"/>
                </a:moveTo>
                <a:lnTo>
                  <a:pt x="49" y="24"/>
                </a:lnTo>
                <a:lnTo>
                  <a:pt x="44" y="34"/>
                </a:lnTo>
                <a:lnTo>
                  <a:pt x="35" y="29"/>
                </a:lnTo>
                <a:lnTo>
                  <a:pt x="39" y="20"/>
                </a:lnTo>
                <a:moveTo>
                  <a:pt x="49" y="24"/>
                </a:moveTo>
                <a:lnTo>
                  <a:pt x="57" y="29"/>
                </a:lnTo>
                <a:lnTo>
                  <a:pt x="53" y="38"/>
                </a:lnTo>
                <a:lnTo>
                  <a:pt x="44" y="34"/>
                </a:lnTo>
                <a:lnTo>
                  <a:pt x="49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3" y="38"/>
                </a:lnTo>
                <a:lnTo>
                  <a:pt x="57" y="29"/>
                </a:lnTo>
                <a:moveTo>
                  <a:pt x="65" y="34"/>
                </a:moveTo>
                <a:lnTo>
                  <a:pt x="74" y="38"/>
                </a:lnTo>
                <a:lnTo>
                  <a:pt x="70" y="46"/>
                </a:lnTo>
                <a:lnTo>
                  <a:pt x="61" y="42"/>
                </a:lnTo>
                <a:lnTo>
                  <a:pt x="65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0" y="46"/>
                </a:lnTo>
                <a:lnTo>
                  <a:pt x="86" y="54"/>
                </a:lnTo>
                <a:lnTo>
                  <a:pt x="78" y="50"/>
                </a:lnTo>
                <a:lnTo>
                  <a:pt x="82" y="42"/>
                </a:lnTo>
                <a:moveTo>
                  <a:pt x="90" y="46"/>
                </a:moveTo>
                <a:lnTo>
                  <a:pt x="99" y="50"/>
                </a:lnTo>
                <a:lnTo>
                  <a:pt x="94" y="59"/>
                </a:lnTo>
                <a:lnTo>
                  <a:pt x="86" y="54"/>
                </a:lnTo>
                <a:lnTo>
                  <a:pt x="90" y="46"/>
                </a:lnTo>
                <a:moveTo>
                  <a:pt x="99" y="50"/>
                </a:moveTo>
                <a:lnTo>
                  <a:pt x="108" y="55"/>
                </a:lnTo>
                <a:lnTo>
                  <a:pt x="93" y="63"/>
                </a:lnTo>
                <a:lnTo>
                  <a:pt x="89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4" y="59"/>
                </a:lnTo>
                <a:lnTo>
                  <a:pt x="99" y="50"/>
                </a:lnTo>
                <a:moveTo>
                  <a:pt x="93" y="63"/>
                </a:moveTo>
                <a:lnTo>
                  <a:pt x="85" y="67"/>
                </a:lnTo>
                <a:lnTo>
                  <a:pt x="81" y="59"/>
                </a:lnTo>
                <a:lnTo>
                  <a:pt x="89" y="54"/>
                </a:lnTo>
                <a:lnTo>
                  <a:pt x="93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8" y="75"/>
                </a:lnTo>
                <a:lnTo>
                  <a:pt x="64" y="67"/>
                </a:lnTo>
                <a:lnTo>
                  <a:pt x="73" y="63"/>
                </a:lnTo>
                <a:lnTo>
                  <a:pt x="77" y="71"/>
                </a:lnTo>
                <a:moveTo>
                  <a:pt x="68" y="75"/>
                </a:moveTo>
                <a:lnTo>
                  <a:pt x="60" y="79"/>
                </a:lnTo>
                <a:lnTo>
                  <a:pt x="56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0" y="79"/>
                </a:lnTo>
                <a:moveTo>
                  <a:pt x="52" y="84"/>
                </a:moveTo>
                <a:lnTo>
                  <a:pt x="42" y="88"/>
                </a:lnTo>
                <a:lnTo>
                  <a:pt x="38" y="79"/>
                </a:lnTo>
                <a:lnTo>
                  <a:pt x="48" y="75"/>
                </a:lnTo>
                <a:lnTo>
                  <a:pt x="52" y="84"/>
                </a:lnTo>
                <a:moveTo>
                  <a:pt x="42" y="88"/>
                </a:moveTo>
                <a:lnTo>
                  <a:pt x="34" y="92"/>
                </a:lnTo>
                <a:lnTo>
                  <a:pt x="30" y="84"/>
                </a:lnTo>
                <a:lnTo>
                  <a:pt x="38" y="79"/>
                </a:lnTo>
                <a:lnTo>
                  <a:pt x="42" y="88"/>
                </a:lnTo>
                <a:moveTo>
                  <a:pt x="34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4" y="92"/>
                </a:lnTo>
                <a:moveTo>
                  <a:pt x="26" y="96"/>
                </a:moveTo>
                <a:lnTo>
                  <a:pt x="18" y="100"/>
                </a:lnTo>
                <a:lnTo>
                  <a:pt x="13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9" y="104"/>
                </a:lnTo>
                <a:lnTo>
                  <a:pt x="5" y="96"/>
                </a:lnTo>
                <a:lnTo>
                  <a:pt x="13" y="92"/>
                </a:lnTo>
                <a:lnTo>
                  <a:pt x="18" y="100"/>
                </a:lnTo>
                <a:moveTo>
                  <a:pt x="9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4" y="102"/>
                </a:lnTo>
                <a:lnTo>
                  <a:pt x="2" y="97"/>
                </a:lnTo>
                <a:lnTo>
                  <a:pt x="5" y="96"/>
                </a:lnTo>
                <a:lnTo>
                  <a:pt x="9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0" y="16"/>
                </a:lnTo>
                <a:lnTo>
                  <a:pt x="2" y="12"/>
                </a:lnTo>
                <a:lnTo>
                  <a:pt x="4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728712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756720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756540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4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4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4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4"/>
                </a:lnTo>
                <a:lnTo>
                  <a:pt x="37" y="29"/>
                </a:lnTo>
                <a:lnTo>
                  <a:pt x="41" y="20"/>
                </a:lnTo>
                <a:moveTo>
                  <a:pt x="49" y="24"/>
                </a:moveTo>
                <a:lnTo>
                  <a:pt x="58" y="29"/>
                </a:lnTo>
                <a:lnTo>
                  <a:pt x="53" y="38"/>
                </a:lnTo>
                <a:lnTo>
                  <a:pt x="45" y="34"/>
                </a:lnTo>
                <a:lnTo>
                  <a:pt x="49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3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7" y="96"/>
                </a:lnTo>
                <a:lnTo>
                  <a:pt x="23" y="88"/>
                </a:lnTo>
                <a:lnTo>
                  <a:pt x="32" y="84"/>
                </a:lnTo>
                <a:lnTo>
                  <a:pt x="36" y="92"/>
                </a:lnTo>
                <a:moveTo>
                  <a:pt x="27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7" y="96"/>
                </a:lnTo>
                <a:moveTo>
                  <a:pt x="19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379040" y="1698480"/>
            <a:ext cx="631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72560" y="1954440"/>
            <a:ext cx="898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233080" y="1907640"/>
            <a:ext cx="68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38356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361620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614040" y="2003760"/>
            <a:ext cx="7322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083200" y="1907640"/>
            <a:ext cx="579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997520" y="2003760"/>
            <a:ext cx="7642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349320" y="1907640"/>
            <a:ext cx="876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58332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81596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804600" y="3814560"/>
            <a:ext cx="886320" cy="286200"/>
          </a:xfrm>
          <a:custGeom>
            <a:avLst/>
            <a:gdLst/>
            <a:ahLst/>
            <a:rect l="0" t="0" r="r" b="b"/>
            <a:pathLst>
              <a:path w="246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6" y="0"/>
                  <a:pt x="2354" y="3"/>
                  <a:pt x="2372" y="9"/>
                </a:cubicBezTo>
                <a:cubicBezTo>
                  <a:pt x="2390" y="15"/>
                  <a:pt x="2406" y="24"/>
                  <a:pt x="2419" y="35"/>
                </a:cubicBezTo>
                <a:cubicBezTo>
                  <a:pt x="2433" y="46"/>
                  <a:pt x="2443" y="59"/>
                  <a:pt x="2451" y="74"/>
                </a:cubicBezTo>
                <a:cubicBezTo>
                  <a:pt x="2458" y="88"/>
                  <a:pt x="2462" y="103"/>
                  <a:pt x="2462" y="120"/>
                </a:cubicBezTo>
                <a:lnTo>
                  <a:pt x="2462" y="649"/>
                </a:lnTo>
                <a:cubicBezTo>
                  <a:pt x="2462" y="659"/>
                  <a:pt x="2461" y="668"/>
                  <a:pt x="2459" y="678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4"/>
                  <a:pt x="2443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9"/>
                  <a:pt x="2405" y="765"/>
                  <a:pt x="2397" y="770"/>
                </a:cubicBezTo>
                <a:cubicBezTo>
                  <a:pt x="2389" y="776"/>
                  <a:pt x="2381" y="780"/>
                  <a:pt x="2372" y="784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4"/>
                  <a:pt x="2326" y="795"/>
                  <a:pt x="231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7997760" y="2003760"/>
            <a:ext cx="3297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757160" y="3814560"/>
            <a:ext cx="1972080" cy="286200"/>
          </a:xfrm>
          <a:custGeom>
            <a:avLst/>
            <a:gdLst/>
            <a:ahLst/>
            <a:rect l="0" t="0" r="r" b="b"/>
            <a:pathLst>
              <a:path w="5478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5332" y="0"/>
                </a:lnTo>
                <a:cubicBezTo>
                  <a:pt x="5352" y="0"/>
                  <a:pt x="5370" y="3"/>
                  <a:pt x="5388" y="9"/>
                </a:cubicBezTo>
                <a:cubicBezTo>
                  <a:pt x="5406" y="15"/>
                  <a:pt x="5422" y="24"/>
                  <a:pt x="5435" y="35"/>
                </a:cubicBezTo>
                <a:cubicBezTo>
                  <a:pt x="5449" y="46"/>
                  <a:pt x="5459" y="59"/>
                  <a:pt x="5467" y="74"/>
                </a:cubicBezTo>
                <a:cubicBezTo>
                  <a:pt x="5474" y="88"/>
                  <a:pt x="5478" y="103"/>
                  <a:pt x="5478" y="120"/>
                </a:cubicBezTo>
                <a:lnTo>
                  <a:pt x="5478" y="649"/>
                </a:lnTo>
                <a:cubicBezTo>
                  <a:pt x="5478" y="659"/>
                  <a:pt x="5477" y="668"/>
                  <a:pt x="5475" y="678"/>
                </a:cubicBezTo>
                <a:cubicBezTo>
                  <a:pt x="5473" y="687"/>
                  <a:pt x="5471" y="696"/>
                  <a:pt x="5467" y="705"/>
                </a:cubicBezTo>
                <a:cubicBezTo>
                  <a:pt x="5463" y="714"/>
                  <a:pt x="5459" y="722"/>
                  <a:pt x="5453" y="730"/>
                </a:cubicBezTo>
                <a:cubicBezTo>
                  <a:pt x="5448" y="738"/>
                  <a:pt x="5442" y="745"/>
                  <a:pt x="5435" y="752"/>
                </a:cubicBezTo>
                <a:cubicBezTo>
                  <a:pt x="5429" y="759"/>
                  <a:pt x="5421" y="765"/>
                  <a:pt x="5413" y="770"/>
                </a:cubicBezTo>
                <a:cubicBezTo>
                  <a:pt x="5405" y="776"/>
                  <a:pt x="5397" y="780"/>
                  <a:pt x="5388" y="784"/>
                </a:cubicBezTo>
                <a:cubicBezTo>
                  <a:pt x="5379" y="787"/>
                  <a:pt x="5370" y="790"/>
                  <a:pt x="5361" y="792"/>
                </a:cubicBezTo>
                <a:cubicBezTo>
                  <a:pt x="5351" y="794"/>
                  <a:pt x="5342" y="795"/>
                  <a:pt x="5332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898560" y="389304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795480" y="3814560"/>
            <a:ext cx="1343520" cy="286200"/>
          </a:xfrm>
          <a:custGeom>
            <a:avLst/>
            <a:gdLst/>
            <a:ahLst/>
            <a:rect l="0" t="0" r="r" b="b"/>
            <a:pathLst>
              <a:path w="373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586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4"/>
                  <a:pt x="3689" y="35"/>
                </a:cubicBezTo>
                <a:cubicBezTo>
                  <a:pt x="3703" y="46"/>
                  <a:pt x="3713" y="59"/>
                  <a:pt x="3721" y="74"/>
                </a:cubicBezTo>
                <a:cubicBezTo>
                  <a:pt x="3728" y="88"/>
                  <a:pt x="3732" y="103"/>
                  <a:pt x="3732" y="120"/>
                </a:cubicBezTo>
                <a:lnTo>
                  <a:pt x="3732" y="649"/>
                </a:lnTo>
                <a:cubicBezTo>
                  <a:pt x="3732" y="659"/>
                  <a:pt x="3731" y="668"/>
                  <a:pt x="3729" y="678"/>
                </a:cubicBezTo>
                <a:cubicBezTo>
                  <a:pt x="3727" y="687"/>
                  <a:pt x="3724" y="696"/>
                  <a:pt x="3721" y="705"/>
                </a:cubicBezTo>
                <a:cubicBezTo>
                  <a:pt x="3717" y="714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2" y="759"/>
                  <a:pt x="3675" y="765"/>
                  <a:pt x="3667" y="770"/>
                </a:cubicBezTo>
                <a:cubicBezTo>
                  <a:pt x="3659" y="776"/>
                  <a:pt x="3651" y="780"/>
                  <a:pt x="3642" y="784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4"/>
                  <a:pt x="3596" y="795"/>
                  <a:pt x="358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856520" y="3893040"/>
            <a:ext cx="210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Publiceren en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52052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8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3" y="15"/>
                  <a:pt x="4469" y="24"/>
                  <a:pt x="4483" y="35"/>
                </a:cubicBezTo>
                <a:cubicBezTo>
                  <a:pt x="4496" y="46"/>
                  <a:pt x="4507" y="59"/>
                  <a:pt x="4514" y="74"/>
                </a:cubicBezTo>
                <a:cubicBezTo>
                  <a:pt x="4522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3" y="678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4"/>
                  <a:pt x="4506" y="722"/>
                  <a:pt x="4501" y="730"/>
                </a:cubicBezTo>
                <a:cubicBezTo>
                  <a:pt x="4496" y="738"/>
                  <a:pt x="4489" y="745"/>
                  <a:pt x="4483" y="752"/>
                </a:cubicBezTo>
                <a:cubicBezTo>
                  <a:pt x="4476" y="759"/>
                  <a:pt x="4469" y="765"/>
                  <a:pt x="4461" y="770"/>
                </a:cubicBezTo>
                <a:cubicBezTo>
                  <a:pt x="4453" y="776"/>
                  <a:pt x="4444" y="780"/>
                  <a:pt x="4436" y="784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4"/>
                  <a:pt x="4389" y="795"/>
                  <a:pt x="4380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3890880" y="389304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69008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379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4"/>
                  <a:pt x="4482" y="35"/>
                </a:cubicBezTo>
                <a:cubicBezTo>
                  <a:pt x="4496" y="46"/>
                  <a:pt x="4506" y="59"/>
                  <a:pt x="4514" y="74"/>
                </a:cubicBezTo>
                <a:cubicBezTo>
                  <a:pt x="4521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2" y="678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4"/>
                  <a:pt x="4506" y="722"/>
                  <a:pt x="4500" y="730"/>
                </a:cubicBezTo>
                <a:cubicBezTo>
                  <a:pt x="4495" y="738"/>
                  <a:pt x="4489" y="745"/>
                  <a:pt x="4482" y="752"/>
                </a:cubicBezTo>
                <a:cubicBezTo>
                  <a:pt x="4476" y="759"/>
                  <a:pt x="4468" y="765"/>
                  <a:pt x="4460" y="770"/>
                </a:cubicBezTo>
                <a:cubicBezTo>
                  <a:pt x="4452" y="776"/>
                  <a:pt x="4444" y="780"/>
                  <a:pt x="4435" y="784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8" y="794"/>
                  <a:pt x="4389" y="795"/>
                  <a:pt x="4379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5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0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306040" y="389304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2528640" y="417636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10"/>
                </a:cubicBezTo>
                <a:cubicBezTo>
                  <a:pt x="3845" y="16"/>
                  <a:pt x="3861" y="24"/>
                  <a:pt x="3874" y="35"/>
                </a:cubicBezTo>
                <a:cubicBezTo>
                  <a:pt x="3888" y="47"/>
                  <a:pt x="3899" y="59"/>
                  <a:pt x="3906" y="74"/>
                </a:cubicBezTo>
                <a:cubicBezTo>
                  <a:pt x="3913" y="89"/>
                  <a:pt x="3917" y="104"/>
                  <a:pt x="3917" y="120"/>
                </a:cubicBezTo>
                <a:lnTo>
                  <a:pt x="3917" y="649"/>
                </a:lnTo>
                <a:cubicBezTo>
                  <a:pt x="3917" y="658"/>
                  <a:pt x="3916" y="668"/>
                  <a:pt x="3914" y="677"/>
                </a:cubicBezTo>
                <a:cubicBezTo>
                  <a:pt x="3912" y="686"/>
                  <a:pt x="3910" y="697"/>
                  <a:pt x="3906" y="705"/>
                </a:cubicBezTo>
                <a:cubicBezTo>
                  <a:pt x="3902" y="714"/>
                  <a:pt x="3898" y="723"/>
                  <a:pt x="3892" y="731"/>
                </a:cubicBezTo>
                <a:cubicBezTo>
                  <a:pt x="3887" y="738"/>
                  <a:pt x="3881" y="746"/>
                  <a:pt x="3874" y="753"/>
                </a:cubicBezTo>
                <a:cubicBezTo>
                  <a:pt x="3868" y="759"/>
                  <a:pt x="3860" y="765"/>
                  <a:pt x="3852" y="771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8"/>
                  <a:pt x="3809" y="791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263916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9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7"/>
                </a:lnTo>
                <a:lnTo>
                  <a:pt x="258" y="430"/>
                </a:lnTo>
                <a:lnTo>
                  <a:pt x="278" y="410"/>
                </a:lnTo>
                <a:lnTo>
                  <a:pt x="241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6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8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2"/>
                </a:lnTo>
                <a:lnTo>
                  <a:pt x="15" y="199"/>
                </a:lnTo>
                <a:lnTo>
                  <a:pt x="66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6" y="373"/>
                </a:cubicBezTo>
                <a:lnTo>
                  <a:pt x="143" y="373"/>
                </a:lnTo>
                <a:lnTo>
                  <a:pt x="143" y="343"/>
                </a:lnTo>
                <a:lnTo>
                  <a:pt x="56" y="343"/>
                </a:lnTo>
                <a:moveTo>
                  <a:pt x="336" y="110"/>
                </a:moveTo>
                <a:lnTo>
                  <a:pt x="321" y="160"/>
                </a:lnTo>
                <a:lnTo>
                  <a:pt x="248" y="29"/>
                </a:lnTo>
                <a:cubicBezTo>
                  <a:pt x="238" y="11"/>
                  <a:pt x="221" y="0"/>
                  <a:pt x="200" y="0"/>
                </a:cubicBezTo>
                <a:cubicBezTo>
                  <a:pt x="180" y="0"/>
                  <a:pt x="162" y="11"/>
                  <a:pt x="153" y="29"/>
                </a:cubicBezTo>
                <a:lnTo>
                  <a:pt x="109" y="108"/>
                </a:lnTo>
                <a:lnTo>
                  <a:pt x="134" y="122"/>
                </a:lnTo>
                <a:lnTo>
                  <a:pt x="178" y="42"/>
                </a:lnTo>
                <a:cubicBezTo>
                  <a:pt x="182" y="34"/>
                  <a:pt x="191" y="29"/>
                  <a:pt x="200" y="29"/>
                </a:cubicBezTo>
                <a:cubicBezTo>
                  <a:pt x="210" y="29"/>
                  <a:pt x="219" y="34"/>
                  <a:pt x="223" y="42"/>
                </a:cubicBezTo>
                <a:lnTo>
                  <a:pt x="296" y="173"/>
                </a:lnTo>
                <a:lnTo>
                  <a:pt x="246" y="159"/>
                </a:lnTo>
                <a:lnTo>
                  <a:pt x="238" y="186"/>
                </a:lnTo>
                <a:lnTo>
                  <a:pt x="335" y="215"/>
                </a:lnTo>
                <a:lnTo>
                  <a:pt x="363" y="118"/>
                </a:lnTo>
                <a:lnTo>
                  <a:pt x="336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6997680" y="389304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005000" y="417636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10"/>
                </a:cubicBezTo>
                <a:cubicBezTo>
                  <a:pt x="2628" y="16"/>
                  <a:pt x="2644" y="24"/>
                  <a:pt x="2657" y="35"/>
                </a:cubicBezTo>
                <a:cubicBezTo>
                  <a:pt x="2671" y="47"/>
                  <a:pt x="2682" y="59"/>
                  <a:pt x="2689" y="74"/>
                </a:cubicBezTo>
                <a:cubicBezTo>
                  <a:pt x="2696" y="89"/>
                  <a:pt x="2700" y="104"/>
                  <a:pt x="2700" y="120"/>
                </a:cubicBezTo>
                <a:lnTo>
                  <a:pt x="2700" y="649"/>
                </a:lnTo>
                <a:cubicBezTo>
                  <a:pt x="2700" y="658"/>
                  <a:pt x="2699" y="668"/>
                  <a:pt x="2697" y="677"/>
                </a:cubicBezTo>
                <a:cubicBezTo>
                  <a:pt x="2695" y="686"/>
                  <a:pt x="2693" y="697"/>
                  <a:pt x="2689" y="705"/>
                </a:cubicBezTo>
                <a:cubicBezTo>
                  <a:pt x="2685" y="714"/>
                  <a:pt x="2681" y="723"/>
                  <a:pt x="2675" y="731"/>
                </a:cubicBezTo>
                <a:cubicBezTo>
                  <a:pt x="2670" y="738"/>
                  <a:pt x="2664" y="746"/>
                  <a:pt x="2657" y="753"/>
                </a:cubicBezTo>
                <a:cubicBezTo>
                  <a:pt x="2651" y="759"/>
                  <a:pt x="2643" y="765"/>
                  <a:pt x="2635" y="771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8"/>
                  <a:pt x="2592" y="791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11552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8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7"/>
                </a:lnTo>
                <a:lnTo>
                  <a:pt x="257" y="430"/>
                </a:lnTo>
                <a:lnTo>
                  <a:pt x="277" y="410"/>
                </a:lnTo>
                <a:lnTo>
                  <a:pt x="240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5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8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2"/>
                </a:lnTo>
                <a:lnTo>
                  <a:pt x="15" y="199"/>
                </a:lnTo>
                <a:lnTo>
                  <a:pt x="65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5" y="373"/>
                </a:cubicBezTo>
                <a:lnTo>
                  <a:pt x="142" y="373"/>
                </a:lnTo>
                <a:lnTo>
                  <a:pt x="142" y="343"/>
                </a:lnTo>
                <a:lnTo>
                  <a:pt x="55" y="343"/>
                </a:lnTo>
                <a:moveTo>
                  <a:pt x="335" y="110"/>
                </a:moveTo>
                <a:lnTo>
                  <a:pt x="320" y="160"/>
                </a:lnTo>
                <a:lnTo>
                  <a:pt x="247" y="29"/>
                </a:lnTo>
                <a:cubicBezTo>
                  <a:pt x="237" y="11"/>
                  <a:pt x="220" y="0"/>
                  <a:pt x="199" y="0"/>
                </a:cubicBezTo>
                <a:cubicBezTo>
                  <a:pt x="179" y="0"/>
                  <a:pt x="161" y="11"/>
                  <a:pt x="152" y="29"/>
                </a:cubicBezTo>
                <a:lnTo>
                  <a:pt x="108" y="108"/>
                </a:lnTo>
                <a:lnTo>
                  <a:pt x="133" y="122"/>
                </a:lnTo>
                <a:lnTo>
                  <a:pt x="177" y="42"/>
                </a:lnTo>
                <a:cubicBezTo>
                  <a:pt x="181" y="34"/>
                  <a:pt x="190" y="29"/>
                  <a:pt x="199" y="29"/>
                </a:cubicBezTo>
                <a:cubicBezTo>
                  <a:pt x="209" y="29"/>
                  <a:pt x="218" y="34"/>
                  <a:pt x="222" y="42"/>
                </a:cubicBezTo>
                <a:lnTo>
                  <a:pt x="295" y="173"/>
                </a:lnTo>
                <a:lnTo>
                  <a:pt x="245" y="159"/>
                </a:lnTo>
                <a:lnTo>
                  <a:pt x="237" y="186"/>
                </a:lnTo>
                <a:lnTo>
                  <a:pt x="334" y="215"/>
                </a:lnTo>
                <a:lnTo>
                  <a:pt x="364" y="118"/>
                </a:lnTo>
                <a:lnTo>
                  <a:pt x="335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2828160" y="425484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5052960" y="417636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3" y="89"/>
                  <a:pt x="11" y="74"/>
                </a:cubicBezTo>
                <a:cubicBezTo>
                  <a:pt x="18" y="59"/>
                  <a:pt x="29" y="47"/>
                  <a:pt x="42" y="35"/>
                </a:cubicBezTo>
                <a:cubicBezTo>
                  <a:pt x="56" y="24"/>
                  <a:pt x="72" y="16"/>
                  <a:pt x="89" y="10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10"/>
                </a:cubicBezTo>
                <a:cubicBezTo>
                  <a:pt x="4797" y="16"/>
                  <a:pt x="4813" y="24"/>
                  <a:pt x="4826" y="35"/>
                </a:cubicBezTo>
                <a:cubicBezTo>
                  <a:pt x="4840" y="47"/>
                  <a:pt x="4851" y="59"/>
                  <a:pt x="4858" y="74"/>
                </a:cubicBezTo>
                <a:cubicBezTo>
                  <a:pt x="4865" y="89"/>
                  <a:pt x="4869" y="104"/>
                  <a:pt x="4869" y="120"/>
                </a:cubicBezTo>
                <a:lnTo>
                  <a:pt x="4869" y="649"/>
                </a:lnTo>
                <a:cubicBezTo>
                  <a:pt x="4869" y="658"/>
                  <a:pt x="4868" y="668"/>
                  <a:pt x="4866" y="677"/>
                </a:cubicBezTo>
                <a:cubicBezTo>
                  <a:pt x="4864" y="686"/>
                  <a:pt x="4862" y="697"/>
                  <a:pt x="4858" y="705"/>
                </a:cubicBezTo>
                <a:cubicBezTo>
                  <a:pt x="4854" y="714"/>
                  <a:pt x="4850" y="723"/>
                  <a:pt x="4844" y="731"/>
                </a:cubicBezTo>
                <a:cubicBezTo>
                  <a:pt x="4839" y="738"/>
                  <a:pt x="4833" y="746"/>
                  <a:pt x="4826" y="753"/>
                </a:cubicBezTo>
                <a:cubicBezTo>
                  <a:pt x="4820" y="759"/>
                  <a:pt x="4812" y="765"/>
                  <a:pt x="4804" y="771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8"/>
                  <a:pt x="4761" y="791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1"/>
                  <a:pt x="98" y="788"/>
                  <a:pt x="89" y="784"/>
                </a:cubicBezTo>
                <a:cubicBezTo>
                  <a:pt x="81" y="780"/>
                  <a:pt x="72" y="776"/>
                  <a:pt x="64" y="771"/>
                </a:cubicBezTo>
                <a:cubicBezTo>
                  <a:pt x="56" y="765"/>
                  <a:pt x="49" y="759"/>
                  <a:pt x="42" y="753"/>
                </a:cubicBezTo>
                <a:cubicBezTo>
                  <a:pt x="36" y="746"/>
                  <a:pt x="29" y="738"/>
                  <a:pt x="24" y="731"/>
                </a:cubicBezTo>
                <a:cubicBezTo>
                  <a:pt x="19" y="723"/>
                  <a:pt x="14" y="714"/>
                  <a:pt x="11" y="705"/>
                </a:cubicBezTo>
                <a:cubicBezTo>
                  <a:pt x="7" y="697"/>
                  <a:pt x="4" y="686"/>
                  <a:pt x="2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03080" y="42548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146920" y="425484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233440" y="458496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3833640" y="484272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4" name=""/>
          <p:cNvSpPr/>
          <p:nvPr/>
        </p:nvSpPr>
        <p:spPr>
          <a:xfrm>
            <a:off x="456840" y="298116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840" y="29811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562280" y="298116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56840" y="29811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456840" y="3705120"/>
            <a:ext cx="4115160" cy="428760"/>
          </a:xfrm>
          <a:custGeom>
            <a:avLst/>
            <a:gdLst/>
            <a:ahLst/>
            <a:rect l="0" t="0" r="r" b="b"/>
            <a:pathLst>
              <a:path w="11431" h="1191">
                <a:moveTo>
                  <a:pt x="0" y="0"/>
                </a:moveTo>
                <a:lnTo>
                  <a:pt x="11431" y="0"/>
                </a:lnTo>
                <a:lnTo>
                  <a:pt x="1143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56840" y="41241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562280" y="370512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106"/>
                </a:moveTo>
                <a:lnTo>
                  <a:pt x="0" y="1191"/>
                </a:lnTo>
                <a:lnTo>
                  <a:pt x="27" y="11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56840" y="37051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0" y="1191"/>
                </a:lnTo>
                <a:lnTo>
                  <a:pt x="28" y="11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56840" y="17809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56840" y="17809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56840" y="28573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45736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45684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28880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726840" y="23252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2571480" y="17809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2571480" y="17809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571480" y="28573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456228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257148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93400" y="25729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39192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2682360" y="23252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03720" y="3134520"/>
            <a:ext cx="4258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MORA, ROSA en HORA via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603720" y="3334680"/>
            <a:ext cx="17074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klus 53 van MBO Digitaal.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3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34" name=""/>
          <p:cNvSpPr txBox="1"/>
          <p:nvPr/>
        </p:nvSpPr>
        <p:spPr>
          <a:xfrm>
            <a:off x="603720" y="384876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4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66560" y="110484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14800" y="113724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1486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1478520" y="1301400"/>
            <a:ext cx="16200" cy="10080"/>
          </a:xfrm>
          <a:custGeom>
            <a:avLst/>
            <a:gdLst/>
            <a:ahLst/>
            <a:rect l="0" t="0" r="r" b="b"/>
            <a:pathLst>
              <a:path w="45" h="28">
                <a:moveTo>
                  <a:pt x="0" y="0"/>
                </a:moveTo>
                <a:lnTo>
                  <a:pt x="45" y="0"/>
                </a:lnTo>
                <a:lnTo>
                  <a:pt x="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1478520" y="131940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46480" y="132876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38800" y="129276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1582560" y="135756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3234600" y="1337400"/>
            <a:ext cx="40320" cy="48240"/>
          </a:xfrm>
          <a:custGeom>
            <a:avLst/>
            <a:gdLst/>
            <a:ahLst/>
            <a:rect l="0" t="0" r="r" b="b"/>
            <a:pathLst>
              <a:path w="112" h="134">
                <a:moveTo>
                  <a:pt x="0" y="0"/>
                </a:moveTo>
                <a:lnTo>
                  <a:pt x="112" y="67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4042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4034160" y="1301400"/>
            <a:ext cx="16560" cy="10080"/>
          </a:xfrm>
          <a:custGeom>
            <a:avLst/>
            <a:gdLst/>
            <a:ahLst/>
            <a:rect l="0" t="0" r="r" b="b"/>
            <a:pathLst>
              <a:path w="46" h="28">
                <a:moveTo>
                  <a:pt x="0" y="0"/>
                </a:moveTo>
                <a:lnTo>
                  <a:pt x="46" y="0"/>
                </a:lnTo>
                <a:lnTo>
                  <a:pt x="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4034160" y="131940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838800" y="135756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3322440" y="129276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514440" y="146556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0"/>
                  <a:pt x="4705" y="30"/>
                </a:cubicBezTo>
                <a:cubicBezTo>
                  <a:pt x="4714" y="39"/>
                  <a:pt x="4722" y="51"/>
                  <a:pt x="4727" y="63"/>
                </a:cubicBezTo>
                <a:cubicBezTo>
                  <a:pt x="4732" y="75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0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0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5"/>
                  <a:pt x="8" y="63"/>
                </a:cubicBezTo>
                <a:cubicBezTo>
                  <a:pt x="13" y="51"/>
                  <a:pt x="20" y="39"/>
                  <a:pt x="30" y="30"/>
                </a:cubicBezTo>
                <a:cubicBezTo>
                  <a:pt x="39" y="20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512640" y="146376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3"/>
                  <a:pt x="4699" y="18"/>
                  <a:pt x="4705" y="23"/>
                </a:cubicBezTo>
                <a:lnTo>
                  <a:pt x="4698" y="31"/>
                </a:lnTo>
                <a:cubicBezTo>
                  <a:pt x="4692" y="27"/>
                  <a:pt x="4686" y="23"/>
                  <a:pt x="4680" y="20"/>
                </a:cubicBezTo>
                <a:lnTo>
                  <a:pt x="4685" y="10"/>
                </a:lnTo>
                <a:moveTo>
                  <a:pt x="4722" y="39"/>
                </a:moveTo>
                <a:cubicBezTo>
                  <a:pt x="4727" y="47"/>
                  <a:pt x="4731" y="53"/>
                  <a:pt x="4734" y="60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7"/>
                </a:cubicBezTo>
                <a:lnTo>
                  <a:pt x="4722" y="39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8"/>
                </a:moveTo>
                <a:cubicBezTo>
                  <a:pt x="4744" y="136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1"/>
                  <a:pt x="4733" y="134"/>
                  <a:pt x="4733" y="127"/>
                </a:cubicBezTo>
                <a:lnTo>
                  <a:pt x="4744" y="128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3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4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2"/>
                </a:lnTo>
                <a:lnTo>
                  <a:pt x="4639" y="212"/>
                </a:lnTo>
                <a:cubicBezTo>
                  <a:pt x="4643" y="212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2"/>
                </a:lnTo>
                <a:lnTo>
                  <a:pt x="4607" y="212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2"/>
                </a:lnTo>
                <a:lnTo>
                  <a:pt x="4563" y="212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2"/>
                </a:lnTo>
                <a:lnTo>
                  <a:pt x="4518" y="212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2"/>
                </a:lnTo>
                <a:lnTo>
                  <a:pt x="4474" y="212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2"/>
                </a:lnTo>
                <a:lnTo>
                  <a:pt x="4429" y="212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2"/>
                </a:lnTo>
                <a:lnTo>
                  <a:pt x="4385" y="212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2"/>
                </a:lnTo>
                <a:lnTo>
                  <a:pt x="4340" y="212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2"/>
                </a:lnTo>
                <a:lnTo>
                  <a:pt x="4296" y="212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2"/>
                </a:lnTo>
                <a:lnTo>
                  <a:pt x="4252" y="212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2"/>
                </a:lnTo>
                <a:lnTo>
                  <a:pt x="4207" y="212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2"/>
                </a:lnTo>
                <a:lnTo>
                  <a:pt x="4163" y="212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2"/>
                </a:lnTo>
                <a:lnTo>
                  <a:pt x="4118" y="212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2"/>
                </a:lnTo>
                <a:lnTo>
                  <a:pt x="4074" y="212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2"/>
                </a:lnTo>
                <a:lnTo>
                  <a:pt x="4029" y="212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2"/>
                </a:lnTo>
                <a:lnTo>
                  <a:pt x="3985" y="212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2"/>
                </a:lnTo>
                <a:lnTo>
                  <a:pt x="3940" y="212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2"/>
                </a:lnTo>
                <a:lnTo>
                  <a:pt x="3896" y="212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2"/>
                </a:lnTo>
                <a:lnTo>
                  <a:pt x="3852" y="212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2"/>
                </a:lnTo>
                <a:lnTo>
                  <a:pt x="3807" y="212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2"/>
                </a:lnTo>
                <a:lnTo>
                  <a:pt x="3763" y="212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2"/>
                </a:lnTo>
                <a:lnTo>
                  <a:pt x="3718" y="212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2"/>
                </a:lnTo>
                <a:lnTo>
                  <a:pt x="3674" y="212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2"/>
                </a:lnTo>
                <a:lnTo>
                  <a:pt x="3629" y="212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2"/>
                </a:lnTo>
                <a:lnTo>
                  <a:pt x="3585" y="212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2"/>
                </a:lnTo>
                <a:lnTo>
                  <a:pt x="3540" y="212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2"/>
                </a:lnTo>
                <a:lnTo>
                  <a:pt x="3496" y="212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2"/>
                </a:lnTo>
                <a:lnTo>
                  <a:pt x="3452" y="212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2"/>
                </a:lnTo>
                <a:lnTo>
                  <a:pt x="3407" y="212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2"/>
                </a:lnTo>
                <a:lnTo>
                  <a:pt x="3363" y="212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2"/>
                </a:lnTo>
                <a:lnTo>
                  <a:pt x="3318" y="212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2"/>
                </a:lnTo>
                <a:lnTo>
                  <a:pt x="3274" y="212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2"/>
                </a:lnTo>
                <a:lnTo>
                  <a:pt x="3229" y="212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2"/>
                </a:lnTo>
                <a:lnTo>
                  <a:pt x="3185" y="212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2"/>
                </a:lnTo>
                <a:lnTo>
                  <a:pt x="3141" y="212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2"/>
                </a:lnTo>
                <a:lnTo>
                  <a:pt x="3096" y="212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2"/>
                </a:lnTo>
                <a:lnTo>
                  <a:pt x="3052" y="212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2"/>
                </a:lnTo>
                <a:lnTo>
                  <a:pt x="3007" y="212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2"/>
                </a:lnTo>
                <a:lnTo>
                  <a:pt x="2963" y="212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2"/>
                </a:lnTo>
                <a:lnTo>
                  <a:pt x="2918" y="212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2"/>
                </a:lnTo>
                <a:lnTo>
                  <a:pt x="2874" y="212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2"/>
                </a:lnTo>
                <a:lnTo>
                  <a:pt x="2829" y="212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2"/>
                </a:lnTo>
                <a:lnTo>
                  <a:pt x="2785" y="212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2"/>
                </a:lnTo>
                <a:lnTo>
                  <a:pt x="2741" y="212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2"/>
                </a:lnTo>
                <a:lnTo>
                  <a:pt x="2696" y="212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2"/>
                </a:lnTo>
                <a:lnTo>
                  <a:pt x="2652" y="212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2"/>
                </a:lnTo>
                <a:lnTo>
                  <a:pt x="2607" y="212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2"/>
                </a:lnTo>
                <a:lnTo>
                  <a:pt x="2563" y="212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2"/>
                </a:lnTo>
                <a:lnTo>
                  <a:pt x="2518" y="212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2"/>
                </a:lnTo>
                <a:lnTo>
                  <a:pt x="2474" y="212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2"/>
                </a:lnTo>
                <a:lnTo>
                  <a:pt x="2429" y="212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2"/>
                </a:lnTo>
                <a:lnTo>
                  <a:pt x="2385" y="212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2"/>
                </a:lnTo>
                <a:lnTo>
                  <a:pt x="2341" y="212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2"/>
                </a:lnTo>
                <a:lnTo>
                  <a:pt x="2296" y="212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2"/>
                </a:lnTo>
                <a:lnTo>
                  <a:pt x="2252" y="212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2"/>
                </a:lnTo>
                <a:lnTo>
                  <a:pt x="2207" y="212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2"/>
                </a:lnTo>
                <a:lnTo>
                  <a:pt x="2163" y="212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2"/>
                </a:lnTo>
                <a:lnTo>
                  <a:pt x="2118" y="212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2"/>
                </a:lnTo>
                <a:lnTo>
                  <a:pt x="2074" y="212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2"/>
                </a:lnTo>
                <a:lnTo>
                  <a:pt x="2029" y="212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2"/>
                </a:lnTo>
                <a:lnTo>
                  <a:pt x="1985" y="212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2"/>
                </a:lnTo>
                <a:lnTo>
                  <a:pt x="1941" y="212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2"/>
                </a:lnTo>
                <a:lnTo>
                  <a:pt x="1896" y="212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2"/>
                </a:lnTo>
                <a:lnTo>
                  <a:pt x="1852" y="212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2"/>
                </a:lnTo>
                <a:lnTo>
                  <a:pt x="1807" y="212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2"/>
                </a:lnTo>
                <a:lnTo>
                  <a:pt x="1763" y="212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2"/>
                </a:lnTo>
                <a:lnTo>
                  <a:pt x="1718" y="212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2"/>
                </a:lnTo>
                <a:lnTo>
                  <a:pt x="1674" y="212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2"/>
                </a:lnTo>
                <a:lnTo>
                  <a:pt x="1630" y="212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2"/>
                </a:lnTo>
                <a:lnTo>
                  <a:pt x="1585" y="212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2"/>
                </a:lnTo>
                <a:lnTo>
                  <a:pt x="1541" y="212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2"/>
                </a:lnTo>
                <a:lnTo>
                  <a:pt x="1496" y="212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2"/>
                </a:lnTo>
                <a:lnTo>
                  <a:pt x="1452" y="212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2"/>
                </a:lnTo>
                <a:lnTo>
                  <a:pt x="1407" y="212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2"/>
                </a:lnTo>
                <a:lnTo>
                  <a:pt x="1363" y="212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2"/>
                </a:lnTo>
                <a:lnTo>
                  <a:pt x="1318" y="212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2"/>
                </a:lnTo>
                <a:lnTo>
                  <a:pt x="1274" y="212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2"/>
                </a:lnTo>
                <a:lnTo>
                  <a:pt x="1230" y="212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2"/>
                </a:lnTo>
                <a:lnTo>
                  <a:pt x="1185" y="212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2"/>
                </a:lnTo>
                <a:lnTo>
                  <a:pt x="1141" y="212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2"/>
                </a:lnTo>
                <a:lnTo>
                  <a:pt x="1096" y="212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2"/>
                </a:lnTo>
                <a:lnTo>
                  <a:pt x="1052" y="212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2"/>
                </a:lnTo>
                <a:lnTo>
                  <a:pt x="1007" y="212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2"/>
                </a:lnTo>
                <a:lnTo>
                  <a:pt x="963" y="212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2"/>
                </a:lnTo>
                <a:lnTo>
                  <a:pt x="917" y="212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2"/>
                </a:lnTo>
                <a:lnTo>
                  <a:pt x="873" y="212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2"/>
                </a:lnTo>
                <a:lnTo>
                  <a:pt x="829" y="212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2"/>
                </a:lnTo>
                <a:lnTo>
                  <a:pt x="784" y="212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2"/>
                </a:lnTo>
                <a:lnTo>
                  <a:pt x="740" y="212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2"/>
                </a:lnTo>
                <a:lnTo>
                  <a:pt x="695" y="212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2"/>
                </a:lnTo>
                <a:lnTo>
                  <a:pt x="651" y="212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2"/>
                </a:lnTo>
                <a:lnTo>
                  <a:pt x="606" y="212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2"/>
                </a:lnTo>
                <a:lnTo>
                  <a:pt x="562" y="212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2"/>
                </a:lnTo>
                <a:lnTo>
                  <a:pt x="518" y="212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2"/>
                </a:lnTo>
                <a:lnTo>
                  <a:pt x="473" y="212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2"/>
                </a:lnTo>
                <a:lnTo>
                  <a:pt x="429" y="212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2"/>
                </a:lnTo>
                <a:lnTo>
                  <a:pt x="384" y="212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2"/>
                </a:lnTo>
                <a:lnTo>
                  <a:pt x="340" y="212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2"/>
                </a:lnTo>
                <a:lnTo>
                  <a:pt x="295" y="212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2"/>
                </a:lnTo>
                <a:lnTo>
                  <a:pt x="251" y="212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2"/>
                </a:lnTo>
                <a:lnTo>
                  <a:pt x="206" y="212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2"/>
                </a:lnTo>
                <a:lnTo>
                  <a:pt x="162" y="212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2"/>
                  <a:pt x="105" y="212"/>
                </a:cubicBezTo>
                <a:lnTo>
                  <a:pt x="118" y="212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6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99"/>
                  <a:pt x="1" y="92"/>
                  <a:pt x="2" y="85"/>
                </a:cubicBezTo>
                <a:lnTo>
                  <a:pt x="13" y="87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2"/>
                </a:moveTo>
                <a:cubicBezTo>
                  <a:pt x="13" y="55"/>
                  <a:pt x="17" y="48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2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8"/>
                  <a:pt x="45" y="33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3322440" y="135756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635480" y="136152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100"/>
                </a:lnTo>
                <a:lnTo>
                  <a:pt x="0" y="100"/>
                </a:lnTo>
                <a:lnTo>
                  <a:pt x="0" y="66"/>
                </a:lnTo>
                <a:lnTo>
                  <a:pt x="18" y="66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7"/>
                </a:moveTo>
                <a:lnTo>
                  <a:pt x="18" y="300"/>
                </a:lnTo>
                <a:lnTo>
                  <a:pt x="0" y="300"/>
                </a:lnTo>
                <a:lnTo>
                  <a:pt x="0" y="267"/>
                </a:lnTo>
                <a:lnTo>
                  <a:pt x="18" y="267"/>
                </a:lnTo>
                <a:moveTo>
                  <a:pt x="18" y="334"/>
                </a:moveTo>
                <a:lnTo>
                  <a:pt x="18" y="367"/>
                </a:lnTo>
                <a:lnTo>
                  <a:pt x="0" y="367"/>
                </a:lnTo>
                <a:lnTo>
                  <a:pt x="0" y="334"/>
                </a:lnTo>
                <a:lnTo>
                  <a:pt x="18" y="334"/>
                </a:lnTo>
                <a:moveTo>
                  <a:pt x="18" y="401"/>
                </a:moveTo>
                <a:lnTo>
                  <a:pt x="18" y="434"/>
                </a:lnTo>
                <a:lnTo>
                  <a:pt x="0" y="434"/>
                </a:lnTo>
                <a:lnTo>
                  <a:pt x="0" y="401"/>
                </a:lnTo>
                <a:lnTo>
                  <a:pt x="18" y="401"/>
                </a:lnTo>
                <a:moveTo>
                  <a:pt x="18" y="468"/>
                </a:moveTo>
                <a:lnTo>
                  <a:pt x="18" y="502"/>
                </a:lnTo>
                <a:lnTo>
                  <a:pt x="0" y="502"/>
                </a:lnTo>
                <a:lnTo>
                  <a:pt x="0" y="468"/>
                </a:lnTo>
                <a:lnTo>
                  <a:pt x="18" y="468"/>
                </a:lnTo>
                <a:moveTo>
                  <a:pt x="18" y="535"/>
                </a:moveTo>
                <a:lnTo>
                  <a:pt x="18" y="569"/>
                </a:lnTo>
                <a:lnTo>
                  <a:pt x="0" y="569"/>
                </a:lnTo>
                <a:lnTo>
                  <a:pt x="0" y="535"/>
                </a:lnTo>
                <a:lnTo>
                  <a:pt x="18" y="53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19640" y="159408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3"/>
                </a:moveTo>
                <a:lnTo>
                  <a:pt x="17" y="167"/>
                </a:lnTo>
                <a:lnTo>
                  <a:pt x="0" y="167"/>
                </a:lnTo>
                <a:lnTo>
                  <a:pt x="0" y="133"/>
                </a:lnTo>
                <a:lnTo>
                  <a:pt x="17" y="133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7"/>
                </a:lnTo>
                <a:lnTo>
                  <a:pt x="0" y="367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8"/>
                </a:lnTo>
                <a:lnTo>
                  <a:pt x="0" y="768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2"/>
                </a:moveTo>
                <a:lnTo>
                  <a:pt x="17" y="1036"/>
                </a:lnTo>
                <a:lnTo>
                  <a:pt x="0" y="1036"/>
                </a:lnTo>
                <a:lnTo>
                  <a:pt x="0" y="1002"/>
                </a:lnTo>
                <a:lnTo>
                  <a:pt x="17" y="1002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3"/>
                </a:moveTo>
                <a:lnTo>
                  <a:pt x="17" y="1437"/>
                </a:lnTo>
                <a:lnTo>
                  <a:pt x="0" y="1437"/>
                </a:lnTo>
                <a:lnTo>
                  <a:pt x="0" y="1403"/>
                </a:lnTo>
                <a:lnTo>
                  <a:pt x="17" y="1403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7"/>
                </a:lnTo>
                <a:lnTo>
                  <a:pt x="0" y="1637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8"/>
                </a:lnTo>
                <a:lnTo>
                  <a:pt x="0" y="2038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2"/>
                </a:moveTo>
                <a:lnTo>
                  <a:pt x="17" y="2306"/>
                </a:lnTo>
                <a:lnTo>
                  <a:pt x="0" y="2306"/>
                </a:lnTo>
                <a:lnTo>
                  <a:pt x="0" y="2272"/>
                </a:lnTo>
                <a:lnTo>
                  <a:pt x="17" y="2272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3"/>
                </a:moveTo>
                <a:lnTo>
                  <a:pt x="17" y="2707"/>
                </a:lnTo>
                <a:lnTo>
                  <a:pt x="0" y="2707"/>
                </a:lnTo>
                <a:lnTo>
                  <a:pt x="0" y="2673"/>
                </a:lnTo>
                <a:lnTo>
                  <a:pt x="17" y="2673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7"/>
                </a:lnTo>
                <a:lnTo>
                  <a:pt x="0" y="2907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8"/>
                </a:lnTo>
                <a:lnTo>
                  <a:pt x="0" y="3308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2"/>
                </a:moveTo>
                <a:lnTo>
                  <a:pt x="17" y="3576"/>
                </a:lnTo>
                <a:lnTo>
                  <a:pt x="0" y="3576"/>
                </a:lnTo>
                <a:lnTo>
                  <a:pt x="0" y="3542"/>
                </a:lnTo>
                <a:lnTo>
                  <a:pt x="17" y="3542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0"/>
                </a:lnTo>
                <a:lnTo>
                  <a:pt x="0" y="3710"/>
                </a:lnTo>
                <a:lnTo>
                  <a:pt x="0" y="3676"/>
                </a:lnTo>
                <a:lnTo>
                  <a:pt x="17" y="3676"/>
                </a:lnTo>
                <a:moveTo>
                  <a:pt x="17" y="3743"/>
                </a:moveTo>
                <a:lnTo>
                  <a:pt x="17" y="3776"/>
                </a:lnTo>
                <a:lnTo>
                  <a:pt x="0" y="3776"/>
                </a:lnTo>
                <a:lnTo>
                  <a:pt x="0" y="3743"/>
                </a:lnTo>
                <a:lnTo>
                  <a:pt x="17" y="3743"/>
                </a:lnTo>
                <a:moveTo>
                  <a:pt x="17" y="3810"/>
                </a:moveTo>
                <a:lnTo>
                  <a:pt x="17" y="3843"/>
                </a:lnTo>
                <a:lnTo>
                  <a:pt x="0" y="3843"/>
                </a:lnTo>
                <a:lnTo>
                  <a:pt x="0" y="3810"/>
                </a:lnTo>
                <a:lnTo>
                  <a:pt x="17" y="3810"/>
                </a:lnTo>
                <a:moveTo>
                  <a:pt x="17" y="3877"/>
                </a:moveTo>
                <a:lnTo>
                  <a:pt x="17" y="3910"/>
                </a:lnTo>
                <a:lnTo>
                  <a:pt x="0" y="3910"/>
                </a:lnTo>
                <a:lnTo>
                  <a:pt x="0" y="3877"/>
                </a:lnTo>
                <a:lnTo>
                  <a:pt x="17" y="3877"/>
                </a:lnTo>
                <a:moveTo>
                  <a:pt x="17" y="3943"/>
                </a:moveTo>
                <a:lnTo>
                  <a:pt x="17" y="3978"/>
                </a:lnTo>
                <a:lnTo>
                  <a:pt x="0" y="3978"/>
                </a:lnTo>
                <a:lnTo>
                  <a:pt x="0" y="3943"/>
                </a:lnTo>
                <a:lnTo>
                  <a:pt x="17" y="3943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8"/>
                </a:lnTo>
                <a:lnTo>
                  <a:pt x="0" y="4178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79"/>
                </a:lnTo>
                <a:lnTo>
                  <a:pt x="0" y="4579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3"/>
                </a:moveTo>
                <a:lnTo>
                  <a:pt x="17" y="4847"/>
                </a:lnTo>
                <a:lnTo>
                  <a:pt x="0" y="4847"/>
                </a:lnTo>
                <a:lnTo>
                  <a:pt x="0" y="4813"/>
                </a:lnTo>
                <a:lnTo>
                  <a:pt x="17" y="4813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4"/>
                </a:moveTo>
                <a:lnTo>
                  <a:pt x="17" y="5248"/>
                </a:lnTo>
                <a:lnTo>
                  <a:pt x="0" y="5248"/>
                </a:lnTo>
                <a:lnTo>
                  <a:pt x="0" y="5214"/>
                </a:lnTo>
                <a:lnTo>
                  <a:pt x="17" y="5214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8"/>
                </a:lnTo>
                <a:lnTo>
                  <a:pt x="0" y="5448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4034160" y="162612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4034160" y="16401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546480" y="147744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666720" y="162144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994200" y="186264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994200" y="187668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666720" y="168660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22520" y="185832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3954240" y="22356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3954240" y="22496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22520" y="192312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778680" y="223128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914280" y="260856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914280" y="26226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778680" y="229608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834480" y="260424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874320" y="298152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874320" y="299556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834480" y="266904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890640" y="297720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890640" y="304200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890640" y="31176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890640" y="318564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890640" y="32540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834480" y="274464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834480" y="281268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834480" y="288108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78680" y="237168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778680" y="243972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778680" y="25081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722520" y="19987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722520" y="206676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722520" y="21351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3650400" y="365148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3650400" y="36655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666720" y="176220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66720" y="364716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666720" y="371160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66720" y="37872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666720" y="385560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66720" y="39236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514800" y="405288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14800" y="412884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14800" y="420516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1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1b2a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8" name=""/>
          <p:cNvSpPr txBox="1"/>
          <p:nvPr/>
        </p:nvSpPr>
        <p:spPr>
          <a:xfrm>
            <a:off x="439920" y="1296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173772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1161" y="0"/>
                </a:moveTo>
                <a:lnTo>
                  <a:pt x="968" y="86"/>
                </a:lnTo>
                <a:cubicBezTo>
                  <a:pt x="774" y="172"/>
                  <a:pt x="387" y="345"/>
                  <a:pt x="193" y="503"/>
                </a:cubicBezTo>
                <a:cubicBezTo>
                  <a:pt x="0" y="662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1707840" y="1761480"/>
            <a:ext cx="60120" cy="59760"/>
          </a:xfrm>
          <a:custGeom>
            <a:avLst/>
            <a:gdLst/>
            <a:ahLst/>
            <a:rect l="0" t="0" r="r" b="b"/>
            <a:pathLst>
              <a:path w="167" h="166">
                <a:moveTo>
                  <a:pt x="167" y="0"/>
                </a:moveTo>
                <a:lnTo>
                  <a:pt x="83" y="166"/>
                </a:lnTo>
                <a:lnTo>
                  <a:pt x="0" y="0"/>
                </a:lnTo>
                <a:lnTo>
                  <a:pt x="1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170316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80" y="26"/>
                </a:moveTo>
                <a:lnTo>
                  <a:pt x="172" y="41"/>
                </a:lnTo>
                <a:lnTo>
                  <a:pt x="157" y="34"/>
                </a:lnTo>
                <a:lnTo>
                  <a:pt x="165" y="19"/>
                </a:lnTo>
                <a:lnTo>
                  <a:pt x="180" y="26"/>
                </a:lnTo>
                <a:moveTo>
                  <a:pt x="172" y="41"/>
                </a:moveTo>
                <a:lnTo>
                  <a:pt x="165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1"/>
                </a:lnTo>
                <a:moveTo>
                  <a:pt x="165" y="56"/>
                </a:moveTo>
                <a:lnTo>
                  <a:pt x="157" y="71"/>
                </a:lnTo>
                <a:lnTo>
                  <a:pt x="143" y="63"/>
                </a:lnTo>
                <a:lnTo>
                  <a:pt x="150" y="49"/>
                </a:lnTo>
                <a:lnTo>
                  <a:pt x="165" y="56"/>
                </a:lnTo>
                <a:moveTo>
                  <a:pt x="157" y="71"/>
                </a:moveTo>
                <a:lnTo>
                  <a:pt x="150" y="85"/>
                </a:lnTo>
                <a:lnTo>
                  <a:pt x="134" y="78"/>
                </a:lnTo>
                <a:lnTo>
                  <a:pt x="143" y="63"/>
                </a:lnTo>
                <a:lnTo>
                  <a:pt x="157" y="71"/>
                </a:lnTo>
                <a:moveTo>
                  <a:pt x="150" y="85"/>
                </a:moveTo>
                <a:lnTo>
                  <a:pt x="143" y="100"/>
                </a:lnTo>
                <a:lnTo>
                  <a:pt x="127" y="93"/>
                </a:lnTo>
                <a:lnTo>
                  <a:pt x="134" y="78"/>
                </a:lnTo>
                <a:lnTo>
                  <a:pt x="150" y="85"/>
                </a:lnTo>
                <a:moveTo>
                  <a:pt x="143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3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5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5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5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5" y="174"/>
                </a:moveTo>
                <a:lnTo>
                  <a:pt x="96" y="192"/>
                </a:lnTo>
                <a:lnTo>
                  <a:pt x="83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9" y="169"/>
                </a:lnTo>
                <a:lnTo>
                  <a:pt x="90" y="167"/>
                </a:lnTo>
                <a:lnTo>
                  <a:pt x="105" y="174"/>
                </a:lnTo>
                <a:moveTo>
                  <a:pt x="83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3" y="165"/>
                </a:lnTo>
                <a:moveTo>
                  <a:pt x="75" y="150"/>
                </a:moveTo>
                <a:lnTo>
                  <a:pt x="68" y="135"/>
                </a:lnTo>
                <a:lnTo>
                  <a:pt x="83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3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6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6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6" y="91"/>
                </a:lnTo>
                <a:moveTo>
                  <a:pt x="38" y="76"/>
                </a:moveTo>
                <a:lnTo>
                  <a:pt x="31" y="61"/>
                </a:lnTo>
                <a:lnTo>
                  <a:pt x="46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6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9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6"/>
                </a:lnTo>
                <a:lnTo>
                  <a:pt x="24" y="16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6"/>
                </a:lnTo>
                <a:lnTo>
                  <a:pt x="41" y="16"/>
                </a:lnTo>
                <a:lnTo>
                  <a:pt x="41" y="0"/>
                </a:lnTo>
                <a:moveTo>
                  <a:pt x="57" y="0"/>
                </a:moveTo>
                <a:lnTo>
                  <a:pt x="74" y="0"/>
                </a:lnTo>
                <a:lnTo>
                  <a:pt x="74" y="16"/>
                </a:lnTo>
                <a:lnTo>
                  <a:pt x="57" y="16"/>
                </a:lnTo>
                <a:lnTo>
                  <a:pt x="57" y="0"/>
                </a:lnTo>
                <a:moveTo>
                  <a:pt x="74" y="0"/>
                </a:moveTo>
                <a:lnTo>
                  <a:pt x="90" y="0"/>
                </a:lnTo>
                <a:lnTo>
                  <a:pt x="90" y="16"/>
                </a:lnTo>
                <a:lnTo>
                  <a:pt x="74" y="16"/>
                </a:lnTo>
                <a:lnTo>
                  <a:pt x="74" y="0"/>
                </a:lnTo>
                <a:moveTo>
                  <a:pt x="90" y="0"/>
                </a:moveTo>
                <a:lnTo>
                  <a:pt x="107" y="0"/>
                </a:lnTo>
                <a:lnTo>
                  <a:pt x="107" y="16"/>
                </a:lnTo>
                <a:lnTo>
                  <a:pt x="90" y="16"/>
                </a:lnTo>
                <a:lnTo>
                  <a:pt x="90" y="0"/>
                </a:lnTo>
                <a:moveTo>
                  <a:pt x="107" y="0"/>
                </a:moveTo>
                <a:lnTo>
                  <a:pt x="123" y="0"/>
                </a:lnTo>
                <a:lnTo>
                  <a:pt x="123" y="16"/>
                </a:lnTo>
                <a:lnTo>
                  <a:pt x="107" y="16"/>
                </a:lnTo>
                <a:lnTo>
                  <a:pt x="107" y="0"/>
                </a:lnTo>
                <a:moveTo>
                  <a:pt x="123" y="0"/>
                </a:moveTo>
                <a:lnTo>
                  <a:pt x="141" y="0"/>
                </a:lnTo>
                <a:lnTo>
                  <a:pt x="141" y="16"/>
                </a:lnTo>
                <a:lnTo>
                  <a:pt x="123" y="16"/>
                </a:lnTo>
                <a:lnTo>
                  <a:pt x="123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6"/>
                </a:lnTo>
                <a:lnTo>
                  <a:pt x="141" y="16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6"/>
                </a:lnTo>
                <a:lnTo>
                  <a:pt x="157" y="16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6"/>
                </a:lnTo>
                <a:lnTo>
                  <a:pt x="165" y="19"/>
                </a:lnTo>
                <a:lnTo>
                  <a:pt x="172" y="4"/>
                </a:lnTo>
                <a:lnTo>
                  <a:pt x="180" y="8"/>
                </a:lnTo>
                <a:lnTo>
                  <a:pt x="180" y="16"/>
                </a:lnTo>
                <a:lnTo>
                  <a:pt x="174" y="16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3264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0" y="0"/>
                </a:moveTo>
                <a:lnTo>
                  <a:pt x="193" y="86"/>
                </a:lnTo>
                <a:cubicBezTo>
                  <a:pt x="387" y="172"/>
                  <a:pt x="774" y="345"/>
                  <a:pt x="967" y="503"/>
                </a:cubicBezTo>
                <a:cubicBezTo>
                  <a:pt x="1161" y="662"/>
                  <a:pt x="1161" y="806"/>
                  <a:pt x="1161" y="878"/>
                </a:cubicBezTo>
                <a:lnTo>
                  <a:pt x="1161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0360" y="1761480"/>
            <a:ext cx="59760" cy="59760"/>
          </a:xfrm>
          <a:custGeom>
            <a:avLst/>
            <a:gdLst/>
            <a:ahLst/>
            <a:rect l="0" t="0" r="r" b="b"/>
            <a:pathLst>
              <a:path w="166" h="166">
                <a:moveTo>
                  <a:pt x="166" y="0"/>
                </a:moveTo>
                <a:lnTo>
                  <a:pt x="83" y="166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41568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79" y="26"/>
                </a:moveTo>
                <a:lnTo>
                  <a:pt x="172" y="41"/>
                </a:lnTo>
                <a:lnTo>
                  <a:pt x="156" y="34"/>
                </a:lnTo>
                <a:lnTo>
                  <a:pt x="165" y="19"/>
                </a:lnTo>
                <a:lnTo>
                  <a:pt x="179" y="26"/>
                </a:lnTo>
                <a:moveTo>
                  <a:pt x="172" y="41"/>
                </a:moveTo>
                <a:lnTo>
                  <a:pt x="165" y="56"/>
                </a:lnTo>
                <a:lnTo>
                  <a:pt x="149" y="49"/>
                </a:lnTo>
                <a:lnTo>
                  <a:pt x="156" y="34"/>
                </a:lnTo>
                <a:lnTo>
                  <a:pt x="172" y="41"/>
                </a:lnTo>
                <a:moveTo>
                  <a:pt x="165" y="56"/>
                </a:moveTo>
                <a:lnTo>
                  <a:pt x="156" y="71"/>
                </a:lnTo>
                <a:lnTo>
                  <a:pt x="141" y="63"/>
                </a:lnTo>
                <a:lnTo>
                  <a:pt x="149" y="49"/>
                </a:lnTo>
                <a:lnTo>
                  <a:pt x="165" y="56"/>
                </a:lnTo>
                <a:moveTo>
                  <a:pt x="156" y="71"/>
                </a:moveTo>
                <a:lnTo>
                  <a:pt x="149" y="85"/>
                </a:lnTo>
                <a:lnTo>
                  <a:pt x="134" y="78"/>
                </a:lnTo>
                <a:lnTo>
                  <a:pt x="141" y="63"/>
                </a:lnTo>
                <a:lnTo>
                  <a:pt x="156" y="71"/>
                </a:lnTo>
                <a:moveTo>
                  <a:pt x="149" y="85"/>
                </a:moveTo>
                <a:lnTo>
                  <a:pt x="141" y="100"/>
                </a:lnTo>
                <a:lnTo>
                  <a:pt x="127" y="93"/>
                </a:lnTo>
                <a:lnTo>
                  <a:pt x="134" y="78"/>
                </a:lnTo>
                <a:lnTo>
                  <a:pt x="149" y="85"/>
                </a:lnTo>
                <a:moveTo>
                  <a:pt x="141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1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4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4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4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4" y="174"/>
                </a:moveTo>
                <a:lnTo>
                  <a:pt x="96" y="192"/>
                </a:lnTo>
                <a:lnTo>
                  <a:pt x="82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8" y="169"/>
                </a:lnTo>
                <a:lnTo>
                  <a:pt x="90" y="167"/>
                </a:lnTo>
                <a:lnTo>
                  <a:pt x="104" y="174"/>
                </a:lnTo>
                <a:moveTo>
                  <a:pt x="82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2" y="165"/>
                </a:lnTo>
                <a:moveTo>
                  <a:pt x="75" y="150"/>
                </a:moveTo>
                <a:lnTo>
                  <a:pt x="68" y="135"/>
                </a:lnTo>
                <a:lnTo>
                  <a:pt x="82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2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5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5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5" y="91"/>
                </a:lnTo>
                <a:moveTo>
                  <a:pt x="38" y="76"/>
                </a:moveTo>
                <a:lnTo>
                  <a:pt x="31" y="61"/>
                </a:lnTo>
                <a:lnTo>
                  <a:pt x="45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5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0" y="0"/>
                </a:lnTo>
                <a:lnTo>
                  <a:pt x="40" y="16"/>
                </a:lnTo>
                <a:lnTo>
                  <a:pt x="24" y="16"/>
                </a:lnTo>
                <a:lnTo>
                  <a:pt x="24" y="0"/>
                </a:lnTo>
                <a:moveTo>
                  <a:pt x="40" y="0"/>
                </a:moveTo>
                <a:lnTo>
                  <a:pt x="57" y="0"/>
                </a:lnTo>
                <a:lnTo>
                  <a:pt x="57" y="16"/>
                </a:lnTo>
                <a:lnTo>
                  <a:pt x="40" y="16"/>
                </a:lnTo>
                <a:lnTo>
                  <a:pt x="40" y="0"/>
                </a:lnTo>
                <a:moveTo>
                  <a:pt x="57" y="0"/>
                </a:moveTo>
                <a:lnTo>
                  <a:pt x="73" y="0"/>
                </a:lnTo>
                <a:lnTo>
                  <a:pt x="73" y="16"/>
                </a:lnTo>
                <a:lnTo>
                  <a:pt x="57" y="16"/>
                </a:lnTo>
                <a:lnTo>
                  <a:pt x="57" y="0"/>
                </a:lnTo>
                <a:moveTo>
                  <a:pt x="73" y="0"/>
                </a:moveTo>
                <a:lnTo>
                  <a:pt x="90" y="0"/>
                </a:lnTo>
                <a:lnTo>
                  <a:pt x="90" y="16"/>
                </a:lnTo>
                <a:lnTo>
                  <a:pt x="73" y="16"/>
                </a:lnTo>
                <a:lnTo>
                  <a:pt x="73" y="0"/>
                </a:lnTo>
                <a:moveTo>
                  <a:pt x="90" y="0"/>
                </a:moveTo>
                <a:lnTo>
                  <a:pt x="106" y="0"/>
                </a:lnTo>
                <a:lnTo>
                  <a:pt x="106" y="16"/>
                </a:lnTo>
                <a:lnTo>
                  <a:pt x="90" y="16"/>
                </a:lnTo>
                <a:lnTo>
                  <a:pt x="90" y="0"/>
                </a:lnTo>
                <a:moveTo>
                  <a:pt x="106" y="0"/>
                </a:moveTo>
                <a:lnTo>
                  <a:pt x="123" y="0"/>
                </a:lnTo>
                <a:lnTo>
                  <a:pt x="123" y="16"/>
                </a:lnTo>
                <a:lnTo>
                  <a:pt x="106" y="16"/>
                </a:lnTo>
                <a:lnTo>
                  <a:pt x="106" y="0"/>
                </a:lnTo>
                <a:moveTo>
                  <a:pt x="123" y="0"/>
                </a:moveTo>
                <a:lnTo>
                  <a:pt x="139" y="0"/>
                </a:lnTo>
                <a:lnTo>
                  <a:pt x="139" y="16"/>
                </a:lnTo>
                <a:lnTo>
                  <a:pt x="123" y="16"/>
                </a:lnTo>
                <a:lnTo>
                  <a:pt x="123" y="0"/>
                </a:lnTo>
                <a:moveTo>
                  <a:pt x="139" y="0"/>
                </a:moveTo>
                <a:lnTo>
                  <a:pt x="156" y="0"/>
                </a:lnTo>
                <a:lnTo>
                  <a:pt x="156" y="16"/>
                </a:lnTo>
                <a:lnTo>
                  <a:pt x="139" y="16"/>
                </a:lnTo>
                <a:lnTo>
                  <a:pt x="139" y="0"/>
                </a:lnTo>
                <a:moveTo>
                  <a:pt x="156" y="0"/>
                </a:moveTo>
                <a:lnTo>
                  <a:pt x="173" y="0"/>
                </a:lnTo>
                <a:lnTo>
                  <a:pt x="173" y="16"/>
                </a:lnTo>
                <a:lnTo>
                  <a:pt x="156" y="16"/>
                </a:lnTo>
                <a:lnTo>
                  <a:pt x="156" y="0"/>
                </a:lnTo>
                <a:moveTo>
                  <a:pt x="173" y="0"/>
                </a:moveTo>
                <a:lnTo>
                  <a:pt x="193" y="0"/>
                </a:lnTo>
                <a:lnTo>
                  <a:pt x="179" y="26"/>
                </a:lnTo>
                <a:lnTo>
                  <a:pt x="165" y="19"/>
                </a:lnTo>
                <a:lnTo>
                  <a:pt x="172" y="4"/>
                </a:lnTo>
                <a:lnTo>
                  <a:pt x="179" y="8"/>
                </a:lnTo>
                <a:lnTo>
                  <a:pt x="179" y="16"/>
                </a:lnTo>
                <a:lnTo>
                  <a:pt x="173" y="16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173772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0" y="0"/>
                </a:moveTo>
                <a:lnTo>
                  <a:pt x="0" y="86"/>
                </a:lnTo>
                <a:cubicBezTo>
                  <a:pt x="0" y="172"/>
                  <a:pt x="0" y="344"/>
                  <a:pt x="182" y="512"/>
                </a:cubicBezTo>
                <a:cubicBezTo>
                  <a:pt x="363" y="678"/>
                  <a:pt x="724" y="839"/>
                  <a:pt x="905" y="919"/>
                </a:cubicBezTo>
                <a:lnTo>
                  <a:pt x="1086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208908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67" y="0"/>
                </a:moveTo>
                <a:lnTo>
                  <a:pt x="185" y="143"/>
                </a:lnTo>
                <a:lnTo>
                  <a:pt x="0" y="152"/>
                </a:lnTo>
                <a:lnTo>
                  <a:pt x="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08440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98" y="23"/>
                </a:moveTo>
                <a:lnTo>
                  <a:pt x="108" y="36"/>
                </a:lnTo>
                <a:lnTo>
                  <a:pt x="94" y="47"/>
                </a:lnTo>
                <a:lnTo>
                  <a:pt x="84" y="34"/>
                </a:lnTo>
                <a:lnTo>
                  <a:pt x="98" y="23"/>
                </a:lnTo>
                <a:moveTo>
                  <a:pt x="108" y="36"/>
                </a:moveTo>
                <a:lnTo>
                  <a:pt x="119" y="49"/>
                </a:lnTo>
                <a:lnTo>
                  <a:pt x="106" y="59"/>
                </a:lnTo>
                <a:lnTo>
                  <a:pt x="94" y="47"/>
                </a:lnTo>
                <a:lnTo>
                  <a:pt x="108" y="36"/>
                </a:lnTo>
                <a:moveTo>
                  <a:pt x="119" y="49"/>
                </a:moveTo>
                <a:lnTo>
                  <a:pt x="129" y="62"/>
                </a:lnTo>
                <a:lnTo>
                  <a:pt x="116" y="72"/>
                </a:lnTo>
                <a:lnTo>
                  <a:pt x="106" y="59"/>
                </a:lnTo>
                <a:lnTo>
                  <a:pt x="119" y="49"/>
                </a:lnTo>
                <a:moveTo>
                  <a:pt x="129" y="62"/>
                </a:moveTo>
                <a:lnTo>
                  <a:pt x="140" y="75"/>
                </a:lnTo>
                <a:lnTo>
                  <a:pt x="127" y="86"/>
                </a:lnTo>
                <a:lnTo>
                  <a:pt x="116" y="72"/>
                </a:lnTo>
                <a:lnTo>
                  <a:pt x="129" y="62"/>
                </a:lnTo>
                <a:moveTo>
                  <a:pt x="140" y="75"/>
                </a:moveTo>
                <a:lnTo>
                  <a:pt x="150" y="88"/>
                </a:lnTo>
                <a:lnTo>
                  <a:pt x="137" y="99"/>
                </a:lnTo>
                <a:lnTo>
                  <a:pt x="127" y="86"/>
                </a:lnTo>
                <a:lnTo>
                  <a:pt x="140" y="75"/>
                </a:lnTo>
                <a:moveTo>
                  <a:pt x="150" y="88"/>
                </a:moveTo>
                <a:lnTo>
                  <a:pt x="161" y="101"/>
                </a:lnTo>
                <a:lnTo>
                  <a:pt x="148" y="111"/>
                </a:lnTo>
                <a:lnTo>
                  <a:pt x="137" y="99"/>
                </a:lnTo>
                <a:lnTo>
                  <a:pt x="150" y="88"/>
                </a:lnTo>
                <a:moveTo>
                  <a:pt x="161" y="101"/>
                </a:moveTo>
                <a:lnTo>
                  <a:pt x="171" y="114"/>
                </a:lnTo>
                <a:lnTo>
                  <a:pt x="158" y="124"/>
                </a:lnTo>
                <a:lnTo>
                  <a:pt x="148" y="111"/>
                </a:lnTo>
                <a:lnTo>
                  <a:pt x="161" y="101"/>
                </a:lnTo>
                <a:moveTo>
                  <a:pt x="171" y="114"/>
                </a:moveTo>
                <a:lnTo>
                  <a:pt x="182" y="126"/>
                </a:lnTo>
                <a:lnTo>
                  <a:pt x="169" y="137"/>
                </a:lnTo>
                <a:lnTo>
                  <a:pt x="158" y="124"/>
                </a:lnTo>
                <a:lnTo>
                  <a:pt x="171" y="114"/>
                </a:lnTo>
                <a:moveTo>
                  <a:pt x="182" y="126"/>
                </a:moveTo>
                <a:lnTo>
                  <a:pt x="192" y="139"/>
                </a:lnTo>
                <a:lnTo>
                  <a:pt x="179" y="149"/>
                </a:lnTo>
                <a:lnTo>
                  <a:pt x="169" y="137"/>
                </a:lnTo>
                <a:lnTo>
                  <a:pt x="182" y="126"/>
                </a:lnTo>
                <a:moveTo>
                  <a:pt x="192" y="139"/>
                </a:moveTo>
                <a:lnTo>
                  <a:pt x="203" y="152"/>
                </a:lnTo>
                <a:lnTo>
                  <a:pt x="190" y="162"/>
                </a:lnTo>
                <a:lnTo>
                  <a:pt x="179" y="149"/>
                </a:lnTo>
                <a:lnTo>
                  <a:pt x="192" y="139"/>
                </a:lnTo>
                <a:moveTo>
                  <a:pt x="203" y="152"/>
                </a:moveTo>
                <a:lnTo>
                  <a:pt x="215" y="167"/>
                </a:lnTo>
                <a:lnTo>
                  <a:pt x="185" y="168"/>
                </a:lnTo>
                <a:lnTo>
                  <a:pt x="184" y="152"/>
                </a:lnTo>
                <a:lnTo>
                  <a:pt x="198" y="151"/>
                </a:lnTo>
                <a:lnTo>
                  <a:pt x="198" y="159"/>
                </a:lnTo>
                <a:lnTo>
                  <a:pt x="192" y="165"/>
                </a:lnTo>
                <a:lnTo>
                  <a:pt x="190" y="162"/>
                </a:lnTo>
                <a:lnTo>
                  <a:pt x="203" y="152"/>
                </a:lnTo>
                <a:moveTo>
                  <a:pt x="185" y="168"/>
                </a:moveTo>
                <a:lnTo>
                  <a:pt x="169" y="169"/>
                </a:lnTo>
                <a:lnTo>
                  <a:pt x="168" y="152"/>
                </a:lnTo>
                <a:lnTo>
                  <a:pt x="184" y="152"/>
                </a:lnTo>
                <a:lnTo>
                  <a:pt x="185" y="168"/>
                </a:lnTo>
                <a:moveTo>
                  <a:pt x="169" y="169"/>
                </a:moveTo>
                <a:lnTo>
                  <a:pt x="152" y="170"/>
                </a:lnTo>
                <a:lnTo>
                  <a:pt x="151" y="153"/>
                </a:lnTo>
                <a:lnTo>
                  <a:pt x="168" y="152"/>
                </a:lnTo>
                <a:lnTo>
                  <a:pt x="169" y="169"/>
                </a:lnTo>
                <a:moveTo>
                  <a:pt x="152" y="170"/>
                </a:moveTo>
                <a:lnTo>
                  <a:pt x="136" y="170"/>
                </a:lnTo>
                <a:lnTo>
                  <a:pt x="135" y="154"/>
                </a:lnTo>
                <a:lnTo>
                  <a:pt x="151" y="153"/>
                </a:lnTo>
                <a:lnTo>
                  <a:pt x="152" y="170"/>
                </a:lnTo>
                <a:moveTo>
                  <a:pt x="136" y="170"/>
                </a:moveTo>
                <a:lnTo>
                  <a:pt x="119" y="171"/>
                </a:lnTo>
                <a:lnTo>
                  <a:pt x="118" y="155"/>
                </a:lnTo>
                <a:lnTo>
                  <a:pt x="135" y="154"/>
                </a:lnTo>
                <a:lnTo>
                  <a:pt x="136" y="170"/>
                </a:lnTo>
                <a:moveTo>
                  <a:pt x="119" y="171"/>
                </a:moveTo>
                <a:lnTo>
                  <a:pt x="103" y="172"/>
                </a:lnTo>
                <a:lnTo>
                  <a:pt x="102" y="155"/>
                </a:lnTo>
                <a:lnTo>
                  <a:pt x="118" y="155"/>
                </a:lnTo>
                <a:lnTo>
                  <a:pt x="119" y="171"/>
                </a:lnTo>
                <a:moveTo>
                  <a:pt x="103" y="172"/>
                </a:moveTo>
                <a:lnTo>
                  <a:pt x="85" y="173"/>
                </a:lnTo>
                <a:lnTo>
                  <a:pt x="84" y="156"/>
                </a:lnTo>
                <a:lnTo>
                  <a:pt x="102" y="155"/>
                </a:lnTo>
                <a:lnTo>
                  <a:pt x="103" y="172"/>
                </a:lnTo>
                <a:moveTo>
                  <a:pt x="85" y="173"/>
                </a:moveTo>
                <a:lnTo>
                  <a:pt x="69" y="173"/>
                </a:lnTo>
                <a:lnTo>
                  <a:pt x="68" y="157"/>
                </a:lnTo>
                <a:lnTo>
                  <a:pt x="84" y="156"/>
                </a:lnTo>
                <a:lnTo>
                  <a:pt x="85" y="173"/>
                </a:lnTo>
                <a:moveTo>
                  <a:pt x="69" y="173"/>
                </a:moveTo>
                <a:lnTo>
                  <a:pt x="52" y="174"/>
                </a:lnTo>
                <a:lnTo>
                  <a:pt x="51" y="158"/>
                </a:lnTo>
                <a:lnTo>
                  <a:pt x="68" y="157"/>
                </a:lnTo>
                <a:lnTo>
                  <a:pt x="69" y="173"/>
                </a:lnTo>
                <a:moveTo>
                  <a:pt x="52" y="174"/>
                </a:moveTo>
                <a:lnTo>
                  <a:pt x="36" y="175"/>
                </a:lnTo>
                <a:lnTo>
                  <a:pt x="35" y="158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59"/>
                </a:lnTo>
                <a:lnTo>
                  <a:pt x="35" y="158"/>
                </a:lnTo>
                <a:lnTo>
                  <a:pt x="36" y="175"/>
                </a:lnTo>
                <a:moveTo>
                  <a:pt x="19" y="176"/>
                </a:moveTo>
                <a:lnTo>
                  <a:pt x="0" y="176"/>
                </a:lnTo>
                <a:lnTo>
                  <a:pt x="10" y="155"/>
                </a:lnTo>
                <a:lnTo>
                  <a:pt x="25" y="161"/>
                </a:lnTo>
                <a:lnTo>
                  <a:pt x="20" y="171"/>
                </a:lnTo>
                <a:lnTo>
                  <a:pt x="13" y="168"/>
                </a:lnTo>
                <a:lnTo>
                  <a:pt x="12" y="159"/>
                </a:lnTo>
                <a:lnTo>
                  <a:pt x="18" y="159"/>
                </a:lnTo>
                <a:lnTo>
                  <a:pt x="19" y="176"/>
                </a:lnTo>
                <a:moveTo>
                  <a:pt x="10" y="155"/>
                </a:moveTo>
                <a:lnTo>
                  <a:pt x="16" y="140"/>
                </a:lnTo>
                <a:lnTo>
                  <a:pt x="31" y="146"/>
                </a:lnTo>
                <a:lnTo>
                  <a:pt x="25" y="161"/>
                </a:lnTo>
                <a:lnTo>
                  <a:pt x="10" y="155"/>
                </a:lnTo>
                <a:moveTo>
                  <a:pt x="16" y="140"/>
                </a:moveTo>
                <a:lnTo>
                  <a:pt x="23" y="124"/>
                </a:lnTo>
                <a:lnTo>
                  <a:pt x="38" y="131"/>
                </a:lnTo>
                <a:lnTo>
                  <a:pt x="31" y="146"/>
                </a:lnTo>
                <a:lnTo>
                  <a:pt x="16" y="140"/>
                </a:lnTo>
                <a:moveTo>
                  <a:pt x="23" y="124"/>
                </a:moveTo>
                <a:lnTo>
                  <a:pt x="30" y="109"/>
                </a:lnTo>
                <a:lnTo>
                  <a:pt x="45" y="116"/>
                </a:lnTo>
                <a:lnTo>
                  <a:pt x="38" y="131"/>
                </a:lnTo>
                <a:lnTo>
                  <a:pt x="23" y="124"/>
                </a:lnTo>
                <a:moveTo>
                  <a:pt x="30" y="109"/>
                </a:moveTo>
                <a:lnTo>
                  <a:pt x="36" y="94"/>
                </a:lnTo>
                <a:lnTo>
                  <a:pt x="51" y="101"/>
                </a:lnTo>
                <a:lnTo>
                  <a:pt x="45" y="116"/>
                </a:lnTo>
                <a:lnTo>
                  <a:pt x="30" y="109"/>
                </a:lnTo>
                <a:moveTo>
                  <a:pt x="36" y="94"/>
                </a:moveTo>
                <a:lnTo>
                  <a:pt x="43" y="79"/>
                </a:lnTo>
                <a:lnTo>
                  <a:pt x="58" y="86"/>
                </a:lnTo>
                <a:lnTo>
                  <a:pt x="51" y="101"/>
                </a:lnTo>
                <a:lnTo>
                  <a:pt x="36" y="94"/>
                </a:lnTo>
                <a:moveTo>
                  <a:pt x="43" y="79"/>
                </a:moveTo>
                <a:lnTo>
                  <a:pt x="50" y="63"/>
                </a:lnTo>
                <a:lnTo>
                  <a:pt x="65" y="70"/>
                </a:lnTo>
                <a:lnTo>
                  <a:pt x="58" y="86"/>
                </a:lnTo>
                <a:lnTo>
                  <a:pt x="43" y="79"/>
                </a:lnTo>
                <a:moveTo>
                  <a:pt x="50" y="63"/>
                </a:moveTo>
                <a:lnTo>
                  <a:pt x="57" y="48"/>
                </a:lnTo>
                <a:lnTo>
                  <a:pt x="72" y="55"/>
                </a:lnTo>
                <a:lnTo>
                  <a:pt x="65" y="70"/>
                </a:lnTo>
                <a:lnTo>
                  <a:pt x="50" y="63"/>
                </a:lnTo>
                <a:moveTo>
                  <a:pt x="57" y="48"/>
                </a:moveTo>
                <a:lnTo>
                  <a:pt x="63" y="33"/>
                </a:lnTo>
                <a:lnTo>
                  <a:pt x="78" y="40"/>
                </a:lnTo>
                <a:lnTo>
                  <a:pt x="72" y="55"/>
                </a:lnTo>
                <a:lnTo>
                  <a:pt x="57" y="48"/>
                </a:lnTo>
                <a:moveTo>
                  <a:pt x="63" y="33"/>
                </a:moveTo>
                <a:lnTo>
                  <a:pt x="70" y="18"/>
                </a:lnTo>
                <a:lnTo>
                  <a:pt x="85" y="25"/>
                </a:lnTo>
                <a:lnTo>
                  <a:pt x="78" y="40"/>
                </a:lnTo>
                <a:lnTo>
                  <a:pt x="63" y="33"/>
                </a:lnTo>
                <a:moveTo>
                  <a:pt x="70" y="18"/>
                </a:moveTo>
                <a:lnTo>
                  <a:pt x="78" y="0"/>
                </a:lnTo>
                <a:lnTo>
                  <a:pt x="98" y="23"/>
                </a:lnTo>
                <a:lnTo>
                  <a:pt x="84" y="34"/>
                </a:lnTo>
                <a:lnTo>
                  <a:pt x="74" y="21"/>
                </a:lnTo>
                <a:lnTo>
                  <a:pt x="80" y="16"/>
                </a:lnTo>
                <a:lnTo>
                  <a:pt x="87" y="19"/>
                </a:lnTo>
                <a:lnTo>
                  <a:pt x="85" y="25"/>
                </a:lnTo>
                <a:lnTo>
                  <a:pt x="70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05964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1086" y="0"/>
                </a:moveTo>
                <a:lnTo>
                  <a:pt x="1086" y="86"/>
                </a:lnTo>
                <a:cubicBezTo>
                  <a:pt x="1086" y="172"/>
                  <a:pt x="1086" y="344"/>
                  <a:pt x="905" y="512"/>
                </a:cubicBezTo>
                <a:cubicBezTo>
                  <a:pt x="724" y="678"/>
                  <a:pt x="362" y="839"/>
                  <a:pt x="181" y="919"/>
                </a:cubicBezTo>
                <a:lnTo>
                  <a:pt x="0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303264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185" y="152"/>
                </a:moveTo>
                <a:lnTo>
                  <a:pt x="0" y="143"/>
                </a:lnTo>
                <a:lnTo>
                  <a:pt x="117" y="0"/>
                </a:lnTo>
                <a:lnTo>
                  <a:pt x="185" y="15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02652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185" y="175"/>
                </a:moveTo>
                <a:lnTo>
                  <a:pt x="169" y="174"/>
                </a:lnTo>
                <a:lnTo>
                  <a:pt x="169" y="158"/>
                </a:lnTo>
                <a:lnTo>
                  <a:pt x="186" y="159"/>
                </a:lnTo>
                <a:lnTo>
                  <a:pt x="185" y="175"/>
                </a:lnTo>
                <a:moveTo>
                  <a:pt x="169" y="174"/>
                </a:moveTo>
                <a:lnTo>
                  <a:pt x="152" y="174"/>
                </a:lnTo>
                <a:lnTo>
                  <a:pt x="153" y="157"/>
                </a:lnTo>
                <a:lnTo>
                  <a:pt x="169" y="158"/>
                </a:lnTo>
                <a:lnTo>
                  <a:pt x="169" y="174"/>
                </a:lnTo>
                <a:moveTo>
                  <a:pt x="152" y="174"/>
                </a:moveTo>
                <a:lnTo>
                  <a:pt x="136" y="173"/>
                </a:lnTo>
                <a:lnTo>
                  <a:pt x="136" y="156"/>
                </a:lnTo>
                <a:lnTo>
                  <a:pt x="153" y="157"/>
                </a:lnTo>
                <a:lnTo>
                  <a:pt x="152" y="174"/>
                </a:lnTo>
                <a:moveTo>
                  <a:pt x="136" y="173"/>
                </a:moveTo>
                <a:lnTo>
                  <a:pt x="119" y="172"/>
                </a:lnTo>
                <a:lnTo>
                  <a:pt x="120" y="156"/>
                </a:lnTo>
                <a:lnTo>
                  <a:pt x="136" y="156"/>
                </a:lnTo>
                <a:lnTo>
                  <a:pt x="136" y="173"/>
                </a:lnTo>
                <a:moveTo>
                  <a:pt x="119" y="172"/>
                </a:moveTo>
                <a:lnTo>
                  <a:pt x="103" y="171"/>
                </a:lnTo>
                <a:lnTo>
                  <a:pt x="103" y="155"/>
                </a:lnTo>
                <a:lnTo>
                  <a:pt x="120" y="156"/>
                </a:lnTo>
                <a:lnTo>
                  <a:pt x="119" y="172"/>
                </a:lnTo>
                <a:moveTo>
                  <a:pt x="103" y="171"/>
                </a:moveTo>
                <a:lnTo>
                  <a:pt x="86" y="171"/>
                </a:lnTo>
                <a:lnTo>
                  <a:pt x="87" y="154"/>
                </a:lnTo>
                <a:lnTo>
                  <a:pt x="103" y="155"/>
                </a:lnTo>
                <a:lnTo>
                  <a:pt x="103" y="171"/>
                </a:lnTo>
                <a:moveTo>
                  <a:pt x="86" y="171"/>
                </a:moveTo>
                <a:lnTo>
                  <a:pt x="70" y="170"/>
                </a:lnTo>
                <a:lnTo>
                  <a:pt x="70" y="153"/>
                </a:lnTo>
                <a:lnTo>
                  <a:pt x="87" y="154"/>
                </a:lnTo>
                <a:lnTo>
                  <a:pt x="86" y="171"/>
                </a:lnTo>
                <a:moveTo>
                  <a:pt x="70" y="170"/>
                </a:moveTo>
                <a:lnTo>
                  <a:pt x="53" y="169"/>
                </a:lnTo>
                <a:lnTo>
                  <a:pt x="54" y="153"/>
                </a:lnTo>
                <a:lnTo>
                  <a:pt x="70" y="153"/>
                </a:lnTo>
                <a:lnTo>
                  <a:pt x="70" y="170"/>
                </a:lnTo>
                <a:moveTo>
                  <a:pt x="53" y="169"/>
                </a:moveTo>
                <a:lnTo>
                  <a:pt x="36" y="168"/>
                </a:lnTo>
                <a:lnTo>
                  <a:pt x="36" y="152"/>
                </a:lnTo>
                <a:lnTo>
                  <a:pt x="54" y="153"/>
                </a:lnTo>
                <a:lnTo>
                  <a:pt x="53" y="169"/>
                </a:lnTo>
                <a:moveTo>
                  <a:pt x="36" y="168"/>
                </a:moveTo>
                <a:lnTo>
                  <a:pt x="19" y="168"/>
                </a:lnTo>
                <a:lnTo>
                  <a:pt x="20" y="151"/>
                </a:lnTo>
                <a:lnTo>
                  <a:pt x="36" y="152"/>
                </a:lnTo>
                <a:lnTo>
                  <a:pt x="36" y="168"/>
                </a:lnTo>
                <a:moveTo>
                  <a:pt x="19" y="168"/>
                </a:moveTo>
                <a:lnTo>
                  <a:pt x="0" y="167"/>
                </a:lnTo>
                <a:lnTo>
                  <a:pt x="19" y="144"/>
                </a:lnTo>
                <a:lnTo>
                  <a:pt x="32" y="154"/>
                </a:lnTo>
                <a:lnTo>
                  <a:pt x="23" y="165"/>
                </a:lnTo>
                <a:lnTo>
                  <a:pt x="17" y="159"/>
                </a:lnTo>
                <a:lnTo>
                  <a:pt x="17" y="151"/>
                </a:lnTo>
                <a:lnTo>
                  <a:pt x="20" y="151"/>
                </a:lnTo>
                <a:lnTo>
                  <a:pt x="19" y="168"/>
                </a:lnTo>
                <a:moveTo>
                  <a:pt x="19" y="144"/>
                </a:moveTo>
                <a:lnTo>
                  <a:pt x="29" y="131"/>
                </a:lnTo>
                <a:lnTo>
                  <a:pt x="42" y="141"/>
                </a:lnTo>
                <a:lnTo>
                  <a:pt x="32" y="154"/>
                </a:lnTo>
                <a:lnTo>
                  <a:pt x="19" y="144"/>
                </a:lnTo>
                <a:moveTo>
                  <a:pt x="29" y="131"/>
                </a:moveTo>
                <a:lnTo>
                  <a:pt x="40" y="118"/>
                </a:lnTo>
                <a:lnTo>
                  <a:pt x="54" y="129"/>
                </a:lnTo>
                <a:lnTo>
                  <a:pt x="42" y="141"/>
                </a:lnTo>
                <a:lnTo>
                  <a:pt x="29" y="131"/>
                </a:lnTo>
                <a:moveTo>
                  <a:pt x="40" y="118"/>
                </a:moveTo>
                <a:lnTo>
                  <a:pt x="51" y="105"/>
                </a:lnTo>
                <a:lnTo>
                  <a:pt x="64" y="116"/>
                </a:lnTo>
                <a:lnTo>
                  <a:pt x="54" y="129"/>
                </a:lnTo>
                <a:lnTo>
                  <a:pt x="40" y="118"/>
                </a:lnTo>
                <a:moveTo>
                  <a:pt x="51" y="105"/>
                </a:moveTo>
                <a:lnTo>
                  <a:pt x="62" y="93"/>
                </a:lnTo>
                <a:lnTo>
                  <a:pt x="74" y="103"/>
                </a:lnTo>
                <a:lnTo>
                  <a:pt x="64" y="116"/>
                </a:lnTo>
                <a:lnTo>
                  <a:pt x="51" y="105"/>
                </a:lnTo>
                <a:moveTo>
                  <a:pt x="62" y="93"/>
                </a:moveTo>
                <a:lnTo>
                  <a:pt x="72" y="80"/>
                </a:lnTo>
                <a:lnTo>
                  <a:pt x="85" y="90"/>
                </a:lnTo>
                <a:lnTo>
                  <a:pt x="74" y="103"/>
                </a:lnTo>
                <a:lnTo>
                  <a:pt x="62" y="93"/>
                </a:lnTo>
                <a:moveTo>
                  <a:pt x="72" y="80"/>
                </a:moveTo>
                <a:lnTo>
                  <a:pt x="83" y="66"/>
                </a:lnTo>
                <a:lnTo>
                  <a:pt x="95" y="78"/>
                </a:lnTo>
                <a:lnTo>
                  <a:pt x="85" y="90"/>
                </a:lnTo>
                <a:lnTo>
                  <a:pt x="72" y="80"/>
                </a:lnTo>
                <a:moveTo>
                  <a:pt x="83" y="66"/>
                </a:moveTo>
                <a:lnTo>
                  <a:pt x="93" y="53"/>
                </a:lnTo>
                <a:lnTo>
                  <a:pt x="106" y="64"/>
                </a:lnTo>
                <a:lnTo>
                  <a:pt x="95" y="78"/>
                </a:lnTo>
                <a:lnTo>
                  <a:pt x="83" y="66"/>
                </a:lnTo>
                <a:moveTo>
                  <a:pt x="93" y="53"/>
                </a:moveTo>
                <a:lnTo>
                  <a:pt x="104" y="41"/>
                </a:lnTo>
                <a:lnTo>
                  <a:pt x="116" y="51"/>
                </a:lnTo>
                <a:lnTo>
                  <a:pt x="106" y="64"/>
                </a:lnTo>
                <a:lnTo>
                  <a:pt x="93" y="53"/>
                </a:lnTo>
                <a:moveTo>
                  <a:pt x="104" y="41"/>
                </a:moveTo>
                <a:lnTo>
                  <a:pt x="114" y="28"/>
                </a:lnTo>
                <a:lnTo>
                  <a:pt x="127" y="38"/>
                </a:lnTo>
                <a:lnTo>
                  <a:pt x="116" y="51"/>
                </a:lnTo>
                <a:lnTo>
                  <a:pt x="104" y="41"/>
                </a:lnTo>
                <a:moveTo>
                  <a:pt x="114" y="28"/>
                </a:moveTo>
                <a:lnTo>
                  <a:pt x="125" y="15"/>
                </a:lnTo>
                <a:lnTo>
                  <a:pt x="137" y="26"/>
                </a:lnTo>
                <a:lnTo>
                  <a:pt x="127" y="38"/>
                </a:lnTo>
                <a:lnTo>
                  <a:pt x="114" y="28"/>
                </a:lnTo>
                <a:moveTo>
                  <a:pt x="125" y="15"/>
                </a:moveTo>
                <a:lnTo>
                  <a:pt x="137" y="0"/>
                </a:lnTo>
                <a:lnTo>
                  <a:pt x="147" y="22"/>
                </a:lnTo>
                <a:lnTo>
                  <a:pt x="132" y="29"/>
                </a:lnTo>
                <a:lnTo>
                  <a:pt x="127" y="19"/>
                </a:lnTo>
                <a:lnTo>
                  <a:pt x="135" y="16"/>
                </a:lnTo>
                <a:lnTo>
                  <a:pt x="141" y="21"/>
                </a:lnTo>
                <a:lnTo>
                  <a:pt x="137" y="26"/>
                </a:lnTo>
                <a:lnTo>
                  <a:pt x="125" y="15"/>
                </a:lnTo>
                <a:moveTo>
                  <a:pt x="147" y="22"/>
                </a:moveTo>
                <a:lnTo>
                  <a:pt x="153" y="37"/>
                </a:lnTo>
                <a:lnTo>
                  <a:pt x="138" y="44"/>
                </a:lnTo>
                <a:lnTo>
                  <a:pt x="132" y="29"/>
                </a:lnTo>
                <a:lnTo>
                  <a:pt x="147" y="22"/>
                </a:lnTo>
                <a:moveTo>
                  <a:pt x="153" y="37"/>
                </a:moveTo>
                <a:lnTo>
                  <a:pt x="160" y="52"/>
                </a:lnTo>
                <a:lnTo>
                  <a:pt x="145" y="59"/>
                </a:lnTo>
                <a:lnTo>
                  <a:pt x="138" y="44"/>
                </a:lnTo>
                <a:lnTo>
                  <a:pt x="153" y="37"/>
                </a:lnTo>
                <a:moveTo>
                  <a:pt x="160" y="52"/>
                </a:moveTo>
                <a:lnTo>
                  <a:pt x="167" y="67"/>
                </a:lnTo>
                <a:lnTo>
                  <a:pt x="152" y="75"/>
                </a:lnTo>
                <a:lnTo>
                  <a:pt x="145" y="59"/>
                </a:lnTo>
                <a:lnTo>
                  <a:pt x="160" y="52"/>
                </a:lnTo>
                <a:moveTo>
                  <a:pt x="167" y="67"/>
                </a:moveTo>
                <a:lnTo>
                  <a:pt x="174" y="83"/>
                </a:lnTo>
                <a:lnTo>
                  <a:pt x="158" y="90"/>
                </a:lnTo>
                <a:lnTo>
                  <a:pt x="152" y="75"/>
                </a:lnTo>
                <a:lnTo>
                  <a:pt x="167" y="67"/>
                </a:lnTo>
                <a:moveTo>
                  <a:pt x="174" y="83"/>
                </a:moveTo>
                <a:lnTo>
                  <a:pt x="180" y="98"/>
                </a:lnTo>
                <a:lnTo>
                  <a:pt x="165" y="105"/>
                </a:lnTo>
                <a:lnTo>
                  <a:pt x="158" y="90"/>
                </a:lnTo>
                <a:lnTo>
                  <a:pt x="174" y="83"/>
                </a:lnTo>
                <a:moveTo>
                  <a:pt x="180" y="98"/>
                </a:moveTo>
                <a:lnTo>
                  <a:pt x="187" y="114"/>
                </a:lnTo>
                <a:lnTo>
                  <a:pt x="172" y="120"/>
                </a:lnTo>
                <a:lnTo>
                  <a:pt x="165" y="105"/>
                </a:lnTo>
                <a:lnTo>
                  <a:pt x="180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9" y="135"/>
                </a:lnTo>
                <a:lnTo>
                  <a:pt x="172" y="120"/>
                </a:lnTo>
                <a:lnTo>
                  <a:pt x="187" y="114"/>
                </a:lnTo>
                <a:moveTo>
                  <a:pt x="194" y="129"/>
                </a:moveTo>
                <a:lnTo>
                  <a:pt x="200" y="144"/>
                </a:lnTo>
                <a:lnTo>
                  <a:pt x="185" y="150"/>
                </a:lnTo>
                <a:lnTo>
                  <a:pt x="179" y="135"/>
                </a:lnTo>
                <a:lnTo>
                  <a:pt x="194" y="129"/>
                </a:lnTo>
                <a:moveTo>
                  <a:pt x="200" y="144"/>
                </a:moveTo>
                <a:lnTo>
                  <a:pt x="207" y="159"/>
                </a:lnTo>
                <a:lnTo>
                  <a:pt x="192" y="166"/>
                </a:lnTo>
                <a:lnTo>
                  <a:pt x="185" y="150"/>
                </a:lnTo>
                <a:lnTo>
                  <a:pt x="200" y="144"/>
                </a:lnTo>
                <a:moveTo>
                  <a:pt x="207" y="159"/>
                </a:moveTo>
                <a:lnTo>
                  <a:pt x="215" y="176"/>
                </a:lnTo>
                <a:lnTo>
                  <a:pt x="185" y="175"/>
                </a:lnTo>
                <a:lnTo>
                  <a:pt x="186" y="159"/>
                </a:lnTo>
                <a:lnTo>
                  <a:pt x="202" y="159"/>
                </a:lnTo>
                <a:lnTo>
                  <a:pt x="202" y="168"/>
                </a:lnTo>
                <a:lnTo>
                  <a:pt x="194" y="171"/>
                </a:lnTo>
                <a:lnTo>
                  <a:pt x="192" y="166"/>
                </a:lnTo>
                <a:lnTo>
                  <a:pt x="207" y="15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169308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1222" y="0"/>
                </a:moveTo>
                <a:lnTo>
                  <a:pt x="1018" y="86"/>
                </a:lnTo>
                <a:cubicBezTo>
                  <a:pt x="815" y="172"/>
                  <a:pt x="407" y="344"/>
                  <a:pt x="204" y="502"/>
                </a:cubicBezTo>
                <a:cubicBezTo>
                  <a:pt x="0" y="660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166356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3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1658520" y="328140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80" y="27"/>
                </a:moveTo>
                <a:lnTo>
                  <a:pt x="172" y="42"/>
                </a:lnTo>
                <a:lnTo>
                  <a:pt x="158" y="34"/>
                </a:lnTo>
                <a:lnTo>
                  <a:pt x="165" y="20"/>
                </a:lnTo>
                <a:lnTo>
                  <a:pt x="180" y="27"/>
                </a:lnTo>
                <a:moveTo>
                  <a:pt x="172" y="42"/>
                </a:moveTo>
                <a:lnTo>
                  <a:pt x="165" y="56"/>
                </a:lnTo>
                <a:lnTo>
                  <a:pt x="150" y="49"/>
                </a:lnTo>
                <a:lnTo>
                  <a:pt x="158" y="34"/>
                </a:lnTo>
                <a:lnTo>
                  <a:pt x="172" y="42"/>
                </a:lnTo>
                <a:moveTo>
                  <a:pt x="165" y="56"/>
                </a:moveTo>
                <a:lnTo>
                  <a:pt x="158" y="71"/>
                </a:lnTo>
                <a:lnTo>
                  <a:pt x="143" y="64"/>
                </a:lnTo>
                <a:lnTo>
                  <a:pt x="150" y="49"/>
                </a:lnTo>
                <a:lnTo>
                  <a:pt x="165" y="56"/>
                </a:lnTo>
                <a:moveTo>
                  <a:pt x="158" y="71"/>
                </a:moveTo>
                <a:lnTo>
                  <a:pt x="150" y="86"/>
                </a:lnTo>
                <a:lnTo>
                  <a:pt x="135" y="79"/>
                </a:lnTo>
                <a:lnTo>
                  <a:pt x="143" y="64"/>
                </a:lnTo>
                <a:lnTo>
                  <a:pt x="158" y="71"/>
                </a:lnTo>
                <a:moveTo>
                  <a:pt x="150" y="86"/>
                </a:moveTo>
                <a:lnTo>
                  <a:pt x="143" y="101"/>
                </a:lnTo>
                <a:lnTo>
                  <a:pt x="128" y="93"/>
                </a:lnTo>
                <a:lnTo>
                  <a:pt x="135" y="79"/>
                </a:lnTo>
                <a:lnTo>
                  <a:pt x="150" y="86"/>
                </a:lnTo>
                <a:moveTo>
                  <a:pt x="143" y="101"/>
                </a:moveTo>
                <a:lnTo>
                  <a:pt x="135" y="116"/>
                </a:lnTo>
                <a:lnTo>
                  <a:pt x="121" y="108"/>
                </a:lnTo>
                <a:lnTo>
                  <a:pt x="128" y="93"/>
                </a:lnTo>
                <a:lnTo>
                  <a:pt x="143" y="101"/>
                </a:lnTo>
                <a:moveTo>
                  <a:pt x="135" y="116"/>
                </a:moveTo>
                <a:lnTo>
                  <a:pt x="128" y="130"/>
                </a:lnTo>
                <a:lnTo>
                  <a:pt x="113" y="123"/>
                </a:lnTo>
                <a:lnTo>
                  <a:pt x="121" y="108"/>
                </a:lnTo>
                <a:lnTo>
                  <a:pt x="135" y="116"/>
                </a:lnTo>
                <a:moveTo>
                  <a:pt x="128" y="130"/>
                </a:moveTo>
                <a:lnTo>
                  <a:pt x="121" y="145"/>
                </a:lnTo>
                <a:lnTo>
                  <a:pt x="106" y="138"/>
                </a:lnTo>
                <a:lnTo>
                  <a:pt x="113" y="123"/>
                </a:lnTo>
                <a:lnTo>
                  <a:pt x="128" y="130"/>
                </a:lnTo>
                <a:moveTo>
                  <a:pt x="121" y="145"/>
                </a:moveTo>
                <a:lnTo>
                  <a:pt x="113" y="161"/>
                </a:lnTo>
                <a:lnTo>
                  <a:pt x="99" y="153"/>
                </a:lnTo>
                <a:lnTo>
                  <a:pt x="106" y="138"/>
                </a:lnTo>
                <a:lnTo>
                  <a:pt x="121" y="145"/>
                </a:lnTo>
                <a:moveTo>
                  <a:pt x="113" y="161"/>
                </a:moveTo>
                <a:lnTo>
                  <a:pt x="106" y="176"/>
                </a:lnTo>
                <a:lnTo>
                  <a:pt x="91" y="168"/>
                </a:lnTo>
                <a:lnTo>
                  <a:pt x="99" y="153"/>
                </a:lnTo>
                <a:lnTo>
                  <a:pt x="113" y="161"/>
                </a:lnTo>
                <a:moveTo>
                  <a:pt x="106" y="176"/>
                </a:moveTo>
                <a:lnTo>
                  <a:pt x="97" y="193"/>
                </a:lnTo>
                <a:lnTo>
                  <a:pt x="84" y="166"/>
                </a:lnTo>
                <a:lnTo>
                  <a:pt x="99" y="159"/>
                </a:lnTo>
                <a:lnTo>
                  <a:pt x="105" y="171"/>
                </a:lnTo>
                <a:lnTo>
                  <a:pt x="97" y="175"/>
                </a:lnTo>
                <a:lnTo>
                  <a:pt x="90" y="171"/>
                </a:lnTo>
                <a:lnTo>
                  <a:pt x="91" y="168"/>
                </a:lnTo>
                <a:lnTo>
                  <a:pt x="106" y="176"/>
                </a:lnTo>
                <a:moveTo>
                  <a:pt x="84" y="166"/>
                </a:moveTo>
                <a:lnTo>
                  <a:pt x="76" y="151"/>
                </a:lnTo>
                <a:lnTo>
                  <a:pt x="91" y="143"/>
                </a:lnTo>
                <a:lnTo>
                  <a:pt x="99" y="159"/>
                </a:lnTo>
                <a:lnTo>
                  <a:pt x="84" y="166"/>
                </a:lnTo>
                <a:moveTo>
                  <a:pt x="76" y="151"/>
                </a:moveTo>
                <a:lnTo>
                  <a:pt x="68" y="136"/>
                </a:lnTo>
                <a:lnTo>
                  <a:pt x="84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4" y="128"/>
                </a:lnTo>
                <a:lnTo>
                  <a:pt x="68" y="136"/>
                </a:lnTo>
                <a:moveTo>
                  <a:pt x="61" y="121"/>
                </a:moveTo>
                <a:lnTo>
                  <a:pt x="53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3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3" y="106"/>
                </a:lnTo>
                <a:moveTo>
                  <a:pt x="46" y="91"/>
                </a:moveTo>
                <a:lnTo>
                  <a:pt x="38" y="77"/>
                </a:lnTo>
                <a:lnTo>
                  <a:pt x="53" y="69"/>
                </a:lnTo>
                <a:lnTo>
                  <a:pt x="61" y="84"/>
                </a:lnTo>
                <a:lnTo>
                  <a:pt x="46" y="91"/>
                </a:lnTo>
                <a:moveTo>
                  <a:pt x="38" y="77"/>
                </a:moveTo>
                <a:lnTo>
                  <a:pt x="31" y="62"/>
                </a:lnTo>
                <a:lnTo>
                  <a:pt x="46" y="54"/>
                </a:lnTo>
                <a:lnTo>
                  <a:pt x="53" y="69"/>
                </a:lnTo>
                <a:lnTo>
                  <a:pt x="38" y="77"/>
                </a:lnTo>
                <a:moveTo>
                  <a:pt x="31" y="62"/>
                </a:moveTo>
                <a:lnTo>
                  <a:pt x="24" y="47"/>
                </a:lnTo>
                <a:lnTo>
                  <a:pt x="38" y="40"/>
                </a:lnTo>
                <a:lnTo>
                  <a:pt x="46" y="54"/>
                </a:lnTo>
                <a:lnTo>
                  <a:pt x="31" y="62"/>
                </a:lnTo>
                <a:moveTo>
                  <a:pt x="24" y="47"/>
                </a:moveTo>
                <a:lnTo>
                  <a:pt x="16" y="32"/>
                </a:lnTo>
                <a:lnTo>
                  <a:pt x="31" y="25"/>
                </a:lnTo>
                <a:lnTo>
                  <a:pt x="38" y="40"/>
                </a:lnTo>
                <a:lnTo>
                  <a:pt x="24" y="47"/>
                </a:lnTo>
                <a:moveTo>
                  <a:pt x="16" y="32"/>
                </a:moveTo>
                <a:lnTo>
                  <a:pt x="9" y="17"/>
                </a:lnTo>
                <a:lnTo>
                  <a:pt x="24" y="10"/>
                </a:lnTo>
                <a:lnTo>
                  <a:pt x="31" y="25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4" y="17"/>
                </a:lnTo>
                <a:lnTo>
                  <a:pt x="14" y="8"/>
                </a:lnTo>
                <a:lnTo>
                  <a:pt x="21" y="5"/>
                </a:lnTo>
                <a:lnTo>
                  <a:pt x="24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7"/>
                </a:lnTo>
                <a:lnTo>
                  <a:pt x="41" y="17"/>
                </a:lnTo>
                <a:lnTo>
                  <a:pt x="41" y="0"/>
                </a:lnTo>
                <a:moveTo>
                  <a:pt x="57" y="0"/>
                </a:moveTo>
                <a:lnTo>
                  <a:pt x="75" y="0"/>
                </a:lnTo>
                <a:lnTo>
                  <a:pt x="75" y="17"/>
                </a:lnTo>
                <a:lnTo>
                  <a:pt x="57" y="17"/>
                </a:lnTo>
                <a:lnTo>
                  <a:pt x="57" y="0"/>
                </a:lnTo>
                <a:moveTo>
                  <a:pt x="75" y="0"/>
                </a:moveTo>
                <a:lnTo>
                  <a:pt x="91" y="0"/>
                </a:lnTo>
                <a:lnTo>
                  <a:pt x="91" y="17"/>
                </a:lnTo>
                <a:lnTo>
                  <a:pt x="75" y="17"/>
                </a:lnTo>
                <a:lnTo>
                  <a:pt x="75" y="0"/>
                </a:lnTo>
                <a:moveTo>
                  <a:pt x="91" y="0"/>
                </a:moveTo>
                <a:lnTo>
                  <a:pt x="108" y="0"/>
                </a:lnTo>
                <a:lnTo>
                  <a:pt x="108" y="17"/>
                </a:lnTo>
                <a:lnTo>
                  <a:pt x="91" y="17"/>
                </a:lnTo>
                <a:lnTo>
                  <a:pt x="91" y="0"/>
                </a:lnTo>
                <a:moveTo>
                  <a:pt x="108" y="0"/>
                </a:moveTo>
                <a:lnTo>
                  <a:pt x="124" y="0"/>
                </a:lnTo>
                <a:lnTo>
                  <a:pt x="124" y="17"/>
                </a:lnTo>
                <a:lnTo>
                  <a:pt x="108" y="17"/>
                </a:lnTo>
                <a:lnTo>
                  <a:pt x="108" y="0"/>
                </a:lnTo>
                <a:moveTo>
                  <a:pt x="124" y="0"/>
                </a:moveTo>
                <a:lnTo>
                  <a:pt x="141" y="0"/>
                </a:lnTo>
                <a:lnTo>
                  <a:pt x="141" y="17"/>
                </a:lnTo>
                <a:lnTo>
                  <a:pt x="124" y="17"/>
                </a:lnTo>
                <a:lnTo>
                  <a:pt x="124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7"/>
                </a:lnTo>
                <a:lnTo>
                  <a:pt x="141" y="17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7"/>
                </a:lnTo>
                <a:lnTo>
                  <a:pt x="157" y="17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7"/>
                </a:lnTo>
                <a:lnTo>
                  <a:pt x="165" y="20"/>
                </a:lnTo>
                <a:lnTo>
                  <a:pt x="172" y="5"/>
                </a:lnTo>
                <a:lnTo>
                  <a:pt x="180" y="8"/>
                </a:lnTo>
                <a:lnTo>
                  <a:pt x="180" y="17"/>
                </a:lnTo>
                <a:lnTo>
                  <a:pt x="174" y="17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05532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0" y="0"/>
                </a:moveTo>
                <a:lnTo>
                  <a:pt x="203" y="86"/>
                </a:lnTo>
                <a:cubicBezTo>
                  <a:pt x="407" y="172"/>
                  <a:pt x="815" y="344"/>
                  <a:pt x="1018" y="502"/>
                </a:cubicBezTo>
                <a:cubicBezTo>
                  <a:pt x="1222" y="660"/>
                  <a:pt x="1222" y="806"/>
                  <a:pt x="1222" y="878"/>
                </a:cubicBezTo>
                <a:lnTo>
                  <a:pt x="1222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46500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4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460320" y="3281400"/>
            <a:ext cx="69120" cy="69480"/>
          </a:xfrm>
          <a:custGeom>
            <a:avLst/>
            <a:gdLst/>
            <a:ahLst/>
            <a:rect l="0" t="0" r="r" b="b"/>
            <a:pathLst>
              <a:path w="192" h="193">
                <a:moveTo>
                  <a:pt x="179" y="27"/>
                </a:moveTo>
                <a:lnTo>
                  <a:pt x="172" y="42"/>
                </a:lnTo>
                <a:lnTo>
                  <a:pt x="157" y="34"/>
                </a:lnTo>
                <a:lnTo>
                  <a:pt x="164" y="20"/>
                </a:lnTo>
                <a:lnTo>
                  <a:pt x="179" y="27"/>
                </a:lnTo>
                <a:moveTo>
                  <a:pt x="172" y="42"/>
                </a:moveTo>
                <a:lnTo>
                  <a:pt x="164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2"/>
                </a:lnTo>
                <a:moveTo>
                  <a:pt x="164" y="56"/>
                </a:moveTo>
                <a:lnTo>
                  <a:pt x="157" y="71"/>
                </a:lnTo>
                <a:lnTo>
                  <a:pt x="142" y="64"/>
                </a:lnTo>
                <a:lnTo>
                  <a:pt x="150" y="49"/>
                </a:lnTo>
                <a:lnTo>
                  <a:pt x="164" y="56"/>
                </a:lnTo>
                <a:moveTo>
                  <a:pt x="157" y="71"/>
                </a:moveTo>
                <a:lnTo>
                  <a:pt x="150" y="86"/>
                </a:lnTo>
                <a:lnTo>
                  <a:pt x="135" y="79"/>
                </a:lnTo>
                <a:lnTo>
                  <a:pt x="142" y="64"/>
                </a:lnTo>
                <a:lnTo>
                  <a:pt x="157" y="71"/>
                </a:lnTo>
                <a:moveTo>
                  <a:pt x="150" y="86"/>
                </a:moveTo>
                <a:lnTo>
                  <a:pt x="142" y="101"/>
                </a:lnTo>
                <a:lnTo>
                  <a:pt x="127" y="93"/>
                </a:lnTo>
                <a:lnTo>
                  <a:pt x="135" y="79"/>
                </a:lnTo>
                <a:lnTo>
                  <a:pt x="150" y="86"/>
                </a:lnTo>
                <a:moveTo>
                  <a:pt x="142" y="101"/>
                </a:moveTo>
                <a:lnTo>
                  <a:pt x="135" y="116"/>
                </a:lnTo>
                <a:lnTo>
                  <a:pt x="120" y="108"/>
                </a:lnTo>
                <a:lnTo>
                  <a:pt x="127" y="93"/>
                </a:lnTo>
                <a:lnTo>
                  <a:pt x="142" y="101"/>
                </a:lnTo>
                <a:moveTo>
                  <a:pt x="135" y="116"/>
                </a:moveTo>
                <a:lnTo>
                  <a:pt x="127" y="130"/>
                </a:lnTo>
                <a:lnTo>
                  <a:pt x="113" y="123"/>
                </a:lnTo>
                <a:lnTo>
                  <a:pt x="120" y="108"/>
                </a:lnTo>
                <a:lnTo>
                  <a:pt x="135" y="116"/>
                </a:lnTo>
                <a:moveTo>
                  <a:pt x="127" y="130"/>
                </a:moveTo>
                <a:lnTo>
                  <a:pt x="120" y="145"/>
                </a:lnTo>
                <a:lnTo>
                  <a:pt x="105" y="138"/>
                </a:lnTo>
                <a:lnTo>
                  <a:pt x="113" y="123"/>
                </a:lnTo>
                <a:lnTo>
                  <a:pt x="127" y="130"/>
                </a:lnTo>
                <a:moveTo>
                  <a:pt x="120" y="145"/>
                </a:moveTo>
                <a:lnTo>
                  <a:pt x="113" y="161"/>
                </a:lnTo>
                <a:lnTo>
                  <a:pt x="98" y="153"/>
                </a:lnTo>
                <a:lnTo>
                  <a:pt x="105" y="138"/>
                </a:lnTo>
                <a:lnTo>
                  <a:pt x="120" y="145"/>
                </a:lnTo>
                <a:moveTo>
                  <a:pt x="113" y="161"/>
                </a:moveTo>
                <a:lnTo>
                  <a:pt x="105" y="176"/>
                </a:lnTo>
                <a:lnTo>
                  <a:pt x="91" y="168"/>
                </a:lnTo>
                <a:lnTo>
                  <a:pt x="98" y="153"/>
                </a:lnTo>
                <a:lnTo>
                  <a:pt x="113" y="161"/>
                </a:lnTo>
                <a:moveTo>
                  <a:pt x="105" y="176"/>
                </a:moveTo>
                <a:lnTo>
                  <a:pt x="97" y="193"/>
                </a:lnTo>
                <a:lnTo>
                  <a:pt x="83" y="166"/>
                </a:lnTo>
                <a:lnTo>
                  <a:pt x="98" y="159"/>
                </a:lnTo>
                <a:lnTo>
                  <a:pt x="104" y="171"/>
                </a:lnTo>
                <a:lnTo>
                  <a:pt x="97" y="175"/>
                </a:lnTo>
                <a:lnTo>
                  <a:pt x="89" y="171"/>
                </a:lnTo>
                <a:lnTo>
                  <a:pt x="91" y="168"/>
                </a:lnTo>
                <a:lnTo>
                  <a:pt x="105" y="176"/>
                </a:lnTo>
                <a:moveTo>
                  <a:pt x="83" y="166"/>
                </a:moveTo>
                <a:lnTo>
                  <a:pt x="76" y="151"/>
                </a:lnTo>
                <a:lnTo>
                  <a:pt x="91" y="143"/>
                </a:lnTo>
                <a:lnTo>
                  <a:pt x="98" y="159"/>
                </a:lnTo>
                <a:lnTo>
                  <a:pt x="83" y="166"/>
                </a:lnTo>
                <a:moveTo>
                  <a:pt x="76" y="151"/>
                </a:moveTo>
                <a:lnTo>
                  <a:pt x="68" y="136"/>
                </a:lnTo>
                <a:lnTo>
                  <a:pt x="83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3" y="128"/>
                </a:lnTo>
                <a:lnTo>
                  <a:pt x="68" y="136"/>
                </a:lnTo>
                <a:moveTo>
                  <a:pt x="61" y="121"/>
                </a:moveTo>
                <a:lnTo>
                  <a:pt x="54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4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4" y="106"/>
                </a:lnTo>
                <a:moveTo>
                  <a:pt x="46" y="91"/>
                </a:moveTo>
                <a:lnTo>
                  <a:pt x="39" y="77"/>
                </a:lnTo>
                <a:lnTo>
                  <a:pt x="54" y="69"/>
                </a:lnTo>
                <a:lnTo>
                  <a:pt x="61" y="84"/>
                </a:lnTo>
                <a:lnTo>
                  <a:pt x="46" y="91"/>
                </a:lnTo>
                <a:moveTo>
                  <a:pt x="39" y="77"/>
                </a:moveTo>
                <a:lnTo>
                  <a:pt x="30" y="62"/>
                </a:lnTo>
                <a:lnTo>
                  <a:pt x="46" y="54"/>
                </a:lnTo>
                <a:lnTo>
                  <a:pt x="54" y="69"/>
                </a:lnTo>
                <a:lnTo>
                  <a:pt x="39" y="77"/>
                </a:lnTo>
                <a:moveTo>
                  <a:pt x="30" y="62"/>
                </a:moveTo>
                <a:lnTo>
                  <a:pt x="23" y="47"/>
                </a:lnTo>
                <a:lnTo>
                  <a:pt x="39" y="40"/>
                </a:lnTo>
                <a:lnTo>
                  <a:pt x="46" y="54"/>
                </a:lnTo>
                <a:lnTo>
                  <a:pt x="30" y="62"/>
                </a:lnTo>
                <a:moveTo>
                  <a:pt x="23" y="47"/>
                </a:moveTo>
                <a:lnTo>
                  <a:pt x="16" y="32"/>
                </a:lnTo>
                <a:lnTo>
                  <a:pt x="30" y="25"/>
                </a:lnTo>
                <a:lnTo>
                  <a:pt x="39" y="40"/>
                </a:lnTo>
                <a:lnTo>
                  <a:pt x="23" y="47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0" y="25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3" y="17"/>
                </a:lnTo>
                <a:lnTo>
                  <a:pt x="13" y="8"/>
                </a:lnTo>
                <a:lnTo>
                  <a:pt x="20" y="5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8" y="0"/>
                </a:lnTo>
                <a:lnTo>
                  <a:pt x="58" y="17"/>
                </a:lnTo>
                <a:lnTo>
                  <a:pt x="41" y="17"/>
                </a:lnTo>
                <a:lnTo>
                  <a:pt x="41" y="0"/>
                </a:lnTo>
                <a:moveTo>
                  <a:pt x="58" y="0"/>
                </a:moveTo>
                <a:lnTo>
                  <a:pt x="74" y="0"/>
                </a:lnTo>
                <a:lnTo>
                  <a:pt x="74" y="17"/>
                </a:lnTo>
                <a:lnTo>
                  <a:pt x="58" y="17"/>
                </a:lnTo>
                <a:lnTo>
                  <a:pt x="58" y="0"/>
                </a:lnTo>
                <a:moveTo>
                  <a:pt x="74" y="0"/>
                </a:moveTo>
                <a:lnTo>
                  <a:pt x="91" y="0"/>
                </a:lnTo>
                <a:lnTo>
                  <a:pt x="91" y="17"/>
                </a:lnTo>
                <a:lnTo>
                  <a:pt x="74" y="17"/>
                </a:lnTo>
                <a:lnTo>
                  <a:pt x="74" y="0"/>
                </a:lnTo>
                <a:moveTo>
                  <a:pt x="91" y="0"/>
                </a:moveTo>
                <a:lnTo>
                  <a:pt x="107" y="0"/>
                </a:lnTo>
                <a:lnTo>
                  <a:pt x="107" y="17"/>
                </a:lnTo>
                <a:lnTo>
                  <a:pt x="91" y="17"/>
                </a:lnTo>
                <a:lnTo>
                  <a:pt x="91" y="0"/>
                </a:lnTo>
                <a:moveTo>
                  <a:pt x="107" y="0"/>
                </a:moveTo>
                <a:lnTo>
                  <a:pt x="124" y="0"/>
                </a:lnTo>
                <a:lnTo>
                  <a:pt x="124" y="17"/>
                </a:lnTo>
                <a:lnTo>
                  <a:pt x="107" y="17"/>
                </a:lnTo>
                <a:lnTo>
                  <a:pt x="107" y="0"/>
                </a:lnTo>
                <a:moveTo>
                  <a:pt x="124" y="0"/>
                </a:moveTo>
                <a:lnTo>
                  <a:pt x="140" y="0"/>
                </a:lnTo>
                <a:lnTo>
                  <a:pt x="140" y="17"/>
                </a:lnTo>
                <a:lnTo>
                  <a:pt x="124" y="17"/>
                </a:lnTo>
                <a:lnTo>
                  <a:pt x="124" y="0"/>
                </a:lnTo>
                <a:moveTo>
                  <a:pt x="140" y="0"/>
                </a:moveTo>
                <a:lnTo>
                  <a:pt x="157" y="0"/>
                </a:lnTo>
                <a:lnTo>
                  <a:pt x="157" y="17"/>
                </a:lnTo>
                <a:lnTo>
                  <a:pt x="140" y="17"/>
                </a:lnTo>
                <a:lnTo>
                  <a:pt x="140" y="0"/>
                </a:lnTo>
                <a:moveTo>
                  <a:pt x="157" y="0"/>
                </a:moveTo>
                <a:lnTo>
                  <a:pt x="173" y="0"/>
                </a:lnTo>
                <a:lnTo>
                  <a:pt x="173" y="17"/>
                </a:lnTo>
                <a:lnTo>
                  <a:pt x="157" y="17"/>
                </a:lnTo>
                <a:lnTo>
                  <a:pt x="157" y="0"/>
                </a:lnTo>
                <a:moveTo>
                  <a:pt x="173" y="0"/>
                </a:moveTo>
                <a:lnTo>
                  <a:pt x="192" y="0"/>
                </a:lnTo>
                <a:lnTo>
                  <a:pt x="179" y="27"/>
                </a:lnTo>
                <a:lnTo>
                  <a:pt x="164" y="20"/>
                </a:lnTo>
                <a:lnTo>
                  <a:pt x="172" y="5"/>
                </a:lnTo>
                <a:lnTo>
                  <a:pt x="179" y="8"/>
                </a:lnTo>
                <a:lnTo>
                  <a:pt x="179" y="17"/>
                </a:lnTo>
                <a:lnTo>
                  <a:pt x="173" y="17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6930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0" y="0"/>
                </a:moveTo>
                <a:lnTo>
                  <a:pt x="0" y="86"/>
                </a:lnTo>
                <a:cubicBezTo>
                  <a:pt x="0" y="173"/>
                  <a:pt x="0" y="345"/>
                  <a:pt x="191" y="512"/>
                </a:cubicBezTo>
                <a:cubicBezTo>
                  <a:pt x="382" y="678"/>
                  <a:pt x="764" y="839"/>
                  <a:pt x="955" y="920"/>
                </a:cubicBezTo>
                <a:lnTo>
                  <a:pt x="1146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206640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65" y="0"/>
                </a:moveTo>
                <a:lnTo>
                  <a:pt x="185" y="142"/>
                </a:lnTo>
                <a:lnTo>
                  <a:pt x="0" y="154"/>
                </a:lnTo>
                <a:lnTo>
                  <a:pt x="65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206172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94" y="23"/>
                </a:moveTo>
                <a:lnTo>
                  <a:pt x="105" y="35"/>
                </a:lnTo>
                <a:lnTo>
                  <a:pt x="92" y="46"/>
                </a:lnTo>
                <a:lnTo>
                  <a:pt x="81" y="33"/>
                </a:lnTo>
                <a:lnTo>
                  <a:pt x="94" y="23"/>
                </a:lnTo>
                <a:moveTo>
                  <a:pt x="105" y="35"/>
                </a:moveTo>
                <a:lnTo>
                  <a:pt x="115" y="48"/>
                </a:lnTo>
                <a:lnTo>
                  <a:pt x="103" y="59"/>
                </a:lnTo>
                <a:lnTo>
                  <a:pt x="92" y="46"/>
                </a:lnTo>
                <a:lnTo>
                  <a:pt x="105" y="35"/>
                </a:lnTo>
                <a:moveTo>
                  <a:pt x="115" y="48"/>
                </a:moveTo>
                <a:lnTo>
                  <a:pt x="126" y="60"/>
                </a:lnTo>
                <a:lnTo>
                  <a:pt x="113" y="71"/>
                </a:lnTo>
                <a:lnTo>
                  <a:pt x="103" y="59"/>
                </a:lnTo>
                <a:lnTo>
                  <a:pt x="115" y="48"/>
                </a:lnTo>
                <a:moveTo>
                  <a:pt x="126" y="60"/>
                </a:moveTo>
                <a:lnTo>
                  <a:pt x="137" y="73"/>
                </a:lnTo>
                <a:lnTo>
                  <a:pt x="124" y="84"/>
                </a:lnTo>
                <a:lnTo>
                  <a:pt x="113" y="71"/>
                </a:lnTo>
                <a:lnTo>
                  <a:pt x="126" y="60"/>
                </a:lnTo>
                <a:moveTo>
                  <a:pt x="137" y="73"/>
                </a:moveTo>
                <a:lnTo>
                  <a:pt x="147" y="85"/>
                </a:lnTo>
                <a:lnTo>
                  <a:pt x="135" y="96"/>
                </a:lnTo>
                <a:lnTo>
                  <a:pt x="124" y="84"/>
                </a:lnTo>
                <a:lnTo>
                  <a:pt x="137" y="73"/>
                </a:lnTo>
                <a:moveTo>
                  <a:pt x="147" y="85"/>
                </a:moveTo>
                <a:lnTo>
                  <a:pt x="159" y="98"/>
                </a:lnTo>
                <a:lnTo>
                  <a:pt x="146" y="110"/>
                </a:lnTo>
                <a:lnTo>
                  <a:pt x="135" y="96"/>
                </a:lnTo>
                <a:lnTo>
                  <a:pt x="147" y="85"/>
                </a:lnTo>
                <a:moveTo>
                  <a:pt x="159" y="98"/>
                </a:moveTo>
                <a:lnTo>
                  <a:pt x="170" y="112"/>
                </a:lnTo>
                <a:lnTo>
                  <a:pt x="156" y="122"/>
                </a:lnTo>
                <a:lnTo>
                  <a:pt x="146" y="110"/>
                </a:lnTo>
                <a:lnTo>
                  <a:pt x="159" y="98"/>
                </a:lnTo>
                <a:moveTo>
                  <a:pt x="170" y="112"/>
                </a:moveTo>
                <a:lnTo>
                  <a:pt x="181" y="124"/>
                </a:lnTo>
                <a:lnTo>
                  <a:pt x="168" y="135"/>
                </a:lnTo>
                <a:lnTo>
                  <a:pt x="156" y="122"/>
                </a:lnTo>
                <a:lnTo>
                  <a:pt x="170" y="112"/>
                </a:lnTo>
                <a:moveTo>
                  <a:pt x="181" y="124"/>
                </a:moveTo>
                <a:lnTo>
                  <a:pt x="191" y="137"/>
                </a:lnTo>
                <a:lnTo>
                  <a:pt x="179" y="147"/>
                </a:lnTo>
                <a:lnTo>
                  <a:pt x="168" y="135"/>
                </a:lnTo>
                <a:lnTo>
                  <a:pt x="181" y="124"/>
                </a:lnTo>
                <a:moveTo>
                  <a:pt x="191" y="137"/>
                </a:moveTo>
                <a:lnTo>
                  <a:pt x="202" y="149"/>
                </a:lnTo>
                <a:lnTo>
                  <a:pt x="190" y="160"/>
                </a:lnTo>
                <a:lnTo>
                  <a:pt x="179" y="147"/>
                </a:lnTo>
                <a:lnTo>
                  <a:pt x="191" y="137"/>
                </a:lnTo>
                <a:moveTo>
                  <a:pt x="202" y="149"/>
                </a:moveTo>
                <a:lnTo>
                  <a:pt x="215" y="164"/>
                </a:lnTo>
                <a:lnTo>
                  <a:pt x="185" y="166"/>
                </a:lnTo>
                <a:lnTo>
                  <a:pt x="184" y="149"/>
                </a:lnTo>
                <a:lnTo>
                  <a:pt x="197" y="149"/>
                </a:lnTo>
                <a:lnTo>
                  <a:pt x="198" y="157"/>
                </a:lnTo>
                <a:lnTo>
                  <a:pt x="191" y="162"/>
                </a:lnTo>
                <a:lnTo>
                  <a:pt x="190" y="160"/>
                </a:lnTo>
                <a:lnTo>
                  <a:pt x="202" y="149"/>
                </a:lnTo>
                <a:moveTo>
                  <a:pt x="185" y="166"/>
                </a:moveTo>
                <a:lnTo>
                  <a:pt x="168" y="167"/>
                </a:lnTo>
                <a:lnTo>
                  <a:pt x="167" y="150"/>
                </a:lnTo>
                <a:lnTo>
                  <a:pt x="184" y="149"/>
                </a:lnTo>
                <a:lnTo>
                  <a:pt x="185" y="166"/>
                </a:lnTo>
                <a:moveTo>
                  <a:pt x="168" y="167"/>
                </a:moveTo>
                <a:lnTo>
                  <a:pt x="151" y="168"/>
                </a:lnTo>
                <a:lnTo>
                  <a:pt x="150" y="152"/>
                </a:lnTo>
                <a:lnTo>
                  <a:pt x="167" y="150"/>
                </a:lnTo>
                <a:lnTo>
                  <a:pt x="168" y="167"/>
                </a:lnTo>
                <a:moveTo>
                  <a:pt x="151" y="168"/>
                </a:moveTo>
                <a:lnTo>
                  <a:pt x="134" y="169"/>
                </a:lnTo>
                <a:lnTo>
                  <a:pt x="133" y="153"/>
                </a:lnTo>
                <a:lnTo>
                  <a:pt x="150" y="152"/>
                </a:lnTo>
                <a:lnTo>
                  <a:pt x="151" y="168"/>
                </a:lnTo>
                <a:moveTo>
                  <a:pt x="134" y="169"/>
                </a:moveTo>
                <a:lnTo>
                  <a:pt x="118" y="170"/>
                </a:lnTo>
                <a:lnTo>
                  <a:pt x="117" y="154"/>
                </a:lnTo>
                <a:lnTo>
                  <a:pt x="133" y="153"/>
                </a:lnTo>
                <a:lnTo>
                  <a:pt x="134" y="169"/>
                </a:lnTo>
                <a:moveTo>
                  <a:pt x="118" y="170"/>
                </a:moveTo>
                <a:lnTo>
                  <a:pt x="101" y="171"/>
                </a:lnTo>
                <a:lnTo>
                  <a:pt x="100" y="155"/>
                </a:lnTo>
                <a:lnTo>
                  <a:pt x="117" y="154"/>
                </a:lnTo>
                <a:lnTo>
                  <a:pt x="118" y="170"/>
                </a:lnTo>
                <a:moveTo>
                  <a:pt x="101" y="171"/>
                </a:moveTo>
                <a:lnTo>
                  <a:pt x="85" y="172"/>
                </a:lnTo>
                <a:lnTo>
                  <a:pt x="84" y="156"/>
                </a:lnTo>
                <a:lnTo>
                  <a:pt x="100" y="155"/>
                </a:lnTo>
                <a:lnTo>
                  <a:pt x="101" y="171"/>
                </a:lnTo>
                <a:moveTo>
                  <a:pt x="85" y="172"/>
                </a:moveTo>
                <a:lnTo>
                  <a:pt x="68" y="173"/>
                </a:lnTo>
                <a:lnTo>
                  <a:pt x="67" y="157"/>
                </a:lnTo>
                <a:lnTo>
                  <a:pt x="84" y="156"/>
                </a:lnTo>
                <a:lnTo>
                  <a:pt x="85" y="172"/>
                </a:lnTo>
                <a:moveTo>
                  <a:pt x="68" y="173"/>
                </a:moveTo>
                <a:lnTo>
                  <a:pt x="52" y="174"/>
                </a:lnTo>
                <a:lnTo>
                  <a:pt x="51" y="158"/>
                </a:lnTo>
                <a:lnTo>
                  <a:pt x="67" y="157"/>
                </a:lnTo>
                <a:lnTo>
                  <a:pt x="68" y="173"/>
                </a:lnTo>
                <a:moveTo>
                  <a:pt x="52" y="174"/>
                </a:moveTo>
                <a:lnTo>
                  <a:pt x="36" y="175"/>
                </a:lnTo>
                <a:lnTo>
                  <a:pt x="34" y="159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60"/>
                </a:lnTo>
                <a:lnTo>
                  <a:pt x="34" y="159"/>
                </a:lnTo>
                <a:lnTo>
                  <a:pt x="36" y="175"/>
                </a:lnTo>
                <a:moveTo>
                  <a:pt x="19" y="176"/>
                </a:moveTo>
                <a:lnTo>
                  <a:pt x="0" y="178"/>
                </a:lnTo>
                <a:lnTo>
                  <a:pt x="9" y="156"/>
                </a:lnTo>
                <a:lnTo>
                  <a:pt x="24" y="162"/>
                </a:lnTo>
                <a:lnTo>
                  <a:pt x="20" y="172"/>
                </a:lnTo>
                <a:lnTo>
                  <a:pt x="13" y="169"/>
                </a:lnTo>
                <a:lnTo>
                  <a:pt x="12" y="160"/>
                </a:lnTo>
                <a:lnTo>
                  <a:pt x="18" y="160"/>
                </a:lnTo>
                <a:lnTo>
                  <a:pt x="19" y="176"/>
                </a:lnTo>
                <a:moveTo>
                  <a:pt x="9" y="156"/>
                </a:moveTo>
                <a:lnTo>
                  <a:pt x="15" y="140"/>
                </a:lnTo>
                <a:lnTo>
                  <a:pt x="31" y="147"/>
                </a:lnTo>
                <a:lnTo>
                  <a:pt x="24" y="162"/>
                </a:lnTo>
                <a:lnTo>
                  <a:pt x="9" y="156"/>
                </a:lnTo>
                <a:moveTo>
                  <a:pt x="15" y="140"/>
                </a:moveTo>
                <a:lnTo>
                  <a:pt x="22" y="125"/>
                </a:lnTo>
                <a:lnTo>
                  <a:pt x="37" y="132"/>
                </a:lnTo>
                <a:lnTo>
                  <a:pt x="31" y="147"/>
                </a:lnTo>
                <a:lnTo>
                  <a:pt x="15" y="140"/>
                </a:lnTo>
                <a:moveTo>
                  <a:pt x="22" y="125"/>
                </a:moveTo>
                <a:lnTo>
                  <a:pt x="28" y="110"/>
                </a:lnTo>
                <a:lnTo>
                  <a:pt x="44" y="116"/>
                </a:lnTo>
                <a:lnTo>
                  <a:pt x="37" y="132"/>
                </a:lnTo>
                <a:lnTo>
                  <a:pt x="22" y="125"/>
                </a:lnTo>
                <a:moveTo>
                  <a:pt x="28" y="110"/>
                </a:moveTo>
                <a:lnTo>
                  <a:pt x="35" y="94"/>
                </a:lnTo>
                <a:lnTo>
                  <a:pt x="50" y="100"/>
                </a:lnTo>
                <a:lnTo>
                  <a:pt x="44" y="116"/>
                </a:lnTo>
                <a:lnTo>
                  <a:pt x="28" y="110"/>
                </a:lnTo>
                <a:moveTo>
                  <a:pt x="35" y="94"/>
                </a:moveTo>
                <a:lnTo>
                  <a:pt x="41" y="79"/>
                </a:lnTo>
                <a:lnTo>
                  <a:pt x="56" y="85"/>
                </a:lnTo>
                <a:lnTo>
                  <a:pt x="50" y="100"/>
                </a:lnTo>
                <a:lnTo>
                  <a:pt x="35" y="94"/>
                </a:lnTo>
                <a:moveTo>
                  <a:pt x="41" y="79"/>
                </a:moveTo>
                <a:lnTo>
                  <a:pt x="48" y="63"/>
                </a:lnTo>
                <a:lnTo>
                  <a:pt x="63" y="70"/>
                </a:lnTo>
                <a:lnTo>
                  <a:pt x="56" y="85"/>
                </a:lnTo>
                <a:lnTo>
                  <a:pt x="41" y="79"/>
                </a:lnTo>
                <a:moveTo>
                  <a:pt x="48" y="63"/>
                </a:moveTo>
                <a:lnTo>
                  <a:pt x="54" y="48"/>
                </a:lnTo>
                <a:lnTo>
                  <a:pt x="69" y="55"/>
                </a:lnTo>
                <a:lnTo>
                  <a:pt x="63" y="70"/>
                </a:lnTo>
                <a:lnTo>
                  <a:pt x="48" y="63"/>
                </a:lnTo>
                <a:moveTo>
                  <a:pt x="54" y="48"/>
                </a:moveTo>
                <a:lnTo>
                  <a:pt x="60" y="33"/>
                </a:lnTo>
                <a:lnTo>
                  <a:pt x="76" y="39"/>
                </a:lnTo>
                <a:lnTo>
                  <a:pt x="69" y="55"/>
                </a:lnTo>
                <a:lnTo>
                  <a:pt x="54" y="48"/>
                </a:lnTo>
                <a:moveTo>
                  <a:pt x="60" y="33"/>
                </a:moveTo>
                <a:lnTo>
                  <a:pt x="67" y="18"/>
                </a:lnTo>
                <a:lnTo>
                  <a:pt x="82" y="24"/>
                </a:lnTo>
                <a:lnTo>
                  <a:pt x="76" y="39"/>
                </a:lnTo>
                <a:lnTo>
                  <a:pt x="60" y="33"/>
                </a:lnTo>
                <a:moveTo>
                  <a:pt x="67" y="18"/>
                </a:moveTo>
                <a:lnTo>
                  <a:pt x="74" y="0"/>
                </a:lnTo>
                <a:lnTo>
                  <a:pt x="94" y="23"/>
                </a:lnTo>
                <a:lnTo>
                  <a:pt x="81" y="33"/>
                </a:lnTo>
                <a:lnTo>
                  <a:pt x="71" y="21"/>
                </a:lnTo>
                <a:lnTo>
                  <a:pt x="77" y="15"/>
                </a:lnTo>
                <a:lnTo>
                  <a:pt x="84" y="19"/>
                </a:lnTo>
                <a:lnTo>
                  <a:pt x="82" y="24"/>
                </a:lnTo>
                <a:lnTo>
                  <a:pt x="67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30826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1146" y="0"/>
                </a:moveTo>
                <a:lnTo>
                  <a:pt x="1146" y="86"/>
                </a:lnTo>
                <a:cubicBezTo>
                  <a:pt x="1146" y="173"/>
                  <a:pt x="1146" y="345"/>
                  <a:pt x="955" y="512"/>
                </a:cubicBezTo>
                <a:cubicBezTo>
                  <a:pt x="764" y="678"/>
                  <a:pt x="383" y="839"/>
                  <a:pt x="192" y="920"/>
                </a:cubicBezTo>
                <a:lnTo>
                  <a:pt x="0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305532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185" y="154"/>
                </a:moveTo>
                <a:lnTo>
                  <a:pt x="0" y="142"/>
                </a:lnTo>
                <a:lnTo>
                  <a:pt x="121" y="0"/>
                </a:lnTo>
                <a:lnTo>
                  <a:pt x="185" y="15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304920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184" y="176"/>
                </a:moveTo>
                <a:lnTo>
                  <a:pt x="168" y="175"/>
                </a:lnTo>
                <a:lnTo>
                  <a:pt x="169" y="158"/>
                </a:lnTo>
                <a:lnTo>
                  <a:pt x="185" y="159"/>
                </a:lnTo>
                <a:lnTo>
                  <a:pt x="184" y="176"/>
                </a:lnTo>
                <a:moveTo>
                  <a:pt x="168" y="175"/>
                </a:moveTo>
                <a:lnTo>
                  <a:pt x="151" y="174"/>
                </a:lnTo>
                <a:lnTo>
                  <a:pt x="152" y="157"/>
                </a:lnTo>
                <a:lnTo>
                  <a:pt x="169" y="158"/>
                </a:lnTo>
                <a:lnTo>
                  <a:pt x="168" y="175"/>
                </a:lnTo>
                <a:moveTo>
                  <a:pt x="151" y="174"/>
                </a:moveTo>
                <a:lnTo>
                  <a:pt x="135" y="173"/>
                </a:lnTo>
                <a:lnTo>
                  <a:pt x="136" y="156"/>
                </a:lnTo>
                <a:lnTo>
                  <a:pt x="152" y="157"/>
                </a:lnTo>
                <a:lnTo>
                  <a:pt x="151" y="174"/>
                </a:lnTo>
                <a:moveTo>
                  <a:pt x="135" y="173"/>
                </a:moveTo>
                <a:lnTo>
                  <a:pt x="118" y="172"/>
                </a:lnTo>
                <a:lnTo>
                  <a:pt x="119" y="155"/>
                </a:lnTo>
                <a:lnTo>
                  <a:pt x="136" y="156"/>
                </a:lnTo>
                <a:lnTo>
                  <a:pt x="135" y="173"/>
                </a:lnTo>
                <a:moveTo>
                  <a:pt x="118" y="172"/>
                </a:moveTo>
                <a:lnTo>
                  <a:pt x="102" y="170"/>
                </a:lnTo>
                <a:lnTo>
                  <a:pt x="103" y="154"/>
                </a:lnTo>
                <a:lnTo>
                  <a:pt x="119" y="155"/>
                </a:lnTo>
                <a:lnTo>
                  <a:pt x="118" y="172"/>
                </a:lnTo>
                <a:moveTo>
                  <a:pt x="102" y="170"/>
                </a:moveTo>
                <a:lnTo>
                  <a:pt x="85" y="169"/>
                </a:lnTo>
                <a:lnTo>
                  <a:pt x="86" y="153"/>
                </a:lnTo>
                <a:lnTo>
                  <a:pt x="103" y="154"/>
                </a:lnTo>
                <a:lnTo>
                  <a:pt x="102" y="170"/>
                </a:lnTo>
                <a:moveTo>
                  <a:pt x="85" y="169"/>
                </a:moveTo>
                <a:lnTo>
                  <a:pt x="69" y="168"/>
                </a:lnTo>
                <a:lnTo>
                  <a:pt x="70" y="152"/>
                </a:lnTo>
                <a:lnTo>
                  <a:pt x="86" y="153"/>
                </a:lnTo>
                <a:lnTo>
                  <a:pt x="85" y="169"/>
                </a:lnTo>
                <a:moveTo>
                  <a:pt x="69" y="168"/>
                </a:moveTo>
                <a:lnTo>
                  <a:pt x="52" y="167"/>
                </a:lnTo>
                <a:lnTo>
                  <a:pt x="53" y="151"/>
                </a:lnTo>
                <a:lnTo>
                  <a:pt x="70" y="152"/>
                </a:lnTo>
                <a:lnTo>
                  <a:pt x="69" y="168"/>
                </a:lnTo>
                <a:moveTo>
                  <a:pt x="52" y="167"/>
                </a:moveTo>
                <a:lnTo>
                  <a:pt x="36" y="166"/>
                </a:lnTo>
                <a:lnTo>
                  <a:pt x="37" y="150"/>
                </a:lnTo>
                <a:lnTo>
                  <a:pt x="53" y="151"/>
                </a:lnTo>
                <a:lnTo>
                  <a:pt x="52" y="167"/>
                </a:lnTo>
                <a:moveTo>
                  <a:pt x="36" y="166"/>
                </a:moveTo>
                <a:lnTo>
                  <a:pt x="19" y="165"/>
                </a:lnTo>
                <a:lnTo>
                  <a:pt x="20" y="149"/>
                </a:lnTo>
                <a:lnTo>
                  <a:pt x="37" y="150"/>
                </a:lnTo>
                <a:lnTo>
                  <a:pt x="36" y="166"/>
                </a:lnTo>
                <a:moveTo>
                  <a:pt x="19" y="165"/>
                </a:moveTo>
                <a:lnTo>
                  <a:pt x="0" y="164"/>
                </a:lnTo>
                <a:lnTo>
                  <a:pt x="19" y="141"/>
                </a:lnTo>
                <a:lnTo>
                  <a:pt x="32" y="152"/>
                </a:lnTo>
                <a:lnTo>
                  <a:pt x="23" y="162"/>
                </a:lnTo>
                <a:lnTo>
                  <a:pt x="17" y="157"/>
                </a:lnTo>
                <a:lnTo>
                  <a:pt x="18" y="149"/>
                </a:lnTo>
                <a:lnTo>
                  <a:pt x="20" y="149"/>
                </a:lnTo>
                <a:lnTo>
                  <a:pt x="19" y="165"/>
                </a:lnTo>
                <a:moveTo>
                  <a:pt x="19" y="141"/>
                </a:moveTo>
                <a:lnTo>
                  <a:pt x="30" y="129"/>
                </a:lnTo>
                <a:lnTo>
                  <a:pt x="43" y="139"/>
                </a:lnTo>
                <a:lnTo>
                  <a:pt x="32" y="152"/>
                </a:lnTo>
                <a:lnTo>
                  <a:pt x="19" y="141"/>
                </a:lnTo>
                <a:moveTo>
                  <a:pt x="30" y="129"/>
                </a:moveTo>
                <a:lnTo>
                  <a:pt x="41" y="116"/>
                </a:lnTo>
                <a:lnTo>
                  <a:pt x="54" y="127"/>
                </a:lnTo>
                <a:lnTo>
                  <a:pt x="43" y="139"/>
                </a:lnTo>
                <a:lnTo>
                  <a:pt x="30" y="129"/>
                </a:lnTo>
                <a:moveTo>
                  <a:pt x="41" y="116"/>
                </a:moveTo>
                <a:lnTo>
                  <a:pt x="52" y="103"/>
                </a:lnTo>
                <a:lnTo>
                  <a:pt x="64" y="114"/>
                </a:lnTo>
                <a:lnTo>
                  <a:pt x="54" y="127"/>
                </a:lnTo>
                <a:lnTo>
                  <a:pt x="41" y="116"/>
                </a:lnTo>
                <a:moveTo>
                  <a:pt x="52" y="103"/>
                </a:moveTo>
                <a:lnTo>
                  <a:pt x="62" y="90"/>
                </a:lnTo>
                <a:lnTo>
                  <a:pt x="75" y="101"/>
                </a:lnTo>
                <a:lnTo>
                  <a:pt x="64" y="114"/>
                </a:lnTo>
                <a:lnTo>
                  <a:pt x="52" y="103"/>
                </a:lnTo>
                <a:moveTo>
                  <a:pt x="62" y="90"/>
                </a:moveTo>
                <a:lnTo>
                  <a:pt x="73" y="77"/>
                </a:lnTo>
                <a:lnTo>
                  <a:pt x="86" y="88"/>
                </a:lnTo>
                <a:lnTo>
                  <a:pt x="75" y="101"/>
                </a:lnTo>
                <a:lnTo>
                  <a:pt x="62" y="90"/>
                </a:lnTo>
                <a:moveTo>
                  <a:pt x="73" y="77"/>
                </a:moveTo>
                <a:lnTo>
                  <a:pt x="84" y="65"/>
                </a:lnTo>
                <a:lnTo>
                  <a:pt x="96" y="76"/>
                </a:lnTo>
                <a:lnTo>
                  <a:pt x="86" y="88"/>
                </a:lnTo>
                <a:lnTo>
                  <a:pt x="73" y="77"/>
                </a:lnTo>
                <a:moveTo>
                  <a:pt x="84" y="65"/>
                </a:moveTo>
                <a:lnTo>
                  <a:pt x="95" y="52"/>
                </a:lnTo>
                <a:lnTo>
                  <a:pt x="107" y="63"/>
                </a:lnTo>
                <a:lnTo>
                  <a:pt x="96" y="76"/>
                </a:lnTo>
                <a:lnTo>
                  <a:pt x="84" y="65"/>
                </a:lnTo>
                <a:moveTo>
                  <a:pt x="95" y="52"/>
                </a:moveTo>
                <a:lnTo>
                  <a:pt x="105" y="40"/>
                </a:lnTo>
                <a:lnTo>
                  <a:pt x="118" y="50"/>
                </a:lnTo>
                <a:lnTo>
                  <a:pt x="107" y="63"/>
                </a:lnTo>
                <a:lnTo>
                  <a:pt x="95" y="52"/>
                </a:lnTo>
                <a:moveTo>
                  <a:pt x="105" y="40"/>
                </a:moveTo>
                <a:lnTo>
                  <a:pt x="116" y="27"/>
                </a:lnTo>
                <a:lnTo>
                  <a:pt x="129" y="38"/>
                </a:lnTo>
                <a:lnTo>
                  <a:pt x="118" y="50"/>
                </a:lnTo>
                <a:lnTo>
                  <a:pt x="105" y="40"/>
                </a:lnTo>
                <a:moveTo>
                  <a:pt x="116" y="27"/>
                </a:moveTo>
                <a:lnTo>
                  <a:pt x="127" y="15"/>
                </a:lnTo>
                <a:lnTo>
                  <a:pt x="139" y="25"/>
                </a:lnTo>
                <a:lnTo>
                  <a:pt x="129" y="38"/>
                </a:lnTo>
                <a:lnTo>
                  <a:pt x="116" y="27"/>
                </a:lnTo>
                <a:moveTo>
                  <a:pt x="127" y="15"/>
                </a:moveTo>
                <a:lnTo>
                  <a:pt x="139" y="0"/>
                </a:lnTo>
                <a:lnTo>
                  <a:pt x="149" y="22"/>
                </a:lnTo>
                <a:lnTo>
                  <a:pt x="133" y="28"/>
                </a:lnTo>
                <a:lnTo>
                  <a:pt x="129" y="19"/>
                </a:lnTo>
                <a:lnTo>
                  <a:pt x="137" y="15"/>
                </a:lnTo>
                <a:lnTo>
                  <a:pt x="143" y="21"/>
                </a:lnTo>
                <a:lnTo>
                  <a:pt x="139" y="25"/>
                </a:lnTo>
                <a:lnTo>
                  <a:pt x="127" y="15"/>
                </a:lnTo>
                <a:moveTo>
                  <a:pt x="149" y="22"/>
                </a:moveTo>
                <a:lnTo>
                  <a:pt x="155" y="37"/>
                </a:lnTo>
                <a:lnTo>
                  <a:pt x="140" y="44"/>
                </a:lnTo>
                <a:lnTo>
                  <a:pt x="133" y="28"/>
                </a:lnTo>
                <a:lnTo>
                  <a:pt x="149" y="22"/>
                </a:lnTo>
                <a:moveTo>
                  <a:pt x="155" y="37"/>
                </a:moveTo>
                <a:lnTo>
                  <a:pt x="161" y="52"/>
                </a:lnTo>
                <a:lnTo>
                  <a:pt x="146" y="59"/>
                </a:lnTo>
                <a:lnTo>
                  <a:pt x="140" y="44"/>
                </a:lnTo>
                <a:lnTo>
                  <a:pt x="155" y="37"/>
                </a:lnTo>
                <a:moveTo>
                  <a:pt x="161" y="52"/>
                </a:moveTo>
                <a:lnTo>
                  <a:pt x="168" y="68"/>
                </a:lnTo>
                <a:lnTo>
                  <a:pt x="153" y="74"/>
                </a:lnTo>
                <a:lnTo>
                  <a:pt x="146" y="59"/>
                </a:lnTo>
                <a:lnTo>
                  <a:pt x="161" y="52"/>
                </a:lnTo>
                <a:moveTo>
                  <a:pt x="168" y="68"/>
                </a:moveTo>
                <a:lnTo>
                  <a:pt x="174" y="83"/>
                </a:lnTo>
                <a:lnTo>
                  <a:pt x="159" y="89"/>
                </a:lnTo>
                <a:lnTo>
                  <a:pt x="153" y="74"/>
                </a:lnTo>
                <a:lnTo>
                  <a:pt x="168" y="68"/>
                </a:lnTo>
                <a:moveTo>
                  <a:pt x="174" y="83"/>
                </a:moveTo>
                <a:lnTo>
                  <a:pt x="181" y="98"/>
                </a:lnTo>
                <a:lnTo>
                  <a:pt x="166" y="105"/>
                </a:lnTo>
                <a:lnTo>
                  <a:pt x="159" y="89"/>
                </a:lnTo>
                <a:lnTo>
                  <a:pt x="174" y="83"/>
                </a:lnTo>
                <a:moveTo>
                  <a:pt x="181" y="98"/>
                </a:moveTo>
                <a:lnTo>
                  <a:pt x="187" y="114"/>
                </a:lnTo>
                <a:lnTo>
                  <a:pt x="172" y="121"/>
                </a:lnTo>
                <a:lnTo>
                  <a:pt x="166" y="105"/>
                </a:lnTo>
                <a:lnTo>
                  <a:pt x="181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8" y="136"/>
                </a:lnTo>
                <a:lnTo>
                  <a:pt x="172" y="121"/>
                </a:lnTo>
                <a:lnTo>
                  <a:pt x="187" y="114"/>
                </a:lnTo>
                <a:moveTo>
                  <a:pt x="194" y="129"/>
                </a:moveTo>
                <a:lnTo>
                  <a:pt x="201" y="145"/>
                </a:lnTo>
                <a:lnTo>
                  <a:pt x="185" y="151"/>
                </a:lnTo>
                <a:lnTo>
                  <a:pt x="178" y="136"/>
                </a:lnTo>
                <a:lnTo>
                  <a:pt x="194" y="129"/>
                </a:lnTo>
                <a:moveTo>
                  <a:pt x="201" y="145"/>
                </a:moveTo>
                <a:lnTo>
                  <a:pt x="207" y="160"/>
                </a:lnTo>
                <a:lnTo>
                  <a:pt x="191" y="166"/>
                </a:lnTo>
                <a:lnTo>
                  <a:pt x="185" y="151"/>
                </a:lnTo>
                <a:lnTo>
                  <a:pt x="201" y="145"/>
                </a:lnTo>
                <a:moveTo>
                  <a:pt x="207" y="160"/>
                </a:moveTo>
                <a:lnTo>
                  <a:pt x="215" y="178"/>
                </a:lnTo>
                <a:lnTo>
                  <a:pt x="184" y="176"/>
                </a:lnTo>
                <a:lnTo>
                  <a:pt x="185" y="159"/>
                </a:lnTo>
                <a:lnTo>
                  <a:pt x="203" y="160"/>
                </a:lnTo>
                <a:lnTo>
                  <a:pt x="202" y="169"/>
                </a:lnTo>
                <a:lnTo>
                  <a:pt x="194" y="172"/>
                </a:lnTo>
                <a:lnTo>
                  <a:pt x="191" y="166"/>
                </a:lnTo>
                <a:lnTo>
                  <a:pt x="207" y="16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457200" y="7275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2163240" y="1186560"/>
            <a:ext cx="953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292040" y="1947960"/>
            <a:ext cx="9867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000960" y="19479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140920" y="27093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1225440" y="3471120"/>
            <a:ext cx="102780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2978640" y="3471120"/>
            <a:ext cx="11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94" name="" descr=""/>
          <p:cNvPicPr/>
          <p:nvPr/>
        </p:nvPicPr>
        <p:blipFill>
          <a:blip r:embed="rId2"/>
          <a:stretch/>
        </p:blipFill>
        <p:spPr>
          <a:xfrm>
            <a:off x="2000160" y="46004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95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2252520" y="4232520"/>
            <a:ext cx="732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2752560" y="495432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8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1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1022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88600" y="3997800"/>
            <a:ext cx="266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berichtstromen · endpoints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88600" y="4245480"/>
            <a:ext cx="148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· schema's · afsprakenset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