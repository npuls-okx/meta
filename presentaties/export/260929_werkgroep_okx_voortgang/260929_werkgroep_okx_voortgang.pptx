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jpeg" ContentType="image/jpeg"/>
  <Override PartName="/ppt/media/image5.png" ContentType="image/png"/>
  <Override PartName="/ppt/media/image6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jpe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560680" y="2028240"/>
            <a:ext cx="4932360" cy="5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80" spc="-1" strike="noStrike">
                <a:solidFill>
                  <a:srgbClr val="1a1a2e"/>
                </a:solidFill>
                <a:latin typeface="Arial"/>
                <a:ea typeface="Arial"/>
              </a:rPr>
              <a:t>Kerngroep techniek</a:t>
            </a:r>
            <a:endParaRPr b="0" lang="en-US" sz="3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295800" y="2656800"/>
            <a:ext cx="30988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Voortgang juni tot september 2026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3986280" y="3037320"/>
            <a:ext cx="1541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OKx · werkgroep OKx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 txBox="1"/>
          <p:nvPr/>
        </p:nvSpPr>
        <p:spPr>
          <a:xfrm>
            <a:off x="439920" y="443880"/>
            <a:ext cx="60206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Route naar eindproduct scherp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618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8" y="5"/>
                </a:cubicBezTo>
                <a:cubicBezTo>
                  <a:pt x="3718" y="8"/>
                  <a:pt x="3737" y="13"/>
                  <a:pt x="3755" y="20"/>
                </a:cubicBezTo>
                <a:cubicBezTo>
                  <a:pt x="3774" y="27"/>
                  <a:pt x="3791" y="35"/>
                  <a:pt x="3808" y="44"/>
                </a:cubicBezTo>
                <a:cubicBezTo>
                  <a:pt x="3824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2" y="147"/>
                  <a:pt x="3920" y="163"/>
                </a:cubicBezTo>
                <a:cubicBezTo>
                  <a:pt x="3928" y="179"/>
                  <a:pt x="3933" y="196"/>
                  <a:pt x="3937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7" y="2785"/>
                </a:cubicBezTo>
                <a:cubicBezTo>
                  <a:pt x="3933" y="2805"/>
                  <a:pt x="3928" y="2824"/>
                  <a:pt x="3920" y="2842"/>
                </a:cubicBezTo>
                <a:cubicBezTo>
                  <a:pt x="3912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4" y="2968"/>
                  <a:pt x="3808" y="2979"/>
                </a:cubicBezTo>
                <a:cubicBezTo>
                  <a:pt x="3791" y="2990"/>
                  <a:pt x="3774" y="2999"/>
                  <a:pt x="3755" y="3007"/>
                </a:cubicBezTo>
                <a:cubicBezTo>
                  <a:pt x="3737" y="3015"/>
                  <a:pt x="3718" y="3020"/>
                  <a:pt x="3698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9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1055160" y="1636200"/>
            <a:ext cx="240480" cy="240480"/>
          </a:xfrm>
          <a:custGeom>
            <a:avLst/>
            <a:gdLst/>
            <a:ahLst/>
            <a:rect l="0" t="0" r="r" b="b"/>
            <a:pathLst>
              <a:path w="668" h="668">
                <a:moveTo>
                  <a:pt x="668" y="668"/>
                </a:moveTo>
                <a:lnTo>
                  <a:pt x="620" y="668"/>
                </a:lnTo>
                <a:lnTo>
                  <a:pt x="620" y="549"/>
                </a:lnTo>
                <a:cubicBezTo>
                  <a:pt x="620" y="533"/>
                  <a:pt x="617" y="518"/>
                  <a:pt x="611" y="503"/>
                </a:cubicBezTo>
                <a:cubicBezTo>
                  <a:pt x="605" y="489"/>
                  <a:pt x="596" y="476"/>
                  <a:pt x="585" y="465"/>
                </a:cubicBezTo>
                <a:cubicBezTo>
                  <a:pt x="574" y="453"/>
                  <a:pt x="561" y="444"/>
                  <a:pt x="547" y="438"/>
                </a:cubicBezTo>
                <a:cubicBezTo>
                  <a:pt x="532" y="432"/>
                  <a:pt x="517" y="429"/>
                  <a:pt x="501" y="429"/>
                </a:cubicBezTo>
                <a:lnTo>
                  <a:pt x="501" y="381"/>
                </a:lnTo>
                <a:cubicBezTo>
                  <a:pt x="512" y="381"/>
                  <a:pt x="523" y="382"/>
                  <a:pt x="534" y="384"/>
                </a:cubicBezTo>
                <a:cubicBezTo>
                  <a:pt x="544" y="386"/>
                  <a:pt x="555" y="390"/>
                  <a:pt x="565" y="394"/>
                </a:cubicBezTo>
                <a:cubicBezTo>
                  <a:pt x="575" y="398"/>
                  <a:pt x="585" y="403"/>
                  <a:pt x="594" y="409"/>
                </a:cubicBezTo>
                <a:cubicBezTo>
                  <a:pt x="603" y="415"/>
                  <a:pt x="611" y="422"/>
                  <a:pt x="619" y="430"/>
                </a:cubicBezTo>
                <a:cubicBezTo>
                  <a:pt x="627" y="438"/>
                  <a:pt x="634" y="446"/>
                  <a:pt x="640" y="456"/>
                </a:cubicBezTo>
                <a:cubicBezTo>
                  <a:pt x="646" y="465"/>
                  <a:pt x="651" y="475"/>
                  <a:pt x="655" y="485"/>
                </a:cubicBezTo>
                <a:cubicBezTo>
                  <a:pt x="659" y="495"/>
                  <a:pt x="662" y="505"/>
                  <a:pt x="665" y="516"/>
                </a:cubicBezTo>
                <a:cubicBezTo>
                  <a:pt x="667" y="527"/>
                  <a:pt x="668" y="538"/>
                  <a:pt x="668" y="549"/>
                </a:cubicBezTo>
                <a:lnTo>
                  <a:pt x="668" y="668"/>
                </a:lnTo>
                <a:moveTo>
                  <a:pt x="477" y="668"/>
                </a:moveTo>
                <a:lnTo>
                  <a:pt x="430" y="668"/>
                </a:lnTo>
                <a:lnTo>
                  <a:pt x="430" y="549"/>
                </a:lnTo>
                <a:cubicBezTo>
                  <a:pt x="430" y="533"/>
                  <a:pt x="427" y="518"/>
                  <a:pt x="421" y="503"/>
                </a:cubicBezTo>
                <a:cubicBezTo>
                  <a:pt x="415" y="489"/>
                  <a:pt x="406" y="476"/>
                  <a:pt x="395" y="465"/>
                </a:cubicBezTo>
                <a:cubicBezTo>
                  <a:pt x="384" y="453"/>
                  <a:pt x="371" y="444"/>
                  <a:pt x="356" y="438"/>
                </a:cubicBezTo>
                <a:cubicBezTo>
                  <a:pt x="342" y="432"/>
                  <a:pt x="326" y="429"/>
                  <a:pt x="311" y="429"/>
                </a:cubicBezTo>
                <a:lnTo>
                  <a:pt x="168" y="429"/>
                </a:lnTo>
                <a:cubicBezTo>
                  <a:pt x="152" y="429"/>
                  <a:pt x="137" y="432"/>
                  <a:pt x="122" y="438"/>
                </a:cubicBezTo>
                <a:cubicBezTo>
                  <a:pt x="108" y="444"/>
                  <a:pt x="95" y="453"/>
                  <a:pt x="84" y="465"/>
                </a:cubicBezTo>
                <a:cubicBezTo>
                  <a:pt x="72" y="476"/>
                  <a:pt x="63" y="489"/>
                  <a:pt x="57" y="503"/>
                </a:cubicBezTo>
                <a:cubicBezTo>
                  <a:pt x="51" y="518"/>
                  <a:pt x="48" y="533"/>
                  <a:pt x="48" y="549"/>
                </a:cubicBezTo>
                <a:lnTo>
                  <a:pt x="48" y="668"/>
                </a:lnTo>
                <a:lnTo>
                  <a:pt x="0" y="668"/>
                </a:lnTo>
                <a:lnTo>
                  <a:pt x="0" y="549"/>
                </a:lnTo>
                <a:cubicBezTo>
                  <a:pt x="0" y="538"/>
                  <a:pt x="1" y="527"/>
                  <a:pt x="3" y="516"/>
                </a:cubicBezTo>
                <a:cubicBezTo>
                  <a:pt x="5" y="505"/>
                  <a:pt x="9" y="495"/>
                  <a:pt x="13" y="485"/>
                </a:cubicBezTo>
                <a:cubicBezTo>
                  <a:pt x="17" y="475"/>
                  <a:pt x="22" y="465"/>
                  <a:pt x="28" y="456"/>
                </a:cubicBezTo>
                <a:cubicBezTo>
                  <a:pt x="34" y="446"/>
                  <a:pt x="41" y="438"/>
                  <a:pt x="49" y="430"/>
                </a:cubicBezTo>
                <a:cubicBezTo>
                  <a:pt x="57" y="422"/>
                  <a:pt x="65" y="415"/>
                  <a:pt x="75" y="409"/>
                </a:cubicBezTo>
                <a:cubicBezTo>
                  <a:pt x="84" y="403"/>
                  <a:pt x="94" y="398"/>
                  <a:pt x="104" y="394"/>
                </a:cubicBezTo>
                <a:cubicBezTo>
                  <a:pt x="114" y="390"/>
                  <a:pt x="125" y="386"/>
                  <a:pt x="135" y="384"/>
                </a:cubicBezTo>
                <a:cubicBezTo>
                  <a:pt x="146" y="382"/>
                  <a:pt x="157" y="381"/>
                  <a:pt x="168" y="381"/>
                </a:cubicBezTo>
                <a:lnTo>
                  <a:pt x="311" y="381"/>
                </a:lnTo>
                <a:cubicBezTo>
                  <a:pt x="322" y="381"/>
                  <a:pt x="332" y="382"/>
                  <a:pt x="343" y="384"/>
                </a:cubicBezTo>
                <a:cubicBezTo>
                  <a:pt x="354" y="386"/>
                  <a:pt x="364" y="390"/>
                  <a:pt x="374" y="394"/>
                </a:cubicBezTo>
                <a:cubicBezTo>
                  <a:pt x="384" y="398"/>
                  <a:pt x="394" y="403"/>
                  <a:pt x="403" y="409"/>
                </a:cubicBezTo>
                <a:cubicBezTo>
                  <a:pt x="412" y="415"/>
                  <a:pt x="421" y="422"/>
                  <a:pt x="428" y="430"/>
                </a:cubicBezTo>
                <a:cubicBezTo>
                  <a:pt x="436" y="438"/>
                  <a:pt x="443" y="446"/>
                  <a:pt x="449" y="456"/>
                </a:cubicBezTo>
                <a:cubicBezTo>
                  <a:pt x="455" y="465"/>
                  <a:pt x="460" y="475"/>
                  <a:pt x="465" y="485"/>
                </a:cubicBezTo>
                <a:cubicBezTo>
                  <a:pt x="469" y="495"/>
                  <a:pt x="472" y="505"/>
                  <a:pt x="474" y="516"/>
                </a:cubicBezTo>
                <a:cubicBezTo>
                  <a:pt x="476" y="527"/>
                  <a:pt x="477" y="538"/>
                  <a:pt x="477" y="549"/>
                </a:cubicBezTo>
                <a:lnTo>
                  <a:pt x="477" y="668"/>
                </a:lnTo>
                <a:moveTo>
                  <a:pt x="430" y="0"/>
                </a:moveTo>
                <a:lnTo>
                  <a:pt x="430" y="48"/>
                </a:lnTo>
                <a:cubicBezTo>
                  <a:pt x="445" y="48"/>
                  <a:pt x="461" y="51"/>
                  <a:pt x="475" y="57"/>
                </a:cubicBezTo>
                <a:cubicBezTo>
                  <a:pt x="490" y="63"/>
                  <a:pt x="503" y="71"/>
                  <a:pt x="514" y="83"/>
                </a:cubicBezTo>
                <a:cubicBezTo>
                  <a:pt x="525" y="94"/>
                  <a:pt x="534" y="107"/>
                  <a:pt x="540" y="121"/>
                </a:cubicBezTo>
                <a:cubicBezTo>
                  <a:pt x="546" y="136"/>
                  <a:pt x="549" y="151"/>
                  <a:pt x="549" y="167"/>
                </a:cubicBezTo>
                <a:cubicBezTo>
                  <a:pt x="549" y="182"/>
                  <a:pt x="546" y="198"/>
                  <a:pt x="540" y="212"/>
                </a:cubicBezTo>
                <a:cubicBezTo>
                  <a:pt x="534" y="227"/>
                  <a:pt x="525" y="240"/>
                  <a:pt x="514" y="251"/>
                </a:cubicBezTo>
                <a:cubicBezTo>
                  <a:pt x="503" y="262"/>
                  <a:pt x="490" y="271"/>
                  <a:pt x="475" y="277"/>
                </a:cubicBezTo>
                <a:cubicBezTo>
                  <a:pt x="461" y="283"/>
                  <a:pt x="445" y="286"/>
                  <a:pt x="430" y="286"/>
                </a:cubicBezTo>
                <a:lnTo>
                  <a:pt x="430" y="333"/>
                </a:lnTo>
                <a:cubicBezTo>
                  <a:pt x="441" y="333"/>
                  <a:pt x="451" y="332"/>
                  <a:pt x="462" y="330"/>
                </a:cubicBezTo>
                <a:cubicBezTo>
                  <a:pt x="473" y="328"/>
                  <a:pt x="483" y="325"/>
                  <a:pt x="493" y="321"/>
                </a:cubicBezTo>
                <a:cubicBezTo>
                  <a:pt x="504" y="317"/>
                  <a:pt x="513" y="311"/>
                  <a:pt x="522" y="305"/>
                </a:cubicBezTo>
                <a:cubicBezTo>
                  <a:pt x="531" y="299"/>
                  <a:pt x="540" y="292"/>
                  <a:pt x="548" y="285"/>
                </a:cubicBezTo>
                <a:cubicBezTo>
                  <a:pt x="555" y="277"/>
                  <a:pt x="562" y="268"/>
                  <a:pt x="568" y="259"/>
                </a:cubicBezTo>
                <a:cubicBezTo>
                  <a:pt x="574" y="250"/>
                  <a:pt x="579" y="241"/>
                  <a:pt x="584" y="230"/>
                </a:cubicBezTo>
                <a:cubicBezTo>
                  <a:pt x="588" y="220"/>
                  <a:pt x="591" y="210"/>
                  <a:pt x="593" y="199"/>
                </a:cubicBezTo>
                <a:cubicBezTo>
                  <a:pt x="595" y="188"/>
                  <a:pt x="596" y="178"/>
                  <a:pt x="596" y="167"/>
                </a:cubicBezTo>
                <a:cubicBezTo>
                  <a:pt x="596" y="156"/>
                  <a:pt x="595" y="145"/>
                  <a:pt x="593" y="134"/>
                </a:cubicBezTo>
                <a:cubicBezTo>
                  <a:pt x="591" y="123"/>
                  <a:pt x="588" y="113"/>
                  <a:pt x="584" y="103"/>
                </a:cubicBezTo>
                <a:cubicBezTo>
                  <a:pt x="579" y="93"/>
                  <a:pt x="574" y="83"/>
                  <a:pt x="568" y="74"/>
                </a:cubicBezTo>
                <a:cubicBezTo>
                  <a:pt x="562" y="65"/>
                  <a:pt x="555" y="57"/>
                  <a:pt x="548" y="49"/>
                </a:cubicBezTo>
                <a:cubicBezTo>
                  <a:pt x="540" y="41"/>
                  <a:pt x="531" y="34"/>
                  <a:pt x="522" y="28"/>
                </a:cubicBezTo>
                <a:cubicBezTo>
                  <a:pt x="513" y="22"/>
                  <a:pt x="504" y="17"/>
                  <a:pt x="493" y="13"/>
                </a:cubicBezTo>
                <a:cubicBezTo>
                  <a:pt x="483" y="9"/>
                  <a:pt x="473" y="5"/>
                  <a:pt x="462" y="3"/>
                </a:cubicBezTo>
                <a:cubicBezTo>
                  <a:pt x="451" y="1"/>
                  <a:pt x="441" y="0"/>
                  <a:pt x="430" y="0"/>
                </a:cubicBezTo>
                <a:moveTo>
                  <a:pt x="239" y="48"/>
                </a:moveTo>
                <a:cubicBezTo>
                  <a:pt x="255" y="48"/>
                  <a:pt x="270" y="51"/>
                  <a:pt x="285" y="57"/>
                </a:cubicBezTo>
                <a:cubicBezTo>
                  <a:pt x="299" y="63"/>
                  <a:pt x="312" y="71"/>
                  <a:pt x="323" y="83"/>
                </a:cubicBezTo>
                <a:cubicBezTo>
                  <a:pt x="335" y="94"/>
                  <a:pt x="343" y="107"/>
                  <a:pt x="349" y="121"/>
                </a:cubicBezTo>
                <a:cubicBezTo>
                  <a:pt x="355" y="136"/>
                  <a:pt x="358" y="151"/>
                  <a:pt x="358" y="167"/>
                </a:cubicBezTo>
                <a:cubicBezTo>
                  <a:pt x="358" y="182"/>
                  <a:pt x="355" y="198"/>
                  <a:pt x="349" y="212"/>
                </a:cubicBezTo>
                <a:cubicBezTo>
                  <a:pt x="343" y="227"/>
                  <a:pt x="335" y="240"/>
                  <a:pt x="323" y="251"/>
                </a:cubicBezTo>
                <a:cubicBezTo>
                  <a:pt x="312" y="262"/>
                  <a:pt x="299" y="271"/>
                  <a:pt x="285" y="277"/>
                </a:cubicBezTo>
                <a:cubicBezTo>
                  <a:pt x="270" y="283"/>
                  <a:pt x="255" y="286"/>
                  <a:pt x="239" y="286"/>
                </a:cubicBezTo>
                <a:cubicBezTo>
                  <a:pt x="223" y="286"/>
                  <a:pt x="208" y="283"/>
                  <a:pt x="194" y="277"/>
                </a:cubicBezTo>
                <a:cubicBezTo>
                  <a:pt x="179" y="271"/>
                  <a:pt x="166" y="262"/>
                  <a:pt x="155" y="251"/>
                </a:cubicBezTo>
                <a:cubicBezTo>
                  <a:pt x="144" y="240"/>
                  <a:pt x="135" y="227"/>
                  <a:pt x="129" y="212"/>
                </a:cubicBezTo>
                <a:cubicBezTo>
                  <a:pt x="123" y="198"/>
                  <a:pt x="120" y="182"/>
                  <a:pt x="120" y="167"/>
                </a:cubicBezTo>
                <a:cubicBezTo>
                  <a:pt x="120" y="151"/>
                  <a:pt x="123" y="136"/>
                  <a:pt x="129" y="121"/>
                </a:cubicBezTo>
                <a:cubicBezTo>
                  <a:pt x="135" y="107"/>
                  <a:pt x="144" y="94"/>
                  <a:pt x="155" y="83"/>
                </a:cubicBezTo>
                <a:cubicBezTo>
                  <a:pt x="166" y="71"/>
                  <a:pt x="179" y="63"/>
                  <a:pt x="194" y="57"/>
                </a:cubicBezTo>
                <a:cubicBezTo>
                  <a:pt x="208" y="51"/>
                  <a:pt x="223" y="48"/>
                  <a:pt x="239" y="48"/>
                </a:cubicBezTo>
                <a:moveTo>
                  <a:pt x="239" y="0"/>
                </a:moveTo>
                <a:cubicBezTo>
                  <a:pt x="228" y="0"/>
                  <a:pt x="217" y="1"/>
                  <a:pt x="207" y="3"/>
                </a:cubicBezTo>
                <a:cubicBezTo>
                  <a:pt x="196" y="5"/>
                  <a:pt x="186" y="9"/>
                  <a:pt x="175" y="13"/>
                </a:cubicBezTo>
                <a:cubicBezTo>
                  <a:pt x="165" y="17"/>
                  <a:pt x="156" y="22"/>
                  <a:pt x="147" y="28"/>
                </a:cubicBezTo>
                <a:cubicBezTo>
                  <a:pt x="137" y="34"/>
                  <a:pt x="129" y="41"/>
                  <a:pt x="121" y="49"/>
                </a:cubicBezTo>
                <a:cubicBezTo>
                  <a:pt x="114" y="57"/>
                  <a:pt x="107" y="65"/>
                  <a:pt x="101" y="74"/>
                </a:cubicBezTo>
                <a:cubicBezTo>
                  <a:pt x="95" y="83"/>
                  <a:pt x="89" y="93"/>
                  <a:pt x="85" y="103"/>
                </a:cubicBezTo>
                <a:cubicBezTo>
                  <a:pt x="81" y="113"/>
                  <a:pt x="78" y="123"/>
                  <a:pt x="76" y="134"/>
                </a:cubicBezTo>
                <a:cubicBezTo>
                  <a:pt x="74" y="145"/>
                  <a:pt x="73" y="156"/>
                  <a:pt x="73" y="167"/>
                </a:cubicBezTo>
                <a:cubicBezTo>
                  <a:pt x="73" y="178"/>
                  <a:pt x="74" y="188"/>
                  <a:pt x="76" y="199"/>
                </a:cubicBezTo>
                <a:cubicBezTo>
                  <a:pt x="78" y="210"/>
                  <a:pt x="81" y="220"/>
                  <a:pt x="85" y="230"/>
                </a:cubicBezTo>
                <a:cubicBezTo>
                  <a:pt x="89" y="241"/>
                  <a:pt x="95" y="250"/>
                  <a:pt x="101" y="259"/>
                </a:cubicBezTo>
                <a:cubicBezTo>
                  <a:pt x="107" y="268"/>
                  <a:pt x="114" y="277"/>
                  <a:pt x="121" y="285"/>
                </a:cubicBezTo>
                <a:cubicBezTo>
                  <a:pt x="129" y="292"/>
                  <a:pt x="137" y="299"/>
                  <a:pt x="147" y="305"/>
                </a:cubicBezTo>
                <a:cubicBezTo>
                  <a:pt x="156" y="311"/>
                  <a:pt x="165" y="317"/>
                  <a:pt x="175" y="321"/>
                </a:cubicBezTo>
                <a:cubicBezTo>
                  <a:pt x="186" y="325"/>
                  <a:pt x="196" y="328"/>
                  <a:pt x="207" y="330"/>
                </a:cubicBezTo>
                <a:cubicBezTo>
                  <a:pt x="217" y="332"/>
                  <a:pt x="228" y="333"/>
                  <a:pt x="239" y="333"/>
                </a:cubicBezTo>
                <a:cubicBezTo>
                  <a:pt x="250" y="333"/>
                  <a:pt x="261" y="332"/>
                  <a:pt x="272" y="330"/>
                </a:cubicBezTo>
                <a:cubicBezTo>
                  <a:pt x="282" y="328"/>
                  <a:pt x="293" y="325"/>
                  <a:pt x="303" y="321"/>
                </a:cubicBezTo>
                <a:cubicBezTo>
                  <a:pt x="313" y="317"/>
                  <a:pt x="323" y="311"/>
                  <a:pt x="332" y="305"/>
                </a:cubicBezTo>
                <a:cubicBezTo>
                  <a:pt x="341" y="299"/>
                  <a:pt x="349" y="292"/>
                  <a:pt x="357" y="285"/>
                </a:cubicBezTo>
                <a:cubicBezTo>
                  <a:pt x="365" y="277"/>
                  <a:pt x="372" y="268"/>
                  <a:pt x="378" y="259"/>
                </a:cubicBezTo>
                <a:cubicBezTo>
                  <a:pt x="384" y="250"/>
                  <a:pt x="389" y="241"/>
                  <a:pt x="393" y="230"/>
                </a:cubicBezTo>
                <a:cubicBezTo>
                  <a:pt x="397" y="220"/>
                  <a:pt x="401" y="210"/>
                  <a:pt x="403" y="199"/>
                </a:cubicBezTo>
                <a:cubicBezTo>
                  <a:pt x="405" y="188"/>
                  <a:pt x="406" y="178"/>
                  <a:pt x="406" y="167"/>
                </a:cubicBezTo>
                <a:cubicBezTo>
                  <a:pt x="406" y="156"/>
                  <a:pt x="405" y="145"/>
                  <a:pt x="403" y="134"/>
                </a:cubicBezTo>
                <a:cubicBezTo>
                  <a:pt x="401" y="123"/>
                  <a:pt x="397" y="113"/>
                  <a:pt x="393" y="103"/>
                </a:cubicBezTo>
                <a:cubicBezTo>
                  <a:pt x="389" y="93"/>
                  <a:pt x="384" y="83"/>
                  <a:pt x="378" y="74"/>
                </a:cubicBezTo>
                <a:cubicBezTo>
                  <a:pt x="372" y="65"/>
                  <a:pt x="365" y="57"/>
                  <a:pt x="357" y="49"/>
                </a:cubicBezTo>
                <a:cubicBezTo>
                  <a:pt x="349" y="41"/>
                  <a:pt x="341" y="34"/>
                  <a:pt x="332" y="28"/>
                </a:cubicBezTo>
                <a:cubicBezTo>
                  <a:pt x="323" y="22"/>
                  <a:pt x="313" y="17"/>
                  <a:pt x="303" y="13"/>
                </a:cubicBezTo>
                <a:cubicBezTo>
                  <a:pt x="293" y="9"/>
                  <a:pt x="282" y="5"/>
                  <a:pt x="272" y="3"/>
                </a:cubicBezTo>
                <a:cubicBezTo>
                  <a:pt x="261" y="1"/>
                  <a:pt x="250" y="0"/>
                  <a:pt x="239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457200" y="1032480"/>
            <a:ext cx="19987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Vertalen langs een vaste route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821520" y="1941480"/>
            <a:ext cx="806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Userstories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2205000" y="1314360"/>
            <a:ext cx="1428840" cy="1090800"/>
          </a:xfrm>
          <a:custGeom>
            <a:avLst/>
            <a:gdLst/>
            <a:ahLst/>
            <a:rect l="0" t="0" r="r" b="b"/>
            <a:pathLst>
              <a:path w="3969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0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1" y="35"/>
                  <a:pt x="169" y="27"/>
                  <a:pt x="187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64" y="0"/>
                </a:lnTo>
                <a:cubicBezTo>
                  <a:pt x="3684" y="0"/>
                  <a:pt x="3704" y="1"/>
                  <a:pt x="3723" y="5"/>
                </a:cubicBezTo>
                <a:cubicBezTo>
                  <a:pt x="3743" y="8"/>
                  <a:pt x="3762" y="13"/>
                  <a:pt x="3781" y="20"/>
                </a:cubicBezTo>
                <a:cubicBezTo>
                  <a:pt x="3800" y="27"/>
                  <a:pt x="3818" y="35"/>
                  <a:pt x="3834" y="44"/>
                </a:cubicBezTo>
                <a:cubicBezTo>
                  <a:pt x="3851" y="54"/>
                  <a:pt x="3866" y="65"/>
                  <a:pt x="3880" y="77"/>
                </a:cubicBezTo>
                <a:cubicBezTo>
                  <a:pt x="3894" y="90"/>
                  <a:pt x="3907" y="103"/>
                  <a:pt x="3918" y="117"/>
                </a:cubicBezTo>
                <a:cubicBezTo>
                  <a:pt x="3929" y="132"/>
                  <a:pt x="3939" y="147"/>
                  <a:pt x="3946" y="163"/>
                </a:cubicBezTo>
                <a:cubicBezTo>
                  <a:pt x="3954" y="179"/>
                  <a:pt x="3960" y="196"/>
                  <a:pt x="3964" y="213"/>
                </a:cubicBezTo>
                <a:cubicBezTo>
                  <a:pt x="3967" y="230"/>
                  <a:pt x="3969" y="247"/>
                  <a:pt x="3969" y="264"/>
                </a:cubicBezTo>
                <a:lnTo>
                  <a:pt x="3969" y="2726"/>
                </a:lnTo>
                <a:cubicBezTo>
                  <a:pt x="3969" y="2746"/>
                  <a:pt x="3967" y="2766"/>
                  <a:pt x="3964" y="2785"/>
                </a:cubicBezTo>
                <a:cubicBezTo>
                  <a:pt x="3960" y="2805"/>
                  <a:pt x="3954" y="2824"/>
                  <a:pt x="3946" y="2842"/>
                </a:cubicBezTo>
                <a:cubicBezTo>
                  <a:pt x="3939" y="2861"/>
                  <a:pt x="3929" y="2878"/>
                  <a:pt x="3918" y="2895"/>
                </a:cubicBezTo>
                <a:cubicBezTo>
                  <a:pt x="3907" y="2912"/>
                  <a:pt x="3894" y="2927"/>
                  <a:pt x="3880" y="2941"/>
                </a:cubicBezTo>
                <a:cubicBezTo>
                  <a:pt x="3866" y="2955"/>
                  <a:pt x="3851" y="2968"/>
                  <a:pt x="3834" y="2979"/>
                </a:cubicBezTo>
                <a:cubicBezTo>
                  <a:pt x="3818" y="2990"/>
                  <a:pt x="3800" y="2999"/>
                  <a:pt x="3781" y="3007"/>
                </a:cubicBezTo>
                <a:cubicBezTo>
                  <a:pt x="3762" y="3015"/>
                  <a:pt x="3743" y="3020"/>
                  <a:pt x="3723" y="3024"/>
                </a:cubicBezTo>
                <a:cubicBezTo>
                  <a:pt x="3704" y="3028"/>
                  <a:pt x="3684" y="3030"/>
                  <a:pt x="3664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7" y="3007"/>
                </a:cubicBezTo>
                <a:cubicBezTo>
                  <a:pt x="169" y="2999"/>
                  <a:pt x="151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0" y="2861"/>
                  <a:pt x="23" y="2842"/>
                </a:cubicBezTo>
                <a:cubicBezTo>
                  <a:pt x="15" y="2824"/>
                  <a:pt x="9" y="2805"/>
                  <a:pt x="5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/>
          <p:nvPr/>
        </p:nvSpPr>
        <p:spPr>
          <a:xfrm>
            <a:off x="2798280" y="1636200"/>
            <a:ext cx="239760" cy="240480"/>
          </a:xfrm>
          <a:custGeom>
            <a:avLst/>
            <a:gdLst/>
            <a:ahLst/>
            <a:rect l="0" t="0" r="r" b="b"/>
            <a:pathLst>
              <a:path w="666" h="668">
                <a:moveTo>
                  <a:pt x="459" y="69"/>
                </a:moveTo>
                <a:lnTo>
                  <a:pt x="352" y="5"/>
                </a:lnTo>
                <a:cubicBezTo>
                  <a:pt x="345" y="2"/>
                  <a:pt x="340" y="0"/>
                  <a:pt x="333" y="0"/>
                </a:cubicBezTo>
                <a:cubicBezTo>
                  <a:pt x="326" y="0"/>
                  <a:pt x="321" y="2"/>
                  <a:pt x="317" y="5"/>
                </a:cubicBezTo>
                <a:lnTo>
                  <a:pt x="209" y="69"/>
                </a:lnTo>
                <a:cubicBezTo>
                  <a:pt x="198" y="76"/>
                  <a:pt x="190" y="88"/>
                  <a:pt x="190" y="100"/>
                </a:cubicBezTo>
                <a:lnTo>
                  <a:pt x="190" y="233"/>
                </a:lnTo>
                <a:cubicBezTo>
                  <a:pt x="190" y="245"/>
                  <a:pt x="198" y="257"/>
                  <a:pt x="207" y="264"/>
                </a:cubicBezTo>
                <a:lnTo>
                  <a:pt x="314" y="329"/>
                </a:lnTo>
                <a:cubicBezTo>
                  <a:pt x="319" y="331"/>
                  <a:pt x="326" y="333"/>
                  <a:pt x="331" y="333"/>
                </a:cubicBezTo>
                <a:cubicBezTo>
                  <a:pt x="336" y="333"/>
                  <a:pt x="343" y="331"/>
                  <a:pt x="348" y="329"/>
                </a:cubicBezTo>
                <a:lnTo>
                  <a:pt x="455" y="264"/>
                </a:lnTo>
                <a:cubicBezTo>
                  <a:pt x="464" y="257"/>
                  <a:pt x="471" y="248"/>
                  <a:pt x="471" y="233"/>
                </a:cubicBezTo>
                <a:lnTo>
                  <a:pt x="471" y="100"/>
                </a:lnTo>
                <a:cubicBezTo>
                  <a:pt x="476" y="88"/>
                  <a:pt x="469" y="76"/>
                  <a:pt x="459" y="69"/>
                </a:cubicBezTo>
                <a:moveTo>
                  <a:pt x="429" y="226"/>
                </a:moveTo>
                <a:lnTo>
                  <a:pt x="333" y="283"/>
                </a:lnTo>
                <a:lnTo>
                  <a:pt x="238" y="226"/>
                </a:lnTo>
                <a:lnTo>
                  <a:pt x="238" y="107"/>
                </a:lnTo>
                <a:lnTo>
                  <a:pt x="333" y="50"/>
                </a:lnTo>
                <a:lnTo>
                  <a:pt x="429" y="107"/>
                </a:lnTo>
                <a:lnTo>
                  <a:pt x="429" y="226"/>
                </a:lnTo>
                <a:moveTo>
                  <a:pt x="651" y="402"/>
                </a:moveTo>
                <a:lnTo>
                  <a:pt x="544" y="338"/>
                </a:lnTo>
                <a:cubicBezTo>
                  <a:pt x="537" y="336"/>
                  <a:pt x="532" y="333"/>
                  <a:pt x="524" y="333"/>
                </a:cubicBezTo>
                <a:cubicBezTo>
                  <a:pt x="517" y="333"/>
                  <a:pt x="512" y="336"/>
                  <a:pt x="507" y="338"/>
                </a:cubicBezTo>
                <a:lnTo>
                  <a:pt x="400" y="402"/>
                </a:lnTo>
                <a:cubicBezTo>
                  <a:pt x="390" y="410"/>
                  <a:pt x="383" y="419"/>
                  <a:pt x="383" y="433"/>
                </a:cubicBezTo>
                <a:lnTo>
                  <a:pt x="383" y="568"/>
                </a:lnTo>
                <a:cubicBezTo>
                  <a:pt x="383" y="580"/>
                  <a:pt x="390" y="592"/>
                  <a:pt x="400" y="599"/>
                </a:cubicBezTo>
                <a:lnTo>
                  <a:pt x="507" y="663"/>
                </a:lnTo>
                <a:cubicBezTo>
                  <a:pt x="512" y="665"/>
                  <a:pt x="519" y="668"/>
                  <a:pt x="524" y="668"/>
                </a:cubicBezTo>
                <a:cubicBezTo>
                  <a:pt x="530" y="668"/>
                  <a:pt x="537" y="665"/>
                  <a:pt x="541" y="663"/>
                </a:cubicBezTo>
                <a:lnTo>
                  <a:pt x="649" y="599"/>
                </a:lnTo>
                <a:cubicBezTo>
                  <a:pt x="658" y="592"/>
                  <a:pt x="665" y="582"/>
                  <a:pt x="665" y="568"/>
                </a:cubicBezTo>
                <a:lnTo>
                  <a:pt x="665" y="433"/>
                </a:lnTo>
                <a:cubicBezTo>
                  <a:pt x="668" y="421"/>
                  <a:pt x="660" y="410"/>
                  <a:pt x="651" y="402"/>
                </a:cubicBezTo>
                <a:moveTo>
                  <a:pt x="620" y="561"/>
                </a:moveTo>
                <a:lnTo>
                  <a:pt x="524" y="618"/>
                </a:lnTo>
                <a:lnTo>
                  <a:pt x="429" y="561"/>
                </a:lnTo>
                <a:lnTo>
                  <a:pt x="429" y="441"/>
                </a:lnTo>
                <a:lnTo>
                  <a:pt x="524" y="383"/>
                </a:lnTo>
                <a:lnTo>
                  <a:pt x="620" y="441"/>
                </a:lnTo>
                <a:lnTo>
                  <a:pt x="620" y="561"/>
                </a:lnTo>
                <a:moveTo>
                  <a:pt x="269" y="402"/>
                </a:moveTo>
                <a:lnTo>
                  <a:pt x="162" y="338"/>
                </a:lnTo>
                <a:cubicBezTo>
                  <a:pt x="155" y="336"/>
                  <a:pt x="150" y="333"/>
                  <a:pt x="143" y="333"/>
                </a:cubicBezTo>
                <a:cubicBezTo>
                  <a:pt x="136" y="333"/>
                  <a:pt x="131" y="336"/>
                  <a:pt x="126" y="338"/>
                </a:cubicBezTo>
                <a:lnTo>
                  <a:pt x="19" y="402"/>
                </a:lnTo>
                <a:cubicBezTo>
                  <a:pt x="7" y="410"/>
                  <a:pt x="0" y="421"/>
                  <a:pt x="0" y="433"/>
                </a:cubicBezTo>
                <a:lnTo>
                  <a:pt x="0" y="568"/>
                </a:lnTo>
                <a:cubicBezTo>
                  <a:pt x="0" y="580"/>
                  <a:pt x="7" y="592"/>
                  <a:pt x="17" y="599"/>
                </a:cubicBezTo>
                <a:lnTo>
                  <a:pt x="124" y="663"/>
                </a:lnTo>
                <a:cubicBezTo>
                  <a:pt x="131" y="665"/>
                  <a:pt x="136" y="668"/>
                  <a:pt x="143" y="668"/>
                </a:cubicBezTo>
                <a:cubicBezTo>
                  <a:pt x="150" y="668"/>
                  <a:pt x="155" y="665"/>
                  <a:pt x="159" y="663"/>
                </a:cubicBezTo>
                <a:lnTo>
                  <a:pt x="267" y="599"/>
                </a:lnTo>
                <a:cubicBezTo>
                  <a:pt x="276" y="592"/>
                  <a:pt x="283" y="582"/>
                  <a:pt x="283" y="568"/>
                </a:cubicBezTo>
                <a:lnTo>
                  <a:pt x="283" y="433"/>
                </a:lnTo>
                <a:cubicBezTo>
                  <a:pt x="286" y="421"/>
                  <a:pt x="279" y="410"/>
                  <a:pt x="269" y="402"/>
                </a:cubicBezTo>
                <a:moveTo>
                  <a:pt x="238" y="561"/>
                </a:moveTo>
                <a:lnTo>
                  <a:pt x="143" y="618"/>
                </a:lnTo>
                <a:lnTo>
                  <a:pt x="48" y="561"/>
                </a:lnTo>
                <a:lnTo>
                  <a:pt x="48" y="441"/>
                </a:lnTo>
                <a:lnTo>
                  <a:pt x="143" y="383"/>
                </a:lnTo>
                <a:lnTo>
                  <a:pt x="238" y="441"/>
                </a:lnTo>
                <a:lnTo>
                  <a:pt x="238" y="561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195156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2515680" y="1941480"/>
            <a:ext cx="945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Bouwblokken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39574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9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8" y="5"/>
                </a:cubicBezTo>
                <a:cubicBezTo>
                  <a:pt x="3718" y="8"/>
                  <a:pt x="3737" y="13"/>
                  <a:pt x="3755" y="20"/>
                </a:cubicBezTo>
                <a:cubicBezTo>
                  <a:pt x="3774" y="27"/>
                  <a:pt x="3791" y="35"/>
                  <a:pt x="3808" y="44"/>
                </a:cubicBezTo>
                <a:cubicBezTo>
                  <a:pt x="3825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2" y="147"/>
                  <a:pt x="3920" y="163"/>
                </a:cubicBezTo>
                <a:cubicBezTo>
                  <a:pt x="3928" y="179"/>
                  <a:pt x="3933" y="196"/>
                  <a:pt x="3937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7" y="2785"/>
                </a:cubicBezTo>
                <a:cubicBezTo>
                  <a:pt x="3933" y="2805"/>
                  <a:pt x="3928" y="2824"/>
                  <a:pt x="3920" y="2842"/>
                </a:cubicBezTo>
                <a:cubicBezTo>
                  <a:pt x="3912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5" y="2968"/>
                  <a:pt x="3808" y="2979"/>
                </a:cubicBezTo>
                <a:cubicBezTo>
                  <a:pt x="3791" y="2990"/>
                  <a:pt x="3774" y="2999"/>
                  <a:pt x="3755" y="3007"/>
                </a:cubicBezTo>
                <a:cubicBezTo>
                  <a:pt x="3737" y="3015"/>
                  <a:pt x="3718" y="3020"/>
                  <a:pt x="3698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9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4585320" y="1704960"/>
            <a:ext cx="171720" cy="102960"/>
          </a:xfrm>
          <a:custGeom>
            <a:avLst/>
            <a:gdLst/>
            <a:ahLst/>
            <a:rect l="0" t="0" r="r" b="b"/>
            <a:pathLst>
              <a:path w="477" h="286">
                <a:moveTo>
                  <a:pt x="309" y="0"/>
                </a:moveTo>
                <a:lnTo>
                  <a:pt x="477" y="0"/>
                </a:lnTo>
                <a:lnTo>
                  <a:pt x="477" y="47"/>
                </a:lnTo>
                <a:lnTo>
                  <a:pt x="309" y="47"/>
                </a:lnTo>
                <a:lnTo>
                  <a:pt x="309" y="0"/>
                </a:lnTo>
                <a:moveTo>
                  <a:pt x="309" y="119"/>
                </a:moveTo>
                <a:lnTo>
                  <a:pt x="477" y="119"/>
                </a:lnTo>
                <a:lnTo>
                  <a:pt x="477" y="166"/>
                </a:lnTo>
                <a:lnTo>
                  <a:pt x="309" y="166"/>
                </a:lnTo>
                <a:lnTo>
                  <a:pt x="309" y="119"/>
                </a:lnTo>
                <a:moveTo>
                  <a:pt x="309" y="238"/>
                </a:moveTo>
                <a:lnTo>
                  <a:pt x="477" y="238"/>
                </a:lnTo>
                <a:lnTo>
                  <a:pt x="477" y="286"/>
                </a:lnTo>
                <a:lnTo>
                  <a:pt x="309" y="286"/>
                </a:lnTo>
                <a:lnTo>
                  <a:pt x="309" y="238"/>
                </a:lnTo>
                <a:moveTo>
                  <a:pt x="0" y="0"/>
                </a:moveTo>
                <a:lnTo>
                  <a:pt x="166" y="0"/>
                </a:lnTo>
                <a:lnTo>
                  <a:pt x="166" y="47"/>
                </a:lnTo>
                <a:lnTo>
                  <a:pt x="0" y="47"/>
                </a:lnTo>
                <a:lnTo>
                  <a:pt x="0" y="0"/>
                </a:lnTo>
                <a:moveTo>
                  <a:pt x="0" y="119"/>
                </a:moveTo>
                <a:lnTo>
                  <a:pt x="166" y="119"/>
                </a:lnTo>
                <a:lnTo>
                  <a:pt x="166" y="166"/>
                </a:lnTo>
                <a:lnTo>
                  <a:pt x="0" y="166"/>
                </a:lnTo>
                <a:lnTo>
                  <a:pt x="0" y="119"/>
                </a:lnTo>
                <a:moveTo>
                  <a:pt x="0" y="238"/>
                </a:moveTo>
                <a:lnTo>
                  <a:pt x="166" y="238"/>
                </a:lnTo>
                <a:lnTo>
                  <a:pt x="166" y="286"/>
                </a:lnTo>
                <a:lnTo>
                  <a:pt x="0" y="286"/>
                </a:lnTo>
                <a:lnTo>
                  <a:pt x="0" y="23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4550760" y="1661760"/>
            <a:ext cx="240480" cy="189000"/>
          </a:xfrm>
          <a:custGeom>
            <a:avLst/>
            <a:gdLst/>
            <a:ahLst/>
            <a:rect l="0" t="0" r="r" b="b"/>
            <a:pathLst>
              <a:path w="668" h="525">
                <a:moveTo>
                  <a:pt x="620" y="0"/>
                </a:moveTo>
                <a:lnTo>
                  <a:pt x="48" y="0"/>
                </a:lnTo>
                <a:cubicBezTo>
                  <a:pt x="42" y="0"/>
                  <a:pt x="36" y="2"/>
                  <a:pt x="30" y="4"/>
                </a:cubicBezTo>
                <a:cubicBezTo>
                  <a:pt x="24" y="7"/>
                  <a:pt x="19" y="10"/>
                  <a:pt x="14" y="14"/>
                </a:cubicBezTo>
                <a:cubicBezTo>
                  <a:pt x="10" y="19"/>
                  <a:pt x="6" y="24"/>
                  <a:pt x="4" y="30"/>
                </a:cubicBezTo>
                <a:cubicBezTo>
                  <a:pt x="1" y="36"/>
                  <a:pt x="0" y="42"/>
                  <a:pt x="0" y="48"/>
                </a:cubicBezTo>
                <a:lnTo>
                  <a:pt x="0" y="478"/>
                </a:lnTo>
                <a:cubicBezTo>
                  <a:pt x="0" y="484"/>
                  <a:pt x="1" y="490"/>
                  <a:pt x="4" y="496"/>
                </a:cubicBezTo>
                <a:cubicBezTo>
                  <a:pt x="6" y="502"/>
                  <a:pt x="10" y="507"/>
                  <a:pt x="14" y="511"/>
                </a:cubicBezTo>
                <a:cubicBezTo>
                  <a:pt x="19" y="516"/>
                  <a:pt x="24" y="519"/>
                  <a:pt x="30" y="522"/>
                </a:cubicBezTo>
                <a:cubicBezTo>
                  <a:pt x="36" y="524"/>
                  <a:pt x="42" y="525"/>
                  <a:pt x="48" y="525"/>
                </a:cubicBezTo>
                <a:lnTo>
                  <a:pt x="620" y="525"/>
                </a:lnTo>
                <a:cubicBezTo>
                  <a:pt x="627" y="525"/>
                  <a:pt x="633" y="524"/>
                  <a:pt x="639" y="522"/>
                </a:cubicBezTo>
                <a:cubicBezTo>
                  <a:pt x="644" y="519"/>
                  <a:pt x="650" y="516"/>
                  <a:pt x="654" y="511"/>
                </a:cubicBezTo>
                <a:cubicBezTo>
                  <a:pt x="658" y="507"/>
                  <a:pt x="662" y="502"/>
                  <a:pt x="664" y="496"/>
                </a:cubicBezTo>
                <a:cubicBezTo>
                  <a:pt x="667" y="490"/>
                  <a:pt x="668" y="484"/>
                  <a:pt x="668" y="478"/>
                </a:cubicBezTo>
                <a:lnTo>
                  <a:pt x="668" y="48"/>
                </a:lnTo>
                <a:cubicBezTo>
                  <a:pt x="668" y="42"/>
                  <a:pt x="667" y="36"/>
                  <a:pt x="664" y="30"/>
                </a:cubicBezTo>
                <a:cubicBezTo>
                  <a:pt x="662" y="24"/>
                  <a:pt x="658" y="19"/>
                  <a:pt x="654" y="14"/>
                </a:cubicBezTo>
                <a:cubicBezTo>
                  <a:pt x="650" y="10"/>
                  <a:pt x="644" y="7"/>
                  <a:pt x="639" y="4"/>
                </a:cubicBezTo>
                <a:cubicBezTo>
                  <a:pt x="633" y="2"/>
                  <a:pt x="627" y="0"/>
                  <a:pt x="620" y="0"/>
                </a:cubicBezTo>
                <a:moveTo>
                  <a:pt x="48" y="48"/>
                </a:moveTo>
                <a:lnTo>
                  <a:pt x="310" y="48"/>
                </a:lnTo>
                <a:lnTo>
                  <a:pt x="310" y="478"/>
                </a:lnTo>
                <a:lnTo>
                  <a:pt x="48" y="478"/>
                </a:lnTo>
                <a:lnTo>
                  <a:pt x="48" y="48"/>
                </a:lnTo>
                <a:moveTo>
                  <a:pt x="358" y="478"/>
                </a:moveTo>
                <a:lnTo>
                  <a:pt x="358" y="48"/>
                </a:lnTo>
                <a:lnTo>
                  <a:pt x="620" y="48"/>
                </a:lnTo>
                <a:lnTo>
                  <a:pt x="620" y="478"/>
                </a:lnTo>
                <a:lnTo>
                  <a:pt x="358" y="47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369828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362480" y="1941480"/>
            <a:ext cx="7293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Begrippen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5700600" y="1314360"/>
            <a:ext cx="1429200" cy="1090800"/>
          </a:xfrm>
          <a:custGeom>
            <a:avLst/>
            <a:gdLst/>
            <a:ahLst/>
            <a:rect l="0" t="0" r="r" b="b"/>
            <a:pathLst>
              <a:path w="3970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65" y="0"/>
                </a:lnTo>
                <a:cubicBezTo>
                  <a:pt x="3685" y="0"/>
                  <a:pt x="3705" y="1"/>
                  <a:pt x="3725" y="5"/>
                </a:cubicBezTo>
                <a:cubicBezTo>
                  <a:pt x="3744" y="8"/>
                  <a:pt x="3763" y="13"/>
                  <a:pt x="3782" y="20"/>
                </a:cubicBezTo>
                <a:cubicBezTo>
                  <a:pt x="3800" y="27"/>
                  <a:pt x="3818" y="35"/>
                  <a:pt x="3834" y="44"/>
                </a:cubicBezTo>
                <a:cubicBezTo>
                  <a:pt x="3851" y="54"/>
                  <a:pt x="3866" y="65"/>
                  <a:pt x="3880" y="77"/>
                </a:cubicBezTo>
                <a:cubicBezTo>
                  <a:pt x="3895" y="90"/>
                  <a:pt x="3907" y="103"/>
                  <a:pt x="3918" y="117"/>
                </a:cubicBezTo>
                <a:cubicBezTo>
                  <a:pt x="3929" y="132"/>
                  <a:pt x="3939" y="147"/>
                  <a:pt x="3946" y="163"/>
                </a:cubicBezTo>
                <a:cubicBezTo>
                  <a:pt x="3954" y="179"/>
                  <a:pt x="3960" y="196"/>
                  <a:pt x="3964" y="213"/>
                </a:cubicBezTo>
                <a:cubicBezTo>
                  <a:pt x="3968" y="230"/>
                  <a:pt x="3970" y="247"/>
                  <a:pt x="3970" y="264"/>
                </a:cubicBezTo>
                <a:lnTo>
                  <a:pt x="3970" y="2726"/>
                </a:lnTo>
                <a:cubicBezTo>
                  <a:pt x="3970" y="2746"/>
                  <a:pt x="3968" y="2766"/>
                  <a:pt x="3964" y="2785"/>
                </a:cubicBezTo>
                <a:cubicBezTo>
                  <a:pt x="3960" y="2805"/>
                  <a:pt x="3954" y="2824"/>
                  <a:pt x="3946" y="2842"/>
                </a:cubicBezTo>
                <a:cubicBezTo>
                  <a:pt x="3939" y="2861"/>
                  <a:pt x="3929" y="2878"/>
                  <a:pt x="3918" y="2895"/>
                </a:cubicBezTo>
                <a:cubicBezTo>
                  <a:pt x="3907" y="2912"/>
                  <a:pt x="3895" y="2927"/>
                  <a:pt x="3880" y="2941"/>
                </a:cubicBezTo>
                <a:cubicBezTo>
                  <a:pt x="3866" y="2955"/>
                  <a:pt x="3851" y="2968"/>
                  <a:pt x="3834" y="2979"/>
                </a:cubicBezTo>
                <a:cubicBezTo>
                  <a:pt x="3818" y="2990"/>
                  <a:pt x="3800" y="2999"/>
                  <a:pt x="3782" y="3007"/>
                </a:cubicBezTo>
                <a:cubicBezTo>
                  <a:pt x="3763" y="3015"/>
                  <a:pt x="3744" y="3020"/>
                  <a:pt x="3725" y="3024"/>
                </a:cubicBezTo>
                <a:cubicBezTo>
                  <a:pt x="3705" y="3028"/>
                  <a:pt x="3685" y="3030"/>
                  <a:pt x="3665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293880" y="1636200"/>
            <a:ext cx="240480" cy="240480"/>
          </a:xfrm>
          <a:custGeom>
            <a:avLst/>
            <a:gdLst/>
            <a:ahLst/>
            <a:rect l="0" t="0" r="r" b="b"/>
            <a:pathLst>
              <a:path w="668" h="668">
                <a:moveTo>
                  <a:pt x="596" y="405"/>
                </a:moveTo>
                <a:cubicBezTo>
                  <a:pt x="636" y="405"/>
                  <a:pt x="668" y="373"/>
                  <a:pt x="668" y="333"/>
                </a:cubicBezTo>
                <a:cubicBezTo>
                  <a:pt x="668" y="294"/>
                  <a:pt x="636" y="262"/>
                  <a:pt x="596" y="262"/>
                </a:cubicBezTo>
                <a:cubicBezTo>
                  <a:pt x="581" y="262"/>
                  <a:pt x="568" y="266"/>
                  <a:pt x="555" y="275"/>
                </a:cubicBezTo>
                <a:cubicBezTo>
                  <a:pt x="543" y="284"/>
                  <a:pt x="534" y="295"/>
                  <a:pt x="529" y="310"/>
                </a:cubicBezTo>
                <a:lnTo>
                  <a:pt x="392" y="310"/>
                </a:lnTo>
                <a:lnTo>
                  <a:pt x="566" y="136"/>
                </a:lnTo>
                <a:cubicBezTo>
                  <a:pt x="575" y="140"/>
                  <a:pt x="585" y="143"/>
                  <a:pt x="596" y="143"/>
                </a:cubicBezTo>
                <a:cubicBezTo>
                  <a:pt x="636" y="143"/>
                  <a:pt x="668" y="111"/>
                  <a:pt x="668" y="71"/>
                </a:cubicBezTo>
                <a:cubicBezTo>
                  <a:pt x="668" y="32"/>
                  <a:pt x="636" y="0"/>
                  <a:pt x="596" y="0"/>
                </a:cubicBezTo>
                <a:cubicBezTo>
                  <a:pt x="557" y="0"/>
                  <a:pt x="525" y="32"/>
                  <a:pt x="525" y="71"/>
                </a:cubicBezTo>
                <a:cubicBezTo>
                  <a:pt x="525" y="82"/>
                  <a:pt x="528" y="93"/>
                  <a:pt x="532" y="102"/>
                </a:cubicBezTo>
                <a:lnTo>
                  <a:pt x="334" y="300"/>
                </a:lnTo>
                <a:lnTo>
                  <a:pt x="334" y="143"/>
                </a:lnTo>
                <a:cubicBezTo>
                  <a:pt x="334" y="117"/>
                  <a:pt x="356" y="95"/>
                  <a:pt x="382" y="95"/>
                </a:cubicBezTo>
                <a:lnTo>
                  <a:pt x="430" y="95"/>
                </a:lnTo>
                <a:lnTo>
                  <a:pt x="430" y="48"/>
                </a:lnTo>
                <a:lnTo>
                  <a:pt x="382" y="48"/>
                </a:lnTo>
                <a:cubicBezTo>
                  <a:pt x="354" y="48"/>
                  <a:pt x="328" y="61"/>
                  <a:pt x="311" y="81"/>
                </a:cubicBezTo>
                <a:cubicBezTo>
                  <a:pt x="292" y="59"/>
                  <a:pt x="268" y="48"/>
                  <a:pt x="239" y="48"/>
                </a:cubicBezTo>
                <a:lnTo>
                  <a:pt x="215" y="48"/>
                </a:lnTo>
                <a:cubicBezTo>
                  <a:pt x="96" y="48"/>
                  <a:pt x="0" y="144"/>
                  <a:pt x="0" y="262"/>
                </a:cubicBezTo>
                <a:lnTo>
                  <a:pt x="0" y="405"/>
                </a:lnTo>
                <a:cubicBezTo>
                  <a:pt x="0" y="524"/>
                  <a:pt x="96" y="620"/>
                  <a:pt x="215" y="620"/>
                </a:cubicBezTo>
                <a:lnTo>
                  <a:pt x="239" y="620"/>
                </a:lnTo>
                <a:cubicBezTo>
                  <a:pt x="268" y="620"/>
                  <a:pt x="293" y="607"/>
                  <a:pt x="311" y="587"/>
                </a:cubicBezTo>
                <a:cubicBezTo>
                  <a:pt x="328" y="607"/>
                  <a:pt x="354" y="620"/>
                  <a:pt x="382" y="620"/>
                </a:cubicBezTo>
                <a:lnTo>
                  <a:pt x="430" y="620"/>
                </a:lnTo>
                <a:lnTo>
                  <a:pt x="430" y="572"/>
                </a:lnTo>
                <a:lnTo>
                  <a:pt x="382" y="572"/>
                </a:lnTo>
                <a:cubicBezTo>
                  <a:pt x="356" y="572"/>
                  <a:pt x="334" y="551"/>
                  <a:pt x="334" y="525"/>
                </a:cubicBezTo>
                <a:lnTo>
                  <a:pt x="334" y="367"/>
                </a:lnTo>
                <a:lnTo>
                  <a:pt x="532" y="566"/>
                </a:lnTo>
                <a:cubicBezTo>
                  <a:pt x="528" y="575"/>
                  <a:pt x="525" y="585"/>
                  <a:pt x="525" y="596"/>
                </a:cubicBezTo>
                <a:cubicBezTo>
                  <a:pt x="525" y="636"/>
                  <a:pt x="557" y="668"/>
                  <a:pt x="596" y="668"/>
                </a:cubicBezTo>
                <a:cubicBezTo>
                  <a:pt x="636" y="668"/>
                  <a:pt x="668" y="636"/>
                  <a:pt x="668" y="596"/>
                </a:cubicBezTo>
                <a:cubicBezTo>
                  <a:pt x="668" y="557"/>
                  <a:pt x="636" y="525"/>
                  <a:pt x="596" y="525"/>
                </a:cubicBezTo>
                <a:cubicBezTo>
                  <a:pt x="586" y="525"/>
                  <a:pt x="575" y="527"/>
                  <a:pt x="566" y="532"/>
                </a:cubicBezTo>
                <a:lnTo>
                  <a:pt x="392" y="357"/>
                </a:lnTo>
                <a:lnTo>
                  <a:pt x="529" y="357"/>
                </a:lnTo>
                <a:cubicBezTo>
                  <a:pt x="534" y="371"/>
                  <a:pt x="543" y="383"/>
                  <a:pt x="555" y="392"/>
                </a:cubicBezTo>
                <a:cubicBezTo>
                  <a:pt x="568" y="400"/>
                  <a:pt x="581" y="405"/>
                  <a:pt x="596" y="405"/>
                </a:cubicBezTo>
                <a:moveTo>
                  <a:pt x="596" y="310"/>
                </a:moveTo>
                <a:cubicBezTo>
                  <a:pt x="603" y="310"/>
                  <a:pt x="609" y="312"/>
                  <a:pt x="613" y="317"/>
                </a:cubicBezTo>
                <a:cubicBezTo>
                  <a:pt x="618" y="321"/>
                  <a:pt x="620" y="327"/>
                  <a:pt x="620" y="333"/>
                </a:cubicBezTo>
                <a:cubicBezTo>
                  <a:pt x="620" y="340"/>
                  <a:pt x="618" y="346"/>
                  <a:pt x="613" y="350"/>
                </a:cubicBezTo>
                <a:cubicBezTo>
                  <a:pt x="609" y="355"/>
                  <a:pt x="603" y="357"/>
                  <a:pt x="596" y="357"/>
                </a:cubicBezTo>
                <a:cubicBezTo>
                  <a:pt x="590" y="357"/>
                  <a:pt x="584" y="355"/>
                  <a:pt x="580" y="350"/>
                </a:cubicBezTo>
                <a:cubicBezTo>
                  <a:pt x="575" y="346"/>
                  <a:pt x="573" y="340"/>
                  <a:pt x="573" y="333"/>
                </a:cubicBezTo>
                <a:cubicBezTo>
                  <a:pt x="573" y="327"/>
                  <a:pt x="575" y="321"/>
                  <a:pt x="580" y="317"/>
                </a:cubicBezTo>
                <a:cubicBezTo>
                  <a:pt x="584" y="312"/>
                  <a:pt x="590" y="310"/>
                  <a:pt x="596" y="310"/>
                </a:cubicBezTo>
                <a:moveTo>
                  <a:pt x="596" y="48"/>
                </a:moveTo>
                <a:cubicBezTo>
                  <a:pt x="603" y="48"/>
                  <a:pt x="608" y="50"/>
                  <a:pt x="613" y="55"/>
                </a:cubicBezTo>
                <a:cubicBezTo>
                  <a:pt x="617" y="60"/>
                  <a:pt x="619" y="65"/>
                  <a:pt x="619" y="71"/>
                </a:cubicBezTo>
                <a:cubicBezTo>
                  <a:pt x="619" y="78"/>
                  <a:pt x="617" y="83"/>
                  <a:pt x="613" y="88"/>
                </a:cubicBezTo>
                <a:cubicBezTo>
                  <a:pt x="608" y="93"/>
                  <a:pt x="603" y="95"/>
                  <a:pt x="596" y="95"/>
                </a:cubicBezTo>
                <a:cubicBezTo>
                  <a:pt x="590" y="95"/>
                  <a:pt x="584" y="93"/>
                  <a:pt x="580" y="88"/>
                </a:cubicBezTo>
                <a:cubicBezTo>
                  <a:pt x="575" y="84"/>
                  <a:pt x="573" y="78"/>
                  <a:pt x="573" y="71"/>
                </a:cubicBezTo>
                <a:cubicBezTo>
                  <a:pt x="573" y="65"/>
                  <a:pt x="575" y="59"/>
                  <a:pt x="580" y="55"/>
                </a:cubicBezTo>
                <a:cubicBezTo>
                  <a:pt x="584" y="50"/>
                  <a:pt x="590" y="48"/>
                  <a:pt x="596" y="48"/>
                </a:cubicBezTo>
                <a:moveTo>
                  <a:pt x="287" y="238"/>
                </a:moveTo>
                <a:lnTo>
                  <a:pt x="239" y="238"/>
                </a:lnTo>
                <a:lnTo>
                  <a:pt x="239" y="286"/>
                </a:lnTo>
                <a:lnTo>
                  <a:pt x="287" y="286"/>
                </a:lnTo>
                <a:lnTo>
                  <a:pt x="287" y="381"/>
                </a:lnTo>
                <a:lnTo>
                  <a:pt x="239" y="381"/>
                </a:lnTo>
                <a:cubicBezTo>
                  <a:pt x="200" y="381"/>
                  <a:pt x="168" y="413"/>
                  <a:pt x="168" y="453"/>
                </a:cubicBezTo>
                <a:lnTo>
                  <a:pt x="168" y="501"/>
                </a:lnTo>
                <a:lnTo>
                  <a:pt x="215" y="501"/>
                </a:lnTo>
                <a:lnTo>
                  <a:pt x="215" y="453"/>
                </a:lnTo>
                <a:cubicBezTo>
                  <a:pt x="215" y="446"/>
                  <a:pt x="218" y="440"/>
                  <a:pt x="222" y="436"/>
                </a:cubicBezTo>
                <a:cubicBezTo>
                  <a:pt x="227" y="431"/>
                  <a:pt x="233" y="429"/>
                  <a:pt x="239" y="429"/>
                </a:cubicBezTo>
                <a:lnTo>
                  <a:pt x="287" y="429"/>
                </a:lnTo>
                <a:lnTo>
                  <a:pt x="287" y="525"/>
                </a:lnTo>
                <a:cubicBezTo>
                  <a:pt x="287" y="551"/>
                  <a:pt x="266" y="572"/>
                  <a:pt x="239" y="572"/>
                </a:cubicBezTo>
                <a:lnTo>
                  <a:pt x="215" y="572"/>
                </a:lnTo>
                <a:cubicBezTo>
                  <a:pt x="131" y="572"/>
                  <a:pt x="61" y="510"/>
                  <a:pt x="50" y="429"/>
                </a:cubicBezTo>
                <a:lnTo>
                  <a:pt x="95" y="429"/>
                </a:lnTo>
                <a:lnTo>
                  <a:pt x="95" y="381"/>
                </a:lnTo>
                <a:lnTo>
                  <a:pt x="48" y="381"/>
                </a:lnTo>
                <a:lnTo>
                  <a:pt x="48" y="286"/>
                </a:lnTo>
                <a:lnTo>
                  <a:pt x="119" y="286"/>
                </a:lnTo>
                <a:cubicBezTo>
                  <a:pt x="159" y="286"/>
                  <a:pt x="192" y="254"/>
                  <a:pt x="192" y="214"/>
                </a:cubicBezTo>
                <a:lnTo>
                  <a:pt x="192" y="167"/>
                </a:lnTo>
                <a:lnTo>
                  <a:pt x="143" y="167"/>
                </a:lnTo>
                <a:lnTo>
                  <a:pt x="143" y="214"/>
                </a:lnTo>
                <a:cubicBezTo>
                  <a:pt x="143" y="221"/>
                  <a:pt x="141" y="227"/>
                  <a:pt x="136" y="231"/>
                </a:cubicBezTo>
                <a:cubicBezTo>
                  <a:pt x="131" y="236"/>
                  <a:pt x="126" y="238"/>
                  <a:pt x="119" y="238"/>
                </a:cubicBezTo>
                <a:lnTo>
                  <a:pt x="50" y="238"/>
                </a:lnTo>
                <a:cubicBezTo>
                  <a:pt x="61" y="157"/>
                  <a:pt x="131" y="95"/>
                  <a:pt x="215" y="95"/>
                </a:cubicBezTo>
                <a:lnTo>
                  <a:pt x="239" y="95"/>
                </a:lnTo>
                <a:cubicBezTo>
                  <a:pt x="266" y="95"/>
                  <a:pt x="287" y="117"/>
                  <a:pt x="287" y="143"/>
                </a:cubicBezTo>
                <a:lnTo>
                  <a:pt x="287" y="238"/>
                </a:lnTo>
                <a:moveTo>
                  <a:pt x="620" y="596"/>
                </a:moveTo>
                <a:cubicBezTo>
                  <a:pt x="620" y="603"/>
                  <a:pt x="617" y="608"/>
                  <a:pt x="613" y="612"/>
                </a:cubicBezTo>
                <a:cubicBezTo>
                  <a:pt x="608" y="617"/>
                  <a:pt x="603" y="619"/>
                  <a:pt x="596" y="619"/>
                </a:cubicBezTo>
                <a:cubicBezTo>
                  <a:pt x="590" y="619"/>
                  <a:pt x="585" y="617"/>
                  <a:pt x="580" y="612"/>
                </a:cubicBezTo>
                <a:cubicBezTo>
                  <a:pt x="575" y="608"/>
                  <a:pt x="573" y="603"/>
                  <a:pt x="573" y="596"/>
                </a:cubicBezTo>
                <a:cubicBezTo>
                  <a:pt x="573" y="583"/>
                  <a:pt x="583" y="572"/>
                  <a:pt x="596" y="572"/>
                </a:cubicBezTo>
                <a:cubicBezTo>
                  <a:pt x="610" y="572"/>
                  <a:pt x="620" y="583"/>
                  <a:pt x="620" y="596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544500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5913720" y="1941480"/>
            <a:ext cx="1171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Informatiemodel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74530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3" y="103"/>
                  <a:pt x="75" y="90"/>
                  <a:pt x="89" y="77"/>
                </a:cubicBezTo>
                <a:cubicBezTo>
                  <a:pt x="103" y="65"/>
                  <a:pt x="119" y="54"/>
                  <a:pt x="135" y="44"/>
                </a:cubicBezTo>
                <a:cubicBezTo>
                  <a:pt x="152" y="35"/>
                  <a:pt x="170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5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9" y="5"/>
                </a:cubicBezTo>
                <a:cubicBezTo>
                  <a:pt x="3718" y="8"/>
                  <a:pt x="3737" y="13"/>
                  <a:pt x="3756" y="20"/>
                </a:cubicBezTo>
                <a:cubicBezTo>
                  <a:pt x="3774" y="27"/>
                  <a:pt x="3792" y="35"/>
                  <a:pt x="3808" y="44"/>
                </a:cubicBezTo>
                <a:cubicBezTo>
                  <a:pt x="3825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3" y="147"/>
                  <a:pt x="3920" y="163"/>
                </a:cubicBezTo>
                <a:cubicBezTo>
                  <a:pt x="3928" y="179"/>
                  <a:pt x="3934" y="196"/>
                  <a:pt x="3938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8" y="2785"/>
                </a:cubicBezTo>
                <a:cubicBezTo>
                  <a:pt x="3934" y="2805"/>
                  <a:pt x="3928" y="2824"/>
                  <a:pt x="3920" y="2842"/>
                </a:cubicBezTo>
                <a:cubicBezTo>
                  <a:pt x="3913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5" y="2968"/>
                  <a:pt x="3808" y="2979"/>
                </a:cubicBezTo>
                <a:cubicBezTo>
                  <a:pt x="3792" y="2990"/>
                  <a:pt x="3774" y="2999"/>
                  <a:pt x="3756" y="3007"/>
                </a:cubicBezTo>
                <a:cubicBezTo>
                  <a:pt x="3737" y="3015"/>
                  <a:pt x="3718" y="3020"/>
                  <a:pt x="3699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5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70" y="2999"/>
                  <a:pt x="152" y="2990"/>
                  <a:pt x="135" y="2979"/>
                </a:cubicBezTo>
                <a:cubicBezTo>
                  <a:pt x="119" y="2968"/>
                  <a:pt x="103" y="2955"/>
                  <a:pt x="89" y="2941"/>
                </a:cubicBezTo>
                <a:cubicBezTo>
                  <a:pt x="75" y="2927"/>
                  <a:pt x="63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6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8037000" y="1566720"/>
            <a:ext cx="240480" cy="128880"/>
          </a:xfrm>
          <a:custGeom>
            <a:avLst/>
            <a:gdLst/>
            <a:ahLst/>
            <a:rect l="0" t="0" r="r" b="b"/>
            <a:pathLst>
              <a:path w="668" h="358">
                <a:moveTo>
                  <a:pt x="668" y="358"/>
                </a:moveTo>
                <a:lnTo>
                  <a:pt x="476" y="358"/>
                </a:lnTo>
                <a:lnTo>
                  <a:pt x="476" y="168"/>
                </a:lnTo>
                <a:lnTo>
                  <a:pt x="668" y="168"/>
                </a:lnTo>
                <a:lnTo>
                  <a:pt x="668" y="358"/>
                </a:lnTo>
                <a:moveTo>
                  <a:pt x="524" y="310"/>
                </a:moveTo>
                <a:lnTo>
                  <a:pt x="619" y="310"/>
                </a:lnTo>
                <a:lnTo>
                  <a:pt x="619" y="215"/>
                </a:lnTo>
                <a:lnTo>
                  <a:pt x="524" y="215"/>
                </a:lnTo>
                <a:lnTo>
                  <a:pt x="524" y="310"/>
                </a:lnTo>
                <a:moveTo>
                  <a:pt x="429" y="287"/>
                </a:moveTo>
                <a:lnTo>
                  <a:pt x="143" y="287"/>
                </a:lnTo>
                <a:cubicBezTo>
                  <a:pt x="134" y="287"/>
                  <a:pt x="124" y="286"/>
                  <a:pt x="115" y="284"/>
                </a:cubicBezTo>
                <a:cubicBezTo>
                  <a:pt x="106" y="282"/>
                  <a:pt x="97" y="279"/>
                  <a:pt x="88" y="276"/>
                </a:cubicBezTo>
                <a:cubicBezTo>
                  <a:pt x="80" y="272"/>
                  <a:pt x="71" y="268"/>
                  <a:pt x="64" y="262"/>
                </a:cubicBezTo>
                <a:cubicBezTo>
                  <a:pt x="56" y="257"/>
                  <a:pt x="49" y="251"/>
                  <a:pt x="42" y="245"/>
                </a:cubicBezTo>
                <a:cubicBezTo>
                  <a:pt x="35" y="238"/>
                  <a:pt x="29" y="231"/>
                  <a:pt x="24" y="223"/>
                </a:cubicBezTo>
                <a:cubicBezTo>
                  <a:pt x="19" y="215"/>
                  <a:pt x="14" y="207"/>
                  <a:pt x="11" y="198"/>
                </a:cubicBezTo>
                <a:cubicBezTo>
                  <a:pt x="7" y="190"/>
                  <a:pt x="5" y="181"/>
                  <a:pt x="3" y="172"/>
                </a:cubicBezTo>
                <a:cubicBezTo>
                  <a:pt x="1" y="162"/>
                  <a:pt x="0" y="153"/>
                  <a:pt x="0" y="144"/>
                </a:cubicBezTo>
                <a:cubicBezTo>
                  <a:pt x="0" y="134"/>
                  <a:pt x="1" y="125"/>
                  <a:pt x="3" y="116"/>
                </a:cubicBezTo>
                <a:cubicBezTo>
                  <a:pt x="5" y="106"/>
                  <a:pt x="7" y="97"/>
                  <a:pt x="11" y="88"/>
                </a:cubicBezTo>
                <a:cubicBezTo>
                  <a:pt x="14" y="79"/>
                  <a:pt x="19" y="71"/>
                  <a:pt x="24" y="63"/>
                </a:cubicBezTo>
                <a:cubicBezTo>
                  <a:pt x="29" y="56"/>
                  <a:pt x="35" y="48"/>
                  <a:pt x="42" y="42"/>
                </a:cubicBezTo>
                <a:cubicBezTo>
                  <a:pt x="49" y="35"/>
                  <a:pt x="56" y="29"/>
                  <a:pt x="64" y="24"/>
                </a:cubicBezTo>
                <a:cubicBezTo>
                  <a:pt x="71" y="19"/>
                  <a:pt x="80" y="14"/>
                  <a:pt x="88" y="11"/>
                </a:cubicBezTo>
                <a:cubicBezTo>
                  <a:pt x="97" y="7"/>
                  <a:pt x="106" y="4"/>
                  <a:pt x="115" y="3"/>
                </a:cubicBezTo>
                <a:cubicBezTo>
                  <a:pt x="124" y="1"/>
                  <a:pt x="134" y="0"/>
                  <a:pt x="143" y="0"/>
                </a:cubicBezTo>
                <a:lnTo>
                  <a:pt x="191" y="0"/>
                </a:lnTo>
                <a:lnTo>
                  <a:pt x="191" y="47"/>
                </a:lnTo>
                <a:lnTo>
                  <a:pt x="143" y="47"/>
                </a:lnTo>
                <a:cubicBezTo>
                  <a:pt x="130" y="47"/>
                  <a:pt x="118" y="50"/>
                  <a:pt x="106" y="55"/>
                </a:cubicBezTo>
                <a:cubicBezTo>
                  <a:pt x="95" y="60"/>
                  <a:pt x="84" y="66"/>
                  <a:pt x="76" y="75"/>
                </a:cubicBezTo>
                <a:cubicBezTo>
                  <a:pt x="67" y="84"/>
                  <a:pt x="60" y="95"/>
                  <a:pt x="55" y="106"/>
                </a:cubicBezTo>
                <a:cubicBezTo>
                  <a:pt x="50" y="119"/>
                  <a:pt x="48" y="131"/>
                  <a:pt x="48" y="144"/>
                </a:cubicBezTo>
                <a:cubicBezTo>
                  <a:pt x="48" y="156"/>
                  <a:pt x="50" y="168"/>
                  <a:pt x="55" y="180"/>
                </a:cubicBezTo>
                <a:cubicBezTo>
                  <a:pt x="60" y="192"/>
                  <a:pt x="67" y="202"/>
                  <a:pt x="76" y="211"/>
                </a:cubicBezTo>
                <a:cubicBezTo>
                  <a:pt x="84" y="220"/>
                  <a:pt x="95" y="227"/>
                  <a:pt x="106" y="232"/>
                </a:cubicBezTo>
                <a:cubicBezTo>
                  <a:pt x="118" y="237"/>
                  <a:pt x="130" y="239"/>
                  <a:pt x="143" y="239"/>
                </a:cubicBezTo>
                <a:lnTo>
                  <a:pt x="429" y="239"/>
                </a:lnTo>
                <a:lnTo>
                  <a:pt x="429" y="287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8122680" y="1540800"/>
            <a:ext cx="69120" cy="69120"/>
          </a:xfrm>
          <a:custGeom>
            <a:avLst/>
            <a:gdLst/>
            <a:ahLst/>
            <a:rect l="0" t="0" r="r" b="b"/>
            <a:pathLst>
              <a:path w="192" h="192">
                <a:moveTo>
                  <a:pt x="192" y="192"/>
                </a:moveTo>
                <a:lnTo>
                  <a:pt x="0" y="192"/>
                </a:lnTo>
                <a:lnTo>
                  <a:pt x="0" y="0"/>
                </a:lnTo>
                <a:lnTo>
                  <a:pt x="192" y="0"/>
                </a:lnTo>
                <a:lnTo>
                  <a:pt x="192" y="192"/>
                </a:lnTo>
                <a:moveTo>
                  <a:pt x="48" y="143"/>
                </a:moveTo>
                <a:lnTo>
                  <a:pt x="144" y="143"/>
                </a:lnTo>
                <a:lnTo>
                  <a:pt x="144" y="48"/>
                </a:lnTo>
                <a:lnTo>
                  <a:pt x="48" y="48"/>
                </a:lnTo>
                <a:lnTo>
                  <a:pt x="48" y="143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8037000" y="1455120"/>
            <a:ext cx="240480" cy="128880"/>
          </a:xfrm>
          <a:custGeom>
            <a:avLst/>
            <a:gdLst/>
            <a:ahLst/>
            <a:rect l="0" t="0" r="r" b="b"/>
            <a:pathLst>
              <a:path w="668" h="358">
                <a:moveTo>
                  <a:pt x="524" y="358"/>
                </a:moveTo>
                <a:lnTo>
                  <a:pt x="476" y="358"/>
                </a:lnTo>
                <a:lnTo>
                  <a:pt x="476" y="311"/>
                </a:lnTo>
                <a:lnTo>
                  <a:pt x="524" y="311"/>
                </a:lnTo>
                <a:cubicBezTo>
                  <a:pt x="536" y="311"/>
                  <a:pt x="549" y="308"/>
                  <a:pt x="560" y="304"/>
                </a:cubicBezTo>
                <a:cubicBezTo>
                  <a:pt x="572" y="299"/>
                  <a:pt x="582" y="292"/>
                  <a:pt x="591" y="283"/>
                </a:cubicBezTo>
                <a:cubicBezTo>
                  <a:pt x="600" y="274"/>
                  <a:pt x="607" y="264"/>
                  <a:pt x="612" y="252"/>
                </a:cubicBezTo>
                <a:cubicBezTo>
                  <a:pt x="617" y="240"/>
                  <a:pt x="619" y="228"/>
                  <a:pt x="619" y="216"/>
                </a:cubicBezTo>
                <a:cubicBezTo>
                  <a:pt x="619" y="203"/>
                  <a:pt x="617" y="191"/>
                  <a:pt x="612" y="179"/>
                </a:cubicBezTo>
                <a:cubicBezTo>
                  <a:pt x="607" y="168"/>
                  <a:pt x="600" y="157"/>
                  <a:pt x="591" y="148"/>
                </a:cubicBezTo>
                <a:cubicBezTo>
                  <a:pt x="582" y="139"/>
                  <a:pt x="572" y="132"/>
                  <a:pt x="560" y="128"/>
                </a:cubicBezTo>
                <a:cubicBezTo>
                  <a:pt x="549" y="123"/>
                  <a:pt x="536" y="120"/>
                  <a:pt x="524" y="120"/>
                </a:cubicBezTo>
                <a:lnTo>
                  <a:pt x="238" y="120"/>
                </a:lnTo>
                <a:lnTo>
                  <a:pt x="238" y="73"/>
                </a:lnTo>
                <a:lnTo>
                  <a:pt x="524" y="73"/>
                </a:lnTo>
                <a:cubicBezTo>
                  <a:pt x="533" y="73"/>
                  <a:pt x="543" y="74"/>
                  <a:pt x="552" y="76"/>
                </a:cubicBezTo>
                <a:cubicBezTo>
                  <a:pt x="561" y="77"/>
                  <a:pt x="570" y="80"/>
                  <a:pt x="579" y="84"/>
                </a:cubicBezTo>
                <a:cubicBezTo>
                  <a:pt x="587" y="87"/>
                  <a:pt x="595" y="92"/>
                  <a:pt x="603" y="97"/>
                </a:cubicBezTo>
                <a:cubicBezTo>
                  <a:pt x="611" y="102"/>
                  <a:pt x="618" y="108"/>
                  <a:pt x="625" y="115"/>
                </a:cubicBezTo>
                <a:cubicBezTo>
                  <a:pt x="632" y="121"/>
                  <a:pt x="637" y="128"/>
                  <a:pt x="643" y="136"/>
                </a:cubicBezTo>
                <a:cubicBezTo>
                  <a:pt x="648" y="144"/>
                  <a:pt x="652" y="152"/>
                  <a:pt x="657" y="161"/>
                </a:cubicBezTo>
                <a:cubicBezTo>
                  <a:pt x="660" y="170"/>
                  <a:pt x="663" y="179"/>
                  <a:pt x="665" y="188"/>
                </a:cubicBezTo>
                <a:cubicBezTo>
                  <a:pt x="667" y="197"/>
                  <a:pt x="668" y="206"/>
                  <a:pt x="668" y="216"/>
                </a:cubicBezTo>
                <a:cubicBezTo>
                  <a:pt x="668" y="225"/>
                  <a:pt x="667" y="234"/>
                  <a:pt x="665" y="243"/>
                </a:cubicBezTo>
                <a:cubicBezTo>
                  <a:pt x="663" y="253"/>
                  <a:pt x="660" y="262"/>
                  <a:pt x="657" y="270"/>
                </a:cubicBezTo>
                <a:cubicBezTo>
                  <a:pt x="652" y="279"/>
                  <a:pt x="648" y="287"/>
                  <a:pt x="643" y="295"/>
                </a:cubicBezTo>
                <a:cubicBezTo>
                  <a:pt x="637" y="303"/>
                  <a:pt x="632" y="310"/>
                  <a:pt x="625" y="317"/>
                </a:cubicBezTo>
                <a:cubicBezTo>
                  <a:pt x="618" y="323"/>
                  <a:pt x="611" y="329"/>
                  <a:pt x="603" y="334"/>
                </a:cubicBezTo>
                <a:cubicBezTo>
                  <a:pt x="595" y="340"/>
                  <a:pt x="587" y="344"/>
                  <a:pt x="579" y="348"/>
                </a:cubicBezTo>
                <a:cubicBezTo>
                  <a:pt x="570" y="351"/>
                  <a:pt x="561" y="354"/>
                  <a:pt x="552" y="356"/>
                </a:cubicBezTo>
                <a:cubicBezTo>
                  <a:pt x="543" y="358"/>
                  <a:pt x="533" y="358"/>
                  <a:pt x="524" y="358"/>
                </a:cubicBezTo>
                <a:moveTo>
                  <a:pt x="191" y="192"/>
                </a:moveTo>
                <a:lnTo>
                  <a:pt x="0" y="192"/>
                </a:lnTo>
                <a:lnTo>
                  <a:pt x="0" y="0"/>
                </a:lnTo>
                <a:lnTo>
                  <a:pt x="191" y="0"/>
                </a:lnTo>
                <a:lnTo>
                  <a:pt x="191" y="192"/>
                </a:lnTo>
                <a:moveTo>
                  <a:pt x="48" y="144"/>
                </a:moveTo>
                <a:lnTo>
                  <a:pt x="143" y="144"/>
                </a:lnTo>
                <a:lnTo>
                  <a:pt x="143" y="48"/>
                </a:lnTo>
                <a:lnTo>
                  <a:pt x="48" y="48"/>
                </a:lnTo>
                <a:lnTo>
                  <a:pt x="48" y="144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19136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7589160" y="1760400"/>
            <a:ext cx="1321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Informatiestromen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993800" y="1984320"/>
            <a:ext cx="366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tussen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565400" y="2145960"/>
            <a:ext cx="1296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applicatiecomponenten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456840" y="2714400"/>
            <a:ext cx="8420760" cy="991080"/>
          </a:xfrm>
          <a:custGeom>
            <a:avLst/>
            <a:gdLst/>
            <a:ahLst/>
            <a:rect l="0" t="0" r="r" b="b"/>
            <a:pathLst>
              <a:path w="23391" h="2753">
                <a:moveTo>
                  <a:pt x="0" y="0"/>
                </a:moveTo>
                <a:lnTo>
                  <a:pt x="23391" y="0"/>
                </a:lnTo>
                <a:lnTo>
                  <a:pt x="23391" y="2753"/>
                </a:lnTo>
                <a:lnTo>
                  <a:pt x="0" y="275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456840" y="27144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6840" y="369540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8867520" y="2714400"/>
            <a:ext cx="10080" cy="991080"/>
          </a:xfrm>
          <a:custGeom>
            <a:avLst/>
            <a:gdLst/>
            <a:ahLst/>
            <a:rect l="0" t="0" r="r" b="b"/>
            <a:pathLst>
              <a:path w="28" h="2753">
                <a:moveTo>
                  <a:pt x="0" y="106"/>
                </a:moveTo>
                <a:lnTo>
                  <a:pt x="0" y="2753"/>
                </a:lnTo>
                <a:lnTo>
                  <a:pt x="28" y="275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6840" y="2714400"/>
            <a:ext cx="10080" cy="991080"/>
          </a:xfrm>
          <a:custGeom>
            <a:avLst/>
            <a:gdLst/>
            <a:ahLst/>
            <a:rect l="0" t="0" r="r" b="b"/>
            <a:pathLst>
              <a:path w="28" h="2753">
                <a:moveTo>
                  <a:pt x="0" y="0"/>
                </a:moveTo>
                <a:lnTo>
                  <a:pt x="0" y="2753"/>
                </a:lnTo>
                <a:lnTo>
                  <a:pt x="28" y="275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4585320" y="2855520"/>
            <a:ext cx="171720" cy="240120"/>
          </a:xfrm>
          <a:custGeom>
            <a:avLst/>
            <a:gdLst/>
            <a:ahLst/>
            <a:rect l="0" t="0" r="r" b="b"/>
            <a:pathLst>
              <a:path w="477" h="667">
                <a:moveTo>
                  <a:pt x="470" y="174"/>
                </a:moveTo>
                <a:lnTo>
                  <a:pt x="302" y="7"/>
                </a:lnTo>
                <a:cubicBezTo>
                  <a:pt x="297" y="2"/>
                  <a:pt x="292" y="0"/>
                  <a:pt x="285" y="0"/>
                </a:cubicBezTo>
                <a:lnTo>
                  <a:pt x="47" y="0"/>
                </a:lnTo>
                <a:cubicBezTo>
                  <a:pt x="21" y="0"/>
                  <a:pt x="0" y="21"/>
                  <a:pt x="0" y="47"/>
                </a:cubicBezTo>
                <a:lnTo>
                  <a:pt x="0" y="620"/>
                </a:lnTo>
                <a:cubicBezTo>
                  <a:pt x="0" y="646"/>
                  <a:pt x="21" y="667"/>
                  <a:pt x="47" y="667"/>
                </a:cubicBezTo>
                <a:lnTo>
                  <a:pt x="429" y="667"/>
                </a:lnTo>
                <a:cubicBezTo>
                  <a:pt x="455" y="667"/>
                  <a:pt x="477" y="646"/>
                  <a:pt x="477" y="620"/>
                </a:cubicBezTo>
                <a:lnTo>
                  <a:pt x="477" y="190"/>
                </a:lnTo>
                <a:cubicBezTo>
                  <a:pt x="477" y="183"/>
                  <a:pt x="474" y="178"/>
                  <a:pt x="470" y="174"/>
                </a:cubicBezTo>
                <a:moveTo>
                  <a:pt x="285" y="57"/>
                </a:moveTo>
                <a:lnTo>
                  <a:pt x="420" y="190"/>
                </a:lnTo>
                <a:lnTo>
                  <a:pt x="285" y="190"/>
                </a:lnTo>
                <a:lnTo>
                  <a:pt x="285" y="57"/>
                </a:lnTo>
                <a:moveTo>
                  <a:pt x="429" y="620"/>
                </a:moveTo>
                <a:lnTo>
                  <a:pt x="47" y="620"/>
                </a:lnTo>
                <a:lnTo>
                  <a:pt x="47" y="47"/>
                </a:lnTo>
                <a:lnTo>
                  <a:pt x="238" y="47"/>
                </a:lnTo>
                <a:lnTo>
                  <a:pt x="238" y="190"/>
                </a:lnTo>
                <a:cubicBezTo>
                  <a:pt x="238" y="216"/>
                  <a:pt x="259" y="238"/>
                  <a:pt x="285" y="238"/>
                </a:cubicBezTo>
                <a:lnTo>
                  <a:pt x="429" y="238"/>
                </a:lnTo>
                <a:lnTo>
                  <a:pt x="429" y="62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4619520" y="2975400"/>
            <a:ext cx="102960" cy="69120"/>
          </a:xfrm>
          <a:custGeom>
            <a:avLst/>
            <a:gdLst/>
            <a:ahLst/>
            <a:rect l="0" t="0" r="r" b="b"/>
            <a:pathLst>
              <a:path w="286" h="192">
                <a:moveTo>
                  <a:pt x="0" y="143"/>
                </a:moveTo>
                <a:lnTo>
                  <a:pt x="286" y="143"/>
                </a:lnTo>
                <a:lnTo>
                  <a:pt x="286" y="192"/>
                </a:lnTo>
                <a:lnTo>
                  <a:pt x="0" y="192"/>
                </a:lnTo>
                <a:lnTo>
                  <a:pt x="0" y="143"/>
                </a:lnTo>
                <a:moveTo>
                  <a:pt x="0" y="0"/>
                </a:moveTo>
                <a:lnTo>
                  <a:pt x="286" y="0"/>
                </a:lnTo>
                <a:lnTo>
                  <a:pt x="286" y="48"/>
                </a:lnTo>
                <a:lnTo>
                  <a:pt x="0" y="48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4576680" y="2445120"/>
            <a:ext cx="19764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60" spc="-1" strike="noStrike">
                <a:solidFill>
                  <a:srgbClr val="00af81"/>
                </a:solidFill>
                <a:latin typeface="Arial"/>
                <a:ea typeface="Arial"/>
              </a:rPr>
              <a:t>↓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3443400" y="3151800"/>
            <a:ext cx="2919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Eindproduct: koppelvlakspeciﬁcatie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456840" y="3800160"/>
            <a:ext cx="4153320" cy="1010160"/>
          </a:xfrm>
          <a:custGeom>
            <a:avLst/>
            <a:gdLst/>
            <a:ahLst/>
            <a:rect l="0" t="0" r="r" b="b"/>
            <a:pathLst>
              <a:path w="11537" h="2806">
                <a:moveTo>
                  <a:pt x="0" y="0"/>
                </a:moveTo>
                <a:lnTo>
                  <a:pt x="11537" y="0"/>
                </a:lnTo>
                <a:lnTo>
                  <a:pt x="11537" y="2806"/>
                </a:lnTo>
                <a:lnTo>
                  <a:pt x="0" y="2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456840" y="38001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56840" y="4800240"/>
            <a:ext cx="4153320" cy="10080"/>
          </a:xfrm>
          <a:custGeom>
            <a:avLst/>
            <a:gdLst/>
            <a:ahLst/>
            <a:rect l="0" t="0" r="r" b="b"/>
            <a:pathLst>
              <a:path w="11537" h="28">
                <a:moveTo>
                  <a:pt x="0" y="0"/>
                </a:moveTo>
                <a:lnTo>
                  <a:pt x="11537" y="0"/>
                </a:lnTo>
                <a:lnTo>
                  <a:pt x="115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4600440" y="3800160"/>
            <a:ext cx="9720" cy="1010160"/>
          </a:xfrm>
          <a:custGeom>
            <a:avLst/>
            <a:gdLst/>
            <a:ahLst/>
            <a:rect l="0" t="0" r="r" b="b"/>
            <a:pathLst>
              <a:path w="27" h="2806">
                <a:moveTo>
                  <a:pt x="0" y="106"/>
                </a:moveTo>
                <a:lnTo>
                  <a:pt x="0" y="2806"/>
                </a:lnTo>
                <a:lnTo>
                  <a:pt x="27" y="280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56840" y="3800160"/>
            <a:ext cx="10080" cy="1010160"/>
          </a:xfrm>
          <a:custGeom>
            <a:avLst/>
            <a:gdLst/>
            <a:ahLst/>
            <a:rect l="0" t="0" r="r" b="b"/>
            <a:pathLst>
              <a:path w="28" h="2806">
                <a:moveTo>
                  <a:pt x="0" y="0"/>
                </a:moveTo>
                <a:lnTo>
                  <a:pt x="0" y="2806"/>
                </a:lnTo>
                <a:lnTo>
                  <a:pt x="28" y="28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617040" y="3951720"/>
            <a:ext cx="240480" cy="249120"/>
          </a:xfrm>
          <a:custGeom>
            <a:avLst/>
            <a:gdLst/>
            <a:ahLst/>
            <a:rect l="0" t="0" r="r" b="b"/>
            <a:pathLst>
              <a:path w="668" h="692">
                <a:moveTo>
                  <a:pt x="143" y="191"/>
                </a:moveTo>
                <a:cubicBezTo>
                  <a:pt x="130" y="191"/>
                  <a:pt x="118" y="188"/>
                  <a:pt x="106" y="183"/>
                </a:cubicBezTo>
                <a:cubicBezTo>
                  <a:pt x="95" y="178"/>
                  <a:pt x="84" y="172"/>
                  <a:pt x="76" y="163"/>
                </a:cubicBezTo>
                <a:cubicBezTo>
                  <a:pt x="67" y="154"/>
                  <a:pt x="60" y="143"/>
                  <a:pt x="55" y="132"/>
                </a:cubicBezTo>
                <a:cubicBezTo>
                  <a:pt x="50" y="120"/>
                  <a:pt x="48" y="108"/>
                  <a:pt x="48" y="95"/>
                </a:cubicBezTo>
                <a:cubicBezTo>
                  <a:pt x="48" y="83"/>
                  <a:pt x="50" y="71"/>
                  <a:pt x="55" y="59"/>
                </a:cubicBezTo>
                <a:cubicBezTo>
                  <a:pt x="60" y="47"/>
                  <a:pt x="67" y="37"/>
                  <a:pt x="76" y="28"/>
                </a:cubicBezTo>
                <a:cubicBezTo>
                  <a:pt x="84" y="19"/>
                  <a:pt x="95" y="12"/>
                  <a:pt x="106" y="7"/>
                </a:cubicBezTo>
                <a:cubicBezTo>
                  <a:pt x="118" y="2"/>
                  <a:pt x="130" y="0"/>
                  <a:pt x="143" y="0"/>
                </a:cubicBezTo>
                <a:cubicBezTo>
                  <a:pt x="155" y="0"/>
                  <a:pt x="168" y="2"/>
                  <a:pt x="179" y="7"/>
                </a:cubicBezTo>
                <a:cubicBezTo>
                  <a:pt x="191" y="12"/>
                  <a:pt x="201" y="19"/>
                  <a:pt x="210" y="28"/>
                </a:cubicBezTo>
                <a:cubicBezTo>
                  <a:pt x="219" y="37"/>
                  <a:pt x="226" y="47"/>
                  <a:pt x="231" y="59"/>
                </a:cubicBezTo>
                <a:cubicBezTo>
                  <a:pt x="236" y="71"/>
                  <a:pt x="238" y="83"/>
                  <a:pt x="238" y="95"/>
                </a:cubicBezTo>
                <a:cubicBezTo>
                  <a:pt x="238" y="108"/>
                  <a:pt x="236" y="120"/>
                  <a:pt x="231" y="132"/>
                </a:cubicBezTo>
                <a:cubicBezTo>
                  <a:pt x="226" y="143"/>
                  <a:pt x="219" y="154"/>
                  <a:pt x="210" y="163"/>
                </a:cubicBezTo>
                <a:cubicBezTo>
                  <a:pt x="201" y="172"/>
                  <a:pt x="191" y="178"/>
                  <a:pt x="179" y="183"/>
                </a:cubicBezTo>
                <a:cubicBezTo>
                  <a:pt x="168" y="188"/>
                  <a:pt x="155" y="191"/>
                  <a:pt x="143" y="191"/>
                </a:cubicBezTo>
                <a:moveTo>
                  <a:pt x="143" y="48"/>
                </a:moveTo>
                <a:cubicBezTo>
                  <a:pt x="137" y="48"/>
                  <a:pt x="130" y="49"/>
                  <a:pt x="125" y="51"/>
                </a:cubicBezTo>
                <a:cubicBezTo>
                  <a:pt x="119" y="54"/>
                  <a:pt x="114" y="57"/>
                  <a:pt x="109" y="62"/>
                </a:cubicBezTo>
                <a:cubicBezTo>
                  <a:pt x="105" y="66"/>
                  <a:pt x="101" y="71"/>
                  <a:pt x="99" y="77"/>
                </a:cubicBezTo>
                <a:cubicBezTo>
                  <a:pt x="96" y="83"/>
                  <a:pt x="95" y="89"/>
                  <a:pt x="95" y="95"/>
                </a:cubicBezTo>
                <a:cubicBezTo>
                  <a:pt x="95" y="102"/>
                  <a:pt x="96" y="108"/>
                  <a:pt x="99" y="114"/>
                </a:cubicBezTo>
                <a:cubicBezTo>
                  <a:pt x="101" y="119"/>
                  <a:pt x="105" y="125"/>
                  <a:pt x="109" y="129"/>
                </a:cubicBezTo>
                <a:cubicBezTo>
                  <a:pt x="114" y="133"/>
                  <a:pt x="119" y="137"/>
                  <a:pt x="125" y="139"/>
                </a:cubicBezTo>
                <a:cubicBezTo>
                  <a:pt x="130" y="142"/>
                  <a:pt x="137" y="143"/>
                  <a:pt x="143" y="143"/>
                </a:cubicBezTo>
                <a:cubicBezTo>
                  <a:pt x="149" y="143"/>
                  <a:pt x="155" y="142"/>
                  <a:pt x="161" y="139"/>
                </a:cubicBezTo>
                <a:cubicBezTo>
                  <a:pt x="167" y="137"/>
                  <a:pt x="172" y="133"/>
                  <a:pt x="177" y="129"/>
                </a:cubicBezTo>
                <a:cubicBezTo>
                  <a:pt x="181" y="125"/>
                  <a:pt x="184" y="119"/>
                  <a:pt x="187" y="114"/>
                </a:cubicBezTo>
                <a:cubicBezTo>
                  <a:pt x="189" y="108"/>
                  <a:pt x="190" y="102"/>
                  <a:pt x="190" y="95"/>
                </a:cubicBezTo>
                <a:cubicBezTo>
                  <a:pt x="190" y="89"/>
                  <a:pt x="189" y="83"/>
                  <a:pt x="187" y="77"/>
                </a:cubicBezTo>
                <a:cubicBezTo>
                  <a:pt x="184" y="71"/>
                  <a:pt x="181" y="66"/>
                  <a:pt x="177" y="62"/>
                </a:cubicBezTo>
                <a:cubicBezTo>
                  <a:pt x="172" y="57"/>
                  <a:pt x="167" y="54"/>
                  <a:pt x="161" y="51"/>
                </a:cubicBezTo>
                <a:cubicBezTo>
                  <a:pt x="155" y="49"/>
                  <a:pt x="149" y="48"/>
                  <a:pt x="143" y="48"/>
                </a:cubicBezTo>
                <a:moveTo>
                  <a:pt x="524" y="191"/>
                </a:moveTo>
                <a:cubicBezTo>
                  <a:pt x="511" y="191"/>
                  <a:pt x="499" y="188"/>
                  <a:pt x="487" y="183"/>
                </a:cubicBezTo>
                <a:cubicBezTo>
                  <a:pt x="476" y="178"/>
                  <a:pt x="465" y="172"/>
                  <a:pt x="456" y="163"/>
                </a:cubicBezTo>
                <a:cubicBezTo>
                  <a:pt x="448" y="154"/>
                  <a:pt x="441" y="143"/>
                  <a:pt x="436" y="132"/>
                </a:cubicBezTo>
                <a:cubicBezTo>
                  <a:pt x="431" y="120"/>
                  <a:pt x="429" y="108"/>
                  <a:pt x="429" y="95"/>
                </a:cubicBezTo>
                <a:cubicBezTo>
                  <a:pt x="429" y="83"/>
                  <a:pt x="431" y="71"/>
                  <a:pt x="436" y="59"/>
                </a:cubicBezTo>
                <a:cubicBezTo>
                  <a:pt x="441" y="47"/>
                  <a:pt x="448" y="37"/>
                  <a:pt x="456" y="28"/>
                </a:cubicBezTo>
                <a:cubicBezTo>
                  <a:pt x="465" y="19"/>
                  <a:pt x="476" y="12"/>
                  <a:pt x="487" y="7"/>
                </a:cubicBezTo>
                <a:cubicBezTo>
                  <a:pt x="499" y="2"/>
                  <a:pt x="511" y="0"/>
                  <a:pt x="524" y="0"/>
                </a:cubicBezTo>
                <a:cubicBezTo>
                  <a:pt x="536" y="0"/>
                  <a:pt x="549" y="2"/>
                  <a:pt x="560" y="7"/>
                </a:cubicBezTo>
                <a:cubicBezTo>
                  <a:pt x="572" y="12"/>
                  <a:pt x="582" y="19"/>
                  <a:pt x="591" y="28"/>
                </a:cubicBezTo>
                <a:cubicBezTo>
                  <a:pt x="600" y="37"/>
                  <a:pt x="607" y="47"/>
                  <a:pt x="612" y="59"/>
                </a:cubicBezTo>
                <a:cubicBezTo>
                  <a:pt x="617" y="71"/>
                  <a:pt x="620" y="83"/>
                  <a:pt x="620" y="95"/>
                </a:cubicBezTo>
                <a:cubicBezTo>
                  <a:pt x="620" y="108"/>
                  <a:pt x="617" y="120"/>
                  <a:pt x="612" y="132"/>
                </a:cubicBezTo>
                <a:cubicBezTo>
                  <a:pt x="607" y="143"/>
                  <a:pt x="600" y="154"/>
                  <a:pt x="591" y="163"/>
                </a:cubicBezTo>
                <a:cubicBezTo>
                  <a:pt x="582" y="172"/>
                  <a:pt x="572" y="178"/>
                  <a:pt x="560" y="183"/>
                </a:cubicBezTo>
                <a:cubicBezTo>
                  <a:pt x="549" y="188"/>
                  <a:pt x="536" y="191"/>
                  <a:pt x="524" y="191"/>
                </a:cubicBezTo>
                <a:moveTo>
                  <a:pt x="524" y="48"/>
                </a:moveTo>
                <a:cubicBezTo>
                  <a:pt x="517" y="48"/>
                  <a:pt x="511" y="49"/>
                  <a:pt x="506" y="51"/>
                </a:cubicBezTo>
                <a:cubicBezTo>
                  <a:pt x="500" y="54"/>
                  <a:pt x="495" y="57"/>
                  <a:pt x="490" y="62"/>
                </a:cubicBezTo>
                <a:cubicBezTo>
                  <a:pt x="486" y="66"/>
                  <a:pt x="482" y="71"/>
                  <a:pt x="480" y="77"/>
                </a:cubicBezTo>
                <a:cubicBezTo>
                  <a:pt x="477" y="83"/>
                  <a:pt x="476" y="89"/>
                  <a:pt x="476" y="95"/>
                </a:cubicBezTo>
                <a:cubicBezTo>
                  <a:pt x="476" y="102"/>
                  <a:pt x="477" y="108"/>
                  <a:pt x="480" y="114"/>
                </a:cubicBezTo>
                <a:cubicBezTo>
                  <a:pt x="482" y="119"/>
                  <a:pt x="486" y="125"/>
                  <a:pt x="490" y="129"/>
                </a:cubicBezTo>
                <a:cubicBezTo>
                  <a:pt x="495" y="133"/>
                  <a:pt x="500" y="137"/>
                  <a:pt x="506" y="139"/>
                </a:cubicBezTo>
                <a:cubicBezTo>
                  <a:pt x="511" y="142"/>
                  <a:pt x="517" y="143"/>
                  <a:pt x="524" y="143"/>
                </a:cubicBezTo>
                <a:cubicBezTo>
                  <a:pt x="530" y="143"/>
                  <a:pt x="536" y="142"/>
                  <a:pt x="542" y="139"/>
                </a:cubicBezTo>
                <a:cubicBezTo>
                  <a:pt x="548" y="137"/>
                  <a:pt x="553" y="133"/>
                  <a:pt x="557" y="129"/>
                </a:cubicBezTo>
                <a:cubicBezTo>
                  <a:pt x="562" y="125"/>
                  <a:pt x="565" y="119"/>
                  <a:pt x="568" y="114"/>
                </a:cubicBezTo>
                <a:cubicBezTo>
                  <a:pt x="570" y="108"/>
                  <a:pt x="571" y="102"/>
                  <a:pt x="571" y="95"/>
                </a:cubicBezTo>
                <a:cubicBezTo>
                  <a:pt x="571" y="89"/>
                  <a:pt x="570" y="83"/>
                  <a:pt x="568" y="77"/>
                </a:cubicBezTo>
                <a:cubicBezTo>
                  <a:pt x="565" y="71"/>
                  <a:pt x="562" y="66"/>
                  <a:pt x="557" y="62"/>
                </a:cubicBezTo>
                <a:cubicBezTo>
                  <a:pt x="553" y="57"/>
                  <a:pt x="548" y="54"/>
                  <a:pt x="542" y="51"/>
                </a:cubicBezTo>
                <a:cubicBezTo>
                  <a:pt x="536" y="49"/>
                  <a:pt x="530" y="48"/>
                  <a:pt x="524" y="48"/>
                </a:cubicBezTo>
                <a:moveTo>
                  <a:pt x="571" y="692"/>
                </a:moveTo>
                <a:lnTo>
                  <a:pt x="476" y="692"/>
                </a:lnTo>
                <a:cubicBezTo>
                  <a:pt x="470" y="692"/>
                  <a:pt x="464" y="690"/>
                  <a:pt x="458" y="688"/>
                </a:cubicBezTo>
                <a:cubicBezTo>
                  <a:pt x="452" y="686"/>
                  <a:pt x="447" y="682"/>
                  <a:pt x="443" y="678"/>
                </a:cubicBezTo>
                <a:cubicBezTo>
                  <a:pt x="438" y="673"/>
                  <a:pt x="435" y="668"/>
                  <a:pt x="432" y="662"/>
                </a:cubicBezTo>
                <a:cubicBezTo>
                  <a:pt x="430" y="656"/>
                  <a:pt x="429" y="650"/>
                  <a:pt x="429" y="644"/>
                </a:cubicBezTo>
                <a:lnTo>
                  <a:pt x="429" y="477"/>
                </a:lnTo>
                <a:lnTo>
                  <a:pt x="476" y="477"/>
                </a:lnTo>
                <a:lnTo>
                  <a:pt x="476" y="644"/>
                </a:lnTo>
                <a:lnTo>
                  <a:pt x="571" y="644"/>
                </a:lnTo>
                <a:lnTo>
                  <a:pt x="571" y="430"/>
                </a:lnTo>
                <a:lnTo>
                  <a:pt x="620" y="430"/>
                </a:lnTo>
                <a:lnTo>
                  <a:pt x="620" y="286"/>
                </a:lnTo>
                <a:cubicBezTo>
                  <a:pt x="620" y="279"/>
                  <a:pt x="617" y="274"/>
                  <a:pt x="612" y="269"/>
                </a:cubicBezTo>
                <a:cubicBezTo>
                  <a:pt x="607" y="264"/>
                  <a:pt x="602" y="262"/>
                  <a:pt x="595" y="262"/>
                </a:cubicBezTo>
                <a:lnTo>
                  <a:pt x="442" y="262"/>
                </a:lnTo>
                <a:lnTo>
                  <a:pt x="333" y="453"/>
                </a:lnTo>
                <a:lnTo>
                  <a:pt x="224" y="262"/>
                </a:lnTo>
                <a:lnTo>
                  <a:pt x="71" y="262"/>
                </a:lnTo>
                <a:cubicBezTo>
                  <a:pt x="65" y="262"/>
                  <a:pt x="59" y="264"/>
                  <a:pt x="55" y="269"/>
                </a:cubicBezTo>
                <a:cubicBezTo>
                  <a:pt x="50" y="274"/>
                  <a:pt x="48" y="279"/>
                  <a:pt x="48" y="286"/>
                </a:cubicBezTo>
                <a:lnTo>
                  <a:pt x="48" y="430"/>
                </a:lnTo>
                <a:lnTo>
                  <a:pt x="95" y="430"/>
                </a:lnTo>
                <a:lnTo>
                  <a:pt x="95" y="644"/>
                </a:lnTo>
                <a:lnTo>
                  <a:pt x="190" y="644"/>
                </a:lnTo>
                <a:lnTo>
                  <a:pt x="190" y="477"/>
                </a:lnTo>
                <a:lnTo>
                  <a:pt x="238" y="477"/>
                </a:lnTo>
                <a:lnTo>
                  <a:pt x="238" y="644"/>
                </a:lnTo>
                <a:cubicBezTo>
                  <a:pt x="238" y="650"/>
                  <a:pt x="237" y="656"/>
                  <a:pt x="234" y="662"/>
                </a:cubicBezTo>
                <a:cubicBezTo>
                  <a:pt x="232" y="668"/>
                  <a:pt x="229" y="673"/>
                  <a:pt x="224" y="678"/>
                </a:cubicBezTo>
                <a:cubicBezTo>
                  <a:pt x="220" y="682"/>
                  <a:pt x="215" y="686"/>
                  <a:pt x="209" y="688"/>
                </a:cubicBezTo>
                <a:cubicBezTo>
                  <a:pt x="203" y="690"/>
                  <a:pt x="197" y="692"/>
                  <a:pt x="190" y="692"/>
                </a:cubicBezTo>
                <a:lnTo>
                  <a:pt x="95" y="692"/>
                </a:lnTo>
                <a:cubicBezTo>
                  <a:pt x="89" y="692"/>
                  <a:pt x="83" y="690"/>
                  <a:pt x="77" y="688"/>
                </a:cubicBezTo>
                <a:cubicBezTo>
                  <a:pt x="71" y="686"/>
                  <a:pt x="66" y="682"/>
                  <a:pt x="62" y="678"/>
                </a:cubicBezTo>
                <a:cubicBezTo>
                  <a:pt x="57" y="673"/>
                  <a:pt x="54" y="668"/>
                  <a:pt x="51" y="662"/>
                </a:cubicBezTo>
                <a:cubicBezTo>
                  <a:pt x="49" y="656"/>
                  <a:pt x="48" y="650"/>
                  <a:pt x="48" y="644"/>
                </a:cubicBezTo>
                <a:lnTo>
                  <a:pt x="48" y="477"/>
                </a:lnTo>
                <a:cubicBezTo>
                  <a:pt x="41" y="477"/>
                  <a:pt x="35" y="476"/>
                  <a:pt x="29" y="474"/>
                </a:cubicBezTo>
                <a:cubicBezTo>
                  <a:pt x="24" y="471"/>
                  <a:pt x="18" y="468"/>
                  <a:pt x="14" y="463"/>
                </a:cubicBezTo>
                <a:cubicBezTo>
                  <a:pt x="9" y="459"/>
                  <a:pt x="6" y="454"/>
                  <a:pt x="4" y="448"/>
                </a:cubicBezTo>
                <a:cubicBezTo>
                  <a:pt x="1" y="442"/>
                  <a:pt x="0" y="436"/>
                  <a:pt x="0" y="430"/>
                </a:cubicBezTo>
                <a:lnTo>
                  <a:pt x="0" y="286"/>
                </a:lnTo>
                <a:cubicBezTo>
                  <a:pt x="0" y="276"/>
                  <a:pt x="2" y="267"/>
                  <a:pt x="5" y="258"/>
                </a:cubicBezTo>
                <a:cubicBezTo>
                  <a:pt x="9" y="250"/>
                  <a:pt x="14" y="242"/>
                  <a:pt x="21" y="235"/>
                </a:cubicBezTo>
                <a:cubicBezTo>
                  <a:pt x="28" y="229"/>
                  <a:pt x="35" y="223"/>
                  <a:pt x="44" y="220"/>
                </a:cubicBezTo>
                <a:cubicBezTo>
                  <a:pt x="53" y="216"/>
                  <a:pt x="62" y="214"/>
                  <a:pt x="71" y="214"/>
                </a:cubicBezTo>
                <a:lnTo>
                  <a:pt x="252" y="214"/>
                </a:lnTo>
                <a:lnTo>
                  <a:pt x="333" y="357"/>
                </a:lnTo>
                <a:lnTo>
                  <a:pt x="415" y="214"/>
                </a:lnTo>
                <a:lnTo>
                  <a:pt x="595" y="214"/>
                </a:lnTo>
                <a:cubicBezTo>
                  <a:pt x="605" y="214"/>
                  <a:pt x="614" y="216"/>
                  <a:pt x="624" y="220"/>
                </a:cubicBezTo>
                <a:cubicBezTo>
                  <a:pt x="632" y="223"/>
                  <a:pt x="640" y="229"/>
                  <a:pt x="647" y="235"/>
                </a:cubicBezTo>
                <a:cubicBezTo>
                  <a:pt x="653" y="242"/>
                  <a:pt x="659" y="250"/>
                  <a:pt x="662" y="258"/>
                </a:cubicBezTo>
                <a:cubicBezTo>
                  <a:pt x="666" y="267"/>
                  <a:pt x="668" y="276"/>
                  <a:pt x="668" y="286"/>
                </a:cubicBezTo>
                <a:lnTo>
                  <a:pt x="668" y="430"/>
                </a:lnTo>
                <a:cubicBezTo>
                  <a:pt x="668" y="436"/>
                  <a:pt x="666" y="442"/>
                  <a:pt x="664" y="448"/>
                </a:cubicBezTo>
                <a:cubicBezTo>
                  <a:pt x="662" y="454"/>
                  <a:pt x="658" y="459"/>
                  <a:pt x="654" y="463"/>
                </a:cubicBezTo>
                <a:cubicBezTo>
                  <a:pt x="649" y="468"/>
                  <a:pt x="644" y="471"/>
                  <a:pt x="638" y="474"/>
                </a:cubicBezTo>
                <a:cubicBezTo>
                  <a:pt x="632" y="476"/>
                  <a:pt x="626" y="477"/>
                  <a:pt x="620" y="477"/>
                </a:cubicBezTo>
                <a:lnTo>
                  <a:pt x="620" y="644"/>
                </a:lnTo>
                <a:cubicBezTo>
                  <a:pt x="620" y="650"/>
                  <a:pt x="619" y="656"/>
                  <a:pt x="615" y="662"/>
                </a:cubicBezTo>
                <a:cubicBezTo>
                  <a:pt x="613" y="668"/>
                  <a:pt x="610" y="673"/>
                  <a:pt x="605" y="678"/>
                </a:cubicBezTo>
                <a:cubicBezTo>
                  <a:pt x="601" y="682"/>
                  <a:pt x="595" y="686"/>
                  <a:pt x="590" y="688"/>
                </a:cubicBezTo>
                <a:cubicBezTo>
                  <a:pt x="584" y="690"/>
                  <a:pt x="578" y="692"/>
                  <a:pt x="571" y="692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2467080" y="3427200"/>
            <a:ext cx="48758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koppelingspeciﬁcaties · datamodelschema's · interacties · koppelvlakdiensten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603720" y="4251240"/>
            <a:ext cx="3435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 gesprek met instellingen en leveranciers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4724280" y="3800160"/>
            <a:ext cx="4153320" cy="1010160"/>
          </a:xfrm>
          <a:custGeom>
            <a:avLst/>
            <a:gdLst/>
            <a:ahLst/>
            <a:rect l="0" t="0" r="r" b="b"/>
            <a:pathLst>
              <a:path w="11537" h="2806">
                <a:moveTo>
                  <a:pt x="0" y="0"/>
                </a:moveTo>
                <a:lnTo>
                  <a:pt x="11537" y="0"/>
                </a:lnTo>
                <a:lnTo>
                  <a:pt x="11537" y="2806"/>
                </a:lnTo>
                <a:lnTo>
                  <a:pt x="0" y="2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4724280" y="38001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4724280" y="4800240"/>
            <a:ext cx="4153320" cy="10080"/>
          </a:xfrm>
          <a:custGeom>
            <a:avLst/>
            <a:gdLst/>
            <a:ahLst/>
            <a:rect l="0" t="0" r="r" b="b"/>
            <a:pathLst>
              <a:path w="11537" h="28">
                <a:moveTo>
                  <a:pt x="0" y="0"/>
                </a:moveTo>
                <a:lnTo>
                  <a:pt x="11537" y="0"/>
                </a:lnTo>
                <a:lnTo>
                  <a:pt x="115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8867520" y="3800160"/>
            <a:ext cx="10080" cy="1010160"/>
          </a:xfrm>
          <a:custGeom>
            <a:avLst/>
            <a:gdLst/>
            <a:ahLst/>
            <a:rect l="0" t="0" r="r" b="b"/>
            <a:pathLst>
              <a:path w="28" h="2806">
                <a:moveTo>
                  <a:pt x="0" y="106"/>
                </a:moveTo>
                <a:lnTo>
                  <a:pt x="0" y="2806"/>
                </a:lnTo>
                <a:lnTo>
                  <a:pt x="28" y="280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4724280" y="3800160"/>
            <a:ext cx="9720" cy="1010160"/>
          </a:xfrm>
          <a:custGeom>
            <a:avLst/>
            <a:gdLst/>
            <a:ahLst/>
            <a:rect l="0" t="0" r="r" b="b"/>
            <a:pathLst>
              <a:path w="27" h="2806">
                <a:moveTo>
                  <a:pt x="0" y="0"/>
                </a:moveTo>
                <a:lnTo>
                  <a:pt x="0" y="2806"/>
                </a:lnTo>
                <a:lnTo>
                  <a:pt x="27" y="2806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4910760" y="3994560"/>
            <a:ext cx="189000" cy="206280"/>
          </a:xfrm>
          <a:custGeom>
            <a:avLst/>
            <a:gdLst/>
            <a:ahLst/>
            <a:rect l="0" t="0" r="r" b="b"/>
            <a:pathLst>
              <a:path w="525" h="573">
                <a:moveTo>
                  <a:pt x="525" y="573"/>
                </a:moveTo>
                <a:lnTo>
                  <a:pt x="478" y="573"/>
                </a:lnTo>
                <a:lnTo>
                  <a:pt x="478" y="501"/>
                </a:lnTo>
                <a:cubicBezTo>
                  <a:pt x="478" y="485"/>
                  <a:pt x="475" y="470"/>
                  <a:pt x="469" y="456"/>
                </a:cubicBezTo>
                <a:cubicBezTo>
                  <a:pt x="462" y="441"/>
                  <a:pt x="454" y="428"/>
                  <a:pt x="443" y="417"/>
                </a:cubicBezTo>
                <a:cubicBezTo>
                  <a:pt x="432" y="406"/>
                  <a:pt x="419" y="397"/>
                  <a:pt x="404" y="391"/>
                </a:cubicBezTo>
                <a:cubicBezTo>
                  <a:pt x="390" y="385"/>
                  <a:pt x="374" y="382"/>
                  <a:pt x="359" y="382"/>
                </a:cubicBezTo>
                <a:lnTo>
                  <a:pt x="215" y="382"/>
                </a:lnTo>
                <a:cubicBezTo>
                  <a:pt x="199" y="382"/>
                  <a:pt x="184" y="385"/>
                  <a:pt x="169" y="391"/>
                </a:cubicBezTo>
                <a:cubicBezTo>
                  <a:pt x="155" y="397"/>
                  <a:pt x="142" y="406"/>
                  <a:pt x="131" y="417"/>
                </a:cubicBezTo>
                <a:cubicBezTo>
                  <a:pt x="119" y="428"/>
                  <a:pt x="111" y="441"/>
                  <a:pt x="105" y="456"/>
                </a:cubicBezTo>
                <a:cubicBezTo>
                  <a:pt x="99" y="470"/>
                  <a:pt x="96" y="485"/>
                  <a:pt x="96" y="501"/>
                </a:cubicBezTo>
                <a:lnTo>
                  <a:pt x="96" y="573"/>
                </a:lnTo>
                <a:lnTo>
                  <a:pt x="48" y="573"/>
                </a:lnTo>
                <a:lnTo>
                  <a:pt x="48" y="501"/>
                </a:lnTo>
                <a:cubicBezTo>
                  <a:pt x="48" y="490"/>
                  <a:pt x="49" y="479"/>
                  <a:pt x="51" y="469"/>
                </a:cubicBezTo>
                <a:cubicBezTo>
                  <a:pt x="53" y="458"/>
                  <a:pt x="57" y="447"/>
                  <a:pt x="61" y="437"/>
                </a:cubicBezTo>
                <a:cubicBezTo>
                  <a:pt x="65" y="427"/>
                  <a:pt x="70" y="418"/>
                  <a:pt x="76" y="409"/>
                </a:cubicBezTo>
                <a:cubicBezTo>
                  <a:pt x="82" y="399"/>
                  <a:pt x="89" y="391"/>
                  <a:pt x="97" y="383"/>
                </a:cubicBezTo>
                <a:cubicBezTo>
                  <a:pt x="105" y="376"/>
                  <a:pt x="113" y="369"/>
                  <a:pt x="122" y="363"/>
                </a:cubicBezTo>
                <a:cubicBezTo>
                  <a:pt x="131" y="357"/>
                  <a:pt x="141" y="351"/>
                  <a:pt x="151" y="347"/>
                </a:cubicBezTo>
                <a:cubicBezTo>
                  <a:pt x="161" y="343"/>
                  <a:pt x="171" y="340"/>
                  <a:pt x="182" y="338"/>
                </a:cubicBezTo>
                <a:cubicBezTo>
                  <a:pt x="193" y="336"/>
                  <a:pt x="204" y="334"/>
                  <a:pt x="215" y="334"/>
                </a:cubicBezTo>
                <a:lnTo>
                  <a:pt x="359" y="334"/>
                </a:lnTo>
                <a:cubicBezTo>
                  <a:pt x="369" y="334"/>
                  <a:pt x="380" y="336"/>
                  <a:pt x="391" y="338"/>
                </a:cubicBezTo>
                <a:cubicBezTo>
                  <a:pt x="402" y="340"/>
                  <a:pt x="412" y="343"/>
                  <a:pt x="422" y="347"/>
                </a:cubicBezTo>
                <a:cubicBezTo>
                  <a:pt x="432" y="351"/>
                  <a:pt x="442" y="357"/>
                  <a:pt x="451" y="363"/>
                </a:cubicBezTo>
                <a:cubicBezTo>
                  <a:pt x="460" y="369"/>
                  <a:pt x="469" y="376"/>
                  <a:pt x="476" y="383"/>
                </a:cubicBezTo>
                <a:cubicBezTo>
                  <a:pt x="484" y="391"/>
                  <a:pt x="491" y="399"/>
                  <a:pt x="497" y="409"/>
                </a:cubicBezTo>
                <a:cubicBezTo>
                  <a:pt x="503" y="418"/>
                  <a:pt x="508" y="427"/>
                  <a:pt x="512" y="437"/>
                </a:cubicBezTo>
                <a:cubicBezTo>
                  <a:pt x="517" y="447"/>
                  <a:pt x="520" y="458"/>
                  <a:pt x="522" y="469"/>
                </a:cubicBezTo>
                <a:cubicBezTo>
                  <a:pt x="524" y="479"/>
                  <a:pt x="525" y="490"/>
                  <a:pt x="525" y="501"/>
                </a:cubicBezTo>
                <a:lnTo>
                  <a:pt x="525" y="573"/>
                </a:lnTo>
                <a:moveTo>
                  <a:pt x="24" y="0"/>
                </a:moveTo>
                <a:cubicBezTo>
                  <a:pt x="18" y="0"/>
                  <a:pt x="12" y="2"/>
                  <a:pt x="7" y="7"/>
                </a:cubicBezTo>
                <a:cubicBezTo>
                  <a:pt x="3" y="12"/>
                  <a:pt x="0" y="17"/>
                  <a:pt x="0" y="24"/>
                </a:cubicBezTo>
                <a:lnTo>
                  <a:pt x="0" y="239"/>
                </a:lnTo>
                <a:lnTo>
                  <a:pt x="48" y="239"/>
                </a:lnTo>
                <a:lnTo>
                  <a:pt x="48" y="24"/>
                </a:lnTo>
                <a:cubicBezTo>
                  <a:pt x="48" y="17"/>
                  <a:pt x="46" y="12"/>
                  <a:pt x="41" y="7"/>
                </a:cubicBezTo>
                <a:cubicBezTo>
                  <a:pt x="36" y="2"/>
                  <a:pt x="31" y="0"/>
                  <a:pt x="24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4910760" y="3960360"/>
            <a:ext cx="206280" cy="137520"/>
          </a:xfrm>
          <a:custGeom>
            <a:avLst/>
            <a:gdLst/>
            <a:ahLst/>
            <a:rect l="0" t="0" r="r" b="b"/>
            <a:pathLst>
              <a:path w="573" h="382">
                <a:moveTo>
                  <a:pt x="0" y="0"/>
                </a:moveTo>
                <a:lnTo>
                  <a:pt x="0" y="47"/>
                </a:lnTo>
                <a:lnTo>
                  <a:pt x="119" y="47"/>
                </a:lnTo>
                <a:lnTo>
                  <a:pt x="119" y="215"/>
                </a:lnTo>
                <a:cubicBezTo>
                  <a:pt x="119" y="226"/>
                  <a:pt x="121" y="237"/>
                  <a:pt x="123" y="248"/>
                </a:cubicBezTo>
                <a:cubicBezTo>
                  <a:pt x="125" y="258"/>
                  <a:pt x="128" y="269"/>
                  <a:pt x="132" y="279"/>
                </a:cubicBezTo>
                <a:cubicBezTo>
                  <a:pt x="136" y="289"/>
                  <a:pt x="141" y="299"/>
                  <a:pt x="148" y="308"/>
                </a:cubicBezTo>
                <a:cubicBezTo>
                  <a:pt x="154" y="317"/>
                  <a:pt x="161" y="325"/>
                  <a:pt x="168" y="333"/>
                </a:cubicBezTo>
                <a:cubicBezTo>
                  <a:pt x="176" y="341"/>
                  <a:pt x="184" y="348"/>
                  <a:pt x="194" y="354"/>
                </a:cubicBezTo>
                <a:cubicBezTo>
                  <a:pt x="203" y="360"/>
                  <a:pt x="212" y="365"/>
                  <a:pt x="222" y="369"/>
                </a:cubicBezTo>
                <a:cubicBezTo>
                  <a:pt x="232" y="373"/>
                  <a:pt x="243" y="376"/>
                  <a:pt x="254" y="379"/>
                </a:cubicBezTo>
                <a:cubicBezTo>
                  <a:pt x="264" y="381"/>
                  <a:pt x="275" y="382"/>
                  <a:pt x="286" y="382"/>
                </a:cubicBezTo>
                <a:cubicBezTo>
                  <a:pt x="297" y="382"/>
                  <a:pt x="308" y="381"/>
                  <a:pt x="319" y="379"/>
                </a:cubicBezTo>
                <a:cubicBezTo>
                  <a:pt x="329" y="376"/>
                  <a:pt x="340" y="373"/>
                  <a:pt x="351" y="369"/>
                </a:cubicBezTo>
                <a:cubicBezTo>
                  <a:pt x="361" y="365"/>
                  <a:pt x="371" y="360"/>
                  <a:pt x="380" y="354"/>
                </a:cubicBezTo>
                <a:cubicBezTo>
                  <a:pt x="389" y="348"/>
                  <a:pt x="397" y="341"/>
                  <a:pt x="405" y="333"/>
                </a:cubicBezTo>
                <a:cubicBezTo>
                  <a:pt x="413" y="325"/>
                  <a:pt x="420" y="317"/>
                  <a:pt x="426" y="308"/>
                </a:cubicBezTo>
                <a:cubicBezTo>
                  <a:pt x="432" y="299"/>
                  <a:pt x="437" y="289"/>
                  <a:pt x="441" y="279"/>
                </a:cubicBezTo>
                <a:cubicBezTo>
                  <a:pt x="445" y="269"/>
                  <a:pt x="448" y="258"/>
                  <a:pt x="451" y="248"/>
                </a:cubicBezTo>
                <a:cubicBezTo>
                  <a:pt x="453" y="237"/>
                  <a:pt x="454" y="226"/>
                  <a:pt x="454" y="215"/>
                </a:cubicBezTo>
                <a:lnTo>
                  <a:pt x="454" y="47"/>
                </a:lnTo>
                <a:lnTo>
                  <a:pt x="573" y="47"/>
                </a:lnTo>
                <a:lnTo>
                  <a:pt x="573" y="0"/>
                </a:lnTo>
                <a:lnTo>
                  <a:pt x="0" y="0"/>
                </a:lnTo>
                <a:moveTo>
                  <a:pt x="167" y="47"/>
                </a:moveTo>
                <a:lnTo>
                  <a:pt x="406" y="47"/>
                </a:lnTo>
                <a:lnTo>
                  <a:pt x="406" y="119"/>
                </a:lnTo>
                <a:lnTo>
                  <a:pt x="167" y="119"/>
                </a:lnTo>
                <a:lnTo>
                  <a:pt x="167" y="47"/>
                </a:lnTo>
                <a:moveTo>
                  <a:pt x="286" y="334"/>
                </a:moveTo>
                <a:cubicBezTo>
                  <a:pt x="270" y="334"/>
                  <a:pt x="255" y="331"/>
                  <a:pt x="241" y="325"/>
                </a:cubicBezTo>
                <a:cubicBezTo>
                  <a:pt x="226" y="319"/>
                  <a:pt x="213" y="311"/>
                  <a:pt x="202" y="299"/>
                </a:cubicBezTo>
                <a:cubicBezTo>
                  <a:pt x="191" y="288"/>
                  <a:pt x="182" y="275"/>
                  <a:pt x="176" y="261"/>
                </a:cubicBezTo>
                <a:cubicBezTo>
                  <a:pt x="170" y="246"/>
                  <a:pt x="167" y="231"/>
                  <a:pt x="167" y="215"/>
                </a:cubicBezTo>
                <a:lnTo>
                  <a:pt x="167" y="167"/>
                </a:lnTo>
                <a:lnTo>
                  <a:pt x="406" y="167"/>
                </a:lnTo>
                <a:lnTo>
                  <a:pt x="406" y="215"/>
                </a:lnTo>
                <a:cubicBezTo>
                  <a:pt x="406" y="231"/>
                  <a:pt x="403" y="246"/>
                  <a:pt x="397" y="261"/>
                </a:cubicBezTo>
                <a:cubicBezTo>
                  <a:pt x="391" y="275"/>
                  <a:pt x="382" y="288"/>
                  <a:pt x="371" y="299"/>
                </a:cubicBezTo>
                <a:cubicBezTo>
                  <a:pt x="360" y="311"/>
                  <a:pt x="346" y="319"/>
                  <a:pt x="332" y="325"/>
                </a:cubicBezTo>
                <a:cubicBezTo>
                  <a:pt x="317" y="331"/>
                  <a:pt x="302" y="334"/>
                  <a:pt x="286" y="334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603720" y="4513320"/>
            <a:ext cx="1873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moet er gebouwd worden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4874760" y="4251240"/>
            <a:ext cx="2013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Leerroute 1 in uitwerking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4874760" y="4513320"/>
            <a:ext cx="1183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volgt deze opbouw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" name=""/>
          <p:cNvSpPr/>
          <p:nvPr/>
        </p:nvSpPr>
        <p:spPr>
          <a:xfrm>
            <a:off x="461880" y="842760"/>
            <a:ext cx="4115160" cy="3686400"/>
          </a:xfrm>
          <a:custGeom>
            <a:avLst/>
            <a:gdLst/>
            <a:ahLst/>
            <a:rect l="0" t="0" r="r" b="b"/>
            <a:pathLst>
              <a:path w="11431" h="10240">
                <a:moveTo>
                  <a:pt x="0" y="100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85" y="0"/>
                </a:lnTo>
                <a:cubicBezTo>
                  <a:pt x="11295" y="0"/>
                  <a:pt x="11304" y="1"/>
                  <a:pt x="11314" y="3"/>
                </a:cubicBezTo>
                <a:cubicBezTo>
                  <a:pt x="11323" y="5"/>
                  <a:pt x="11332" y="7"/>
                  <a:pt x="11341" y="11"/>
                </a:cubicBezTo>
                <a:cubicBezTo>
                  <a:pt x="11350" y="15"/>
                  <a:pt x="11358" y="19"/>
                  <a:pt x="11366" y="25"/>
                </a:cubicBezTo>
                <a:cubicBezTo>
                  <a:pt x="11374" y="30"/>
                  <a:pt x="11381" y="36"/>
                  <a:pt x="11388" y="43"/>
                </a:cubicBezTo>
                <a:cubicBezTo>
                  <a:pt x="11395" y="49"/>
                  <a:pt x="11401" y="57"/>
                  <a:pt x="11406" y="65"/>
                </a:cubicBezTo>
                <a:cubicBezTo>
                  <a:pt x="11412" y="73"/>
                  <a:pt x="11416" y="81"/>
                  <a:pt x="11420" y="90"/>
                </a:cubicBezTo>
                <a:cubicBezTo>
                  <a:pt x="11423" y="99"/>
                  <a:pt x="11426" y="108"/>
                  <a:pt x="11428" y="117"/>
                </a:cubicBezTo>
                <a:cubicBezTo>
                  <a:pt x="11430" y="127"/>
                  <a:pt x="11431" y="136"/>
                  <a:pt x="11431" y="146"/>
                </a:cubicBezTo>
                <a:lnTo>
                  <a:pt x="11431" y="10095"/>
                </a:lnTo>
                <a:cubicBezTo>
                  <a:pt x="11431" y="10104"/>
                  <a:pt x="11430" y="10114"/>
                  <a:pt x="11428" y="10123"/>
                </a:cubicBezTo>
                <a:cubicBezTo>
                  <a:pt x="11426" y="10133"/>
                  <a:pt x="11423" y="10142"/>
                  <a:pt x="11420" y="10151"/>
                </a:cubicBezTo>
                <a:cubicBezTo>
                  <a:pt x="11416" y="10159"/>
                  <a:pt x="11412" y="10168"/>
                  <a:pt x="11406" y="10176"/>
                </a:cubicBezTo>
                <a:cubicBezTo>
                  <a:pt x="11401" y="10184"/>
                  <a:pt x="11395" y="10191"/>
                  <a:pt x="11388" y="10198"/>
                </a:cubicBezTo>
                <a:cubicBezTo>
                  <a:pt x="11381" y="10205"/>
                  <a:pt x="11374" y="10211"/>
                  <a:pt x="11366" y="10216"/>
                </a:cubicBezTo>
                <a:cubicBezTo>
                  <a:pt x="11358" y="10221"/>
                  <a:pt x="11350" y="10226"/>
                  <a:pt x="11341" y="10229"/>
                </a:cubicBezTo>
                <a:cubicBezTo>
                  <a:pt x="11332" y="10233"/>
                  <a:pt x="11323" y="10236"/>
                  <a:pt x="11314" y="10238"/>
                </a:cubicBezTo>
                <a:cubicBezTo>
                  <a:pt x="11304" y="10240"/>
                  <a:pt x="11295" y="10240"/>
                  <a:pt x="11285" y="10240"/>
                </a:cubicBezTo>
                <a:lnTo>
                  <a:pt x="145" y="10240"/>
                </a:lnTo>
                <a:cubicBezTo>
                  <a:pt x="136" y="10240"/>
                  <a:pt x="126" y="10240"/>
                  <a:pt x="117" y="10238"/>
                </a:cubicBezTo>
                <a:cubicBezTo>
                  <a:pt x="107" y="10236"/>
                  <a:pt x="98" y="10233"/>
                  <a:pt x="90" y="10229"/>
                </a:cubicBezTo>
                <a:cubicBezTo>
                  <a:pt x="81" y="10226"/>
                  <a:pt x="72" y="10221"/>
                  <a:pt x="64" y="10216"/>
                </a:cubicBezTo>
                <a:cubicBezTo>
                  <a:pt x="56" y="10211"/>
                  <a:pt x="49" y="10205"/>
                  <a:pt x="42" y="10198"/>
                </a:cubicBezTo>
                <a:cubicBezTo>
                  <a:pt x="36" y="10191"/>
                  <a:pt x="30" y="10184"/>
                  <a:pt x="24" y="10176"/>
                </a:cubicBezTo>
                <a:cubicBezTo>
                  <a:pt x="19" y="10168"/>
                  <a:pt x="14" y="10159"/>
                  <a:pt x="11" y="10151"/>
                </a:cubicBezTo>
                <a:cubicBezTo>
                  <a:pt x="7" y="10142"/>
                  <a:pt x="4" y="10133"/>
                  <a:pt x="3" y="10123"/>
                </a:cubicBezTo>
                <a:cubicBezTo>
                  <a:pt x="1" y="10114"/>
                  <a:pt x="0" y="10104"/>
                  <a:pt x="0" y="1009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461880" y="842760"/>
            <a:ext cx="4115160" cy="3686400"/>
          </a:xfrm>
          <a:custGeom>
            <a:avLst/>
            <a:gdLst/>
            <a:ahLst/>
            <a:rect l="0" t="0" r="r" b="b"/>
            <a:pathLst>
              <a:path w="11431" h="10240">
                <a:moveTo>
                  <a:pt x="0" y="100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85" y="0"/>
                </a:lnTo>
                <a:cubicBezTo>
                  <a:pt x="11295" y="0"/>
                  <a:pt x="11304" y="1"/>
                  <a:pt x="11314" y="3"/>
                </a:cubicBezTo>
                <a:cubicBezTo>
                  <a:pt x="11323" y="5"/>
                  <a:pt x="11332" y="7"/>
                  <a:pt x="11341" y="11"/>
                </a:cubicBezTo>
                <a:cubicBezTo>
                  <a:pt x="11350" y="15"/>
                  <a:pt x="11358" y="19"/>
                  <a:pt x="11366" y="25"/>
                </a:cubicBezTo>
                <a:cubicBezTo>
                  <a:pt x="11374" y="30"/>
                  <a:pt x="11381" y="36"/>
                  <a:pt x="11388" y="43"/>
                </a:cubicBezTo>
                <a:cubicBezTo>
                  <a:pt x="11395" y="49"/>
                  <a:pt x="11401" y="57"/>
                  <a:pt x="11406" y="65"/>
                </a:cubicBezTo>
                <a:cubicBezTo>
                  <a:pt x="11412" y="73"/>
                  <a:pt x="11416" y="81"/>
                  <a:pt x="11420" y="90"/>
                </a:cubicBezTo>
                <a:cubicBezTo>
                  <a:pt x="11423" y="99"/>
                  <a:pt x="11426" y="108"/>
                  <a:pt x="11428" y="117"/>
                </a:cubicBezTo>
                <a:cubicBezTo>
                  <a:pt x="11430" y="127"/>
                  <a:pt x="11431" y="136"/>
                  <a:pt x="11431" y="146"/>
                </a:cubicBezTo>
                <a:lnTo>
                  <a:pt x="11431" y="10095"/>
                </a:lnTo>
                <a:cubicBezTo>
                  <a:pt x="11431" y="10104"/>
                  <a:pt x="11430" y="10114"/>
                  <a:pt x="11428" y="10123"/>
                </a:cubicBezTo>
                <a:cubicBezTo>
                  <a:pt x="11426" y="10133"/>
                  <a:pt x="11423" y="10142"/>
                  <a:pt x="11420" y="10151"/>
                </a:cubicBezTo>
                <a:cubicBezTo>
                  <a:pt x="11416" y="10159"/>
                  <a:pt x="11412" y="10168"/>
                  <a:pt x="11406" y="10176"/>
                </a:cubicBezTo>
                <a:cubicBezTo>
                  <a:pt x="11401" y="10184"/>
                  <a:pt x="11395" y="10191"/>
                  <a:pt x="11388" y="10198"/>
                </a:cubicBezTo>
                <a:cubicBezTo>
                  <a:pt x="11381" y="10205"/>
                  <a:pt x="11374" y="10211"/>
                  <a:pt x="11366" y="10216"/>
                </a:cubicBezTo>
                <a:cubicBezTo>
                  <a:pt x="11358" y="10221"/>
                  <a:pt x="11350" y="10226"/>
                  <a:pt x="11341" y="10229"/>
                </a:cubicBezTo>
                <a:cubicBezTo>
                  <a:pt x="11332" y="10233"/>
                  <a:pt x="11323" y="10236"/>
                  <a:pt x="11314" y="10238"/>
                </a:cubicBezTo>
                <a:cubicBezTo>
                  <a:pt x="11304" y="10240"/>
                  <a:pt x="11295" y="10240"/>
                  <a:pt x="11285" y="10240"/>
                </a:cubicBezTo>
                <a:lnTo>
                  <a:pt x="145" y="10240"/>
                </a:lnTo>
                <a:cubicBezTo>
                  <a:pt x="136" y="10240"/>
                  <a:pt x="126" y="10240"/>
                  <a:pt x="117" y="10238"/>
                </a:cubicBezTo>
                <a:cubicBezTo>
                  <a:pt x="107" y="10236"/>
                  <a:pt x="98" y="10233"/>
                  <a:pt x="90" y="10229"/>
                </a:cubicBezTo>
                <a:cubicBezTo>
                  <a:pt x="81" y="10226"/>
                  <a:pt x="72" y="10221"/>
                  <a:pt x="64" y="10216"/>
                </a:cubicBezTo>
                <a:cubicBezTo>
                  <a:pt x="56" y="10211"/>
                  <a:pt x="49" y="10205"/>
                  <a:pt x="42" y="10198"/>
                </a:cubicBezTo>
                <a:cubicBezTo>
                  <a:pt x="36" y="10191"/>
                  <a:pt x="30" y="10184"/>
                  <a:pt x="24" y="10176"/>
                </a:cubicBezTo>
                <a:cubicBezTo>
                  <a:pt x="19" y="10168"/>
                  <a:pt x="14" y="10159"/>
                  <a:pt x="11" y="10151"/>
                </a:cubicBezTo>
                <a:cubicBezTo>
                  <a:pt x="7" y="10142"/>
                  <a:pt x="4" y="10133"/>
                  <a:pt x="3" y="10123"/>
                </a:cubicBezTo>
                <a:cubicBezTo>
                  <a:pt x="1" y="10114"/>
                  <a:pt x="0" y="10104"/>
                  <a:pt x="0" y="1009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8" name="" descr=""/>
          <p:cNvPicPr/>
          <p:nvPr/>
        </p:nvPicPr>
        <p:blipFill>
          <a:blip r:embed="rId2"/>
          <a:stretch/>
        </p:blipFill>
        <p:spPr>
          <a:xfrm>
            <a:off x="466560" y="847800"/>
            <a:ext cx="4105080" cy="3676320"/>
          </a:xfrm>
          <a:prstGeom prst="rect">
            <a:avLst/>
          </a:prstGeom>
          <a:ln w="0">
            <a:noFill/>
          </a:ln>
        </p:spPr>
      </p:pic>
      <p:sp>
        <p:nvSpPr>
          <p:cNvPr id="139" name=""/>
          <p:cNvSpPr txBox="1"/>
          <p:nvPr/>
        </p:nvSpPr>
        <p:spPr>
          <a:xfrm>
            <a:off x="439920" y="186480"/>
            <a:ext cx="6325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 eindproduct in bouwblokken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4752720" y="1171440"/>
            <a:ext cx="4124880" cy="1019520"/>
          </a:xfrm>
          <a:custGeom>
            <a:avLst/>
            <a:gdLst/>
            <a:ahLst/>
            <a:rect l="0" t="0" r="r" b="b"/>
            <a:pathLst>
              <a:path w="11458" h="2832">
                <a:moveTo>
                  <a:pt x="0" y="0"/>
                </a:moveTo>
                <a:lnTo>
                  <a:pt x="11458" y="0"/>
                </a:lnTo>
                <a:lnTo>
                  <a:pt x="11458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4752720" y="117144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4752720" y="218088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8867520" y="11714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106"/>
                </a:moveTo>
                <a:lnTo>
                  <a:pt x="0" y="2832"/>
                </a:lnTo>
                <a:lnTo>
                  <a:pt x="28" y="283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4752720" y="11714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0"/>
                </a:moveTo>
                <a:lnTo>
                  <a:pt x="0" y="2832"/>
                </a:lnTo>
                <a:lnTo>
                  <a:pt x="28" y="283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4752720" y="2276280"/>
            <a:ext cx="4124880" cy="1029240"/>
          </a:xfrm>
          <a:custGeom>
            <a:avLst/>
            <a:gdLst/>
            <a:ahLst/>
            <a:rect l="0" t="0" r="r" b="b"/>
            <a:pathLst>
              <a:path w="11458" h="2859">
                <a:moveTo>
                  <a:pt x="0" y="0"/>
                </a:moveTo>
                <a:lnTo>
                  <a:pt x="11458" y="0"/>
                </a:lnTo>
                <a:lnTo>
                  <a:pt x="11458" y="2859"/>
                </a:lnTo>
                <a:lnTo>
                  <a:pt x="0" y="28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4752720" y="227628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4752720" y="329544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8867520" y="2276280"/>
            <a:ext cx="10080" cy="1029240"/>
          </a:xfrm>
          <a:custGeom>
            <a:avLst/>
            <a:gdLst/>
            <a:ahLst/>
            <a:rect l="0" t="0" r="r" b="b"/>
            <a:pathLst>
              <a:path w="28" h="2859">
                <a:moveTo>
                  <a:pt x="0" y="106"/>
                </a:moveTo>
                <a:lnTo>
                  <a:pt x="0" y="2859"/>
                </a:lnTo>
                <a:lnTo>
                  <a:pt x="28" y="285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4752720" y="2276280"/>
            <a:ext cx="10080" cy="1029240"/>
          </a:xfrm>
          <a:custGeom>
            <a:avLst/>
            <a:gdLst/>
            <a:ahLst/>
            <a:rect l="0" t="0" r="r" b="b"/>
            <a:pathLst>
              <a:path w="28" h="2859">
                <a:moveTo>
                  <a:pt x="0" y="0"/>
                </a:moveTo>
                <a:lnTo>
                  <a:pt x="0" y="2859"/>
                </a:lnTo>
                <a:lnTo>
                  <a:pt x="28" y="285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4752720" y="3390840"/>
            <a:ext cx="4124880" cy="1019520"/>
          </a:xfrm>
          <a:custGeom>
            <a:avLst/>
            <a:gdLst/>
            <a:ahLst/>
            <a:rect l="0" t="0" r="r" b="b"/>
            <a:pathLst>
              <a:path w="11458" h="2832">
                <a:moveTo>
                  <a:pt x="0" y="0"/>
                </a:moveTo>
                <a:lnTo>
                  <a:pt x="11458" y="0"/>
                </a:lnTo>
                <a:lnTo>
                  <a:pt x="11458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4752720" y="3390840"/>
            <a:ext cx="4124880" cy="38160"/>
          </a:xfrm>
          <a:custGeom>
            <a:avLst/>
            <a:gdLst/>
            <a:ahLst/>
            <a:rect l="0" t="0" r="r" b="b"/>
            <a:pathLst>
              <a:path w="11458" h="106">
                <a:moveTo>
                  <a:pt x="0" y="0"/>
                </a:moveTo>
                <a:lnTo>
                  <a:pt x="11458" y="0"/>
                </a:lnTo>
                <a:lnTo>
                  <a:pt x="11458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4752720" y="440028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8867520" y="33908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105"/>
                </a:moveTo>
                <a:lnTo>
                  <a:pt x="0" y="2832"/>
                </a:lnTo>
                <a:lnTo>
                  <a:pt x="28" y="2832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4752720" y="33908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0"/>
                </a:moveTo>
                <a:lnTo>
                  <a:pt x="0" y="2832"/>
                </a:lnTo>
                <a:lnTo>
                  <a:pt x="28" y="2832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4912920" y="1331280"/>
            <a:ext cx="239400" cy="240480"/>
          </a:xfrm>
          <a:custGeom>
            <a:avLst/>
            <a:gdLst/>
            <a:ahLst/>
            <a:rect l="0" t="0" r="r" b="b"/>
            <a:pathLst>
              <a:path w="665" h="668">
                <a:moveTo>
                  <a:pt x="459" y="69"/>
                </a:moveTo>
                <a:lnTo>
                  <a:pt x="352" y="5"/>
                </a:lnTo>
                <a:cubicBezTo>
                  <a:pt x="345" y="3"/>
                  <a:pt x="340" y="0"/>
                  <a:pt x="333" y="0"/>
                </a:cubicBezTo>
                <a:cubicBezTo>
                  <a:pt x="326" y="0"/>
                  <a:pt x="321" y="3"/>
                  <a:pt x="316" y="5"/>
                </a:cubicBezTo>
                <a:lnTo>
                  <a:pt x="209" y="69"/>
                </a:lnTo>
                <a:cubicBezTo>
                  <a:pt x="197" y="77"/>
                  <a:pt x="190" y="88"/>
                  <a:pt x="190" y="100"/>
                </a:cubicBezTo>
                <a:lnTo>
                  <a:pt x="190" y="234"/>
                </a:lnTo>
                <a:cubicBezTo>
                  <a:pt x="190" y="246"/>
                  <a:pt x="197" y="258"/>
                  <a:pt x="207" y="265"/>
                </a:cubicBezTo>
                <a:lnTo>
                  <a:pt x="314" y="329"/>
                </a:lnTo>
                <a:cubicBezTo>
                  <a:pt x="319" y="331"/>
                  <a:pt x="326" y="334"/>
                  <a:pt x="331" y="334"/>
                </a:cubicBezTo>
                <a:cubicBezTo>
                  <a:pt x="335" y="334"/>
                  <a:pt x="343" y="331"/>
                  <a:pt x="347" y="329"/>
                </a:cubicBezTo>
                <a:lnTo>
                  <a:pt x="454" y="265"/>
                </a:lnTo>
                <a:cubicBezTo>
                  <a:pt x="464" y="258"/>
                  <a:pt x="471" y="248"/>
                  <a:pt x="471" y="234"/>
                </a:cubicBezTo>
                <a:lnTo>
                  <a:pt x="471" y="100"/>
                </a:lnTo>
                <a:cubicBezTo>
                  <a:pt x="476" y="88"/>
                  <a:pt x="469" y="77"/>
                  <a:pt x="459" y="69"/>
                </a:cubicBezTo>
                <a:moveTo>
                  <a:pt x="428" y="227"/>
                </a:moveTo>
                <a:lnTo>
                  <a:pt x="333" y="284"/>
                </a:lnTo>
                <a:lnTo>
                  <a:pt x="238" y="227"/>
                </a:lnTo>
                <a:lnTo>
                  <a:pt x="238" y="108"/>
                </a:lnTo>
                <a:lnTo>
                  <a:pt x="333" y="50"/>
                </a:lnTo>
                <a:lnTo>
                  <a:pt x="428" y="108"/>
                </a:lnTo>
                <a:lnTo>
                  <a:pt x="428" y="227"/>
                </a:lnTo>
                <a:moveTo>
                  <a:pt x="651" y="403"/>
                </a:moveTo>
                <a:lnTo>
                  <a:pt x="543" y="338"/>
                </a:lnTo>
                <a:cubicBezTo>
                  <a:pt x="535" y="336"/>
                  <a:pt x="531" y="334"/>
                  <a:pt x="524" y="334"/>
                </a:cubicBezTo>
                <a:cubicBezTo>
                  <a:pt x="516" y="334"/>
                  <a:pt x="512" y="336"/>
                  <a:pt x="507" y="338"/>
                </a:cubicBezTo>
                <a:lnTo>
                  <a:pt x="400" y="403"/>
                </a:lnTo>
                <a:cubicBezTo>
                  <a:pt x="390" y="410"/>
                  <a:pt x="383" y="419"/>
                  <a:pt x="383" y="434"/>
                </a:cubicBezTo>
                <a:lnTo>
                  <a:pt x="383" y="567"/>
                </a:lnTo>
                <a:cubicBezTo>
                  <a:pt x="383" y="579"/>
                  <a:pt x="390" y="591"/>
                  <a:pt x="400" y="598"/>
                </a:cubicBezTo>
                <a:lnTo>
                  <a:pt x="507" y="663"/>
                </a:lnTo>
                <a:cubicBezTo>
                  <a:pt x="512" y="666"/>
                  <a:pt x="519" y="668"/>
                  <a:pt x="524" y="668"/>
                </a:cubicBezTo>
                <a:cubicBezTo>
                  <a:pt x="528" y="668"/>
                  <a:pt x="535" y="666"/>
                  <a:pt x="540" y="663"/>
                </a:cubicBezTo>
                <a:lnTo>
                  <a:pt x="648" y="598"/>
                </a:lnTo>
                <a:cubicBezTo>
                  <a:pt x="658" y="591"/>
                  <a:pt x="665" y="581"/>
                  <a:pt x="665" y="567"/>
                </a:cubicBezTo>
                <a:lnTo>
                  <a:pt x="665" y="434"/>
                </a:lnTo>
                <a:cubicBezTo>
                  <a:pt x="667" y="422"/>
                  <a:pt x="660" y="410"/>
                  <a:pt x="651" y="403"/>
                </a:cubicBezTo>
                <a:moveTo>
                  <a:pt x="619" y="560"/>
                </a:moveTo>
                <a:lnTo>
                  <a:pt x="524" y="617"/>
                </a:lnTo>
                <a:lnTo>
                  <a:pt x="428" y="560"/>
                </a:lnTo>
                <a:lnTo>
                  <a:pt x="428" y="441"/>
                </a:lnTo>
                <a:lnTo>
                  <a:pt x="524" y="384"/>
                </a:lnTo>
                <a:lnTo>
                  <a:pt x="619" y="441"/>
                </a:lnTo>
                <a:lnTo>
                  <a:pt x="619" y="560"/>
                </a:lnTo>
                <a:moveTo>
                  <a:pt x="269" y="403"/>
                </a:moveTo>
                <a:lnTo>
                  <a:pt x="162" y="338"/>
                </a:lnTo>
                <a:cubicBezTo>
                  <a:pt x="154" y="336"/>
                  <a:pt x="150" y="334"/>
                  <a:pt x="143" y="334"/>
                </a:cubicBezTo>
                <a:cubicBezTo>
                  <a:pt x="135" y="334"/>
                  <a:pt x="131" y="336"/>
                  <a:pt x="126" y="338"/>
                </a:cubicBezTo>
                <a:lnTo>
                  <a:pt x="19" y="403"/>
                </a:lnTo>
                <a:cubicBezTo>
                  <a:pt x="7" y="410"/>
                  <a:pt x="0" y="422"/>
                  <a:pt x="0" y="434"/>
                </a:cubicBezTo>
                <a:lnTo>
                  <a:pt x="0" y="567"/>
                </a:lnTo>
                <a:cubicBezTo>
                  <a:pt x="0" y="579"/>
                  <a:pt x="7" y="591"/>
                  <a:pt x="16" y="598"/>
                </a:cubicBezTo>
                <a:lnTo>
                  <a:pt x="124" y="663"/>
                </a:lnTo>
                <a:cubicBezTo>
                  <a:pt x="131" y="666"/>
                  <a:pt x="135" y="668"/>
                  <a:pt x="143" y="668"/>
                </a:cubicBezTo>
                <a:cubicBezTo>
                  <a:pt x="150" y="668"/>
                  <a:pt x="154" y="666"/>
                  <a:pt x="159" y="663"/>
                </a:cubicBezTo>
                <a:lnTo>
                  <a:pt x="266" y="598"/>
                </a:lnTo>
                <a:cubicBezTo>
                  <a:pt x="276" y="591"/>
                  <a:pt x="283" y="581"/>
                  <a:pt x="283" y="567"/>
                </a:cubicBezTo>
                <a:lnTo>
                  <a:pt x="283" y="434"/>
                </a:lnTo>
                <a:cubicBezTo>
                  <a:pt x="285" y="422"/>
                  <a:pt x="278" y="410"/>
                  <a:pt x="269" y="403"/>
                </a:cubicBezTo>
                <a:moveTo>
                  <a:pt x="238" y="560"/>
                </a:moveTo>
                <a:lnTo>
                  <a:pt x="143" y="617"/>
                </a:lnTo>
                <a:lnTo>
                  <a:pt x="47" y="560"/>
                </a:lnTo>
                <a:lnTo>
                  <a:pt x="47" y="441"/>
                </a:lnTo>
                <a:lnTo>
                  <a:pt x="143" y="384"/>
                </a:lnTo>
                <a:lnTo>
                  <a:pt x="238" y="441"/>
                </a:lnTo>
                <a:lnTo>
                  <a:pt x="238" y="56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457200" y="4603680"/>
            <a:ext cx="2628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De koppelvlakspeciﬁcatie en haar bouwblokken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4897800" y="1618200"/>
            <a:ext cx="160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Vaste bouwblokken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4912920" y="2557440"/>
            <a:ext cx="240120" cy="128880"/>
          </a:xfrm>
          <a:custGeom>
            <a:avLst/>
            <a:gdLst/>
            <a:ahLst/>
            <a:rect l="0" t="0" r="r" b="b"/>
            <a:pathLst>
              <a:path w="667" h="358">
                <a:moveTo>
                  <a:pt x="667" y="358"/>
                </a:moveTo>
                <a:lnTo>
                  <a:pt x="477" y="358"/>
                </a:lnTo>
                <a:lnTo>
                  <a:pt x="477" y="166"/>
                </a:lnTo>
                <a:lnTo>
                  <a:pt x="667" y="166"/>
                </a:lnTo>
                <a:lnTo>
                  <a:pt x="667" y="358"/>
                </a:lnTo>
                <a:moveTo>
                  <a:pt x="525" y="310"/>
                </a:moveTo>
                <a:lnTo>
                  <a:pt x="620" y="310"/>
                </a:lnTo>
                <a:lnTo>
                  <a:pt x="620" y="214"/>
                </a:lnTo>
                <a:lnTo>
                  <a:pt x="525" y="214"/>
                </a:lnTo>
                <a:lnTo>
                  <a:pt x="525" y="310"/>
                </a:lnTo>
                <a:moveTo>
                  <a:pt x="429" y="286"/>
                </a:moveTo>
                <a:lnTo>
                  <a:pt x="144" y="286"/>
                </a:lnTo>
                <a:cubicBezTo>
                  <a:pt x="134" y="286"/>
                  <a:pt x="125" y="285"/>
                  <a:pt x="116" y="283"/>
                </a:cubicBezTo>
                <a:cubicBezTo>
                  <a:pt x="106" y="282"/>
                  <a:pt x="98" y="279"/>
                  <a:pt x="89" y="275"/>
                </a:cubicBezTo>
                <a:cubicBezTo>
                  <a:pt x="80" y="272"/>
                  <a:pt x="72" y="267"/>
                  <a:pt x="64" y="262"/>
                </a:cubicBezTo>
                <a:cubicBezTo>
                  <a:pt x="56" y="257"/>
                  <a:pt x="49" y="251"/>
                  <a:pt x="43" y="244"/>
                </a:cubicBezTo>
                <a:cubicBezTo>
                  <a:pt x="36" y="238"/>
                  <a:pt x="30" y="231"/>
                  <a:pt x="25" y="223"/>
                </a:cubicBezTo>
                <a:cubicBezTo>
                  <a:pt x="20" y="214"/>
                  <a:pt x="15" y="206"/>
                  <a:pt x="12" y="197"/>
                </a:cubicBezTo>
                <a:cubicBezTo>
                  <a:pt x="8" y="188"/>
                  <a:pt x="4" y="179"/>
                  <a:pt x="2" y="170"/>
                </a:cubicBezTo>
                <a:cubicBezTo>
                  <a:pt x="1" y="161"/>
                  <a:pt x="0" y="152"/>
                  <a:pt x="0" y="142"/>
                </a:cubicBezTo>
                <a:cubicBezTo>
                  <a:pt x="0" y="133"/>
                  <a:pt x="1" y="124"/>
                  <a:pt x="2" y="115"/>
                </a:cubicBezTo>
                <a:cubicBezTo>
                  <a:pt x="4" y="105"/>
                  <a:pt x="8" y="96"/>
                  <a:pt x="12" y="88"/>
                </a:cubicBezTo>
                <a:cubicBezTo>
                  <a:pt x="15" y="79"/>
                  <a:pt x="20" y="71"/>
                  <a:pt x="25" y="63"/>
                </a:cubicBezTo>
                <a:cubicBezTo>
                  <a:pt x="30" y="55"/>
                  <a:pt x="36" y="48"/>
                  <a:pt x="43" y="41"/>
                </a:cubicBezTo>
                <a:cubicBezTo>
                  <a:pt x="49" y="35"/>
                  <a:pt x="56" y="29"/>
                  <a:pt x="64" y="24"/>
                </a:cubicBezTo>
                <a:cubicBezTo>
                  <a:pt x="72" y="18"/>
                  <a:pt x="80" y="14"/>
                  <a:pt x="89" y="10"/>
                </a:cubicBezTo>
                <a:cubicBezTo>
                  <a:pt x="98" y="7"/>
                  <a:pt x="106" y="4"/>
                  <a:pt x="116" y="2"/>
                </a:cubicBezTo>
                <a:cubicBezTo>
                  <a:pt x="125" y="0"/>
                  <a:pt x="134" y="0"/>
                  <a:pt x="144" y="0"/>
                </a:cubicBezTo>
                <a:lnTo>
                  <a:pt x="191" y="0"/>
                </a:lnTo>
                <a:lnTo>
                  <a:pt x="191" y="47"/>
                </a:lnTo>
                <a:lnTo>
                  <a:pt x="144" y="47"/>
                </a:lnTo>
                <a:cubicBezTo>
                  <a:pt x="131" y="47"/>
                  <a:pt x="119" y="50"/>
                  <a:pt x="107" y="54"/>
                </a:cubicBezTo>
                <a:cubicBezTo>
                  <a:pt x="95" y="59"/>
                  <a:pt x="85" y="66"/>
                  <a:pt x="76" y="75"/>
                </a:cubicBezTo>
                <a:cubicBezTo>
                  <a:pt x="67" y="84"/>
                  <a:pt x="60" y="94"/>
                  <a:pt x="56" y="106"/>
                </a:cubicBezTo>
                <a:cubicBezTo>
                  <a:pt x="51" y="118"/>
                  <a:pt x="48" y="130"/>
                  <a:pt x="48" y="142"/>
                </a:cubicBezTo>
                <a:cubicBezTo>
                  <a:pt x="48" y="155"/>
                  <a:pt x="51" y="167"/>
                  <a:pt x="56" y="179"/>
                </a:cubicBezTo>
                <a:cubicBezTo>
                  <a:pt x="60" y="190"/>
                  <a:pt x="67" y="201"/>
                  <a:pt x="76" y="210"/>
                </a:cubicBezTo>
                <a:cubicBezTo>
                  <a:pt x="85" y="220"/>
                  <a:pt x="95" y="227"/>
                  <a:pt x="107" y="231"/>
                </a:cubicBezTo>
                <a:cubicBezTo>
                  <a:pt x="119" y="236"/>
                  <a:pt x="131" y="239"/>
                  <a:pt x="144" y="239"/>
                </a:cubicBezTo>
                <a:lnTo>
                  <a:pt x="429" y="239"/>
                </a:lnTo>
                <a:lnTo>
                  <a:pt x="429" y="28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4998600" y="2531520"/>
            <a:ext cx="68760" cy="69120"/>
          </a:xfrm>
          <a:custGeom>
            <a:avLst/>
            <a:gdLst/>
            <a:ahLst/>
            <a:rect l="0" t="0" r="r" b="b"/>
            <a:pathLst>
              <a:path w="191" h="192">
                <a:moveTo>
                  <a:pt x="191" y="192"/>
                </a:moveTo>
                <a:lnTo>
                  <a:pt x="0" y="192"/>
                </a:lnTo>
                <a:lnTo>
                  <a:pt x="0" y="0"/>
                </a:lnTo>
                <a:lnTo>
                  <a:pt x="191" y="0"/>
                </a:lnTo>
                <a:lnTo>
                  <a:pt x="191" y="192"/>
                </a:lnTo>
                <a:moveTo>
                  <a:pt x="47" y="144"/>
                </a:moveTo>
                <a:lnTo>
                  <a:pt x="144" y="144"/>
                </a:lnTo>
                <a:lnTo>
                  <a:pt x="144" y="48"/>
                </a:lnTo>
                <a:lnTo>
                  <a:pt x="47" y="48"/>
                </a:lnTo>
                <a:lnTo>
                  <a:pt x="47" y="14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4912920" y="2445840"/>
            <a:ext cx="240120" cy="128880"/>
          </a:xfrm>
          <a:custGeom>
            <a:avLst/>
            <a:gdLst/>
            <a:ahLst/>
            <a:rect l="0" t="0" r="r" b="b"/>
            <a:pathLst>
              <a:path w="667" h="358">
                <a:moveTo>
                  <a:pt x="525" y="358"/>
                </a:moveTo>
                <a:lnTo>
                  <a:pt x="477" y="358"/>
                </a:lnTo>
                <a:lnTo>
                  <a:pt x="477" y="311"/>
                </a:lnTo>
                <a:lnTo>
                  <a:pt x="525" y="311"/>
                </a:lnTo>
                <a:cubicBezTo>
                  <a:pt x="537" y="311"/>
                  <a:pt x="549" y="308"/>
                  <a:pt x="561" y="303"/>
                </a:cubicBezTo>
                <a:cubicBezTo>
                  <a:pt x="573" y="298"/>
                  <a:pt x="583" y="292"/>
                  <a:pt x="592" y="283"/>
                </a:cubicBezTo>
                <a:cubicBezTo>
                  <a:pt x="601" y="274"/>
                  <a:pt x="608" y="263"/>
                  <a:pt x="613" y="252"/>
                </a:cubicBezTo>
                <a:cubicBezTo>
                  <a:pt x="617" y="240"/>
                  <a:pt x="620" y="228"/>
                  <a:pt x="620" y="215"/>
                </a:cubicBezTo>
                <a:cubicBezTo>
                  <a:pt x="620" y="203"/>
                  <a:pt x="617" y="191"/>
                  <a:pt x="613" y="179"/>
                </a:cubicBezTo>
                <a:cubicBezTo>
                  <a:pt x="608" y="166"/>
                  <a:pt x="601" y="156"/>
                  <a:pt x="592" y="147"/>
                </a:cubicBezTo>
                <a:cubicBezTo>
                  <a:pt x="583" y="138"/>
                  <a:pt x="573" y="131"/>
                  <a:pt x="561" y="126"/>
                </a:cubicBezTo>
                <a:cubicBezTo>
                  <a:pt x="549" y="121"/>
                  <a:pt x="537" y="119"/>
                  <a:pt x="525" y="119"/>
                </a:cubicBezTo>
                <a:lnTo>
                  <a:pt x="239" y="119"/>
                </a:lnTo>
                <a:lnTo>
                  <a:pt x="239" y="71"/>
                </a:lnTo>
                <a:lnTo>
                  <a:pt x="525" y="71"/>
                </a:lnTo>
                <a:cubicBezTo>
                  <a:pt x="534" y="71"/>
                  <a:pt x="543" y="72"/>
                  <a:pt x="552" y="74"/>
                </a:cubicBezTo>
                <a:cubicBezTo>
                  <a:pt x="562" y="76"/>
                  <a:pt x="571" y="79"/>
                  <a:pt x="579" y="82"/>
                </a:cubicBezTo>
                <a:cubicBezTo>
                  <a:pt x="588" y="86"/>
                  <a:pt x="596" y="90"/>
                  <a:pt x="604" y="96"/>
                </a:cubicBezTo>
                <a:cubicBezTo>
                  <a:pt x="612" y="101"/>
                  <a:pt x="619" y="107"/>
                  <a:pt x="626" y="113"/>
                </a:cubicBezTo>
                <a:cubicBezTo>
                  <a:pt x="632" y="120"/>
                  <a:pt x="638" y="127"/>
                  <a:pt x="643" y="135"/>
                </a:cubicBezTo>
                <a:cubicBezTo>
                  <a:pt x="649" y="143"/>
                  <a:pt x="653" y="151"/>
                  <a:pt x="657" y="160"/>
                </a:cubicBezTo>
                <a:cubicBezTo>
                  <a:pt x="660" y="169"/>
                  <a:pt x="663" y="178"/>
                  <a:pt x="665" y="187"/>
                </a:cubicBezTo>
                <a:cubicBezTo>
                  <a:pt x="666" y="197"/>
                  <a:pt x="667" y="206"/>
                  <a:pt x="667" y="215"/>
                </a:cubicBezTo>
                <a:cubicBezTo>
                  <a:pt x="667" y="225"/>
                  <a:pt x="666" y="234"/>
                  <a:pt x="665" y="243"/>
                </a:cubicBezTo>
                <a:cubicBezTo>
                  <a:pt x="663" y="252"/>
                  <a:pt x="660" y="261"/>
                  <a:pt x="657" y="270"/>
                </a:cubicBezTo>
                <a:cubicBezTo>
                  <a:pt x="653" y="279"/>
                  <a:pt x="649" y="287"/>
                  <a:pt x="643" y="295"/>
                </a:cubicBezTo>
                <a:cubicBezTo>
                  <a:pt x="638" y="302"/>
                  <a:pt x="632" y="310"/>
                  <a:pt x="626" y="316"/>
                </a:cubicBezTo>
                <a:cubicBezTo>
                  <a:pt x="619" y="323"/>
                  <a:pt x="612" y="329"/>
                  <a:pt x="604" y="334"/>
                </a:cubicBezTo>
                <a:cubicBezTo>
                  <a:pt x="596" y="339"/>
                  <a:pt x="588" y="344"/>
                  <a:pt x="579" y="347"/>
                </a:cubicBezTo>
                <a:cubicBezTo>
                  <a:pt x="571" y="351"/>
                  <a:pt x="562" y="354"/>
                  <a:pt x="552" y="355"/>
                </a:cubicBezTo>
                <a:cubicBezTo>
                  <a:pt x="543" y="357"/>
                  <a:pt x="534" y="358"/>
                  <a:pt x="525" y="358"/>
                </a:cubicBezTo>
                <a:moveTo>
                  <a:pt x="191" y="191"/>
                </a:moveTo>
                <a:lnTo>
                  <a:pt x="0" y="191"/>
                </a:lnTo>
                <a:lnTo>
                  <a:pt x="0" y="0"/>
                </a:lnTo>
                <a:lnTo>
                  <a:pt x="191" y="0"/>
                </a:lnTo>
                <a:lnTo>
                  <a:pt x="191" y="191"/>
                </a:lnTo>
                <a:moveTo>
                  <a:pt x="48" y="143"/>
                </a:moveTo>
                <a:lnTo>
                  <a:pt x="144" y="143"/>
                </a:lnTo>
                <a:lnTo>
                  <a:pt x="144" y="48"/>
                </a:lnTo>
                <a:lnTo>
                  <a:pt x="48" y="48"/>
                </a:lnTo>
                <a:lnTo>
                  <a:pt x="48" y="14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4897800" y="1893960"/>
            <a:ext cx="38242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eisen · systemen · patronen · endpoints · schema's · toegang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4897800" y="2732760"/>
            <a:ext cx="13996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Drie koppelingen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5032800" y="3550680"/>
            <a:ext cx="103320" cy="146160"/>
          </a:xfrm>
          <a:custGeom>
            <a:avLst/>
            <a:gdLst/>
            <a:ahLst/>
            <a:rect l="0" t="0" r="r" b="b"/>
            <a:pathLst>
              <a:path w="287" h="406">
                <a:moveTo>
                  <a:pt x="0" y="0"/>
                </a:moveTo>
                <a:lnTo>
                  <a:pt x="0" y="49"/>
                </a:lnTo>
                <a:lnTo>
                  <a:pt x="239" y="49"/>
                </a:lnTo>
                <a:lnTo>
                  <a:pt x="239" y="406"/>
                </a:lnTo>
                <a:lnTo>
                  <a:pt x="287" y="406"/>
                </a:lnTo>
                <a:lnTo>
                  <a:pt x="287" y="49"/>
                </a:lnTo>
                <a:cubicBezTo>
                  <a:pt x="287" y="42"/>
                  <a:pt x="286" y="36"/>
                  <a:pt x="283" y="30"/>
                </a:cubicBezTo>
                <a:cubicBezTo>
                  <a:pt x="281" y="24"/>
                  <a:pt x="277" y="19"/>
                  <a:pt x="273" y="14"/>
                </a:cubicBezTo>
                <a:cubicBezTo>
                  <a:pt x="268" y="10"/>
                  <a:pt x="263" y="6"/>
                  <a:pt x="257" y="4"/>
                </a:cubicBezTo>
                <a:cubicBezTo>
                  <a:pt x="252" y="1"/>
                  <a:pt x="245" y="0"/>
                  <a:pt x="239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4989960" y="3593520"/>
            <a:ext cx="103320" cy="146160"/>
          </a:xfrm>
          <a:custGeom>
            <a:avLst/>
            <a:gdLst/>
            <a:ahLst/>
            <a:rect l="0" t="0" r="r" b="b"/>
            <a:pathLst>
              <a:path w="287" h="406">
                <a:moveTo>
                  <a:pt x="0" y="0"/>
                </a:moveTo>
                <a:lnTo>
                  <a:pt x="0" y="48"/>
                </a:lnTo>
                <a:lnTo>
                  <a:pt x="238" y="48"/>
                </a:lnTo>
                <a:lnTo>
                  <a:pt x="238" y="406"/>
                </a:lnTo>
                <a:lnTo>
                  <a:pt x="287" y="406"/>
                </a:lnTo>
                <a:lnTo>
                  <a:pt x="287" y="48"/>
                </a:lnTo>
                <a:cubicBezTo>
                  <a:pt x="287" y="42"/>
                  <a:pt x="286" y="35"/>
                  <a:pt x="283" y="30"/>
                </a:cubicBezTo>
                <a:cubicBezTo>
                  <a:pt x="281" y="24"/>
                  <a:pt x="277" y="19"/>
                  <a:pt x="273" y="14"/>
                </a:cubicBezTo>
                <a:cubicBezTo>
                  <a:pt x="268" y="10"/>
                  <a:pt x="263" y="6"/>
                  <a:pt x="257" y="4"/>
                </a:cubicBezTo>
                <a:cubicBezTo>
                  <a:pt x="251" y="1"/>
                  <a:pt x="244" y="0"/>
                  <a:pt x="238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4929840" y="3636360"/>
            <a:ext cx="120600" cy="154800"/>
          </a:xfrm>
          <a:custGeom>
            <a:avLst/>
            <a:gdLst/>
            <a:ahLst/>
            <a:rect l="0" t="0" r="r" b="b"/>
            <a:pathLst>
              <a:path w="335" h="430">
                <a:moveTo>
                  <a:pt x="48" y="0"/>
                </a:moveTo>
                <a:lnTo>
                  <a:pt x="287" y="0"/>
                </a:lnTo>
                <a:cubicBezTo>
                  <a:pt x="293" y="0"/>
                  <a:pt x="299" y="1"/>
                  <a:pt x="305" y="4"/>
                </a:cubicBezTo>
                <a:cubicBezTo>
                  <a:pt x="311" y="6"/>
                  <a:pt x="316" y="10"/>
                  <a:pt x="321" y="14"/>
                </a:cubicBezTo>
                <a:cubicBezTo>
                  <a:pt x="325" y="19"/>
                  <a:pt x="329" y="24"/>
                  <a:pt x="331" y="30"/>
                </a:cubicBezTo>
                <a:cubicBezTo>
                  <a:pt x="333" y="35"/>
                  <a:pt x="335" y="42"/>
                  <a:pt x="335" y="48"/>
                </a:cubicBezTo>
                <a:lnTo>
                  <a:pt x="335" y="381"/>
                </a:lnTo>
                <a:cubicBezTo>
                  <a:pt x="335" y="389"/>
                  <a:pt x="333" y="395"/>
                  <a:pt x="331" y="400"/>
                </a:cubicBezTo>
                <a:cubicBezTo>
                  <a:pt x="329" y="406"/>
                  <a:pt x="325" y="411"/>
                  <a:pt x="321" y="416"/>
                </a:cubicBezTo>
                <a:cubicBezTo>
                  <a:pt x="316" y="420"/>
                  <a:pt x="311" y="424"/>
                  <a:pt x="305" y="426"/>
                </a:cubicBezTo>
                <a:cubicBezTo>
                  <a:pt x="299" y="429"/>
                  <a:pt x="293" y="430"/>
                  <a:pt x="287" y="430"/>
                </a:cubicBezTo>
                <a:lnTo>
                  <a:pt x="48" y="430"/>
                </a:lnTo>
                <a:cubicBezTo>
                  <a:pt x="42" y="430"/>
                  <a:pt x="36" y="429"/>
                  <a:pt x="30" y="426"/>
                </a:cubicBezTo>
                <a:cubicBezTo>
                  <a:pt x="24" y="424"/>
                  <a:pt x="19" y="420"/>
                  <a:pt x="14" y="416"/>
                </a:cubicBezTo>
                <a:cubicBezTo>
                  <a:pt x="10" y="411"/>
                  <a:pt x="6" y="406"/>
                  <a:pt x="4" y="400"/>
                </a:cubicBezTo>
                <a:cubicBezTo>
                  <a:pt x="2" y="395"/>
                  <a:pt x="0" y="389"/>
                  <a:pt x="0" y="381"/>
                </a:cubicBezTo>
                <a:lnTo>
                  <a:pt x="0" y="48"/>
                </a:lnTo>
                <a:cubicBezTo>
                  <a:pt x="0" y="42"/>
                  <a:pt x="2" y="35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moveTo>
                  <a:pt x="287" y="48"/>
                </a:moveTo>
                <a:lnTo>
                  <a:pt x="48" y="48"/>
                </a:lnTo>
                <a:lnTo>
                  <a:pt x="48" y="381"/>
                </a:lnTo>
                <a:lnTo>
                  <a:pt x="287" y="381"/>
                </a:lnTo>
                <a:lnTo>
                  <a:pt x="287" y="48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4897800" y="3008160"/>
            <a:ext cx="2948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planning · studentadministratie · leeromgeving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4897800" y="3846960"/>
            <a:ext cx="1725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Eigen versie per deel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4897800" y="4122720"/>
            <a:ext cx="18356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openbaar, met de reden erbij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3757680" y="488988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7" name=""/>
          <p:cNvSpPr txBox="1"/>
          <p:nvPr/>
        </p:nvSpPr>
        <p:spPr>
          <a:xfrm>
            <a:off x="439920" y="824760"/>
            <a:ext cx="4341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Leerroute 1 als proces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6183360" y="1758240"/>
            <a:ext cx="2656080" cy="585360"/>
          </a:xfrm>
          <a:custGeom>
            <a:avLst/>
            <a:gdLst/>
            <a:ahLst/>
            <a:rect l="0" t="0" r="r" b="b"/>
            <a:pathLst>
              <a:path w="7378" h="1626">
                <a:moveTo>
                  <a:pt x="0" y="0"/>
                </a:moveTo>
                <a:lnTo>
                  <a:pt x="7378" y="0"/>
                </a:lnTo>
                <a:lnTo>
                  <a:pt x="7378" y="1626"/>
                </a:lnTo>
                <a:lnTo>
                  <a:pt x="0" y="1626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6183360" y="1758240"/>
            <a:ext cx="2656080" cy="585360"/>
          </a:xfrm>
          <a:custGeom>
            <a:avLst/>
            <a:gdLst/>
            <a:ahLst/>
            <a:rect l="0" t="0" r="r" b="b"/>
            <a:pathLst>
              <a:path w="7378" h="1626">
                <a:moveTo>
                  <a:pt x="0" y="0"/>
                </a:moveTo>
                <a:lnTo>
                  <a:pt x="7378" y="0"/>
                </a:lnTo>
                <a:lnTo>
                  <a:pt x="7378" y="1626"/>
                </a:lnTo>
                <a:lnTo>
                  <a:pt x="0" y="1626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457200" y="1413360"/>
            <a:ext cx="19695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Fragment uit het procesmodel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6183360" y="2439000"/>
            <a:ext cx="2656080" cy="585360"/>
          </a:xfrm>
          <a:custGeom>
            <a:avLst/>
            <a:gdLst/>
            <a:ahLst/>
            <a:rect l="0" t="0" r="r" b="b"/>
            <a:pathLst>
              <a:path w="7378" h="1626">
                <a:moveTo>
                  <a:pt x="0" y="0"/>
                </a:moveTo>
                <a:lnTo>
                  <a:pt x="7378" y="0"/>
                </a:lnTo>
                <a:lnTo>
                  <a:pt x="7378" y="1626"/>
                </a:lnTo>
                <a:lnTo>
                  <a:pt x="0" y="1626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6183360" y="2439000"/>
            <a:ext cx="2656080" cy="585360"/>
          </a:xfrm>
          <a:custGeom>
            <a:avLst/>
            <a:gdLst/>
            <a:ahLst/>
            <a:rect l="0" t="0" r="r" b="b"/>
            <a:pathLst>
              <a:path w="7378" h="1626">
                <a:moveTo>
                  <a:pt x="0" y="0"/>
                </a:moveTo>
                <a:lnTo>
                  <a:pt x="7378" y="0"/>
                </a:lnTo>
                <a:lnTo>
                  <a:pt x="7378" y="1626"/>
                </a:lnTo>
                <a:lnTo>
                  <a:pt x="0" y="1626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7389720" y="1768320"/>
            <a:ext cx="27216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000000"/>
                </a:solidFill>
                <a:latin typeface="Arial"/>
                <a:ea typeface="Arial"/>
              </a:rPr>
              <a:t>Planner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495360" y="1782000"/>
            <a:ext cx="5449680" cy="1170720"/>
          </a:xfrm>
          <a:custGeom>
            <a:avLst/>
            <a:gdLst/>
            <a:ahLst/>
            <a:rect l="0" t="0" r="r" b="b"/>
            <a:pathLst>
              <a:path w="15138" h="3252">
                <a:moveTo>
                  <a:pt x="0" y="0"/>
                </a:moveTo>
                <a:lnTo>
                  <a:pt x="15138" y="0"/>
                </a:lnTo>
                <a:lnTo>
                  <a:pt x="15138" y="3252"/>
                </a:lnTo>
                <a:lnTo>
                  <a:pt x="0" y="3252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495360" y="1782000"/>
            <a:ext cx="5449680" cy="1170720"/>
          </a:xfrm>
          <a:custGeom>
            <a:avLst/>
            <a:gdLst/>
            <a:ahLst/>
            <a:rect l="0" t="0" r="r" b="b"/>
            <a:pathLst>
              <a:path w="15138" h="3252">
                <a:moveTo>
                  <a:pt x="0" y="0"/>
                </a:moveTo>
                <a:lnTo>
                  <a:pt x="15138" y="0"/>
                </a:lnTo>
                <a:lnTo>
                  <a:pt x="15138" y="3252"/>
                </a:lnTo>
                <a:lnTo>
                  <a:pt x="0" y="3252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7143480" y="2449080"/>
            <a:ext cx="81468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000000"/>
                </a:solidFill>
                <a:latin typeface="Arial"/>
                <a:ea typeface="Arial"/>
              </a:rPr>
              <a:t>Onderwijsontwikkelaar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1803960" y="2391120"/>
            <a:ext cx="219600" cy="0"/>
          </a:xfrm>
          <a:custGeom>
            <a:avLst/>
            <a:gdLst/>
            <a:ahLst/>
            <a:rect l="0" t="0" r="r" b="b"/>
            <a:pathLst>
              <a:path fill="none" w="610" h="0">
                <a:moveTo>
                  <a:pt x="0" y="0"/>
                </a:moveTo>
                <a:lnTo>
                  <a:pt x="55" y="0"/>
                </a:lnTo>
                <a:cubicBezTo>
                  <a:pt x="110" y="0"/>
                  <a:pt x="221" y="0"/>
                  <a:pt x="323" y="0"/>
                </a:cubicBezTo>
                <a:cubicBezTo>
                  <a:pt x="424" y="0"/>
                  <a:pt x="517" y="0"/>
                  <a:pt x="564" y="0"/>
                </a:cubicBezTo>
                <a:lnTo>
                  <a:pt x="610" y="0"/>
                </a:lnTo>
              </a:path>
            </a:pathLst>
          </a:custGeom>
          <a:ln w="4680">
            <a:solidFill>
              <a:srgbClr val="dd784b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2004480" y="237204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0"/>
                </a:moveTo>
                <a:lnTo>
                  <a:pt x="107" y="54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2002680" y="2368800"/>
            <a:ext cx="44640" cy="45360"/>
          </a:xfrm>
          <a:custGeom>
            <a:avLst/>
            <a:gdLst/>
            <a:ahLst/>
            <a:rect l="0" t="0" r="r" b="b"/>
            <a:pathLst>
              <a:path w="124" h="126">
                <a:moveTo>
                  <a:pt x="17" y="10"/>
                </a:moveTo>
                <a:lnTo>
                  <a:pt x="26" y="15"/>
                </a:lnTo>
                <a:lnTo>
                  <a:pt x="22" y="24"/>
                </a:lnTo>
                <a:lnTo>
                  <a:pt x="12" y="19"/>
                </a:lnTo>
                <a:lnTo>
                  <a:pt x="17" y="10"/>
                </a:lnTo>
                <a:moveTo>
                  <a:pt x="26" y="15"/>
                </a:moveTo>
                <a:lnTo>
                  <a:pt x="37" y="19"/>
                </a:lnTo>
                <a:lnTo>
                  <a:pt x="31" y="29"/>
                </a:lnTo>
                <a:lnTo>
                  <a:pt x="22" y="24"/>
                </a:lnTo>
                <a:lnTo>
                  <a:pt x="26" y="15"/>
                </a:lnTo>
                <a:moveTo>
                  <a:pt x="37" y="19"/>
                </a:moveTo>
                <a:lnTo>
                  <a:pt x="46" y="24"/>
                </a:lnTo>
                <a:lnTo>
                  <a:pt x="42" y="34"/>
                </a:lnTo>
                <a:lnTo>
                  <a:pt x="31" y="29"/>
                </a:lnTo>
                <a:lnTo>
                  <a:pt x="37" y="19"/>
                </a:lnTo>
                <a:moveTo>
                  <a:pt x="46" y="24"/>
                </a:moveTo>
                <a:lnTo>
                  <a:pt x="56" y="29"/>
                </a:lnTo>
                <a:lnTo>
                  <a:pt x="51" y="38"/>
                </a:lnTo>
                <a:lnTo>
                  <a:pt x="42" y="34"/>
                </a:lnTo>
                <a:lnTo>
                  <a:pt x="46" y="24"/>
                </a:lnTo>
                <a:moveTo>
                  <a:pt x="56" y="29"/>
                </a:moveTo>
                <a:lnTo>
                  <a:pt x="65" y="34"/>
                </a:lnTo>
                <a:lnTo>
                  <a:pt x="60" y="43"/>
                </a:lnTo>
                <a:lnTo>
                  <a:pt x="51" y="38"/>
                </a:lnTo>
                <a:lnTo>
                  <a:pt x="56" y="29"/>
                </a:lnTo>
                <a:moveTo>
                  <a:pt x="65" y="34"/>
                </a:moveTo>
                <a:lnTo>
                  <a:pt x="75" y="38"/>
                </a:lnTo>
                <a:lnTo>
                  <a:pt x="70" y="48"/>
                </a:lnTo>
                <a:lnTo>
                  <a:pt x="60" y="43"/>
                </a:lnTo>
                <a:lnTo>
                  <a:pt x="65" y="34"/>
                </a:lnTo>
                <a:moveTo>
                  <a:pt x="75" y="38"/>
                </a:moveTo>
                <a:lnTo>
                  <a:pt x="84" y="43"/>
                </a:lnTo>
                <a:lnTo>
                  <a:pt x="79" y="53"/>
                </a:lnTo>
                <a:lnTo>
                  <a:pt x="70" y="48"/>
                </a:lnTo>
                <a:lnTo>
                  <a:pt x="75" y="38"/>
                </a:lnTo>
                <a:moveTo>
                  <a:pt x="84" y="43"/>
                </a:moveTo>
                <a:lnTo>
                  <a:pt x="94" y="48"/>
                </a:lnTo>
                <a:lnTo>
                  <a:pt x="89" y="57"/>
                </a:lnTo>
                <a:lnTo>
                  <a:pt x="79" y="53"/>
                </a:lnTo>
                <a:lnTo>
                  <a:pt x="84" y="43"/>
                </a:lnTo>
                <a:moveTo>
                  <a:pt x="94" y="48"/>
                </a:moveTo>
                <a:lnTo>
                  <a:pt x="103" y="53"/>
                </a:lnTo>
                <a:lnTo>
                  <a:pt x="98" y="62"/>
                </a:lnTo>
                <a:lnTo>
                  <a:pt x="89" y="57"/>
                </a:lnTo>
                <a:lnTo>
                  <a:pt x="94" y="48"/>
                </a:lnTo>
                <a:moveTo>
                  <a:pt x="103" y="53"/>
                </a:moveTo>
                <a:lnTo>
                  <a:pt x="113" y="57"/>
                </a:lnTo>
                <a:lnTo>
                  <a:pt x="108" y="67"/>
                </a:lnTo>
                <a:lnTo>
                  <a:pt x="98" y="62"/>
                </a:lnTo>
                <a:lnTo>
                  <a:pt x="103" y="53"/>
                </a:lnTo>
                <a:moveTo>
                  <a:pt x="113" y="57"/>
                </a:moveTo>
                <a:lnTo>
                  <a:pt x="124" y="63"/>
                </a:lnTo>
                <a:lnTo>
                  <a:pt x="107" y="72"/>
                </a:lnTo>
                <a:lnTo>
                  <a:pt x="102" y="62"/>
                </a:lnTo>
                <a:lnTo>
                  <a:pt x="110" y="58"/>
                </a:lnTo>
                <a:lnTo>
                  <a:pt x="112" y="63"/>
                </a:lnTo>
                <a:lnTo>
                  <a:pt x="110" y="68"/>
                </a:lnTo>
                <a:lnTo>
                  <a:pt x="108" y="67"/>
                </a:lnTo>
                <a:lnTo>
                  <a:pt x="113" y="57"/>
                </a:lnTo>
                <a:moveTo>
                  <a:pt x="107" y="72"/>
                </a:moveTo>
                <a:lnTo>
                  <a:pt x="97" y="76"/>
                </a:lnTo>
                <a:lnTo>
                  <a:pt x="92" y="67"/>
                </a:lnTo>
                <a:lnTo>
                  <a:pt x="102" y="62"/>
                </a:lnTo>
                <a:lnTo>
                  <a:pt x="107" y="72"/>
                </a:lnTo>
                <a:moveTo>
                  <a:pt x="97" y="76"/>
                </a:moveTo>
                <a:lnTo>
                  <a:pt x="88" y="81"/>
                </a:lnTo>
                <a:lnTo>
                  <a:pt x="83" y="72"/>
                </a:lnTo>
                <a:lnTo>
                  <a:pt x="92" y="67"/>
                </a:lnTo>
                <a:lnTo>
                  <a:pt x="97" y="76"/>
                </a:lnTo>
                <a:moveTo>
                  <a:pt x="88" y="81"/>
                </a:moveTo>
                <a:lnTo>
                  <a:pt x="78" y="86"/>
                </a:lnTo>
                <a:lnTo>
                  <a:pt x="73" y="76"/>
                </a:lnTo>
                <a:lnTo>
                  <a:pt x="83" y="72"/>
                </a:lnTo>
                <a:lnTo>
                  <a:pt x="88" y="81"/>
                </a:lnTo>
                <a:moveTo>
                  <a:pt x="78" y="86"/>
                </a:moveTo>
                <a:lnTo>
                  <a:pt x="69" y="91"/>
                </a:lnTo>
                <a:lnTo>
                  <a:pt x="64" y="81"/>
                </a:lnTo>
                <a:lnTo>
                  <a:pt x="73" y="76"/>
                </a:lnTo>
                <a:lnTo>
                  <a:pt x="78" y="86"/>
                </a:lnTo>
                <a:moveTo>
                  <a:pt x="69" y="91"/>
                </a:moveTo>
                <a:lnTo>
                  <a:pt x="59" y="95"/>
                </a:lnTo>
                <a:lnTo>
                  <a:pt x="54" y="86"/>
                </a:lnTo>
                <a:lnTo>
                  <a:pt x="64" y="81"/>
                </a:lnTo>
                <a:lnTo>
                  <a:pt x="69" y="91"/>
                </a:lnTo>
                <a:moveTo>
                  <a:pt x="59" y="95"/>
                </a:moveTo>
                <a:lnTo>
                  <a:pt x="50" y="100"/>
                </a:lnTo>
                <a:lnTo>
                  <a:pt x="45" y="91"/>
                </a:lnTo>
                <a:lnTo>
                  <a:pt x="54" y="86"/>
                </a:lnTo>
                <a:lnTo>
                  <a:pt x="59" y="95"/>
                </a:lnTo>
                <a:moveTo>
                  <a:pt x="50" y="100"/>
                </a:moveTo>
                <a:lnTo>
                  <a:pt x="40" y="105"/>
                </a:lnTo>
                <a:lnTo>
                  <a:pt x="35" y="95"/>
                </a:lnTo>
                <a:lnTo>
                  <a:pt x="45" y="91"/>
                </a:lnTo>
                <a:lnTo>
                  <a:pt x="50" y="100"/>
                </a:lnTo>
                <a:moveTo>
                  <a:pt x="40" y="105"/>
                </a:moveTo>
                <a:lnTo>
                  <a:pt x="30" y="110"/>
                </a:lnTo>
                <a:lnTo>
                  <a:pt x="25" y="100"/>
                </a:lnTo>
                <a:lnTo>
                  <a:pt x="35" y="95"/>
                </a:lnTo>
                <a:lnTo>
                  <a:pt x="40" y="105"/>
                </a:lnTo>
                <a:moveTo>
                  <a:pt x="30" y="110"/>
                </a:moveTo>
                <a:lnTo>
                  <a:pt x="20" y="114"/>
                </a:lnTo>
                <a:lnTo>
                  <a:pt x="15" y="105"/>
                </a:lnTo>
                <a:lnTo>
                  <a:pt x="25" y="100"/>
                </a:lnTo>
                <a:lnTo>
                  <a:pt x="30" y="110"/>
                </a:lnTo>
                <a:moveTo>
                  <a:pt x="20" y="114"/>
                </a:moveTo>
                <a:lnTo>
                  <a:pt x="11" y="119"/>
                </a:lnTo>
                <a:lnTo>
                  <a:pt x="6" y="110"/>
                </a:lnTo>
                <a:lnTo>
                  <a:pt x="15" y="105"/>
                </a:lnTo>
                <a:lnTo>
                  <a:pt x="20" y="114"/>
                </a:lnTo>
                <a:moveTo>
                  <a:pt x="11" y="119"/>
                </a:moveTo>
                <a:lnTo>
                  <a:pt x="0" y="126"/>
                </a:lnTo>
                <a:lnTo>
                  <a:pt x="0" y="109"/>
                </a:lnTo>
                <a:lnTo>
                  <a:pt x="10" y="109"/>
                </a:lnTo>
                <a:lnTo>
                  <a:pt x="10" y="116"/>
                </a:lnTo>
                <a:lnTo>
                  <a:pt x="5" y="116"/>
                </a:lnTo>
                <a:lnTo>
                  <a:pt x="3" y="111"/>
                </a:lnTo>
                <a:lnTo>
                  <a:pt x="6" y="110"/>
                </a:lnTo>
                <a:lnTo>
                  <a:pt x="11" y="119"/>
                </a:lnTo>
                <a:moveTo>
                  <a:pt x="0" y="109"/>
                </a:moveTo>
                <a:lnTo>
                  <a:pt x="0" y="99"/>
                </a:lnTo>
                <a:lnTo>
                  <a:pt x="10" y="99"/>
                </a:lnTo>
                <a:lnTo>
                  <a:pt x="10" y="109"/>
                </a:lnTo>
                <a:lnTo>
                  <a:pt x="0" y="109"/>
                </a:lnTo>
                <a:moveTo>
                  <a:pt x="0" y="99"/>
                </a:moveTo>
                <a:lnTo>
                  <a:pt x="0" y="88"/>
                </a:lnTo>
                <a:lnTo>
                  <a:pt x="10" y="88"/>
                </a:lnTo>
                <a:lnTo>
                  <a:pt x="10" y="99"/>
                </a:lnTo>
                <a:lnTo>
                  <a:pt x="0" y="99"/>
                </a:lnTo>
                <a:moveTo>
                  <a:pt x="0" y="88"/>
                </a:moveTo>
                <a:lnTo>
                  <a:pt x="0" y="77"/>
                </a:lnTo>
                <a:lnTo>
                  <a:pt x="10" y="77"/>
                </a:lnTo>
                <a:lnTo>
                  <a:pt x="10" y="88"/>
                </a:lnTo>
                <a:lnTo>
                  <a:pt x="0" y="88"/>
                </a:lnTo>
                <a:moveTo>
                  <a:pt x="0" y="77"/>
                </a:moveTo>
                <a:lnTo>
                  <a:pt x="0" y="67"/>
                </a:lnTo>
                <a:lnTo>
                  <a:pt x="10" y="67"/>
                </a:lnTo>
                <a:lnTo>
                  <a:pt x="10" y="77"/>
                </a:lnTo>
                <a:lnTo>
                  <a:pt x="0" y="77"/>
                </a:lnTo>
                <a:moveTo>
                  <a:pt x="0" y="67"/>
                </a:moveTo>
                <a:lnTo>
                  <a:pt x="0" y="56"/>
                </a:lnTo>
                <a:lnTo>
                  <a:pt x="10" y="56"/>
                </a:lnTo>
                <a:lnTo>
                  <a:pt x="10" y="67"/>
                </a:lnTo>
                <a:lnTo>
                  <a:pt x="0" y="67"/>
                </a:lnTo>
                <a:moveTo>
                  <a:pt x="0" y="56"/>
                </a:moveTo>
                <a:lnTo>
                  <a:pt x="0" y="46"/>
                </a:lnTo>
                <a:lnTo>
                  <a:pt x="10" y="46"/>
                </a:lnTo>
                <a:lnTo>
                  <a:pt x="10" y="56"/>
                </a:lnTo>
                <a:lnTo>
                  <a:pt x="0" y="56"/>
                </a:lnTo>
                <a:moveTo>
                  <a:pt x="0" y="46"/>
                </a:moveTo>
                <a:lnTo>
                  <a:pt x="0" y="35"/>
                </a:lnTo>
                <a:lnTo>
                  <a:pt x="10" y="35"/>
                </a:lnTo>
                <a:lnTo>
                  <a:pt x="10" y="46"/>
                </a:lnTo>
                <a:lnTo>
                  <a:pt x="0" y="46"/>
                </a:lnTo>
                <a:moveTo>
                  <a:pt x="0" y="35"/>
                </a:moveTo>
                <a:lnTo>
                  <a:pt x="0" y="24"/>
                </a:lnTo>
                <a:lnTo>
                  <a:pt x="10" y="24"/>
                </a:lnTo>
                <a:lnTo>
                  <a:pt x="10" y="35"/>
                </a:lnTo>
                <a:lnTo>
                  <a:pt x="0" y="35"/>
                </a:lnTo>
                <a:moveTo>
                  <a:pt x="0" y="24"/>
                </a:moveTo>
                <a:lnTo>
                  <a:pt x="0" y="14"/>
                </a:lnTo>
                <a:lnTo>
                  <a:pt x="10" y="14"/>
                </a:lnTo>
                <a:lnTo>
                  <a:pt x="10" y="24"/>
                </a:lnTo>
                <a:lnTo>
                  <a:pt x="0" y="24"/>
                </a:lnTo>
                <a:moveTo>
                  <a:pt x="0" y="14"/>
                </a:moveTo>
                <a:lnTo>
                  <a:pt x="0" y="0"/>
                </a:lnTo>
                <a:lnTo>
                  <a:pt x="17" y="10"/>
                </a:lnTo>
                <a:lnTo>
                  <a:pt x="12" y="19"/>
                </a:lnTo>
                <a:lnTo>
                  <a:pt x="3" y="15"/>
                </a:lnTo>
                <a:lnTo>
                  <a:pt x="5" y="10"/>
                </a:lnTo>
                <a:lnTo>
                  <a:pt x="10" y="10"/>
                </a:lnTo>
                <a:lnTo>
                  <a:pt x="10" y="14"/>
                </a:lnTo>
                <a:lnTo>
                  <a:pt x="0" y="1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3050280" y="2391120"/>
            <a:ext cx="219960" cy="0"/>
          </a:xfrm>
          <a:custGeom>
            <a:avLst/>
            <a:gdLst/>
            <a:ahLst/>
            <a:rect l="0" t="0" r="r" b="b"/>
            <a:pathLst>
              <a:path fill="none" w="611" h="0">
                <a:moveTo>
                  <a:pt x="0" y="0"/>
                </a:moveTo>
                <a:lnTo>
                  <a:pt x="56" y="0"/>
                </a:lnTo>
                <a:cubicBezTo>
                  <a:pt x="111" y="0"/>
                  <a:pt x="221" y="0"/>
                  <a:pt x="323" y="0"/>
                </a:cubicBezTo>
                <a:cubicBezTo>
                  <a:pt x="425" y="0"/>
                  <a:pt x="518" y="0"/>
                  <a:pt x="564" y="0"/>
                </a:cubicBezTo>
                <a:lnTo>
                  <a:pt x="611" y="0"/>
                </a:lnTo>
              </a:path>
            </a:pathLst>
          </a:custGeom>
          <a:ln w="4680">
            <a:solidFill>
              <a:srgbClr val="dd784b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3251160" y="237204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0"/>
                </a:moveTo>
                <a:lnTo>
                  <a:pt x="107" y="54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3249000" y="2368800"/>
            <a:ext cx="45000" cy="45360"/>
          </a:xfrm>
          <a:custGeom>
            <a:avLst/>
            <a:gdLst/>
            <a:ahLst/>
            <a:rect l="0" t="0" r="r" b="b"/>
            <a:pathLst>
              <a:path w="125" h="126">
                <a:moveTo>
                  <a:pt x="18" y="10"/>
                </a:moveTo>
                <a:lnTo>
                  <a:pt x="28" y="15"/>
                </a:lnTo>
                <a:lnTo>
                  <a:pt x="23" y="24"/>
                </a:lnTo>
                <a:lnTo>
                  <a:pt x="13" y="19"/>
                </a:lnTo>
                <a:lnTo>
                  <a:pt x="18" y="10"/>
                </a:lnTo>
                <a:moveTo>
                  <a:pt x="28" y="15"/>
                </a:moveTo>
                <a:lnTo>
                  <a:pt x="37" y="19"/>
                </a:lnTo>
                <a:lnTo>
                  <a:pt x="33" y="29"/>
                </a:lnTo>
                <a:lnTo>
                  <a:pt x="23" y="24"/>
                </a:lnTo>
                <a:lnTo>
                  <a:pt x="28" y="15"/>
                </a:lnTo>
                <a:moveTo>
                  <a:pt x="37" y="19"/>
                </a:moveTo>
                <a:lnTo>
                  <a:pt x="47" y="24"/>
                </a:lnTo>
                <a:lnTo>
                  <a:pt x="42" y="34"/>
                </a:lnTo>
                <a:lnTo>
                  <a:pt x="33" y="29"/>
                </a:lnTo>
                <a:lnTo>
                  <a:pt x="37" y="19"/>
                </a:lnTo>
                <a:moveTo>
                  <a:pt x="47" y="24"/>
                </a:moveTo>
                <a:lnTo>
                  <a:pt x="56" y="29"/>
                </a:lnTo>
                <a:lnTo>
                  <a:pt x="52" y="38"/>
                </a:lnTo>
                <a:lnTo>
                  <a:pt x="42" y="34"/>
                </a:lnTo>
                <a:lnTo>
                  <a:pt x="47" y="24"/>
                </a:lnTo>
                <a:moveTo>
                  <a:pt x="56" y="29"/>
                </a:moveTo>
                <a:lnTo>
                  <a:pt x="66" y="34"/>
                </a:lnTo>
                <a:lnTo>
                  <a:pt x="61" y="43"/>
                </a:lnTo>
                <a:lnTo>
                  <a:pt x="52" y="38"/>
                </a:lnTo>
                <a:lnTo>
                  <a:pt x="56" y="29"/>
                </a:lnTo>
                <a:moveTo>
                  <a:pt x="66" y="34"/>
                </a:moveTo>
                <a:lnTo>
                  <a:pt x="75" y="38"/>
                </a:lnTo>
                <a:lnTo>
                  <a:pt x="71" y="48"/>
                </a:lnTo>
                <a:lnTo>
                  <a:pt x="61" y="43"/>
                </a:lnTo>
                <a:lnTo>
                  <a:pt x="66" y="34"/>
                </a:lnTo>
                <a:moveTo>
                  <a:pt x="75" y="38"/>
                </a:moveTo>
                <a:lnTo>
                  <a:pt x="85" y="43"/>
                </a:lnTo>
                <a:lnTo>
                  <a:pt x="80" y="53"/>
                </a:lnTo>
                <a:lnTo>
                  <a:pt x="71" y="48"/>
                </a:lnTo>
                <a:lnTo>
                  <a:pt x="75" y="38"/>
                </a:lnTo>
                <a:moveTo>
                  <a:pt x="85" y="43"/>
                </a:moveTo>
                <a:lnTo>
                  <a:pt x="94" y="48"/>
                </a:lnTo>
                <a:lnTo>
                  <a:pt x="90" y="57"/>
                </a:lnTo>
                <a:lnTo>
                  <a:pt x="80" y="53"/>
                </a:lnTo>
                <a:lnTo>
                  <a:pt x="85" y="43"/>
                </a:lnTo>
                <a:moveTo>
                  <a:pt x="94" y="48"/>
                </a:moveTo>
                <a:lnTo>
                  <a:pt x="104" y="53"/>
                </a:lnTo>
                <a:lnTo>
                  <a:pt x="99" y="62"/>
                </a:lnTo>
                <a:lnTo>
                  <a:pt x="90" y="57"/>
                </a:lnTo>
                <a:lnTo>
                  <a:pt x="94" y="48"/>
                </a:lnTo>
                <a:moveTo>
                  <a:pt x="104" y="53"/>
                </a:moveTo>
                <a:lnTo>
                  <a:pt x="113" y="57"/>
                </a:lnTo>
                <a:lnTo>
                  <a:pt x="109" y="67"/>
                </a:lnTo>
                <a:lnTo>
                  <a:pt x="99" y="62"/>
                </a:lnTo>
                <a:lnTo>
                  <a:pt x="104" y="53"/>
                </a:lnTo>
                <a:moveTo>
                  <a:pt x="113" y="57"/>
                </a:moveTo>
                <a:lnTo>
                  <a:pt x="125" y="63"/>
                </a:lnTo>
                <a:lnTo>
                  <a:pt x="107" y="72"/>
                </a:lnTo>
                <a:lnTo>
                  <a:pt x="102" y="62"/>
                </a:lnTo>
                <a:lnTo>
                  <a:pt x="110" y="58"/>
                </a:lnTo>
                <a:lnTo>
                  <a:pt x="113" y="63"/>
                </a:lnTo>
                <a:lnTo>
                  <a:pt x="110" y="68"/>
                </a:lnTo>
                <a:lnTo>
                  <a:pt x="109" y="67"/>
                </a:lnTo>
                <a:lnTo>
                  <a:pt x="113" y="57"/>
                </a:lnTo>
                <a:moveTo>
                  <a:pt x="107" y="72"/>
                </a:moveTo>
                <a:lnTo>
                  <a:pt x="98" y="76"/>
                </a:lnTo>
                <a:lnTo>
                  <a:pt x="93" y="67"/>
                </a:lnTo>
                <a:lnTo>
                  <a:pt x="102" y="62"/>
                </a:lnTo>
                <a:lnTo>
                  <a:pt x="107" y="72"/>
                </a:lnTo>
                <a:moveTo>
                  <a:pt x="98" y="76"/>
                </a:moveTo>
                <a:lnTo>
                  <a:pt x="88" y="81"/>
                </a:lnTo>
                <a:lnTo>
                  <a:pt x="84" y="72"/>
                </a:lnTo>
                <a:lnTo>
                  <a:pt x="93" y="67"/>
                </a:lnTo>
                <a:lnTo>
                  <a:pt x="98" y="76"/>
                </a:lnTo>
                <a:moveTo>
                  <a:pt x="88" y="81"/>
                </a:moveTo>
                <a:lnTo>
                  <a:pt x="79" y="86"/>
                </a:lnTo>
                <a:lnTo>
                  <a:pt x="74" y="76"/>
                </a:lnTo>
                <a:lnTo>
                  <a:pt x="84" y="72"/>
                </a:lnTo>
                <a:lnTo>
                  <a:pt x="88" y="81"/>
                </a:lnTo>
                <a:moveTo>
                  <a:pt x="79" y="86"/>
                </a:moveTo>
                <a:lnTo>
                  <a:pt x="69" y="91"/>
                </a:lnTo>
                <a:lnTo>
                  <a:pt x="65" y="81"/>
                </a:lnTo>
                <a:lnTo>
                  <a:pt x="74" y="76"/>
                </a:lnTo>
                <a:lnTo>
                  <a:pt x="79" y="86"/>
                </a:lnTo>
                <a:moveTo>
                  <a:pt x="69" y="91"/>
                </a:moveTo>
                <a:lnTo>
                  <a:pt x="60" y="95"/>
                </a:lnTo>
                <a:lnTo>
                  <a:pt x="55" y="86"/>
                </a:lnTo>
                <a:lnTo>
                  <a:pt x="65" y="81"/>
                </a:lnTo>
                <a:lnTo>
                  <a:pt x="69" y="91"/>
                </a:lnTo>
                <a:moveTo>
                  <a:pt x="60" y="95"/>
                </a:moveTo>
                <a:lnTo>
                  <a:pt x="50" y="100"/>
                </a:lnTo>
                <a:lnTo>
                  <a:pt x="46" y="91"/>
                </a:lnTo>
                <a:lnTo>
                  <a:pt x="55" y="86"/>
                </a:lnTo>
                <a:lnTo>
                  <a:pt x="60" y="95"/>
                </a:lnTo>
                <a:moveTo>
                  <a:pt x="50" y="100"/>
                </a:moveTo>
                <a:lnTo>
                  <a:pt x="41" y="105"/>
                </a:lnTo>
                <a:lnTo>
                  <a:pt x="36" y="95"/>
                </a:lnTo>
                <a:lnTo>
                  <a:pt x="46" y="91"/>
                </a:lnTo>
                <a:lnTo>
                  <a:pt x="50" y="100"/>
                </a:lnTo>
                <a:moveTo>
                  <a:pt x="41" y="105"/>
                </a:moveTo>
                <a:lnTo>
                  <a:pt x="31" y="110"/>
                </a:lnTo>
                <a:lnTo>
                  <a:pt x="27" y="100"/>
                </a:lnTo>
                <a:lnTo>
                  <a:pt x="36" y="95"/>
                </a:lnTo>
                <a:lnTo>
                  <a:pt x="41" y="105"/>
                </a:lnTo>
                <a:moveTo>
                  <a:pt x="31" y="110"/>
                </a:moveTo>
                <a:lnTo>
                  <a:pt x="22" y="114"/>
                </a:lnTo>
                <a:lnTo>
                  <a:pt x="17" y="105"/>
                </a:lnTo>
                <a:lnTo>
                  <a:pt x="27" y="100"/>
                </a:lnTo>
                <a:lnTo>
                  <a:pt x="31" y="110"/>
                </a:lnTo>
                <a:moveTo>
                  <a:pt x="22" y="114"/>
                </a:moveTo>
                <a:lnTo>
                  <a:pt x="11" y="119"/>
                </a:lnTo>
                <a:lnTo>
                  <a:pt x="7" y="110"/>
                </a:lnTo>
                <a:lnTo>
                  <a:pt x="17" y="105"/>
                </a:lnTo>
                <a:lnTo>
                  <a:pt x="22" y="114"/>
                </a:lnTo>
                <a:moveTo>
                  <a:pt x="11" y="119"/>
                </a:moveTo>
                <a:lnTo>
                  <a:pt x="0" y="126"/>
                </a:lnTo>
                <a:lnTo>
                  <a:pt x="0" y="109"/>
                </a:lnTo>
                <a:lnTo>
                  <a:pt x="11" y="109"/>
                </a:lnTo>
                <a:lnTo>
                  <a:pt x="11" y="116"/>
                </a:lnTo>
                <a:lnTo>
                  <a:pt x="6" y="116"/>
                </a:lnTo>
                <a:lnTo>
                  <a:pt x="3" y="111"/>
                </a:lnTo>
                <a:lnTo>
                  <a:pt x="7" y="110"/>
                </a:lnTo>
                <a:lnTo>
                  <a:pt x="11" y="119"/>
                </a:lnTo>
                <a:moveTo>
                  <a:pt x="0" y="109"/>
                </a:moveTo>
                <a:lnTo>
                  <a:pt x="0" y="99"/>
                </a:lnTo>
                <a:lnTo>
                  <a:pt x="11" y="99"/>
                </a:lnTo>
                <a:lnTo>
                  <a:pt x="11" y="109"/>
                </a:lnTo>
                <a:lnTo>
                  <a:pt x="0" y="109"/>
                </a:lnTo>
                <a:moveTo>
                  <a:pt x="0" y="99"/>
                </a:moveTo>
                <a:lnTo>
                  <a:pt x="0" y="88"/>
                </a:lnTo>
                <a:lnTo>
                  <a:pt x="11" y="88"/>
                </a:lnTo>
                <a:lnTo>
                  <a:pt x="11" y="99"/>
                </a:lnTo>
                <a:lnTo>
                  <a:pt x="0" y="99"/>
                </a:lnTo>
                <a:moveTo>
                  <a:pt x="0" y="88"/>
                </a:moveTo>
                <a:lnTo>
                  <a:pt x="0" y="77"/>
                </a:lnTo>
                <a:lnTo>
                  <a:pt x="11" y="77"/>
                </a:lnTo>
                <a:lnTo>
                  <a:pt x="11" y="88"/>
                </a:lnTo>
                <a:lnTo>
                  <a:pt x="0" y="88"/>
                </a:lnTo>
                <a:moveTo>
                  <a:pt x="0" y="77"/>
                </a:moveTo>
                <a:lnTo>
                  <a:pt x="0" y="67"/>
                </a:lnTo>
                <a:lnTo>
                  <a:pt x="11" y="67"/>
                </a:lnTo>
                <a:lnTo>
                  <a:pt x="11" y="77"/>
                </a:lnTo>
                <a:lnTo>
                  <a:pt x="0" y="77"/>
                </a:lnTo>
                <a:moveTo>
                  <a:pt x="0" y="67"/>
                </a:moveTo>
                <a:lnTo>
                  <a:pt x="0" y="56"/>
                </a:lnTo>
                <a:lnTo>
                  <a:pt x="11" y="56"/>
                </a:lnTo>
                <a:lnTo>
                  <a:pt x="11" y="67"/>
                </a:lnTo>
                <a:lnTo>
                  <a:pt x="0" y="67"/>
                </a:lnTo>
                <a:moveTo>
                  <a:pt x="0" y="56"/>
                </a:moveTo>
                <a:lnTo>
                  <a:pt x="0" y="46"/>
                </a:lnTo>
                <a:lnTo>
                  <a:pt x="11" y="46"/>
                </a:lnTo>
                <a:lnTo>
                  <a:pt x="11" y="56"/>
                </a:lnTo>
                <a:lnTo>
                  <a:pt x="0" y="56"/>
                </a:lnTo>
                <a:moveTo>
                  <a:pt x="0" y="46"/>
                </a:moveTo>
                <a:lnTo>
                  <a:pt x="0" y="35"/>
                </a:lnTo>
                <a:lnTo>
                  <a:pt x="11" y="35"/>
                </a:lnTo>
                <a:lnTo>
                  <a:pt x="11" y="46"/>
                </a:lnTo>
                <a:lnTo>
                  <a:pt x="0" y="46"/>
                </a:lnTo>
                <a:moveTo>
                  <a:pt x="0" y="35"/>
                </a:moveTo>
                <a:lnTo>
                  <a:pt x="0" y="24"/>
                </a:lnTo>
                <a:lnTo>
                  <a:pt x="11" y="24"/>
                </a:lnTo>
                <a:lnTo>
                  <a:pt x="11" y="35"/>
                </a:lnTo>
                <a:lnTo>
                  <a:pt x="0" y="35"/>
                </a:lnTo>
                <a:moveTo>
                  <a:pt x="0" y="24"/>
                </a:moveTo>
                <a:lnTo>
                  <a:pt x="0" y="14"/>
                </a:lnTo>
                <a:lnTo>
                  <a:pt x="11" y="14"/>
                </a:lnTo>
                <a:lnTo>
                  <a:pt x="11" y="24"/>
                </a:lnTo>
                <a:lnTo>
                  <a:pt x="0" y="24"/>
                </a:lnTo>
                <a:moveTo>
                  <a:pt x="0" y="14"/>
                </a:moveTo>
                <a:lnTo>
                  <a:pt x="0" y="0"/>
                </a:lnTo>
                <a:lnTo>
                  <a:pt x="18" y="10"/>
                </a:lnTo>
                <a:lnTo>
                  <a:pt x="13" y="19"/>
                </a:lnTo>
                <a:lnTo>
                  <a:pt x="3" y="15"/>
                </a:lnTo>
                <a:lnTo>
                  <a:pt x="6" y="10"/>
                </a:lnTo>
                <a:lnTo>
                  <a:pt x="11" y="10"/>
                </a:lnTo>
                <a:lnTo>
                  <a:pt x="11" y="14"/>
                </a:lnTo>
                <a:lnTo>
                  <a:pt x="0" y="1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4530960" y="2391120"/>
            <a:ext cx="219600" cy="0"/>
          </a:xfrm>
          <a:custGeom>
            <a:avLst/>
            <a:gdLst/>
            <a:ahLst/>
            <a:rect l="0" t="0" r="r" b="b"/>
            <a:pathLst>
              <a:path fill="none" w="610" h="0">
                <a:moveTo>
                  <a:pt x="0" y="0"/>
                </a:moveTo>
                <a:lnTo>
                  <a:pt x="55" y="0"/>
                </a:lnTo>
                <a:cubicBezTo>
                  <a:pt x="111" y="0"/>
                  <a:pt x="221" y="0"/>
                  <a:pt x="323" y="0"/>
                </a:cubicBezTo>
                <a:cubicBezTo>
                  <a:pt x="425" y="0"/>
                  <a:pt x="517" y="0"/>
                  <a:pt x="564" y="0"/>
                </a:cubicBezTo>
                <a:lnTo>
                  <a:pt x="610" y="0"/>
                </a:lnTo>
              </a:path>
            </a:pathLst>
          </a:custGeom>
          <a:ln w="4680">
            <a:solidFill>
              <a:srgbClr val="dd784b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4731480" y="237204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0"/>
                </a:moveTo>
                <a:lnTo>
                  <a:pt x="107" y="54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4729680" y="2368800"/>
            <a:ext cx="44640" cy="45360"/>
          </a:xfrm>
          <a:custGeom>
            <a:avLst/>
            <a:gdLst/>
            <a:ahLst/>
            <a:rect l="0" t="0" r="r" b="b"/>
            <a:pathLst>
              <a:path w="124" h="126">
                <a:moveTo>
                  <a:pt x="17" y="10"/>
                </a:moveTo>
                <a:lnTo>
                  <a:pt x="27" y="15"/>
                </a:lnTo>
                <a:lnTo>
                  <a:pt x="22" y="24"/>
                </a:lnTo>
                <a:lnTo>
                  <a:pt x="12" y="19"/>
                </a:lnTo>
                <a:lnTo>
                  <a:pt x="17" y="10"/>
                </a:lnTo>
                <a:moveTo>
                  <a:pt x="27" y="15"/>
                </a:moveTo>
                <a:lnTo>
                  <a:pt x="36" y="19"/>
                </a:lnTo>
                <a:lnTo>
                  <a:pt x="31" y="29"/>
                </a:lnTo>
                <a:lnTo>
                  <a:pt x="22" y="24"/>
                </a:lnTo>
                <a:lnTo>
                  <a:pt x="27" y="15"/>
                </a:lnTo>
                <a:moveTo>
                  <a:pt x="36" y="19"/>
                </a:moveTo>
                <a:lnTo>
                  <a:pt x="46" y="24"/>
                </a:lnTo>
                <a:lnTo>
                  <a:pt x="41" y="34"/>
                </a:lnTo>
                <a:lnTo>
                  <a:pt x="31" y="29"/>
                </a:lnTo>
                <a:lnTo>
                  <a:pt x="36" y="19"/>
                </a:lnTo>
                <a:moveTo>
                  <a:pt x="46" y="24"/>
                </a:moveTo>
                <a:lnTo>
                  <a:pt x="55" y="29"/>
                </a:lnTo>
                <a:lnTo>
                  <a:pt x="50" y="38"/>
                </a:lnTo>
                <a:lnTo>
                  <a:pt x="41" y="34"/>
                </a:lnTo>
                <a:lnTo>
                  <a:pt x="46" y="24"/>
                </a:lnTo>
                <a:moveTo>
                  <a:pt x="55" y="29"/>
                </a:moveTo>
                <a:lnTo>
                  <a:pt x="65" y="34"/>
                </a:lnTo>
                <a:lnTo>
                  <a:pt x="60" y="43"/>
                </a:lnTo>
                <a:lnTo>
                  <a:pt x="50" y="38"/>
                </a:lnTo>
                <a:lnTo>
                  <a:pt x="55" y="29"/>
                </a:lnTo>
                <a:moveTo>
                  <a:pt x="65" y="34"/>
                </a:moveTo>
                <a:lnTo>
                  <a:pt x="74" y="38"/>
                </a:lnTo>
                <a:lnTo>
                  <a:pt x="69" y="48"/>
                </a:lnTo>
                <a:lnTo>
                  <a:pt x="60" y="43"/>
                </a:lnTo>
                <a:lnTo>
                  <a:pt x="65" y="34"/>
                </a:lnTo>
                <a:moveTo>
                  <a:pt x="74" y="38"/>
                </a:moveTo>
                <a:lnTo>
                  <a:pt x="83" y="43"/>
                </a:lnTo>
                <a:lnTo>
                  <a:pt x="79" y="53"/>
                </a:lnTo>
                <a:lnTo>
                  <a:pt x="69" y="48"/>
                </a:lnTo>
                <a:lnTo>
                  <a:pt x="74" y="38"/>
                </a:lnTo>
                <a:moveTo>
                  <a:pt x="83" y="43"/>
                </a:moveTo>
                <a:lnTo>
                  <a:pt x="94" y="48"/>
                </a:lnTo>
                <a:lnTo>
                  <a:pt x="89" y="57"/>
                </a:lnTo>
                <a:lnTo>
                  <a:pt x="79" y="53"/>
                </a:lnTo>
                <a:lnTo>
                  <a:pt x="83" y="43"/>
                </a:lnTo>
                <a:moveTo>
                  <a:pt x="94" y="48"/>
                </a:moveTo>
                <a:lnTo>
                  <a:pt x="103" y="53"/>
                </a:lnTo>
                <a:lnTo>
                  <a:pt x="99" y="62"/>
                </a:lnTo>
                <a:lnTo>
                  <a:pt x="89" y="57"/>
                </a:lnTo>
                <a:lnTo>
                  <a:pt x="94" y="48"/>
                </a:lnTo>
                <a:moveTo>
                  <a:pt x="103" y="53"/>
                </a:moveTo>
                <a:lnTo>
                  <a:pt x="113" y="57"/>
                </a:lnTo>
                <a:lnTo>
                  <a:pt x="108" y="67"/>
                </a:lnTo>
                <a:lnTo>
                  <a:pt x="99" y="62"/>
                </a:lnTo>
                <a:lnTo>
                  <a:pt x="103" y="53"/>
                </a:lnTo>
                <a:moveTo>
                  <a:pt x="113" y="57"/>
                </a:moveTo>
                <a:lnTo>
                  <a:pt x="124" y="63"/>
                </a:lnTo>
                <a:lnTo>
                  <a:pt x="107" y="72"/>
                </a:lnTo>
                <a:lnTo>
                  <a:pt x="102" y="62"/>
                </a:lnTo>
                <a:lnTo>
                  <a:pt x="110" y="58"/>
                </a:lnTo>
                <a:lnTo>
                  <a:pt x="112" y="63"/>
                </a:lnTo>
                <a:lnTo>
                  <a:pt x="110" y="68"/>
                </a:lnTo>
                <a:lnTo>
                  <a:pt x="108" y="67"/>
                </a:lnTo>
                <a:lnTo>
                  <a:pt x="113" y="57"/>
                </a:lnTo>
                <a:moveTo>
                  <a:pt x="107" y="72"/>
                </a:moveTo>
                <a:lnTo>
                  <a:pt x="97" y="76"/>
                </a:lnTo>
                <a:lnTo>
                  <a:pt x="93" y="67"/>
                </a:lnTo>
                <a:lnTo>
                  <a:pt x="102" y="62"/>
                </a:lnTo>
                <a:lnTo>
                  <a:pt x="107" y="72"/>
                </a:lnTo>
                <a:moveTo>
                  <a:pt x="97" y="76"/>
                </a:moveTo>
                <a:lnTo>
                  <a:pt x="88" y="81"/>
                </a:lnTo>
                <a:lnTo>
                  <a:pt x="82" y="72"/>
                </a:lnTo>
                <a:lnTo>
                  <a:pt x="93" y="67"/>
                </a:lnTo>
                <a:lnTo>
                  <a:pt x="97" y="76"/>
                </a:lnTo>
                <a:moveTo>
                  <a:pt x="88" y="81"/>
                </a:moveTo>
                <a:lnTo>
                  <a:pt x="77" y="86"/>
                </a:lnTo>
                <a:lnTo>
                  <a:pt x="73" y="76"/>
                </a:lnTo>
                <a:lnTo>
                  <a:pt x="82" y="72"/>
                </a:lnTo>
                <a:lnTo>
                  <a:pt x="88" y="81"/>
                </a:lnTo>
                <a:moveTo>
                  <a:pt x="77" y="86"/>
                </a:moveTo>
                <a:lnTo>
                  <a:pt x="68" y="91"/>
                </a:lnTo>
                <a:lnTo>
                  <a:pt x="63" y="81"/>
                </a:lnTo>
                <a:lnTo>
                  <a:pt x="73" y="76"/>
                </a:lnTo>
                <a:lnTo>
                  <a:pt x="77" y="86"/>
                </a:lnTo>
                <a:moveTo>
                  <a:pt x="68" y="91"/>
                </a:moveTo>
                <a:lnTo>
                  <a:pt x="58" y="95"/>
                </a:lnTo>
                <a:lnTo>
                  <a:pt x="54" y="86"/>
                </a:lnTo>
                <a:lnTo>
                  <a:pt x="63" y="81"/>
                </a:lnTo>
                <a:lnTo>
                  <a:pt x="68" y="91"/>
                </a:lnTo>
                <a:moveTo>
                  <a:pt x="58" y="95"/>
                </a:moveTo>
                <a:lnTo>
                  <a:pt x="49" y="100"/>
                </a:lnTo>
                <a:lnTo>
                  <a:pt x="44" y="91"/>
                </a:lnTo>
                <a:lnTo>
                  <a:pt x="54" y="86"/>
                </a:lnTo>
                <a:lnTo>
                  <a:pt x="58" y="95"/>
                </a:lnTo>
                <a:moveTo>
                  <a:pt x="49" y="100"/>
                </a:moveTo>
                <a:lnTo>
                  <a:pt x="39" y="105"/>
                </a:lnTo>
                <a:lnTo>
                  <a:pt x="35" y="95"/>
                </a:lnTo>
                <a:lnTo>
                  <a:pt x="44" y="91"/>
                </a:lnTo>
                <a:lnTo>
                  <a:pt x="49" y="100"/>
                </a:lnTo>
                <a:moveTo>
                  <a:pt x="39" y="105"/>
                </a:moveTo>
                <a:lnTo>
                  <a:pt x="30" y="110"/>
                </a:lnTo>
                <a:lnTo>
                  <a:pt x="25" y="100"/>
                </a:lnTo>
                <a:lnTo>
                  <a:pt x="35" y="95"/>
                </a:lnTo>
                <a:lnTo>
                  <a:pt x="39" y="105"/>
                </a:lnTo>
                <a:moveTo>
                  <a:pt x="30" y="110"/>
                </a:moveTo>
                <a:lnTo>
                  <a:pt x="20" y="114"/>
                </a:lnTo>
                <a:lnTo>
                  <a:pt x="16" y="105"/>
                </a:lnTo>
                <a:lnTo>
                  <a:pt x="25" y="100"/>
                </a:lnTo>
                <a:lnTo>
                  <a:pt x="30" y="110"/>
                </a:lnTo>
                <a:moveTo>
                  <a:pt x="20" y="114"/>
                </a:moveTo>
                <a:lnTo>
                  <a:pt x="11" y="119"/>
                </a:lnTo>
                <a:lnTo>
                  <a:pt x="6" y="110"/>
                </a:lnTo>
                <a:lnTo>
                  <a:pt x="16" y="105"/>
                </a:lnTo>
                <a:lnTo>
                  <a:pt x="20" y="114"/>
                </a:lnTo>
                <a:moveTo>
                  <a:pt x="11" y="119"/>
                </a:moveTo>
                <a:lnTo>
                  <a:pt x="0" y="126"/>
                </a:lnTo>
                <a:lnTo>
                  <a:pt x="0" y="109"/>
                </a:lnTo>
                <a:lnTo>
                  <a:pt x="10" y="109"/>
                </a:lnTo>
                <a:lnTo>
                  <a:pt x="10" y="116"/>
                </a:lnTo>
                <a:lnTo>
                  <a:pt x="5" y="116"/>
                </a:lnTo>
                <a:lnTo>
                  <a:pt x="3" y="111"/>
                </a:lnTo>
                <a:lnTo>
                  <a:pt x="6" y="110"/>
                </a:lnTo>
                <a:lnTo>
                  <a:pt x="11" y="119"/>
                </a:lnTo>
                <a:moveTo>
                  <a:pt x="0" y="109"/>
                </a:moveTo>
                <a:lnTo>
                  <a:pt x="0" y="99"/>
                </a:lnTo>
                <a:lnTo>
                  <a:pt x="10" y="99"/>
                </a:lnTo>
                <a:lnTo>
                  <a:pt x="10" y="109"/>
                </a:lnTo>
                <a:lnTo>
                  <a:pt x="0" y="109"/>
                </a:lnTo>
                <a:moveTo>
                  <a:pt x="0" y="99"/>
                </a:moveTo>
                <a:lnTo>
                  <a:pt x="0" y="88"/>
                </a:lnTo>
                <a:lnTo>
                  <a:pt x="10" y="88"/>
                </a:lnTo>
                <a:lnTo>
                  <a:pt x="10" y="99"/>
                </a:lnTo>
                <a:lnTo>
                  <a:pt x="0" y="99"/>
                </a:lnTo>
                <a:moveTo>
                  <a:pt x="0" y="88"/>
                </a:moveTo>
                <a:lnTo>
                  <a:pt x="0" y="77"/>
                </a:lnTo>
                <a:lnTo>
                  <a:pt x="10" y="77"/>
                </a:lnTo>
                <a:lnTo>
                  <a:pt x="10" y="88"/>
                </a:lnTo>
                <a:lnTo>
                  <a:pt x="0" y="88"/>
                </a:lnTo>
                <a:moveTo>
                  <a:pt x="0" y="77"/>
                </a:moveTo>
                <a:lnTo>
                  <a:pt x="0" y="67"/>
                </a:lnTo>
                <a:lnTo>
                  <a:pt x="10" y="67"/>
                </a:lnTo>
                <a:lnTo>
                  <a:pt x="10" y="77"/>
                </a:lnTo>
                <a:lnTo>
                  <a:pt x="0" y="77"/>
                </a:lnTo>
                <a:moveTo>
                  <a:pt x="0" y="67"/>
                </a:moveTo>
                <a:lnTo>
                  <a:pt x="0" y="56"/>
                </a:lnTo>
                <a:lnTo>
                  <a:pt x="10" y="56"/>
                </a:lnTo>
                <a:lnTo>
                  <a:pt x="10" y="67"/>
                </a:lnTo>
                <a:lnTo>
                  <a:pt x="0" y="67"/>
                </a:lnTo>
                <a:moveTo>
                  <a:pt x="0" y="56"/>
                </a:moveTo>
                <a:lnTo>
                  <a:pt x="0" y="46"/>
                </a:lnTo>
                <a:lnTo>
                  <a:pt x="10" y="46"/>
                </a:lnTo>
                <a:lnTo>
                  <a:pt x="10" y="56"/>
                </a:lnTo>
                <a:lnTo>
                  <a:pt x="0" y="56"/>
                </a:lnTo>
                <a:moveTo>
                  <a:pt x="0" y="46"/>
                </a:moveTo>
                <a:lnTo>
                  <a:pt x="0" y="35"/>
                </a:lnTo>
                <a:lnTo>
                  <a:pt x="10" y="35"/>
                </a:lnTo>
                <a:lnTo>
                  <a:pt x="10" y="46"/>
                </a:lnTo>
                <a:lnTo>
                  <a:pt x="0" y="46"/>
                </a:lnTo>
                <a:moveTo>
                  <a:pt x="0" y="35"/>
                </a:moveTo>
                <a:lnTo>
                  <a:pt x="0" y="24"/>
                </a:lnTo>
                <a:lnTo>
                  <a:pt x="10" y="24"/>
                </a:lnTo>
                <a:lnTo>
                  <a:pt x="10" y="35"/>
                </a:lnTo>
                <a:lnTo>
                  <a:pt x="0" y="35"/>
                </a:lnTo>
                <a:moveTo>
                  <a:pt x="0" y="24"/>
                </a:moveTo>
                <a:lnTo>
                  <a:pt x="0" y="14"/>
                </a:lnTo>
                <a:lnTo>
                  <a:pt x="10" y="14"/>
                </a:lnTo>
                <a:lnTo>
                  <a:pt x="10" y="24"/>
                </a:lnTo>
                <a:lnTo>
                  <a:pt x="0" y="24"/>
                </a:lnTo>
                <a:moveTo>
                  <a:pt x="0" y="14"/>
                </a:moveTo>
                <a:lnTo>
                  <a:pt x="0" y="0"/>
                </a:lnTo>
                <a:lnTo>
                  <a:pt x="17" y="10"/>
                </a:lnTo>
                <a:lnTo>
                  <a:pt x="12" y="19"/>
                </a:lnTo>
                <a:lnTo>
                  <a:pt x="3" y="15"/>
                </a:lnTo>
                <a:lnTo>
                  <a:pt x="5" y="10"/>
                </a:lnTo>
                <a:lnTo>
                  <a:pt x="10" y="10"/>
                </a:lnTo>
                <a:lnTo>
                  <a:pt x="10" y="14"/>
                </a:lnTo>
                <a:lnTo>
                  <a:pt x="0" y="1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7453800" y="2731320"/>
            <a:ext cx="219600" cy="0"/>
          </a:xfrm>
          <a:custGeom>
            <a:avLst/>
            <a:gdLst/>
            <a:ahLst/>
            <a:rect l="0" t="0" r="r" b="b"/>
            <a:pathLst>
              <a:path fill="none" w="610" h="0">
                <a:moveTo>
                  <a:pt x="0" y="0"/>
                </a:moveTo>
                <a:lnTo>
                  <a:pt x="55" y="0"/>
                </a:lnTo>
                <a:cubicBezTo>
                  <a:pt x="111" y="0"/>
                  <a:pt x="221" y="0"/>
                  <a:pt x="323" y="0"/>
                </a:cubicBezTo>
                <a:cubicBezTo>
                  <a:pt x="425" y="0"/>
                  <a:pt x="518" y="0"/>
                  <a:pt x="564" y="0"/>
                </a:cubicBezTo>
                <a:lnTo>
                  <a:pt x="610" y="0"/>
                </a:lnTo>
              </a:path>
            </a:pathLst>
          </a:custGeom>
          <a:ln w="4680">
            <a:solidFill>
              <a:srgbClr val="dd784b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7654320" y="2712240"/>
            <a:ext cx="38880" cy="38520"/>
          </a:xfrm>
          <a:custGeom>
            <a:avLst/>
            <a:gdLst/>
            <a:ahLst/>
            <a:rect l="0" t="0" r="r" b="b"/>
            <a:pathLst>
              <a:path w="108" h="107">
                <a:moveTo>
                  <a:pt x="0" y="0"/>
                </a:moveTo>
                <a:lnTo>
                  <a:pt x="108" y="54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7652520" y="270936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7" y="8"/>
                </a:moveTo>
                <a:lnTo>
                  <a:pt x="27" y="13"/>
                </a:lnTo>
                <a:lnTo>
                  <a:pt x="22" y="22"/>
                </a:lnTo>
                <a:lnTo>
                  <a:pt x="13" y="18"/>
                </a:lnTo>
                <a:lnTo>
                  <a:pt x="17" y="8"/>
                </a:lnTo>
                <a:moveTo>
                  <a:pt x="27" y="13"/>
                </a:moveTo>
                <a:lnTo>
                  <a:pt x="36" y="18"/>
                </a:lnTo>
                <a:lnTo>
                  <a:pt x="31" y="27"/>
                </a:lnTo>
                <a:lnTo>
                  <a:pt x="22" y="22"/>
                </a:lnTo>
                <a:lnTo>
                  <a:pt x="27" y="13"/>
                </a:lnTo>
                <a:moveTo>
                  <a:pt x="36" y="18"/>
                </a:moveTo>
                <a:lnTo>
                  <a:pt x="46" y="22"/>
                </a:lnTo>
                <a:lnTo>
                  <a:pt x="41" y="32"/>
                </a:lnTo>
                <a:lnTo>
                  <a:pt x="31" y="27"/>
                </a:lnTo>
                <a:lnTo>
                  <a:pt x="36" y="18"/>
                </a:lnTo>
                <a:moveTo>
                  <a:pt x="46" y="22"/>
                </a:moveTo>
                <a:lnTo>
                  <a:pt x="55" y="27"/>
                </a:lnTo>
                <a:lnTo>
                  <a:pt x="50" y="37"/>
                </a:lnTo>
                <a:lnTo>
                  <a:pt x="41" y="32"/>
                </a:lnTo>
                <a:lnTo>
                  <a:pt x="46" y="22"/>
                </a:lnTo>
                <a:moveTo>
                  <a:pt x="55" y="27"/>
                </a:moveTo>
                <a:lnTo>
                  <a:pt x="65" y="32"/>
                </a:lnTo>
                <a:lnTo>
                  <a:pt x="60" y="42"/>
                </a:lnTo>
                <a:lnTo>
                  <a:pt x="50" y="37"/>
                </a:lnTo>
                <a:lnTo>
                  <a:pt x="55" y="27"/>
                </a:lnTo>
                <a:moveTo>
                  <a:pt x="65" y="32"/>
                </a:moveTo>
                <a:lnTo>
                  <a:pt x="74" y="37"/>
                </a:lnTo>
                <a:lnTo>
                  <a:pt x="69" y="47"/>
                </a:lnTo>
                <a:lnTo>
                  <a:pt x="60" y="42"/>
                </a:lnTo>
                <a:lnTo>
                  <a:pt x="65" y="32"/>
                </a:lnTo>
                <a:moveTo>
                  <a:pt x="74" y="37"/>
                </a:moveTo>
                <a:lnTo>
                  <a:pt x="85" y="42"/>
                </a:lnTo>
                <a:lnTo>
                  <a:pt x="79" y="52"/>
                </a:lnTo>
                <a:lnTo>
                  <a:pt x="69" y="47"/>
                </a:lnTo>
                <a:lnTo>
                  <a:pt x="74" y="37"/>
                </a:lnTo>
                <a:moveTo>
                  <a:pt x="85" y="42"/>
                </a:moveTo>
                <a:lnTo>
                  <a:pt x="94" y="47"/>
                </a:lnTo>
                <a:lnTo>
                  <a:pt x="89" y="57"/>
                </a:lnTo>
                <a:lnTo>
                  <a:pt x="79" y="52"/>
                </a:lnTo>
                <a:lnTo>
                  <a:pt x="85" y="42"/>
                </a:lnTo>
                <a:moveTo>
                  <a:pt x="94" y="47"/>
                </a:moveTo>
                <a:lnTo>
                  <a:pt x="104" y="52"/>
                </a:lnTo>
                <a:lnTo>
                  <a:pt x="99" y="61"/>
                </a:lnTo>
                <a:lnTo>
                  <a:pt x="89" y="57"/>
                </a:lnTo>
                <a:lnTo>
                  <a:pt x="94" y="47"/>
                </a:lnTo>
                <a:moveTo>
                  <a:pt x="104" y="52"/>
                </a:moveTo>
                <a:lnTo>
                  <a:pt x="113" y="57"/>
                </a:lnTo>
                <a:lnTo>
                  <a:pt x="108" y="66"/>
                </a:lnTo>
                <a:lnTo>
                  <a:pt x="99" y="61"/>
                </a:lnTo>
                <a:lnTo>
                  <a:pt x="104" y="52"/>
                </a:lnTo>
                <a:moveTo>
                  <a:pt x="113" y="57"/>
                </a:moveTo>
                <a:lnTo>
                  <a:pt x="124" y="62"/>
                </a:lnTo>
                <a:lnTo>
                  <a:pt x="107" y="71"/>
                </a:lnTo>
                <a:lnTo>
                  <a:pt x="102" y="61"/>
                </a:lnTo>
                <a:lnTo>
                  <a:pt x="110" y="57"/>
                </a:lnTo>
                <a:lnTo>
                  <a:pt x="113" y="62"/>
                </a:lnTo>
                <a:lnTo>
                  <a:pt x="110" y="67"/>
                </a:lnTo>
                <a:lnTo>
                  <a:pt x="108" y="66"/>
                </a:lnTo>
                <a:lnTo>
                  <a:pt x="113" y="57"/>
                </a:lnTo>
                <a:moveTo>
                  <a:pt x="107" y="71"/>
                </a:moveTo>
                <a:lnTo>
                  <a:pt x="98" y="76"/>
                </a:lnTo>
                <a:lnTo>
                  <a:pt x="93" y="66"/>
                </a:lnTo>
                <a:lnTo>
                  <a:pt x="102" y="61"/>
                </a:lnTo>
                <a:lnTo>
                  <a:pt x="107" y="71"/>
                </a:lnTo>
                <a:moveTo>
                  <a:pt x="98" y="76"/>
                </a:moveTo>
                <a:lnTo>
                  <a:pt x="88" y="80"/>
                </a:lnTo>
                <a:lnTo>
                  <a:pt x="82" y="71"/>
                </a:lnTo>
                <a:lnTo>
                  <a:pt x="93" y="66"/>
                </a:lnTo>
                <a:lnTo>
                  <a:pt x="98" y="76"/>
                </a:lnTo>
                <a:moveTo>
                  <a:pt x="88" y="80"/>
                </a:moveTo>
                <a:lnTo>
                  <a:pt x="78" y="85"/>
                </a:lnTo>
                <a:lnTo>
                  <a:pt x="73" y="76"/>
                </a:lnTo>
                <a:lnTo>
                  <a:pt x="82" y="71"/>
                </a:lnTo>
                <a:lnTo>
                  <a:pt x="88" y="80"/>
                </a:lnTo>
                <a:moveTo>
                  <a:pt x="78" y="85"/>
                </a:moveTo>
                <a:lnTo>
                  <a:pt x="68" y="90"/>
                </a:lnTo>
                <a:lnTo>
                  <a:pt x="63" y="80"/>
                </a:lnTo>
                <a:lnTo>
                  <a:pt x="73" y="76"/>
                </a:lnTo>
                <a:lnTo>
                  <a:pt x="78" y="85"/>
                </a:lnTo>
                <a:moveTo>
                  <a:pt x="68" y="90"/>
                </a:moveTo>
                <a:lnTo>
                  <a:pt x="59" y="95"/>
                </a:lnTo>
                <a:lnTo>
                  <a:pt x="54" y="85"/>
                </a:lnTo>
                <a:lnTo>
                  <a:pt x="63" y="80"/>
                </a:lnTo>
                <a:lnTo>
                  <a:pt x="68" y="90"/>
                </a:lnTo>
                <a:moveTo>
                  <a:pt x="59" y="95"/>
                </a:moveTo>
                <a:lnTo>
                  <a:pt x="49" y="99"/>
                </a:lnTo>
                <a:lnTo>
                  <a:pt x="44" y="90"/>
                </a:lnTo>
                <a:lnTo>
                  <a:pt x="54" y="85"/>
                </a:lnTo>
                <a:lnTo>
                  <a:pt x="59" y="95"/>
                </a:lnTo>
                <a:moveTo>
                  <a:pt x="49" y="99"/>
                </a:moveTo>
                <a:lnTo>
                  <a:pt x="40" y="104"/>
                </a:lnTo>
                <a:lnTo>
                  <a:pt x="35" y="95"/>
                </a:lnTo>
                <a:lnTo>
                  <a:pt x="44" y="90"/>
                </a:lnTo>
                <a:lnTo>
                  <a:pt x="49" y="99"/>
                </a:lnTo>
                <a:moveTo>
                  <a:pt x="40" y="104"/>
                </a:moveTo>
                <a:lnTo>
                  <a:pt x="30" y="109"/>
                </a:lnTo>
                <a:lnTo>
                  <a:pt x="25" y="99"/>
                </a:lnTo>
                <a:lnTo>
                  <a:pt x="35" y="95"/>
                </a:lnTo>
                <a:lnTo>
                  <a:pt x="40" y="104"/>
                </a:lnTo>
                <a:moveTo>
                  <a:pt x="30" y="109"/>
                </a:moveTo>
                <a:lnTo>
                  <a:pt x="21" y="114"/>
                </a:lnTo>
                <a:lnTo>
                  <a:pt x="16" y="104"/>
                </a:lnTo>
                <a:lnTo>
                  <a:pt x="25" y="99"/>
                </a:lnTo>
                <a:lnTo>
                  <a:pt x="30" y="109"/>
                </a:lnTo>
                <a:moveTo>
                  <a:pt x="21" y="114"/>
                </a:moveTo>
                <a:lnTo>
                  <a:pt x="11" y="118"/>
                </a:lnTo>
                <a:lnTo>
                  <a:pt x="6" y="109"/>
                </a:lnTo>
                <a:lnTo>
                  <a:pt x="16" y="104"/>
                </a:lnTo>
                <a:lnTo>
                  <a:pt x="21" y="114"/>
                </a:lnTo>
                <a:moveTo>
                  <a:pt x="11" y="118"/>
                </a:moveTo>
                <a:lnTo>
                  <a:pt x="0" y="124"/>
                </a:lnTo>
                <a:lnTo>
                  <a:pt x="0" y="109"/>
                </a:lnTo>
                <a:lnTo>
                  <a:pt x="11" y="109"/>
                </a:lnTo>
                <a:lnTo>
                  <a:pt x="11" y="115"/>
                </a:lnTo>
                <a:lnTo>
                  <a:pt x="5" y="115"/>
                </a:lnTo>
                <a:lnTo>
                  <a:pt x="3" y="111"/>
                </a:lnTo>
                <a:lnTo>
                  <a:pt x="6" y="109"/>
                </a:lnTo>
                <a:lnTo>
                  <a:pt x="11" y="118"/>
                </a:lnTo>
                <a:moveTo>
                  <a:pt x="0" y="109"/>
                </a:moveTo>
                <a:lnTo>
                  <a:pt x="0" y="98"/>
                </a:lnTo>
                <a:lnTo>
                  <a:pt x="11" y="98"/>
                </a:lnTo>
                <a:lnTo>
                  <a:pt x="11" y="109"/>
                </a:lnTo>
                <a:lnTo>
                  <a:pt x="0" y="109"/>
                </a:lnTo>
                <a:moveTo>
                  <a:pt x="0" y="98"/>
                </a:moveTo>
                <a:lnTo>
                  <a:pt x="0" y="87"/>
                </a:lnTo>
                <a:lnTo>
                  <a:pt x="11" y="87"/>
                </a:lnTo>
                <a:lnTo>
                  <a:pt x="11" y="98"/>
                </a:lnTo>
                <a:lnTo>
                  <a:pt x="0" y="98"/>
                </a:lnTo>
                <a:moveTo>
                  <a:pt x="0" y="87"/>
                </a:moveTo>
                <a:lnTo>
                  <a:pt x="0" y="77"/>
                </a:lnTo>
                <a:lnTo>
                  <a:pt x="11" y="77"/>
                </a:lnTo>
                <a:lnTo>
                  <a:pt x="11" y="87"/>
                </a:lnTo>
                <a:lnTo>
                  <a:pt x="0" y="87"/>
                </a:lnTo>
                <a:moveTo>
                  <a:pt x="0" y="77"/>
                </a:moveTo>
                <a:lnTo>
                  <a:pt x="0" y="66"/>
                </a:lnTo>
                <a:lnTo>
                  <a:pt x="11" y="66"/>
                </a:lnTo>
                <a:lnTo>
                  <a:pt x="11" y="77"/>
                </a:lnTo>
                <a:lnTo>
                  <a:pt x="0" y="77"/>
                </a:lnTo>
                <a:moveTo>
                  <a:pt x="0" y="66"/>
                </a:moveTo>
                <a:lnTo>
                  <a:pt x="0" y="55"/>
                </a:lnTo>
                <a:lnTo>
                  <a:pt x="11" y="55"/>
                </a:lnTo>
                <a:lnTo>
                  <a:pt x="11" y="66"/>
                </a:lnTo>
                <a:lnTo>
                  <a:pt x="0" y="66"/>
                </a:lnTo>
                <a:moveTo>
                  <a:pt x="0" y="55"/>
                </a:moveTo>
                <a:lnTo>
                  <a:pt x="0" y="45"/>
                </a:lnTo>
                <a:lnTo>
                  <a:pt x="11" y="45"/>
                </a:lnTo>
                <a:lnTo>
                  <a:pt x="11" y="55"/>
                </a:lnTo>
                <a:lnTo>
                  <a:pt x="0" y="55"/>
                </a:lnTo>
                <a:moveTo>
                  <a:pt x="0" y="45"/>
                </a:moveTo>
                <a:lnTo>
                  <a:pt x="0" y="33"/>
                </a:lnTo>
                <a:lnTo>
                  <a:pt x="11" y="33"/>
                </a:lnTo>
                <a:lnTo>
                  <a:pt x="11" y="45"/>
                </a:lnTo>
                <a:lnTo>
                  <a:pt x="0" y="45"/>
                </a:lnTo>
                <a:moveTo>
                  <a:pt x="0" y="33"/>
                </a:moveTo>
                <a:lnTo>
                  <a:pt x="0" y="23"/>
                </a:lnTo>
                <a:lnTo>
                  <a:pt x="11" y="23"/>
                </a:lnTo>
                <a:lnTo>
                  <a:pt x="11" y="33"/>
                </a:lnTo>
                <a:lnTo>
                  <a:pt x="0" y="33"/>
                </a:lnTo>
                <a:moveTo>
                  <a:pt x="0" y="23"/>
                </a:moveTo>
                <a:lnTo>
                  <a:pt x="0" y="12"/>
                </a:lnTo>
                <a:lnTo>
                  <a:pt x="11" y="12"/>
                </a:lnTo>
                <a:lnTo>
                  <a:pt x="11" y="23"/>
                </a:lnTo>
                <a:lnTo>
                  <a:pt x="0" y="23"/>
                </a:lnTo>
                <a:moveTo>
                  <a:pt x="0" y="12"/>
                </a:moveTo>
                <a:lnTo>
                  <a:pt x="0" y="0"/>
                </a:lnTo>
                <a:lnTo>
                  <a:pt x="17" y="8"/>
                </a:lnTo>
                <a:lnTo>
                  <a:pt x="13" y="18"/>
                </a:lnTo>
                <a:lnTo>
                  <a:pt x="3" y="13"/>
                </a:lnTo>
                <a:lnTo>
                  <a:pt x="5" y="8"/>
                </a:lnTo>
                <a:lnTo>
                  <a:pt x="11" y="8"/>
                </a:lnTo>
                <a:lnTo>
                  <a:pt x="11" y="12"/>
                </a:lnTo>
                <a:lnTo>
                  <a:pt x="0" y="12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7437240" y="2050920"/>
            <a:ext cx="284040" cy="0"/>
          </a:xfrm>
          <a:custGeom>
            <a:avLst/>
            <a:gdLst/>
            <a:ahLst/>
            <a:rect l="0" t="0" r="r" b="b"/>
            <a:pathLst>
              <a:path fill="none" w="789" h="0">
                <a:moveTo>
                  <a:pt x="0" y="0"/>
                </a:moveTo>
                <a:lnTo>
                  <a:pt x="63" y="0"/>
                </a:lnTo>
                <a:cubicBezTo>
                  <a:pt x="126" y="0"/>
                  <a:pt x="252" y="0"/>
                  <a:pt x="383" y="0"/>
                </a:cubicBezTo>
                <a:cubicBezTo>
                  <a:pt x="515" y="0"/>
                  <a:pt x="652" y="0"/>
                  <a:pt x="721" y="0"/>
                </a:cubicBezTo>
                <a:lnTo>
                  <a:pt x="789" y="0"/>
                </a:lnTo>
              </a:path>
            </a:pathLst>
          </a:custGeom>
          <a:ln w="4680">
            <a:solidFill>
              <a:srgbClr val="dd784b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7702200" y="203184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0"/>
                </a:moveTo>
                <a:lnTo>
                  <a:pt x="107" y="54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7700400" y="202860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7" y="9"/>
                </a:moveTo>
                <a:lnTo>
                  <a:pt x="26" y="13"/>
                </a:lnTo>
                <a:lnTo>
                  <a:pt x="22" y="23"/>
                </a:lnTo>
                <a:lnTo>
                  <a:pt x="12" y="18"/>
                </a:lnTo>
                <a:lnTo>
                  <a:pt x="17" y="9"/>
                </a:lnTo>
                <a:moveTo>
                  <a:pt x="26" y="13"/>
                </a:moveTo>
                <a:lnTo>
                  <a:pt x="36" y="18"/>
                </a:lnTo>
                <a:lnTo>
                  <a:pt x="31" y="28"/>
                </a:lnTo>
                <a:lnTo>
                  <a:pt x="22" y="23"/>
                </a:lnTo>
                <a:lnTo>
                  <a:pt x="26" y="13"/>
                </a:lnTo>
                <a:moveTo>
                  <a:pt x="36" y="18"/>
                </a:moveTo>
                <a:lnTo>
                  <a:pt x="45" y="23"/>
                </a:lnTo>
                <a:lnTo>
                  <a:pt x="41" y="32"/>
                </a:lnTo>
                <a:lnTo>
                  <a:pt x="31" y="28"/>
                </a:lnTo>
                <a:lnTo>
                  <a:pt x="36" y="18"/>
                </a:lnTo>
                <a:moveTo>
                  <a:pt x="45" y="23"/>
                </a:moveTo>
                <a:lnTo>
                  <a:pt x="55" y="28"/>
                </a:lnTo>
                <a:lnTo>
                  <a:pt x="50" y="37"/>
                </a:lnTo>
                <a:lnTo>
                  <a:pt x="41" y="32"/>
                </a:lnTo>
                <a:lnTo>
                  <a:pt x="45" y="23"/>
                </a:lnTo>
                <a:moveTo>
                  <a:pt x="55" y="28"/>
                </a:moveTo>
                <a:lnTo>
                  <a:pt x="64" y="32"/>
                </a:lnTo>
                <a:lnTo>
                  <a:pt x="60" y="42"/>
                </a:lnTo>
                <a:lnTo>
                  <a:pt x="50" y="37"/>
                </a:lnTo>
                <a:lnTo>
                  <a:pt x="55" y="28"/>
                </a:lnTo>
                <a:moveTo>
                  <a:pt x="64" y="32"/>
                </a:moveTo>
                <a:lnTo>
                  <a:pt x="75" y="37"/>
                </a:lnTo>
                <a:lnTo>
                  <a:pt x="69" y="47"/>
                </a:lnTo>
                <a:lnTo>
                  <a:pt x="60" y="42"/>
                </a:lnTo>
                <a:lnTo>
                  <a:pt x="64" y="32"/>
                </a:lnTo>
                <a:moveTo>
                  <a:pt x="75" y="37"/>
                </a:moveTo>
                <a:lnTo>
                  <a:pt x="84" y="42"/>
                </a:lnTo>
                <a:lnTo>
                  <a:pt x="80" y="51"/>
                </a:lnTo>
                <a:lnTo>
                  <a:pt x="69" y="47"/>
                </a:lnTo>
                <a:lnTo>
                  <a:pt x="75" y="37"/>
                </a:lnTo>
                <a:moveTo>
                  <a:pt x="84" y="42"/>
                </a:moveTo>
                <a:lnTo>
                  <a:pt x="94" y="47"/>
                </a:lnTo>
                <a:lnTo>
                  <a:pt x="89" y="56"/>
                </a:lnTo>
                <a:lnTo>
                  <a:pt x="80" y="51"/>
                </a:lnTo>
                <a:lnTo>
                  <a:pt x="84" y="42"/>
                </a:lnTo>
                <a:moveTo>
                  <a:pt x="94" y="47"/>
                </a:moveTo>
                <a:lnTo>
                  <a:pt x="103" y="51"/>
                </a:lnTo>
                <a:lnTo>
                  <a:pt x="99" y="61"/>
                </a:lnTo>
                <a:lnTo>
                  <a:pt x="89" y="56"/>
                </a:lnTo>
                <a:lnTo>
                  <a:pt x="94" y="47"/>
                </a:lnTo>
                <a:moveTo>
                  <a:pt x="103" y="51"/>
                </a:moveTo>
                <a:lnTo>
                  <a:pt x="113" y="56"/>
                </a:lnTo>
                <a:lnTo>
                  <a:pt x="108" y="66"/>
                </a:lnTo>
                <a:lnTo>
                  <a:pt x="99" y="61"/>
                </a:lnTo>
                <a:lnTo>
                  <a:pt x="103" y="51"/>
                </a:lnTo>
                <a:moveTo>
                  <a:pt x="113" y="56"/>
                </a:moveTo>
                <a:lnTo>
                  <a:pt x="124" y="62"/>
                </a:lnTo>
                <a:lnTo>
                  <a:pt x="107" y="70"/>
                </a:lnTo>
                <a:lnTo>
                  <a:pt x="102" y="61"/>
                </a:lnTo>
                <a:lnTo>
                  <a:pt x="110" y="57"/>
                </a:lnTo>
                <a:lnTo>
                  <a:pt x="112" y="62"/>
                </a:lnTo>
                <a:lnTo>
                  <a:pt x="110" y="66"/>
                </a:lnTo>
                <a:lnTo>
                  <a:pt x="108" y="66"/>
                </a:lnTo>
                <a:lnTo>
                  <a:pt x="113" y="56"/>
                </a:lnTo>
                <a:moveTo>
                  <a:pt x="107" y="70"/>
                </a:moveTo>
                <a:lnTo>
                  <a:pt x="97" y="75"/>
                </a:lnTo>
                <a:lnTo>
                  <a:pt x="93" y="66"/>
                </a:lnTo>
                <a:lnTo>
                  <a:pt x="102" y="61"/>
                </a:lnTo>
                <a:lnTo>
                  <a:pt x="107" y="70"/>
                </a:lnTo>
                <a:moveTo>
                  <a:pt x="97" y="75"/>
                </a:moveTo>
                <a:lnTo>
                  <a:pt x="88" y="80"/>
                </a:lnTo>
                <a:lnTo>
                  <a:pt x="83" y="70"/>
                </a:lnTo>
                <a:lnTo>
                  <a:pt x="93" y="66"/>
                </a:lnTo>
                <a:lnTo>
                  <a:pt x="97" y="75"/>
                </a:lnTo>
                <a:moveTo>
                  <a:pt x="88" y="80"/>
                </a:moveTo>
                <a:lnTo>
                  <a:pt x="78" y="86"/>
                </a:lnTo>
                <a:lnTo>
                  <a:pt x="73" y="75"/>
                </a:lnTo>
                <a:lnTo>
                  <a:pt x="83" y="70"/>
                </a:lnTo>
                <a:lnTo>
                  <a:pt x="88" y="80"/>
                </a:lnTo>
                <a:moveTo>
                  <a:pt x="78" y="86"/>
                </a:moveTo>
                <a:lnTo>
                  <a:pt x="68" y="90"/>
                </a:lnTo>
                <a:lnTo>
                  <a:pt x="63" y="80"/>
                </a:lnTo>
                <a:lnTo>
                  <a:pt x="73" y="75"/>
                </a:lnTo>
                <a:lnTo>
                  <a:pt x="78" y="86"/>
                </a:lnTo>
                <a:moveTo>
                  <a:pt x="68" y="90"/>
                </a:moveTo>
                <a:lnTo>
                  <a:pt x="58" y="95"/>
                </a:lnTo>
                <a:lnTo>
                  <a:pt x="54" y="86"/>
                </a:lnTo>
                <a:lnTo>
                  <a:pt x="63" y="80"/>
                </a:lnTo>
                <a:lnTo>
                  <a:pt x="68" y="90"/>
                </a:lnTo>
                <a:moveTo>
                  <a:pt x="58" y="95"/>
                </a:moveTo>
                <a:lnTo>
                  <a:pt x="49" y="100"/>
                </a:lnTo>
                <a:lnTo>
                  <a:pt x="44" y="90"/>
                </a:lnTo>
                <a:lnTo>
                  <a:pt x="54" y="86"/>
                </a:lnTo>
                <a:lnTo>
                  <a:pt x="58" y="95"/>
                </a:lnTo>
                <a:moveTo>
                  <a:pt x="49" y="100"/>
                </a:moveTo>
                <a:lnTo>
                  <a:pt x="39" y="105"/>
                </a:lnTo>
                <a:lnTo>
                  <a:pt x="35" y="95"/>
                </a:lnTo>
                <a:lnTo>
                  <a:pt x="44" y="90"/>
                </a:lnTo>
                <a:lnTo>
                  <a:pt x="49" y="100"/>
                </a:lnTo>
                <a:moveTo>
                  <a:pt x="39" y="105"/>
                </a:moveTo>
                <a:lnTo>
                  <a:pt x="30" y="109"/>
                </a:lnTo>
                <a:lnTo>
                  <a:pt x="25" y="100"/>
                </a:lnTo>
                <a:lnTo>
                  <a:pt x="35" y="95"/>
                </a:lnTo>
                <a:lnTo>
                  <a:pt x="39" y="105"/>
                </a:lnTo>
                <a:moveTo>
                  <a:pt x="30" y="109"/>
                </a:moveTo>
                <a:lnTo>
                  <a:pt x="20" y="114"/>
                </a:lnTo>
                <a:lnTo>
                  <a:pt x="16" y="105"/>
                </a:lnTo>
                <a:lnTo>
                  <a:pt x="25" y="100"/>
                </a:lnTo>
                <a:lnTo>
                  <a:pt x="30" y="109"/>
                </a:lnTo>
                <a:moveTo>
                  <a:pt x="20" y="114"/>
                </a:moveTo>
                <a:lnTo>
                  <a:pt x="11" y="119"/>
                </a:lnTo>
                <a:lnTo>
                  <a:pt x="6" y="109"/>
                </a:lnTo>
                <a:lnTo>
                  <a:pt x="16" y="105"/>
                </a:lnTo>
                <a:lnTo>
                  <a:pt x="20" y="114"/>
                </a:lnTo>
                <a:moveTo>
                  <a:pt x="11" y="119"/>
                </a:moveTo>
                <a:lnTo>
                  <a:pt x="0" y="124"/>
                </a:lnTo>
                <a:lnTo>
                  <a:pt x="0" y="109"/>
                </a:lnTo>
                <a:lnTo>
                  <a:pt x="10" y="109"/>
                </a:lnTo>
                <a:lnTo>
                  <a:pt x="10" y="116"/>
                </a:lnTo>
                <a:lnTo>
                  <a:pt x="5" y="116"/>
                </a:lnTo>
                <a:lnTo>
                  <a:pt x="3" y="111"/>
                </a:lnTo>
                <a:lnTo>
                  <a:pt x="6" y="109"/>
                </a:lnTo>
                <a:lnTo>
                  <a:pt x="11" y="119"/>
                </a:lnTo>
                <a:moveTo>
                  <a:pt x="0" y="109"/>
                </a:moveTo>
                <a:lnTo>
                  <a:pt x="0" y="98"/>
                </a:lnTo>
                <a:lnTo>
                  <a:pt x="10" y="98"/>
                </a:lnTo>
                <a:lnTo>
                  <a:pt x="10" y="109"/>
                </a:lnTo>
                <a:lnTo>
                  <a:pt x="0" y="109"/>
                </a:lnTo>
                <a:moveTo>
                  <a:pt x="0" y="98"/>
                </a:moveTo>
                <a:lnTo>
                  <a:pt x="0" y="88"/>
                </a:lnTo>
                <a:lnTo>
                  <a:pt x="10" y="88"/>
                </a:lnTo>
                <a:lnTo>
                  <a:pt x="10" y="98"/>
                </a:lnTo>
                <a:lnTo>
                  <a:pt x="0" y="98"/>
                </a:lnTo>
                <a:moveTo>
                  <a:pt x="0" y="88"/>
                </a:moveTo>
                <a:lnTo>
                  <a:pt x="0" y="76"/>
                </a:lnTo>
                <a:lnTo>
                  <a:pt x="10" y="76"/>
                </a:lnTo>
                <a:lnTo>
                  <a:pt x="10" y="88"/>
                </a:lnTo>
                <a:lnTo>
                  <a:pt x="0" y="88"/>
                </a:lnTo>
                <a:moveTo>
                  <a:pt x="0" y="76"/>
                </a:moveTo>
                <a:lnTo>
                  <a:pt x="0" y="66"/>
                </a:lnTo>
                <a:lnTo>
                  <a:pt x="10" y="66"/>
                </a:lnTo>
                <a:lnTo>
                  <a:pt x="10" y="76"/>
                </a:lnTo>
                <a:lnTo>
                  <a:pt x="0" y="76"/>
                </a:lnTo>
                <a:moveTo>
                  <a:pt x="0" y="66"/>
                </a:moveTo>
                <a:lnTo>
                  <a:pt x="0" y="55"/>
                </a:lnTo>
                <a:lnTo>
                  <a:pt x="10" y="55"/>
                </a:lnTo>
                <a:lnTo>
                  <a:pt x="10" y="66"/>
                </a:lnTo>
                <a:lnTo>
                  <a:pt x="0" y="66"/>
                </a:lnTo>
                <a:moveTo>
                  <a:pt x="0" y="55"/>
                </a:moveTo>
                <a:lnTo>
                  <a:pt x="0" y="44"/>
                </a:lnTo>
                <a:lnTo>
                  <a:pt x="10" y="44"/>
                </a:lnTo>
                <a:lnTo>
                  <a:pt x="10" y="55"/>
                </a:lnTo>
                <a:lnTo>
                  <a:pt x="0" y="55"/>
                </a:lnTo>
                <a:moveTo>
                  <a:pt x="0" y="44"/>
                </a:moveTo>
                <a:lnTo>
                  <a:pt x="0" y="34"/>
                </a:lnTo>
                <a:lnTo>
                  <a:pt x="10" y="34"/>
                </a:lnTo>
                <a:lnTo>
                  <a:pt x="10" y="44"/>
                </a:lnTo>
                <a:lnTo>
                  <a:pt x="0" y="44"/>
                </a:lnTo>
                <a:moveTo>
                  <a:pt x="0" y="34"/>
                </a:moveTo>
                <a:lnTo>
                  <a:pt x="0" y="23"/>
                </a:lnTo>
                <a:lnTo>
                  <a:pt x="10" y="23"/>
                </a:lnTo>
                <a:lnTo>
                  <a:pt x="10" y="34"/>
                </a:lnTo>
                <a:lnTo>
                  <a:pt x="0" y="34"/>
                </a:lnTo>
                <a:moveTo>
                  <a:pt x="0" y="23"/>
                </a:moveTo>
                <a:lnTo>
                  <a:pt x="0" y="12"/>
                </a:lnTo>
                <a:lnTo>
                  <a:pt x="10" y="12"/>
                </a:lnTo>
                <a:lnTo>
                  <a:pt x="10" y="23"/>
                </a:lnTo>
                <a:lnTo>
                  <a:pt x="0" y="23"/>
                </a:lnTo>
                <a:moveTo>
                  <a:pt x="0" y="12"/>
                </a:moveTo>
                <a:lnTo>
                  <a:pt x="0" y="0"/>
                </a:lnTo>
                <a:lnTo>
                  <a:pt x="17" y="9"/>
                </a:lnTo>
                <a:lnTo>
                  <a:pt x="12" y="18"/>
                </a:lnTo>
                <a:lnTo>
                  <a:pt x="3" y="13"/>
                </a:lnTo>
                <a:lnTo>
                  <a:pt x="5" y="9"/>
                </a:lnTo>
                <a:lnTo>
                  <a:pt x="10" y="9"/>
                </a:lnTo>
                <a:lnTo>
                  <a:pt x="10" y="12"/>
                </a:lnTo>
                <a:lnTo>
                  <a:pt x="0" y="12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5536080" y="2516400"/>
            <a:ext cx="748080" cy="215280"/>
          </a:xfrm>
          <a:custGeom>
            <a:avLst/>
            <a:gdLst/>
            <a:ahLst/>
            <a:rect l="0" t="0" r="r" b="b"/>
            <a:pathLst>
              <a:path fill="none" w="2078" h="598">
                <a:moveTo>
                  <a:pt x="0" y="0"/>
                </a:moveTo>
                <a:lnTo>
                  <a:pt x="189" y="100"/>
                </a:lnTo>
                <a:cubicBezTo>
                  <a:pt x="379" y="199"/>
                  <a:pt x="757" y="398"/>
                  <a:pt x="1002" y="499"/>
                </a:cubicBezTo>
                <a:cubicBezTo>
                  <a:pt x="1246" y="598"/>
                  <a:pt x="1357" y="598"/>
                  <a:pt x="1468" y="598"/>
                </a:cubicBezTo>
                <a:cubicBezTo>
                  <a:pt x="1578" y="598"/>
                  <a:pt x="1689" y="598"/>
                  <a:pt x="1790" y="598"/>
                </a:cubicBezTo>
                <a:cubicBezTo>
                  <a:pt x="1892" y="598"/>
                  <a:pt x="1985" y="598"/>
                  <a:pt x="2031" y="598"/>
                </a:cubicBezTo>
                <a:lnTo>
                  <a:pt x="2078" y="598"/>
                </a:lnTo>
              </a:path>
            </a:pathLst>
          </a:custGeom>
          <a:ln w="4680">
            <a:solidFill>
              <a:srgbClr val="dd78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6264720" y="271224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0"/>
                </a:moveTo>
                <a:lnTo>
                  <a:pt x="107" y="54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6262560" y="2709360"/>
            <a:ext cx="45000" cy="44640"/>
          </a:xfrm>
          <a:custGeom>
            <a:avLst/>
            <a:gdLst/>
            <a:ahLst/>
            <a:rect l="0" t="0" r="r" b="b"/>
            <a:pathLst>
              <a:path w="125" h="124">
                <a:moveTo>
                  <a:pt x="19" y="8"/>
                </a:moveTo>
                <a:lnTo>
                  <a:pt x="28" y="13"/>
                </a:lnTo>
                <a:lnTo>
                  <a:pt x="23" y="22"/>
                </a:lnTo>
                <a:lnTo>
                  <a:pt x="14" y="18"/>
                </a:lnTo>
                <a:lnTo>
                  <a:pt x="19" y="8"/>
                </a:lnTo>
                <a:moveTo>
                  <a:pt x="28" y="13"/>
                </a:moveTo>
                <a:lnTo>
                  <a:pt x="38" y="18"/>
                </a:lnTo>
                <a:lnTo>
                  <a:pt x="33" y="27"/>
                </a:lnTo>
                <a:lnTo>
                  <a:pt x="23" y="22"/>
                </a:lnTo>
                <a:lnTo>
                  <a:pt x="28" y="13"/>
                </a:lnTo>
                <a:moveTo>
                  <a:pt x="38" y="18"/>
                </a:moveTo>
                <a:lnTo>
                  <a:pt x="47" y="22"/>
                </a:lnTo>
                <a:lnTo>
                  <a:pt x="42" y="32"/>
                </a:lnTo>
                <a:lnTo>
                  <a:pt x="33" y="27"/>
                </a:lnTo>
                <a:lnTo>
                  <a:pt x="38" y="18"/>
                </a:lnTo>
                <a:moveTo>
                  <a:pt x="47" y="22"/>
                </a:moveTo>
                <a:lnTo>
                  <a:pt x="57" y="27"/>
                </a:lnTo>
                <a:lnTo>
                  <a:pt x="52" y="37"/>
                </a:lnTo>
                <a:lnTo>
                  <a:pt x="42" y="32"/>
                </a:lnTo>
                <a:lnTo>
                  <a:pt x="47" y="22"/>
                </a:lnTo>
                <a:moveTo>
                  <a:pt x="57" y="27"/>
                </a:moveTo>
                <a:lnTo>
                  <a:pt x="66" y="32"/>
                </a:lnTo>
                <a:lnTo>
                  <a:pt x="61" y="42"/>
                </a:lnTo>
                <a:lnTo>
                  <a:pt x="52" y="37"/>
                </a:lnTo>
                <a:lnTo>
                  <a:pt x="57" y="27"/>
                </a:lnTo>
                <a:moveTo>
                  <a:pt x="66" y="32"/>
                </a:moveTo>
                <a:lnTo>
                  <a:pt x="76" y="37"/>
                </a:lnTo>
                <a:lnTo>
                  <a:pt x="71" y="47"/>
                </a:lnTo>
                <a:lnTo>
                  <a:pt x="61" y="42"/>
                </a:lnTo>
                <a:lnTo>
                  <a:pt x="66" y="32"/>
                </a:lnTo>
                <a:moveTo>
                  <a:pt x="76" y="37"/>
                </a:moveTo>
                <a:lnTo>
                  <a:pt x="85" y="42"/>
                </a:lnTo>
                <a:lnTo>
                  <a:pt x="80" y="52"/>
                </a:lnTo>
                <a:lnTo>
                  <a:pt x="71" y="47"/>
                </a:lnTo>
                <a:lnTo>
                  <a:pt x="76" y="37"/>
                </a:lnTo>
                <a:moveTo>
                  <a:pt x="85" y="42"/>
                </a:moveTo>
                <a:lnTo>
                  <a:pt x="95" y="47"/>
                </a:lnTo>
                <a:lnTo>
                  <a:pt x="90" y="57"/>
                </a:lnTo>
                <a:lnTo>
                  <a:pt x="80" y="52"/>
                </a:lnTo>
                <a:lnTo>
                  <a:pt x="85" y="42"/>
                </a:lnTo>
                <a:moveTo>
                  <a:pt x="95" y="47"/>
                </a:moveTo>
                <a:lnTo>
                  <a:pt x="104" y="52"/>
                </a:lnTo>
                <a:lnTo>
                  <a:pt x="99" y="61"/>
                </a:lnTo>
                <a:lnTo>
                  <a:pt x="90" y="57"/>
                </a:lnTo>
                <a:lnTo>
                  <a:pt x="95" y="47"/>
                </a:lnTo>
                <a:moveTo>
                  <a:pt x="104" y="52"/>
                </a:moveTo>
                <a:lnTo>
                  <a:pt x="114" y="57"/>
                </a:lnTo>
                <a:lnTo>
                  <a:pt x="109" y="66"/>
                </a:lnTo>
                <a:lnTo>
                  <a:pt x="99" y="61"/>
                </a:lnTo>
                <a:lnTo>
                  <a:pt x="104" y="52"/>
                </a:lnTo>
                <a:moveTo>
                  <a:pt x="114" y="57"/>
                </a:moveTo>
                <a:lnTo>
                  <a:pt x="125" y="62"/>
                </a:lnTo>
                <a:lnTo>
                  <a:pt x="108" y="71"/>
                </a:lnTo>
                <a:lnTo>
                  <a:pt x="103" y="61"/>
                </a:lnTo>
                <a:lnTo>
                  <a:pt x="111" y="57"/>
                </a:lnTo>
                <a:lnTo>
                  <a:pt x="113" y="62"/>
                </a:lnTo>
                <a:lnTo>
                  <a:pt x="111" y="67"/>
                </a:lnTo>
                <a:lnTo>
                  <a:pt x="109" y="66"/>
                </a:lnTo>
                <a:lnTo>
                  <a:pt x="114" y="57"/>
                </a:lnTo>
                <a:moveTo>
                  <a:pt x="108" y="71"/>
                </a:moveTo>
                <a:lnTo>
                  <a:pt x="98" y="76"/>
                </a:lnTo>
                <a:lnTo>
                  <a:pt x="93" y="66"/>
                </a:lnTo>
                <a:lnTo>
                  <a:pt x="103" y="61"/>
                </a:lnTo>
                <a:lnTo>
                  <a:pt x="108" y="71"/>
                </a:lnTo>
                <a:moveTo>
                  <a:pt x="98" y="76"/>
                </a:moveTo>
                <a:lnTo>
                  <a:pt x="89" y="80"/>
                </a:lnTo>
                <a:lnTo>
                  <a:pt x="84" y="71"/>
                </a:lnTo>
                <a:lnTo>
                  <a:pt x="93" y="66"/>
                </a:lnTo>
                <a:lnTo>
                  <a:pt x="98" y="76"/>
                </a:lnTo>
                <a:moveTo>
                  <a:pt x="89" y="80"/>
                </a:moveTo>
                <a:lnTo>
                  <a:pt x="79" y="85"/>
                </a:lnTo>
                <a:lnTo>
                  <a:pt x="74" y="76"/>
                </a:lnTo>
                <a:lnTo>
                  <a:pt x="84" y="71"/>
                </a:lnTo>
                <a:lnTo>
                  <a:pt x="89" y="80"/>
                </a:lnTo>
                <a:moveTo>
                  <a:pt x="79" y="85"/>
                </a:moveTo>
                <a:lnTo>
                  <a:pt x="70" y="90"/>
                </a:lnTo>
                <a:lnTo>
                  <a:pt x="65" y="80"/>
                </a:lnTo>
                <a:lnTo>
                  <a:pt x="74" y="76"/>
                </a:lnTo>
                <a:lnTo>
                  <a:pt x="79" y="85"/>
                </a:lnTo>
                <a:moveTo>
                  <a:pt x="70" y="90"/>
                </a:moveTo>
                <a:lnTo>
                  <a:pt x="60" y="95"/>
                </a:lnTo>
                <a:lnTo>
                  <a:pt x="55" y="85"/>
                </a:lnTo>
                <a:lnTo>
                  <a:pt x="65" y="80"/>
                </a:lnTo>
                <a:lnTo>
                  <a:pt x="70" y="90"/>
                </a:lnTo>
                <a:moveTo>
                  <a:pt x="60" y="95"/>
                </a:moveTo>
                <a:lnTo>
                  <a:pt x="51" y="99"/>
                </a:lnTo>
                <a:lnTo>
                  <a:pt x="46" y="90"/>
                </a:lnTo>
                <a:lnTo>
                  <a:pt x="55" y="85"/>
                </a:lnTo>
                <a:lnTo>
                  <a:pt x="60" y="95"/>
                </a:lnTo>
                <a:moveTo>
                  <a:pt x="51" y="99"/>
                </a:moveTo>
                <a:lnTo>
                  <a:pt x="41" y="104"/>
                </a:lnTo>
                <a:lnTo>
                  <a:pt x="36" y="95"/>
                </a:lnTo>
                <a:lnTo>
                  <a:pt x="46" y="90"/>
                </a:lnTo>
                <a:lnTo>
                  <a:pt x="51" y="99"/>
                </a:lnTo>
                <a:moveTo>
                  <a:pt x="41" y="104"/>
                </a:moveTo>
                <a:lnTo>
                  <a:pt x="32" y="109"/>
                </a:lnTo>
                <a:lnTo>
                  <a:pt x="27" y="99"/>
                </a:lnTo>
                <a:lnTo>
                  <a:pt x="36" y="95"/>
                </a:lnTo>
                <a:lnTo>
                  <a:pt x="41" y="104"/>
                </a:lnTo>
                <a:moveTo>
                  <a:pt x="32" y="109"/>
                </a:moveTo>
                <a:lnTo>
                  <a:pt x="22" y="114"/>
                </a:lnTo>
                <a:lnTo>
                  <a:pt x="17" y="104"/>
                </a:lnTo>
                <a:lnTo>
                  <a:pt x="27" y="99"/>
                </a:lnTo>
                <a:lnTo>
                  <a:pt x="32" y="109"/>
                </a:lnTo>
                <a:moveTo>
                  <a:pt x="22" y="114"/>
                </a:moveTo>
                <a:lnTo>
                  <a:pt x="13" y="118"/>
                </a:lnTo>
                <a:lnTo>
                  <a:pt x="7" y="109"/>
                </a:lnTo>
                <a:lnTo>
                  <a:pt x="17" y="104"/>
                </a:lnTo>
                <a:lnTo>
                  <a:pt x="22" y="114"/>
                </a:lnTo>
                <a:moveTo>
                  <a:pt x="13" y="118"/>
                </a:moveTo>
                <a:lnTo>
                  <a:pt x="0" y="124"/>
                </a:lnTo>
                <a:lnTo>
                  <a:pt x="0" y="109"/>
                </a:lnTo>
                <a:lnTo>
                  <a:pt x="12" y="109"/>
                </a:lnTo>
                <a:lnTo>
                  <a:pt x="12" y="115"/>
                </a:lnTo>
                <a:lnTo>
                  <a:pt x="6" y="115"/>
                </a:lnTo>
                <a:lnTo>
                  <a:pt x="3" y="111"/>
                </a:lnTo>
                <a:lnTo>
                  <a:pt x="7" y="109"/>
                </a:lnTo>
                <a:lnTo>
                  <a:pt x="13" y="118"/>
                </a:lnTo>
                <a:moveTo>
                  <a:pt x="0" y="109"/>
                </a:moveTo>
                <a:lnTo>
                  <a:pt x="0" y="98"/>
                </a:lnTo>
                <a:lnTo>
                  <a:pt x="12" y="98"/>
                </a:lnTo>
                <a:lnTo>
                  <a:pt x="12" y="109"/>
                </a:lnTo>
                <a:lnTo>
                  <a:pt x="0" y="109"/>
                </a:lnTo>
                <a:moveTo>
                  <a:pt x="0" y="98"/>
                </a:moveTo>
                <a:lnTo>
                  <a:pt x="0" y="87"/>
                </a:lnTo>
                <a:lnTo>
                  <a:pt x="12" y="87"/>
                </a:lnTo>
                <a:lnTo>
                  <a:pt x="12" y="98"/>
                </a:lnTo>
                <a:lnTo>
                  <a:pt x="0" y="98"/>
                </a:lnTo>
                <a:moveTo>
                  <a:pt x="0" y="87"/>
                </a:moveTo>
                <a:lnTo>
                  <a:pt x="0" y="77"/>
                </a:lnTo>
                <a:lnTo>
                  <a:pt x="12" y="77"/>
                </a:lnTo>
                <a:lnTo>
                  <a:pt x="12" y="87"/>
                </a:lnTo>
                <a:lnTo>
                  <a:pt x="0" y="87"/>
                </a:lnTo>
                <a:moveTo>
                  <a:pt x="0" y="77"/>
                </a:moveTo>
                <a:lnTo>
                  <a:pt x="0" y="66"/>
                </a:lnTo>
                <a:lnTo>
                  <a:pt x="12" y="66"/>
                </a:lnTo>
                <a:lnTo>
                  <a:pt x="12" y="77"/>
                </a:lnTo>
                <a:lnTo>
                  <a:pt x="0" y="77"/>
                </a:lnTo>
                <a:moveTo>
                  <a:pt x="0" y="66"/>
                </a:moveTo>
                <a:lnTo>
                  <a:pt x="0" y="55"/>
                </a:lnTo>
                <a:lnTo>
                  <a:pt x="12" y="55"/>
                </a:lnTo>
                <a:lnTo>
                  <a:pt x="12" y="66"/>
                </a:lnTo>
                <a:lnTo>
                  <a:pt x="0" y="66"/>
                </a:lnTo>
                <a:moveTo>
                  <a:pt x="0" y="55"/>
                </a:moveTo>
                <a:lnTo>
                  <a:pt x="0" y="45"/>
                </a:lnTo>
                <a:lnTo>
                  <a:pt x="12" y="45"/>
                </a:lnTo>
                <a:lnTo>
                  <a:pt x="12" y="55"/>
                </a:lnTo>
                <a:lnTo>
                  <a:pt x="0" y="55"/>
                </a:lnTo>
                <a:moveTo>
                  <a:pt x="0" y="45"/>
                </a:moveTo>
                <a:lnTo>
                  <a:pt x="0" y="33"/>
                </a:lnTo>
                <a:lnTo>
                  <a:pt x="12" y="33"/>
                </a:lnTo>
                <a:lnTo>
                  <a:pt x="12" y="45"/>
                </a:lnTo>
                <a:lnTo>
                  <a:pt x="0" y="45"/>
                </a:lnTo>
                <a:moveTo>
                  <a:pt x="0" y="33"/>
                </a:moveTo>
                <a:lnTo>
                  <a:pt x="0" y="23"/>
                </a:lnTo>
                <a:lnTo>
                  <a:pt x="12" y="23"/>
                </a:lnTo>
                <a:lnTo>
                  <a:pt x="12" y="33"/>
                </a:lnTo>
                <a:lnTo>
                  <a:pt x="0" y="33"/>
                </a:lnTo>
                <a:moveTo>
                  <a:pt x="0" y="23"/>
                </a:moveTo>
                <a:lnTo>
                  <a:pt x="0" y="12"/>
                </a:lnTo>
                <a:lnTo>
                  <a:pt x="12" y="12"/>
                </a:lnTo>
                <a:lnTo>
                  <a:pt x="12" y="23"/>
                </a:lnTo>
                <a:lnTo>
                  <a:pt x="0" y="23"/>
                </a:lnTo>
                <a:moveTo>
                  <a:pt x="0" y="12"/>
                </a:moveTo>
                <a:lnTo>
                  <a:pt x="0" y="0"/>
                </a:lnTo>
                <a:lnTo>
                  <a:pt x="19" y="8"/>
                </a:lnTo>
                <a:lnTo>
                  <a:pt x="14" y="18"/>
                </a:lnTo>
                <a:lnTo>
                  <a:pt x="3" y="13"/>
                </a:lnTo>
                <a:lnTo>
                  <a:pt x="6" y="8"/>
                </a:lnTo>
                <a:lnTo>
                  <a:pt x="12" y="8"/>
                </a:lnTo>
                <a:lnTo>
                  <a:pt x="12" y="12"/>
                </a:lnTo>
                <a:lnTo>
                  <a:pt x="0" y="12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5536080" y="2050920"/>
            <a:ext cx="764640" cy="215280"/>
          </a:xfrm>
          <a:custGeom>
            <a:avLst/>
            <a:gdLst/>
            <a:ahLst/>
            <a:rect l="0" t="0" r="r" b="b"/>
            <a:pathLst>
              <a:path fill="none" w="2124" h="598">
                <a:moveTo>
                  <a:pt x="0" y="598"/>
                </a:moveTo>
                <a:lnTo>
                  <a:pt x="189" y="497"/>
                </a:lnTo>
                <a:cubicBezTo>
                  <a:pt x="378" y="398"/>
                  <a:pt x="757" y="199"/>
                  <a:pt x="1002" y="99"/>
                </a:cubicBezTo>
                <a:cubicBezTo>
                  <a:pt x="1246" y="0"/>
                  <a:pt x="1357" y="0"/>
                  <a:pt x="1468" y="0"/>
                </a:cubicBezTo>
                <a:cubicBezTo>
                  <a:pt x="1578" y="0"/>
                  <a:pt x="1689" y="0"/>
                  <a:pt x="1798" y="0"/>
                </a:cubicBezTo>
                <a:cubicBezTo>
                  <a:pt x="1908" y="0"/>
                  <a:pt x="2016" y="0"/>
                  <a:pt x="2070" y="0"/>
                </a:cubicBezTo>
                <a:lnTo>
                  <a:pt x="2124" y="0"/>
                </a:lnTo>
              </a:path>
            </a:pathLst>
          </a:custGeom>
          <a:ln w="4680">
            <a:solidFill>
              <a:srgbClr val="dd78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6281280" y="203184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0"/>
                </a:moveTo>
                <a:lnTo>
                  <a:pt x="107" y="54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6279480" y="202860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7" y="9"/>
                </a:moveTo>
                <a:lnTo>
                  <a:pt x="27" y="13"/>
                </a:lnTo>
                <a:lnTo>
                  <a:pt x="22" y="23"/>
                </a:lnTo>
                <a:lnTo>
                  <a:pt x="12" y="18"/>
                </a:lnTo>
                <a:lnTo>
                  <a:pt x="17" y="9"/>
                </a:lnTo>
                <a:moveTo>
                  <a:pt x="27" y="13"/>
                </a:moveTo>
                <a:lnTo>
                  <a:pt x="36" y="18"/>
                </a:lnTo>
                <a:lnTo>
                  <a:pt x="31" y="28"/>
                </a:lnTo>
                <a:lnTo>
                  <a:pt x="22" y="23"/>
                </a:lnTo>
                <a:lnTo>
                  <a:pt x="27" y="13"/>
                </a:lnTo>
                <a:moveTo>
                  <a:pt x="36" y="18"/>
                </a:moveTo>
                <a:lnTo>
                  <a:pt x="46" y="23"/>
                </a:lnTo>
                <a:lnTo>
                  <a:pt x="41" y="32"/>
                </a:lnTo>
                <a:lnTo>
                  <a:pt x="31" y="28"/>
                </a:lnTo>
                <a:lnTo>
                  <a:pt x="36" y="18"/>
                </a:lnTo>
                <a:moveTo>
                  <a:pt x="46" y="23"/>
                </a:moveTo>
                <a:lnTo>
                  <a:pt x="55" y="28"/>
                </a:lnTo>
                <a:lnTo>
                  <a:pt x="50" y="37"/>
                </a:lnTo>
                <a:lnTo>
                  <a:pt x="41" y="32"/>
                </a:lnTo>
                <a:lnTo>
                  <a:pt x="46" y="23"/>
                </a:lnTo>
                <a:moveTo>
                  <a:pt x="55" y="28"/>
                </a:moveTo>
                <a:lnTo>
                  <a:pt x="65" y="32"/>
                </a:lnTo>
                <a:lnTo>
                  <a:pt x="60" y="42"/>
                </a:lnTo>
                <a:lnTo>
                  <a:pt x="50" y="37"/>
                </a:lnTo>
                <a:lnTo>
                  <a:pt x="55" y="28"/>
                </a:lnTo>
                <a:moveTo>
                  <a:pt x="65" y="32"/>
                </a:moveTo>
                <a:lnTo>
                  <a:pt x="74" y="37"/>
                </a:lnTo>
                <a:lnTo>
                  <a:pt x="69" y="47"/>
                </a:lnTo>
                <a:lnTo>
                  <a:pt x="60" y="42"/>
                </a:lnTo>
                <a:lnTo>
                  <a:pt x="65" y="32"/>
                </a:lnTo>
                <a:moveTo>
                  <a:pt x="74" y="37"/>
                </a:moveTo>
                <a:lnTo>
                  <a:pt x="84" y="42"/>
                </a:lnTo>
                <a:lnTo>
                  <a:pt x="79" y="51"/>
                </a:lnTo>
                <a:lnTo>
                  <a:pt x="69" y="47"/>
                </a:lnTo>
                <a:lnTo>
                  <a:pt x="74" y="37"/>
                </a:lnTo>
                <a:moveTo>
                  <a:pt x="84" y="42"/>
                </a:moveTo>
                <a:lnTo>
                  <a:pt x="94" y="47"/>
                </a:lnTo>
                <a:lnTo>
                  <a:pt x="89" y="56"/>
                </a:lnTo>
                <a:lnTo>
                  <a:pt x="79" y="51"/>
                </a:lnTo>
                <a:lnTo>
                  <a:pt x="84" y="42"/>
                </a:lnTo>
                <a:moveTo>
                  <a:pt x="94" y="47"/>
                </a:moveTo>
                <a:lnTo>
                  <a:pt x="104" y="51"/>
                </a:lnTo>
                <a:lnTo>
                  <a:pt x="99" y="61"/>
                </a:lnTo>
                <a:lnTo>
                  <a:pt x="89" y="56"/>
                </a:lnTo>
                <a:lnTo>
                  <a:pt x="94" y="47"/>
                </a:lnTo>
                <a:moveTo>
                  <a:pt x="104" y="51"/>
                </a:moveTo>
                <a:lnTo>
                  <a:pt x="113" y="56"/>
                </a:lnTo>
                <a:lnTo>
                  <a:pt x="108" y="66"/>
                </a:lnTo>
                <a:lnTo>
                  <a:pt x="99" y="61"/>
                </a:lnTo>
                <a:lnTo>
                  <a:pt x="104" y="51"/>
                </a:lnTo>
                <a:moveTo>
                  <a:pt x="113" y="56"/>
                </a:moveTo>
                <a:lnTo>
                  <a:pt x="124" y="62"/>
                </a:lnTo>
                <a:lnTo>
                  <a:pt x="107" y="70"/>
                </a:lnTo>
                <a:lnTo>
                  <a:pt x="102" y="61"/>
                </a:lnTo>
                <a:lnTo>
                  <a:pt x="110" y="57"/>
                </a:lnTo>
                <a:lnTo>
                  <a:pt x="112" y="62"/>
                </a:lnTo>
                <a:lnTo>
                  <a:pt x="110" y="66"/>
                </a:lnTo>
                <a:lnTo>
                  <a:pt x="108" y="66"/>
                </a:lnTo>
                <a:lnTo>
                  <a:pt x="113" y="56"/>
                </a:lnTo>
                <a:moveTo>
                  <a:pt x="107" y="70"/>
                </a:moveTo>
                <a:lnTo>
                  <a:pt x="97" y="75"/>
                </a:lnTo>
                <a:lnTo>
                  <a:pt x="93" y="66"/>
                </a:lnTo>
                <a:lnTo>
                  <a:pt x="102" y="61"/>
                </a:lnTo>
                <a:lnTo>
                  <a:pt x="107" y="70"/>
                </a:lnTo>
                <a:moveTo>
                  <a:pt x="97" y="75"/>
                </a:moveTo>
                <a:lnTo>
                  <a:pt x="88" y="80"/>
                </a:lnTo>
                <a:lnTo>
                  <a:pt x="82" y="70"/>
                </a:lnTo>
                <a:lnTo>
                  <a:pt x="93" y="66"/>
                </a:lnTo>
                <a:lnTo>
                  <a:pt x="97" y="75"/>
                </a:lnTo>
                <a:moveTo>
                  <a:pt x="88" y="80"/>
                </a:moveTo>
                <a:lnTo>
                  <a:pt x="77" y="86"/>
                </a:lnTo>
                <a:lnTo>
                  <a:pt x="73" y="75"/>
                </a:lnTo>
                <a:lnTo>
                  <a:pt x="82" y="70"/>
                </a:lnTo>
                <a:lnTo>
                  <a:pt x="88" y="80"/>
                </a:lnTo>
                <a:moveTo>
                  <a:pt x="77" y="86"/>
                </a:moveTo>
                <a:lnTo>
                  <a:pt x="68" y="90"/>
                </a:lnTo>
                <a:lnTo>
                  <a:pt x="63" y="80"/>
                </a:lnTo>
                <a:lnTo>
                  <a:pt x="73" y="75"/>
                </a:lnTo>
                <a:lnTo>
                  <a:pt x="77" y="86"/>
                </a:lnTo>
                <a:moveTo>
                  <a:pt x="68" y="90"/>
                </a:moveTo>
                <a:lnTo>
                  <a:pt x="58" y="95"/>
                </a:lnTo>
                <a:lnTo>
                  <a:pt x="54" y="86"/>
                </a:lnTo>
                <a:lnTo>
                  <a:pt x="63" y="80"/>
                </a:lnTo>
                <a:lnTo>
                  <a:pt x="68" y="90"/>
                </a:lnTo>
                <a:moveTo>
                  <a:pt x="58" y="95"/>
                </a:moveTo>
                <a:lnTo>
                  <a:pt x="49" y="100"/>
                </a:lnTo>
                <a:lnTo>
                  <a:pt x="44" y="90"/>
                </a:lnTo>
                <a:lnTo>
                  <a:pt x="54" y="86"/>
                </a:lnTo>
                <a:lnTo>
                  <a:pt x="58" y="95"/>
                </a:lnTo>
                <a:moveTo>
                  <a:pt x="49" y="100"/>
                </a:moveTo>
                <a:lnTo>
                  <a:pt x="39" y="105"/>
                </a:lnTo>
                <a:lnTo>
                  <a:pt x="35" y="95"/>
                </a:lnTo>
                <a:lnTo>
                  <a:pt x="44" y="90"/>
                </a:lnTo>
                <a:lnTo>
                  <a:pt x="49" y="100"/>
                </a:lnTo>
                <a:moveTo>
                  <a:pt x="39" y="105"/>
                </a:moveTo>
                <a:lnTo>
                  <a:pt x="30" y="109"/>
                </a:lnTo>
                <a:lnTo>
                  <a:pt x="25" y="100"/>
                </a:lnTo>
                <a:lnTo>
                  <a:pt x="35" y="95"/>
                </a:lnTo>
                <a:lnTo>
                  <a:pt x="39" y="105"/>
                </a:lnTo>
                <a:moveTo>
                  <a:pt x="30" y="109"/>
                </a:moveTo>
                <a:lnTo>
                  <a:pt x="21" y="114"/>
                </a:lnTo>
                <a:lnTo>
                  <a:pt x="16" y="105"/>
                </a:lnTo>
                <a:lnTo>
                  <a:pt x="25" y="100"/>
                </a:lnTo>
                <a:lnTo>
                  <a:pt x="30" y="109"/>
                </a:lnTo>
                <a:moveTo>
                  <a:pt x="21" y="114"/>
                </a:moveTo>
                <a:lnTo>
                  <a:pt x="11" y="119"/>
                </a:lnTo>
                <a:lnTo>
                  <a:pt x="6" y="109"/>
                </a:lnTo>
                <a:lnTo>
                  <a:pt x="16" y="105"/>
                </a:lnTo>
                <a:lnTo>
                  <a:pt x="21" y="114"/>
                </a:lnTo>
                <a:moveTo>
                  <a:pt x="11" y="119"/>
                </a:moveTo>
                <a:lnTo>
                  <a:pt x="0" y="124"/>
                </a:lnTo>
                <a:lnTo>
                  <a:pt x="0" y="109"/>
                </a:lnTo>
                <a:lnTo>
                  <a:pt x="11" y="109"/>
                </a:lnTo>
                <a:lnTo>
                  <a:pt x="11" y="116"/>
                </a:lnTo>
                <a:lnTo>
                  <a:pt x="5" y="116"/>
                </a:lnTo>
                <a:lnTo>
                  <a:pt x="3" y="111"/>
                </a:lnTo>
                <a:lnTo>
                  <a:pt x="6" y="109"/>
                </a:lnTo>
                <a:lnTo>
                  <a:pt x="11" y="119"/>
                </a:lnTo>
                <a:moveTo>
                  <a:pt x="0" y="109"/>
                </a:moveTo>
                <a:lnTo>
                  <a:pt x="0" y="98"/>
                </a:lnTo>
                <a:lnTo>
                  <a:pt x="11" y="98"/>
                </a:lnTo>
                <a:lnTo>
                  <a:pt x="11" y="109"/>
                </a:lnTo>
                <a:lnTo>
                  <a:pt x="0" y="109"/>
                </a:lnTo>
                <a:moveTo>
                  <a:pt x="0" y="98"/>
                </a:moveTo>
                <a:lnTo>
                  <a:pt x="0" y="88"/>
                </a:lnTo>
                <a:lnTo>
                  <a:pt x="11" y="88"/>
                </a:lnTo>
                <a:lnTo>
                  <a:pt x="11" y="98"/>
                </a:lnTo>
                <a:lnTo>
                  <a:pt x="0" y="98"/>
                </a:lnTo>
                <a:moveTo>
                  <a:pt x="0" y="88"/>
                </a:moveTo>
                <a:lnTo>
                  <a:pt x="0" y="76"/>
                </a:lnTo>
                <a:lnTo>
                  <a:pt x="11" y="76"/>
                </a:lnTo>
                <a:lnTo>
                  <a:pt x="11" y="88"/>
                </a:lnTo>
                <a:lnTo>
                  <a:pt x="0" y="88"/>
                </a:lnTo>
                <a:moveTo>
                  <a:pt x="0" y="76"/>
                </a:moveTo>
                <a:lnTo>
                  <a:pt x="0" y="66"/>
                </a:lnTo>
                <a:lnTo>
                  <a:pt x="11" y="66"/>
                </a:lnTo>
                <a:lnTo>
                  <a:pt x="11" y="76"/>
                </a:lnTo>
                <a:lnTo>
                  <a:pt x="0" y="76"/>
                </a:lnTo>
                <a:moveTo>
                  <a:pt x="0" y="66"/>
                </a:moveTo>
                <a:lnTo>
                  <a:pt x="0" y="55"/>
                </a:lnTo>
                <a:lnTo>
                  <a:pt x="11" y="55"/>
                </a:lnTo>
                <a:lnTo>
                  <a:pt x="11" y="66"/>
                </a:lnTo>
                <a:lnTo>
                  <a:pt x="0" y="66"/>
                </a:lnTo>
                <a:moveTo>
                  <a:pt x="0" y="55"/>
                </a:moveTo>
                <a:lnTo>
                  <a:pt x="0" y="44"/>
                </a:lnTo>
                <a:lnTo>
                  <a:pt x="11" y="44"/>
                </a:lnTo>
                <a:lnTo>
                  <a:pt x="11" y="55"/>
                </a:lnTo>
                <a:lnTo>
                  <a:pt x="0" y="55"/>
                </a:lnTo>
                <a:moveTo>
                  <a:pt x="0" y="44"/>
                </a:moveTo>
                <a:lnTo>
                  <a:pt x="0" y="34"/>
                </a:lnTo>
                <a:lnTo>
                  <a:pt x="11" y="34"/>
                </a:lnTo>
                <a:lnTo>
                  <a:pt x="11" y="44"/>
                </a:lnTo>
                <a:lnTo>
                  <a:pt x="0" y="44"/>
                </a:lnTo>
                <a:moveTo>
                  <a:pt x="0" y="34"/>
                </a:moveTo>
                <a:lnTo>
                  <a:pt x="0" y="23"/>
                </a:lnTo>
                <a:lnTo>
                  <a:pt x="11" y="23"/>
                </a:lnTo>
                <a:lnTo>
                  <a:pt x="11" y="34"/>
                </a:lnTo>
                <a:lnTo>
                  <a:pt x="0" y="34"/>
                </a:lnTo>
                <a:moveTo>
                  <a:pt x="0" y="23"/>
                </a:moveTo>
                <a:lnTo>
                  <a:pt x="0" y="12"/>
                </a:lnTo>
                <a:lnTo>
                  <a:pt x="11" y="12"/>
                </a:lnTo>
                <a:lnTo>
                  <a:pt x="11" y="23"/>
                </a:lnTo>
                <a:lnTo>
                  <a:pt x="0" y="23"/>
                </a:lnTo>
                <a:moveTo>
                  <a:pt x="0" y="12"/>
                </a:moveTo>
                <a:lnTo>
                  <a:pt x="0" y="0"/>
                </a:lnTo>
                <a:lnTo>
                  <a:pt x="17" y="9"/>
                </a:lnTo>
                <a:lnTo>
                  <a:pt x="12" y="18"/>
                </a:lnTo>
                <a:lnTo>
                  <a:pt x="3" y="13"/>
                </a:lnTo>
                <a:lnTo>
                  <a:pt x="5" y="9"/>
                </a:lnTo>
                <a:lnTo>
                  <a:pt x="11" y="9"/>
                </a:lnTo>
                <a:lnTo>
                  <a:pt x="11" y="12"/>
                </a:lnTo>
                <a:lnTo>
                  <a:pt x="0" y="12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614520" y="2265840"/>
            <a:ext cx="1189800" cy="250920"/>
          </a:xfrm>
          <a:custGeom>
            <a:avLst/>
            <a:gdLst/>
            <a:ahLst/>
            <a:rect l="0" t="0" r="r" b="b"/>
            <a:pathLst>
              <a:path w="3305" h="697">
                <a:moveTo>
                  <a:pt x="0" y="0"/>
                </a:moveTo>
                <a:lnTo>
                  <a:pt x="3305" y="0"/>
                </a:lnTo>
                <a:lnTo>
                  <a:pt x="3305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614520" y="2265840"/>
            <a:ext cx="1189800" cy="250920"/>
          </a:xfrm>
          <a:custGeom>
            <a:avLst/>
            <a:gdLst/>
            <a:ahLst/>
            <a:rect l="0" t="0" r="r" b="b"/>
            <a:pathLst>
              <a:path w="3305" h="697">
                <a:moveTo>
                  <a:pt x="0" y="0"/>
                </a:moveTo>
                <a:lnTo>
                  <a:pt x="3305" y="0"/>
                </a:lnTo>
                <a:lnTo>
                  <a:pt x="3305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2890440" y="1792440"/>
            <a:ext cx="72324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000000"/>
                </a:solidFill>
                <a:latin typeface="Arial"/>
                <a:ea typeface="Arial"/>
              </a:rPr>
              <a:t>Onderwijsontwerper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2042640" y="2265840"/>
            <a:ext cx="1008000" cy="250920"/>
          </a:xfrm>
          <a:custGeom>
            <a:avLst/>
            <a:gdLst/>
            <a:ahLst/>
            <a:rect l="0" t="0" r="r" b="b"/>
            <a:pathLst>
              <a:path w="2800" h="697">
                <a:moveTo>
                  <a:pt x="0" y="0"/>
                </a:moveTo>
                <a:lnTo>
                  <a:pt x="2800" y="0"/>
                </a:lnTo>
                <a:lnTo>
                  <a:pt x="2800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2042640" y="2265840"/>
            <a:ext cx="1008000" cy="250920"/>
          </a:xfrm>
          <a:custGeom>
            <a:avLst/>
            <a:gdLst/>
            <a:ahLst/>
            <a:rect l="0" t="0" r="r" b="b"/>
            <a:pathLst>
              <a:path w="2800" h="697">
                <a:moveTo>
                  <a:pt x="0" y="0"/>
                </a:moveTo>
                <a:lnTo>
                  <a:pt x="2800" y="0"/>
                </a:lnTo>
                <a:lnTo>
                  <a:pt x="2800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758160" y="2347560"/>
            <a:ext cx="103392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Kwaliﬁcatiekader analyseren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3289320" y="2211840"/>
            <a:ext cx="1242000" cy="358560"/>
          </a:xfrm>
          <a:custGeom>
            <a:avLst/>
            <a:gdLst/>
            <a:ahLst/>
            <a:rect l="0" t="0" r="r" b="b"/>
            <a:pathLst>
              <a:path w="3450" h="996">
                <a:moveTo>
                  <a:pt x="0" y="0"/>
                </a:moveTo>
                <a:lnTo>
                  <a:pt x="3450" y="0"/>
                </a:lnTo>
                <a:lnTo>
                  <a:pt x="3450" y="996"/>
                </a:lnTo>
                <a:lnTo>
                  <a:pt x="0" y="99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3289320" y="2211840"/>
            <a:ext cx="1242000" cy="358560"/>
          </a:xfrm>
          <a:custGeom>
            <a:avLst/>
            <a:gdLst/>
            <a:ahLst/>
            <a:rect l="0" t="0" r="r" b="b"/>
            <a:pathLst>
              <a:path w="3450" h="996">
                <a:moveTo>
                  <a:pt x="0" y="0"/>
                </a:moveTo>
                <a:lnTo>
                  <a:pt x="3450" y="0"/>
                </a:lnTo>
                <a:lnTo>
                  <a:pt x="3450" y="996"/>
                </a:lnTo>
                <a:lnTo>
                  <a:pt x="0" y="996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2186280" y="2347560"/>
            <a:ext cx="80100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Opleiding speciﬁceren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3578400" y="2293920"/>
            <a:ext cx="73836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Onderwijseenheden 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4769640" y="2265840"/>
            <a:ext cx="1055880" cy="250920"/>
          </a:xfrm>
          <a:custGeom>
            <a:avLst/>
            <a:gdLst/>
            <a:ahLst/>
            <a:rect l="0" t="0" r="r" b="b"/>
            <a:pathLst>
              <a:path w="2933" h="697">
                <a:moveTo>
                  <a:pt x="0" y="0"/>
                </a:moveTo>
                <a:lnTo>
                  <a:pt x="2933" y="0"/>
                </a:lnTo>
                <a:lnTo>
                  <a:pt x="2933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4769640" y="2265840"/>
            <a:ext cx="1055880" cy="250920"/>
          </a:xfrm>
          <a:custGeom>
            <a:avLst/>
            <a:gdLst/>
            <a:ahLst/>
            <a:rect l="0" t="0" r="r" b="b"/>
            <a:pathLst>
              <a:path w="2933" h="697">
                <a:moveTo>
                  <a:pt x="0" y="0"/>
                </a:moveTo>
                <a:lnTo>
                  <a:pt x="2933" y="0"/>
                </a:lnTo>
                <a:lnTo>
                  <a:pt x="2933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3726360" y="2403720"/>
            <a:ext cx="41364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beschrijven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6302880" y="2606040"/>
            <a:ext cx="1151280" cy="250920"/>
          </a:xfrm>
          <a:custGeom>
            <a:avLst/>
            <a:gdLst/>
            <a:ahLst/>
            <a:rect l="0" t="0" r="r" b="b"/>
            <a:pathLst>
              <a:path w="3198" h="697">
                <a:moveTo>
                  <a:pt x="0" y="0"/>
                </a:moveTo>
                <a:lnTo>
                  <a:pt x="3198" y="0"/>
                </a:lnTo>
                <a:lnTo>
                  <a:pt x="3198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6302880" y="2606040"/>
            <a:ext cx="1151280" cy="250920"/>
          </a:xfrm>
          <a:custGeom>
            <a:avLst/>
            <a:gdLst/>
            <a:ahLst/>
            <a:rect l="0" t="0" r="r" b="b"/>
            <a:pathLst>
              <a:path w="3198" h="697">
                <a:moveTo>
                  <a:pt x="0" y="0"/>
                </a:moveTo>
                <a:lnTo>
                  <a:pt x="3198" y="0"/>
                </a:lnTo>
                <a:lnTo>
                  <a:pt x="3198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4913280" y="2347560"/>
            <a:ext cx="85572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Speciﬁcaties publiceren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7692840" y="2606040"/>
            <a:ext cx="1027080" cy="250920"/>
          </a:xfrm>
          <a:custGeom>
            <a:avLst/>
            <a:gdLst/>
            <a:ahLst/>
            <a:rect l="0" t="0" r="r" b="b"/>
            <a:pathLst>
              <a:path w="2853" h="697">
                <a:moveTo>
                  <a:pt x="0" y="0"/>
                </a:moveTo>
                <a:lnTo>
                  <a:pt x="2853" y="0"/>
                </a:lnTo>
                <a:lnTo>
                  <a:pt x="2853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7692840" y="2606040"/>
            <a:ext cx="1027080" cy="250920"/>
          </a:xfrm>
          <a:custGeom>
            <a:avLst/>
            <a:gdLst/>
            <a:ahLst/>
            <a:rect l="0" t="0" r="r" b="b"/>
            <a:pathLst>
              <a:path w="2853" h="697">
                <a:moveTo>
                  <a:pt x="0" y="0"/>
                </a:moveTo>
                <a:lnTo>
                  <a:pt x="2853" y="0"/>
                </a:lnTo>
                <a:lnTo>
                  <a:pt x="2853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6446160" y="2687760"/>
            <a:ext cx="98064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Leergelegenheid uitwerken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6319440" y="1925280"/>
            <a:ext cx="1118160" cy="251280"/>
          </a:xfrm>
          <a:custGeom>
            <a:avLst/>
            <a:gdLst/>
            <a:ahLst/>
            <a:rect l="0" t="0" r="r" b="b"/>
            <a:pathLst>
              <a:path w="3106" h="698">
                <a:moveTo>
                  <a:pt x="0" y="0"/>
                </a:moveTo>
                <a:lnTo>
                  <a:pt x="3106" y="0"/>
                </a:lnTo>
                <a:lnTo>
                  <a:pt x="3106" y="698"/>
                </a:lnTo>
                <a:lnTo>
                  <a:pt x="0" y="6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6319440" y="1925280"/>
            <a:ext cx="1118160" cy="251280"/>
          </a:xfrm>
          <a:custGeom>
            <a:avLst/>
            <a:gdLst/>
            <a:ahLst/>
            <a:rect l="0" t="0" r="r" b="b"/>
            <a:pathLst>
              <a:path w="3106" h="698">
                <a:moveTo>
                  <a:pt x="0" y="0"/>
                </a:moveTo>
                <a:lnTo>
                  <a:pt x="3106" y="0"/>
                </a:lnTo>
                <a:lnTo>
                  <a:pt x="3106" y="698"/>
                </a:lnTo>
                <a:lnTo>
                  <a:pt x="0" y="698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7836120" y="2687760"/>
            <a:ext cx="83268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Leermiddelen inrichten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7740360" y="1925280"/>
            <a:ext cx="931680" cy="251280"/>
          </a:xfrm>
          <a:custGeom>
            <a:avLst/>
            <a:gdLst/>
            <a:ahLst/>
            <a:rect l="0" t="0" r="r" b="b"/>
            <a:pathLst>
              <a:path w="2588" h="698">
                <a:moveTo>
                  <a:pt x="0" y="0"/>
                </a:moveTo>
                <a:lnTo>
                  <a:pt x="2588" y="0"/>
                </a:lnTo>
                <a:lnTo>
                  <a:pt x="2588" y="698"/>
                </a:lnTo>
                <a:lnTo>
                  <a:pt x="0" y="6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7740360" y="1925280"/>
            <a:ext cx="931680" cy="251280"/>
          </a:xfrm>
          <a:custGeom>
            <a:avLst/>
            <a:gdLst/>
            <a:ahLst/>
            <a:rect l="0" t="0" r="r" b="b"/>
            <a:pathLst>
              <a:path w="2588" h="698">
                <a:moveTo>
                  <a:pt x="0" y="0"/>
                </a:moveTo>
                <a:lnTo>
                  <a:pt x="2588" y="0"/>
                </a:lnTo>
                <a:lnTo>
                  <a:pt x="2588" y="698"/>
                </a:lnTo>
                <a:lnTo>
                  <a:pt x="0" y="698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6463080" y="2007360"/>
            <a:ext cx="92268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Strategische jaarplanning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456840" y="3181320"/>
            <a:ext cx="2734200" cy="962280"/>
          </a:xfrm>
          <a:custGeom>
            <a:avLst/>
            <a:gdLst/>
            <a:ahLst/>
            <a:rect l="0" t="0" r="r" b="b"/>
            <a:pathLst>
              <a:path w="7595" h="2673">
                <a:moveTo>
                  <a:pt x="0" y="0"/>
                </a:moveTo>
                <a:lnTo>
                  <a:pt x="7595" y="0"/>
                </a:lnTo>
                <a:lnTo>
                  <a:pt x="7595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456840" y="3181320"/>
            <a:ext cx="2734200" cy="38160"/>
          </a:xfrm>
          <a:custGeom>
            <a:avLst/>
            <a:gdLst/>
            <a:ahLst/>
            <a:rect l="0" t="0" r="r" b="b"/>
            <a:pathLst>
              <a:path w="7595" h="106">
                <a:moveTo>
                  <a:pt x="0" y="0"/>
                </a:moveTo>
                <a:lnTo>
                  <a:pt x="7595" y="0"/>
                </a:lnTo>
                <a:lnTo>
                  <a:pt x="7595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456840" y="4133520"/>
            <a:ext cx="2734200" cy="10080"/>
          </a:xfrm>
          <a:custGeom>
            <a:avLst/>
            <a:gdLst/>
            <a:ahLst/>
            <a:rect l="0" t="0" r="r" b="b"/>
            <a:pathLst>
              <a:path w="7595" h="28">
                <a:moveTo>
                  <a:pt x="0" y="0"/>
                </a:moveTo>
                <a:lnTo>
                  <a:pt x="7595" y="0"/>
                </a:lnTo>
                <a:lnTo>
                  <a:pt x="75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3181320" y="318132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105"/>
                </a:moveTo>
                <a:lnTo>
                  <a:pt x="0" y="2673"/>
                </a:lnTo>
                <a:lnTo>
                  <a:pt x="27" y="2673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456840" y="3181320"/>
            <a:ext cx="10080" cy="962280"/>
          </a:xfrm>
          <a:custGeom>
            <a:avLst/>
            <a:gdLst/>
            <a:ahLst/>
            <a:rect l="0" t="0" r="r" b="b"/>
            <a:pathLst>
              <a:path w="28" h="2673">
                <a:moveTo>
                  <a:pt x="0" y="0"/>
                </a:moveTo>
                <a:lnTo>
                  <a:pt x="0" y="2673"/>
                </a:lnTo>
                <a:lnTo>
                  <a:pt x="28" y="2673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1711440" y="3321000"/>
            <a:ext cx="224280" cy="224280"/>
          </a:xfrm>
          <a:custGeom>
            <a:avLst/>
            <a:gdLst/>
            <a:ahLst/>
            <a:rect l="0" t="0" r="r" b="b"/>
            <a:pathLst>
              <a:path w="623" h="623">
                <a:moveTo>
                  <a:pt x="623" y="623"/>
                </a:moveTo>
                <a:lnTo>
                  <a:pt x="578" y="623"/>
                </a:lnTo>
                <a:lnTo>
                  <a:pt x="578" y="512"/>
                </a:lnTo>
                <a:cubicBezTo>
                  <a:pt x="578" y="497"/>
                  <a:pt x="575" y="483"/>
                  <a:pt x="570" y="470"/>
                </a:cubicBezTo>
                <a:cubicBezTo>
                  <a:pt x="564" y="456"/>
                  <a:pt x="556" y="444"/>
                  <a:pt x="546" y="434"/>
                </a:cubicBezTo>
                <a:cubicBezTo>
                  <a:pt x="535" y="423"/>
                  <a:pt x="522" y="414"/>
                  <a:pt x="509" y="408"/>
                </a:cubicBezTo>
                <a:cubicBezTo>
                  <a:pt x="495" y="403"/>
                  <a:pt x="481" y="400"/>
                  <a:pt x="466" y="400"/>
                </a:cubicBezTo>
                <a:lnTo>
                  <a:pt x="466" y="356"/>
                </a:lnTo>
                <a:cubicBezTo>
                  <a:pt x="476" y="356"/>
                  <a:pt x="486" y="357"/>
                  <a:pt x="496" y="359"/>
                </a:cubicBezTo>
                <a:cubicBezTo>
                  <a:pt x="507" y="361"/>
                  <a:pt x="516" y="364"/>
                  <a:pt x="526" y="367"/>
                </a:cubicBezTo>
                <a:cubicBezTo>
                  <a:pt x="536" y="371"/>
                  <a:pt x="545" y="376"/>
                  <a:pt x="554" y="382"/>
                </a:cubicBezTo>
                <a:cubicBezTo>
                  <a:pt x="562" y="387"/>
                  <a:pt x="570" y="394"/>
                  <a:pt x="577" y="401"/>
                </a:cubicBezTo>
                <a:cubicBezTo>
                  <a:pt x="584" y="408"/>
                  <a:pt x="591" y="417"/>
                  <a:pt x="596" y="426"/>
                </a:cubicBezTo>
                <a:cubicBezTo>
                  <a:pt x="602" y="434"/>
                  <a:pt x="607" y="443"/>
                  <a:pt x="611" y="453"/>
                </a:cubicBezTo>
                <a:cubicBezTo>
                  <a:pt x="615" y="462"/>
                  <a:pt x="618" y="472"/>
                  <a:pt x="620" y="482"/>
                </a:cubicBezTo>
                <a:cubicBezTo>
                  <a:pt x="622" y="492"/>
                  <a:pt x="623" y="502"/>
                  <a:pt x="623" y="512"/>
                </a:cubicBezTo>
                <a:lnTo>
                  <a:pt x="623" y="623"/>
                </a:lnTo>
                <a:moveTo>
                  <a:pt x="444" y="623"/>
                </a:moveTo>
                <a:lnTo>
                  <a:pt x="400" y="623"/>
                </a:lnTo>
                <a:lnTo>
                  <a:pt x="400" y="512"/>
                </a:lnTo>
                <a:cubicBezTo>
                  <a:pt x="399" y="497"/>
                  <a:pt x="397" y="483"/>
                  <a:pt x="391" y="470"/>
                </a:cubicBezTo>
                <a:cubicBezTo>
                  <a:pt x="385" y="456"/>
                  <a:pt x="377" y="444"/>
                  <a:pt x="367" y="434"/>
                </a:cubicBezTo>
                <a:cubicBezTo>
                  <a:pt x="357" y="423"/>
                  <a:pt x="344" y="414"/>
                  <a:pt x="331" y="408"/>
                </a:cubicBezTo>
                <a:cubicBezTo>
                  <a:pt x="317" y="403"/>
                  <a:pt x="303" y="400"/>
                  <a:pt x="288" y="400"/>
                </a:cubicBezTo>
                <a:lnTo>
                  <a:pt x="155" y="400"/>
                </a:lnTo>
                <a:cubicBezTo>
                  <a:pt x="140" y="400"/>
                  <a:pt x="126" y="403"/>
                  <a:pt x="113" y="408"/>
                </a:cubicBezTo>
                <a:cubicBezTo>
                  <a:pt x="99" y="414"/>
                  <a:pt x="87" y="423"/>
                  <a:pt x="77" y="434"/>
                </a:cubicBezTo>
                <a:cubicBezTo>
                  <a:pt x="66" y="444"/>
                  <a:pt x="58" y="456"/>
                  <a:pt x="52" y="470"/>
                </a:cubicBezTo>
                <a:cubicBezTo>
                  <a:pt x="47" y="483"/>
                  <a:pt x="44" y="497"/>
                  <a:pt x="44" y="512"/>
                </a:cubicBezTo>
                <a:lnTo>
                  <a:pt x="44" y="623"/>
                </a:lnTo>
                <a:lnTo>
                  <a:pt x="0" y="623"/>
                </a:lnTo>
                <a:lnTo>
                  <a:pt x="0" y="512"/>
                </a:lnTo>
                <a:cubicBezTo>
                  <a:pt x="0" y="502"/>
                  <a:pt x="1" y="492"/>
                  <a:pt x="3" y="482"/>
                </a:cubicBezTo>
                <a:cubicBezTo>
                  <a:pt x="5" y="472"/>
                  <a:pt x="8" y="462"/>
                  <a:pt x="11" y="453"/>
                </a:cubicBezTo>
                <a:cubicBezTo>
                  <a:pt x="15" y="443"/>
                  <a:pt x="20" y="434"/>
                  <a:pt x="26" y="426"/>
                </a:cubicBezTo>
                <a:cubicBezTo>
                  <a:pt x="31" y="417"/>
                  <a:pt x="38" y="408"/>
                  <a:pt x="45" y="401"/>
                </a:cubicBezTo>
                <a:cubicBezTo>
                  <a:pt x="52" y="394"/>
                  <a:pt x="60" y="387"/>
                  <a:pt x="69" y="382"/>
                </a:cubicBezTo>
                <a:cubicBezTo>
                  <a:pt x="77" y="376"/>
                  <a:pt x="86" y="371"/>
                  <a:pt x="96" y="367"/>
                </a:cubicBezTo>
                <a:cubicBezTo>
                  <a:pt x="105" y="364"/>
                  <a:pt x="115" y="361"/>
                  <a:pt x="125" y="359"/>
                </a:cubicBezTo>
                <a:cubicBezTo>
                  <a:pt x="135" y="357"/>
                  <a:pt x="145" y="356"/>
                  <a:pt x="155" y="356"/>
                </a:cubicBezTo>
                <a:lnTo>
                  <a:pt x="288" y="356"/>
                </a:lnTo>
                <a:cubicBezTo>
                  <a:pt x="299" y="356"/>
                  <a:pt x="309" y="357"/>
                  <a:pt x="319" y="359"/>
                </a:cubicBezTo>
                <a:cubicBezTo>
                  <a:pt x="329" y="361"/>
                  <a:pt x="338" y="364"/>
                  <a:pt x="348" y="367"/>
                </a:cubicBezTo>
                <a:cubicBezTo>
                  <a:pt x="357" y="371"/>
                  <a:pt x="366" y="376"/>
                  <a:pt x="375" y="382"/>
                </a:cubicBezTo>
                <a:cubicBezTo>
                  <a:pt x="383" y="387"/>
                  <a:pt x="391" y="394"/>
                  <a:pt x="398" y="401"/>
                </a:cubicBezTo>
                <a:cubicBezTo>
                  <a:pt x="406" y="408"/>
                  <a:pt x="412" y="417"/>
                  <a:pt x="418" y="426"/>
                </a:cubicBezTo>
                <a:cubicBezTo>
                  <a:pt x="423" y="434"/>
                  <a:pt x="428" y="443"/>
                  <a:pt x="432" y="453"/>
                </a:cubicBezTo>
                <a:cubicBezTo>
                  <a:pt x="436" y="462"/>
                  <a:pt x="439" y="472"/>
                  <a:pt x="441" y="482"/>
                </a:cubicBezTo>
                <a:cubicBezTo>
                  <a:pt x="443" y="492"/>
                  <a:pt x="444" y="502"/>
                  <a:pt x="444" y="512"/>
                </a:cubicBezTo>
                <a:lnTo>
                  <a:pt x="444" y="623"/>
                </a:lnTo>
                <a:moveTo>
                  <a:pt x="400" y="0"/>
                </a:moveTo>
                <a:lnTo>
                  <a:pt x="400" y="44"/>
                </a:lnTo>
                <a:cubicBezTo>
                  <a:pt x="414" y="44"/>
                  <a:pt x="428" y="47"/>
                  <a:pt x="442" y="53"/>
                </a:cubicBezTo>
                <a:cubicBezTo>
                  <a:pt x="456" y="59"/>
                  <a:pt x="468" y="67"/>
                  <a:pt x="478" y="77"/>
                </a:cubicBezTo>
                <a:cubicBezTo>
                  <a:pt x="488" y="87"/>
                  <a:pt x="497" y="99"/>
                  <a:pt x="502" y="113"/>
                </a:cubicBezTo>
                <a:cubicBezTo>
                  <a:pt x="508" y="127"/>
                  <a:pt x="511" y="141"/>
                  <a:pt x="511" y="156"/>
                </a:cubicBezTo>
                <a:cubicBezTo>
                  <a:pt x="511" y="170"/>
                  <a:pt x="508" y="184"/>
                  <a:pt x="502" y="198"/>
                </a:cubicBezTo>
                <a:cubicBezTo>
                  <a:pt x="497" y="212"/>
                  <a:pt x="488" y="224"/>
                  <a:pt x="478" y="234"/>
                </a:cubicBezTo>
                <a:cubicBezTo>
                  <a:pt x="468" y="245"/>
                  <a:pt x="456" y="253"/>
                  <a:pt x="442" y="258"/>
                </a:cubicBezTo>
                <a:cubicBezTo>
                  <a:pt x="428" y="264"/>
                  <a:pt x="414" y="267"/>
                  <a:pt x="400" y="267"/>
                </a:cubicBezTo>
                <a:lnTo>
                  <a:pt x="400" y="311"/>
                </a:lnTo>
                <a:cubicBezTo>
                  <a:pt x="410" y="311"/>
                  <a:pt x="420" y="310"/>
                  <a:pt x="430" y="308"/>
                </a:cubicBezTo>
                <a:cubicBezTo>
                  <a:pt x="440" y="306"/>
                  <a:pt x="450" y="303"/>
                  <a:pt x="459" y="299"/>
                </a:cubicBezTo>
                <a:cubicBezTo>
                  <a:pt x="468" y="295"/>
                  <a:pt x="477" y="291"/>
                  <a:pt x="486" y="285"/>
                </a:cubicBezTo>
                <a:cubicBezTo>
                  <a:pt x="494" y="279"/>
                  <a:pt x="502" y="273"/>
                  <a:pt x="509" y="266"/>
                </a:cubicBezTo>
                <a:cubicBezTo>
                  <a:pt x="517" y="258"/>
                  <a:pt x="523" y="250"/>
                  <a:pt x="529" y="242"/>
                </a:cubicBezTo>
                <a:cubicBezTo>
                  <a:pt x="536" y="233"/>
                  <a:pt x="540" y="224"/>
                  <a:pt x="544" y="215"/>
                </a:cubicBezTo>
                <a:cubicBezTo>
                  <a:pt x="548" y="206"/>
                  <a:pt x="551" y="196"/>
                  <a:pt x="553" y="186"/>
                </a:cubicBezTo>
                <a:cubicBezTo>
                  <a:pt x="555" y="176"/>
                  <a:pt x="556" y="166"/>
                  <a:pt x="556" y="156"/>
                </a:cubicBezTo>
                <a:cubicBezTo>
                  <a:pt x="556" y="145"/>
                  <a:pt x="555" y="135"/>
                  <a:pt x="553" y="125"/>
                </a:cubicBezTo>
                <a:cubicBezTo>
                  <a:pt x="551" y="115"/>
                  <a:pt x="548" y="105"/>
                  <a:pt x="544" y="96"/>
                </a:cubicBezTo>
                <a:cubicBezTo>
                  <a:pt x="540" y="87"/>
                  <a:pt x="536" y="78"/>
                  <a:pt x="529" y="69"/>
                </a:cubicBezTo>
                <a:cubicBezTo>
                  <a:pt x="523" y="61"/>
                  <a:pt x="517" y="53"/>
                  <a:pt x="509" y="46"/>
                </a:cubicBezTo>
                <a:cubicBezTo>
                  <a:pt x="502" y="38"/>
                  <a:pt x="494" y="32"/>
                  <a:pt x="486" y="26"/>
                </a:cubicBezTo>
                <a:cubicBezTo>
                  <a:pt x="477" y="21"/>
                  <a:pt x="468" y="16"/>
                  <a:pt x="459" y="12"/>
                </a:cubicBezTo>
                <a:cubicBezTo>
                  <a:pt x="450" y="8"/>
                  <a:pt x="440" y="5"/>
                  <a:pt x="430" y="3"/>
                </a:cubicBezTo>
                <a:cubicBezTo>
                  <a:pt x="420" y="1"/>
                  <a:pt x="410" y="0"/>
                  <a:pt x="400" y="0"/>
                </a:cubicBezTo>
                <a:moveTo>
                  <a:pt x="222" y="44"/>
                </a:moveTo>
                <a:cubicBezTo>
                  <a:pt x="236" y="44"/>
                  <a:pt x="251" y="47"/>
                  <a:pt x="264" y="53"/>
                </a:cubicBezTo>
                <a:cubicBezTo>
                  <a:pt x="278" y="59"/>
                  <a:pt x="290" y="67"/>
                  <a:pt x="300" y="77"/>
                </a:cubicBezTo>
                <a:cubicBezTo>
                  <a:pt x="311" y="87"/>
                  <a:pt x="319" y="99"/>
                  <a:pt x="324" y="113"/>
                </a:cubicBezTo>
                <a:cubicBezTo>
                  <a:pt x="330" y="127"/>
                  <a:pt x="333" y="141"/>
                  <a:pt x="333" y="156"/>
                </a:cubicBezTo>
                <a:cubicBezTo>
                  <a:pt x="333" y="170"/>
                  <a:pt x="330" y="184"/>
                  <a:pt x="324" y="198"/>
                </a:cubicBezTo>
                <a:cubicBezTo>
                  <a:pt x="319" y="212"/>
                  <a:pt x="311" y="224"/>
                  <a:pt x="300" y="234"/>
                </a:cubicBezTo>
                <a:cubicBezTo>
                  <a:pt x="290" y="245"/>
                  <a:pt x="278" y="253"/>
                  <a:pt x="264" y="258"/>
                </a:cubicBezTo>
                <a:cubicBezTo>
                  <a:pt x="251" y="264"/>
                  <a:pt x="236" y="267"/>
                  <a:pt x="222" y="267"/>
                </a:cubicBezTo>
                <a:cubicBezTo>
                  <a:pt x="207" y="267"/>
                  <a:pt x="193" y="264"/>
                  <a:pt x="179" y="258"/>
                </a:cubicBezTo>
                <a:cubicBezTo>
                  <a:pt x="166" y="253"/>
                  <a:pt x="154" y="245"/>
                  <a:pt x="143" y="234"/>
                </a:cubicBezTo>
                <a:cubicBezTo>
                  <a:pt x="133" y="224"/>
                  <a:pt x="125" y="212"/>
                  <a:pt x="119" y="198"/>
                </a:cubicBezTo>
                <a:cubicBezTo>
                  <a:pt x="113" y="184"/>
                  <a:pt x="111" y="170"/>
                  <a:pt x="111" y="156"/>
                </a:cubicBezTo>
                <a:cubicBezTo>
                  <a:pt x="111" y="141"/>
                  <a:pt x="113" y="127"/>
                  <a:pt x="119" y="113"/>
                </a:cubicBezTo>
                <a:cubicBezTo>
                  <a:pt x="125" y="99"/>
                  <a:pt x="133" y="87"/>
                  <a:pt x="143" y="77"/>
                </a:cubicBezTo>
                <a:cubicBezTo>
                  <a:pt x="154" y="67"/>
                  <a:pt x="166" y="59"/>
                  <a:pt x="179" y="53"/>
                </a:cubicBezTo>
                <a:cubicBezTo>
                  <a:pt x="193" y="47"/>
                  <a:pt x="207" y="44"/>
                  <a:pt x="222" y="44"/>
                </a:cubicBezTo>
                <a:moveTo>
                  <a:pt x="222" y="0"/>
                </a:moveTo>
                <a:cubicBezTo>
                  <a:pt x="212" y="0"/>
                  <a:pt x="201" y="1"/>
                  <a:pt x="191" y="3"/>
                </a:cubicBezTo>
                <a:cubicBezTo>
                  <a:pt x="181" y="5"/>
                  <a:pt x="172" y="8"/>
                  <a:pt x="162" y="12"/>
                </a:cubicBezTo>
                <a:cubicBezTo>
                  <a:pt x="153" y="16"/>
                  <a:pt x="144" y="21"/>
                  <a:pt x="135" y="26"/>
                </a:cubicBezTo>
                <a:cubicBezTo>
                  <a:pt x="127" y="32"/>
                  <a:pt x="119" y="38"/>
                  <a:pt x="112" y="46"/>
                </a:cubicBezTo>
                <a:cubicBezTo>
                  <a:pt x="105" y="53"/>
                  <a:pt x="98" y="61"/>
                  <a:pt x="92" y="69"/>
                </a:cubicBezTo>
                <a:cubicBezTo>
                  <a:pt x="87" y="78"/>
                  <a:pt x="82" y="87"/>
                  <a:pt x="78" y="96"/>
                </a:cubicBezTo>
                <a:cubicBezTo>
                  <a:pt x="74" y="105"/>
                  <a:pt x="71" y="115"/>
                  <a:pt x="69" y="125"/>
                </a:cubicBezTo>
                <a:cubicBezTo>
                  <a:pt x="67" y="135"/>
                  <a:pt x="66" y="145"/>
                  <a:pt x="66" y="156"/>
                </a:cubicBezTo>
                <a:cubicBezTo>
                  <a:pt x="66" y="166"/>
                  <a:pt x="67" y="176"/>
                  <a:pt x="69" y="186"/>
                </a:cubicBezTo>
                <a:cubicBezTo>
                  <a:pt x="71" y="196"/>
                  <a:pt x="74" y="206"/>
                  <a:pt x="78" y="215"/>
                </a:cubicBezTo>
                <a:cubicBezTo>
                  <a:pt x="82" y="224"/>
                  <a:pt x="87" y="233"/>
                  <a:pt x="92" y="242"/>
                </a:cubicBezTo>
                <a:cubicBezTo>
                  <a:pt x="98" y="250"/>
                  <a:pt x="105" y="258"/>
                  <a:pt x="112" y="266"/>
                </a:cubicBezTo>
                <a:cubicBezTo>
                  <a:pt x="119" y="273"/>
                  <a:pt x="127" y="279"/>
                  <a:pt x="135" y="285"/>
                </a:cubicBezTo>
                <a:cubicBezTo>
                  <a:pt x="144" y="291"/>
                  <a:pt x="153" y="295"/>
                  <a:pt x="162" y="299"/>
                </a:cubicBezTo>
                <a:cubicBezTo>
                  <a:pt x="172" y="303"/>
                  <a:pt x="181" y="306"/>
                  <a:pt x="191" y="308"/>
                </a:cubicBezTo>
                <a:cubicBezTo>
                  <a:pt x="201" y="310"/>
                  <a:pt x="212" y="311"/>
                  <a:pt x="222" y="311"/>
                </a:cubicBezTo>
                <a:cubicBezTo>
                  <a:pt x="232" y="311"/>
                  <a:pt x="242" y="310"/>
                  <a:pt x="252" y="308"/>
                </a:cubicBezTo>
                <a:cubicBezTo>
                  <a:pt x="262" y="306"/>
                  <a:pt x="272" y="303"/>
                  <a:pt x="281" y="299"/>
                </a:cubicBezTo>
                <a:cubicBezTo>
                  <a:pt x="291" y="295"/>
                  <a:pt x="300" y="291"/>
                  <a:pt x="308" y="285"/>
                </a:cubicBezTo>
                <a:cubicBezTo>
                  <a:pt x="317" y="279"/>
                  <a:pt x="324" y="273"/>
                  <a:pt x="332" y="266"/>
                </a:cubicBezTo>
                <a:cubicBezTo>
                  <a:pt x="339" y="258"/>
                  <a:pt x="345" y="250"/>
                  <a:pt x="351" y="242"/>
                </a:cubicBezTo>
                <a:cubicBezTo>
                  <a:pt x="357" y="233"/>
                  <a:pt x="362" y="224"/>
                  <a:pt x="365" y="215"/>
                </a:cubicBezTo>
                <a:cubicBezTo>
                  <a:pt x="369" y="206"/>
                  <a:pt x="372" y="196"/>
                  <a:pt x="374" y="186"/>
                </a:cubicBezTo>
                <a:cubicBezTo>
                  <a:pt x="376" y="176"/>
                  <a:pt x="377" y="166"/>
                  <a:pt x="377" y="156"/>
                </a:cubicBezTo>
                <a:cubicBezTo>
                  <a:pt x="377" y="145"/>
                  <a:pt x="376" y="135"/>
                  <a:pt x="374" y="125"/>
                </a:cubicBezTo>
                <a:cubicBezTo>
                  <a:pt x="372" y="115"/>
                  <a:pt x="369" y="105"/>
                  <a:pt x="365" y="96"/>
                </a:cubicBezTo>
                <a:cubicBezTo>
                  <a:pt x="362" y="87"/>
                  <a:pt x="357" y="78"/>
                  <a:pt x="351" y="69"/>
                </a:cubicBezTo>
                <a:cubicBezTo>
                  <a:pt x="345" y="61"/>
                  <a:pt x="339" y="53"/>
                  <a:pt x="332" y="46"/>
                </a:cubicBezTo>
                <a:cubicBezTo>
                  <a:pt x="324" y="38"/>
                  <a:pt x="317" y="32"/>
                  <a:pt x="308" y="26"/>
                </a:cubicBezTo>
                <a:cubicBezTo>
                  <a:pt x="300" y="21"/>
                  <a:pt x="291" y="16"/>
                  <a:pt x="281" y="12"/>
                </a:cubicBezTo>
                <a:cubicBezTo>
                  <a:pt x="272" y="8"/>
                  <a:pt x="262" y="5"/>
                  <a:pt x="252" y="3"/>
                </a:cubicBezTo>
                <a:cubicBezTo>
                  <a:pt x="242" y="1"/>
                  <a:pt x="232" y="0"/>
                  <a:pt x="222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7884000" y="2007360"/>
            <a:ext cx="71712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Team-inzetplanning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1420200" y="3606480"/>
            <a:ext cx="96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Zeven rollen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3295440" y="3181320"/>
            <a:ext cx="2743560" cy="962280"/>
          </a:xfrm>
          <a:custGeom>
            <a:avLst/>
            <a:gdLst/>
            <a:ahLst/>
            <a:rect l="0" t="0" r="r" b="b"/>
            <a:pathLst>
              <a:path w="7621" h="2673">
                <a:moveTo>
                  <a:pt x="0" y="0"/>
                </a:moveTo>
                <a:lnTo>
                  <a:pt x="7621" y="0"/>
                </a:lnTo>
                <a:lnTo>
                  <a:pt x="7621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3295440" y="3181320"/>
            <a:ext cx="2743560" cy="38160"/>
          </a:xfrm>
          <a:custGeom>
            <a:avLst/>
            <a:gdLst/>
            <a:ahLst/>
            <a:rect l="0" t="0" r="r" b="b"/>
            <a:pathLst>
              <a:path w="7621" h="106">
                <a:moveTo>
                  <a:pt x="0" y="0"/>
                </a:moveTo>
                <a:lnTo>
                  <a:pt x="7621" y="0"/>
                </a:lnTo>
                <a:lnTo>
                  <a:pt x="7621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3295440" y="413352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6029280" y="318132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105"/>
                </a:moveTo>
                <a:lnTo>
                  <a:pt x="0" y="2673"/>
                </a:lnTo>
                <a:lnTo>
                  <a:pt x="27" y="2673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3295440" y="3181320"/>
            <a:ext cx="10080" cy="962280"/>
          </a:xfrm>
          <a:custGeom>
            <a:avLst/>
            <a:gdLst/>
            <a:ahLst/>
            <a:rect l="0" t="0" r="r" b="b"/>
            <a:pathLst>
              <a:path w="28" h="2673">
                <a:moveTo>
                  <a:pt x="0" y="0"/>
                </a:moveTo>
                <a:lnTo>
                  <a:pt x="0" y="2673"/>
                </a:lnTo>
                <a:lnTo>
                  <a:pt x="28" y="2673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4567320" y="3321000"/>
            <a:ext cx="216360" cy="216360"/>
          </a:xfrm>
          <a:custGeom>
            <a:avLst/>
            <a:gdLst/>
            <a:ahLst/>
            <a:rect l="0" t="0" r="r" b="b"/>
            <a:pathLst>
              <a:path w="601" h="601">
                <a:moveTo>
                  <a:pt x="556" y="357"/>
                </a:moveTo>
                <a:lnTo>
                  <a:pt x="423" y="357"/>
                </a:lnTo>
                <a:cubicBezTo>
                  <a:pt x="417" y="357"/>
                  <a:pt x="411" y="358"/>
                  <a:pt x="406" y="360"/>
                </a:cubicBezTo>
                <a:cubicBezTo>
                  <a:pt x="401" y="362"/>
                  <a:pt x="396" y="365"/>
                  <a:pt x="392" y="370"/>
                </a:cubicBezTo>
                <a:cubicBezTo>
                  <a:pt x="387" y="374"/>
                  <a:pt x="384" y="379"/>
                  <a:pt x="382" y="384"/>
                </a:cubicBezTo>
                <a:cubicBezTo>
                  <a:pt x="380" y="389"/>
                  <a:pt x="379" y="395"/>
                  <a:pt x="379" y="401"/>
                </a:cubicBezTo>
                <a:lnTo>
                  <a:pt x="379" y="445"/>
                </a:lnTo>
                <a:lnTo>
                  <a:pt x="254" y="445"/>
                </a:lnTo>
                <a:lnTo>
                  <a:pt x="155" y="347"/>
                </a:lnTo>
                <a:lnTo>
                  <a:pt x="155" y="223"/>
                </a:lnTo>
                <a:lnTo>
                  <a:pt x="201" y="223"/>
                </a:lnTo>
                <a:cubicBezTo>
                  <a:pt x="207" y="223"/>
                  <a:pt x="212" y="222"/>
                  <a:pt x="218" y="220"/>
                </a:cubicBezTo>
                <a:cubicBezTo>
                  <a:pt x="223" y="218"/>
                  <a:pt x="228" y="214"/>
                  <a:pt x="232" y="210"/>
                </a:cubicBezTo>
                <a:cubicBezTo>
                  <a:pt x="236" y="206"/>
                  <a:pt x="240" y="201"/>
                  <a:pt x="242" y="196"/>
                </a:cubicBezTo>
                <a:cubicBezTo>
                  <a:pt x="244" y="190"/>
                  <a:pt x="245" y="185"/>
                  <a:pt x="245" y="179"/>
                </a:cubicBezTo>
                <a:lnTo>
                  <a:pt x="245" y="44"/>
                </a:lnTo>
                <a:cubicBezTo>
                  <a:pt x="245" y="39"/>
                  <a:pt x="244" y="33"/>
                  <a:pt x="242" y="27"/>
                </a:cubicBezTo>
                <a:cubicBezTo>
                  <a:pt x="240" y="22"/>
                  <a:pt x="236" y="17"/>
                  <a:pt x="232" y="13"/>
                </a:cubicBezTo>
                <a:cubicBezTo>
                  <a:pt x="228" y="9"/>
                  <a:pt x="223" y="6"/>
                  <a:pt x="218" y="3"/>
                </a:cubicBezTo>
                <a:cubicBezTo>
                  <a:pt x="212" y="1"/>
                  <a:pt x="207" y="0"/>
                  <a:pt x="201" y="0"/>
                </a:cubicBezTo>
                <a:lnTo>
                  <a:pt x="66" y="0"/>
                </a:lnTo>
                <a:cubicBezTo>
                  <a:pt x="61" y="0"/>
                  <a:pt x="55" y="1"/>
                  <a:pt x="49" y="3"/>
                </a:cubicBezTo>
                <a:cubicBezTo>
                  <a:pt x="44" y="6"/>
                  <a:pt x="39" y="9"/>
                  <a:pt x="35" y="13"/>
                </a:cubicBezTo>
                <a:cubicBezTo>
                  <a:pt x="31" y="17"/>
                  <a:pt x="28" y="22"/>
                  <a:pt x="25" y="27"/>
                </a:cubicBezTo>
                <a:cubicBezTo>
                  <a:pt x="23" y="33"/>
                  <a:pt x="22" y="39"/>
                  <a:pt x="22" y="44"/>
                </a:cubicBezTo>
                <a:lnTo>
                  <a:pt x="22" y="179"/>
                </a:lnTo>
                <a:cubicBezTo>
                  <a:pt x="22" y="185"/>
                  <a:pt x="23" y="190"/>
                  <a:pt x="25" y="196"/>
                </a:cubicBezTo>
                <a:cubicBezTo>
                  <a:pt x="28" y="201"/>
                  <a:pt x="31" y="206"/>
                  <a:pt x="35" y="210"/>
                </a:cubicBezTo>
                <a:cubicBezTo>
                  <a:pt x="39" y="214"/>
                  <a:pt x="44" y="218"/>
                  <a:pt x="49" y="220"/>
                </a:cubicBezTo>
                <a:cubicBezTo>
                  <a:pt x="55" y="222"/>
                  <a:pt x="61" y="223"/>
                  <a:pt x="66" y="223"/>
                </a:cubicBezTo>
                <a:lnTo>
                  <a:pt x="111" y="223"/>
                </a:lnTo>
                <a:lnTo>
                  <a:pt x="111" y="347"/>
                </a:lnTo>
                <a:lnTo>
                  <a:pt x="6" y="452"/>
                </a:lnTo>
                <a:cubicBezTo>
                  <a:pt x="2" y="456"/>
                  <a:pt x="0" y="461"/>
                  <a:pt x="0" y="468"/>
                </a:cubicBezTo>
                <a:cubicBezTo>
                  <a:pt x="0" y="474"/>
                  <a:pt x="2" y="479"/>
                  <a:pt x="6" y="483"/>
                </a:cubicBezTo>
                <a:lnTo>
                  <a:pt x="117" y="594"/>
                </a:lnTo>
                <a:cubicBezTo>
                  <a:pt x="122" y="599"/>
                  <a:pt x="127" y="601"/>
                  <a:pt x="133" y="601"/>
                </a:cubicBezTo>
                <a:cubicBezTo>
                  <a:pt x="139" y="601"/>
                  <a:pt x="144" y="599"/>
                  <a:pt x="149" y="594"/>
                </a:cubicBezTo>
                <a:lnTo>
                  <a:pt x="254" y="490"/>
                </a:lnTo>
                <a:lnTo>
                  <a:pt x="379" y="490"/>
                </a:lnTo>
                <a:lnTo>
                  <a:pt x="379" y="534"/>
                </a:lnTo>
                <a:cubicBezTo>
                  <a:pt x="379" y="540"/>
                  <a:pt x="380" y="546"/>
                  <a:pt x="382" y="551"/>
                </a:cubicBezTo>
                <a:cubicBezTo>
                  <a:pt x="384" y="557"/>
                  <a:pt x="387" y="562"/>
                  <a:pt x="392" y="566"/>
                </a:cubicBezTo>
                <a:cubicBezTo>
                  <a:pt x="396" y="570"/>
                  <a:pt x="401" y="573"/>
                  <a:pt x="406" y="575"/>
                </a:cubicBezTo>
                <a:cubicBezTo>
                  <a:pt x="411" y="578"/>
                  <a:pt x="417" y="579"/>
                  <a:pt x="423" y="579"/>
                </a:cubicBezTo>
                <a:lnTo>
                  <a:pt x="556" y="579"/>
                </a:lnTo>
                <a:cubicBezTo>
                  <a:pt x="562" y="579"/>
                  <a:pt x="568" y="578"/>
                  <a:pt x="573" y="575"/>
                </a:cubicBezTo>
                <a:cubicBezTo>
                  <a:pt x="579" y="573"/>
                  <a:pt x="584" y="570"/>
                  <a:pt x="588" y="566"/>
                </a:cubicBezTo>
                <a:cubicBezTo>
                  <a:pt x="592" y="562"/>
                  <a:pt x="595" y="557"/>
                  <a:pt x="597" y="551"/>
                </a:cubicBezTo>
                <a:cubicBezTo>
                  <a:pt x="600" y="546"/>
                  <a:pt x="601" y="540"/>
                  <a:pt x="601" y="534"/>
                </a:cubicBezTo>
                <a:lnTo>
                  <a:pt x="601" y="401"/>
                </a:lnTo>
                <a:cubicBezTo>
                  <a:pt x="601" y="395"/>
                  <a:pt x="600" y="389"/>
                  <a:pt x="597" y="384"/>
                </a:cubicBezTo>
                <a:cubicBezTo>
                  <a:pt x="595" y="379"/>
                  <a:pt x="592" y="374"/>
                  <a:pt x="588" y="370"/>
                </a:cubicBezTo>
                <a:cubicBezTo>
                  <a:pt x="584" y="365"/>
                  <a:pt x="579" y="362"/>
                  <a:pt x="573" y="360"/>
                </a:cubicBezTo>
                <a:cubicBezTo>
                  <a:pt x="568" y="358"/>
                  <a:pt x="562" y="357"/>
                  <a:pt x="556" y="357"/>
                </a:cubicBezTo>
                <a:moveTo>
                  <a:pt x="66" y="44"/>
                </a:moveTo>
                <a:lnTo>
                  <a:pt x="201" y="44"/>
                </a:lnTo>
                <a:lnTo>
                  <a:pt x="201" y="179"/>
                </a:lnTo>
                <a:lnTo>
                  <a:pt x="66" y="179"/>
                </a:lnTo>
                <a:lnTo>
                  <a:pt x="66" y="44"/>
                </a:lnTo>
                <a:moveTo>
                  <a:pt x="133" y="547"/>
                </a:moveTo>
                <a:lnTo>
                  <a:pt x="53" y="468"/>
                </a:lnTo>
                <a:lnTo>
                  <a:pt x="133" y="388"/>
                </a:lnTo>
                <a:lnTo>
                  <a:pt x="214" y="468"/>
                </a:lnTo>
                <a:lnTo>
                  <a:pt x="133" y="547"/>
                </a:lnTo>
                <a:moveTo>
                  <a:pt x="423" y="534"/>
                </a:moveTo>
                <a:lnTo>
                  <a:pt x="423" y="401"/>
                </a:lnTo>
                <a:lnTo>
                  <a:pt x="556" y="401"/>
                </a:lnTo>
                <a:lnTo>
                  <a:pt x="556" y="534"/>
                </a:lnTo>
                <a:lnTo>
                  <a:pt x="423" y="53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1125000" y="3871080"/>
            <a:ext cx="156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van ontwerper tot student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4305240" y="3606480"/>
            <a:ext cx="823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Acht fasen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6143400" y="3181320"/>
            <a:ext cx="2734200" cy="962280"/>
          </a:xfrm>
          <a:custGeom>
            <a:avLst/>
            <a:gdLst/>
            <a:ahLst/>
            <a:rect l="0" t="0" r="r" b="b"/>
            <a:pathLst>
              <a:path w="7595" h="2673">
                <a:moveTo>
                  <a:pt x="0" y="0"/>
                </a:moveTo>
                <a:lnTo>
                  <a:pt x="7595" y="0"/>
                </a:lnTo>
                <a:lnTo>
                  <a:pt x="7595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6143400" y="3181320"/>
            <a:ext cx="2734200" cy="38160"/>
          </a:xfrm>
          <a:custGeom>
            <a:avLst/>
            <a:gdLst/>
            <a:ahLst/>
            <a:rect l="0" t="0" r="r" b="b"/>
            <a:pathLst>
              <a:path w="7595" h="106">
                <a:moveTo>
                  <a:pt x="0" y="0"/>
                </a:moveTo>
                <a:lnTo>
                  <a:pt x="7595" y="0"/>
                </a:lnTo>
                <a:lnTo>
                  <a:pt x="7595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6143400" y="4133520"/>
            <a:ext cx="2734200" cy="10080"/>
          </a:xfrm>
          <a:custGeom>
            <a:avLst/>
            <a:gdLst/>
            <a:ahLst/>
            <a:rect l="0" t="0" r="r" b="b"/>
            <a:pathLst>
              <a:path w="7595" h="28">
                <a:moveTo>
                  <a:pt x="0" y="0"/>
                </a:moveTo>
                <a:lnTo>
                  <a:pt x="7595" y="0"/>
                </a:lnTo>
                <a:lnTo>
                  <a:pt x="75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8867520" y="3181320"/>
            <a:ext cx="10080" cy="962280"/>
          </a:xfrm>
          <a:custGeom>
            <a:avLst/>
            <a:gdLst/>
            <a:ahLst/>
            <a:rect l="0" t="0" r="r" b="b"/>
            <a:pathLst>
              <a:path w="28" h="2673">
                <a:moveTo>
                  <a:pt x="0" y="105"/>
                </a:moveTo>
                <a:lnTo>
                  <a:pt x="0" y="2673"/>
                </a:lnTo>
                <a:lnTo>
                  <a:pt x="28" y="2673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6143400" y="3181320"/>
            <a:ext cx="10080" cy="962280"/>
          </a:xfrm>
          <a:custGeom>
            <a:avLst/>
            <a:gdLst/>
            <a:ahLst/>
            <a:rect l="0" t="0" r="r" b="b"/>
            <a:pathLst>
              <a:path w="28" h="2673">
                <a:moveTo>
                  <a:pt x="0" y="0"/>
                </a:moveTo>
                <a:lnTo>
                  <a:pt x="0" y="2673"/>
                </a:lnTo>
                <a:lnTo>
                  <a:pt x="28" y="2673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7525800" y="3469680"/>
            <a:ext cx="96120" cy="75600"/>
          </a:xfrm>
          <a:custGeom>
            <a:avLst/>
            <a:gdLst/>
            <a:ahLst/>
            <a:rect l="0" t="0" r="r" b="b"/>
            <a:pathLst>
              <a:path w="267" h="210">
                <a:moveTo>
                  <a:pt x="89" y="148"/>
                </a:moveTo>
                <a:lnTo>
                  <a:pt x="31" y="90"/>
                </a:lnTo>
                <a:lnTo>
                  <a:pt x="0" y="121"/>
                </a:lnTo>
                <a:lnTo>
                  <a:pt x="89" y="210"/>
                </a:lnTo>
                <a:lnTo>
                  <a:pt x="267" y="31"/>
                </a:lnTo>
                <a:lnTo>
                  <a:pt x="235" y="0"/>
                </a:lnTo>
                <a:lnTo>
                  <a:pt x="89" y="148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7421760" y="3321000"/>
            <a:ext cx="176400" cy="224280"/>
          </a:xfrm>
          <a:custGeom>
            <a:avLst/>
            <a:gdLst/>
            <a:ahLst/>
            <a:rect l="0" t="0" r="r" b="b"/>
            <a:pathLst>
              <a:path w="490" h="623">
                <a:moveTo>
                  <a:pt x="445" y="67"/>
                </a:moveTo>
                <a:lnTo>
                  <a:pt x="379" y="67"/>
                </a:lnTo>
                <a:lnTo>
                  <a:pt x="379" y="44"/>
                </a:lnTo>
                <a:cubicBezTo>
                  <a:pt x="379" y="39"/>
                  <a:pt x="377" y="33"/>
                  <a:pt x="375" y="27"/>
                </a:cubicBezTo>
                <a:cubicBezTo>
                  <a:pt x="373" y="22"/>
                  <a:pt x="370" y="17"/>
                  <a:pt x="366" y="13"/>
                </a:cubicBezTo>
                <a:cubicBezTo>
                  <a:pt x="361" y="9"/>
                  <a:pt x="357" y="6"/>
                  <a:pt x="351" y="3"/>
                </a:cubicBezTo>
                <a:cubicBezTo>
                  <a:pt x="346" y="1"/>
                  <a:pt x="340" y="0"/>
                  <a:pt x="334" y="0"/>
                </a:cubicBezTo>
                <a:lnTo>
                  <a:pt x="156" y="0"/>
                </a:lnTo>
                <a:cubicBezTo>
                  <a:pt x="150" y="0"/>
                  <a:pt x="145" y="1"/>
                  <a:pt x="139" y="3"/>
                </a:cubicBezTo>
                <a:cubicBezTo>
                  <a:pt x="134" y="6"/>
                  <a:pt x="129" y="9"/>
                  <a:pt x="125" y="13"/>
                </a:cubicBezTo>
                <a:cubicBezTo>
                  <a:pt x="120" y="17"/>
                  <a:pt x="117" y="22"/>
                  <a:pt x="114" y="27"/>
                </a:cubicBezTo>
                <a:cubicBezTo>
                  <a:pt x="112" y="33"/>
                  <a:pt x="111" y="39"/>
                  <a:pt x="111" y="44"/>
                </a:cubicBezTo>
                <a:lnTo>
                  <a:pt x="111" y="67"/>
                </a:lnTo>
                <a:lnTo>
                  <a:pt x="44" y="67"/>
                </a:lnTo>
                <a:cubicBezTo>
                  <a:pt x="38" y="67"/>
                  <a:pt x="33" y="68"/>
                  <a:pt x="27" y="70"/>
                </a:cubicBezTo>
                <a:cubicBezTo>
                  <a:pt x="22" y="72"/>
                  <a:pt x="17" y="76"/>
                  <a:pt x="13" y="80"/>
                </a:cubicBezTo>
                <a:cubicBezTo>
                  <a:pt x="9" y="84"/>
                  <a:pt x="5" y="89"/>
                  <a:pt x="3" y="94"/>
                </a:cubicBezTo>
                <a:cubicBezTo>
                  <a:pt x="1" y="100"/>
                  <a:pt x="0" y="105"/>
                  <a:pt x="0" y="111"/>
                </a:cubicBezTo>
                <a:lnTo>
                  <a:pt x="0" y="579"/>
                </a:lnTo>
                <a:cubicBezTo>
                  <a:pt x="0" y="585"/>
                  <a:pt x="1" y="590"/>
                  <a:pt x="3" y="596"/>
                </a:cubicBezTo>
                <a:cubicBezTo>
                  <a:pt x="5" y="601"/>
                  <a:pt x="9" y="606"/>
                  <a:pt x="13" y="610"/>
                </a:cubicBezTo>
                <a:cubicBezTo>
                  <a:pt x="17" y="614"/>
                  <a:pt x="22" y="617"/>
                  <a:pt x="27" y="620"/>
                </a:cubicBezTo>
                <a:cubicBezTo>
                  <a:pt x="33" y="622"/>
                  <a:pt x="38" y="623"/>
                  <a:pt x="44" y="623"/>
                </a:cubicBezTo>
                <a:lnTo>
                  <a:pt x="245" y="623"/>
                </a:lnTo>
                <a:lnTo>
                  <a:pt x="245" y="579"/>
                </a:lnTo>
                <a:lnTo>
                  <a:pt x="44" y="579"/>
                </a:lnTo>
                <a:lnTo>
                  <a:pt x="44" y="111"/>
                </a:lnTo>
                <a:lnTo>
                  <a:pt x="111" y="111"/>
                </a:lnTo>
                <a:lnTo>
                  <a:pt x="111" y="178"/>
                </a:lnTo>
                <a:lnTo>
                  <a:pt x="379" y="178"/>
                </a:lnTo>
                <a:lnTo>
                  <a:pt x="379" y="111"/>
                </a:lnTo>
                <a:lnTo>
                  <a:pt x="445" y="111"/>
                </a:lnTo>
                <a:lnTo>
                  <a:pt x="445" y="356"/>
                </a:lnTo>
                <a:lnTo>
                  <a:pt x="490" y="356"/>
                </a:lnTo>
                <a:lnTo>
                  <a:pt x="490" y="111"/>
                </a:lnTo>
                <a:cubicBezTo>
                  <a:pt x="490" y="105"/>
                  <a:pt x="489" y="100"/>
                  <a:pt x="486" y="94"/>
                </a:cubicBezTo>
                <a:cubicBezTo>
                  <a:pt x="484" y="89"/>
                  <a:pt x="481" y="84"/>
                  <a:pt x="477" y="80"/>
                </a:cubicBezTo>
                <a:cubicBezTo>
                  <a:pt x="472" y="76"/>
                  <a:pt x="468" y="72"/>
                  <a:pt x="462" y="70"/>
                </a:cubicBezTo>
                <a:cubicBezTo>
                  <a:pt x="457" y="68"/>
                  <a:pt x="451" y="67"/>
                  <a:pt x="445" y="67"/>
                </a:cubicBezTo>
                <a:moveTo>
                  <a:pt x="334" y="133"/>
                </a:moveTo>
                <a:lnTo>
                  <a:pt x="156" y="133"/>
                </a:lnTo>
                <a:lnTo>
                  <a:pt x="156" y="44"/>
                </a:lnTo>
                <a:lnTo>
                  <a:pt x="334" y="44"/>
                </a:lnTo>
                <a:lnTo>
                  <a:pt x="334" y="133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4124160" y="3871080"/>
            <a:ext cx="12168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ontwerp tot diploma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6856920" y="3606480"/>
            <a:ext cx="1550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Per stap vastgelegd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6933240" y="3871080"/>
            <a:ext cx="13114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wie, wat en waarheen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3757680" y="425160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6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67" name=""/>
          <p:cNvSpPr/>
          <p:nvPr/>
        </p:nvSpPr>
        <p:spPr>
          <a:xfrm>
            <a:off x="456840" y="3085920"/>
            <a:ext cx="4115160" cy="429120"/>
          </a:xfrm>
          <a:custGeom>
            <a:avLst/>
            <a:gdLst/>
            <a:ahLst/>
            <a:rect l="0" t="0" r="r" b="b"/>
            <a:pathLst>
              <a:path w="11431" h="1192">
                <a:moveTo>
                  <a:pt x="0" y="0"/>
                </a:moveTo>
                <a:lnTo>
                  <a:pt x="11431" y="0"/>
                </a:lnTo>
                <a:lnTo>
                  <a:pt x="1143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456840" y="30859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456840" y="3504960"/>
            <a:ext cx="4115160" cy="10440"/>
          </a:xfrm>
          <a:custGeom>
            <a:avLst/>
            <a:gdLst/>
            <a:ahLst/>
            <a:rect l="0" t="0" r="r" b="b"/>
            <a:pathLst>
              <a:path w="11431" h="29">
                <a:moveTo>
                  <a:pt x="0" y="0"/>
                </a:moveTo>
                <a:lnTo>
                  <a:pt x="11431" y="0"/>
                </a:lnTo>
                <a:lnTo>
                  <a:pt x="11431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4562280" y="308592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106"/>
                </a:moveTo>
                <a:lnTo>
                  <a:pt x="0" y="1192"/>
                </a:lnTo>
                <a:lnTo>
                  <a:pt x="27" y="1192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456840" y="308592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0" y="1192"/>
                </a:lnTo>
                <a:lnTo>
                  <a:pt x="28" y="119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456840" y="3600360"/>
            <a:ext cx="4115160" cy="438480"/>
          </a:xfrm>
          <a:custGeom>
            <a:avLst/>
            <a:gdLst/>
            <a:ahLst/>
            <a:rect l="0" t="0" r="r" b="b"/>
            <a:pathLst>
              <a:path w="11431" h="1218">
                <a:moveTo>
                  <a:pt x="0" y="0"/>
                </a:moveTo>
                <a:lnTo>
                  <a:pt x="11431" y="0"/>
                </a:lnTo>
                <a:lnTo>
                  <a:pt x="11431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456840" y="360036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456840" y="402876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4562280" y="36003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106"/>
                </a:moveTo>
                <a:lnTo>
                  <a:pt x="0" y="1218"/>
                </a:lnTo>
                <a:lnTo>
                  <a:pt x="27" y="121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456840" y="36003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0" y="1218"/>
                </a:lnTo>
                <a:lnTo>
                  <a:pt x="28" y="121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456840" y="1876320"/>
            <a:ext cx="2010240" cy="1086120"/>
          </a:xfrm>
          <a:custGeom>
            <a:avLst/>
            <a:gdLst/>
            <a:ahLst/>
            <a:rect l="0" t="0" r="r" b="b"/>
            <a:pathLst>
              <a:path w="5584" h="3017">
                <a:moveTo>
                  <a:pt x="0" y="0"/>
                </a:moveTo>
                <a:lnTo>
                  <a:pt x="5584" y="0"/>
                </a:lnTo>
                <a:lnTo>
                  <a:pt x="5584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456840" y="1876320"/>
            <a:ext cx="2010240" cy="38520"/>
          </a:xfrm>
          <a:custGeom>
            <a:avLst/>
            <a:gdLst/>
            <a:ahLst/>
            <a:rect l="0" t="0" r="r" b="b"/>
            <a:pathLst>
              <a:path w="5584" h="107">
                <a:moveTo>
                  <a:pt x="0" y="0"/>
                </a:moveTo>
                <a:lnTo>
                  <a:pt x="5584" y="0"/>
                </a:lnTo>
                <a:lnTo>
                  <a:pt x="5584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456840" y="2952720"/>
            <a:ext cx="2010240" cy="9720"/>
          </a:xfrm>
          <a:custGeom>
            <a:avLst/>
            <a:gdLst/>
            <a:ahLst/>
            <a:rect l="0" t="0" r="r" b="b"/>
            <a:pathLst>
              <a:path w="5584" h="27">
                <a:moveTo>
                  <a:pt x="0" y="0"/>
                </a:moveTo>
                <a:lnTo>
                  <a:pt x="5584" y="0"/>
                </a:lnTo>
                <a:lnTo>
                  <a:pt x="55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2457360" y="18763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456840" y="18763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439920" y="653400"/>
            <a:ext cx="6969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conceptuele laag, in afstemming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1288800" y="19987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3d68ec"/>
                </a:solidFill>
                <a:latin typeface="Arial"/>
                <a:ea typeface="Arial"/>
              </a:rPr>
              <a:t>73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726840" y="2420640"/>
            <a:ext cx="16254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begrippen met deﬁnitie 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2571480" y="1876320"/>
            <a:ext cx="2000520" cy="1086120"/>
          </a:xfrm>
          <a:custGeom>
            <a:avLst/>
            <a:gdLst/>
            <a:ahLst/>
            <a:rect l="0" t="0" r="r" b="b"/>
            <a:pathLst>
              <a:path w="5557" h="3017">
                <a:moveTo>
                  <a:pt x="0" y="0"/>
                </a:moveTo>
                <a:lnTo>
                  <a:pt x="5557" y="0"/>
                </a:lnTo>
                <a:lnTo>
                  <a:pt x="5557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2571480" y="1876320"/>
            <a:ext cx="2000520" cy="38520"/>
          </a:xfrm>
          <a:custGeom>
            <a:avLst/>
            <a:gdLst/>
            <a:ahLst/>
            <a:rect l="0" t="0" r="r" b="b"/>
            <a:pathLst>
              <a:path w="5557" h="107">
                <a:moveTo>
                  <a:pt x="0" y="0"/>
                </a:moveTo>
                <a:lnTo>
                  <a:pt x="5557" y="0"/>
                </a:lnTo>
                <a:lnTo>
                  <a:pt x="555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2571480" y="295272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4562280" y="18763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2571480" y="18763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1193400" y="2668320"/>
            <a:ext cx="578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herkomst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3391920" y="19987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dd784b"/>
                </a:solidFill>
                <a:latin typeface="Arial"/>
                <a:ea typeface="Arial"/>
              </a:rPr>
              <a:t>66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2682360" y="2420640"/>
            <a:ext cx="19605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objecten in het informatiemodel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603720" y="3229920"/>
            <a:ext cx="35928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Afgeleid uit leerroute 1, gelegd naast MORA en ROSA.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4767120" y="1319040"/>
            <a:ext cx="4105440" cy="3067560"/>
          </a:xfrm>
          <a:custGeom>
            <a:avLst/>
            <a:gdLst/>
            <a:ahLst/>
            <a:rect l="0" t="0" r="r" b="b"/>
            <a:pathLst>
              <a:path w="11404" h="8521">
                <a:moveTo>
                  <a:pt x="0" y="837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7"/>
                  <a:pt x="11315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9" y="49"/>
                  <a:pt x="11375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2" y="117"/>
                </a:cubicBezTo>
                <a:cubicBezTo>
                  <a:pt x="11404" y="126"/>
                  <a:pt x="11404" y="136"/>
                  <a:pt x="11404" y="145"/>
                </a:cubicBezTo>
                <a:lnTo>
                  <a:pt x="11404" y="8375"/>
                </a:lnTo>
                <a:cubicBezTo>
                  <a:pt x="11404" y="8385"/>
                  <a:pt x="11404" y="8394"/>
                  <a:pt x="11402" y="8403"/>
                </a:cubicBezTo>
                <a:cubicBezTo>
                  <a:pt x="11400" y="8413"/>
                  <a:pt x="11397" y="8422"/>
                  <a:pt x="11393" y="8431"/>
                </a:cubicBezTo>
                <a:cubicBezTo>
                  <a:pt x="11390" y="8440"/>
                  <a:pt x="11385" y="8448"/>
                  <a:pt x="11380" y="8456"/>
                </a:cubicBezTo>
                <a:cubicBezTo>
                  <a:pt x="11375" y="8464"/>
                  <a:pt x="11369" y="8471"/>
                  <a:pt x="11362" y="8478"/>
                </a:cubicBezTo>
                <a:cubicBezTo>
                  <a:pt x="11355" y="8485"/>
                  <a:pt x="11348" y="8491"/>
                  <a:pt x="11340" y="8496"/>
                </a:cubicBezTo>
                <a:cubicBezTo>
                  <a:pt x="11332" y="8501"/>
                  <a:pt x="11323" y="8506"/>
                  <a:pt x="11315" y="8509"/>
                </a:cubicBezTo>
                <a:cubicBezTo>
                  <a:pt x="11306" y="8513"/>
                  <a:pt x="11297" y="8516"/>
                  <a:pt x="11287" y="8518"/>
                </a:cubicBezTo>
                <a:cubicBezTo>
                  <a:pt x="11278" y="8520"/>
                  <a:pt x="11268" y="8521"/>
                  <a:pt x="11259" y="8521"/>
                </a:cubicBezTo>
                <a:lnTo>
                  <a:pt x="145" y="8521"/>
                </a:lnTo>
                <a:cubicBezTo>
                  <a:pt x="136" y="8521"/>
                  <a:pt x="126" y="8520"/>
                  <a:pt x="117" y="8518"/>
                </a:cubicBezTo>
                <a:cubicBezTo>
                  <a:pt x="108" y="8516"/>
                  <a:pt x="99" y="8513"/>
                  <a:pt x="90" y="8509"/>
                </a:cubicBezTo>
                <a:cubicBezTo>
                  <a:pt x="81" y="8506"/>
                  <a:pt x="73" y="8501"/>
                  <a:pt x="65" y="8496"/>
                </a:cubicBezTo>
                <a:cubicBezTo>
                  <a:pt x="57" y="8491"/>
                  <a:pt x="49" y="8485"/>
                  <a:pt x="43" y="8478"/>
                </a:cubicBezTo>
                <a:cubicBezTo>
                  <a:pt x="36" y="8471"/>
                  <a:pt x="30" y="8464"/>
                  <a:pt x="24" y="8456"/>
                </a:cubicBezTo>
                <a:cubicBezTo>
                  <a:pt x="19" y="8448"/>
                  <a:pt x="15" y="8440"/>
                  <a:pt x="11" y="8431"/>
                </a:cubicBezTo>
                <a:cubicBezTo>
                  <a:pt x="7" y="8422"/>
                  <a:pt x="5" y="8413"/>
                  <a:pt x="3" y="8403"/>
                </a:cubicBezTo>
                <a:cubicBezTo>
                  <a:pt x="1" y="8394"/>
                  <a:pt x="0" y="8385"/>
                  <a:pt x="0" y="837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95" name="" descr=""/>
          <p:cNvPicPr/>
          <p:nvPr/>
        </p:nvPicPr>
        <p:blipFill>
          <a:blip r:embed="rId2"/>
          <a:stretch/>
        </p:blipFill>
        <p:spPr>
          <a:xfrm>
            <a:off x="4772160" y="1324080"/>
            <a:ext cx="4095360" cy="3057120"/>
          </a:xfrm>
          <a:prstGeom prst="rect">
            <a:avLst/>
          </a:prstGeom>
          <a:ln w="0">
            <a:noFill/>
          </a:ln>
        </p:spPr>
      </p:pic>
      <p:sp>
        <p:nvSpPr>
          <p:cNvPr id="296" name=""/>
          <p:cNvSpPr txBox="1"/>
          <p:nvPr/>
        </p:nvSpPr>
        <p:spPr>
          <a:xfrm>
            <a:off x="603720" y="3753720"/>
            <a:ext cx="37026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Open: grens koppeling en koppelvlak, en hoe ﬁjnmazig.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4758480" y="4451040"/>
            <a:ext cx="1953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Informatiemodel OKx v0.1, concept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0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06" name=""/>
          <p:cNvSpPr/>
          <p:nvPr/>
        </p:nvSpPr>
        <p:spPr>
          <a:xfrm>
            <a:off x="461880" y="1099800"/>
            <a:ext cx="4105440" cy="3210480"/>
          </a:xfrm>
          <a:custGeom>
            <a:avLst/>
            <a:gdLst/>
            <a:ahLst/>
            <a:rect l="0" t="0" r="r" b="b"/>
            <a:pathLst>
              <a:path w="11404" h="8918">
                <a:moveTo>
                  <a:pt x="0" y="8772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2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2"/>
                </a:cubicBezTo>
                <a:cubicBezTo>
                  <a:pt x="11323" y="15"/>
                  <a:pt x="11332" y="20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50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8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8772"/>
                </a:lnTo>
                <a:cubicBezTo>
                  <a:pt x="11404" y="8782"/>
                  <a:pt x="11403" y="8791"/>
                  <a:pt x="11401" y="8801"/>
                </a:cubicBezTo>
                <a:cubicBezTo>
                  <a:pt x="11400" y="8810"/>
                  <a:pt x="11397" y="8819"/>
                  <a:pt x="11393" y="8828"/>
                </a:cubicBezTo>
                <a:cubicBezTo>
                  <a:pt x="11390" y="8837"/>
                  <a:pt x="11385" y="8845"/>
                  <a:pt x="11380" y="8853"/>
                </a:cubicBezTo>
                <a:cubicBezTo>
                  <a:pt x="11374" y="8861"/>
                  <a:pt x="11368" y="8869"/>
                  <a:pt x="11362" y="8875"/>
                </a:cubicBezTo>
                <a:cubicBezTo>
                  <a:pt x="11355" y="8882"/>
                  <a:pt x="11348" y="8888"/>
                  <a:pt x="11340" y="8893"/>
                </a:cubicBezTo>
                <a:cubicBezTo>
                  <a:pt x="11332" y="8899"/>
                  <a:pt x="11323" y="8903"/>
                  <a:pt x="11314" y="8907"/>
                </a:cubicBezTo>
                <a:cubicBezTo>
                  <a:pt x="11306" y="8910"/>
                  <a:pt x="11297" y="8913"/>
                  <a:pt x="11287" y="8915"/>
                </a:cubicBezTo>
                <a:cubicBezTo>
                  <a:pt x="11278" y="8917"/>
                  <a:pt x="11268" y="8918"/>
                  <a:pt x="11259" y="8918"/>
                </a:cubicBezTo>
                <a:lnTo>
                  <a:pt x="145" y="8918"/>
                </a:lnTo>
                <a:cubicBezTo>
                  <a:pt x="136" y="8918"/>
                  <a:pt x="126" y="8917"/>
                  <a:pt x="117" y="8915"/>
                </a:cubicBezTo>
                <a:cubicBezTo>
                  <a:pt x="107" y="8913"/>
                  <a:pt x="98" y="8910"/>
                  <a:pt x="90" y="8907"/>
                </a:cubicBezTo>
                <a:cubicBezTo>
                  <a:pt x="81" y="8903"/>
                  <a:pt x="72" y="8899"/>
                  <a:pt x="64" y="8893"/>
                </a:cubicBezTo>
                <a:cubicBezTo>
                  <a:pt x="56" y="8888"/>
                  <a:pt x="49" y="8882"/>
                  <a:pt x="42" y="8875"/>
                </a:cubicBezTo>
                <a:cubicBezTo>
                  <a:pt x="36" y="8869"/>
                  <a:pt x="30" y="8861"/>
                  <a:pt x="24" y="8853"/>
                </a:cubicBezTo>
                <a:cubicBezTo>
                  <a:pt x="19" y="8845"/>
                  <a:pt x="14" y="8837"/>
                  <a:pt x="11" y="8828"/>
                </a:cubicBezTo>
                <a:cubicBezTo>
                  <a:pt x="7" y="8819"/>
                  <a:pt x="4" y="8810"/>
                  <a:pt x="3" y="8801"/>
                </a:cubicBezTo>
                <a:cubicBezTo>
                  <a:pt x="1" y="8791"/>
                  <a:pt x="0" y="8782"/>
                  <a:pt x="0" y="87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461880" y="1099800"/>
            <a:ext cx="4105440" cy="3210480"/>
          </a:xfrm>
          <a:custGeom>
            <a:avLst/>
            <a:gdLst/>
            <a:ahLst/>
            <a:rect l="0" t="0" r="r" b="b"/>
            <a:pathLst>
              <a:path w="11404" h="8918">
                <a:moveTo>
                  <a:pt x="0" y="8772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2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2"/>
                </a:cubicBezTo>
                <a:cubicBezTo>
                  <a:pt x="11323" y="15"/>
                  <a:pt x="11332" y="20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50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8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8772"/>
                </a:lnTo>
                <a:cubicBezTo>
                  <a:pt x="11404" y="8782"/>
                  <a:pt x="11403" y="8791"/>
                  <a:pt x="11401" y="8801"/>
                </a:cubicBezTo>
                <a:cubicBezTo>
                  <a:pt x="11400" y="8810"/>
                  <a:pt x="11397" y="8819"/>
                  <a:pt x="11393" y="8828"/>
                </a:cubicBezTo>
                <a:cubicBezTo>
                  <a:pt x="11390" y="8837"/>
                  <a:pt x="11385" y="8845"/>
                  <a:pt x="11380" y="8853"/>
                </a:cubicBezTo>
                <a:cubicBezTo>
                  <a:pt x="11374" y="8861"/>
                  <a:pt x="11368" y="8869"/>
                  <a:pt x="11362" y="8875"/>
                </a:cubicBezTo>
                <a:cubicBezTo>
                  <a:pt x="11355" y="8882"/>
                  <a:pt x="11348" y="8888"/>
                  <a:pt x="11340" y="8893"/>
                </a:cubicBezTo>
                <a:cubicBezTo>
                  <a:pt x="11332" y="8899"/>
                  <a:pt x="11323" y="8903"/>
                  <a:pt x="11314" y="8907"/>
                </a:cubicBezTo>
                <a:cubicBezTo>
                  <a:pt x="11306" y="8910"/>
                  <a:pt x="11297" y="8913"/>
                  <a:pt x="11287" y="8915"/>
                </a:cubicBezTo>
                <a:cubicBezTo>
                  <a:pt x="11278" y="8917"/>
                  <a:pt x="11268" y="8918"/>
                  <a:pt x="11259" y="8918"/>
                </a:cubicBezTo>
                <a:lnTo>
                  <a:pt x="145" y="8918"/>
                </a:lnTo>
                <a:cubicBezTo>
                  <a:pt x="136" y="8918"/>
                  <a:pt x="126" y="8917"/>
                  <a:pt x="117" y="8915"/>
                </a:cubicBezTo>
                <a:cubicBezTo>
                  <a:pt x="107" y="8913"/>
                  <a:pt x="98" y="8910"/>
                  <a:pt x="90" y="8907"/>
                </a:cubicBezTo>
                <a:cubicBezTo>
                  <a:pt x="81" y="8903"/>
                  <a:pt x="72" y="8899"/>
                  <a:pt x="64" y="8893"/>
                </a:cubicBezTo>
                <a:cubicBezTo>
                  <a:pt x="56" y="8888"/>
                  <a:pt x="49" y="8882"/>
                  <a:pt x="42" y="8875"/>
                </a:cubicBezTo>
                <a:cubicBezTo>
                  <a:pt x="36" y="8869"/>
                  <a:pt x="30" y="8861"/>
                  <a:pt x="24" y="8853"/>
                </a:cubicBezTo>
                <a:cubicBezTo>
                  <a:pt x="19" y="8845"/>
                  <a:pt x="14" y="8837"/>
                  <a:pt x="11" y="8828"/>
                </a:cubicBezTo>
                <a:cubicBezTo>
                  <a:pt x="7" y="8819"/>
                  <a:pt x="4" y="8810"/>
                  <a:pt x="3" y="8801"/>
                </a:cubicBezTo>
                <a:cubicBezTo>
                  <a:pt x="1" y="8791"/>
                  <a:pt x="0" y="8782"/>
                  <a:pt x="0" y="87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08" name="" descr=""/>
          <p:cNvPicPr/>
          <p:nvPr/>
        </p:nvPicPr>
        <p:blipFill>
          <a:blip r:embed="rId2"/>
          <a:stretch/>
        </p:blipFill>
        <p:spPr>
          <a:xfrm>
            <a:off x="466560" y="1104840"/>
            <a:ext cx="4095360" cy="3200040"/>
          </a:xfrm>
          <a:prstGeom prst="rect">
            <a:avLst/>
          </a:prstGeom>
          <a:ln w="0">
            <a:noFill/>
          </a:ln>
        </p:spPr>
      </p:pic>
      <p:sp>
        <p:nvSpPr>
          <p:cNvPr id="309" name=""/>
          <p:cNvSpPr txBox="1"/>
          <p:nvPr/>
        </p:nvSpPr>
        <p:spPr>
          <a:xfrm>
            <a:off x="439920" y="424800"/>
            <a:ext cx="7408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Veriﬁëren met voorbeelduitwerkingen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4762440" y="1552320"/>
            <a:ext cx="4115160" cy="762480"/>
          </a:xfrm>
          <a:custGeom>
            <a:avLst/>
            <a:gdLst/>
            <a:ahLst/>
            <a:rect l="0" t="0" r="r" b="b"/>
            <a:pathLst>
              <a:path w="11431" h="2118">
                <a:moveTo>
                  <a:pt x="0" y="0"/>
                </a:moveTo>
                <a:lnTo>
                  <a:pt x="11431" y="0"/>
                </a:lnTo>
                <a:lnTo>
                  <a:pt x="11431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4762440" y="15523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4762440" y="230472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8867520" y="155232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106"/>
                </a:moveTo>
                <a:lnTo>
                  <a:pt x="0" y="2118"/>
                </a:lnTo>
                <a:lnTo>
                  <a:pt x="28" y="211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4762440" y="155232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0"/>
                </a:moveTo>
                <a:lnTo>
                  <a:pt x="0" y="2118"/>
                </a:lnTo>
                <a:lnTo>
                  <a:pt x="27" y="211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4762440" y="2419200"/>
            <a:ext cx="4115160" cy="771840"/>
          </a:xfrm>
          <a:custGeom>
            <a:avLst/>
            <a:gdLst/>
            <a:ahLst/>
            <a:rect l="0" t="0" r="r" b="b"/>
            <a:pathLst>
              <a:path w="11431" h="2144">
                <a:moveTo>
                  <a:pt x="0" y="0"/>
                </a:moveTo>
                <a:lnTo>
                  <a:pt x="11431" y="0"/>
                </a:lnTo>
                <a:lnTo>
                  <a:pt x="11431" y="2144"/>
                </a:lnTo>
                <a:lnTo>
                  <a:pt x="0" y="214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4762440" y="24192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4762440" y="318132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8867520" y="2419200"/>
            <a:ext cx="10080" cy="771840"/>
          </a:xfrm>
          <a:custGeom>
            <a:avLst/>
            <a:gdLst/>
            <a:ahLst/>
            <a:rect l="0" t="0" r="r" b="b"/>
            <a:pathLst>
              <a:path w="28" h="2144">
                <a:moveTo>
                  <a:pt x="0" y="106"/>
                </a:moveTo>
                <a:lnTo>
                  <a:pt x="0" y="2144"/>
                </a:lnTo>
                <a:lnTo>
                  <a:pt x="28" y="2144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4762440" y="2419200"/>
            <a:ext cx="9720" cy="771840"/>
          </a:xfrm>
          <a:custGeom>
            <a:avLst/>
            <a:gdLst/>
            <a:ahLst/>
            <a:rect l="0" t="0" r="r" b="b"/>
            <a:pathLst>
              <a:path w="27" h="2144">
                <a:moveTo>
                  <a:pt x="0" y="0"/>
                </a:moveTo>
                <a:lnTo>
                  <a:pt x="0" y="2144"/>
                </a:lnTo>
                <a:lnTo>
                  <a:pt x="27" y="2144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4762440" y="3295440"/>
            <a:ext cx="4115160" cy="762480"/>
          </a:xfrm>
          <a:custGeom>
            <a:avLst/>
            <a:gdLst/>
            <a:ahLst/>
            <a:rect l="0" t="0" r="r" b="b"/>
            <a:pathLst>
              <a:path w="11431" h="2118">
                <a:moveTo>
                  <a:pt x="0" y="0"/>
                </a:moveTo>
                <a:lnTo>
                  <a:pt x="11431" y="0"/>
                </a:lnTo>
                <a:lnTo>
                  <a:pt x="11431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4762440" y="329544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4762440" y="4047840"/>
            <a:ext cx="4115160" cy="10440"/>
          </a:xfrm>
          <a:custGeom>
            <a:avLst/>
            <a:gdLst/>
            <a:ahLst/>
            <a:rect l="0" t="0" r="r" b="b"/>
            <a:pathLst>
              <a:path w="11431" h="29">
                <a:moveTo>
                  <a:pt x="0" y="0"/>
                </a:moveTo>
                <a:lnTo>
                  <a:pt x="11431" y="0"/>
                </a:lnTo>
                <a:lnTo>
                  <a:pt x="11431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8867520" y="329544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106"/>
                </a:moveTo>
                <a:lnTo>
                  <a:pt x="0" y="2118"/>
                </a:lnTo>
                <a:lnTo>
                  <a:pt x="28" y="211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4762440" y="329544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0"/>
                </a:moveTo>
                <a:lnTo>
                  <a:pt x="0" y="2118"/>
                </a:lnTo>
                <a:lnTo>
                  <a:pt x="27" y="211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457200" y="4368240"/>
            <a:ext cx="3902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Een stap uit de uitwerking: het geplande aanbod terug naar de catalogus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4935600" y="1768320"/>
            <a:ext cx="1463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Voorbeelden nodig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4935600" y="2003040"/>
            <a:ext cx="1715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een model alleen blijft abstract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4935600" y="2634840"/>
            <a:ext cx="1527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Een echte opleiding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4935600" y="2869920"/>
            <a:ext cx="2300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apothekersassistent, ontwerp tot diploma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4935600" y="3511440"/>
            <a:ext cx="1646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Veriﬁëren bij scholen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4935600" y="3746160"/>
            <a:ext cx="19483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herkennen zij het, ontbreekt er iets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3757680" y="466128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4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41" name=""/>
          <p:cNvSpPr txBox="1"/>
          <p:nvPr/>
        </p:nvSpPr>
        <p:spPr>
          <a:xfrm>
            <a:off x="439920" y="291240"/>
            <a:ext cx="4424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beeld naar bericht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456840" y="1161720"/>
            <a:ext cx="4229640" cy="2315160"/>
          </a:xfrm>
          <a:custGeom>
            <a:avLst/>
            <a:gdLst/>
            <a:ahLst/>
            <a:rect l="0" t="0" r="r" b="b"/>
            <a:pathLst>
              <a:path w="11749" h="6431">
                <a:moveTo>
                  <a:pt x="0" y="0"/>
                </a:moveTo>
                <a:lnTo>
                  <a:pt x="11749" y="0"/>
                </a:lnTo>
                <a:lnTo>
                  <a:pt x="11749" y="6431"/>
                </a:lnTo>
                <a:lnTo>
                  <a:pt x="0" y="643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456840" y="1161720"/>
            <a:ext cx="4229640" cy="38520"/>
          </a:xfrm>
          <a:custGeom>
            <a:avLst/>
            <a:gdLst/>
            <a:ahLst/>
            <a:rect l="0" t="0" r="r" b="b"/>
            <a:pathLst>
              <a:path w="11749" h="107">
                <a:moveTo>
                  <a:pt x="0" y="0"/>
                </a:moveTo>
                <a:lnTo>
                  <a:pt x="11749" y="0"/>
                </a:lnTo>
                <a:lnTo>
                  <a:pt x="1174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456840" y="3466800"/>
            <a:ext cx="4229640" cy="10080"/>
          </a:xfrm>
          <a:custGeom>
            <a:avLst/>
            <a:gdLst/>
            <a:ahLst/>
            <a:rect l="0" t="0" r="r" b="b"/>
            <a:pathLst>
              <a:path w="11749" h="28">
                <a:moveTo>
                  <a:pt x="0" y="0"/>
                </a:moveTo>
                <a:lnTo>
                  <a:pt x="11749" y="0"/>
                </a:lnTo>
                <a:lnTo>
                  <a:pt x="117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4676760" y="1161720"/>
            <a:ext cx="9720" cy="2315160"/>
          </a:xfrm>
          <a:custGeom>
            <a:avLst/>
            <a:gdLst/>
            <a:ahLst/>
            <a:rect l="0" t="0" r="r" b="b"/>
            <a:pathLst>
              <a:path w="27" h="6431">
                <a:moveTo>
                  <a:pt x="0" y="106"/>
                </a:moveTo>
                <a:lnTo>
                  <a:pt x="0" y="6431"/>
                </a:lnTo>
                <a:lnTo>
                  <a:pt x="27" y="643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456840" y="1161720"/>
            <a:ext cx="10080" cy="2315160"/>
          </a:xfrm>
          <a:custGeom>
            <a:avLst/>
            <a:gdLst/>
            <a:ahLst/>
            <a:rect l="0" t="0" r="r" b="b"/>
            <a:pathLst>
              <a:path w="28" h="6431">
                <a:moveTo>
                  <a:pt x="0" y="0"/>
                </a:moveTo>
                <a:lnTo>
                  <a:pt x="0" y="6431"/>
                </a:lnTo>
                <a:lnTo>
                  <a:pt x="28" y="643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456840" y="3581280"/>
            <a:ext cx="4229640" cy="438480"/>
          </a:xfrm>
          <a:custGeom>
            <a:avLst/>
            <a:gdLst/>
            <a:ahLst/>
            <a:rect l="0" t="0" r="r" b="b"/>
            <a:pathLst>
              <a:path w="11749" h="1218">
                <a:moveTo>
                  <a:pt x="0" y="0"/>
                </a:moveTo>
                <a:lnTo>
                  <a:pt x="11749" y="0"/>
                </a:lnTo>
                <a:lnTo>
                  <a:pt x="11749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456840" y="3581280"/>
            <a:ext cx="4229640" cy="38520"/>
          </a:xfrm>
          <a:custGeom>
            <a:avLst/>
            <a:gdLst/>
            <a:ahLst/>
            <a:rect l="0" t="0" r="r" b="b"/>
            <a:pathLst>
              <a:path w="11749" h="107">
                <a:moveTo>
                  <a:pt x="0" y="0"/>
                </a:moveTo>
                <a:lnTo>
                  <a:pt x="11749" y="0"/>
                </a:lnTo>
                <a:lnTo>
                  <a:pt x="1174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456840" y="4009680"/>
            <a:ext cx="4229640" cy="10080"/>
          </a:xfrm>
          <a:custGeom>
            <a:avLst/>
            <a:gdLst/>
            <a:ahLst/>
            <a:rect l="0" t="0" r="r" b="b"/>
            <a:pathLst>
              <a:path w="11749" h="28">
                <a:moveTo>
                  <a:pt x="0" y="0"/>
                </a:moveTo>
                <a:lnTo>
                  <a:pt x="11749" y="0"/>
                </a:lnTo>
                <a:lnTo>
                  <a:pt x="117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4676760" y="35812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106"/>
                </a:moveTo>
                <a:lnTo>
                  <a:pt x="0" y="1218"/>
                </a:lnTo>
                <a:lnTo>
                  <a:pt x="27" y="121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456840" y="358128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0" y="1218"/>
                </a:lnTo>
                <a:lnTo>
                  <a:pt x="28" y="121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457200" y="879840"/>
            <a:ext cx="18324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stap, als koppeling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3232080" y="294048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3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3"/>
                  <a:pt x="2816" y="29"/>
                </a:cubicBezTo>
                <a:cubicBezTo>
                  <a:pt x="2819" y="35"/>
                  <a:pt x="2820" y="41"/>
                  <a:pt x="2820" y="47"/>
                </a:cubicBezTo>
                <a:lnTo>
                  <a:pt x="2820" y="988"/>
                </a:lnTo>
                <a:cubicBezTo>
                  <a:pt x="2820" y="994"/>
                  <a:pt x="2819" y="1001"/>
                  <a:pt x="2816" y="1006"/>
                </a:cubicBezTo>
                <a:cubicBezTo>
                  <a:pt x="2814" y="1012"/>
                  <a:pt x="2810" y="1017"/>
                  <a:pt x="2806" y="1022"/>
                </a:cubicBezTo>
                <a:cubicBezTo>
                  <a:pt x="2801" y="1026"/>
                  <a:pt x="2796" y="1030"/>
                  <a:pt x="2790" y="1032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3232080" y="294048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3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3"/>
                  <a:pt x="2816" y="29"/>
                </a:cubicBezTo>
                <a:cubicBezTo>
                  <a:pt x="2819" y="35"/>
                  <a:pt x="2820" y="41"/>
                  <a:pt x="2820" y="47"/>
                </a:cubicBezTo>
                <a:lnTo>
                  <a:pt x="2820" y="988"/>
                </a:lnTo>
                <a:cubicBezTo>
                  <a:pt x="2820" y="994"/>
                  <a:pt x="2819" y="1001"/>
                  <a:pt x="2816" y="1006"/>
                </a:cubicBezTo>
                <a:cubicBezTo>
                  <a:pt x="2814" y="1012"/>
                  <a:pt x="2810" y="1017"/>
                  <a:pt x="2806" y="1022"/>
                </a:cubicBezTo>
                <a:cubicBezTo>
                  <a:pt x="2801" y="1026"/>
                  <a:pt x="2796" y="1030"/>
                  <a:pt x="2790" y="1032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603720" y="1327320"/>
            <a:ext cx="770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Interactie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886680" y="294048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3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3"/>
                  <a:pt x="2625" y="29"/>
                </a:cubicBezTo>
                <a:cubicBezTo>
                  <a:pt x="2628" y="35"/>
                  <a:pt x="2629" y="41"/>
                  <a:pt x="2629" y="47"/>
                </a:cubicBezTo>
                <a:lnTo>
                  <a:pt x="2629" y="988"/>
                </a:lnTo>
                <a:cubicBezTo>
                  <a:pt x="2629" y="994"/>
                  <a:pt x="2628" y="1001"/>
                  <a:pt x="2625" y="1006"/>
                </a:cubicBezTo>
                <a:cubicBezTo>
                  <a:pt x="2623" y="1012"/>
                  <a:pt x="2619" y="1017"/>
                  <a:pt x="2615" y="1022"/>
                </a:cubicBezTo>
                <a:cubicBezTo>
                  <a:pt x="2611" y="1026"/>
                  <a:pt x="2605" y="1030"/>
                  <a:pt x="2599" y="1032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886680" y="294048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3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3"/>
                  <a:pt x="2625" y="29"/>
                </a:cubicBezTo>
                <a:cubicBezTo>
                  <a:pt x="2628" y="35"/>
                  <a:pt x="2629" y="41"/>
                  <a:pt x="2629" y="47"/>
                </a:cubicBezTo>
                <a:lnTo>
                  <a:pt x="2629" y="988"/>
                </a:lnTo>
                <a:cubicBezTo>
                  <a:pt x="2629" y="994"/>
                  <a:pt x="2628" y="1001"/>
                  <a:pt x="2625" y="1006"/>
                </a:cubicBezTo>
                <a:cubicBezTo>
                  <a:pt x="2623" y="1012"/>
                  <a:pt x="2619" y="1017"/>
                  <a:pt x="2615" y="1022"/>
                </a:cubicBezTo>
                <a:cubicBezTo>
                  <a:pt x="2611" y="1026"/>
                  <a:pt x="2605" y="1030"/>
                  <a:pt x="2599" y="1032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3330000" y="3079800"/>
            <a:ext cx="901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Onderwijscatalogus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3739320" y="1999800"/>
            <a:ext cx="0" cy="940680"/>
          </a:xfrm>
          <a:prstGeom prst="line">
            <a:avLst/>
          </a:prstGeom>
          <a:ln w="11160">
            <a:solidFill>
              <a:srgbClr val="9ca3a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3232080" y="162720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4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4"/>
                  <a:pt x="2816" y="29"/>
                </a:cubicBezTo>
                <a:cubicBezTo>
                  <a:pt x="2819" y="35"/>
                  <a:pt x="2820" y="41"/>
                  <a:pt x="2820" y="48"/>
                </a:cubicBezTo>
                <a:lnTo>
                  <a:pt x="2820" y="988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3"/>
                  <a:pt x="2810" y="1018"/>
                  <a:pt x="2806" y="1022"/>
                </a:cubicBezTo>
                <a:cubicBezTo>
                  <a:pt x="2801" y="1027"/>
                  <a:pt x="2796" y="1030"/>
                  <a:pt x="2790" y="1033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3232080" y="162720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4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4"/>
                  <a:pt x="2816" y="29"/>
                </a:cubicBezTo>
                <a:cubicBezTo>
                  <a:pt x="2819" y="35"/>
                  <a:pt x="2820" y="41"/>
                  <a:pt x="2820" y="48"/>
                </a:cubicBezTo>
                <a:lnTo>
                  <a:pt x="2820" y="988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3"/>
                  <a:pt x="2810" y="1018"/>
                  <a:pt x="2806" y="1022"/>
                </a:cubicBezTo>
                <a:cubicBezTo>
                  <a:pt x="2801" y="1027"/>
                  <a:pt x="2796" y="1030"/>
                  <a:pt x="2790" y="1033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983520" y="3079800"/>
            <a:ext cx="8298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Planningssysteem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1359720" y="1999800"/>
            <a:ext cx="0" cy="940680"/>
          </a:xfrm>
          <a:prstGeom prst="line">
            <a:avLst/>
          </a:prstGeom>
          <a:ln w="11160">
            <a:solidFill>
              <a:srgbClr val="9ca3a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886680" y="162720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4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4"/>
                  <a:pt x="2625" y="29"/>
                </a:cubicBezTo>
                <a:cubicBezTo>
                  <a:pt x="2628" y="35"/>
                  <a:pt x="2629" y="41"/>
                  <a:pt x="2629" y="48"/>
                </a:cubicBezTo>
                <a:lnTo>
                  <a:pt x="2629" y="988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3"/>
                  <a:pt x="2619" y="1018"/>
                  <a:pt x="2615" y="1022"/>
                </a:cubicBezTo>
                <a:cubicBezTo>
                  <a:pt x="2611" y="1027"/>
                  <a:pt x="2605" y="1030"/>
                  <a:pt x="2599" y="1033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886680" y="162720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4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4"/>
                  <a:pt x="2625" y="29"/>
                </a:cubicBezTo>
                <a:cubicBezTo>
                  <a:pt x="2628" y="35"/>
                  <a:pt x="2629" y="41"/>
                  <a:pt x="2629" y="48"/>
                </a:cubicBezTo>
                <a:lnTo>
                  <a:pt x="2629" y="988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3"/>
                  <a:pt x="2619" y="1018"/>
                  <a:pt x="2615" y="1022"/>
                </a:cubicBezTo>
                <a:cubicBezTo>
                  <a:pt x="2611" y="1027"/>
                  <a:pt x="2605" y="1030"/>
                  <a:pt x="2599" y="1033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3330000" y="1766520"/>
            <a:ext cx="901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Onderwijscatalogus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983520" y="1766520"/>
            <a:ext cx="8298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Planningssysteem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1365480" y="2275200"/>
            <a:ext cx="2350800" cy="0"/>
          </a:xfrm>
          <a:prstGeom prst="line">
            <a:avLst/>
          </a:prstGeom>
          <a:ln w="8280">
            <a:solidFill>
              <a:srgbClr val="dd784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3665520" y="2246400"/>
            <a:ext cx="63360" cy="57600"/>
          </a:xfrm>
          <a:custGeom>
            <a:avLst/>
            <a:gdLst/>
            <a:ahLst/>
            <a:rect l="0" t="0" r="r" b="b"/>
            <a:pathLst>
              <a:path w="176" h="160">
                <a:moveTo>
                  <a:pt x="0" y="0"/>
                </a:moveTo>
                <a:lnTo>
                  <a:pt x="176" y="81"/>
                </a:lnTo>
                <a:lnTo>
                  <a:pt x="16" y="160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2024640" y="2116800"/>
            <a:ext cx="11725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374151"/>
                </a:solidFill>
                <a:latin typeface="Arial"/>
                <a:ea typeface="Arial"/>
              </a:rPr>
              <a:t>melding: aanbod gepland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 flipH="1">
            <a:off x="1382760" y="2550240"/>
            <a:ext cx="2350800" cy="0"/>
          </a:xfrm>
          <a:prstGeom prst="line">
            <a:avLst/>
          </a:prstGeom>
          <a:ln w="8280">
            <a:solidFill>
              <a:srgbClr val="dd784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1370520" y="2521800"/>
            <a:ext cx="63360" cy="57600"/>
          </a:xfrm>
          <a:custGeom>
            <a:avLst/>
            <a:gdLst/>
            <a:ahLst/>
            <a:rect l="0" t="0" r="r" b="b"/>
            <a:pathLst>
              <a:path w="176" h="160">
                <a:moveTo>
                  <a:pt x="176" y="160"/>
                </a:moveTo>
                <a:lnTo>
                  <a:pt x="0" y="80"/>
                </a:lnTo>
                <a:lnTo>
                  <a:pt x="160" y="0"/>
                </a:lnTo>
                <a:lnTo>
                  <a:pt x="176" y="160"/>
                </a:lnTo>
                <a:close/>
              </a:path>
            </a:pathLst>
          </a:custGeom>
          <a:solidFill>
            <a:srgbClr val="dd784b"/>
          </a:solidFill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2118240" y="2392200"/>
            <a:ext cx="99576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374151"/>
                </a:solidFill>
                <a:latin typeface="Arial"/>
                <a:ea typeface="Arial"/>
              </a:rPr>
              <a:t>vraagt het aanbod op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1365480" y="2821320"/>
            <a:ext cx="2351160" cy="9000"/>
          </a:xfrm>
          <a:custGeom>
            <a:avLst/>
            <a:gdLst/>
            <a:ahLst/>
            <a:rect l="0" t="0" r="r" b="b"/>
            <a:pathLst>
              <a:path w="6531" h="25">
                <a:moveTo>
                  <a:pt x="0" y="0"/>
                </a:moveTo>
                <a:lnTo>
                  <a:pt x="48" y="0"/>
                </a:lnTo>
                <a:lnTo>
                  <a:pt x="48" y="25"/>
                </a:lnTo>
                <a:lnTo>
                  <a:pt x="0" y="25"/>
                </a:lnTo>
                <a:lnTo>
                  <a:pt x="0" y="0"/>
                </a:lnTo>
                <a:moveTo>
                  <a:pt x="95" y="0"/>
                </a:moveTo>
                <a:lnTo>
                  <a:pt x="143" y="0"/>
                </a:lnTo>
                <a:lnTo>
                  <a:pt x="143" y="25"/>
                </a:lnTo>
                <a:lnTo>
                  <a:pt x="95" y="25"/>
                </a:lnTo>
                <a:lnTo>
                  <a:pt x="95" y="0"/>
                </a:lnTo>
                <a:moveTo>
                  <a:pt x="191" y="0"/>
                </a:moveTo>
                <a:lnTo>
                  <a:pt x="239" y="0"/>
                </a:lnTo>
                <a:lnTo>
                  <a:pt x="239" y="25"/>
                </a:lnTo>
                <a:lnTo>
                  <a:pt x="191" y="25"/>
                </a:lnTo>
                <a:lnTo>
                  <a:pt x="191" y="0"/>
                </a:lnTo>
                <a:moveTo>
                  <a:pt x="287" y="0"/>
                </a:moveTo>
                <a:lnTo>
                  <a:pt x="334" y="0"/>
                </a:lnTo>
                <a:lnTo>
                  <a:pt x="334" y="25"/>
                </a:lnTo>
                <a:lnTo>
                  <a:pt x="287" y="25"/>
                </a:lnTo>
                <a:lnTo>
                  <a:pt x="287" y="0"/>
                </a:lnTo>
                <a:moveTo>
                  <a:pt x="382" y="0"/>
                </a:moveTo>
                <a:lnTo>
                  <a:pt x="430" y="0"/>
                </a:lnTo>
                <a:lnTo>
                  <a:pt x="430" y="25"/>
                </a:lnTo>
                <a:lnTo>
                  <a:pt x="382" y="25"/>
                </a:lnTo>
                <a:lnTo>
                  <a:pt x="382" y="0"/>
                </a:lnTo>
                <a:moveTo>
                  <a:pt x="478" y="0"/>
                </a:moveTo>
                <a:lnTo>
                  <a:pt x="525" y="0"/>
                </a:lnTo>
                <a:lnTo>
                  <a:pt x="525" y="25"/>
                </a:lnTo>
                <a:lnTo>
                  <a:pt x="478" y="25"/>
                </a:lnTo>
                <a:lnTo>
                  <a:pt x="478" y="0"/>
                </a:lnTo>
                <a:moveTo>
                  <a:pt x="573" y="0"/>
                </a:moveTo>
                <a:lnTo>
                  <a:pt x="621" y="0"/>
                </a:lnTo>
                <a:lnTo>
                  <a:pt x="621" y="25"/>
                </a:lnTo>
                <a:lnTo>
                  <a:pt x="573" y="25"/>
                </a:lnTo>
                <a:lnTo>
                  <a:pt x="573" y="0"/>
                </a:lnTo>
                <a:moveTo>
                  <a:pt x="669" y="0"/>
                </a:moveTo>
                <a:lnTo>
                  <a:pt x="717" y="0"/>
                </a:lnTo>
                <a:lnTo>
                  <a:pt x="717" y="25"/>
                </a:lnTo>
                <a:lnTo>
                  <a:pt x="669" y="25"/>
                </a:lnTo>
                <a:lnTo>
                  <a:pt x="669" y="0"/>
                </a:lnTo>
                <a:moveTo>
                  <a:pt x="764" y="0"/>
                </a:moveTo>
                <a:lnTo>
                  <a:pt x="812" y="0"/>
                </a:lnTo>
                <a:lnTo>
                  <a:pt x="812" y="25"/>
                </a:lnTo>
                <a:lnTo>
                  <a:pt x="764" y="25"/>
                </a:lnTo>
                <a:lnTo>
                  <a:pt x="764" y="0"/>
                </a:lnTo>
                <a:moveTo>
                  <a:pt x="860" y="0"/>
                </a:moveTo>
                <a:lnTo>
                  <a:pt x="908" y="0"/>
                </a:lnTo>
                <a:lnTo>
                  <a:pt x="908" y="25"/>
                </a:lnTo>
                <a:lnTo>
                  <a:pt x="860" y="25"/>
                </a:lnTo>
                <a:lnTo>
                  <a:pt x="860" y="0"/>
                </a:lnTo>
                <a:moveTo>
                  <a:pt x="956" y="0"/>
                </a:moveTo>
                <a:lnTo>
                  <a:pt x="1003" y="0"/>
                </a:lnTo>
                <a:lnTo>
                  <a:pt x="1003" y="25"/>
                </a:lnTo>
                <a:lnTo>
                  <a:pt x="956" y="25"/>
                </a:lnTo>
                <a:lnTo>
                  <a:pt x="956" y="0"/>
                </a:lnTo>
                <a:moveTo>
                  <a:pt x="1051" y="0"/>
                </a:moveTo>
                <a:lnTo>
                  <a:pt x="1099" y="0"/>
                </a:lnTo>
                <a:lnTo>
                  <a:pt x="1099" y="25"/>
                </a:lnTo>
                <a:lnTo>
                  <a:pt x="1051" y="25"/>
                </a:lnTo>
                <a:lnTo>
                  <a:pt x="1051" y="0"/>
                </a:lnTo>
                <a:moveTo>
                  <a:pt x="1147" y="0"/>
                </a:moveTo>
                <a:lnTo>
                  <a:pt x="1194" y="0"/>
                </a:lnTo>
                <a:lnTo>
                  <a:pt x="1194" y="25"/>
                </a:lnTo>
                <a:lnTo>
                  <a:pt x="1147" y="25"/>
                </a:lnTo>
                <a:lnTo>
                  <a:pt x="1147" y="0"/>
                </a:lnTo>
                <a:moveTo>
                  <a:pt x="1242" y="0"/>
                </a:moveTo>
                <a:lnTo>
                  <a:pt x="1290" y="0"/>
                </a:lnTo>
                <a:lnTo>
                  <a:pt x="1290" y="25"/>
                </a:lnTo>
                <a:lnTo>
                  <a:pt x="1242" y="25"/>
                </a:lnTo>
                <a:lnTo>
                  <a:pt x="1242" y="0"/>
                </a:lnTo>
                <a:moveTo>
                  <a:pt x="1338" y="0"/>
                </a:moveTo>
                <a:lnTo>
                  <a:pt x="1386" y="0"/>
                </a:lnTo>
                <a:lnTo>
                  <a:pt x="1386" y="25"/>
                </a:lnTo>
                <a:lnTo>
                  <a:pt x="1338" y="25"/>
                </a:lnTo>
                <a:lnTo>
                  <a:pt x="1338" y="0"/>
                </a:lnTo>
                <a:moveTo>
                  <a:pt x="1433" y="0"/>
                </a:moveTo>
                <a:lnTo>
                  <a:pt x="1481" y="0"/>
                </a:lnTo>
                <a:lnTo>
                  <a:pt x="1481" y="25"/>
                </a:lnTo>
                <a:lnTo>
                  <a:pt x="1433" y="25"/>
                </a:lnTo>
                <a:lnTo>
                  <a:pt x="1433" y="0"/>
                </a:lnTo>
                <a:moveTo>
                  <a:pt x="1529" y="0"/>
                </a:moveTo>
                <a:lnTo>
                  <a:pt x="1577" y="0"/>
                </a:lnTo>
                <a:lnTo>
                  <a:pt x="1577" y="25"/>
                </a:lnTo>
                <a:lnTo>
                  <a:pt x="1529" y="25"/>
                </a:lnTo>
                <a:lnTo>
                  <a:pt x="1529" y="0"/>
                </a:lnTo>
                <a:moveTo>
                  <a:pt x="1625" y="0"/>
                </a:moveTo>
                <a:lnTo>
                  <a:pt x="1672" y="0"/>
                </a:lnTo>
                <a:lnTo>
                  <a:pt x="1672" y="25"/>
                </a:lnTo>
                <a:lnTo>
                  <a:pt x="1625" y="25"/>
                </a:lnTo>
                <a:lnTo>
                  <a:pt x="1625" y="0"/>
                </a:lnTo>
                <a:moveTo>
                  <a:pt x="1720" y="0"/>
                </a:moveTo>
                <a:lnTo>
                  <a:pt x="1768" y="0"/>
                </a:lnTo>
                <a:lnTo>
                  <a:pt x="1768" y="25"/>
                </a:lnTo>
                <a:lnTo>
                  <a:pt x="1720" y="25"/>
                </a:lnTo>
                <a:lnTo>
                  <a:pt x="1720" y="0"/>
                </a:lnTo>
                <a:moveTo>
                  <a:pt x="1816" y="0"/>
                </a:moveTo>
                <a:lnTo>
                  <a:pt x="1863" y="0"/>
                </a:lnTo>
                <a:lnTo>
                  <a:pt x="1863" y="25"/>
                </a:lnTo>
                <a:lnTo>
                  <a:pt x="1816" y="25"/>
                </a:lnTo>
                <a:lnTo>
                  <a:pt x="1816" y="0"/>
                </a:lnTo>
                <a:moveTo>
                  <a:pt x="1911" y="0"/>
                </a:moveTo>
                <a:lnTo>
                  <a:pt x="1959" y="0"/>
                </a:lnTo>
                <a:lnTo>
                  <a:pt x="1959" y="25"/>
                </a:lnTo>
                <a:lnTo>
                  <a:pt x="1911" y="25"/>
                </a:lnTo>
                <a:lnTo>
                  <a:pt x="1911" y="0"/>
                </a:lnTo>
                <a:moveTo>
                  <a:pt x="2007" y="0"/>
                </a:moveTo>
                <a:lnTo>
                  <a:pt x="2055" y="0"/>
                </a:lnTo>
                <a:lnTo>
                  <a:pt x="2055" y="25"/>
                </a:lnTo>
                <a:lnTo>
                  <a:pt x="2007" y="25"/>
                </a:lnTo>
                <a:lnTo>
                  <a:pt x="2007" y="0"/>
                </a:lnTo>
                <a:moveTo>
                  <a:pt x="2102" y="0"/>
                </a:moveTo>
                <a:lnTo>
                  <a:pt x="2150" y="0"/>
                </a:lnTo>
                <a:lnTo>
                  <a:pt x="2150" y="25"/>
                </a:lnTo>
                <a:lnTo>
                  <a:pt x="2102" y="25"/>
                </a:lnTo>
                <a:lnTo>
                  <a:pt x="2102" y="0"/>
                </a:lnTo>
                <a:moveTo>
                  <a:pt x="2198" y="0"/>
                </a:moveTo>
                <a:lnTo>
                  <a:pt x="2246" y="0"/>
                </a:lnTo>
                <a:lnTo>
                  <a:pt x="2246" y="25"/>
                </a:lnTo>
                <a:lnTo>
                  <a:pt x="2198" y="25"/>
                </a:lnTo>
                <a:lnTo>
                  <a:pt x="2198" y="0"/>
                </a:lnTo>
                <a:moveTo>
                  <a:pt x="2294" y="0"/>
                </a:moveTo>
                <a:lnTo>
                  <a:pt x="2341" y="0"/>
                </a:lnTo>
                <a:lnTo>
                  <a:pt x="2341" y="25"/>
                </a:lnTo>
                <a:lnTo>
                  <a:pt x="2294" y="25"/>
                </a:lnTo>
                <a:lnTo>
                  <a:pt x="2294" y="0"/>
                </a:lnTo>
                <a:moveTo>
                  <a:pt x="2389" y="0"/>
                </a:moveTo>
                <a:lnTo>
                  <a:pt x="2437" y="0"/>
                </a:lnTo>
                <a:lnTo>
                  <a:pt x="2437" y="25"/>
                </a:lnTo>
                <a:lnTo>
                  <a:pt x="2389" y="25"/>
                </a:lnTo>
                <a:lnTo>
                  <a:pt x="2389" y="0"/>
                </a:lnTo>
                <a:moveTo>
                  <a:pt x="2485" y="0"/>
                </a:moveTo>
                <a:lnTo>
                  <a:pt x="2532" y="0"/>
                </a:lnTo>
                <a:lnTo>
                  <a:pt x="2532" y="25"/>
                </a:lnTo>
                <a:lnTo>
                  <a:pt x="2485" y="25"/>
                </a:lnTo>
                <a:lnTo>
                  <a:pt x="2485" y="0"/>
                </a:lnTo>
                <a:moveTo>
                  <a:pt x="2580" y="0"/>
                </a:moveTo>
                <a:lnTo>
                  <a:pt x="2628" y="0"/>
                </a:lnTo>
                <a:lnTo>
                  <a:pt x="2628" y="25"/>
                </a:lnTo>
                <a:lnTo>
                  <a:pt x="2580" y="25"/>
                </a:lnTo>
                <a:lnTo>
                  <a:pt x="2580" y="0"/>
                </a:lnTo>
                <a:moveTo>
                  <a:pt x="2676" y="0"/>
                </a:moveTo>
                <a:lnTo>
                  <a:pt x="2724" y="0"/>
                </a:lnTo>
                <a:lnTo>
                  <a:pt x="2724" y="25"/>
                </a:lnTo>
                <a:lnTo>
                  <a:pt x="2676" y="25"/>
                </a:lnTo>
                <a:lnTo>
                  <a:pt x="2676" y="0"/>
                </a:lnTo>
                <a:moveTo>
                  <a:pt x="2771" y="0"/>
                </a:moveTo>
                <a:lnTo>
                  <a:pt x="2819" y="0"/>
                </a:lnTo>
                <a:lnTo>
                  <a:pt x="2819" y="25"/>
                </a:lnTo>
                <a:lnTo>
                  <a:pt x="2771" y="25"/>
                </a:lnTo>
                <a:lnTo>
                  <a:pt x="2771" y="0"/>
                </a:lnTo>
                <a:moveTo>
                  <a:pt x="2867" y="0"/>
                </a:moveTo>
                <a:lnTo>
                  <a:pt x="2915" y="0"/>
                </a:lnTo>
                <a:lnTo>
                  <a:pt x="2915" y="25"/>
                </a:lnTo>
                <a:lnTo>
                  <a:pt x="2867" y="25"/>
                </a:lnTo>
                <a:lnTo>
                  <a:pt x="2867" y="0"/>
                </a:lnTo>
                <a:moveTo>
                  <a:pt x="2962" y="0"/>
                </a:moveTo>
                <a:lnTo>
                  <a:pt x="3010" y="0"/>
                </a:lnTo>
                <a:lnTo>
                  <a:pt x="3010" y="25"/>
                </a:lnTo>
                <a:lnTo>
                  <a:pt x="2962" y="25"/>
                </a:lnTo>
                <a:lnTo>
                  <a:pt x="2962" y="0"/>
                </a:lnTo>
                <a:moveTo>
                  <a:pt x="3058" y="0"/>
                </a:moveTo>
                <a:lnTo>
                  <a:pt x="3106" y="0"/>
                </a:lnTo>
                <a:lnTo>
                  <a:pt x="3106" y="25"/>
                </a:lnTo>
                <a:lnTo>
                  <a:pt x="3058" y="25"/>
                </a:lnTo>
                <a:lnTo>
                  <a:pt x="3058" y="0"/>
                </a:lnTo>
                <a:moveTo>
                  <a:pt x="3154" y="0"/>
                </a:moveTo>
                <a:lnTo>
                  <a:pt x="3201" y="0"/>
                </a:lnTo>
                <a:lnTo>
                  <a:pt x="3201" y="25"/>
                </a:lnTo>
                <a:lnTo>
                  <a:pt x="3154" y="25"/>
                </a:lnTo>
                <a:lnTo>
                  <a:pt x="3154" y="0"/>
                </a:lnTo>
                <a:moveTo>
                  <a:pt x="3249" y="0"/>
                </a:moveTo>
                <a:lnTo>
                  <a:pt x="3297" y="0"/>
                </a:lnTo>
                <a:lnTo>
                  <a:pt x="3297" y="25"/>
                </a:lnTo>
                <a:lnTo>
                  <a:pt x="3249" y="25"/>
                </a:lnTo>
                <a:lnTo>
                  <a:pt x="3249" y="0"/>
                </a:lnTo>
                <a:moveTo>
                  <a:pt x="3345" y="0"/>
                </a:moveTo>
                <a:lnTo>
                  <a:pt x="3393" y="0"/>
                </a:lnTo>
                <a:lnTo>
                  <a:pt x="3393" y="25"/>
                </a:lnTo>
                <a:lnTo>
                  <a:pt x="3345" y="25"/>
                </a:lnTo>
                <a:lnTo>
                  <a:pt x="3345" y="0"/>
                </a:lnTo>
                <a:moveTo>
                  <a:pt x="3440" y="0"/>
                </a:moveTo>
                <a:lnTo>
                  <a:pt x="3488" y="0"/>
                </a:lnTo>
                <a:lnTo>
                  <a:pt x="3488" y="25"/>
                </a:lnTo>
                <a:lnTo>
                  <a:pt x="3440" y="25"/>
                </a:lnTo>
                <a:lnTo>
                  <a:pt x="3440" y="0"/>
                </a:lnTo>
                <a:moveTo>
                  <a:pt x="3536" y="0"/>
                </a:moveTo>
                <a:lnTo>
                  <a:pt x="3584" y="0"/>
                </a:lnTo>
                <a:lnTo>
                  <a:pt x="3584" y="25"/>
                </a:lnTo>
                <a:lnTo>
                  <a:pt x="3536" y="25"/>
                </a:lnTo>
                <a:lnTo>
                  <a:pt x="3536" y="0"/>
                </a:lnTo>
                <a:moveTo>
                  <a:pt x="3631" y="0"/>
                </a:moveTo>
                <a:lnTo>
                  <a:pt x="3679" y="0"/>
                </a:lnTo>
                <a:lnTo>
                  <a:pt x="3679" y="25"/>
                </a:lnTo>
                <a:lnTo>
                  <a:pt x="3631" y="25"/>
                </a:lnTo>
                <a:lnTo>
                  <a:pt x="3631" y="0"/>
                </a:lnTo>
                <a:moveTo>
                  <a:pt x="3727" y="0"/>
                </a:moveTo>
                <a:lnTo>
                  <a:pt x="3775" y="0"/>
                </a:lnTo>
                <a:lnTo>
                  <a:pt x="3775" y="25"/>
                </a:lnTo>
                <a:lnTo>
                  <a:pt x="3727" y="25"/>
                </a:lnTo>
                <a:lnTo>
                  <a:pt x="3727" y="0"/>
                </a:lnTo>
                <a:moveTo>
                  <a:pt x="3823" y="0"/>
                </a:moveTo>
                <a:lnTo>
                  <a:pt x="3870" y="0"/>
                </a:lnTo>
                <a:lnTo>
                  <a:pt x="3870" y="25"/>
                </a:lnTo>
                <a:lnTo>
                  <a:pt x="3823" y="25"/>
                </a:lnTo>
                <a:lnTo>
                  <a:pt x="3823" y="0"/>
                </a:lnTo>
                <a:moveTo>
                  <a:pt x="3918" y="0"/>
                </a:moveTo>
                <a:lnTo>
                  <a:pt x="3966" y="0"/>
                </a:lnTo>
                <a:lnTo>
                  <a:pt x="3966" y="25"/>
                </a:lnTo>
                <a:lnTo>
                  <a:pt x="3918" y="25"/>
                </a:lnTo>
                <a:lnTo>
                  <a:pt x="3918" y="0"/>
                </a:lnTo>
                <a:moveTo>
                  <a:pt x="4014" y="0"/>
                </a:moveTo>
                <a:lnTo>
                  <a:pt x="4062" y="0"/>
                </a:lnTo>
                <a:lnTo>
                  <a:pt x="4062" y="25"/>
                </a:lnTo>
                <a:lnTo>
                  <a:pt x="4014" y="25"/>
                </a:lnTo>
                <a:lnTo>
                  <a:pt x="4014" y="0"/>
                </a:lnTo>
                <a:moveTo>
                  <a:pt x="4109" y="0"/>
                </a:moveTo>
                <a:lnTo>
                  <a:pt x="4157" y="0"/>
                </a:lnTo>
                <a:lnTo>
                  <a:pt x="4157" y="25"/>
                </a:lnTo>
                <a:lnTo>
                  <a:pt x="4109" y="25"/>
                </a:lnTo>
                <a:lnTo>
                  <a:pt x="4109" y="0"/>
                </a:lnTo>
                <a:moveTo>
                  <a:pt x="4205" y="0"/>
                </a:moveTo>
                <a:lnTo>
                  <a:pt x="4253" y="0"/>
                </a:lnTo>
                <a:lnTo>
                  <a:pt x="4253" y="25"/>
                </a:lnTo>
                <a:lnTo>
                  <a:pt x="4205" y="25"/>
                </a:lnTo>
                <a:lnTo>
                  <a:pt x="4205" y="0"/>
                </a:lnTo>
                <a:moveTo>
                  <a:pt x="4300" y="0"/>
                </a:moveTo>
                <a:lnTo>
                  <a:pt x="4348" y="0"/>
                </a:lnTo>
                <a:lnTo>
                  <a:pt x="4348" y="25"/>
                </a:lnTo>
                <a:lnTo>
                  <a:pt x="4300" y="25"/>
                </a:lnTo>
                <a:lnTo>
                  <a:pt x="4300" y="0"/>
                </a:lnTo>
                <a:moveTo>
                  <a:pt x="4396" y="0"/>
                </a:moveTo>
                <a:lnTo>
                  <a:pt x="4444" y="0"/>
                </a:lnTo>
                <a:lnTo>
                  <a:pt x="4444" y="25"/>
                </a:lnTo>
                <a:lnTo>
                  <a:pt x="4396" y="25"/>
                </a:lnTo>
                <a:lnTo>
                  <a:pt x="4396" y="0"/>
                </a:lnTo>
                <a:moveTo>
                  <a:pt x="4492" y="0"/>
                </a:moveTo>
                <a:lnTo>
                  <a:pt x="4539" y="0"/>
                </a:lnTo>
                <a:lnTo>
                  <a:pt x="4539" y="25"/>
                </a:lnTo>
                <a:lnTo>
                  <a:pt x="4492" y="25"/>
                </a:lnTo>
                <a:lnTo>
                  <a:pt x="4492" y="0"/>
                </a:lnTo>
                <a:moveTo>
                  <a:pt x="4587" y="0"/>
                </a:moveTo>
                <a:lnTo>
                  <a:pt x="4635" y="0"/>
                </a:lnTo>
                <a:lnTo>
                  <a:pt x="4635" y="25"/>
                </a:lnTo>
                <a:lnTo>
                  <a:pt x="4587" y="25"/>
                </a:lnTo>
                <a:lnTo>
                  <a:pt x="4587" y="0"/>
                </a:lnTo>
                <a:moveTo>
                  <a:pt x="4683" y="0"/>
                </a:moveTo>
                <a:lnTo>
                  <a:pt x="4731" y="0"/>
                </a:lnTo>
                <a:lnTo>
                  <a:pt x="4731" y="25"/>
                </a:lnTo>
                <a:lnTo>
                  <a:pt x="4683" y="25"/>
                </a:lnTo>
                <a:lnTo>
                  <a:pt x="4683" y="0"/>
                </a:lnTo>
                <a:moveTo>
                  <a:pt x="4778" y="0"/>
                </a:moveTo>
                <a:lnTo>
                  <a:pt x="4826" y="0"/>
                </a:lnTo>
                <a:lnTo>
                  <a:pt x="4826" y="25"/>
                </a:lnTo>
                <a:lnTo>
                  <a:pt x="4778" y="25"/>
                </a:lnTo>
                <a:lnTo>
                  <a:pt x="4778" y="0"/>
                </a:lnTo>
                <a:moveTo>
                  <a:pt x="4874" y="0"/>
                </a:moveTo>
                <a:lnTo>
                  <a:pt x="4922" y="0"/>
                </a:lnTo>
                <a:lnTo>
                  <a:pt x="4922" y="25"/>
                </a:lnTo>
                <a:lnTo>
                  <a:pt x="4874" y="25"/>
                </a:lnTo>
                <a:lnTo>
                  <a:pt x="4874" y="0"/>
                </a:lnTo>
                <a:moveTo>
                  <a:pt x="4969" y="0"/>
                </a:moveTo>
                <a:lnTo>
                  <a:pt x="5017" y="0"/>
                </a:lnTo>
                <a:lnTo>
                  <a:pt x="5017" y="25"/>
                </a:lnTo>
                <a:lnTo>
                  <a:pt x="4969" y="25"/>
                </a:lnTo>
                <a:lnTo>
                  <a:pt x="4969" y="0"/>
                </a:lnTo>
                <a:moveTo>
                  <a:pt x="5065" y="0"/>
                </a:moveTo>
                <a:lnTo>
                  <a:pt x="5113" y="0"/>
                </a:lnTo>
                <a:lnTo>
                  <a:pt x="5113" y="25"/>
                </a:lnTo>
                <a:lnTo>
                  <a:pt x="5065" y="25"/>
                </a:lnTo>
                <a:lnTo>
                  <a:pt x="5065" y="0"/>
                </a:lnTo>
                <a:moveTo>
                  <a:pt x="5161" y="0"/>
                </a:moveTo>
                <a:lnTo>
                  <a:pt x="5208" y="0"/>
                </a:lnTo>
                <a:lnTo>
                  <a:pt x="5208" y="25"/>
                </a:lnTo>
                <a:lnTo>
                  <a:pt x="5161" y="25"/>
                </a:lnTo>
                <a:lnTo>
                  <a:pt x="5161" y="0"/>
                </a:lnTo>
                <a:moveTo>
                  <a:pt x="5256" y="0"/>
                </a:moveTo>
                <a:lnTo>
                  <a:pt x="5304" y="0"/>
                </a:lnTo>
                <a:lnTo>
                  <a:pt x="5304" y="25"/>
                </a:lnTo>
                <a:lnTo>
                  <a:pt x="5256" y="25"/>
                </a:lnTo>
                <a:lnTo>
                  <a:pt x="5256" y="0"/>
                </a:lnTo>
                <a:moveTo>
                  <a:pt x="5352" y="0"/>
                </a:moveTo>
                <a:lnTo>
                  <a:pt x="5400" y="0"/>
                </a:lnTo>
                <a:lnTo>
                  <a:pt x="5400" y="25"/>
                </a:lnTo>
                <a:lnTo>
                  <a:pt x="5352" y="25"/>
                </a:lnTo>
                <a:lnTo>
                  <a:pt x="5352" y="0"/>
                </a:lnTo>
                <a:moveTo>
                  <a:pt x="5447" y="0"/>
                </a:moveTo>
                <a:lnTo>
                  <a:pt x="5495" y="0"/>
                </a:lnTo>
                <a:lnTo>
                  <a:pt x="5495" y="25"/>
                </a:lnTo>
                <a:lnTo>
                  <a:pt x="5447" y="25"/>
                </a:lnTo>
                <a:lnTo>
                  <a:pt x="5447" y="0"/>
                </a:lnTo>
                <a:moveTo>
                  <a:pt x="5543" y="0"/>
                </a:moveTo>
                <a:lnTo>
                  <a:pt x="5591" y="0"/>
                </a:lnTo>
                <a:lnTo>
                  <a:pt x="5591" y="25"/>
                </a:lnTo>
                <a:lnTo>
                  <a:pt x="5543" y="25"/>
                </a:lnTo>
                <a:lnTo>
                  <a:pt x="5543" y="0"/>
                </a:lnTo>
                <a:moveTo>
                  <a:pt x="5638" y="0"/>
                </a:moveTo>
                <a:lnTo>
                  <a:pt x="5686" y="0"/>
                </a:lnTo>
                <a:lnTo>
                  <a:pt x="5686" y="25"/>
                </a:lnTo>
                <a:lnTo>
                  <a:pt x="5638" y="25"/>
                </a:lnTo>
                <a:lnTo>
                  <a:pt x="5638" y="0"/>
                </a:lnTo>
                <a:moveTo>
                  <a:pt x="5734" y="0"/>
                </a:moveTo>
                <a:lnTo>
                  <a:pt x="5782" y="0"/>
                </a:lnTo>
                <a:lnTo>
                  <a:pt x="5782" y="25"/>
                </a:lnTo>
                <a:lnTo>
                  <a:pt x="5734" y="25"/>
                </a:lnTo>
                <a:lnTo>
                  <a:pt x="5734" y="0"/>
                </a:lnTo>
                <a:moveTo>
                  <a:pt x="5830" y="0"/>
                </a:moveTo>
                <a:lnTo>
                  <a:pt x="5877" y="0"/>
                </a:lnTo>
                <a:lnTo>
                  <a:pt x="5877" y="25"/>
                </a:lnTo>
                <a:lnTo>
                  <a:pt x="5830" y="25"/>
                </a:lnTo>
                <a:lnTo>
                  <a:pt x="5830" y="0"/>
                </a:lnTo>
                <a:moveTo>
                  <a:pt x="5925" y="0"/>
                </a:moveTo>
                <a:lnTo>
                  <a:pt x="5973" y="0"/>
                </a:lnTo>
                <a:lnTo>
                  <a:pt x="5973" y="25"/>
                </a:lnTo>
                <a:lnTo>
                  <a:pt x="5925" y="25"/>
                </a:lnTo>
                <a:lnTo>
                  <a:pt x="5925" y="0"/>
                </a:lnTo>
                <a:moveTo>
                  <a:pt x="6022" y="0"/>
                </a:moveTo>
                <a:lnTo>
                  <a:pt x="6070" y="0"/>
                </a:lnTo>
                <a:lnTo>
                  <a:pt x="6070" y="25"/>
                </a:lnTo>
                <a:lnTo>
                  <a:pt x="6022" y="25"/>
                </a:lnTo>
                <a:lnTo>
                  <a:pt x="6022" y="0"/>
                </a:lnTo>
                <a:moveTo>
                  <a:pt x="6117" y="0"/>
                </a:moveTo>
                <a:lnTo>
                  <a:pt x="6165" y="0"/>
                </a:lnTo>
                <a:lnTo>
                  <a:pt x="6165" y="25"/>
                </a:lnTo>
                <a:lnTo>
                  <a:pt x="6117" y="25"/>
                </a:lnTo>
                <a:lnTo>
                  <a:pt x="6117" y="0"/>
                </a:lnTo>
                <a:moveTo>
                  <a:pt x="6213" y="0"/>
                </a:moveTo>
                <a:lnTo>
                  <a:pt x="6261" y="0"/>
                </a:lnTo>
                <a:lnTo>
                  <a:pt x="6261" y="25"/>
                </a:lnTo>
                <a:lnTo>
                  <a:pt x="6213" y="25"/>
                </a:lnTo>
                <a:lnTo>
                  <a:pt x="6213" y="0"/>
                </a:lnTo>
                <a:moveTo>
                  <a:pt x="6308" y="0"/>
                </a:moveTo>
                <a:lnTo>
                  <a:pt x="6356" y="0"/>
                </a:lnTo>
                <a:lnTo>
                  <a:pt x="6356" y="25"/>
                </a:lnTo>
                <a:lnTo>
                  <a:pt x="6308" y="25"/>
                </a:lnTo>
                <a:lnTo>
                  <a:pt x="6308" y="0"/>
                </a:lnTo>
                <a:moveTo>
                  <a:pt x="6404" y="0"/>
                </a:moveTo>
                <a:lnTo>
                  <a:pt x="6452" y="0"/>
                </a:lnTo>
                <a:lnTo>
                  <a:pt x="6452" y="25"/>
                </a:lnTo>
                <a:lnTo>
                  <a:pt x="6404" y="25"/>
                </a:lnTo>
                <a:lnTo>
                  <a:pt x="6404" y="0"/>
                </a:lnTo>
                <a:moveTo>
                  <a:pt x="6500" y="0"/>
                </a:moveTo>
                <a:lnTo>
                  <a:pt x="6531" y="0"/>
                </a:lnTo>
                <a:lnTo>
                  <a:pt x="6531" y="25"/>
                </a:lnTo>
                <a:lnTo>
                  <a:pt x="6500" y="25"/>
                </a:lnTo>
                <a:lnTo>
                  <a:pt x="650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3665520" y="2796840"/>
            <a:ext cx="63360" cy="57960"/>
          </a:xfrm>
          <a:custGeom>
            <a:avLst/>
            <a:gdLst/>
            <a:ahLst/>
            <a:rect l="0" t="0" r="r" b="b"/>
            <a:pathLst>
              <a:path w="176" h="161">
                <a:moveTo>
                  <a:pt x="0" y="0"/>
                </a:moveTo>
                <a:lnTo>
                  <a:pt x="176" y="80"/>
                </a:lnTo>
                <a:lnTo>
                  <a:pt x="16" y="161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1677240" y="2667240"/>
            <a:ext cx="19789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374151"/>
                </a:solidFill>
                <a:latin typeface="Arial"/>
                <a:ea typeface="Arial"/>
              </a:rPr>
              <a:t>aanbod met verwijzing naar de speciﬁcatie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1257120" y="3714480"/>
            <a:ext cx="1857600" cy="209880"/>
          </a:xfrm>
          <a:custGeom>
            <a:avLst/>
            <a:gdLst/>
            <a:ahLst/>
            <a:rect l="0" t="0" r="r" b="b"/>
            <a:pathLst>
              <a:path w="5160" h="583">
                <a:moveTo>
                  <a:pt x="0" y="477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5055" y="0"/>
                </a:lnTo>
                <a:cubicBezTo>
                  <a:pt x="5069" y="0"/>
                  <a:pt x="5082" y="3"/>
                  <a:pt x="5095" y="8"/>
                </a:cubicBezTo>
                <a:cubicBezTo>
                  <a:pt x="5108" y="14"/>
                  <a:pt x="5119" y="21"/>
                  <a:pt x="5129" y="31"/>
                </a:cubicBezTo>
                <a:cubicBezTo>
                  <a:pt x="5139" y="41"/>
                  <a:pt x="5147" y="53"/>
                  <a:pt x="5152" y="66"/>
                </a:cubicBezTo>
                <a:cubicBezTo>
                  <a:pt x="5158" y="79"/>
                  <a:pt x="5160" y="92"/>
                  <a:pt x="5160" y="106"/>
                </a:cubicBezTo>
                <a:lnTo>
                  <a:pt x="5160" y="477"/>
                </a:lnTo>
                <a:cubicBezTo>
                  <a:pt x="5160" y="492"/>
                  <a:pt x="5158" y="505"/>
                  <a:pt x="5152" y="518"/>
                </a:cubicBezTo>
                <a:cubicBezTo>
                  <a:pt x="5147" y="531"/>
                  <a:pt x="5139" y="542"/>
                  <a:pt x="5129" y="552"/>
                </a:cubicBezTo>
                <a:cubicBezTo>
                  <a:pt x="5119" y="562"/>
                  <a:pt x="5108" y="570"/>
                  <a:pt x="5095" y="575"/>
                </a:cubicBezTo>
                <a:cubicBezTo>
                  <a:pt x="5082" y="581"/>
                  <a:pt x="5069" y="583"/>
                  <a:pt x="5055" y="583"/>
                </a:cubicBezTo>
                <a:lnTo>
                  <a:pt x="106" y="583"/>
                </a:lnTo>
                <a:cubicBezTo>
                  <a:pt x="92" y="583"/>
                  <a:pt x="78" y="581"/>
                  <a:pt x="65" y="575"/>
                </a:cubicBezTo>
                <a:cubicBezTo>
                  <a:pt x="52" y="570"/>
                  <a:pt x="41" y="562"/>
                  <a:pt x="31" y="552"/>
                </a:cubicBezTo>
                <a:cubicBezTo>
                  <a:pt x="21" y="542"/>
                  <a:pt x="13" y="531"/>
                  <a:pt x="8" y="518"/>
                </a:cubicBezTo>
                <a:cubicBezTo>
                  <a:pt x="3" y="505"/>
                  <a:pt x="0" y="492"/>
                  <a:pt x="0" y="477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603720" y="3733200"/>
            <a:ext cx="6775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Endpoint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1316160" y="3750120"/>
            <a:ext cx="1753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GET /onderwijsaanbod/{id}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4848120" y="1161720"/>
            <a:ext cx="4029480" cy="2153160"/>
          </a:xfrm>
          <a:custGeom>
            <a:avLst/>
            <a:gdLst/>
            <a:ahLst/>
            <a:rect l="0" t="0" r="r" b="b"/>
            <a:pathLst>
              <a:path w="11193" h="5981">
                <a:moveTo>
                  <a:pt x="0" y="0"/>
                </a:moveTo>
                <a:lnTo>
                  <a:pt x="11193" y="0"/>
                </a:lnTo>
                <a:lnTo>
                  <a:pt x="11193" y="5981"/>
                </a:lnTo>
                <a:lnTo>
                  <a:pt x="0" y="598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4848120" y="1161720"/>
            <a:ext cx="4029480" cy="38520"/>
          </a:xfrm>
          <a:custGeom>
            <a:avLst/>
            <a:gdLst/>
            <a:ahLst/>
            <a:rect l="0" t="0" r="r" b="b"/>
            <a:pathLst>
              <a:path w="11193" h="107">
                <a:moveTo>
                  <a:pt x="0" y="0"/>
                </a:moveTo>
                <a:lnTo>
                  <a:pt x="11193" y="0"/>
                </a:lnTo>
                <a:lnTo>
                  <a:pt x="1119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4848120" y="3305160"/>
            <a:ext cx="4029480" cy="9720"/>
          </a:xfrm>
          <a:custGeom>
            <a:avLst/>
            <a:gdLst/>
            <a:ahLst/>
            <a:rect l="0" t="0" r="r" b="b"/>
            <a:pathLst>
              <a:path w="11193" h="27">
                <a:moveTo>
                  <a:pt x="0" y="0"/>
                </a:moveTo>
                <a:lnTo>
                  <a:pt x="11193" y="0"/>
                </a:lnTo>
                <a:lnTo>
                  <a:pt x="111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8867520" y="1161720"/>
            <a:ext cx="10080" cy="2153160"/>
          </a:xfrm>
          <a:custGeom>
            <a:avLst/>
            <a:gdLst/>
            <a:ahLst/>
            <a:rect l="0" t="0" r="r" b="b"/>
            <a:pathLst>
              <a:path w="28" h="5981">
                <a:moveTo>
                  <a:pt x="0" y="106"/>
                </a:moveTo>
                <a:lnTo>
                  <a:pt x="0" y="5981"/>
                </a:lnTo>
                <a:lnTo>
                  <a:pt x="28" y="598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4848120" y="1161720"/>
            <a:ext cx="9720" cy="2153160"/>
          </a:xfrm>
          <a:custGeom>
            <a:avLst/>
            <a:gdLst/>
            <a:ahLst/>
            <a:rect l="0" t="0" r="r" b="b"/>
            <a:pathLst>
              <a:path w="27" h="5981">
                <a:moveTo>
                  <a:pt x="0" y="0"/>
                </a:moveTo>
                <a:lnTo>
                  <a:pt x="0" y="5981"/>
                </a:lnTo>
                <a:lnTo>
                  <a:pt x="27" y="598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5005080" y="1585800"/>
            <a:ext cx="3724920" cy="1609920"/>
          </a:xfrm>
          <a:custGeom>
            <a:avLst/>
            <a:gdLst/>
            <a:ahLst/>
            <a:rect l="0" t="0" r="r" b="b"/>
            <a:pathLst>
              <a:path w="10347" h="4472">
                <a:moveTo>
                  <a:pt x="0" y="432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0201" y="0"/>
                </a:lnTo>
                <a:cubicBezTo>
                  <a:pt x="10211" y="0"/>
                  <a:pt x="10220" y="1"/>
                  <a:pt x="10229" y="3"/>
                </a:cubicBezTo>
                <a:cubicBezTo>
                  <a:pt x="10239" y="4"/>
                  <a:pt x="10248" y="7"/>
                  <a:pt x="10257" y="11"/>
                </a:cubicBezTo>
                <a:cubicBezTo>
                  <a:pt x="10266" y="15"/>
                  <a:pt x="10274" y="19"/>
                  <a:pt x="10282" y="24"/>
                </a:cubicBezTo>
                <a:cubicBezTo>
                  <a:pt x="10290" y="30"/>
                  <a:pt x="10297" y="36"/>
                  <a:pt x="10304" y="42"/>
                </a:cubicBezTo>
                <a:cubicBezTo>
                  <a:pt x="10311" y="49"/>
                  <a:pt x="10317" y="57"/>
                  <a:pt x="10322" y="64"/>
                </a:cubicBezTo>
                <a:cubicBezTo>
                  <a:pt x="10327" y="72"/>
                  <a:pt x="10332" y="81"/>
                  <a:pt x="10335" y="90"/>
                </a:cubicBezTo>
                <a:cubicBezTo>
                  <a:pt x="10339" y="98"/>
                  <a:pt x="10342" y="108"/>
                  <a:pt x="10344" y="117"/>
                </a:cubicBezTo>
                <a:cubicBezTo>
                  <a:pt x="10346" y="126"/>
                  <a:pt x="10347" y="136"/>
                  <a:pt x="10347" y="145"/>
                </a:cubicBezTo>
                <a:lnTo>
                  <a:pt x="10347" y="4327"/>
                </a:lnTo>
                <a:cubicBezTo>
                  <a:pt x="10347" y="4336"/>
                  <a:pt x="10346" y="4346"/>
                  <a:pt x="10344" y="4355"/>
                </a:cubicBezTo>
                <a:cubicBezTo>
                  <a:pt x="10342" y="4365"/>
                  <a:pt x="10339" y="4374"/>
                  <a:pt x="10335" y="4382"/>
                </a:cubicBezTo>
                <a:cubicBezTo>
                  <a:pt x="10332" y="4391"/>
                  <a:pt x="10327" y="4400"/>
                  <a:pt x="10322" y="4408"/>
                </a:cubicBezTo>
                <a:cubicBezTo>
                  <a:pt x="10317" y="4416"/>
                  <a:pt x="10311" y="4423"/>
                  <a:pt x="10304" y="4430"/>
                </a:cubicBezTo>
                <a:cubicBezTo>
                  <a:pt x="10297" y="4436"/>
                  <a:pt x="10290" y="4442"/>
                  <a:pt x="10282" y="4448"/>
                </a:cubicBezTo>
                <a:cubicBezTo>
                  <a:pt x="10274" y="4453"/>
                  <a:pt x="10266" y="4458"/>
                  <a:pt x="10257" y="4461"/>
                </a:cubicBezTo>
                <a:cubicBezTo>
                  <a:pt x="10248" y="4465"/>
                  <a:pt x="10239" y="4468"/>
                  <a:pt x="10229" y="4469"/>
                </a:cubicBezTo>
                <a:cubicBezTo>
                  <a:pt x="10220" y="4471"/>
                  <a:pt x="10211" y="4472"/>
                  <a:pt x="10201" y="4472"/>
                </a:cubicBezTo>
                <a:lnTo>
                  <a:pt x="146" y="4472"/>
                </a:lnTo>
                <a:cubicBezTo>
                  <a:pt x="136" y="4472"/>
                  <a:pt x="127" y="4471"/>
                  <a:pt x="117" y="4469"/>
                </a:cubicBezTo>
                <a:cubicBezTo>
                  <a:pt x="108" y="4468"/>
                  <a:pt x="99" y="4465"/>
                  <a:pt x="90" y="4461"/>
                </a:cubicBezTo>
                <a:cubicBezTo>
                  <a:pt x="81" y="4458"/>
                  <a:pt x="73" y="4453"/>
                  <a:pt x="65" y="4448"/>
                </a:cubicBezTo>
                <a:cubicBezTo>
                  <a:pt x="57" y="4442"/>
                  <a:pt x="50" y="4436"/>
                  <a:pt x="43" y="4430"/>
                </a:cubicBezTo>
                <a:cubicBezTo>
                  <a:pt x="36" y="4423"/>
                  <a:pt x="30" y="4416"/>
                  <a:pt x="25" y="4408"/>
                </a:cubicBezTo>
                <a:cubicBezTo>
                  <a:pt x="20" y="4400"/>
                  <a:pt x="15" y="4391"/>
                  <a:pt x="11" y="4382"/>
                </a:cubicBezTo>
                <a:cubicBezTo>
                  <a:pt x="8" y="4374"/>
                  <a:pt x="5" y="4365"/>
                  <a:pt x="3" y="4355"/>
                </a:cubicBezTo>
                <a:cubicBezTo>
                  <a:pt x="1" y="4346"/>
                  <a:pt x="0" y="4336"/>
                  <a:pt x="0" y="4327"/>
                </a:cubicBezTo>
                <a:close/>
              </a:path>
            </a:pathLst>
          </a:custGeom>
          <a:solidFill>
            <a:srgbClr val="f8f9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5005080" y="1585800"/>
            <a:ext cx="3724920" cy="1609920"/>
          </a:xfrm>
          <a:custGeom>
            <a:avLst/>
            <a:gdLst/>
            <a:ahLst/>
            <a:rect l="0" t="0" r="r" b="b"/>
            <a:pathLst>
              <a:path w="10347" h="4472">
                <a:moveTo>
                  <a:pt x="0" y="432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0201" y="0"/>
                </a:lnTo>
                <a:cubicBezTo>
                  <a:pt x="10211" y="0"/>
                  <a:pt x="10220" y="1"/>
                  <a:pt x="10229" y="3"/>
                </a:cubicBezTo>
                <a:cubicBezTo>
                  <a:pt x="10239" y="4"/>
                  <a:pt x="10248" y="7"/>
                  <a:pt x="10257" y="11"/>
                </a:cubicBezTo>
                <a:cubicBezTo>
                  <a:pt x="10266" y="15"/>
                  <a:pt x="10274" y="19"/>
                  <a:pt x="10282" y="24"/>
                </a:cubicBezTo>
                <a:cubicBezTo>
                  <a:pt x="10290" y="30"/>
                  <a:pt x="10297" y="36"/>
                  <a:pt x="10304" y="42"/>
                </a:cubicBezTo>
                <a:cubicBezTo>
                  <a:pt x="10311" y="49"/>
                  <a:pt x="10317" y="57"/>
                  <a:pt x="10322" y="64"/>
                </a:cubicBezTo>
                <a:cubicBezTo>
                  <a:pt x="10327" y="72"/>
                  <a:pt x="10332" y="81"/>
                  <a:pt x="10335" y="90"/>
                </a:cubicBezTo>
                <a:cubicBezTo>
                  <a:pt x="10339" y="98"/>
                  <a:pt x="10342" y="108"/>
                  <a:pt x="10344" y="117"/>
                </a:cubicBezTo>
                <a:cubicBezTo>
                  <a:pt x="10346" y="126"/>
                  <a:pt x="10347" y="136"/>
                  <a:pt x="10347" y="145"/>
                </a:cubicBezTo>
                <a:lnTo>
                  <a:pt x="10347" y="4327"/>
                </a:lnTo>
                <a:cubicBezTo>
                  <a:pt x="10347" y="4336"/>
                  <a:pt x="10346" y="4346"/>
                  <a:pt x="10344" y="4355"/>
                </a:cubicBezTo>
                <a:cubicBezTo>
                  <a:pt x="10342" y="4365"/>
                  <a:pt x="10339" y="4374"/>
                  <a:pt x="10335" y="4382"/>
                </a:cubicBezTo>
                <a:cubicBezTo>
                  <a:pt x="10332" y="4391"/>
                  <a:pt x="10327" y="4400"/>
                  <a:pt x="10322" y="4408"/>
                </a:cubicBezTo>
                <a:cubicBezTo>
                  <a:pt x="10317" y="4416"/>
                  <a:pt x="10311" y="4423"/>
                  <a:pt x="10304" y="4430"/>
                </a:cubicBezTo>
                <a:cubicBezTo>
                  <a:pt x="10297" y="4436"/>
                  <a:pt x="10290" y="4442"/>
                  <a:pt x="10282" y="4448"/>
                </a:cubicBezTo>
                <a:cubicBezTo>
                  <a:pt x="10274" y="4453"/>
                  <a:pt x="10266" y="4458"/>
                  <a:pt x="10257" y="4461"/>
                </a:cubicBezTo>
                <a:cubicBezTo>
                  <a:pt x="10248" y="4465"/>
                  <a:pt x="10239" y="4468"/>
                  <a:pt x="10229" y="4469"/>
                </a:cubicBezTo>
                <a:cubicBezTo>
                  <a:pt x="10220" y="4471"/>
                  <a:pt x="10211" y="4472"/>
                  <a:pt x="10201" y="4472"/>
                </a:cubicBezTo>
                <a:lnTo>
                  <a:pt x="146" y="4472"/>
                </a:lnTo>
                <a:cubicBezTo>
                  <a:pt x="136" y="4472"/>
                  <a:pt x="127" y="4471"/>
                  <a:pt x="117" y="4469"/>
                </a:cubicBezTo>
                <a:cubicBezTo>
                  <a:pt x="108" y="4468"/>
                  <a:pt x="99" y="4465"/>
                  <a:pt x="90" y="4461"/>
                </a:cubicBezTo>
                <a:cubicBezTo>
                  <a:pt x="81" y="4458"/>
                  <a:pt x="73" y="4453"/>
                  <a:pt x="65" y="4448"/>
                </a:cubicBezTo>
                <a:cubicBezTo>
                  <a:pt x="57" y="4442"/>
                  <a:pt x="50" y="4436"/>
                  <a:pt x="43" y="4430"/>
                </a:cubicBezTo>
                <a:cubicBezTo>
                  <a:pt x="36" y="4423"/>
                  <a:pt x="30" y="4416"/>
                  <a:pt x="25" y="4408"/>
                </a:cubicBezTo>
                <a:cubicBezTo>
                  <a:pt x="20" y="4400"/>
                  <a:pt x="15" y="4391"/>
                  <a:pt x="11" y="4382"/>
                </a:cubicBezTo>
                <a:cubicBezTo>
                  <a:pt x="8" y="4374"/>
                  <a:pt x="5" y="4365"/>
                  <a:pt x="3" y="4355"/>
                </a:cubicBezTo>
                <a:cubicBezTo>
                  <a:pt x="1" y="4346"/>
                  <a:pt x="0" y="4336"/>
                  <a:pt x="0" y="432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3200040" y="3750120"/>
            <a:ext cx="14623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op het planningssysteem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4998240" y="1327320"/>
            <a:ext cx="1370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Voorbeeldbericht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5114160" y="1674360"/>
            <a:ext cx="93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{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5114160" y="1817280"/>
            <a:ext cx="197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"aanbodType"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"opleidingsaanbod",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5114160" y="1960200"/>
            <a:ext cx="2538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"naam"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"Apothekersassistent, cohort 2026",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5114160" y="2103120"/>
            <a:ext cx="1241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"status"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"gepland",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5114160" y="2246040"/>
            <a:ext cx="1635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"specificatieVerwijzing"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{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5114160" y="2388960"/>
            <a:ext cx="2594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"specificatieId": "79736830-1c5c-470f...",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5114160" y="2522160"/>
            <a:ext cx="1185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"versie": "0.1.0"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5114160" y="2665080"/>
            <a:ext cx="2260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},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5114160" y="2808000"/>
            <a:ext cx="3384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"periode"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{ "start": "2026-09-01", "eind": "2029-07-15" }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5114160" y="2950920"/>
            <a:ext cx="93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}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1976400" y="4395600"/>
            <a:ext cx="1571760" cy="305280"/>
          </a:xfrm>
          <a:custGeom>
            <a:avLst/>
            <a:gdLst/>
            <a:ahLst/>
            <a:rect l="0" t="0" r="r" b="b"/>
            <a:pathLst>
              <a:path w="4366" h="848">
                <a:moveTo>
                  <a:pt x="0" y="424"/>
                </a:moveTo>
                <a:cubicBezTo>
                  <a:pt x="0" y="397"/>
                  <a:pt x="2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2" y="237"/>
                  <a:pt x="56" y="212"/>
                  <a:pt x="71" y="189"/>
                </a:cubicBezTo>
                <a:cubicBezTo>
                  <a:pt x="86" y="166"/>
                  <a:pt x="104" y="145"/>
                  <a:pt x="124" y="125"/>
                </a:cubicBezTo>
                <a:cubicBezTo>
                  <a:pt x="143" y="105"/>
                  <a:pt x="165" y="88"/>
                  <a:pt x="188" y="72"/>
                </a:cubicBezTo>
                <a:cubicBezTo>
                  <a:pt x="211" y="56"/>
                  <a:pt x="235" y="43"/>
                  <a:pt x="261" y="32"/>
                </a:cubicBezTo>
                <a:cubicBezTo>
                  <a:pt x="287" y="22"/>
                  <a:pt x="313" y="14"/>
                  <a:pt x="340" y="8"/>
                </a:cubicBezTo>
                <a:cubicBezTo>
                  <a:pt x="368" y="3"/>
                  <a:pt x="395" y="0"/>
                  <a:pt x="423" y="0"/>
                </a:cubicBezTo>
                <a:lnTo>
                  <a:pt x="3943" y="0"/>
                </a:lnTo>
                <a:cubicBezTo>
                  <a:pt x="3971" y="0"/>
                  <a:pt x="3998" y="3"/>
                  <a:pt x="4025" y="8"/>
                </a:cubicBezTo>
                <a:cubicBezTo>
                  <a:pt x="4053" y="14"/>
                  <a:pt x="4079" y="22"/>
                  <a:pt x="4105" y="32"/>
                </a:cubicBezTo>
                <a:cubicBezTo>
                  <a:pt x="4131" y="43"/>
                  <a:pt x="4155" y="56"/>
                  <a:pt x="4178" y="72"/>
                </a:cubicBezTo>
                <a:cubicBezTo>
                  <a:pt x="4201" y="88"/>
                  <a:pt x="4223" y="105"/>
                  <a:pt x="4242" y="125"/>
                </a:cubicBezTo>
                <a:cubicBezTo>
                  <a:pt x="4262" y="145"/>
                  <a:pt x="4279" y="166"/>
                  <a:pt x="4295" y="189"/>
                </a:cubicBezTo>
                <a:cubicBezTo>
                  <a:pt x="4310" y="212"/>
                  <a:pt x="4323" y="237"/>
                  <a:pt x="4334" y="262"/>
                </a:cubicBezTo>
                <a:cubicBezTo>
                  <a:pt x="4345" y="288"/>
                  <a:pt x="4353" y="315"/>
                  <a:pt x="4358" y="342"/>
                </a:cubicBezTo>
                <a:cubicBezTo>
                  <a:pt x="4364" y="369"/>
                  <a:pt x="4366" y="397"/>
                  <a:pt x="4366" y="424"/>
                </a:cubicBezTo>
                <a:cubicBezTo>
                  <a:pt x="4366" y="452"/>
                  <a:pt x="4364" y="480"/>
                  <a:pt x="4358" y="507"/>
                </a:cubicBezTo>
                <a:cubicBezTo>
                  <a:pt x="4353" y="534"/>
                  <a:pt x="4345" y="561"/>
                  <a:pt x="4334" y="586"/>
                </a:cubicBezTo>
                <a:cubicBezTo>
                  <a:pt x="4323" y="612"/>
                  <a:pt x="4310" y="636"/>
                  <a:pt x="4295" y="660"/>
                </a:cubicBezTo>
                <a:cubicBezTo>
                  <a:pt x="4279" y="683"/>
                  <a:pt x="4262" y="704"/>
                  <a:pt x="4242" y="724"/>
                </a:cubicBezTo>
                <a:cubicBezTo>
                  <a:pt x="4223" y="743"/>
                  <a:pt x="4201" y="761"/>
                  <a:pt x="4178" y="776"/>
                </a:cubicBezTo>
                <a:cubicBezTo>
                  <a:pt x="4155" y="792"/>
                  <a:pt x="4131" y="805"/>
                  <a:pt x="4105" y="815"/>
                </a:cubicBezTo>
                <a:cubicBezTo>
                  <a:pt x="4079" y="826"/>
                  <a:pt x="4053" y="834"/>
                  <a:pt x="4025" y="840"/>
                </a:cubicBezTo>
                <a:cubicBezTo>
                  <a:pt x="3998" y="845"/>
                  <a:pt x="3971" y="848"/>
                  <a:pt x="3943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5" y="805"/>
                  <a:pt x="211" y="792"/>
                  <a:pt x="188" y="776"/>
                </a:cubicBezTo>
                <a:cubicBezTo>
                  <a:pt x="165" y="761"/>
                  <a:pt x="143" y="743"/>
                  <a:pt x="124" y="724"/>
                </a:cubicBezTo>
                <a:cubicBezTo>
                  <a:pt x="104" y="704"/>
                  <a:pt x="86" y="683"/>
                  <a:pt x="71" y="660"/>
                </a:cubicBezTo>
                <a:cubicBezTo>
                  <a:pt x="56" y="636"/>
                  <a:pt x="42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2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1976400" y="4395600"/>
            <a:ext cx="1571760" cy="305280"/>
          </a:xfrm>
          <a:custGeom>
            <a:avLst/>
            <a:gdLst/>
            <a:ahLst/>
            <a:rect l="0" t="0" r="r" b="b"/>
            <a:pathLst>
              <a:path w="4366" h="848">
                <a:moveTo>
                  <a:pt x="0" y="424"/>
                </a:moveTo>
                <a:cubicBezTo>
                  <a:pt x="0" y="397"/>
                  <a:pt x="2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2" y="237"/>
                  <a:pt x="56" y="212"/>
                  <a:pt x="71" y="189"/>
                </a:cubicBezTo>
                <a:cubicBezTo>
                  <a:pt x="86" y="166"/>
                  <a:pt x="104" y="145"/>
                  <a:pt x="124" y="125"/>
                </a:cubicBezTo>
                <a:cubicBezTo>
                  <a:pt x="143" y="105"/>
                  <a:pt x="165" y="88"/>
                  <a:pt x="188" y="72"/>
                </a:cubicBezTo>
                <a:cubicBezTo>
                  <a:pt x="211" y="56"/>
                  <a:pt x="235" y="43"/>
                  <a:pt x="261" y="32"/>
                </a:cubicBezTo>
                <a:cubicBezTo>
                  <a:pt x="287" y="22"/>
                  <a:pt x="313" y="14"/>
                  <a:pt x="340" y="8"/>
                </a:cubicBezTo>
                <a:cubicBezTo>
                  <a:pt x="368" y="3"/>
                  <a:pt x="395" y="0"/>
                  <a:pt x="423" y="0"/>
                </a:cubicBezTo>
                <a:lnTo>
                  <a:pt x="3943" y="0"/>
                </a:lnTo>
                <a:cubicBezTo>
                  <a:pt x="3971" y="0"/>
                  <a:pt x="3998" y="3"/>
                  <a:pt x="4025" y="8"/>
                </a:cubicBezTo>
                <a:cubicBezTo>
                  <a:pt x="4053" y="14"/>
                  <a:pt x="4079" y="22"/>
                  <a:pt x="4105" y="32"/>
                </a:cubicBezTo>
                <a:cubicBezTo>
                  <a:pt x="4131" y="43"/>
                  <a:pt x="4155" y="56"/>
                  <a:pt x="4178" y="72"/>
                </a:cubicBezTo>
                <a:cubicBezTo>
                  <a:pt x="4201" y="88"/>
                  <a:pt x="4223" y="105"/>
                  <a:pt x="4242" y="125"/>
                </a:cubicBezTo>
                <a:cubicBezTo>
                  <a:pt x="4262" y="145"/>
                  <a:pt x="4279" y="166"/>
                  <a:pt x="4295" y="189"/>
                </a:cubicBezTo>
                <a:cubicBezTo>
                  <a:pt x="4310" y="212"/>
                  <a:pt x="4323" y="237"/>
                  <a:pt x="4334" y="262"/>
                </a:cubicBezTo>
                <a:cubicBezTo>
                  <a:pt x="4345" y="288"/>
                  <a:pt x="4353" y="315"/>
                  <a:pt x="4358" y="342"/>
                </a:cubicBezTo>
                <a:cubicBezTo>
                  <a:pt x="4364" y="369"/>
                  <a:pt x="4366" y="397"/>
                  <a:pt x="4366" y="424"/>
                </a:cubicBezTo>
                <a:cubicBezTo>
                  <a:pt x="4366" y="452"/>
                  <a:pt x="4364" y="480"/>
                  <a:pt x="4358" y="507"/>
                </a:cubicBezTo>
                <a:cubicBezTo>
                  <a:pt x="4353" y="534"/>
                  <a:pt x="4345" y="561"/>
                  <a:pt x="4334" y="586"/>
                </a:cubicBezTo>
                <a:cubicBezTo>
                  <a:pt x="4323" y="612"/>
                  <a:pt x="4310" y="636"/>
                  <a:pt x="4295" y="660"/>
                </a:cubicBezTo>
                <a:cubicBezTo>
                  <a:pt x="4279" y="683"/>
                  <a:pt x="4262" y="704"/>
                  <a:pt x="4242" y="724"/>
                </a:cubicBezTo>
                <a:cubicBezTo>
                  <a:pt x="4223" y="743"/>
                  <a:pt x="4201" y="761"/>
                  <a:pt x="4178" y="776"/>
                </a:cubicBezTo>
                <a:cubicBezTo>
                  <a:pt x="4155" y="792"/>
                  <a:pt x="4131" y="805"/>
                  <a:pt x="4105" y="815"/>
                </a:cubicBezTo>
                <a:cubicBezTo>
                  <a:pt x="4079" y="826"/>
                  <a:pt x="4053" y="834"/>
                  <a:pt x="4025" y="840"/>
                </a:cubicBezTo>
                <a:cubicBezTo>
                  <a:pt x="3998" y="845"/>
                  <a:pt x="3971" y="848"/>
                  <a:pt x="3943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5" y="805"/>
                  <a:pt x="211" y="792"/>
                  <a:pt x="188" y="776"/>
                </a:cubicBezTo>
                <a:cubicBezTo>
                  <a:pt x="165" y="761"/>
                  <a:pt x="143" y="743"/>
                  <a:pt x="124" y="724"/>
                </a:cubicBezTo>
                <a:cubicBezTo>
                  <a:pt x="104" y="704"/>
                  <a:pt x="86" y="683"/>
                  <a:pt x="71" y="660"/>
                </a:cubicBezTo>
                <a:cubicBezTo>
                  <a:pt x="56" y="636"/>
                  <a:pt x="42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2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2104920" y="4448160"/>
            <a:ext cx="45720" cy="52200"/>
          </a:xfrm>
          <a:custGeom>
            <a:avLst/>
            <a:gdLst/>
            <a:ahLst/>
            <a:rect l="0" t="0" r="r" b="b"/>
            <a:pathLst>
              <a:path w="127" h="145">
                <a:moveTo>
                  <a:pt x="0" y="0"/>
                </a:moveTo>
                <a:lnTo>
                  <a:pt x="0" y="145"/>
                </a:lnTo>
                <a:lnTo>
                  <a:pt x="127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2104920" y="4448160"/>
            <a:ext cx="51480" cy="58680"/>
          </a:xfrm>
          <a:custGeom>
            <a:avLst/>
            <a:gdLst/>
            <a:ahLst/>
            <a:rect l="0" t="0" r="r" b="b"/>
            <a:pathLst>
              <a:path w="143" h="163">
                <a:moveTo>
                  <a:pt x="127" y="0"/>
                </a:moveTo>
                <a:lnTo>
                  <a:pt x="0" y="145"/>
                </a:lnTo>
                <a:lnTo>
                  <a:pt x="0" y="163"/>
                </a:lnTo>
                <a:lnTo>
                  <a:pt x="143" y="0"/>
                </a:lnTo>
                <a:lnTo>
                  <a:pt x="127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2104920" y="4448160"/>
            <a:ext cx="54360" cy="61920"/>
          </a:xfrm>
          <a:custGeom>
            <a:avLst/>
            <a:gdLst/>
            <a:ahLst/>
            <a:rect l="0" t="0" r="r" b="b"/>
            <a:pathLst>
              <a:path w="151" h="172">
                <a:moveTo>
                  <a:pt x="143" y="0"/>
                </a:moveTo>
                <a:lnTo>
                  <a:pt x="0" y="163"/>
                </a:lnTo>
                <a:lnTo>
                  <a:pt x="0" y="172"/>
                </a:lnTo>
                <a:lnTo>
                  <a:pt x="151" y="0"/>
                </a:lnTo>
                <a:lnTo>
                  <a:pt x="143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2104920" y="4448160"/>
            <a:ext cx="55800" cy="63360"/>
          </a:xfrm>
          <a:custGeom>
            <a:avLst/>
            <a:gdLst/>
            <a:ahLst/>
            <a:rect l="0" t="0" r="r" b="b"/>
            <a:pathLst>
              <a:path w="155" h="176">
                <a:moveTo>
                  <a:pt x="151" y="0"/>
                </a:moveTo>
                <a:lnTo>
                  <a:pt x="0" y="172"/>
                </a:lnTo>
                <a:lnTo>
                  <a:pt x="0" y="176"/>
                </a:lnTo>
                <a:lnTo>
                  <a:pt x="155" y="0"/>
                </a:lnTo>
                <a:lnTo>
                  <a:pt x="1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2104920" y="4448160"/>
            <a:ext cx="57240" cy="65160"/>
          </a:xfrm>
          <a:custGeom>
            <a:avLst/>
            <a:gdLst/>
            <a:ahLst/>
            <a:rect l="0" t="0" r="r" b="b"/>
            <a:pathLst>
              <a:path w="159" h="181">
                <a:moveTo>
                  <a:pt x="155" y="0"/>
                </a:moveTo>
                <a:lnTo>
                  <a:pt x="0" y="176"/>
                </a:lnTo>
                <a:lnTo>
                  <a:pt x="0" y="181"/>
                </a:lnTo>
                <a:lnTo>
                  <a:pt x="159" y="0"/>
                </a:lnTo>
                <a:lnTo>
                  <a:pt x="155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2104920" y="4448160"/>
            <a:ext cx="58680" cy="66600"/>
          </a:xfrm>
          <a:custGeom>
            <a:avLst/>
            <a:gdLst/>
            <a:ahLst/>
            <a:rect l="0" t="0" r="r" b="b"/>
            <a:pathLst>
              <a:path w="163" h="185">
                <a:moveTo>
                  <a:pt x="159" y="0"/>
                </a:moveTo>
                <a:lnTo>
                  <a:pt x="0" y="181"/>
                </a:lnTo>
                <a:lnTo>
                  <a:pt x="0" y="185"/>
                </a:lnTo>
                <a:lnTo>
                  <a:pt x="163" y="0"/>
                </a:lnTo>
                <a:lnTo>
                  <a:pt x="159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2104920" y="4448160"/>
            <a:ext cx="60120" cy="68400"/>
          </a:xfrm>
          <a:custGeom>
            <a:avLst/>
            <a:gdLst/>
            <a:ahLst/>
            <a:rect l="0" t="0" r="r" b="b"/>
            <a:pathLst>
              <a:path w="167" h="190">
                <a:moveTo>
                  <a:pt x="163" y="0"/>
                </a:moveTo>
                <a:lnTo>
                  <a:pt x="0" y="185"/>
                </a:lnTo>
                <a:lnTo>
                  <a:pt x="0" y="190"/>
                </a:lnTo>
                <a:lnTo>
                  <a:pt x="167" y="0"/>
                </a:lnTo>
                <a:lnTo>
                  <a:pt x="163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2104920" y="4448160"/>
            <a:ext cx="61560" cy="69840"/>
          </a:xfrm>
          <a:custGeom>
            <a:avLst/>
            <a:gdLst/>
            <a:ahLst/>
            <a:rect l="0" t="0" r="r" b="b"/>
            <a:pathLst>
              <a:path w="171" h="194">
                <a:moveTo>
                  <a:pt x="167" y="0"/>
                </a:moveTo>
                <a:lnTo>
                  <a:pt x="0" y="190"/>
                </a:lnTo>
                <a:lnTo>
                  <a:pt x="0" y="194"/>
                </a:lnTo>
                <a:lnTo>
                  <a:pt x="171" y="0"/>
                </a:lnTo>
                <a:lnTo>
                  <a:pt x="167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2104920" y="4448160"/>
            <a:ext cx="63000" cy="71640"/>
          </a:xfrm>
          <a:custGeom>
            <a:avLst/>
            <a:gdLst/>
            <a:ahLst/>
            <a:rect l="0" t="0" r="r" b="b"/>
            <a:pathLst>
              <a:path w="175" h="199">
                <a:moveTo>
                  <a:pt x="171" y="0"/>
                </a:moveTo>
                <a:lnTo>
                  <a:pt x="0" y="194"/>
                </a:lnTo>
                <a:lnTo>
                  <a:pt x="0" y="199"/>
                </a:lnTo>
                <a:lnTo>
                  <a:pt x="175" y="0"/>
                </a:lnTo>
                <a:lnTo>
                  <a:pt x="171" y="0"/>
                </a:lnTo>
                <a:close/>
              </a:path>
            </a:pathLst>
          </a:custGeom>
          <a:solidFill>
            <a:srgbClr val="07070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2104920" y="4448160"/>
            <a:ext cx="64080" cy="73080"/>
          </a:xfrm>
          <a:custGeom>
            <a:avLst/>
            <a:gdLst/>
            <a:ahLst/>
            <a:rect l="0" t="0" r="r" b="b"/>
            <a:pathLst>
              <a:path w="178" h="203">
                <a:moveTo>
                  <a:pt x="175" y="0"/>
                </a:moveTo>
                <a:lnTo>
                  <a:pt x="0" y="199"/>
                </a:lnTo>
                <a:lnTo>
                  <a:pt x="0" y="203"/>
                </a:lnTo>
                <a:lnTo>
                  <a:pt x="178" y="0"/>
                </a:lnTo>
                <a:lnTo>
                  <a:pt x="175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2104920" y="4448160"/>
            <a:ext cx="65520" cy="74880"/>
          </a:xfrm>
          <a:custGeom>
            <a:avLst/>
            <a:gdLst/>
            <a:ahLst/>
            <a:rect l="0" t="0" r="r" b="b"/>
            <a:pathLst>
              <a:path w="182" h="208">
                <a:moveTo>
                  <a:pt x="178" y="0"/>
                </a:moveTo>
                <a:lnTo>
                  <a:pt x="0" y="203"/>
                </a:lnTo>
                <a:lnTo>
                  <a:pt x="0" y="208"/>
                </a:lnTo>
                <a:lnTo>
                  <a:pt x="182" y="0"/>
                </a:lnTo>
                <a:lnTo>
                  <a:pt x="178" y="0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2104920" y="4448160"/>
            <a:ext cx="66960" cy="76320"/>
          </a:xfrm>
          <a:custGeom>
            <a:avLst/>
            <a:gdLst/>
            <a:ahLst/>
            <a:rect l="0" t="0" r="r" b="b"/>
            <a:pathLst>
              <a:path w="186" h="212">
                <a:moveTo>
                  <a:pt x="182" y="0"/>
                </a:moveTo>
                <a:lnTo>
                  <a:pt x="0" y="208"/>
                </a:lnTo>
                <a:lnTo>
                  <a:pt x="0" y="212"/>
                </a:lnTo>
                <a:lnTo>
                  <a:pt x="186" y="0"/>
                </a:lnTo>
                <a:lnTo>
                  <a:pt x="182" y="0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2104920" y="4448160"/>
            <a:ext cx="68400" cy="78120"/>
          </a:xfrm>
          <a:custGeom>
            <a:avLst/>
            <a:gdLst/>
            <a:ahLst/>
            <a:rect l="0" t="0" r="r" b="b"/>
            <a:pathLst>
              <a:path w="190" h="217">
                <a:moveTo>
                  <a:pt x="186" y="0"/>
                </a:moveTo>
                <a:lnTo>
                  <a:pt x="0" y="212"/>
                </a:lnTo>
                <a:lnTo>
                  <a:pt x="0" y="217"/>
                </a:lnTo>
                <a:lnTo>
                  <a:pt x="190" y="0"/>
                </a:lnTo>
                <a:lnTo>
                  <a:pt x="186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2104920" y="4448160"/>
            <a:ext cx="69840" cy="79560"/>
          </a:xfrm>
          <a:custGeom>
            <a:avLst/>
            <a:gdLst/>
            <a:ahLst/>
            <a:rect l="0" t="0" r="r" b="b"/>
            <a:pathLst>
              <a:path w="194" h="221">
                <a:moveTo>
                  <a:pt x="190" y="0"/>
                </a:moveTo>
                <a:lnTo>
                  <a:pt x="0" y="217"/>
                </a:lnTo>
                <a:lnTo>
                  <a:pt x="0" y="221"/>
                </a:lnTo>
                <a:lnTo>
                  <a:pt x="194" y="0"/>
                </a:lnTo>
                <a:lnTo>
                  <a:pt x="190" y="0"/>
                </a:lnTo>
                <a:close/>
              </a:path>
            </a:pathLst>
          </a:custGeom>
          <a:solidFill>
            <a:srgbClr val="0d0d0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2104920" y="4448160"/>
            <a:ext cx="71280" cy="81360"/>
          </a:xfrm>
          <a:custGeom>
            <a:avLst/>
            <a:gdLst/>
            <a:ahLst/>
            <a:rect l="0" t="0" r="r" b="b"/>
            <a:pathLst>
              <a:path w="198" h="226">
                <a:moveTo>
                  <a:pt x="194" y="0"/>
                </a:moveTo>
                <a:lnTo>
                  <a:pt x="0" y="221"/>
                </a:lnTo>
                <a:lnTo>
                  <a:pt x="0" y="226"/>
                </a:lnTo>
                <a:lnTo>
                  <a:pt x="198" y="0"/>
                </a:lnTo>
                <a:lnTo>
                  <a:pt x="194" y="0"/>
                </a:lnTo>
                <a:close/>
              </a:path>
            </a:pathLst>
          </a:custGeom>
          <a:solidFill>
            <a:srgbClr val="0f0f0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2104920" y="4448160"/>
            <a:ext cx="72720" cy="82800"/>
          </a:xfrm>
          <a:custGeom>
            <a:avLst/>
            <a:gdLst/>
            <a:ahLst/>
            <a:rect l="0" t="0" r="r" b="b"/>
            <a:pathLst>
              <a:path w="202" h="230">
                <a:moveTo>
                  <a:pt x="198" y="0"/>
                </a:moveTo>
                <a:lnTo>
                  <a:pt x="0" y="226"/>
                </a:lnTo>
                <a:lnTo>
                  <a:pt x="0" y="230"/>
                </a:lnTo>
                <a:lnTo>
                  <a:pt x="202" y="0"/>
                </a:lnTo>
                <a:lnTo>
                  <a:pt x="198" y="0"/>
                </a:lnTo>
                <a:close/>
              </a:path>
            </a:pathLst>
          </a:custGeom>
          <a:solidFill>
            <a:srgbClr val="10101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2104920" y="4448160"/>
            <a:ext cx="74160" cy="84600"/>
          </a:xfrm>
          <a:custGeom>
            <a:avLst/>
            <a:gdLst/>
            <a:ahLst/>
            <a:rect l="0" t="0" r="r" b="b"/>
            <a:pathLst>
              <a:path w="206" h="235">
                <a:moveTo>
                  <a:pt x="202" y="0"/>
                </a:moveTo>
                <a:lnTo>
                  <a:pt x="0" y="230"/>
                </a:lnTo>
                <a:lnTo>
                  <a:pt x="0" y="235"/>
                </a:lnTo>
                <a:lnTo>
                  <a:pt x="206" y="0"/>
                </a:lnTo>
                <a:lnTo>
                  <a:pt x="202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2104920" y="4448160"/>
            <a:ext cx="75600" cy="86040"/>
          </a:xfrm>
          <a:custGeom>
            <a:avLst/>
            <a:gdLst/>
            <a:ahLst/>
            <a:rect l="0" t="0" r="r" b="b"/>
            <a:pathLst>
              <a:path w="210" h="239">
                <a:moveTo>
                  <a:pt x="206" y="0"/>
                </a:moveTo>
                <a:lnTo>
                  <a:pt x="0" y="235"/>
                </a:lnTo>
                <a:lnTo>
                  <a:pt x="0" y="239"/>
                </a:lnTo>
                <a:lnTo>
                  <a:pt x="210" y="0"/>
                </a:lnTo>
                <a:lnTo>
                  <a:pt x="206" y="0"/>
                </a:ln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2104920" y="4448160"/>
            <a:ext cx="77040" cy="87840"/>
          </a:xfrm>
          <a:custGeom>
            <a:avLst/>
            <a:gdLst/>
            <a:ahLst/>
            <a:rect l="0" t="0" r="r" b="b"/>
            <a:pathLst>
              <a:path w="214" h="244">
                <a:moveTo>
                  <a:pt x="210" y="0"/>
                </a:moveTo>
                <a:lnTo>
                  <a:pt x="0" y="239"/>
                </a:lnTo>
                <a:lnTo>
                  <a:pt x="0" y="244"/>
                </a:lnTo>
                <a:lnTo>
                  <a:pt x="214" y="0"/>
                </a:lnTo>
                <a:lnTo>
                  <a:pt x="210" y="0"/>
                </a:ln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2104920" y="4448160"/>
            <a:ext cx="78480" cy="89280"/>
          </a:xfrm>
          <a:custGeom>
            <a:avLst/>
            <a:gdLst/>
            <a:ahLst/>
            <a:rect l="0" t="0" r="r" b="b"/>
            <a:pathLst>
              <a:path w="218" h="248">
                <a:moveTo>
                  <a:pt x="214" y="0"/>
                </a:moveTo>
                <a:lnTo>
                  <a:pt x="0" y="244"/>
                </a:lnTo>
                <a:lnTo>
                  <a:pt x="0" y="248"/>
                </a:lnTo>
                <a:lnTo>
                  <a:pt x="218" y="0"/>
                </a:lnTo>
                <a:lnTo>
                  <a:pt x="214" y="0"/>
                </a:lnTo>
                <a:close/>
              </a:path>
            </a:pathLst>
          </a:custGeom>
          <a:solidFill>
            <a:srgbClr val="16161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2104920" y="4448160"/>
            <a:ext cx="79920" cy="91080"/>
          </a:xfrm>
          <a:custGeom>
            <a:avLst/>
            <a:gdLst/>
            <a:ahLst/>
            <a:rect l="0" t="0" r="r" b="b"/>
            <a:pathLst>
              <a:path w="222" h="253">
                <a:moveTo>
                  <a:pt x="218" y="0"/>
                </a:moveTo>
                <a:lnTo>
                  <a:pt x="0" y="248"/>
                </a:lnTo>
                <a:lnTo>
                  <a:pt x="0" y="253"/>
                </a:lnTo>
                <a:lnTo>
                  <a:pt x="222" y="0"/>
                </a:lnTo>
                <a:lnTo>
                  <a:pt x="218" y="0"/>
                </a:lnTo>
                <a:close/>
              </a:path>
            </a:pathLst>
          </a:custGeom>
          <a:solidFill>
            <a:srgbClr val="1717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2104920" y="4448160"/>
            <a:ext cx="81360" cy="92520"/>
          </a:xfrm>
          <a:custGeom>
            <a:avLst/>
            <a:gdLst/>
            <a:ahLst/>
            <a:rect l="0" t="0" r="r" b="b"/>
            <a:pathLst>
              <a:path w="226" h="257">
                <a:moveTo>
                  <a:pt x="222" y="0"/>
                </a:moveTo>
                <a:lnTo>
                  <a:pt x="0" y="253"/>
                </a:lnTo>
                <a:lnTo>
                  <a:pt x="0" y="257"/>
                </a:lnTo>
                <a:lnTo>
                  <a:pt x="226" y="0"/>
                </a:lnTo>
                <a:lnTo>
                  <a:pt x="222" y="0"/>
                </a:lnTo>
                <a:close/>
              </a:path>
            </a:pathLst>
          </a:custGeom>
          <a:solidFill>
            <a:srgbClr val="18181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2104920" y="4448160"/>
            <a:ext cx="82800" cy="94320"/>
          </a:xfrm>
          <a:custGeom>
            <a:avLst/>
            <a:gdLst/>
            <a:ahLst/>
            <a:rect l="0" t="0" r="r" b="b"/>
            <a:pathLst>
              <a:path w="230" h="262">
                <a:moveTo>
                  <a:pt x="226" y="0"/>
                </a:moveTo>
                <a:lnTo>
                  <a:pt x="0" y="257"/>
                </a:lnTo>
                <a:lnTo>
                  <a:pt x="0" y="262"/>
                </a:lnTo>
                <a:lnTo>
                  <a:pt x="230" y="0"/>
                </a:lnTo>
                <a:lnTo>
                  <a:pt x="226" y="0"/>
                </a:ln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2104920" y="4448160"/>
            <a:ext cx="84240" cy="95760"/>
          </a:xfrm>
          <a:custGeom>
            <a:avLst/>
            <a:gdLst/>
            <a:ahLst/>
            <a:rect l="0" t="0" r="r" b="b"/>
            <a:pathLst>
              <a:path w="234" h="266">
                <a:moveTo>
                  <a:pt x="230" y="0"/>
                </a:moveTo>
                <a:lnTo>
                  <a:pt x="0" y="262"/>
                </a:lnTo>
                <a:lnTo>
                  <a:pt x="0" y="266"/>
                </a:lnTo>
                <a:lnTo>
                  <a:pt x="234" y="0"/>
                </a:lnTo>
                <a:lnTo>
                  <a:pt x="23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2104920" y="4448160"/>
            <a:ext cx="85680" cy="97560"/>
          </a:xfrm>
          <a:custGeom>
            <a:avLst/>
            <a:gdLst/>
            <a:ahLst/>
            <a:rect l="0" t="0" r="r" b="b"/>
            <a:pathLst>
              <a:path w="238" h="271">
                <a:moveTo>
                  <a:pt x="234" y="0"/>
                </a:moveTo>
                <a:lnTo>
                  <a:pt x="0" y="266"/>
                </a:lnTo>
                <a:lnTo>
                  <a:pt x="0" y="271"/>
                </a:lnTo>
                <a:lnTo>
                  <a:pt x="238" y="0"/>
                </a:lnTo>
                <a:lnTo>
                  <a:pt x="234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2104920" y="4448160"/>
            <a:ext cx="87120" cy="99000"/>
          </a:xfrm>
          <a:custGeom>
            <a:avLst/>
            <a:gdLst/>
            <a:ahLst/>
            <a:rect l="0" t="0" r="r" b="b"/>
            <a:pathLst>
              <a:path w="242" h="275">
                <a:moveTo>
                  <a:pt x="238" y="0"/>
                </a:moveTo>
                <a:lnTo>
                  <a:pt x="0" y="271"/>
                </a:lnTo>
                <a:lnTo>
                  <a:pt x="0" y="275"/>
                </a:lnTo>
                <a:lnTo>
                  <a:pt x="242" y="0"/>
                </a:lnTo>
                <a:lnTo>
                  <a:pt x="238" y="0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2104920" y="4448160"/>
            <a:ext cx="88560" cy="100800"/>
          </a:xfrm>
          <a:custGeom>
            <a:avLst/>
            <a:gdLst/>
            <a:ahLst/>
            <a:rect l="0" t="0" r="r" b="b"/>
            <a:pathLst>
              <a:path w="246" h="280">
                <a:moveTo>
                  <a:pt x="242" y="0"/>
                </a:moveTo>
                <a:lnTo>
                  <a:pt x="0" y="275"/>
                </a:lnTo>
                <a:lnTo>
                  <a:pt x="0" y="280"/>
                </a:lnTo>
                <a:lnTo>
                  <a:pt x="246" y="0"/>
                </a:lnTo>
                <a:lnTo>
                  <a:pt x="242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2104920" y="4448160"/>
            <a:ext cx="90000" cy="102240"/>
          </a:xfrm>
          <a:custGeom>
            <a:avLst/>
            <a:gdLst/>
            <a:ahLst/>
            <a:rect l="0" t="0" r="r" b="b"/>
            <a:pathLst>
              <a:path w="250" h="284">
                <a:moveTo>
                  <a:pt x="246" y="0"/>
                </a:moveTo>
                <a:lnTo>
                  <a:pt x="0" y="280"/>
                </a:lnTo>
                <a:lnTo>
                  <a:pt x="0" y="284"/>
                </a:lnTo>
                <a:lnTo>
                  <a:pt x="250" y="0"/>
                </a:lnTo>
                <a:lnTo>
                  <a:pt x="246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2104920" y="4448160"/>
            <a:ext cx="91440" cy="104040"/>
          </a:xfrm>
          <a:custGeom>
            <a:avLst/>
            <a:gdLst/>
            <a:ahLst/>
            <a:rect l="0" t="0" r="r" b="b"/>
            <a:pathLst>
              <a:path w="254" h="289">
                <a:moveTo>
                  <a:pt x="250" y="0"/>
                </a:moveTo>
                <a:lnTo>
                  <a:pt x="0" y="284"/>
                </a:lnTo>
                <a:lnTo>
                  <a:pt x="0" y="289"/>
                </a:lnTo>
                <a:lnTo>
                  <a:pt x="254" y="0"/>
                </a:lnTo>
                <a:lnTo>
                  <a:pt x="250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2104920" y="4448160"/>
            <a:ext cx="92520" cy="105480"/>
          </a:xfrm>
          <a:custGeom>
            <a:avLst/>
            <a:gdLst/>
            <a:ahLst/>
            <a:rect l="0" t="0" r="r" b="b"/>
            <a:pathLst>
              <a:path w="257" h="293">
                <a:moveTo>
                  <a:pt x="254" y="0"/>
                </a:moveTo>
                <a:lnTo>
                  <a:pt x="0" y="289"/>
                </a:lnTo>
                <a:lnTo>
                  <a:pt x="0" y="293"/>
                </a:lnTo>
                <a:lnTo>
                  <a:pt x="257" y="0"/>
                </a:lnTo>
                <a:lnTo>
                  <a:pt x="254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2104920" y="4448160"/>
            <a:ext cx="93960" cy="107280"/>
          </a:xfrm>
          <a:custGeom>
            <a:avLst/>
            <a:gdLst/>
            <a:ahLst/>
            <a:rect l="0" t="0" r="r" b="b"/>
            <a:pathLst>
              <a:path w="261" h="298">
                <a:moveTo>
                  <a:pt x="257" y="0"/>
                </a:moveTo>
                <a:lnTo>
                  <a:pt x="0" y="293"/>
                </a:lnTo>
                <a:lnTo>
                  <a:pt x="0" y="298"/>
                </a:lnTo>
                <a:lnTo>
                  <a:pt x="261" y="0"/>
                </a:lnTo>
                <a:lnTo>
                  <a:pt x="257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2104920" y="4448160"/>
            <a:ext cx="95400" cy="108720"/>
          </a:xfrm>
          <a:custGeom>
            <a:avLst/>
            <a:gdLst/>
            <a:ahLst/>
            <a:rect l="0" t="0" r="r" b="b"/>
            <a:pathLst>
              <a:path w="265" h="302">
                <a:moveTo>
                  <a:pt x="261" y="0"/>
                </a:moveTo>
                <a:lnTo>
                  <a:pt x="0" y="298"/>
                </a:lnTo>
                <a:lnTo>
                  <a:pt x="0" y="302"/>
                </a:lnTo>
                <a:lnTo>
                  <a:pt x="265" y="0"/>
                </a:lnTo>
                <a:lnTo>
                  <a:pt x="261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2104920" y="4448160"/>
            <a:ext cx="96840" cy="110520"/>
          </a:xfrm>
          <a:custGeom>
            <a:avLst/>
            <a:gdLst/>
            <a:ahLst/>
            <a:rect l="0" t="0" r="r" b="b"/>
            <a:pathLst>
              <a:path w="269" h="307">
                <a:moveTo>
                  <a:pt x="265" y="0"/>
                </a:moveTo>
                <a:lnTo>
                  <a:pt x="0" y="301"/>
                </a:lnTo>
                <a:lnTo>
                  <a:pt x="0" y="307"/>
                </a:lnTo>
                <a:lnTo>
                  <a:pt x="269" y="0"/>
                </a:lnTo>
                <a:lnTo>
                  <a:pt x="265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2104920" y="4448160"/>
            <a:ext cx="98280" cy="111960"/>
          </a:xfrm>
          <a:custGeom>
            <a:avLst/>
            <a:gdLst/>
            <a:ahLst/>
            <a:rect l="0" t="0" r="r" b="b"/>
            <a:pathLst>
              <a:path w="273" h="311">
                <a:moveTo>
                  <a:pt x="269" y="0"/>
                </a:moveTo>
                <a:lnTo>
                  <a:pt x="0" y="307"/>
                </a:lnTo>
                <a:lnTo>
                  <a:pt x="0" y="311"/>
                </a:lnTo>
                <a:lnTo>
                  <a:pt x="273" y="0"/>
                </a:lnTo>
                <a:lnTo>
                  <a:pt x="269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2104920" y="4448160"/>
            <a:ext cx="99720" cy="113760"/>
          </a:xfrm>
          <a:custGeom>
            <a:avLst/>
            <a:gdLst/>
            <a:ahLst/>
            <a:rect l="0" t="0" r="r" b="b"/>
            <a:pathLst>
              <a:path w="277" h="316">
                <a:moveTo>
                  <a:pt x="273" y="0"/>
                </a:moveTo>
                <a:lnTo>
                  <a:pt x="0" y="311"/>
                </a:lnTo>
                <a:lnTo>
                  <a:pt x="0" y="316"/>
                </a:lnTo>
                <a:lnTo>
                  <a:pt x="277" y="0"/>
                </a:lnTo>
                <a:lnTo>
                  <a:pt x="273" y="0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2104920" y="4448160"/>
            <a:ext cx="101160" cy="115200"/>
          </a:xfrm>
          <a:custGeom>
            <a:avLst/>
            <a:gdLst/>
            <a:ahLst/>
            <a:rect l="0" t="0" r="r" b="b"/>
            <a:pathLst>
              <a:path w="281" h="320">
                <a:moveTo>
                  <a:pt x="277" y="0"/>
                </a:moveTo>
                <a:lnTo>
                  <a:pt x="0" y="316"/>
                </a:lnTo>
                <a:lnTo>
                  <a:pt x="0" y="320"/>
                </a:lnTo>
                <a:lnTo>
                  <a:pt x="281" y="0"/>
                </a:lnTo>
                <a:lnTo>
                  <a:pt x="277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2104920" y="4448160"/>
            <a:ext cx="102600" cy="117000"/>
          </a:xfrm>
          <a:custGeom>
            <a:avLst/>
            <a:gdLst/>
            <a:ahLst/>
            <a:rect l="0" t="0" r="r" b="b"/>
            <a:pathLst>
              <a:path w="285" h="325">
                <a:moveTo>
                  <a:pt x="281" y="0"/>
                </a:moveTo>
                <a:lnTo>
                  <a:pt x="0" y="320"/>
                </a:lnTo>
                <a:lnTo>
                  <a:pt x="0" y="325"/>
                </a:lnTo>
                <a:lnTo>
                  <a:pt x="285" y="0"/>
                </a:lnTo>
                <a:lnTo>
                  <a:pt x="281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2104920" y="4448160"/>
            <a:ext cx="104040" cy="118440"/>
          </a:xfrm>
          <a:custGeom>
            <a:avLst/>
            <a:gdLst/>
            <a:ahLst/>
            <a:rect l="0" t="0" r="r" b="b"/>
            <a:pathLst>
              <a:path w="289" h="329">
                <a:moveTo>
                  <a:pt x="285" y="0"/>
                </a:moveTo>
                <a:lnTo>
                  <a:pt x="0" y="325"/>
                </a:lnTo>
                <a:lnTo>
                  <a:pt x="0" y="329"/>
                </a:lnTo>
                <a:lnTo>
                  <a:pt x="289" y="0"/>
                </a:lnTo>
                <a:lnTo>
                  <a:pt x="285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2104920" y="4448160"/>
            <a:ext cx="105480" cy="120240"/>
          </a:xfrm>
          <a:custGeom>
            <a:avLst/>
            <a:gdLst/>
            <a:ahLst/>
            <a:rect l="0" t="0" r="r" b="b"/>
            <a:pathLst>
              <a:path w="293" h="334">
                <a:moveTo>
                  <a:pt x="289" y="0"/>
                </a:moveTo>
                <a:lnTo>
                  <a:pt x="0" y="329"/>
                </a:lnTo>
                <a:lnTo>
                  <a:pt x="0" y="334"/>
                </a:lnTo>
                <a:lnTo>
                  <a:pt x="293" y="0"/>
                </a:lnTo>
                <a:lnTo>
                  <a:pt x="289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2104920" y="4448160"/>
            <a:ext cx="106920" cy="121680"/>
          </a:xfrm>
          <a:custGeom>
            <a:avLst/>
            <a:gdLst/>
            <a:ahLst/>
            <a:rect l="0" t="0" r="r" b="b"/>
            <a:pathLst>
              <a:path w="297" h="338">
                <a:moveTo>
                  <a:pt x="293" y="0"/>
                </a:moveTo>
                <a:lnTo>
                  <a:pt x="0" y="334"/>
                </a:lnTo>
                <a:lnTo>
                  <a:pt x="0" y="338"/>
                </a:lnTo>
                <a:lnTo>
                  <a:pt x="297" y="0"/>
                </a:lnTo>
                <a:lnTo>
                  <a:pt x="293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2104920" y="4448160"/>
            <a:ext cx="108360" cy="123480"/>
          </a:xfrm>
          <a:custGeom>
            <a:avLst/>
            <a:gdLst/>
            <a:ahLst/>
            <a:rect l="0" t="0" r="r" b="b"/>
            <a:pathLst>
              <a:path w="301" h="343">
                <a:moveTo>
                  <a:pt x="297" y="0"/>
                </a:moveTo>
                <a:lnTo>
                  <a:pt x="0" y="338"/>
                </a:lnTo>
                <a:lnTo>
                  <a:pt x="0" y="343"/>
                </a:lnTo>
                <a:lnTo>
                  <a:pt x="301" y="0"/>
                </a:lnTo>
                <a:lnTo>
                  <a:pt x="297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2104920" y="4448160"/>
            <a:ext cx="109800" cy="124920"/>
          </a:xfrm>
          <a:custGeom>
            <a:avLst/>
            <a:gdLst/>
            <a:ahLst/>
            <a:rect l="0" t="0" r="r" b="b"/>
            <a:pathLst>
              <a:path w="305" h="347">
                <a:moveTo>
                  <a:pt x="301" y="0"/>
                </a:moveTo>
                <a:lnTo>
                  <a:pt x="0" y="343"/>
                </a:lnTo>
                <a:lnTo>
                  <a:pt x="0" y="347"/>
                </a:lnTo>
                <a:lnTo>
                  <a:pt x="305" y="0"/>
                </a:lnTo>
                <a:lnTo>
                  <a:pt x="30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2104920" y="4448160"/>
            <a:ext cx="111240" cy="126720"/>
          </a:xfrm>
          <a:custGeom>
            <a:avLst/>
            <a:gdLst/>
            <a:ahLst/>
            <a:rect l="0" t="0" r="r" b="b"/>
            <a:pathLst>
              <a:path w="309" h="352">
                <a:moveTo>
                  <a:pt x="305" y="0"/>
                </a:moveTo>
                <a:lnTo>
                  <a:pt x="0" y="347"/>
                </a:lnTo>
                <a:lnTo>
                  <a:pt x="0" y="352"/>
                </a:lnTo>
                <a:lnTo>
                  <a:pt x="309" y="0"/>
                </a:lnTo>
                <a:lnTo>
                  <a:pt x="305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2104920" y="4448160"/>
            <a:ext cx="112680" cy="128160"/>
          </a:xfrm>
          <a:custGeom>
            <a:avLst/>
            <a:gdLst/>
            <a:ahLst/>
            <a:rect l="0" t="0" r="r" b="b"/>
            <a:pathLst>
              <a:path w="313" h="356">
                <a:moveTo>
                  <a:pt x="309" y="0"/>
                </a:moveTo>
                <a:lnTo>
                  <a:pt x="0" y="352"/>
                </a:lnTo>
                <a:lnTo>
                  <a:pt x="0" y="356"/>
                </a:lnTo>
                <a:lnTo>
                  <a:pt x="313" y="0"/>
                </a:lnTo>
                <a:lnTo>
                  <a:pt x="309" y="0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2104920" y="4448160"/>
            <a:ext cx="114120" cy="129960"/>
          </a:xfrm>
          <a:custGeom>
            <a:avLst/>
            <a:gdLst/>
            <a:ahLst/>
            <a:rect l="0" t="0" r="r" b="b"/>
            <a:pathLst>
              <a:path w="317" h="361">
                <a:moveTo>
                  <a:pt x="313" y="0"/>
                </a:moveTo>
                <a:lnTo>
                  <a:pt x="0" y="356"/>
                </a:lnTo>
                <a:lnTo>
                  <a:pt x="0" y="361"/>
                </a:lnTo>
                <a:lnTo>
                  <a:pt x="317" y="0"/>
                </a:lnTo>
                <a:lnTo>
                  <a:pt x="313" y="0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2104920" y="4448160"/>
            <a:ext cx="115560" cy="131400"/>
          </a:xfrm>
          <a:custGeom>
            <a:avLst/>
            <a:gdLst/>
            <a:ahLst/>
            <a:rect l="0" t="0" r="r" b="b"/>
            <a:pathLst>
              <a:path w="321" h="365">
                <a:moveTo>
                  <a:pt x="317" y="0"/>
                </a:moveTo>
                <a:lnTo>
                  <a:pt x="0" y="361"/>
                </a:lnTo>
                <a:lnTo>
                  <a:pt x="0" y="365"/>
                </a:lnTo>
                <a:lnTo>
                  <a:pt x="321" y="0"/>
                </a:lnTo>
                <a:lnTo>
                  <a:pt x="317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2104920" y="4448160"/>
            <a:ext cx="117000" cy="133200"/>
          </a:xfrm>
          <a:custGeom>
            <a:avLst/>
            <a:gdLst/>
            <a:ahLst/>
            <a:rect l="0" t="0" r="r" b="b"/>
            <a:pathLst>
              <a:path w="325" h="370">
                <a:moveTo>
                  <a:pt x="321" y="0"/>
                </a:moveTo>
                <a:lnTo>
                  <a:pt x="0" y="365"/>
                </a:lnTo>
                <a:lnTo>
                  <a:pt x="0" y="370"/>
                </a:lnTo>
                <a:lnTo>
                  <a:pt x="325" y="0"/>
                </a:lnTo>
                <a:lnTo>
                  <a:pt x="321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2104920" y="4448160"/>
            <a:ext cx="118440" cy="134640"/>
          </a:xfrm>
          <a:custGeom>
            <a:avLst/>
            <a:gdLst/>
            <a:ahLst/>
            <a:rect l="0" t="0" r="r" b="b"/>
            <a:pathLst>
              <a:path w="329" h="374">
                <a:moveTo>
                  <a:pt x="325" y="0"/>
                </a:moveTo>
                <a:lnTo>
                  <a:pt x="0" y="370"/>
                </a:lnTo>
                <a:lnTo>
                  <a:pt x="0" y="374"/>
                </a:lnTo>
                <a:lnTo>
                  <a:pt x="329" y="0"/>
                </a:lnTo>
                <a:lnTo>
                  <a:pt x="325" y="0"/>
                </a:lnTo>
                <a:close/>
              </a:path>
            </a:pathLst>
          </a:custGeom>
          <a:solidFill>
            <a:srgbClr val="3c3c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2104920" y="4448160"/>
            <a:ext cx="119880" cy="136440"/>
          </a:xfrm>
          <a:custGeom>
            <a:avLst/>
            <a:gdLst/>
            <a:ahLst/>
            <a:rect l="0" t="0" r="r" b="b"/>
            <a:pathLst>
              <a:path w="333" h="379">
                <a:moveTo>
                  <a:pt x="329" y="0"/>
                </a:moveTo>
                <a:lnTo>
                  <a:pt x="0" y="374"/>
                </a:lnTo>
                <a:lnTo>
                  <a:pt x="0" y="379"/>
                </a:lnTo>
                <a:lnTo>
                  <a:pt x="333" y="0"/>
                </a:lnTo>
                <a:lnTo>
                  <a:pt x="329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2104920" y="4448160"/>
            <a:ext cx="120960" cy="137880"/>
          </a:xfrm>
          <a:custGeom>
            <a:avLst/>
            <a:gdLst/>
            <a:ahLst/>
            <a:rect l="0" t="0" r="r" b="b"/>
            <a:pathLst>
              <a:path w="336" h="383">
                <a:moveTo>
                  <a:pt x="333" y="0"/>
                </a:moveTo>
                <a:lnTo>
                  <a:pt x="0" y="379"/>
                </a:lnTo>
                <a:lnTo>
                  <a:pt x="0" y="383"/>
                </a:lnTo>
                <a:lnTo>
                  <a:pt x="336" y="0"/>
                </a:lnTo>
                <a:lnTo>
                  <a:pt x="333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2104920" y="4448160"/>
            <a:ext cx="122400" cy="139680"/>
          </a:xfrm>
          <a:custGeom>
            <a:avLst/>
            <a:gdLst/>
            <a:ahLst/>
            <a:rect l="0" t="0" r="r" b="b"/>
            <a:pathLst>
              <a:path w="340" h="388">
                <a:moveTo>
                  <a:pt x="336" y="0"/>
                </a:moveTo>
                <a:lnTo>
                  <a:pt x="0" y="383"/>
                </a:lnTo>
                <a:lnTo>
                  <a:pt x="0" y="388"/>
                </a:lnTo>
                <a:lnTo>
                  <a:pt x="340" y="0"/>
                </a:lnTo>
                <a:lnTo>
                  <a:pt x="336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2104920" y="4448160"/>
            <a:ext cx="123840" cy="141120"/>
          </a:xfrm>
          <a:custGeom>
            <a:avLst/>
            <a:gdLst/>
            <a:ahLst/>
            <a:rect l="0" t="0" r="r" b="b"/>
            <a:pathLst>
              <a:path w="344" h="392">
                <a:moveTo>
                  <a:pt x="340" y="0"/>
                </a:moveTo>
                <a:lnTo>
                  <a:pt x="0" y="388"/>
                </a:lnTo>
                <a:lnTo>
                  <a:pt x="0" y="392"/>
                </a:lnTo>
                <a:lnTo>
                  <a:pt x="344" y="0"/>
                </a:lnTo>
                <a:lnTo>
                  <a:pt x="340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2104920" y="4448160"/>
            <a:ext cx="125280" cy="142920"/>
          </a:xfrm>
          <a:custGeom>
            <a:avLst/>
            <a:gdLst/>
            <a:ahLst/>
            <a:rect l="0" t="0" r="r" b="b"/>
            <a:pathLst>
              <a:path w="348" h="397">
                <a:moveTo>
                  <a:pt x="344" y="0"/>
                </a:moveTo>
                <a:lnTo>
                  <a:pt x="0" y="392"/>
                </a:lnTo>
                <a:lnTo>
                  <a:pt x="0" y="397"/>
                </a:lnTo>
                <a:lnTo>
                  <a:pt x="348" y="0"/>
                </a:lnTo>
                <a:lnTo>
                  <a:pt x="344" y="0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2104920" y="4448160"/>
            <a:ext cx="126720" cy="144360"/>
          </a:xfrm>
          <a:custGeom>
            <a:avLst/>
            <a:gdLst/>
            <a:ahLst/>
            <a:rect l="0" t="0" r="r" b="b"/>
            <a:pathLst>
              <a:path w="352" h="401">
                <a:moveTo>
                  <a:pt x="348" y="0"/>
                </a:moveTo>
                <a:lnTo>
                  <a:pt x="0" y="397"/>
                </a:lnTo>
                <a:lnTo>
                  <a:pt x="0" y="401"/>
                </a:lnTo>
                <a:lnTo>
                  <a:pt x="352" y="0"/>
                </a:lnTo>
                <a:lnTo>
                  <a:pt x="348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2104920" y="4448160"/>
            <a:ext cx="128160" cy="146160"/>
          </a:xfrm>
          <a:custGeom>
            <a:avLst/>
            <a:gdLst/>
            <a:ahLst/>
            <a:rect l="0" t="0" r="r" b="b"/>
            <a:pathLst>
              <a:path w="356" h="406">
                <a:moveTo>
                  <a:pt x="352" y="0"/>
                </a:moveTo>
                <a:lnTo>
                  <a:pt x="0" y="401"/>
                </a:lnTo>
                <a:lnTo>
                  <a:pt x="0" y="406"/>
                </a:lnTo>
                <a:lnTo>
                  <a:pt x="356" y="0"/>
                </a:lnTo>
                <a:lnTo>
                  <a:pt x="352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2104920" y="4448160"/>
            <a:ext cx="129600" cy="147600"/>
          </a:xfrm>
          <a:custGeom>
            <a:avLst/>
            <a:gdLst/>
            <a:ahLst/>
            <a:rect l="0" t="0" r="r" b="b"/>
            <a:pathLst>
              <a:path w="360" h="410">
                <a:moveTo>
                  <a:pt x="356" y="0"/>
                </a:moveTo>
                <a:lnTo>
                  <a:pt x="0" y="406"/>
                </a:lnTo>
                <a:lnTo>
                  <a:pt x="0" y="410"/>
                </a:lnTo>
                <a:lnTo>
                  <a:pt x="360" y="0"/>
                </a:lnTo>
                <a:lnTo>
                  <a:pt x="356" y="0"/>
                </a:lnTo>
                <a:close/>
              </a:path>
            </a:pathLst>
          </a:custGeom>
          <a:solidFill>
            <a:srgbClr val="47474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2104920" y="4448160"/>
            <a:ext cx="131040" cy="149400"/>
          </a:xfrm>
          <a:custGeom>
            <a:avLst/>
            <a:gdLst/>
            <a:ahLst/>
            <a:rect l="0" t="0" r="r" b="b"/>
            <a:pathLst>
              <a:path w="364" h="415">
                <a:moveTo>
                  <a:pt x="360" y="0"/>
                </a:moveTo>
                <a:lnTo>
                  <a:pt x="0" y="410"/>
                </a:lnTo>
                <a:lnTo>
                  <a:pt x="0" y="415"/>
                </a:lnTo>
                <a:lnTo>
                  <a:pt x="364" y="0"/>
                </a:lnTo>
                <a:lnTo>
                  <a:pt x="360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2104920" y="4448160"/>
            <a:ext cx="132480" cy="150840"/>
          </a:xfrm>
          <a:custGeom>
            <a:avLst/>
            <a:gdLst/>
            <a:ahLst/>
            <a:rect l="0" t="0" r="r" b="b"/>
            <a:pathLst>
              <a:path w="368" h="419">
                <a:moveTo>
                  <a:pt x="364" y="0"/>
                </a:moveTo>
                <a:lnTo>
                  <a:pt x="0" y="415"/>
                </a:lnTo>
                <a:lnTo>
                  <a:pt x="0" y="419"/>
                </a:lnTo>
                <a:lnTo>
                  <a:pt x="368" y="0"/>
                </a:lnTo>
                <a:lnTo>
                  <a:pt x="364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2104920" y="4448160"/>
            <a:ext cx="133920" cy="152640"/>
          </a:xfrm>
          <a:custGeom>
            <a:avLst/>
            <a:gdLst/>
            <a:ahLst/>
            <a:rect l="0" t="0" r="r" b="b"/>
            <a:pathLst>
              <a:path w="372" h="424">
                <a:moveTo>
                  <a:pt x="368" y="0"/>
                </a:moveTo>
                <a:lnTo>
                  <a:pt x="0" y="419"/>
                </a:lnTo>
                <a:lnTo>
                  <a:pt x="0" y="424"/>
                </a:lnTo>
                <a:lnTo>
                  <a:pt x="372" y="0"/>
                </a:lnTo>
                <a:lnTo>
                  <a:pt x="368" y="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2104920" y="4448160"/>
            <a:ext cx="135360" cy="154080"/>
          </a:xfrm>
          <a:custGeom>
            <a:avLst/>
            <a:gdLst/>
            <a:ahLst/>
            <a:rect l="0" t="0" r="r" b="b"/>
            <a:pathLst>
              <a:path w="376" h="428">
                <a:moveTo>
                  <a:pt x="372" y="0"/>
                </a:moveTo>
                <a:lnTo>
                  <a:pt x="0" y="424"/>
                </a:lnTo>
                <a:lnTo>
                  <a:pt x="0" y="428"/>
                </a:lnTo>
                <a:lnTo>
                  <a:pt x="376" y="0"/>
                </a:lnTo>
                <a:lnTo>
                  <a:pt x="372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2104920" y="4448160"/>
            <a:ext cx="136800" cy="155880"/>
          </a:xfrm>
          <a:custGeom>
            <a:avLst/>
            <a:gdLst/>
            <a:ahLst/>
            <a:rect l="0" t="0" r="r" b="b"/>
            <a:pathLst>
              <a:path w="380" h="433">
                <a:moveTo>
                  <a:pt x="376" y="0"/>
                </a:moveTo>
                <a:lnTo>
                  <a:pt x="0" y="428"/>
                </a:lnTo>
                <a:lnTo>
                  <a:pt x="0" y="433"/>
                </a:lnTo>
                <a:lnTo>
                  <a:pt x="380" y="0"/>
                </a:lnTo>
                <a:lnTo>
                  <a:pt x="376" y="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2104920" y="4448160"/>
            <a:ext cx="138240" cy="157320"/>
          </a:xfrm>
          <a:custGeom>
            <a:avLst/>
            <a:gdLst/>
            <a:ahLst/>
            <a:rect l="0" t="0" r="r" b="b"/>
            <a:pathLst>
              <a:path w="384" h="437">
                <a:moveTo>
                  <a:pt x="380" y="0"/>
                </a:moveTo>
                <a:lnTo>
                  <a:pt x="0" y="433"/>
                </a:lnTo>
                <a:lnTo>
                  <a:pt x="0" y="437"/>
                </a:lnTo>
                <a:lnTo>
                  <a:pt x="384" y="0"/>
                </a:lnTo>
                <a:lnTo>
                  <a:pt x="380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2104920" y="4448160"/>
            <a:ext cx="139680" cy="159120"/>
          </a:xfrm>
          <a:custGeom>
            <a:avLst/>
            <a:gdLst/>
            <a:ahLst/>
            <a:rect l="0" t="0" r="r" b="b"/>
            <a:pathLst>
              <a:path w="388" h="442">
                <a:moveTo>
                  <a:pt x="384" y="0"/>
                </a:moveTo>
                <a:lnTo>
                  <a:pt x="0" y="437"/>
                </a:lnTo>
                <a:lnTo>
                  <a:pt x="0" y="442"/>
                </a:lnTo>
                <a:lnTo>
                  <a:pt x="388" y="0"/>
                </a:lnTo>
                <a:lnTo>
                  <a:pt x="384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2104920" y="4448160"/>
            <a:ext cx="141120" cy="160560"/>
          </a:xfrm>
          <a:custGeom>
            <a:avLst/>
            <a:gdLst/>
            <a:ahLst/>
            <a:rect l="0" t="0" r="r" b="b"/>
            <a:pathLst>
              <a:path w="392" h="446">
                <a:moveTo>
                  <a:pt x="388" y="0"/>
                </a:moveTo>
                <a:lnTo>
                  <a:pt x="0" y="442"/>
                </a:lnTo>
                <a:lnTo>
                  <a:pt x="0" y="446"/>
                </a:lnTo>
                <a:lnTo>
                  <a:pt x="392" y="0"/>
                </a:lnTo>
                <a:lnTo>
                  <a:pt x="388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2104920" y="4448160"/>
            <a:ext cx="142560" cy="162360"/>
          </a:xfrm>
          <a:custGeom>
            <a:avLst/>
            <a:gdLst/>
            <a:ahLst/>
            <a:rect l="0" t="0" r="r" b="b"/>
            <a:pathLst>
              <a:path w="396" h="451">
                <a:moveTo>
                  <a:pt x="392" y="0"/>
                </a:moveTo>
                <a:lnTo>
                  <a:pt x="0" y="446"/>
                </a:lnTo>
                <a:lnTo>
                  <a:pt x="0" y="451"/>
                </a:lnTo>
                <a:lnTo>
                  <a:pt x="396" y="0"/>
                </a:lnTo>
                <a:lnTo>
                  <a:pt x="392" y="0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2104920" y="4448160"/>
            <a:ext cx="144000" cy="163800"/>
          </a:xfrm>
          <a:custGeom>
            <a:avLst/>
            <a:gdLst/>
            <a:ahLst/>
            <a:rect l="0" t="0" r="r" b="b"/>
            <a:pathLst>
              <a:path w="400" h="455">
                <a:moveTo>
                  <a:pt x="396" y="0"/>
                </a:moveTo>
                <a:lnTo>
                  <a:pt x="0" y="451"/>
                </a:lnTo>
                <a:lnTo>
                  <a:pt x="0" y="455"/>
                </a:lnTo>
                <a:lnTo>
                  <a:pt x="400" y="0"/>
                </a:lnTo>
                <a:lnTo>
                  <a:pt x="396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2104920" y="4448160"/>
            <a:ext cx="145440" cy="165600"/>
          </a:xfrm>
          <a:custGeom>
            <a:avLst/>
            <a:gdLst/>
            <a:ahLst/>
            <a:rect l="0" t="0" r="r" b="b"/>
            <a:pathLst>
              <a:path w="404" h="460">
                <a:moveTo>
                  <a:pt x="400" y="0"/>
                </a:moveTo>
                <a:lnTo>
                  <a:pt x="0" y="455"/>
                </a:lnTo>
                <a:lnTo>
                  <a:pt x="0" y="460"/>
                </a:lnTo>
                <a:lnTo>
                  <a:pt x="404" y="0"/>
                </a:lnTo>
                <a:lnTo>
                  <a:pt x="400" y="0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2104920" y="4448160"/>
            <a:ext cx="146880" cy="167040"/>
          </a:xfrm>
          <a:custGeom>
            <a:avLst/>
            <a:gdLst/>
            <a:ahLst/>
            <a:rect l="0" t="0" r="r" b="b"/>
            <a:pathLst>
              <a:path w="408" h="464">
                <a:moveTo>
                  <a:pt x="404" y="0"/>
                </a:moveTo>
                <a:lnTo>
                  <a:pt x="0" y="460"/>
                </a:lnTo>
                <a:lnTo>
                  <a:pt x="0" y="464"/>
                </a:lnTo>
                <a:lnTo>
                  <a:pt x="408" y="0"/>
                </a:lnTo>
                <a:lnTo>
                  <a:pt x="404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2104920" y="4448160"/>
            <a:ext cx="147960" cy="168840"/>
          </a:xfrm>
          <a:custGeom>
            <a:avLst/>
            <a:gdLst/>
            <a:ahLst/>
            <a:rect l="0" t="0" r="r" b="b"/>
            <a:pathLst>
              <a:path w="411" h="469">
                <a:moveTo>
                  <a:pt x="408" y="0"/>
                </a:moveTo>
                <a:lnTo>
                  <a:pt x="0" y="464"/>
                </a:lnTo>
                <a:lnTo>
                  <a:pt x="0" y="469"/>
                </a:lnTo>
                <a:lnTo>
                  <a:pt x="411" y="0"/>
                </a:lnTo>
                <a:lnTo>
                  <a:pt x="408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2104920" y="4448160"/>
            <a:ext cx="149400" cy="170280"/>
          </a:xfrm>
          <a:custGeom>
            <a:avLst/>
            <a:gdLst/>
            <a:ahLst/>
            <a:rect l="0" t="0" r="r" b="b"/>
            <a:pathLst>
              <a:path w="415" h="473">
                <a:moveTo>
                  <a:pt x="411" y="0"/>
                </a:moveTo>
                <a:lnTo>
                  <a:pt x="0" y="469"/>
                </a:lnTo>
                <a:lnTo>
                  <a:pt x="0" y="473"/>
                </a:lnTo>
                <a:lnTo>
                  <a:pt x="415" y="0"/>
                </a:lnTo>
                <a:lnTo>
                  <a:pt x="411" y="0"/>
                </a:lnTo>
                <a:close/>
              </a:path>
            </a:pathLst>
          </a:custGeom>
          <a:solidFill>
            <a:srgbClr val="5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2104920" y="4448160"/>
            <a:ext cx="150840" cy="172080"/>
          </a:xfrm>
          <a:custGeom>
            <a:avLst/>
            <a:gdLst/>
            <a:ahLst/>
            <a:rect l="0" t="0" r="r" b="b"/>
            <a:pathLst>
              <a:path w="419" h="478">
                <a:moveTo>
                  <a:pt x="415" y="0"/>
                </a:moveTo>
                <a:lnTo>
                  <a:pt x="0" y="473"/>
                </a:lnTo>
                <a:lnTo>
                  <a:pt x="0" y="478"/>
                </a:lnTo>
                <a:lnTo>
                  <a:pt x="419" y="0"/>
                </a:lnTo>
                <a:lnTo>
                  <a:pt x="415" y="0"/>
                </a:lnTo>
                <a:close/>
              </a:path>
            </a:pathLst>
          </a:custGeom>
          <a:solidFill>
            <a:srgbClr val="5b5b5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2104920" y="4448160"/>
            <a:ext cx="152280" cy="173520"/>
          </a:xfrm>
          <a:custGeom>
            <a:avLst/>
            <a:gdLst/>
            <a:ahLst/>
            <a:rect l="0" t="0" r="r" b="b"/>
            <a:pathLst>
              <a:path w="423" h="482">
                <a:moveTo>
                  <a:pt x="419" y="0"/>
                </a:moveTo>
                <a:lnTo>
                  <a:pt x="0" y="478"/>
                </a:lnTo>
                <a:lnTo>
                  <a:pt x="0" y="482"/>
                </a:lnTo>
                <a:lnTo>
                  <a:pt x="423" y="0"/>
                </a:lnTo>
                <a:lnTo>
                  <a:pt x="419" y="0"/>
                </a:lnTo>
                <a:close/>
              </a:path>
            </a:pathLst>
          </a:custGeom>
          <a:solidFill>
            <a:srgbClr val="5c5c5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2104920" y="4448160"/>
            <a:ext cx="153720" cy="175320"/>
          </a:xfrm>
          <a:custGeom>
            <a:avLst/>
            <a:gdLst/>
            <a:ahLst/>
            <a:rect l="0" t="0" r="r" b="b"/>
            <a:pathLst>
              <a:path w="427" h="487">
                <a:moveTo>
                  <a:pt x="423" y="0"/>
                </a:moveTo>
                <a:lnTo>
                  <a:pt x="0" y="482"/>
                </a:lnTo>
                <a:lnTo>
                  <a:pt x="0" y="487"/>
                </a:lnTo>
                <a:lnTo>
                  <a:pt x="427" y="0"/>
                </a:lnTo>
                <a:lnTo>
                  <a:pt x="423" y="0"/>
                </a:lnTo>
                <a:close/>
              </a:path>
            </a:pathLst>
          </a:custGeom>
          <a:solidFill>
            <a:srgbClr val="5e5e5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2104920" y="4448160"/>
            <a:ext cx="155160" cy="176760"/>
          </a:xfrm>
          <a:custGeom>
            <a:avLst/>
            <a:gdLst/>
            <a:ahLst/>
            <a:rect l="0" t="0" r="r" b="b"/>
            <a:pathLst>
              <a:path w="431" h="491">
                <a:moveTo>
                  <a:pt x="427" y="0"/>
                </a:moveTo>
                <a:lnTo>
                  <a:pt x="0" y="487"/>
                </a:lnTo>
                <a:lnTo>
                  <a:pt x="0" y="491"/>
                </a:lnTo>
                <a:lnTo>
                  <a:pt x="431" y="0"/>
                </a:lnTo>
                <a:lnTo>
                  <a:pt x="427" y="0"/>
                </a:lnTo>
                <a:close/>
              </a:path>
            </a:pathLst>
          </a:custGeom>
          <a:solidFill>
            <a:srgbClr val="5f5f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2104920" y="4448160"/>
            <a:ext cx="156600" cy="178200"/>
          </a:xfrm>
          <a:custGeom>
            <a:avLst/>
            <a:gdLst/>
            <a:ahLst/>
            <a:rect l="0" t="0" r="r" b="b"/>
            <a:pathLst>
              <a:path w="435" h="495">
                <a:moveTo>
                  <a:pt x="431" y="0"/>
                </a:moveTo>
                <a:lnTo>
                  <a:pt x="0" y="491"/>
                </a:lnTo>
                <a:lnTo>
                  <a:pt x="0" y="495"/>
                </a:lnTo>
                <a:lnTo>
                  <a:pt x="435" y="0"/>
                </a:lnTo>
                <a:lnTo>
                  <a:pt x="431" y="0"/>
                </a:lnTo>
                <a:close/>
              </a:path>
            </a:pathLst>
          </a:custGeom>
          <a:solidFill>
            <a:srgbClr val="606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104920" y="4448160"/>
            <a:ext cx="158040" cy="180000"/>
          </a:xfrm>
          <a:custGeom>
            <a:avLst/>
            <a:gdLst/>
            <a:ahLst/>
            <a:rect l="0" t="0" r="r" b="b"/>
            <a:pathLst>
              <a:path w="439" h="500">
                <a:moveTo>
                  <a:pt x="435" y="0"/>
                </a:moveTo>
                <a:lnTo>
                  <a:pt x="0" y="495"/>
                </a:lnTo>
                <a:lnTo>
                  <a:pt x="0" y="500"/>
                </a:lnTo>
                <a:lnTo>
                  <a:pt x="439" y="0"/>
                </a:lnTo>
                <a:lnTo>
                  <a:pt x="435" y="0"/>
                </a:lnTo>
                <a:close/>
              </a:path>
            </a:pathLst>
          </a:custGeom>
          <a:solidFill>
            <a:srgbClr val="62626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2104920" y="4448160"/>
            <a:ext cx="159480" cy="181440"/>
          </a:xfrm>
          <a:custGeom>
            <a:avLst/>
            <a:gdLst/>
            <a:ahLst/>
            <a:rect l="0" t="0" r="r" b="b"/>
            <a:pathLst>
              <a:path w="443" h="504">
                <a:moveTo>
                  <a:pt x="439" y="0"/>
                </a:moveTo>
                <a:lnTo>
                  <a:pt x="0" y="500"/>
                </a:lnTo>
                <a:lnTo>
                  <a:pt x="0" y="504"/>
                </a:lnTo>
                <a:lnTo>
                  <a:pt x="443" y="0"/>
                </a:lnTo>
                <a:lnTo>
                  <a:pt x="439" y="0"/>
                </a:lnTo>
                <a:close/>
              </a:path>
            </a:pathLst>
          </a:custGeom>
          <a:solidFill>
            <a:srgbClr val="6363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2104920" y="4448160"/>
            <a:ext cx="160920" cy="183240"/>
          </a:xfrm>
          <a:custGeom>
            <a:avLst/>
            <a:gdLst/>
            <a:ahLst/>
            <a:rect l="0" t="0" r="r" b="b"/>
            <a:pathLst>
              <a:path w="447" h="509">
                <a:moveTo>
                  <a:pt x="443" y="0"/>
                </a:moveTo>
                <a:lnTo>
                  <a:pt x="0" y="504"/>
                </a:lnTo>
                <a:lnTo>
                  <a:pt x="0" y="509"/>
                </a:lnTo>
                <a:lnTo>
                  <a:pt x="447" y="0"/>
                </a:lnTo>
                <a:lnTo>
                  <a:pt x="443" y="0"/>
                </a:lnTo>
                <a:close/>
              </a:path>
            </a:pathLst>
          </a:custGeom>
          <a:solidFill>
            <a:srgbClr val="65656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2104920" y="4448160"/>
            <a:ext cx="162360" cy="184680"/>
          </a:xfrm>
          <a:custGeom>
            <a:avLst/>
            <a:gdLst/>
            <a:ahLst/>
            <a:rect l="0" t="0" r="r" b="b"/>
            <a:pathLst>
              <a:path w="451" h="513">
                <a:moveTo>
                  <a:pt x="447" y="0"/>
                </a:moveTo>
                <a:lnTo>
                  <a:pt x="0" y="509"/>
                </a:lnTo>
                <a:lnTo>
                  <a:pt x="0" y="513"/>
                </a:lnTo>
                <a:lnTo>
                  <a:pt x="451" y="0"/>
                </a:lnTo>
                <a:lnTo>
                  <a:pt x="447" y="0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2104920" y="4448160"/>
            <a:ext cx="163800" cy="186480"/>
          </a:xfrm>
          <a:custGeom>
            <a:avLst/>
            <a:gdLst/>
            <a:ahLst/>
            <a:rect l="0" t="0" r="r" b="b"/>
            <a:pathLst>
              <a:path w="455" h="518">
                <a:moveTo>
                  <a:pt x="451" y="0"/>
                </a:moveTo>
                <a:lnTo>
                  <a:pt x="0" y="513"/>
                </a:lnTo>
                <a:lnTo>
                  <a:pt x="0" y="518"/>
                </a:lnTo>
                <a:lnTo>
                  <a:pt x="455" y="0"/>
                </a:lnTo>
                <a:lnTo>
                  <a:pt x="451" y="0"/>
                </a:lnTo>
                <a:close/>
              </a:path>
            </a:pathLst>
          </a:custGeom>
          <a:solidFill>
            <a:srgbClr val="67676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2104920" y="4448160"/>
            <a:ext cx="165240" cy="187920"/>
          </a:xfrm>
          <a:custGeom>
            <a:avLst/>
            <a:gdLst/>
            <a:ahLst/>
            <a:rect l="0" t="0" r="r" b="b"/>
            <a:pathLst>
              <a:path w="459" h="522">
                <a:moveTo>
                  <a:pt x="455" y="0"/>
                </a:moveTo>
                <a:lnTo>
                  <a:pt x="0" y="518"/>
                </a:lnTo>
                <a:lnTo>
                  <a:pt x="0" y="522"/>
                </a:lnTo>
                <a:lnTo>
                  <a:pt x="459" y="0"/>
                </a:lnTo>
                <a:lnTo>
                  <a:pt x="455" y="0"/>
                </a:lnTo>
                <a:close/>
              </a:path>
            </a:pathLst>
          </a:custGeom>
          <a:solidFill>
            <a:srgbClr val="69696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2104920" y="4448160"/>
            <a:ext cx="166680" cy="189720"/>
          </a:xfrm>
          <a:custGeom>
            <a:avLst/>
            <a:gdLst/>
            <a:ahLst/>
            <a:rect l="0" t="0" r="r" b="b"/>
            <a:pathLst>
              <a:path w="463" h="527">
                <a:moveTo>
                  <a:pt x="459" y="0"/>
                </a:moveTo>
                <a:lnTo>
                  <a:pt x="0" y="522"/>
                </a:lnTo>
                <a:lnTo>
                  <a:pt x="0" y="527"/>
                </a:lnTo>
                <a:lnTo>
                  <a:pt x="463" y="0"/>
                </a:lnTo>
                <a:lnTo>
                  <a:pt x="459" y="0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2104920" y="4448160"/>
            <a:ext cx="168120" cy="191160"/>
          </a:xfrm>
          <a:custGeom>
            <a:avLst/>
            <a:gdLst/>
            <a:ahLst/>
            <a:rect l="0" t="0" r="r" b="b"/>
            <a:pathLst>
              <a:path w="467" h="531">
                <a:moveTo>
                  <a:pt x="463" y="0"/>
                </a:moveTo>
                <a:lnTo>
                  <a:pt x="0" y="527"/>
                </a:lnTo>
                <a:lnTo>
                  <a:pt x="0" y="531"/>
                </a:lnTo>
                <a:lnTo>
                  <a:pt x="467" y="0"/>
                </a:lnTo>
                <a:lnTo>
                  <a:pt x="463" y="0"/>
                </a:lnTo>
                <a:close/>
              </a:path>
            </a:pathLst>
          </a:custGeom>
          <a:solidFill>
            <a:srgbClr val="6b6b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2104920" y="4448160"/>
            <a:ext cx="169560" cy="192960"/>
          </a:xfrm>
          <a:custGeom>
            <a:avLst/>
            <a:gdLst/>
            <a:ahLst/>
            <a:rect l="0" t="0" r="r" b="b"/>
            <a:pathLst>
              <a:path w="471" h="536">
                <a:moveTo>
                  <a:pt x="467" y="0"/>
                </a:moveTo>
                <a:lnTo>
                  <a:pt x="0" y="531"/>
                </a:lnTo>
                <a:lnTo>
                  <a:pt x="0" y="536"/>
                </a:lnTo>
                <a:lnTo>
                  <a:pt x="471" y="0"/>
                </a:lnTo>
                <a:lnTo>
                  <a:pt x="467" y="0"/>
                </a:lnTo>
                <a:close/>
              </a:path>
            </a:pathLst>
          </a:custGeom>
          <a:solidFill>
            <a:srgbClr val="6d6d6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2104920" y="4448160"/>
            <a:ext cx="171000" cy="194400"/>
          </a:xfrm>
          <a:custGeom>
            <a:avLst/>
            <a:gdLst/>
            <a:ahLst/>
            <a:rect l="0" t="0" r="r" b="b"/>
            <a:pathLst>
              <a:path w="475" h="540">
                <a:moveTo>
                  <a:pt x="471" y="0"/>
                </a:moveTo>
                <a:lnTo>
                  <a:pt x="0" y="536"/>
                </a:lnTo>
                <a:lnTo>
                  <a:pt x="0" y="540"/>
                </a:lnTo>
                <a:lnTo>
                  <a:pt x="475" y="0"/>
                </a:lnTo>
                <a:lnTo>
                  <a:pt x="471" y="0"/>
                </a:lnTo>
                <a:close/>
              </a:path>
            </a:pathLst>
          </a:custGeom>
          <a:solidFill>
            <a:srgbClr val="6e6e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2104920" y="4448160"/>
            <a:ext cx="172440" cy="196200"/>
          </a:xfrm>
          <a:custGeom>
            <a:avLst/>
            <a:gdLst/>
            <a:ahLst/>
            <a:rect l="0" t="0" r="r" b="b"/>
            <a:pathLst>
              <a:path w="479" h="545">
                <a:moveTo>
                  <a:pt x="475" y="0"/>
                </a:moveTo>
                <a:lnTo>
                  <a:pt x="0" y="540"/>
                </a:lnTo>
                <a:lnTo>
                  <a:pt x="0" y="545"/>
                </a:lnTo>
                <a:lnTo>
                  <a:pt x="479" y="0"/>
                </a:lnTo>
                <a:lnTo>
                  <a:pt x="475" y="0"/>
                </a:lnTo>
                <a:close/>
              </a:path>
            </a:pathLst>
          </a:custGeom>
          <a:solidFill>
            <a:srgbClr val="6f6f6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2104920" y="4448160"/>
            <a:ext cx="173880" cy="197640"/>
          </a:xfrm>
          <a:custGeom>
            <a:avLst/>
            <a:gdLst/>
            <a:ahLst/>
            <a:rect l="0" t="0" r="r" b="b"/>
            <a:pathLst>
              <a:path w="483" h="549">
                <a:moveTo>
                  <a:pt x="479" y="0"/>
                </a:moveTo>
                <a:lnTo>
                  <a:pt x="0" y="545"/>
                </a:lnTo>
                <a:lnTo>
                  <a:pt x="0" y="549"/>
                </a:lnTo>
                <a:lnTo>
                  <a:pt x="483" y="0"/>
                </a:lnTo>
                <a:lnTo>
                  <a:pt x="479" y="0"/>
                </a:lnTo>
                <a:close/>
              </a:path>
            </a:pathLst>
          </a:custGeom>
          <a:solidFill>
            <a:srgbClr val="71717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2104920" y="4448160"/>
            <a:ext cx="175320" cy="199440"/>
          </a:xfrm>
          <a:custGeom>
            <a:avLst/>
            <a:gdLst/>
            <a:ahLst/>
            <a:rect l="0" t="0" r="r" b="b"/>
            <a:pathLst>
              <a:path w="487" h="554">
                <a:moveTo>
                  <a:pt x="483" y="0"/>
                </a:moveTo>
                <a:lnTo>
                  <a:pt x="0" y="549"/>
                </a:lnTo>
                <a:lnTo>
                  <a:pt x="0" y="554"/>
                </a:lnTo>
                <a:lnTo>
                  <a:pt x="487" y="0"/>
                </a:lnTo>
                <a:lnTo>
                  <a:pt x="483" y="0"/>
                </a:lnTo>
                <a:close/>
              </a:path>
            </a:pathLst>
          </a:custGeom>
          <a:solidFill>
            <a:srgbClr val="72727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2104920" y="4448160"/>
            <a:ext cx="176400" cy="200160"/>
          </a:xfrm>
          <a:custGeom>
            <a:avLst/>
            <a:gdLst/>
            <a:ahLst/>
            <a:rect l="0" t="0" r="r" b="b"/>
            <a:pathLst>
              <a:path w="490" h="556">
                <a:moveTo>
                  <a:pt x="487" y="0"/>
                </a:moveTo>
                <a:lnTo>
                  <a:pt x="0" y="554"/>
                </a:lnTo>
                <a:lnTo>
                  <a:pt x="2" y="556"/>
                </a:lnTo>
                <a:lnTo>
                  <a:pt x="490" y="0"/>
                </a:lnTo>
                <a:lnTo>
                  <a:pt x="487" y="0"/>
                </a:lnTo>
                <a:close/>
              </a:path>
            </a:pathLst>
          </a:custGeom>
          <a:solidFill>
            <a:srgbClr val="74747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210564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575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210708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6767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210852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878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210996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979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211140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a7a7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211284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3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c7c7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2113920" y="4448160"/>
            <a:ext cx="177480" cy="200160"/>
          </a:xfrm>
          <a:custGeom>
            <a:avLst/>
            <a:gdLst/>
            <a:ahLst/>
            <a:rect l="0" t="0" r="r" b="b"/>
            <a:pathLst>
              <a:path w="493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3" y="0"/>
                </a:lnTo>
                <a:lnTo>
                  <a:pt x="489" y="0"/>
                </a:lnTo>
                <a:close/>
              </a:path>
            </a:pathLst>
          </a:custGeom>
          <a:solidFill>
            <a:srgbClr val="7d7d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2115360" y="4448160"/>
            <a:ext cx="177480" cy="200160"/>
          </a:xfrm>
          <a:custGeom>
            <a:avLst/>
            <a:gdLst/>
            <a:ahLst/>
            <a:rect l="0" t="0" r="r" b="b"/>
            <a:pathLst>
              <a:path w="493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3" y="0"/>
                </a:lnTo>
                <a:lnTo>
                  <a:pt x="489" y="0"/>
                </a:lnTo>
                <a:close/>
              </a:path>
            </a:pathLst>
          </a:custGeom>
          <a:solidFill>
            <a:srgbClr val="7e7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2116800" y="4448160"/>
            <a:ext cx="176760" cy="200160"/>
          </a:xfrm>
          <a:custGeom>
            <a:avLst/>
            <a:gdLst/>
            <a:ahLst/>
            <a:rect l="0" t="0" r="r" b="b"/>
            <a:pathLst>
              <a:path w="491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1" y="2"/>
                </a:lnTo>
                <a:lnTo>
                  <a:pt x="489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2118240" y="4448880"/>
            <a:ext cx="175320" cy="199440"/>
          </a:xfrm>
          <a:custGeom>
            <a:avLst/>
            <a:gdLst/>
            <a:ahLst/>
            <a:rect l="0" t="0" r="r" b="b"/>
            <a:pathLst>
              <a:path w="487" h="554">
                <a:moveTo>
                  <a:pt x="487" y="0"/>
                </a:moveTo>
                <a:lnTo>
                  <a:pt x="0" y="554"/>
                </a:lnTo>
                <a:lnTo>
                  <a:pt x="4" y="554"/>
                </a:lnTo>
                <a:lnTo>
                  <a:pt x="487" y="5"/>
                </a:lnTo>
                <a:lnTo>
                  <a:pt x="487" y="0"/>
                </a:lnTo>
                <a:close/>
              </a:path>
            </a:pathLst>
          </a:custGeom>
          <a:solidFill>
            <a:srgbClr val="8181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2119680" y="4450680"/>
            <a:ext cx="173880" cy="197640"/>
          </a:xfrm>
          <a:custGeom>
            <a:avLst/>
            <a:gdLst/>
            <a:ahLst/>
            <a:rect l="0" t="0" r="r" b="b"/>
            <a:pathLst>
              <a:path w="483" h="549">
                <a:moveTo>
                  <a:pt x="483" y="0"/>
                </a:moveTo>
                <a:lnTo>
                  <a:pt x="0" y="549"/>
                </a:lnTo>
                <a:lnTo>
                  <a:pt x="4" y="549"/>
                </a:lnTo>
                <a:lnTo>
                  <a:pt x="483" y="4"/>
                </a:lnTo>
                <a:lnTo>
                  <a:pt x="483" y="0"/>
                </a:lnTo>
                <a:close/>
              </a:path>
            </a:pathLst>
          </a:custGeom>
          <a:solidFill>
            <a:srgbClr val="83838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2121120" y="4452120"/>
            <a:ext cx="172440" cy="196200"/>
          </a:xfrm>
          <a:custGeom>
            <a:avLst/>
            <a:gdLst/>
            <a:ahLst/>
            <a:rect l="0" t="0" r="r" b="b"/>
            <a:pathLst>
              <a:path w="479" h="545">
                <a:moveTo>
                  <a:pt x="479" y="0"/>
                </a:moveTo>
                <a:lnTo>
                  <a:pt x="0" y="545"/>
                </a:lnTo>
                <a:lnTo>
                  <a:pt x="4" y="545"/>
                </a:lnTo>
                <a:lnTo>
                  <a:pt x="479" y="5"/>
                </a:lnTo>
                <a:lnTo>
                  <a:pt x="479" y="0"/>
                </a:lnTo>
                <a:close/>
              </a:path>
            </a:pathLst>
          </a:custGeom>
          <a:solidFill>
            <a:srgbClr val="84848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2122560" y="4453920"/>
            <a:ext cx="171000" cy="194400"/>
          </a:xfrm>
          <a:custGeom>
            <a:avLst/>
            <a:gdLst/>
            <a:ahLst/>
            <a:rect l="0" t="0" r="r" b="b"/>
            <a:pathLst>
              <a:path w="475" h="540">
                <a:moveTo>
                  <a:pt x="475" y="0"/>
                </a:moveTo>
                <a:lnTo>
                  <a:pt x="0" y="540"/>
                </a:lnTo>
                <a:lnTo>
                  <a:pt x="4" y="540"/>
                </a:lnTo>
                <a:lnTo>
                  <a:pt x="475" y="4"/>
                </a:lnTo>
                <a:lnTo>
                  <a:pt x="475" y="0"/>
                </a:lnTo>
                <a:close/>
              </a:path>
            </a:pathLst>
          </a:custGeom>
          <a:solidFill>
            <a:srgbClr val="85858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2124000" y="4455360"/>
            <a:ext cx="169560" cy="192960"/>
          </a:xfrm>
          <a:custGeom>
            <a:avLst/>
            <a:gdLst/>
            <a:ahLst/>
            <a:rect l="0" t="0" r="r" b="b"/>
            <a:pathLst>
              <a:path w="471" h="536">
                <a:moveTo>
                  <a:pt x="471" y="0"/>
                </a:moveTo>
                <a:lnTo>
                  <a:pt x="0" y="536"/>
                </a:lnTo>
                <a:lnTo>
                  <a:pt x="4" y="536"/>
                </a:lnTo>
                <a:lnTo>
                  <a:pt x="471" y="5"/>
                </a:lnTo>
                <a:lnTo>
                  <a:pt x="471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2125440" y="4457160"/>
            <a:ext cx="168120" cy="191160"/>
          </a:xfrm>
          <a:custGeom>
            <a:avLst/>
            <a:gdLst/>
            <a:ahLst/>
            <a:rect l="0" t="0" r="r" b="b"/>
            <a:pathLst>
              <a:path w="467" h="531">
                <a:moveTo>
                  <a:pt x="467" y="0"/>
                </a:moveTo>
                <a:lnTo>
                  <a:pt x="0" y="531"/>
                </a:lnTo>
                <a:lnTo>
                  <a:pt x="4" y="531"/>
                </a:lnTo>
                <a:lnTo>
                  <a:pt x="467" y="4"/>
                </a:lnTo>
                <a:lnTo>
                  <a:pt x="467" y="0"/>
                </a:lnTo>
                <a:close/>
              </a:path>
            </a:pathLst>
          </a:custGeom>
          <a:solidFill>
            <a:srgbClr val="8888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2126880" y="4458600"/>
            <a:ext cx="166680" cy="189720"/>
          </a:xfrm>
          <a:custGeom>
            <a:avLst/>
            <a:gdLst/>
            <a:ahLst/>
            <a:rect l="0" t="0" r="r" b="b"/>
            <a:pathLst>
              <a:path w="463" h="527">
                <a:moveTo>
                  <a:pt x="463" y="0"/>
                </a:moveTo>
                <a:lnTo>
                  <a:pt x="0" y="527"/>
                </a:lnTo>
                <a:lnTo>
                  <a:pt x="4" y="527"/>
                </a:lnTo>
                <a:lnTo>
                  <a:pt x="463" y="5"/>
                </a:lnTo>
                <a:lnTo>
                  <a:pt x="463" y="0"/>
                </a:lnTo>
                <a:close/>
              </a:path>
            </a:pathLst>
          </a:custGeom>
          <a:solidFill>
            <a:srgbClr val="89898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2128320" y="4460400"/>
            <a:ext cx="165240" cy="187920"/>
          </a:xfrm>
          <a:custGeom>
            <a:avLst/>
            <a:gdLst/>
            <a:ahLst/>
            <a:rect l="0" t="0" r="r" b="b"/>
            <a:pathLst>
              <a:path w="459" h="522">
                <a:moveTo>
                  <a:pt x="459" y="0"/>
                </a:moveTo>
                <a:lnTo>
                  <a:pt x="0" y="522"/>
                </a:lnTo>
                <a:lnTo>
                  <a:pt x="4" y="522"/>
                </a:lnTo>
                <a:lnTo>
                  <a:pt x="459" y="4"/>
                </a:lnTo>
                <a:lnTo>
                  <a:pt x="459" y="0"/>
                </a:lnTo>
                <a:close/>
              </a:path>
            </a:pathLst>
          </a:custGeom>
          <a:solidFill>
            <a:srgbClr val="8b8b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2129760" y="4461840"/>
            <a:ext cx="163800" cy="186480"/>
          </a:xfrm>
          <a:custGeom>
            <a:avLst/>
            <a:gdLst/>
            <a:ahLst/>
            <a:rect l="0" t="0" r="r" b="b"/>
            <a:pathLst>
              <a:path w="455" h="518">
                <a:moveTo>
                  <a:pt x="455" y="0"/>
                </a:moveTo>
                <a:lnTo>
                  <a:pt x="0" y="518"/>
                </a:lnTo>
                <a:lnTo>
                  <a:pt x="4" y="518"/>
                </a:lnTo>
                <a:lnTo>
                  <a:pt x="455" y="5"/>
                </a:lnTo>
                <a:lnTo>
                  <a:pt x="455" y="0"/>
                </a:ln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2131200" y="4463640"/>
            <a:ext cx="162360" cy="184680"/>
          </a:xfrm>
          <a:custGeom>
            <a:avLst/>
            <a:gdLst/>
            <a:ahLst/>
            <a:rect l="0" t="0" r="r" b="b"/>
            <a:pathLst>
              <a:path w="451" h="513">
                <a:moveTo>
                  <a:pt x="451" y="0"/>
                </a:moveTo>
                <a:lnTo>
                  <a:pt x="0" y="513"/>
                </a:lnTo>
                <a:lnTo>
                  <a:pt x="4" y="513"/>
                </a:lnTo>
                <a:lnTo>
                  <a:pt x="451" y="4"/>
                </a:lnTo>
                <a:lnTo>
                  <a:pt x="451" y="0"/>
                </a:lnTo>
                <a:close/>
              </a:path>
            </a:pathLst>
          </a:custGeom>
          <a:solidFill>
            <a:srgbClr val="8d8d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2132640" y="4465080"/>
            <a:ext cx="160920" cy="183240"/>
          </a:xfrm>
          <a:custGeom>
            <a:avLst/>
            <a:gdLst/>
            <a:ahLst/>
            <a:rect l="0" t="0" r="r" b="b"/>
            <a:pathLst>
              <a:path w="447" h="509">
                <a:moveTo>
                  <a:pt x="447" y="0"/>
                </a:moveTo>
                <a:lnTo>
                  <a:pt x="0" y="509"/>
                </a:lnTo>
                <a:lnTo>
                  <a:pt x="4" y="509"/>
                </a:lnTo>
                <a:lnTo>
                  <a:pt x="447" y="5"/>
                </a:lnTo>
                <a:lnTo>
                  <a:pt x="447" y="0"/>
                </a:lnTo>
                <a:close/>
              </a:path>
            </a:pathLst>
          </a:custGeom>
          <a:solidFill>
            <a:srgbClr val="8f8f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2134080" y="4466880"/>
            <a:ext cx="159480" cy="181440"/>
          </a:xfrm>
          <a:custGeom>
            <a:avLst/>
            <a:gdLst/>
            <a:ahLst/>
            <a:rect l="0" t="0" r="r" b="b"/>
            <a:pathLst>
              <a:path w="443" h="504">
                <a:moveTo>
                  <a:pt x="443" y="0"/>
                </a:moveTo>
                <a:lnTo>
                  <a:pt x="0" y="504"/>
                </a:lnTo>
                <a:lnTo>
                  <a:pt x="4" y="504"/>
                </a:lnTo>
                <a:lnTo>
                  <a:pt x="443" y="4"/>
                </a:lnTo>
                <a:lnTo>
                  <a:pt x="443" y="0"/>
                </a:lnTo>
                <a:close/>
              </a:path>
            </a:pathLst>
          </a:custGeom>
          <a:solidFill>
            <a:srgbClr val="9090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2135520" y="4468320"/>
            <a:ext cx="158040" cy="180000"/>
          </a:xfrm>
          <a:custGeom>
            <a:avLst/>
            <a:gdLst/>
            <a:ahLst/>
            <a:rect l="0" t="0" r="r" b="b"/>
            <a:pathLst>
              <a:path w="439" h="500">
                <a:moveTo>
                  <a:pt x="439" y="0"/>
                </a:moveTo>
                <a:lnTo>
                  <a:pt x="0" y="500"/>
                </a:lnTo>
                <a:lnTo>
                  <a:pt x="4" y="500"/>
                </a:lnTo>
                <a:lnTo>
                  <a:pt x="439" y="5"/>
                </a:lnTo>
                <a:lnTo>
                  <a:pt x="439" y="0"/>
                </a:lnTo>
                <a:close/>
              </a:path>
            </a:pathLst>
          </a:custGeom>
          <a:solidFill>
            <a:srgbClr val="9292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2136960" y="4470120"/>
            <a:ext cx="156600" cy="178200"/>
          </a:xfrm>
          <a:custGeom>
            <a:avLst/>
            <a:gdLst/>
            <a:ahLst/>
            <a:rect l="0" t="0" r="r" b="b"/>
            <a:pathLst>
              <a:path w="435" h="495">
                <a:moveTo>
                  <a:pt x="435" y="0"/>
                </a:moveTo>
                <a:lnTo>
                  <a:pt x="0" y="495"/>
                </a:lnTo>
                <a:lnTo>
                  <a:pt x="4" y="495"/>
                </a:lnTo>
                <a:lnTo>
                  <a:pt x="435" y="4"/>
                </a:lnTo>
                <a:lnTo>
                  <a:pt x="435" y="0"/>
                </a:lnTo>
                <a:close/>
              </a:path>
            </a:pathLst>
          </a:custGeom>
          <a:solidFill>
            <a:srgbClr val="93939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2138400" y="4471560"/>
            <a:ext cx="155160" cy="176760"/>
          </a:xfrm>
          <a:custGeom>
            <a:avLst/>
            <a:gdLst/>
            <a:ahLst/>
            <a:rect l="0" t="0" r="r" b="b"/>
            <a:pathLst>
              <a:path w="431" h="491">
                <a:moveTo>
                  <a:pt x="431" y="0"/>
                </a:moveTo>
                <a:lnTo>
                  <a:pt x="0" y="491"/>
                </a:lnTo>
                <a:lnTo>
                  <a:pt x="4" y="491"/>
                </a:lnTo>
                <a:lnTo>
                  <a:pt x="431" y="5"/>
                </a:lnTo>
                <a:lnTo>
                  <a:pt x="431" y="0"/>
                </a:lnTo>
                <a:close/>
              </a:path>
            </a:pathLst>
          </a:custGeom>
          <a:solidFill>
            <a:srgbClr val="9494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2139840" y="4473360"/>
            <a:ext cx="153720" cy="174960"/>
          </a:xfrm>
          <a:custGeom>
            <a:avLst/>
            <a:gdLst/>
            <a:ahLst/>
            <a:rect l="0" t="0" r="r" b="b"/>
            <a:pathLst>
              <a:path w="427" h="486">
                <a:moveTo>
                  <a:pt x="427" y="0"/>
                </a:moveTo>
                <a:lnTo>
                  <a:pt x="0" y="486"/>
                </a:lnTo>
                <a:lnTo>
                  <a:pt x="4" y="486"/>
                </a:lnTo>
                <a:lnTo>
                  <a:pt x="427" y="4"/>
                </a:lnTo>
                <a:lnTo>
                  <a:pt x="427" y="0"/>
                </a:lnTo>
                <a:close/>
              </a:path>
            </a:pathLst>
          </a:custGeom>
          <a:solidFill>
            <a:srgbClr val="9696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2141280" y="4474800"/>
            <a:ext cx="152280" cy="173520"/>
          </a:xfrm>
          <a:custGeom>
            <a:avLst/>
            <a:gdLst/>
            <a:ahLst/>
            <a:rect l="0" t="0" r="r" b="b"/>
            <a:pathLst>
              <a:path w="423" h="482">
                <a:moveTo>
                  <a:pt x="423" y="0"/>
                </a:moveTo>
                <a:lnTo>
                  <a:pt x="0" y="482"/>
                </a:lnTo>
                <a:lnTo>
                  <a:pt x="3" y="482"/>
                </a:lnTo>
                <a:lnTo>
                  <a:pt x="423" y="5"/>
                </a:lnTo>
                <a:lnTo>
                  <a:pt x="423" y="0"/>
                </a:lnTo>
                <a:close/>
              </a:path>
            </a:pathLst>
          </a:custGeom>
          <a:solidFill>
            <a:srgbClr val="979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2142360" y="4476600"/>
            <a:ext cx="151200" cy="171720"/>
          </a:xfrm>
          <a:custGeom>
            <a:avLst/>
            <a:gdLst/>
            <a:ahLst/>
            <a:rect l="0" t="0" r="r" b="b"/>
            <a:pathLst>
              <a:path w="420" h="477">
                <a:moveTo>
                  <a:pt x="420" y="0"/>
                </a:moveTo>
                <a:lnTo>
                  <a:pt x="0" y="477"/>
                </a:lnTo>
                <a:lnTo>
                  <a:pt x="4" y="477"/>
                </a:lnTo>
                <a:lnTo>
                  <a:pt x="420" y="4"/>
                </a:lnTo>
                <a:lnTo>
                  <a:pt x="420" y="0"/>
                </a:lnTo>
                <a:close/>
              </a:path>
            </a:pathLst>
          </a:custGeom>
          <a:solidFill>
            <a:srgbClr val="9898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2143800" y="4478040"/>
            <a:ext cx="149760" cy="170280"/>
          </a:xfrm>
          <a:custGeom>
            <a:avLst/>
            <a:gdLst/>
            <a:ahLst/>
            <a:rect l="0" t="0" r="r" b="b"/>
            <a:pathLst>
              <a:path w="416" h="473">
                <a:moveTo>
                  <a:pt x="416" y="0"/>
                </a:moveTo>
                <a:lnTo>
                  <a:pt x="0" y="473"/>
                </a:lnTo>
                <a:lnTo>
                  <a:pt x="4" y="473"/>
                </a:lnTo>
                <a:lnTo>
                  <a:pt x="416" y="5"/>
                </a:lnTo>
                <a:lnTo>
                  <a:pt x="416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2145240" y="4479840"/>
            <a:ext cx="148320" cy="168480"/>
          </a:xfrm>
          <a:custGeom>
            <a:avLst/>
            <a:gdLst/>
            <a:ahLst/>
            <a:rect l="0" t="0" r="r" b="b"/>
            <a:pathLst>
              <a:path w="412" h="468">
                <a:moveTo>
                  <a:pt x="412" y="0"/>
                </a:moveTo>
                <a:lnTo>
                  <a:pt x="0" y="468"/>
                </a:lnTo>
                <a:lnTo>
                  <a:pt x="4" y="468"/>
                </a:lnTo>
                <a:lnTo>
                  <a:pt x="412" y="4"/>
                </a:lnTo>
                <a:lnTo>
                  <a:pt x="412" y="0"/>
                </a:lnTo>
                <a:close/>
              </a:path>
            </a:pathLst>
          </a:custGeom>
          <a:solidFill>
            <a:srgbClr val="9b9b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2146680" y="4481280"/>
            <a:ext cx="146880" cy="167040"/>
          </a:xfrm>
          <a:custGeom>
            <a:avLst/>
            <a:gdLst/>
            <a:ahLst/>
            <a:rect l="0" t="0" r="r" b="b"/>
            <a:pathLst>
              <a:path w="408" h="464">
                <a:moveTo>
                  <a:pt x="408" y="0"/>
                </a:moveTo>
                <a:lnTo>
                  <a:pt x="0" y="464"/>
                </a:lnTo>
                <a:lnTo>
                  <a:pt x="4" y="464"/>
                </a:lnTo>
                <a:lnTo>
                  <a:pt x="408" y="5"/>
                </a:lnTo>
                <a:lnTo>
                  <a:pt x="408" y="0"/>
                </a:lnTo>
                <a:close/>
              </a:path>
            </a:pathLst>
          </a:custGeom>
          <a:solidFill>
            <a:srgbClr val="9c9c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2148120" y="4483080"/>
            <a:ext cx="145440" cy="165240"/>
          </a:xfrm>
          <a:custGeom>
            <a:avLst/>
            <a:gdLst/>
            <a:ahLst/>
            <a:rect l="0" t="0" r="r" b="b"/>
            <a:pathLst>
              <a:path w="404" h="459">
                <a:moveTo>
                  <a:pt x="404" y="0"/>
                </a:moveTo>
                <a:lnTo>
                  <a:pt x="0" y="459"/>
                </a:lnTo>
                <a:lnTo>
                  <a:pt x="4" y="459"/>
                </a:lnTo>
                <a:lnTo>
                  <a:pt x="404" y="4"/>
                </a:lnTo>
                <a:lnTo>
                  <a:pt x="404" y="0"/>
                </a:lnTo>
                <a:close/>
              </a:path>
            </a:pathLst>
          </a:custGeom>
          <a:solidFill>
            <a:srgbClr val="9e9e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2149560" y="4484520"/>
            <a:ext cx="144000" cy="163800"/>
          </a:xfrm>
          <a:custGeom>
            <a:avLst/>
            <a:gdLst/>
            <a:ahLst/>
            <a:rect l="0" t="0" r="r" b="b"/>
            <a:pathLst>
              <a:path w="400" h="455">
                <a:moveTo>
                  <a:pt x="400" y="0"/>
                </a:moveTo>
                <a:lnTo>
                  <a:pt x="0" y="455"/>
                </a:lnTo>
                <a:lnTo>
                  <a:pt x="4" y="455"/>
                </a:lnTo>
                <a:lnTo>
                  <a:pt x="400" y="5"/>
                </a:lnTo>
                <a:lnTo>
                  <a:pt x="400" y="0"/>
                </a:lnTo>
                <a:close/>
              </a:path>
            </a:pathLst>
          </a:custGeom>
          <a:solidFill>
            <a:srgbClr val="9f9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2151000" y="4486320"/>
            <a:ext cx="142560" cy="162000"/>
          </a:xfrm>
          <a:custGeom>
            <a:avLst/>
            <a:gdLst/>
            <a:ahLst/>
            <a:rect l="0" t="0" r="r" b="b"/>
            <a:pathLst>
              <a:path w="396" h="450">
                <a:moveTo>
                  <a:pt x="396" y="0"/>
                </a:moveTo>
                <a:lnTo>
                  <a:pt x="0" y="450"/>
                </a:lnTo>
                <a:lnTo>
                  <a:pt x="4" y="450"/>
                </a:lnTo>
                <a:lnTo>
                  <a:pt x="396" y="4"/>
                </a:lnTo>
                <a:lnTo>
                  <a:pt x="396" y="0"/>
                </a:lnTo>
                <a:close/>
              </a:path>
            </a:pathLst>
          </a:custGeom>
          <a:solidFill>
            <a:srgbClr val="a0a0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2152440" y="4487760"/>
            <a:ext cx="141120" cy="160560"/>
          </a:xfrm>
          <a:custGeom>
            <a:avLst/>
            <a:gdLst/>
            <a:ahLst/>
            <a:rect l="0" t="0" r="r" b="b"/>
            <a:pathLst>
              <a:path w="392" h="446">
                <a:moveTo>
                  <a:pt x="392" y="0"/>
                </a:moveTo>
                <a:lnTo>
                  <a:pt x="0" y="446"/>
                </a:lnTo>
                <a:lnTo>
                  <a:pt x="4" y="446"/>
                </a:lnTo>
                <a:lnTo>
                  <a:pt x="392" y="5"/>
                </a:lnTo>
                <a:lnTo>
                  <a:pt x="392" y="0"/>
                </a:lnTo>
                <a:close/>
              </a:path>
            </a:pathLst>
          </a:custGeom>
          <a:solidFill>
            <a:srgbClr val="a2a2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2153880" y="4489560"/>
            <a:ext cx="139680" cy="158760"/>
          </a:xfrm>
          <a:custGeom>
            <a:avLst/>
            <a:gdLst/>
            <a:ahLst/>
            <a:rect l="0" t="0" r="r" b="b"/>
            <a:pathLst>
              <a:path w="388" h="441">
                <a:moveTo>
                  <a:pt x="388" y="0"/>
                </a:moveTo>
                <a:lnTo>
                  <a:pt x="0" y="441"/>
                </a:lnTo>
                <a:lnTo>
                  <a:pt x="4" y="441"/>
                </a:lnTo>
                <a:lnTo>
                  <a:pt x="388" y="4"/>
                </a:lnTo>
                <a:lnTo>
                  <a:pt x="388" y="0"/>
                </a:lnTo>
                <a:close/>
              </a:path>
            </a:pathLst>
          </a:custGeom>
          <a:solidFill>
            <a:srgbClr val="a3a3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2155320" y="4491000"/>
            <a:ext cx="138240" cy="157320"/>
          </a:xfrm>
          <a:custGeom>
            <a:avLst/>
            <a:gdLst/>
            <a:ahLst/>
            <a:rect l="0" t="0" r="r" b="b"/>
            <a:pathLst>
              <a:path w="384" h="437">
                <a:moveTo>
                  <a:pt x="384" y="0"/>
                </a:moveTo>
                <a:lnTo>
                  <a:pt x="0" y="437"/>
                </a:lnTo>
                <a:lnTo>
                  <a:pt x="4" y="437"/>
                </a:lnTo>
                <a:lnTo>
                  <a:pt x="384" y="5"/>
                </a:lnTo>
                <a:lnTo>
                  <a:pt x="384" y="0"/>
                </a:lnTo>
                <a:close/>
              </a:path>
            </a:pathLst>
          </a:custGeom>
          <a:solidFill>
            <a:srgbClr val="a5a5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2156760" y="4492800"/>
            <a:ext cx="136800" cy="155520"/>
          </a:xfrm>
          <a:custGeom>
            <a:avLst/>
            <a:gdLst/>
            <a:ahLst/>
            <a:rect l="0" t="0" r="r" b="b"/>
            <a:pathLst>
              <a:path w="380" h="432">
                <a:moveTo>
                  <a:pt x="380" y="0"/>
                </a:moveTo>
                <a:lnTo>
                  <a:pt x="0" y="432"/>
                </a:lnTo>
                <a:lnTo>
                  <a:pt x="4" y="432"/>
                </a:lnTo>
                <a:lnTo>
                  <a:pt x="380" y="4"/>
                </a:lnTo>
                <a:lnTo>
                  <a:pt x="380" y="0"/>
                </a:lnTo>
                <a:close/>
              </a:path>
            </a:pathLst>
          </a:custGeom>
          <a:solidFill>
            <a:srgbClr val="a6a6a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2158200" y="4494240"/>
            <a:ext cx="135360" cy="154080"/>
          </a:xfrm>
          <a:custGeom>
            <a:avLst/>
            <a:gdLst/>
            <a:ahLst/>
            <a:rect l="0" t="0" r="r" b="b"/>
            <a:pathLst>
              <a:path w="376" h="428">
                <a:moveTo>
                  <a:pt x="376" y="0"/>
                </a:moveTo>
                <a:lnTo>
                  <a:pt x="0" y="428"/>
                </a:lnTo>
                <a:lnTo>
                  <a:pt x="4" y="428"/>
                </a:lnTo>
                <a:lnTo>
                  <a:pt x="376" y="5"/>
                </a:lnTo>
                <a:lnTo>
                  <a:pt x="376" y="0"/>
                </a:lnTo>
                <a:close/>
              </a:path>
            </a:pathLst>
          </a:custGeom>
          <a:solidFill>
            <a:srgbClr val="a7a7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2159640" y="4496040"/>
            <a:ext cx="133920" cy="152280"/>
          </a:xfrm>
          <a:custGeom>
            <a:avLst/>
            <a:gdLst/>
            <a:ahLst/>
            <a:rect l="0" t="0" r="r" b="b"/>
            <a:pathLst>
              <a:path w="372" h="423">
                <a:moveTo>
                  <a:pt x="372" y="0"/>
                </a:moveTo>
                <a:lnTo>
                  <a:pt x="0" y="423"/>
                </a:lnTo>
                <a:lnTo>
                  <a:pt x="4" y="423"/>
                </a:lnTo>
                <a:lnTo>
                  <a:pt x="372" y="4"/>
                </a:lnTo>
                <a:lnTo>
                  <a:pt x="372" y="0"/>
                </a:lnTo>
                <a:close/>
              </a:path>
            </a:pathLst>
          </a:custGeom>
          <a:solidFill>
            <a:srgbClr val="a9a9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2161080" y="4497480"/>
            <a:ext cx="132480" cy="150840"/>
          </a:xfrm>
          <a:custGeom>
            <a:avLst/>
            <a:gdLst/>
            <a:ahLst/>
            <a:rect l="0" t="0" r="r" b="b"/>
            <a:pathLst>
              <a:path w="368" h="419">
                <a:moveTo>
                  <a:pt x="368" y="0"/>
                </a:moveTo>
                <a:lnTo>
                  <a:pt x="0" y="419"/>
                </a:lnTo>
                <a:lnTo>
                  <a:pt x="4" y="419"/>
                </a:lnTo>
                <a:lnTo>
                  <a:pt x="368" y="4"/>
                </a:lnTo>
                <a:lnTo>
                  <a:pt x="368" y="0"/>
                </a:lnTo>
                <a:close/>
              </a:path>
            </a:pathLst>
          </a:custGeom>
          <a:solidFill>
            <a:srgbClr val="aaaa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2162520" y="4498920"/>
            <a:ext cx="131040" cy="149400"/>
          </a:xfrm>
          <a:custGeom>
            <a:avLst/>
            <a:gdLst/>
            <a:ahLst/>
            <a:rect l="0" t="0" r="r" b="b"/>
            <a:pathLst>
              <a:path w="364" h="415">
                <a:moveTo>
                  <a:pt x="364" y="0"/>
                </a:moveTo>
                <a:lnTo>
                  <a:pt x="0" y="415"/>
                </a:lnTo>
                <a:lnTo>
                  <a:pt x="4" y="415"/>
                </a:lnTo>
                <a:lnTo>
                  <a:pt x="364" y="5"/>
                </a:lnTo>
                <a:lnTo>
                  <a:pt x="364" y="0"/>
                </a:lnTo>
                <a:close/>
              </a:path>
            </a:pathLst>
          </a:custGeom>
          <a:solidFill>
            <a:srgbClr val="abab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2163960" y="4500720"/>
            <a:ext cx="129600" cy="147600"/>
          </a:xfrm>
          <a:custGeom>
            <a:avLst/>
            <a:gdLst/>
            <a:ahLst/>
            <a:rect l="0" t="0" r="r" b="b"/>
            <a:pathLst>
              <a:path w="360" h="410">
                <a:moveTo>
                  <a:pt x="360" y="0"/>
                </a:moveTo>
                <a:lnTo>
                  <a:pt x="0" y="410"/>
                </a:lnTo>
                <a:lnTo>
                  <a:pt x="4" y="410"/>
                </a:lnTo>
                <a:lnTo>
                  <a:pt x="360" y="4"/>
                </a:lnTo>
                <a:lnTo>
                  <a:pt x="360" y="0"/>
                </a:lnTo>
                <a:close/>
              </a:path>
            </a:pathLst>
          </a:custGeom>
          <a:solidFill>
            <a:srgbClr val="adad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2165400" y="4502160"/>
            <a:ext cx="128160" cy="146160"/>
          </a:xfrm>
          <a:custGeom>
            <a:avLst/>
            <a:gdLst/>
            <a:ahLst/>
            <a:rect l="0" t="0" r="r" b="b"/>
            <a:pathLst>
              <a:path w="356" h="406">
                <a:moveTo>
                  <a:pt x="356" y="0"/>
                </a:moveTo>
                <a:lnTo>
                  <a:pt x="0" y="406"/>
                </a:lnTo>
                <a:lnTo>
                  <a:pt x="4" y="406"/>
                </a:lnTo>
                <a:lnTo>
                  <a:pt x="356" y="5"/>
                </a:lnTo>
                <a:lnTo>
                  <a:pt x="356" y="0"/>
                </a:lnTo>
                <a:close/>
              </a:path>
            </a:pathLst>
          </a:custGeom>
          <a:solidFill>
            <a:srgbClr val="aeae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2166840" y="4503960"/>
            <a:ext cx="126720" cy="144360"/>
          </a:xfrm>
          <a:custGeom>
            <a:avLst/>
            <a:gdLst/>
            <a:ahLst/>
            <a:rect l="0" t="0" r="r" b="b"/>
            <a:pathLst>
              <a:path w="352" h="401">
                <a:moveTo>
                  <a:pt x="352" y="0"/>
                </a:moveTo>
                <a:lnTo>
                  <a:pt x="0" y="401"/>
                </a:lnTo>
                <a:lnTo>
                  <a:pt x="4" y="401"/>
                </a:lnTo>
                <a:lnTo>
                  <a:pt x="352" y="4"/>
                </a:lnTo>
                <a:lnTo>
                  <a:pt x="352" y="0"/>
                </a:lnTo>
                <a:close/>
              </a:path>
            </a:pathLst>
          </a:custGeom>
          <a:solidFill>
            <a:srgbClr val="afa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2168280" y="4505400"/>
            <a:ext cx="125280" cy="142920"/>
          </a:xfrm>
          <a:custGeom>
            <a:avLst/>
            <a:gdLst/>
            <a:ahLst/>
            <a:rect l="0" t="0" r="r" b="b"/>
            <a:pathLst>
              <a:path w="348" h="397">
                <a:moveTo>
                  <a:pt x="348" y="0"/>
                </a:moveTo>
                <a:lnTo>
                  <a:pt x="0" y="397"/>
                </a:lnTo>
                <a:lnTo>
                  <a:pt x="3" y="397"/>
                </a:lnTo>
                <a:lnTo>
                  <a:pt x="348" y="5"/>
                </a:lnTo>
                <a:lnTo>
                  <a:pt x="348" y="0"/>
                </a:lnTo>
                <a:close/>
              </a:path>
            </a:pathLst>
          </a:custGeom>
          <a:solidFill>
            <a:srgbClr val="b1b1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2169360" y="4507200"/>
            <a:ext cx="124200" cy="141120"/>
          </a:xfrm>
          <a:custGeom>
            <a:avLst/>
            <a:gdLst/>
            <a:ahLst/>
            <a:rect l="0" t="0" r="r" b="b"/>
            <a:pathLst>
              <a:path w="345" h="392">
                <a:moveTo>
                  <a:pt x="345" y="0"/>
                </a:moveTo>
                <a:lnTo>
                  <a:pt x="0" y="392"/>
                </a:lnTo>
                <a:lnTo>
                  <a:pt x="4" y="392"/>
                </a:lnTo>
                <a:lnTo>
                  <a:pt x="345" y="4"/>
                </a:lnTo>
                <a:lnTo>
                  <a:pt x="345" y="0"/>
                </a:lnTo>
                <a:close/>
              </a:path>
            </a:pathLst>
          </a:custGeom>
          <a:solidFill>
            <a:srgbClr val="b2b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2170800" y="4508640"/>
            <a:ext cx="122760" cy="139680"/>
          </a:xfrm>
          <a:custGeom>
            <a:avLst/>
            <a:gdLst/>
            <a:ahLst/>
            <a:rect l="0" t="0" r="r" b="b"/>
            <a:pathLst>
              <a:path w="341" h="388">
                <a:moveTo>
                  <a:pt x="341" y="0"/>
                </a:moveTo>
                <a:lnTo>
                  <a:pt x="0" y="388"/>
                </a:lnTo>
                <a:lnTo>
                  <a:pt x="4" y="388"/>
                </a:lnTo>
                <a:lnTo>
                  <a:pt x="341" y="5"/>
                </a:lnTo>
                <a:lnTo>
                  <a:pt x="341" y="0"/>
                </a:lnTo>
                <a:close/>
              </a:path>
            </a:pathLst>
          </a:custGeom>
          <a:solidFill>
            <a:srgbClr val="b4b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2172240" y="4510440"/>
            <a:ext cx="121320" cy="137880"/>
          </a:xfrm>
          <a:custGeom>
            <a:avLst/>
            <a:gdLst/>
            <a:ahLst/>
            <a:rect l="0" t="0" r="r" b="b"/>
            <a:pathLst>
              <a:path w="337" h="383">
                <a:moveTo>
                  <a:pt x="337" y="0"/>
                </a:moveTo>
                <a:lnTo>
                  <a:pt x="0" y="383"/>
                </a:lnTo>
                <a:lnTo>
                  <a:pt x="4" y="383"/>
                </a:lnTo>
                <a:lnTo>
                  <a:pt x="337" y="4"/>
                </a:lnTo>
                <a:lnTo>
                  <a:pt x="337" y="0"/>
                </a:lnTo>
                <a:close/>
              </a:path>
            </a:pathLst>
          </a:custGeom>
          <a:solidFill>
            <a:srgbClr val="b5b5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2173680" y="4511880"/>
            <a:ext cx="119880" cy="136440"/>
          </a:xfrm>
          <a:custGeom>
            <a:avLst/>
            <a:gdLst/>
            <a:ahLst/>
            <a:rect l="0" t="0" r="r" b="b"/>
            <a:pathLst>
              <a:path w="333" h="379">
                <a:moveTo>
                  <a:pt x="333" y="0"/>
                </a:moveTo>
                <a:lnTo>
                  <a:pt x="0" y="379"/>
                </a:lnTo>
                <a:lnTo>
                  <a:pt x="4" y="379"/>
                </a:lnTo>
                <a:lnTo>
                  <a:pt x="333" y="5"/>
                </a:lnTo>
                <a:lnTo>
                  <a:pt x="333" y="0"/>
                </a:lnTo>
                <a:close/>
              </a:path>
            </a:pathLst>
          </a:custGeom>
          <a:solidFill>
            <a:srgbClr val="b6b6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2175120" y="4513680"/>
            <a:ext cx="118440" cy="134640"/>
          </a:xfrm>
          <a:custGeom>
            <a:avLst/>
            <a:gdLst/>
            <a:ahLst/>
            <a:rect l="0" t="0" r="r" b="b"/>
            <a:pathLst>
              <a:path w="329" h="374">
                <a:moveTo>
                  <a:pt x="329" y="0"/>
                </a:moveTo>
                <a:lnTo>
                  <a:pt x="0" y="374"/>
                </a:lnTo>
                <a:lnTo>
                  <a:pt x="4" y="374"/>
                </a:lnTo>
                <a:lnTo>
                  <a:pt x="329" y="4"/>
                </a:lnTo>
                <a:lnTo>
                  <a:pt x="329" y="0"/>
                </a:lnTo>
                <a:close/>
              </a:path>
            </a:pathLst>
          </a:custGeom>
          <a:solidFill>
            <a:srgbClr val="b8b8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2176560" y="4515120"/>
            <a:ext cx="117000" cy="133200"/>
          </a:xfrm>
          <a:custGeom>
            <a:avLst/>
            <a:gdLst/>
            <a:ahLst/>
            <a:rect l="0" t="0" r="r" b="b"/>
            <a:pathLst>
              <a:path w="325" h="370">
                <a:moveTo>
                  <a:pt x="325" y="0"/>
                </a:moveTo>
                <a:lnTo>
                  <a:pt x="0" y="370"/>
                </a:lnTo>
                <a:lnTo>
                  <a:pt x="4" y="370"/>
                </a:lnTo>
                <a:lnTo>
                  <a:pt x="325" y="5"/>
                </a:lnTo>
                <a:lnTo>
                  <a:pt x="325" y="0"/>
                </a:lnTo>
                <a:close/>
              </a:path>
            </a:pathLst>
          </a:custGeom>
          <a:solidFill>
            <a:srgbClr val="b9b9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2178000" y="4516920"/>
            <a:ext cx="115560" cy="131400"/>
          </a:xfrm>
          <a:custGeom>
            <a:avLst/>
            <a:gdLst/>
            <a:ahLst/>
            <a:rect l="0" t="0" r="r" b="b"/>
            <a:pathLst>
              <a:path w="321" h="365">
                <a:moveTo>
                  <a:pt x="321" y="0"/>
                </a:moveTo>
                <a:lnTo>
                  <a:pt x="0" y="365"/>
                </a:lnTo>
                <a:lnTo>
                  <a:pt x="4" y="365"/>
                </a:lnTo>
                <a:lnTo>
                  <a:pt x="321" y="4"/>
                </a:lnTo>
                <a:lnTo>
                  <a:pt x="321" y="0"/>
                </a:lnTo>
                <a:close/>
              </a:path>
            </a:pathLst>
          </a:custGeom>
          <a:solidFill>
            <a:srgbClr val="baba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2179440" y="4518360"/>
            <a:ext cx="114120" cy="129960"/>
          </a:xfrm>
          <a:custGeom>
            <a:avLst/>
            <a:gdLst/>
            <a:ahLst/>
            <a:rect l="0" t="0" r="r" b="b"/>
            <a:pathLst>
              <a:path w="317" h="361">
                <a:moveTo>
                  <a:pt x="317" y="0"/>
                </a:moveTo>
                <a:lnTo>
                  <a:pt x="0" y="361"/>
                </a:lnTo>
                <a:lnTo>
                  <a:pt x="4" y="361"/>
                </a:lnTo>
                <a:lnTo>
                  <a:pt x="317" y="5"/>
                </a:lnTo>
                <a:lnTo>
                  <a:pt x="317" y="0"/>
                </a:lnTo>
                <a:close/>
              </a:path>
            </a:pathLst>
          </a:custGeom>
          <a:solidFill>
            <a:srgbClr val="bcbc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2180880" y="4520160"/>
            <a:ext cx="112680" cy="128160"/>
          </a:xfrm>
          <a:custGeom>
            <a:avLst/>
            <a:gdLst/>
            <a:ahLst/>
            <a:rect l="0" t="0" r="r" b="b"/>
            <a:pathLst>
              <a:path w="313" h="356">
                <a:moveTo>
                  <a:pt x="313" y="0"/>
                </a:moveTo>
                <a:lnTo>
                  <a:pt x="0" y="356"/>
                </a:lnTo>
                <a:lnTo>
                  <a:pt x="4" y="356"/>
                </a:lnTo>
                <a:lnTo>
                  <a:pt x="313" y="4"/>
                </a:lnTo>
                <a:lnTo>
                  <a:pt x="313" y="0"/>
                </a:lnTo>
                <a:close/>
              </a:path>
            </a:pathLst>
          </a:custGeom>
          <a:solidFill>
            <a:srgbClr val="bdbd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182320" y="4521600"/>
            <a:ext cx="111240" cy="126720"/>
          </a:xfrm>
          <a:custGeom>
            <a:avLst/>
            <a:gdLst/>
            <a:ahLst/>
            <a:rect l="0" t="0" r="r" b="b"/>
            <a:pathLst>
              <a:path w="309" h="352">
                <a:moveTo>
                  <a:pt x="309" y="0"/>
                </a:moveTo>
                <a:lnTo>
                  <a:pt x="0" y="352"/>
                </a:lnTo>
                <a:lnTo>
                  <a:pt x="4" y="352"/>
                </a:lnTo>
                <a:lnTo>
                  <a:pt x="309" y="5"/>
                </a:lnTo>
                <a:lnTo>
                  <a:pt x="309" y="0"/>
                </a:lnTo>
                <a:close/>
              </a:path>
            </a:pathLst>
          </a:custGeom>
          <a:solidFill>
            <a:srgbClr val="bebe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183760" y="4523400"/>
            <a:ext cx="109800" cy="124920"/>
          </a:xfrm>
          <a:custGeom>
            <a:avLst/>
            <a:gdLst/>
            <a:ahLst/>
            <a:rect l="0" t="0" r="r" b="b"/>
            <a:pathLst>
              <a:path w="305" h="347">
                <a:moveTo>
                  <a:pt x="305" y="0"/>
                </a:moveTo>
                <a:lnTo>
                  <a:pt x="0" y="347"/>
                </a:lnTo>
                <a:lnTo>
                  <a:pt x="4" y="347"/>
                </a:lnTo>
                <a:lnTo>
                  <a:pt x="305" y="4"/>
                </a:lnTo>
                <a:lnTo>
                  <a:pt x="305" y="0"/>
                </a:lnTo>
                <a:close/>
              </a:path>
            </a:pathLst>
          </a:custGeom>
          <a:solidFill>
            <a:srgbClr val="c0c0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2185200" y="4524840"/>
            <a:ext cx="108360" cy="123480"/>
          </a:xfrm>
          <a:custGeom>
            <a:avLst/>
            <a:gdLst/>
            <a:ahLst/>
            <a:rect l="0" t="0" r="r" b="b"/>
            <a:pathLst>
              <a:path w="301" h="343">
                <a:moveTo>
                  <a:pt x="301" y="0"/>
                </a:moveTo>
                <a:lnTo>
                  <a:pt x="0" y="343"/>
                </a:lnTo>
                <a:lnTo>
                  <a:pt x="4" y="343"/>
                </a:lnTo>
                <a:lnTo>
                  <a:pt x="301" y="5"/>
                </a:lnTo>
                <a:lnTo>
                  <a:pt x="301" y="0"/>
                </a:lnTo>
                <a:close/>
              </a:path>
            </a:pathLst>
          </a:custGeom>
          <a:solidFill>
            <a:srgbClr val="c1c1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2186640" y="4526640"/>
            <a:ext cx="106920" cy="121680"/>
          </a:xfrm>
          <a:custGeom>
            <a:avLst/>
            <a:gdLst/>
            <a:ahLst/>
            <a:rect l="0" t="0" r="r" b="b"/>
            <a:pathLst>
              <a:path w="297" h="338">
                <a:moveTo>
                  <a:pt x="297" y="0"/>
                </a:moveTo>
                <a:lnTo>
                  <a:pt x="0" y="338"/>
                </a:lnTo>
                <a:lnTo>
                  <a:pt x="4" y="338"/>
                </a:lnTo>
                <a:lnTo>
                  <a:pt x="297" y="4"/>
                </a:lnTo>
                <a:lnTo>
                  <a:pt x="297" y="0"/>
                </a:lnTo>
                <a:close/>
              </a:path>
            </a:pathLst>
          </a:custGeom>
          <a:solidFill>
            <a:srgbClr val="c3c3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2188080" y="4528080"/>
            <a:ext cx="105480" cy="120240"/>
          </a:xfrm>
          <a:custGeom>
            <a:avLst/>
            <a:gdLst/>
            <a:ahLst/>
            <a:rect l="0" t="0" r="r" b="b"/>
            <a:pathLst>
              <a:path w="293" h="334">
                <a:moveTo>
                  <a:pt x="293" y="0"/>
                </a:moveTo>
                <a:lnTo>
                  <a:pt x="0" y="334"/>
                </a:lnTo>
                <a:lnTo>
                  <a:pt x="4" y="334"/>
                </a:lnTo>
                <a:lnTo>
                  <a:pt x="293" y="5"/>
                </a:lnTo>
                <a:lnTo>
                  <a:pt x="293" y="0"/>
                </a:lnTo>
                <a:close/>
              </a:path>
            </a:pathLst>
          </a:custGeom>
          <a:solidFill>
            <a:srgbClr val="c4c4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2189520" y="4529880"/>
            <a:ext cx="104040" cy="118440"/>
          </a:xfrm>
          <a:custGeom>
            <a:avLst/>
            <a:gdLst/>
            <a:ahLst/>
            <a:rect l="0" t="0" r="r" b="b"/>
            <a:pathLst>
              <a:path w="289" h="329">
                <a:moveTo>
                  <a:pt x="289" y="0"/>
                </a:moveTo>
                <a:lnTo>
                  <a:pt x="0" y="329"/>
                </a:lnTo>
                <a:lnTo>
                  <a:pt x="4" y="329"/>
                </a:lnTo>
                <a:lnTo>
                  <a:pt x="289" y="4"/>
                </a:lnTo>
                <a:lnTo>
                  <a:pt x="289" y="0"/>
                </a:lnTo>
                <a:close/>
              </a:path>
            </a:pathLst>
          </a:custGeom>
          <a:solidFill>
            <a:srgbClr val="c5c5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2190960" y="4531320"/>
            <a:ext cx="102600" cy="117000"/>
          </a:xfrm>
          <a:custGeom>
            <a:avLst/>
            <a:gdLst/>
            <a:ahLst/>
            <a:rect l="0" t="0" r="r" b="b"/>
            <a:pathLst>
              <a:path w="285" h="325">
                <a:moveTo>
                  <a:pt x="285" y="0"/>
                </a:moveTo>
                <a:lnTo>
                  <a:pt x="0" y="325"/>
                </a:lnTo>
                <a:lnTo>
                  <a:pt x="4" y="325"/>
                </a:lnTo>
                <a:lnTo>
                  <a:pt x="285" y="5"/>
                </a:lnTo>
                <a:lnTo>
                  <a:pt x="285" y="0"/>
                </a:lnTo>
                <a:close/>
              </a:path>
            </a:pathLst>
          </a:custGeom>
          <a:solidFill>
            <a:srgbClr val="c7c7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2192400" y="4533120"/>
            <a:ext cx="101160" cy="115200"/>
          </a:xfrm>
          <a:custGeom>
            <a:avLst/>
            <a:gdLst/>
            <a:ahLst/>
            <a:rect l="0" t="0" r="r" b="b"/>
            <a:pathLst>
              <a:path w="281" h="320">
                <a:moveTo>
                  <a:pt x="281" y="0"/>
                </a:moveTo>
                <a:lnTo>
                  <a:pt x="0" y="320"/>
                </a:lnTo>
                <a:lnTo>
                  <a:pt x="4" y="320"/>
                </a:lnTo>
                <a:lnTo>
                  <a:pt x="281" y="4"/>
                </a:lnTo>
                <a:lnTo>
                  <a:pt x="281" y="0"/>
                </a:lnTo>
                <a:close/>
              </a:path>
            </a:pathLst>
          </a:custGeom>
          <a:solidFill>
            <a:srgbClr val="c8c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2193840" y="4534560"/>
            <a:ext cx="99720" cy="113760"/>
          </a:xfrm>
          <a:custGeom>
            <a:avLst/>
            <a:gdLst/>
            <a:ahLst/>
            <a:rect l="0" t="0" r="r" b="b"/>
            <a:pathLst>
              <a:path w="277" h="316">
                <a:moveTo>
                  <a:pt x="277" y="0"/>
                </a:moveTo>
                <a:lnTo>
                  <a:pt x="0" y="316"/>
                </a:lnTo>
                <a:lnTo>
                  <a:pt x="4" y="316"/>
                </a:lnTo>
                <a:lnTo>
                  <a:pt x="277" y="5"/>
                </a:lnTo>
                <a:lnTo>
                  <a:pt x="277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2195280" y="4536360"/>
            <a:ext cx="98280" cy="111960"/>
          </a:xfrm>
          <a:custGeom>
            <a:avLst/>
            <a:gdLst/>
            <a:ahLst/>
            <a:rect l="0" t="0" r="r" b="b"/>
            <a:pathLst>
              <a:path w="273" h="311">
                <a:moveTo>
                  <a:pt x="273" y="0"/>
                </a:moveTo>
                <a:lnTo>
                  <a:pt x="0" y="311"/>
                </a:lnTo>
                <a:lnTo>
                  <a:pt x="4" y="311"/>
                </a:lnTo>
                <a:lnTo>
                  <a:pt x="273" y="4"/>
                </a:lnTo>
                <a:lnTo>
                  <a:pt x="273" y="0"/>
                </a:lnTo>
                <a:close/>
              </a:path>
            </a:pathLst>
          </a:custGeom>
          <a:solidFill>
            <a:srgbClr val="cbc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2196720" y="4537800"/>
            <a:ext cx="96840" cy="110520"/>
          </a:xfrm>
          <a:custGeom>
            <a:avLst/>
            <a:gdLst/>
            <a:ahLst/>
            <a:rect l="0" t="0" r="r" b="b"/>
            <a:pathLst>
              <a:path w="269" h="307">
                <a:moveTo>
                  <a:pt x="269" y="0"/>
                </a:moveTo>
                <a:lnTo>
                  <a:pt x="0" y="307"/>
                </a:lnTo>
                <a:lnTo>
                  <a:pt x="3" y="307"/>
                </a:lnTo>
                <a:lnTo>
                  <a:pt x="269" y="5"/>
                </a:lnTo>
                <a:lnTo>
                  <a:pt x="269" y="0"/>
                </a:lnTo>
                <a:close/>
              </a:path>
            </a:pathLst>
          </a:custGeom>
          <a:solidFill>
            <a:srgbClr val="cccc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2197800" y="4539600"/>
            <a:ext cx="95760" cy="108720"/>
          </a:xfrm>
          <a:custGeom>
            <a:avLst/>
            <a:gdLst/>
            <a:ahLst/>
            <a:rect l="0" t="0" r="r" b="b"/>
            <a:pathLst>
              <a:path w="266" h="302">
                <a:moveTo>
                  <a:pt x="266" y="0"/>
                </a:moveTo>
                <a:lnTo>
                  <a:pt x="0" y="302"/>
                </a:lnTo>
                <a:lnTo>
                  <a:pt x="4" y="302"/>
                </a:lnTo>
                <a:lnTo>
                  <a:pt x="266" y="4"/>
                </a:lnTo>
                <a:lnTo>
                  <a:pt x="266" y="0"/>
                </a:lnTo>
                <a:close/>
              </a:path>
            </a:pathLst>
          </a:custGeom>
          <a:solidFill>
            <a:srgbClr val="cdcd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2199240" y="4541040"/>
            <a:ext cx="94680" cy="107280"/>
          </a:xfrm>
          <a:custGeom>
            <a:avLst/>
            <a:gdLst/>
            <a:ahLst/>
            <a:rect l="0" t="0" r="r" b="b"/>
            <a:pathLst>
              <a:path w="263" h="298">
                <a:moveTo>
                  <a:pt x="263" y="0"/>
                </a:moveTo>
                <a:lnTo>
                  <a:pt x="0" y="298"/>
                </a:lnTo>
                <a:lnTo>
                  <a:pt x="5" y="298"/>
                </a:lnTo>
                <a:lnTo>
                  <a:pt x="263" y="5"/>
                </a:lnTo>
                <a:lnTo>
                  <a:pt x="263" y="0"/>
                </a:lnTo>
                <a:close/>
              </a:path>
            </a:pathLst>
          </a:custGeom>
          <a:solidFill>
            <a:srgbClr val="cfc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2200680" y="4542840"/>
            <a:ext cx="92880" cy="105480"/>
          </a:xfrm>
          <a:custGeom>
            <a:avLst/>
            <a:gdLst/>
            <a:ahLst/>
            <a:rect l="0" t="0" r="r" b="b"/>
            <a:pathLst>
              <a:path w="258" h="293">
                <a:moveTo>
                  <a:pt x="258" y="0"/>
                </a:moveTo>
                <a:lnTo>
                  <a:pt x="0" y="293"/>
                </a:lnTo>
                <a:lnTo>
                  <a:pt x="4" y="293"/>
                </a:lnTo>
                <a:lnTo>
                  <a:pt x="258" y="4"/>
                </a:lnTo>
                <a:lnTo>
                  <a:pt x="258" y="0"/>
                </a:lnTo>
                <a:close/>
              </a:path>
            </a:pathLst>
          </a:custGeom>
          <a:solidFill>
            <a:srgbClr val="d0d0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2202120" y="4544280"/>
            <a:ext cx="91440" cy="104040"/>
          </a:xfrm>
          <a:custGeom>
            <a:avLst/>
            <a:gdLst/>
            <a:ahLst/>
            <a:rect l="0" t="0" r="r" b="b"/>
            <a:pathLst>
              <a:path w="254" h="289">
                <a:moveTo>
                  <a:pt x="254" y="0"/>
                </a:moveTo>
                <a:lnTo>
                  <a:pt x="0" y="289"/>
                </a:lnTo>
                <a:lnTo>
                  <a:pt x="4" y="289"/>
                </a:lnTo>
                <a:lnTo>
                  <a:pt x="254" y="5"/>
                </a:lnTo>
                <a:lnTo>
                  <a:pt x="254" y="0"/>
                </a:lnTo>
                <a:close/>
              </a:path>
            </a:pathLst>
          </a:custGeom>
          <a:solidFill>
            <a:srgbClr val="d2d2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2203560" y="4546080"/>
            <a:ext cx="90000" cy="102240"/>
          </a:xfrm>
          <a:custGeom>
            <a:avLst/>
            <a:gdLst/>
            <a:ahLst/>
            <a:rect l="0" t="0" r="r" b="b"/>
            <a:pathLst>
              <a:path w="250" h="284">
                <a:moveTo>
                  <a:pt x="250" y="0"/>
                </a:moveTo>
                <a:lnTo>
                  <a:pt x="0" y="284"/>
                </a:lnTo>
                <a:lnTo>
                  <a:pt x="4" y="284"/>
                </a:lnTo>
                <a:lnTo>
                  <a:pt x="250" y="4"/>
                </a:lnTo>
                <a:lnTo>
                  <a:pt x="25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2205000" y="4547520"/>
            <a:ext cx="88560" cy="100800"/>
          </a:xfrm>
          <a:custGeom>
            <a:avLst/>
            <a:gdLst/>
            <a:ahLst/>
            <a:rect l="0" t="0" r="r" b="b"/>
            <a:pathLst>
              <a:path w="246" h="280">
                <a:moveTo>
                  <a:pt x="246" y="0"/>
                </a:moveTo>
                <a:lnTo>
                  <a:pt x="0" y="280"/>
                </a:lnTo>
                <a:lnTo>
                  <a:pt x="4" y="280"/>
                </a:lnTo>
                <a:lnTo>
                  <a:pt x="246" y="5"/>
                </a:lnTo>
                <a:lnTo>
                  <a:pt x="246" y="0"/>
                </a:lnTo>
                <a:close/>
              </a:path>
            </a:pathLst>
          </a:custGeom>
          <a:solidFill>
            <a:srgbClr val="d4d4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2206440" y="4549320"/>
            <a:ext cx="87120" cy="99000"/>
          </a:xfrm>
          <a:custGeom>
            <a:avLst/>
            <a:gdLst/>
            <a:ahLst/>
            <a:rect l="0" t="0" r="r" b="b"/>
            <a:pathLst>
              <a:path w="242" h="275">
                <a:moveTo>
                  <a:pt x="242" y="0"/>
                </a:moveTo>
                <a:lnTo>
                  <a:pt x="0" y="275"/>
                </a:lnTo>
                <a:lnTo>
                  <a:pt x="4" y="275"/>
                </a:lnTo>
                <a:lnTo>
                  <a:pt x="242" y="4"/>
                </a:lnTo>
                <a:lnTo>
                  <a:pt x="242" y="0"/>
                </a:lnTo>
                <a:close/>
              </a:path>
            </a:pathLst>
          </a:custGeom>
          <a:solidFill>
            <a:srgbClr val="d6d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2207880" y="4550760"/>
            <a:ext cx="85680" cy="97560"/>
          </a:xfrm>
          <a:custGeom>
            <a:avLst/>
            <a:gdLst/>
            <a:ahLst/>
            <a:rect l="0" t="0" r="r" b="b"/>
            <a:pathLst>
              <a:path w="238" h="271">
                <a:moveTo>
                  <a:pt x="238" y="0"/>
                </a:moveTo>
                <a:lnTo>
                  <a:pt x="0" y="271"/>
                </a:lnTo>
                <a:lnTo>
                  <a:pt x="4" y="271"/>
                </a:lnTo>
                <a:lnTo>
                  <a:pt x="238" y="5"/>
                </a:lnTo>
                <a:lnTo>
                  <a:pt x="238" y="0"/>
                </a:lnTo>
                <a:close/>
              </a:path>
            </a:pathLst>
          </a:custGeom>
          <a:solidFill>
            <a:srgbClr val="d7d7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2209320" y="4552560"/>
            <a:ext cx="84240" cy="95760"/>
          </a:xfrm>
          <a:custGeom>
            <a:avLst/>
            <a:gdLst/>
            <a:ahLst/>
            <a:rect l="0" t="0" r="r" b="b"/>
            <a:pathLst>
              <a:path w="234" h="266">
                <a:moveTo>
                  <a:pt x="234" y="0"/>
                </a:moveTo>
                <a:lnTo>
                  <a:pt x="0" y="266"/>
                </a:lnTo>
                <a:lnTo>
                  <a:pt x="4" y="266"/>
                </a:lnTo>
                <a:lnTo>
                  <a:pt x="234" y="4"/>
                </a:lnTo>
                <a:lnTo>
                  <a:pt x="234" y="0"/>
                </a:lnTo>
                <a:close/>
              </a:path>
            </a:pathLst>
          </a:custGeom>
          <a:solidFill>
            <a:srgbClr val="d8d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2210760" y="4554000"/>
            <a:ext cx="82800" cy="94320"/>
          </a:xfrm>
          <a:custGeom>
            <a:avLst/>
            <a:gdLst/>
            <a:ahLst/>
            <a:rect l="0" t="0" r="r" b="b"/>
            <a:pathLst>
              <a:path w="230" h="262">
                <a:moveTo>
                  <a:pt x="230" y="0"/>
                </a:moveTo>
                <a:lnTo>
                  <a:pt x="0" y="262"/>
                </a:lnTo>
                <a:lnTo>
                  <a:pt x="4" y="262"/>
                </a:lnTo>
                <a:lnTo>
                  <a:pt x="230" y="5"/>
                </a:lnTo>
                <a:lnTo>
                  <a:pt x="230" y="0"/>
                </a:lnTo>
                <a:close/>
              </a:path>
            </a:pathLst>
          </a:custGeom>
          <a:solidFill>
            <a:srgbClr val="dada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2212200" y="4555800"/>
            <a:ext cx="81360" cy="92520"/>
          </a:xfrm>
          <a:custGeom>
            <a:avLst/>
            <a:gdLst/>
            <a:ahLst/>
            <a:rect l="0" t="0" r="r" b="b"/>
            <a:pathLst>
              <a:path w="226" h="257">
                <a:moveTo>
                  <a:pt x="226" y="0"/>
                </a:moveTo>
                <a:lnTo>
                  <a:pt x="0" y="257"/>
                </a:lnTo>
                <a:lnTo>
                  <a:pt x="4" y="257"/>
                </a:lnTo>
                <a:lnTo>
                  <a:pt x="226" y="4"/>
                </a:lnTo>
                <a:lnTo>
                  <a:pt x="226" y="0"/>
                </a:lnTo>
                <a:close/>
              </a:path>
            </a:pathLst>
          </a:custGeom>
          <a:solidFill>
            <a:srgbClr val="dbdb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2213640" y="4557240"/>
            <a:ext cx="79920" cy="91080"/>
          </a:xfrm>
          <a:custGeom>
            <a:avLst/>
            <a:gdLst/>
            <a:ahLst/>
            <a:rect l="0" t="0" r="r" b="b"/>
            <a:pathLst>
              <a:path w="222" h="253">
                <a:moveTo>
                  <a:pt x="222" y="0"/>
                </a:moveTo>
                <a:lnTo>
                  <a:pt x="0" y="253"/>
                </a:lnTo>
                <a:lnTo>
                  <a:pt x="4" y="253"/>
                </a:lnTo>
                <a:lnTo>
                  <a:pt x="222" y="5"/>
                </a:lnTo>
                <a:lnTo>
                  <a:pt x="222" y="0"/>
                </a:lnTo>
                <a:close/>
              </a:path>
            </a:pathLst>
          </a:custGeom>
          <a:solidFill>
            <a:srgbClr val="dcdc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2215080" y="4559040"/>
            <a:ext cx="78480" cy="89280"/>
          </a:xfrm>
          <a:custGeom>
            <a:avLst/>
            <a:gdLst/>
            <a:ahLst/>
            <a:rect l="0" t="0" r="r" b="b"/>
            <a:pathLst>
              <a:path w="218" h="248">
                <a:moveTo>
                  <a:pt x="218" y="0"/>
                </a:moveTo>
                <a:lnTo>
                  <a:pt x="0" y="248"/>
                </a:lnTo>
                <a:lnTo>
                  <a:pt x="4" y="248"/>
                </a:lnTo>
                <a:lnTo>
                  <a:pt x="218" y="4"/>
                </a:lnTo>
                <a:lnTo>
                  <a:pt x="218" y="0"/>
                </a:lnTo>
                <a:close/>
              </a:path>
            </a:pathLst>
          </a:custGeom>
          <a:solidFill>
            <a:srgbClr val="dede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2216520" y="4560480"/>
            <a:ext cx="77040" cy="87840"/>
          </a:xfrm>
          <a:custGeom>
            <a:avLst/>
            <a:gdLst/>
            <a:ahLst/>
            <a:rect l="0" t="0" r="r" b="b"/>
            <a:pathLst>
              <a:path w="214" h="244">
                <a:moveTo>
                  <a:pt x="214" y="0"/>
                </a:moveTo>
                <a:lnTo>
                  <a:pt x="0" y="244"/>
                </a:lnTo>
                <a:lnTo>
                  <a:pt x="4" y="244"/>
                </a:lnTo>
                <a:lnTo>
                  <a:pt x="214" y="5"/>
                </a:lnTo>
                <a:lnTo>
                  <a:pt x="214" y="0"/>
                </a:lnTo>
                <a:close/>
              </a:path>
            </a:pathLst>
          </a:custGeom>
          <a:solidFill>
            <a:srgbClr val="dfdf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2217960" y="4562280"/>
            <a:ext cx="75600" cy="86040"/>
          </a:xfrm>
          <a:custGeom>
            <a:avLst/>
            <a:gdLst/>
            <a:ahLst/>
            <a:rect l="0" t="0" r="r" b="b"/>
            <a:pathLst>
              <a:path w="210" h="239">
                <a:moveTo>
                  <a:pt x="210" y="0"/>
                </a:moveTo>
                <a:lnTo>
                  <a:pt x="0" y="239"/>
                </a:lnTo>
                <a:lnTo>
                  <a:pt x="4" y="239"/>
                </a:lnTo>
                <a:lnTo>
                  <a:pt x="210" y="4"/>
                </a:lnTo>
                <a:lnTo>
                  <a:pt x="210" y="0"/>
                </a:lnTo>
                <a:close/>
              </a:path>
            </a:pathLst>
          </a:custGeom>
          <a:solidFill>
            <a:srgbClr val="e1e1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2219400" y="4563720"/>
            <a:ext cx="74160" cy="84600"/>
          </a:xfrm>
          <a:custGeom>
            <a:avLst/>
            <a:gdLst/>
            <a:ahLst/>
            <a:rect l="0" t="0" r="r" b="b"/>
            <a:pathLst>
              <a:path w="206" h="235">
                <a:moveTo>
                  <a:pt x="206" y="0"/>
                </a:moveTo>
                <a:lnTo>
                  <a:pt x="0" y="235"/>
                </a:lnTo>
                <a:lnTo>
                  <a:pt x="4" y="235"/>
                </a:lnTo>
                <a:lnTo>
                  <a:pt x="206" y="5"/>
                </a:lnTo>
                <a:lnTo>
                  <a:pt x="206" y="0"/>
                </a:lnTo>
                <a:close/>
              </a:path>
            </a:pathLst>
          </a:custGeom>
          <a:solidFill>
            <a:srgbClr val="e2e2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2220840" y="4565520"/>
            <a:ext cx="72720" cy="82800"/>
          </a:xfrm>
          <a:custGeom>
            <a:avLst/>
            <a:gdLst/>
            <a:ahLst/>
            <a:rect l="0" t="0" r="r" b="b"/>
            <a:pathLst>
              <a:path w="202" h="230">
                <a:moveTo>
                  <a:pt x="202" y="0"/>
                </a:moveTo>
                <a:lnTo>
                  <a:pt x="0" y="230"/>
                </a:lnTo>
                <a:lnTo>
                  <a:pt x="4" y="230"/>
                </a:lnTo>
                <a:lnTo>
                  <a:pt x="202" y="4"/>
                </a:lnTo>
                <a:lnTo>
                  <a:pt x="202" y="0"/>
                </a:lnTo>
                <a:close/>
              </a:path>
            </a:pathLst>
          </a:custGeom>
          <a:solidFill>
            <a:srgbClr val="e3e3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2222280" y="4566960"/>
            <a:ext cx="71280" cy="81360"/>
          </a:xfrm>
          <a:custGeom>
            <a:avLst/>
            <a:gdLst/>
            <a:ahLst/>
            <a:rect l="0" t="0" r="r" b="b"/>
            <a:pathLst>
              <a:path w="198" h="226">
                <a:moveTo>
                  <a:pt x="198" y="0"/>
                </a:moveTo>
                <a:lnTo>
                  <a:pt x="0" y="226"/>
                </a:lnTo>
                <a:lnTo>
                  <a:pt x="4" y="226"/>
                </a:lnTo>
                <a:lnTo>
                  <a:pt x="198" y="5"/>
                </a:lnTo>
                <a:lnTo>
                  <a:pt x="198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2223720" y="4568760"/>
            <a:ext cx="69840" cy="79560"/>
          </a:xfrm>
          <a:custGeom>
            <a:avLst/>
            <a:gdLst/>
            <a:ahLst/>
            <a:rect l="0" t="0" r="r" b="b"/>
            <a:pathLst>
              <a:path w="194" h="221">
                <a:moveTo>
                  <a:pt x="194" y="0"/>
                </a:moveTo>
                <a:lnTo>
                  <a:pt x="0" y="221"/>
                </a:lnTo>
                <a:lnTo>
                  <a:pt x="4" y="221"/>
                </a:lnTo>
                <a:lnTo>
                  <a:pt x="194" y="4"/>
                </a:lnTo>
                <a:lnTo>
                  <a:pt x="194" y="0"/>
                </a:lnTo>
                <a:close/>
              </a:path>
            </a:pathLst>
          </a:custGeom>
          <a:solidFill>
            <a:srgbClr val="e6e6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2225160" y="4570200"/>
            <a:ext cx="68400" cy="78120"/>
          </a:xfrm>
          <a:custGeom>
            <a:avLst/>
            <a:gdLst/>
            <a:ahLst/>
            <a:rect l="0" t="0" r="r" b="b"/>
            <a:pathLst>
              <a:path w="190" h="217">
                <a:moveTo>
                  <a:pt x="190" y="0"/>
                </a:moveTo>
                <a:lnTo>
                  <a:pt x="0" y="217"/>
                </a:lnTo>
                <a:lnTo>
                  <a:pt x="3" y="217"/>
                </a:lnTo>
                <a:lnTo>
                  <a:pt x="190" y="5"/>
                </a:lnTo>
                <a:lnTo>
                  <a:pt x="190" y="0"/>
                </a:lnTo>
                <a:close/>
              </a:path>
            </a:pathLst>
          </a:custGeom>
          <a:solidFill>
            <a:srgbClr val="e7e7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2226240" y="4572000"/>
            <a:ext cx="67320" cy="76320"/>
          </a:xfrm>
          <a:custGeom>
            <a:avLst/>
            <a:gdLst/>
            <a:ahLst/>
            <a:rect l="0" t="0" r="r" b="b"/>
            <a:pathLst>
              <a:path w="187" h="212">
                <a:moveTo>
                  <a:pt x="187" y="0"/>
                </a:moveTo>
                <a:lnTo>
                  <a:pt x="0" y="212"/>
                </a:lnTo>
                <a:lnTo>
                  <a:pt x="4" y="212"/>
                </a:lnTo>
                <a:lnTo>
                  <a:pt x="187" y="4"/>
                </a:lnTo>
                <a:lnTo>
                  <a:pt x="187" y="0"/>
                </a:lnTo>
                <a:close/>
              </a:path>
            </a:pathLst>
          </a:custGeom>
          <a:solidFill>
            <a:srgbClr val="e9e9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2227680" y="4573440"/>
            <a:ext cx="65880" cy="74880"/>
          </a:xfrm>
          <a:custGeom>
            <a:avLst/>
            <a:gdLst/>
            <a:ahLst/>
            <a:rect l="0" t="0" r="r" b="b"/>
            <a:pathLst>
              <a:path w="183" h="208">
                <a:moveTo>
                  <a:pt x="183" y="0"/>
                </a:moveTo>
                <a:lnTo>
                  <a:pt x="0" y="208"/>
                </a:lnTo>
                <a:lnTo>
                  <a:pt x="4" y="208"/>
                </a:lnTo>
                <a:lnTo>
                  <a:pt x="183" y="5"/>
                </a:lnTo>
                <a:lnTo>
                  <a:pt x="183" y="0"/>
                </a:lnTo>
                <a:close/>
              </a:path>
            </a:pathLst>
          </a:custGeom>
          <a:solidFill>
            <a:srgbClr val="eaea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2229120" y="4575240"/>
            <a:ext cx="64440" cy="73080"/>
          </a:xfrm>
          <a:custGeom>
            <a:avLst/>
            <a:gdLst/>
            <a:ahLst/>
            <a:rect l="0" t="0" r="r" b="b"/>
            <a:pathLst>
              <a:path w="179" h="203">
                <a:moveTo>
                  <a:pt x="179" y="0"/>
                </a:moveTo>
                <a:lnTo>
                  <a:pt x="0" y="203"/>
                </a:lnTo>
                <a:lnTo>
                  <a:pt x="4" y="203"/>
                </a:lnTo>
                <a:lnTo>
                  <a:pt x="179" y="4"/>
                </a:lnTo>
                <a:lnTo>
                  <a:pt x="179" y="0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2230560" y="4576680"/>
            <a:ext cx="63000" cy="71640"/>
          </a:xfrm>
          <a:custGeom>
            <a:avLst/>
            <a:gdLst/>
            <a:ahLst/>
            <a:rect l="0" t="0" r="r" b="b"/>
            <a:pathLst>
              <a:path w="175" h="199">
                <a:moveTo>
                  <a:pt x="175" y="0"/>
                </a:moveTo>
                <a:lnTo>
                  <a:pt x="0" y="199"/>
                </a:lnTo>
                <a:lnTo>
                  <a:pt x="4" y="199"/>
                </a:lnTo>
                <a:lnTo>
                  <a:pt x="175" y="5"/>
                </a:lnTo>
                <a:lnTo>
                  <a:pt x="175" y="0"/>
                </a:lnTo>
                <a:close/>
              </a:path>
            </a:pathLst>
          </a:custGeom>
          <a:solidFill>
            <a:srgbClr val="edede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2232000" y="4578480"/>
            <a:ext cx="61560" cy="69840"/>
          </a:xfrm>
          <a:custGeom>
            <a:avLst/>
            <a:gdLst/>
            <a:ahLst/>
            <a:rect l="0" t="0" r="r" b="b"/>
            <a:pathLst>
              <a:path w="171" h="194">
                <a:moveTo>
                  <a:pt x="171" y="0"/>
                </a:moveTo>
                <a:lnTo>
                  <a:pt x="0" y="194"/>
                </a:lnTo>
                <a:lnTo>
                  <a:pt x="4" y="194"/>
                </a:lnTo>
                <a:lnTo>
                  <a:pt x="171" y="4"/>
                </a:lnTo>
                <a:lnTo>
                  <a:pt x="171" y="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2233440" y="4579920"/>
            <a:ext cx="60120" cy="68400"/>
          </a:xfrm>
          <a:custGeom>
            <a:avLst/>
            <a:gdLst/>
            <a:ahLst/>
            <a:rect l="0" t="0" r="r" b="b"/>
            <a:pathLst>
              <a:path w="167" h="190">
                <a:moveTo>
                  <a:pt x="167" y="0"/>
                </a:moveTo>
                <a:lnTo>
                  <a:pt x="0" y="190"/>
                </a:lnTo>
                <a:lnTo>
                  <a:pt x="4" y="190"/>
                </a:lnTo>
                <a:lnTo>
                  <a:pt x="167" y="5"/>
                </a:lnTo>
                <a:lnTo>
                  <a:pt x="167" y="0"/>
                </a:lnTo>
                <a:close/>
              </a:path>
            </a:pathLst>
          </a:custGeom>
          <a:solidFill>
            <a:srgbClr val="f0f0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2234880" y="4581720"/>
            <a:ext cx="58680" cy="66600"/>
          </a:xfrm>
          <a:custGeom>
            <a:avLst/>
            <a:gdLst/>
            <a:ahLst/>
            <a:rect l="0" t="0" r="r" b="b"/>
            <a:pathLst>
              <a:path w="163" h="185">
                <a:moveTo>
                  <a:pt x="163" y="0"/>
                </a:moveTo>
                <a:lnTo>
                  <a:pt x="0" y="185"/>
                </a:lnTo>
                <a:lnTo>
                  <a:pt x="4" y="185"/>
                </a:lnTo>
                <a:lnTo>
                  <a:pt x="163" y="4"/>
                </a:lnTo>
                <a:lnTo>
                  <a:pt x="163" y="0"/>
                </a:lnTo>
                <a:close/>
              </a:path>
            </a:pathLst>
          </a:custGeom>
          <a:solidFill>
            <a:srgbClr val="f1f1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2236320" y="4583160"/>
            <a:ext cx="57240" cy="65160"/>
          </a:xfrm>
          <a:custGeom>
            <a:avLst/>
            <a:gdLst/>
            <a:ahLst/>
            <a:rect l="0" t="0" r="r" b="b"/>
            <a:pathLst>
              <a:path w="159" h="181">
                <a:moveTo>
                  <a:pt x="159" y="0"/>
                </a:moveTo>
                <a:lnTo>
                  <a:pt x="0" y="181"/>
                </a:lnTo>
                <a:lnTo>
                  <a:pt x="4" y="181"/>
                </a:lnTo>
                <a:lnTo>
                  <a:pt x="159" y="5"/>
                </a:lnTo>
                <a:lnTo>
                  <a:pt x="159" y="0"/>
                </a:ln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2237760" y="4584960"/>
            <a:ext cx="55800" cy="63360"/>
          </a:xfrm>
          <a:custGeom>
            <a:avLst/>
            <a:gdLst/>
            <a:ahLst/>
            <a:rect l="0" t="0" r="r" b="b"/>
            <a:pathLst>
              <a:path w="155" h="176">
                <a:moveTo>
                  <a:pt x="155" y="0"/>
                </a:moveTo>
                <a:lnTo>
                  <a:pt x="0" y="176"/>
                </a:lnTo>
                <a:lnTo>
                  <a:pt x="4" y="176"/>
                </a:lnTo>
                <a:lnTo>
                  <a:pt x="155" y="4"/>
                </a:lnTo>
                <a:lnTo>
                  <a:pt x="155" y="0"/>
                </a:lnTo>
                <a:close/>
              </a:path>
            </a:pathLst>
          </a:custGeom>
          <a:solidFill>
            <a:srgbClr val="f4f4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2239200" y="4586400"/>
            <a:ext cx="54360" cy="61920"/>
          </a:xfrm>
          <a:custGeom>
            <a:avLst/>
            <a:gdLst/>
            <a:ahLst/>
            <a:rect l="0" t="0" r="r" b="b"/>
            <a:pathLst>
              <a:path w="151" h="172">
                <a:moveTo>
                  <a:pt x="151" y="0"/>
                </a:moveTo>
                <a:lnTo>
                  <a:pt x="0" y="172"/>
                </a:lnTo>
                <a:lnTo>
                  <a:pt x="4" y="172"/>
                </a:lnTo>
                <a:lnTo>
                  <a:pt x="151" y="5"/>
                </a:lnTo>
                <a:lnTo>
                  <a:pt x="151" y="0"/>
                </a:ln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2240640" y="4588200"/>
            <a:ext cx="52920" cy="60120"/>
          </a:xfrm>
          <a:custGeom>
            <a:avLst/>
            <a:gdLst/>
            <a:ahLst/>
            <a:rect l="0" t="0" r="r" b="b"/>
            <a:pathLst>
              <a:path w="147" h="167">
                <a:moveTo>
                  <a:pt x="147" y="0"/>
                </a:moveTo>
                <a:lnTo>
                  <a:pt x="0" y="167"/>
                </a:lnTo>
                <a:lnTo>
                  <a:pt x="4" y="167"/>
                </a:lnTo>
                <a:lnTo>
                  <a:pt x="147" y="4"/>
                </a:lnTo>
                <a:lnTo>
                  <a:pt x="147" y="0"/>
                </a:lnTo>
                <a:close/>
              </a:path>
            </a:pathLst>
          </a:custGeom>
          <a:solidFill>
            <a:srgbClr val="f6f6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2242080" y="4589640"/>
            <a:ext cx="51480" cy="58680"/>
          </a:xfrm>
          <a:custGeom>
            <a:avLst/>
            <a:gdLst/>
            <a:ahLst/>
            <a:rect l="0" t="0" r="r" b="b"/>
            <a:pathLst>
              <a:path w="143" h="163">
                <a:moveTo>
                  <a:pt x="143" y="0"/>
                </a:moveTo>
                <a:lnTo>
                  <a:pt x="0" y="163"/>
                </a:lnTo>
                <a:lnTo>
                  <a:pt x="4" y="163"/>
                </a:lnTo>
                <a:lnTo>
                  <a:pt x="143" y="5"/>
                </a:lnTo>
                <a:lnTo>
                  <a:pt x="143" y="0"/>
                </a:lnTo>
                <a:close/>
              </a:path>
            </a:pathLst>
          </a:custGeom>
          <a:solidFill>
            <a:srgbClr val="f8f8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2243520" y="4591440"/>
            <a:ext cx="50040" cy="56880"/>
          </a:xfrm>
          <a:custGeom>
            <a:avLst/>
            <a:gdLst/>
            <a:ahLst/>
            <a:rect l="0" t="0" r="r" b="b"/>
            <a:pathLst>
              <a:path w="139" h="158">
                <a:moveTo>
                  <a:pt x="139" y="0"/>
                </a:moveTo>
                <a:lnTo>
                  <a:pt x="0" y="158"/>
                </a:lnTo>
                <a:lnTo>
                  <a:pt x="4" y="158"/>
                </a:lnTo>
                <a:lnTo>
                  <a:pt x="139" y="4"/>
                </a:lnTo>
                <a:lnTo>
                  <a:pt x="139" y="0"/>
                </a:lnTo>
                <a:close/>
              </a:path>
            </a:pathLst>
          </a:custGeom>
          <a:solidFill>
            <a:srgbClr val="f9f9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2244960" y="4592880"/>
            <a:ext cx="48600" cy="55440"/>
          </a:xfrm>
          <a:custGeom>
            <a:avLst/>
            <a:gdLst/>
            <a:ahLst/>
            <a:rect l="0" t="0" r="r" b="b"/>
            <a:pathLst>
              <a:path w="135" h="154">
                <a:moveTo>
                  <a:pt x="135" y="0"/>
                </a:moveTo>
                <a:lnTo>
                  <a:pt x="0" y="154"/>
                </a:lnTo>
                <a:lnTo>
                  <a:pt x="4" y="154"/>
                </a:lnTo>
                <a:lnTo>
                  <a:pt x="135" y="5"/>
                </a:lnTo>
                <a:lnTo>
                  <a:pt x="135" y="0"/>
                </a:lnTo>
                <a:close/>
              </a:path>
            </a:pathLst>
          </a:custGeom>
          <a:solidFill>
            <a:srgbClr val="fafa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2246400" y="4594680"/>
            <a:ext cx="47160" cy="53640"/>
          </a:xfrm>
          <a:custGeom>
            <a:avLst/>
            <a:gdLst/>
            <a:ahLst/>
            <a:rect l="0" t="0" r="r" b="b"/>
            <a:pathLst>
              <a:path w="131" h="149">
                <a:moveTo>
                  <a:pt x="131" y="0"/>
                </a:moveTo>
                <a:lnTo>
                  <a:pt x="0" y="149"/>
                </a:lnTo>
                <a:lnTo>
                  <a:pt x="4" y="149"/>
                </a:lnTo>
                <a:lnTo>
                  <a:pt x="131" y="4"/>
                </a:lnTo>
                <a:lnTo>
                  <a:pt x="131" y="0"/>
                </a:lnTo>
                <a:close/>
              </a:path>
            </a:pathLst>
          </a:custGeom>
          <a:solidFill>
            <a:srgbClr val="fc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2247840" y="4596120"/>
            <a:ext cx="45720" cy="52200"/>
          </a:xfrm>
          <a:custGeom>
            <a:avLst/>
            <a:gdLst/>
            <a:ahLst/>
            <a:rect l="0" t="0" r="r" b="b"/>
            <a:pathLst>
              <a:path w="127" h="145">
                <a:moveTo>
                  <a:pt x="127" y="0"/>
                </a:moveTo>
                <a:lnTo>
                  <a:pt x="0" y="145"/>
                </a:lnTo>
                <a:lnTo>
                  <a:pt x="4" y="145"/>
                </a:lnTo>
                <a:lnTo>
                  <a:pt x="127" y="5"/>
                </a:lnTo>
                <a:lnTo>
                  <a:pt x="127" y="0"/>
                </a:lnTo>
                <a:close/>
              </a:path>
            </a:pathLst>
          </a:custGeom>
          <a:solidFill>
            <a:srgbClr val="fdfd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2249280" y="4597920"/>
            <a:ext cx="44280" cy="50400"/>
          </a:xfrm>
          <a:custGeom>
            <a:avLst/>
            <a:gdLst/>
            <a:ahLst/>
            <a:rect l="0" t="0" r="r" b="b"/>
            <a:pathLst>
              <a:path w="123" h="140">
                <a:moveTo>
                  <a:pt x="123" y="0"/>
                </a:moveTo>
                <a:lnTo>
                  <a:pt x="0" y="140"/>
                </a:lnTo>
                <a:lnTo>
                  <a:pt x="4" y="140"/>
                </a:lnTo>
                <a:lnTo>
                  <a:pt x="123" y="4"/>
                </a:lnTo>
                <a:lnTo>
                  <a:pt x="12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2250720" y="4599360"/>
            <a:ext cx="42840" cy="48960"/>
          </a:xfrm>
          <a:custGeom>
            <a:avLst/>
            <a:gdLst/>
            <a:ahLst/>
            <a:rect l="0" t="0" r="r" b="b"/>
            <a:pathLst>
              <a:path w="119" h="136">
                <a:moveTo>
                  <a:pt x="119" y="0"/>
                </a:moveTo>
                <a:lnTo>
                  <a:pt x="0" y="136"/>
                </a:lnTo>
                <a:lnTo>
                  <a:pt x="7" y="136"/>
                </a:lnTo>
                <a:lnTo>
                  <a:pt x="119" y="9"/>
                </a:lnTo>
                <a:lnTo>
                  <a:pt x="119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2253240" y="4602600"/>
            <a:ext cx="40320" cy="45720"/>
          </a:xfrm>
          <a:custGeom>
            <a:avLst/>
            <a:gdLst/>
            <a:ahLst/>
            <a:rect l="0" t="0" r="r" b="b"/>
            <a:pathLst>
              <a:path w="112" h="127">
                <a:moveTo>
                  <a:pt x="112" y="0"/>
                </a:moveTo>
                <a:lnTo>
                  <a:pt x="0" y="127"/>
                </a:lnTo>
                <a:lnTo>
                  <a:pt x="16" y="127"/>
                </a:lnTo>
                <a:lnTo>
                  <a:pt x="112" y="18"/>
                </a:lnTo>
                <a:lnTo>
                  <a:pt x="112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2259000" y="4609080"/>
            <a:ext cx="34560" cy="39240"/>
          </a:xfrm>
          <a:custGeom>
            <a:avLst/>
            <a:gdLst/>
            <a:ahLst/>
            <a:rect l="0" t="0" r="r" b="b"/>
            <a:pathLst>
              <a:path w="96" h="109">
                <a:moveTo>
                  <a:pt x="96" y="0"/>
                </a:moveTo>
                <a:lnTo>
                  <a:pt x="0" y="109"/>
                </a:lnTo>
                <a:lnTo>
                  <a:pt x="32" y="109"/>
                </a:lnTo>
                <a:lnTo>
                  <a:pt x="96" y="36"/>
                </a:lnTo>
                <a:lnTo>
                  <a:pt x="9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2270520" y="4622040"/>
            <a:ext cx="23040" cy="26280"/>
          </a:xfrm>
          <a:custGeom>
            <a:avLst/>
            <a:gdLst/>
            <a:ahLst/>
            <a:rect l="0" t="0" r="r" b="b"/>
            <a:pathLst>
              <a:path w="64" h="73">
                <a:moveTo>
                  <a:pt x="64" y="0"/>
                </a:moveTo>
                <a:lnTo>
                  <a:pt x="0" y="73"/>
                </a:lnTo>
                <a:lnTo>
                  <a:pt x="64" y="73"/>
                </a:lnTo>
                <a:lnTo>
                  <a:pt x="6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2267280" y="4592880"/>
            <a:ext cx="37800" cy="55440"/>
          </a:xfrm>
          <a:custGeom>
            <a:avLst/>
            <a:gdLst/>
            <a:ahLst/>
            <a:rect l="0" t="0" r="r" b="b"/>
            <a:pathLst>
              <a:path w="105" h="154">
                <a:moveTo>
                  <a:pt x="105" y="154"/>
                </a:moveTo>
                <a:lnTo>
                  <a:pt x="105" y="0"/>
                </a:lnTo>
                <a:lnTo>
                  <a:pt x="0" y="154"/>
                </a:lnTo>
                <a:lnTo>
                  <a:pt x="105" y="154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2257560" y="4578840"/>
            <a:ext cx="47520" cy="69480"/>
          </a:xfrm>
          <a:custGeom>
            <a:avLst/>
            <a:gdLst/>
            <a:ahLst/>
            <a:rect l="0" t="0" r="r" b="b"/>
            <a:pathLst>
              <a:path w="132" h="193">
                <a:moveTo>
                  <a:pt x="27" y="193"/>
                </a:moveTo>
                <a:lnTo>
                  <a:pt x="132" y="39"/>
                </a:lnTo>
                <a:lnTo>
                  <a:pt x="132" y="0"/>
                </a:lnTo>
                <a:lnTo>
                  <a:pt x="0" y="193"/>
                </a:lnTo>
                <a:lnTo>
                  <a:pt x="27" y="193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2256480" y="4577400"/>
            <a:ext cx="48600" cy="70920"/>
          </a:xfrm>
          <a:custGeom>
            <a:avLst/>
            <a:gdLst/>
            <a:ahLst/>
            <a:rect l="0" t="0" r="r" b="b"/>
            <a:pathLst>
              <a:path w="135" h="197">
                <a:moveTo>
                  <a:pt x="3" y="197"/>
                </a:moveTo>
                <a:lnTo>
                  <a:pt x="135" y="4"/>
                </a:lnTo>
                <a:lnTo>
                  <a:pt x="135" y="0"/>
                </a:lnTo>
                <a:lnTo>
                  <a:pt x="0" y="197"/>
                </a:lnTo>
                <a:lnTo>
                  <a:pt x="3" y="197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2255400" y="4575600"/>
            <a:ext cx="49680" cy="72720"/>
          </a:xfrm>
          <a:custGeom>
            <a:avLst/>
            <a:gdLst/>
            <a:ahLst/>
            <a:rect l="0" t="0" r="r" b="b"/>
            <a:pathLst>
              <a:path w="138" h="202">
                <a:moveTo>
                  <a:pt x="3" y="202"/>
                </a:moveTo>
                <a:lnTo>
                  <a:pt x="138" y="5"/>
                </a:lnTo>
                <a:lnTo>
                  <a:pt x="138" y="0"/>
                </a:lnTo>
                <a:lnTo>
                  <a:pt x="0" y="202"/>
                </a:lnTo>
                <a:lnTo>
                  <a:pt x="3" y="202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2254320" y="4573800"/>
            <a:ext cx="50760" cy="74520"/>
          </a:xfrm>
          <a:custGeom>
            <a:avLst/>
            <a:gdLst/>
            <a:ahLst/>
            <a:rect l="0" t="0" r="r" b="b"/>
            <a:pathLst>
              <a:path w="141" h="207">
                <a:moveTo>
                  <a:pt x="3" y="207"/>
                </a:moveTo>
                <a:lnTo>
                  <a:pt x="141" y="5"/>
                </a:lnTo>
                <a:lnTo>
                  <a:pt x="141" y="0"/>
                </a:lnTo>
                <a:lnTo>
                  <a:pt x="0" y="207"/>
                </a:lnTo>
                <a:lnTo>
                  <a:pt x="3" y="207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2252880" y="4572000"/>
            <a:ext cx="52200" cy="76320"/>
          </a:xfrm>
          <a:custGeom>
            <a:avLst/>
            <a:gdLst/>
            <a:ahLst/>
            <a:rect l="0" t="0" r="r" b="b"/>
            <a:pathLst>
              <a:path w="145" h="212">
                <a:moveTo>
                  <a:pt x="4" y="212"/>
                </a:moveTo>
                <a:lnTo>
                  <a:pt x="145" y="6"/>
                </a:lnTo>
                <a:lnTo>
                  <a:pt x="145" y="0"/>
                </a:lnTo>
                <a:lnTo>
                  <a:pt x="0" y="212"/>
                </a:lnTo>
                <a:lnTo>
                  <a:pt x="4" y="212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2251800" y="4570200"/>
            <a:ext cx="53280" cy="78120"/>
          </a:xfrm>
          <a:custGeom>
            <a:avLst/>
            <a:gdLst/>
            <a:ahLst/>
            <a:rect l="0" t="0" r="r" b="b"/>
            <a:pathLst>
              <a:path w="148" h="217">
                <a:moveTo>
                  <a:pt x="3" y="217"/>
                </a:moveTo>
                <a:lnTo>
                  <a:pt x="148" y="5"/>
                </a:lnTo>
                <a:lnTo>
                  <a:pt x="148" y="0"/>
                </a:lnTo>
                <a:lnTo>
                  <a:pt x="0" y="217"/>
                </a:lnTo>
                <a:lnTo>
                  <a:pt x="3" y="217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2250720" y="4568760"/>
            <a:ext cx="54360" cy="79560"/>
          </a:xfrm>
          <a:custGeom>
            <a:avLst/>
            <a:gdLst/>
            <a:ahLst/>
            <a:rect l="0" t="0" r="r" b="b"/>
            <a:pathLst>
              <a:path w="151" h="221">
                <a:moveTo>
                  <a:pt x="3" y="221"/>
                </a:moveTo>
                <a:lnTo>
                  <a:pt x="151" y="4"/>
                </a:lnTo>
                <a:lnTo>
                  <a:pt x="151" y="0"/>
                </a:lnTo>
                <a:lnTo>
                  <a:pt x="0" y="221"/>
                </a:lnTo>
                <a:lnTo>
                  <a:pt x="3" y="221"/>
                </a:lnTo>
                <a:close/>
              </a:path>
            </a:pathLst>
          </a:custGeom>
          <a:solidFill>
            <a:srgbClr val="06060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2249640" y="4566960"/>
            <a:ext cx="55440" cy="81360"/>
          </a:xfrm>
          <a:custGeom>
            <a:avLst/>
            <a:gdLst/>
            <a:ahLst/>
            <a:rect l="0" t="0" r="r" b="b"/>
            <a:pathLst>
              <a:path w="154" h="226">
                <a:moveTo>
                  <a:pt x="3" y="226"/>
                </a:moveTo>
                <a:lnTo>
                  <a:pt x="154" y="5"/>
                </a:lnTo>
                <a:lnTo>
                  <a:pt x="154" y="0"/>
                </a:lnTo>
                <a:lnTo>
                  <a:pt x="0" y="226"/>
                </a:lnTo>
                <a:lnTo>
                  <a:pt x="3" y="226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2248200" y="4565160"/>
            <a:ext cx="56880" cy="83160"/>
          </a:xfrm>
          <a:custGeom>
            <a:avLst/>
            <a:gdLst/>
            <a:ahLst/>
            <a:rect l="0" t="0" r="r" b="b"/>
            <a:pathLst>
              <a:path w="158" h="231">
                <a:moveTo>
                  <a:pt x="4" y="231"/>
                </a:moveTo>
                <a:lnTo>
                  <a:pt x="158" y="5"/>
                </a:lnTo>
                <a:lnTo>
                  <a:pt x="158" y="0"/>
                </a:lnTo>
                <a:lnTo>
                  <a:pt x="0" y="231"/>
                </a:lnTo>
                <a:lnTo>
                  <a:pt x="4" y="231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2247120" y="4563360"/>
            <a:ext cx="57960" cy="84960"/>
          </a:xfrm>
          <a:custGeom>
            <a:avLst/>
            <a:gdLst/>
            <a:ahLst/>
            <a:rect l="0" t="0" r="r" b="b"/>
            <a:pathLst>
              <a:path w="161" h="236">
                <a:moveTo>
                  <a:pt x="3" y="236"/>
                </a:moveTo>
                <a:lnTo>
                  <a:pt x="161" y="5"/>
                </a:lnTo>
                <a:lnTo>
                  <a:pt x="161" y="0"/>
                </a:lnTo>
                <a:lnTo>
                  <a:pt x="0" y="236"/>
                </a:lnTo>
                <a:lnTo>
                  <a:pt x="3" y="236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2246040" y="4561560"/>
            <a:ext cx="59040" cy="86760"/>
          </a:xfrm>
          <a:custGeom>
            <a:avLst/>
            <a:gdLst/>
            <a:ahLst/>
            <a:rect l="0" t="0" r="r" b="b"/>
            <a:pathLst>
              <a:path w="164" h="241">
                <a:moveTo>
                  <a:pt x="3" y="241"/>
                </a:moveTo>
                <a:lnTo>
                  <a:pt x="164" y="5"/>
                </a:lnTo>
                <a:lnTo>
                  <a:pt x="164" y="0"/>
                </a:lnTo>
                <a:lnTo>
                  <a:pt x="0" y="241"/>
                </a:lnTo>
                <a:lnTo>
                  <a:pt x="3" y="241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2244600" y="4560120"/>
            <a:ext cx="60480" cy="88200"/>
          </a:xfrm>
          <a:custGeom>
            <a:avLst/>
            <a:gdLst/>
            <a:ahLst/>
            <a:rect l="0" t="0" r="r" b="b"/>
            <a:pathLst>
              <a:path w="168" h="245">
                <a:moveTo>
                  <a:pt x="4" y="245"/>
                </a:moveTo>
                <a:lnTo>
                  <a:pt x="168" y="4"/>
                </a:lnTo>
                <a:lnTo>
                  <a:pt x="168" y="0"/>
                </a:lnTo>
                <a:lnTo>
                  <a:pt x="0" y="245"/>
                </a:lnTo>
                <a:lnTo>
                  <a:pt x="4" y="245"/>
                </a:lnTo>
                <a:close/>
              </a:path>
            </a:pathLst>
          </a:custGeom>
          <a:solidFill>
            <a:srgbClr val="0d0d0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2243520" y="4558320"/>
            <a:ext cx="61560" cy="90000"/>
          </a:xfrm>
          <a:custGeom>
            <a:avLst/>
            <a:gdLst/>
            <a:ahLst/>
            <a:rect l="0" t="0" r="r" b="b"/>
            <a:pathLst>
              <a:path w="171" h="250">
                <a:moveTo>
                  <a:pt x="3" y="250"/>
                </a:moveTo>
                <a:lnTo>
                  <a:pt x="171" y="5"/>
                </a:lnTo>
                <a:lnTo>
                  <a:pt x="171" y="0"/>
                </a:lnTo>
                <a:lnTo>
                  <a:pt x="0" y="250"/>
                </a:lnTo>
                <a:lnTo>
                  <a:pt x="3" y="250"/>
                </a:lnTo>
                <a:close/>
              </a:path>
            </a:pathLst>
          </a:custGeom>
          <a:solidFill>
            <a:srgbClr val="0e0e0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2242440" y="4556520"/>
            <a:ext cx="62640" cy="91800"/>
          </a:xfrm>
          <a:custGeom>
            <a:avLst/>
            <a:gdLst/>
            <a:ahLst/>
            <a:rect l="0" t="0" r="r" b="b"/>
            <a:pathLst>
              <a:path w="174" h="255">
                <a:moveTo>
                  <a:pt x="3" y="255"/>
                </a:moveTo>
                <a:lnTo>
                  <a:pt x="174" y="5"/>
                </a:lnTo>
                <a:lnTo>
                  <a:pt x="174" y="0"/>
                </a:lnTo>
                <a:lnTo>
                  <a:pt x="0" y="255"/>
                </a:lnTo>
                <a:lnTo>
                  <a:pt x="3" y="255"/>
                </a:lnTo>
                <a:close/>
              </a:path>
            </a:pathLst>
          </a:custGeom>
          <a:solidFill>
            <a:srgbClr val="0f0f0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2241360" y="4554720"/>
            <a:ext cx="63720" cy="93600"/>
          </a:xfrm>
          <a:custGeom>
            <a:avLst/>
            <a:gdLst/>
            <a:ahLst/>
            <a:rect l="0" t="0" r="r" b="b"/>
            <a:pathLst>
              <a:path w="177" h="260">
                <a:moveTo>
                  <a:pt x="3" y="260"/>
                </a:moveTo>
                <a:lnTo>
                  <a:pt x="177" y="5"/>
                </a:lnTo>
                <a:lnTo>
                  <a:pt x="177" y="0"/>
                </a:lnTo>
                <a:lnTo>
                  <a:pt x="0" y="260"/>
                </a:lnTo>
                <a:lnTo>
                  <a:pt x="3" y="26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2239920" y="4552920"/>
            <a:ext cx="65160" cy="95400"/>
          </a:xfrm>
          <a:custGeom>
            <a:avLst/>
            <a:gdLst/>
            <a:ahLst/>
            <a:rect l="0" t="0" r="r" b="b"/>
            <a:pathLst>
              <a:path w="181" h="265">
                <a:moveTo>
                  <a:pt x="4" y="265"/>
                </a:moveTo>
                <a:lnTo>
                  <a:pt x="181" y="5"/>
                </a:lnTo>
                <a:lnTo>
                  <a:pt x="181" y="0"/>
                </a:lnTo>
                <a:lnTo>
                  <a:pt x="0" y="265"/>
                </a:lnTo>
                <a:lnTo>
                  <a:pt x="4" y="265"/>
                </a:lnTo>
                <a:close/>
              </a:path>
            </a:pathLst>
          </a:custGeom>
          <a:solidFill>
            <a:srgbClr val="1212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2238840" y="4551480"/>
            <a:ext cx="66240" cy="96840"/>
          </a:xfrm>
          <a:custGeom>
            <a:avLst/>
            <a:gdLst/>
            <a:ahLst/>
            <a:rect l="0" t="0" r="r" b="b"/>
            <a:pathLst>
              <a:path w="184" h="269">
                <a:moveTo>
                  <a:pt x="3" y="269"/>
                </a:moveTo>
                <a:lnTo>
                  <a:pt x="184" y="4"/>
                </a:lnTo>
                <a:lnTo>
                  <a:pt x="184" y="0"/>
                </a:lnTo>
                <a:lnTo>
                  <a:pt x="0" y="269"/>
                </a:lnTo>
                <a:lnTo>
                  <a:pt x="3" y="269"/>
                </a:ln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2237760" y="4549680"/>
            <a:ext cx="67320" cy="98640"/>
          </a:xfrm>
          <a:custGeom>
            <a:avLst/>
            <a:gdLst/>
            <a:ahLst/>
            <a:rect l="0" t="0" r="r" b="b"/>
            <a:pathLst>
              <a:path w="187" h="274">
                <a:moveTo>
                  <a:pt x="3" y="274"/>
                </a:moveTo>
                <a:lnTo>
                  <a:pt x="187" y="5"/>
                </a:lnTo>
                <a:lnTo>
                  <a:pt x="187" y="0"/>
                </a:lnTo>
                <a:lnTo>
                  <a:pt x="0" y="274"/>
                </a:lnTo>
                <a:lnTo>
                  <a:pt x="3" y="274"/>
                </a:ln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2236680" y="4547880"/>
            <a:ext cx="68400" cy="100440"/>
          </a:xfrm>
          <a:custGeom>
            <a:avLst/>
            <a:gdLst/>
            <a:ahLst/>
            <a:rect l="0" t="0" r="r" b="b"/>
            <a:pathLst>
              <a:path w="190" h="279">
                <a:moveTo>
                  <a:pt x="3" y="279"/>
                </a:moveTo>
                <a:lnTo>
                  <a:pt x="190" y="5"/>
                </a:lnTo>
                <a:lnTo>
                  <a:pt x="190" y="0"/>
                </a:lnTo>
                <a:lnTo>
                  <a:pt x="0" y="279"/>
                </a:lnTo>
                <a:lnTo>
                  <a:pt x="3" y="279"/>
                </a:lnTo>
                <a:close/>
              </a:path>
            </a:pathLst>
          </a:custGeom>
          <a:solidFill>
            <a:srgbClr val="16161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2235240" y="4546080"/>
            <a:ext cx="69840" cy="102240"/>
          </a:xfrm>
          <a:custGeom>
            <a:avLst/>
            <a:gdLst/>
            <a:ahLst/>
            <a:rect l="0" t="0" r="r" b="b"/>
            <a:pathLst>
              <a:path w="194" h="284">
                <a:moveTo>
                  <a:pt x="4" y="284"/>
                </a:moveTo>
                <a:lnTo>
                  <a:pt x="194" y="5"/>
                </a:lnTo>
                <a:lnTo>
                  <a:pt x="194" y="0"/>
                </a:lnTo>
                <a:lnTo>
                  <a:pt x="0" y="284"/>
                </a:lnTo>
                <a:lnTo>
                  <a:pt x="4" y="284"/>
                </a:lnTo>
                <a:close/>
              </a:path>
            </a:pathLst>
          </a:custGeom>
          <a:solidFill>
            <a:srgbClr val="1717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2234160" y="4544640"/>
            <a:ext cx="70920" cy="103680"/>
          </a:xfrm>
          <a:custGeom>
            <a:avLst/>
            <a:gdLst/>
            <a:ahLst/>
            <a:rect l="0" t="0" r="r" b="b"/>
            <a:pathLst>
              <a:path w="197" h="288">
                <a:moveTo>
                  <a:pt x="3" y="288"/>
                </a:moveTo>
                <a:lnTo>
                  <a:pt x="197" y="4"/>
                </a:lnTo>
                <a:lnTo>
                  <a:pt x="197" y="0"/>
                </a:lnTo>
                <a:lnTo>
                  <a:pt x="0" y="288"/>
                </a:lnTo>
                <a:lnTo>
                  <a:pt x="3" y="288"/>
                </a:lnTo>
                <a:close/>
              </a:path>
            </a:pathLst>
          </a:custGeom>
          <a:solidFill>
            <a:srgbClr val="18181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2233080" y="4542840"/>
            <a:ext cx="72000" cy="105480"/>
          </a:xfrm>
          <a:custGeom>
            <a:avLst/>
            <a:gdLst/>
            <a:ahLst/>
            <a:rect l="0" t="0" r="r" b="b"/>
            <a:pathLst>
              <a:path w="200" h="293">
                <a:moveTo>
                  <a:pt x="3" y="293"/>
                </a:moveTo>
                <a:lnTo>
                  <a:pt x="200" y="5"/>
                </a:lnTo>
                <a:lnTo>
                  <a:pt x="200" y="0"/>
                </a:lnTo>
                <a:lnTo>
                  <a:pt x="0" y="293"/>
                </a:lnTo>
                <a:lnTo>
                  <a:pt x="3" y="293"/>
                </a:ln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2231640" y="4541040"/>
            <a:ext cx="73440" cy="107280"/>
          </a:xfrm>
          <a:custGeom>
            <a:avLst/>
            <a:gdLst/>
            <a:ahLst/>
            <a:rect l="0" t="0" r="r" b="b"/>
            <a:pathLst>
              <a:path w="204" h="298">
                <a:moveTo>
                  <a:pt x="4" y="298"/>
                </a:moveTo>
                <a:lnTo>
                  <a:pt x="204" y="5"/>
                </a:lnTo>
                <a:lnTo>
                  <a:pt x="204" y="0"/>
                </a:lnTo>
                <a:lnTo>
                  <a:pt x="0" y="298"/>
                </a:lnTo>
                <a:lnTo>
                  <a:pt x="4" y="298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2230560" y="4539240"/>
            <a:ext cx="74520" cy="109080"/>
          </a:xfrm>
          <a:custGeom>
            <a:avLst/>
            <a:gdLst/>
            <a:ahLst/>
            <a:rect l="0" t="0" r="r" b="b"/>
            <a:pathLst>
              <a:path w="207" h="303">
                <a:moveTo>
                  <a:pt x="3" y="303"/>
                </a:moveTo>
                <a:lnTo>
                  <a:pt x="207" y="5"/>
                </a:lnTo>
                <a:lnTo>
                  <a:pt x="207" y="0"/>
                </a:lnTo>
                <a:lnTo>
                  <a:pt x="0" y="303"/>
                </a:lnTo>
                <a:lnTo>
                  <a:pt x="3" y="303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2229480" y="4537440"/>
            <a:ext cx="75600" cy="110880"/>
          </a:xfrm>
          <a:custGeom>
            <a:avLst/>
            <a:gdLst/>
            <a:ahLst/>
            <a:rect l="0" t="0" r="r" b="b"/>
            <a:pathLst>
              <a:path w="210" h="308">
                <a:moveTo>
                  <a:pt x="3" y="308"/>
                </a:moveTo>
                <a:lnTo>
                  <a:pt x="210" y="5"/>
                </a:lnTo>
                <a:lnTo>
                  <a:pt x="210" y="0"/>
                </a:lnTo>
                <a:lnTo>
                  <a:pt x="0" y="308"/>
                </a:lnTo>
                <a:lnTo>
                  <a:pt x="3" y="308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2228400" y="4536000"/>
            <a:ext cx="76680" cy="112320"/>
          </a:xfrm>
          <a:custGeom>
            <a:avLst/>
            <a:gdLst/>
            <a:ahLst/>
            <a:rect l="0" t="0" r="r" b="b"/>
            <a:pathLst>
              <a:path w="213" h="312">
                <a:moveTo>
                  <a:pt x="3" y="312"/>
                </a:moveTo>
                <a:lnTo>
                  <a:pt x="213" y="4"/>
                </a:lnTo>
                <a:lnTo>
                  <a:pt x="213" y="0"/>
                </a:lnTo>
                <a:lnTo>
                  <a:pt x="0" y="312"/>
                </a:lnTo>
                <a:lnTo>
                  <a:pt x="3" y="312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2226960" y="4534200"/>
            <a:ext cx="78120" cy="114120"/>
          </a:xfrm>
          <a:custGeom>
            <a:avLst/>
            <a:gdLst/>
            <a:ahLst/>
            <a:rect l="0" t="0" r="r" b="b"/>
            <a:pathLst>
              <a:path w="217" h="317">
                <a:moveTo>
                  <a:pt x="4" y="317"/>
                </a:moveTo>
                <a:lnTo>
                  <a:pt x="217" y="5"/>
                </a:lnTo>
                <a:lnTo>
                  <a:pt x="217" y="0"/>
                </a:lnTo>
                <a:lnTo>
                  <a:pt x="0" y="317"/>
                </a:lnTo>
                <a:lnTo>
                  <a:pt x="4" y="317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2225880" y="4532400"/>
            <a:ext cx="79200" cy="115920"/>
          </a:xfrm>
          <a:custGeom>
            <a:avLst/>
            <a:gdLst/>
            <a:ahLst/>
            <a:rect l="0" t="0" r="r" b="b"/>
            <a:pathLst>
              <a:path w="220" h="322">
                <a:moveTo>
                  <a:pt x="3" y="322"/>
                </a:moveTo>
                <a:lnTo>
                  <a:pt x="220" y="5"/>
                </a:lnTo>
                <a:lnTo>
                  <a:pt x="220" y="0"/>
                </a:lnTo>
                <a:lnTo>
                  <a:pt x="0" y="322"/>
                </a:lnTo>
                <a:lnTo>
                  <a:pt x="3" y="322"/>
                </a:lnTo>
                <a:close/>
              </a:path>
            </a:pathLst>
          </a:custGeom>
          <a:solidFill>
            <a:srgbClr val="21212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2224800" y="4530600"/>
            <a:ext cx="80280" cy="117720"/>
          </a:xfrm>
          <a:custGeom>
            <a:avLst/>
            <a:gdLst/>
            <a:ahLst/>
            <a:rect l="0" t="0" r="r" b="b"/>
            <a:pathLst>
              <a:path w="223" h="327">
                <a:moveTo>
                  <a:pt x="3" y="327"/>
                </a:moveTo>
                <a:lnTo>
                  <a:pt x="223" y="5"/>
                </a:lnTo>
                <a:lnTo>
                  <a:pt x="223" y="0"/>
                </a:lnTo>
                <a:lnTo>
                  <a:pt x="0" y="327"/>
                </a:lnTo>
                <a:lnTo>
                  <a:pt x="3" y="327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2223720" y="4528800"/>
            <a:ext cx="81360" cy="119520"/>
          </a:xfrm>
          <a:custGeom>
            <a:avLst/>
            <a:gdLst/>
            <a:ahLst/>
            <a:rect l="0" t="0" r="r" b="b"/>
            <a:pathLst>
              <a:path w="226" h="332">
                <a:moveTo>
                  <a:pt x="3" y="332"/>
                </a:moveTo>
                <a:lnTo>
                  <a:pt x="226" y="5"/>
                </a:lnTo>
                <a:lnTo>
                  <a:pt x="226" y="0"/>
                </a:lnTo>
                <a:lnTo>
                  <a:pt x="0" y="332"/>
                </a:lnTo>
                <a:lnTo>
                  <a:pt x="3" y="332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2222280" y="4527360"/>
            <a:ext cx="82800" cy="120960"/>
          </a:xfrm>
          <a:custGeom>
            <a:avLst/>
            <a:gdLst/>
            <a:ahLst/>
            <a:rect l="0" t="0" r="r" b="b"/>
            <a:pathLst>
              <a:path w="230" h="336">
                <a:moveTo>
                  <a:pt x="4" y="336"/>
                </a:moveTo>
                <a:lnTo>
                  <a:pt x="230" y="4"/>
                </a:lnTo>
                <a:lnTo>
                  <a:pt x="230" y="0"/>
                </a:lnTo>
                <a:lnTo>
                  <a:pt x="0" y="336"/>
                </a:lnTo>
                <a:lnTo>
                  <a:pt x="4" y="336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2221200" y="4525560"/>
            <a:ext cx="83880" cy="122760"/>
          </a:xfrm>
          <a:custGeom>
            <a:avLst/>
            <a:gdLst/>
            <a:ahLst/>
            <a:rect l="0" t="0" r="r" b="b"/>
            <a:pathLst>
              <a:path w="233" h="341">
                <a:moveTo>
                  <a:pt x="3" y="341"/>
                </a:moveTo>
                <a:lnTo>
                  <a:pt x="233" y="5"/>
                </a:lnTo>
                <a:lnTo>
                  <a:pt x="233" y="0"/>
                </a:lnTo>
                <a:lnTo>
                  <a:pt x="0" y="341"/>
                </a:lnTo>
                <a:lnTo>
                  <a:pt x="3" y="341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2220120" y="4523760"/>
            <a:ext cx="84960" cy="124560"/>
          </a:xfrm>
          <a:custGeom>
            <a:avLst/>
            <a:gdLst/>
            <a:ahLst/>
            <a:rect l="0" t="0" r="r" b="b"/>
            <a:pathLst>
              <a:path w="236" h="346">
                <a:moveTo>
                  <a:pt x="3" y="346"/>
                </a:moveTo>
                <a:lnTo>
                  <a:pt x="236" y="5"/>
                </a:lnTo>
                <a:lnTo>
                  <a:pt x="236" y="0"/>
                </a:lnTo>
                <a:lnTo>
                  <a:pt x="0" y="346"/>
                </a:lnTo>
                <a:lnTo>
                  <a:pt x="3" y="346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2218680" y="4521960"/>
            <a:ext cx="86400" cy="126360"/>
          </a:xfrm>
          <a:custGeom>
            <a:avLst/>
            <a:gdLst/>
            <a:ahLst/>
            <a:rect l="0" t="0" r="r" b="b"/>
            <a:pathLst>
              <a:path w="240" h="351">
                <a:moveTo>
                  <a:pt x="4" y="351"/>
                </a:moveTo>
                <a:lnTo>
                  <a:pt x="240" y="5"/>
                </a:lnTo>
                <a:lnTo>
                  <a:pt x="240" y="0"/>
                </a:lnTo>
                <a:lnTo>
                  <a:pt x="0" y="351"/>
                </a:lnTo>
                <a:lnTo>
                  <a:pt x="4" y="351"/>
                </a:lnTo>
                <a:close/>
              </a:path>
            </a:pathLst>
          </a:custGeom>
          <a:solidFill>
            <a:srgbClr val="2828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2217600" y="4520160"/>
            <a:ext cx="87480" cy="128160"/>
          </a:xfrm>
          <a:custGeom>
            <a:avLst/>
            <a:gdLst/>
            <a:ahLst/>
            <a:rect l="0" t="0" r="r" b="b"/>
            <a:pathLst>
              <a:path w="243" h="356">
                <a:moveTo>
                  <a:pt x="3" y="356"/>
                </a:moveTo>
                <a:lnTo>
                  <a:pt x="243" y="5"/>
                </a:lnTo>
                <a:lnTo>
                  <a:pt x="243" y="0"/>
                </a:lnTo>
                <a:lnTo>
                  <a:pt x="0" y="356"/>
                </a:lnTo>
                <a:lnTo>
                  <a:pt x="3" y="356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2216520" y="4518720"/>
            <a:ext cx="88560" cy="129600"/>
          </a:xfrm>
          <a:custGeom>
            <a:avLst/>
            <a:gdLst/>
            <a:ahLst/>
            <a:rect l="0" t="0" r="r" b="b"/>
            <a:pathLst>
              <a:path w="246" h="360">
                <a:moveTo>
                  <a:pt x="3" y="360"/>
                </a:moveTo>
                <a:lnTo>
                  <a:pt x="246" y="4"/>
                </a:lnTo>
                <a:lnTo>
                  <a:pt x="246" y="0"/>
                </a:lnTo>
                <a:lnTo>
                  <a:pt x="0" y="360"/>
                </a:lnTo>
                <a:lnTo>
                  <a:pt x="3" y="36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2215440" y="4516920"/>
            <a:ext cx="89640" cy="131400"/>
          </a:xfrm>
          <a:custGeom>
            <a:avLst/>
            <a:gdLst/>
            <a:ahLst/>
            <a:rect l="0" t="0" r="r" b="b"/>
            <a:pathLst>
              <a:path w="249" h="365">
                <a:moveTo>
                  <a:pt x="3" y="365"/>
                </a:moveTo>
                <a:lnTo>
                  <a:pt x="249" y="5"/>
                </a:lnTo>
                <a:lnTo>
                  <a:pt x="249" y="0"/>
                </a:lnTo>
                <a:lnTo>
                  <a:pt x="0" y="365"/>
                </a:lnTo>
                <a:lnTo>
                  <a:pt x="3" y="365"/>
                </a:lnTo>
                <a:close/>
              </a:path>
            </a:pathLst>
          </a:custGeom>
          <a:solidFill>
            <a:srgbClr val="2c2c2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2214000" y="4515120"/>
            <a:ext cx="91080" cy="133200"/>
          </a:xfrm>
          <a:custGeom>
            <a:avLst/>
            <a:gdLst/>
            <a:ahLst/>
            <a:rect l="0" t="0" r="r" b="b"/>
            <a:pathLst>
              <a:path w="253" h="370">
                <a:moveTo>
                  <a:pt x="4" y="370"/>
                </a:moveTo>
                <a:lnTo>
                  <a:pt x="253" y="5"/>
                </a:lnTo>
                <a:lnTo>
                  <a:pt x="253" y="0"/>
                </a:lnTo>
                <a:lnTo>
                  <a:pt x="0" y="370"/>
                </a:lnTo>
                <a:lnTo>
                  <a:pt x="4" y="37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2212920" y="4513320"/>
            <a:ext cx="92160" cy="135000"/>
          </a:xfrm>
          <a:custGeom>
            <a:avLst/>
            <a:gdLst/>
            <a:ahLst/>
            <a:rect l="0" t="0" r="r" b="b"/>
            <a:pathLst>
              <a:path w="256" h="375">
                <a:moveTo>
                  <a:pt x="3" y="375"/>
                </a:moveTo>
                <a:lnTo>
                  <a:pt x="256" y="5"/>
                </a:lnTo>
                <a:lnTo>
                  <a:pt x="256" y="0"/>
                </a:lnTo>
                <a:lnTo>
                  <a:pt x="0" y="375"/>
                </a:lnTo>
                <a:lnTo>
                  <a:pt x="3" y="375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2211840" y="4511520"/>
            <a:ext cx="93240" cy="136800"/>
          </a:xfrm>
          <a:custGeom>
            <a:avLst/>
            <a:gdLst/>
            <a:ahLst/>
            <a:rect l="0" t="0" r="r" b="b"/>
            <a:pathLst>
              <a:path w="259" h="380">
                <a:moveTo>
                  <a:pt x="3" y="380"/>
                </a:moveTo>
                <a:lnTo>
                  <a:pt x="259" y="5"/>
                </a:lnTo>
                <a:lnTo>
                  <a:pt x="259" y="0"/>
                </a:lnTo>
                <a:lnTo>
                  <a:pt x="0" y="380"/>
                </a:lnTo>
                <a:lnTo>
                  <a:pt x="3" y="380"/>
                </a:lnTo>
                <a:close/>
              </a:path>
            </a:pathLst>
          </a:custGeom>
          <a:solidFill>
            <a:srgbClr val="30303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2210760" y="4510080"/>
            <a:ext cx="94320" cy="138240"/>
          </a:xfrm>
          <a:custGeom>
            <a:avLst/>
            <a:gdLst/>
            <a:ahLst/>
            <a:rect l="0" t="0" r="r" b="b"/>
            <a:pathLst>
              <a:path w="262" h="384">
                <a:moveTo>
                  <a:pt x="3" y="384"/>
                </a:moveTo>
                <a:lnTo>
                  <a:pt x="262" y="4"/>
                </a:lnTo>
                <a:lnTo>
                  <a:pt x="262" y="0"/>
                </a:lnTo>
                <a:lnTo>
                  <a:pt x="0" y="384"/>
                </a:lnTo>
                <a:lnTo>
                  <a:pt x="3" y="384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2209320" y="4508280"/>
            <a:ext cx="95760" cy="140040"/>
          </a:xfrm>
          <a:custGeom>
            <a:avLst/>
            <a:gdLst/>
            <a:ahLst/>
            <a:rect l="0" t="0" r="r" b="b"/>
            <a:pathLst>
              <a:path w="266" h="389">
                <a:moveTo>
                  <a:pt x="4" y="389"/>
                </a:moveTo>
                <a:lnTo>
                  <a:pt x="266" y="5"/>
                </a:lnTo>
                <a:lnTo>
                  <a:pt x="266" y="0"/>
                </a:lnTo>
                <a:lnTo>
                  <a:pt x="0" y="389"/>
                </a:lnTo>
                <a:lnTo>
                  <a:pt x="4" y="38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2208240" y="4506480"/>
            <a:ext cx="96840" cy="141840"/>
          </a:xfrm>
          <a:custGeom>
            <a:avLst/>
            <a:gdLst/>
            <a:ahLst/>
            <a:rect l="0" t="0" r="r" b="b"/>
            <a:pathLst>
              <a:path w="269" h="394">
                <a:moveTo>
                  <a:pt x="3" y="394"/>
                </a:moveTo>
                <a:lnTo>
                  <a:pt x="269" y="5"/>
                </a:lnTo>
                <a:lnTo>
                  <a:pt x="269" y="0"/>
                </a:lnTo>
                <a:lnTo>
                  <a:pt x="0" y="394"/>
                </a:lnTo>
                <a:lnTo>
                  <a:pt x="3" y="394"/>
                </a:lnTo>
                <a:close/>
              </a:path>
            </a:pathLst>
          </a:custGeom>
          <a:solidFill>
            <a:srgbClr val="3434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2207160" y="4504680"/>
            <a:ext cx="97920" cy="143640"/>
          </a:xfrm>
          <a:custGeom>
            <a:avLst/>
            <a:gdLst/>
            <a:ahLst/>
            <a:rect l="0" t="0" r="r" b="b"/>
            <a:pathLst>
              <a:path w="272" h="399">
                <a:moveTo>
                  <a:pt x="3" y="399"/>
                </a:moveTo>
                <a:lnTo>
                  <a:pt x="272" y="5"/>
                </a:lnTo>
                <a:lnTo>
                  <a:pt x="272" y="0"/>
                </a:lnTo>
                <a:lnTo>
                  <a:pt x="0" y="399"/>
                </a:lnTo>
                <a:lnTo>
                  <a:pt x="3" y="399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2205720" y="4502880"/>
            <a:ext cx="99360" cy="145440"/>
          </a:xfrm>
          <a:custGeom>
            <a:avLst/>
            <a:gdLst/>
            <a:ahLst/>
            <a:rect l="0" t="0" r="r" b="b"/>
            <a:pathLst>
              <a:path w="276" h="404">
                <a:moveTo>
                  <a:pt x="4" y="404"/>
                </a:moveTo>
                <a:lnTo>
                  <a:pt x="276" y="5"/>
                </a:lnTo>
                <a:lnTo>
                  <a:pt x="276" y="0"/>
                </a:lnTo>
                <a:lnTo>
                  <a:pt x="0" y="404"/>
                </a:lnTo>
                <a:lnTo>
                  <a:pt x="4" y="404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2204640" y="4501440"/>
            <a:ext cx="100440" cy="146880"/>
          </a:xfrm>
          <a:custGeom>
            <a:avLst/>
            <a:gdLst/>
            <a:ahLst/>
            <a:rect l="0" t="0" r="r" b="b"/>
            <a:pathLst>
              <a:path w="279" h="408">
                <a:moveTo>
                  <a:pt x="3" y="408"/>
                </a:moveTo>
                <a:lnTo>
                  <a:pt x="279" y="4"/>
                </a:lnTo>
                <a:lnTo>
                  <a:pt x="279" y="0"/>
                </a:lnTo>
                <a:lnTo>
                  <a:pt x="0" y="408"/>
                </a:lnTo>
                <a:lnTo>
                  <a:pt x="3" y="408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2203560" y="4499640"/>
            <a:ext cx="101520" cy="148680"/>
          </a:xfrm>
          <a:custGeom>
            <a:avLst/>
            <a:gdLst/>
            <a:ahLst/>
            <a:rect l="0" t="0" r="r" b="b"/>
            <a:pathLst>
              <a:path w="282" h="413">
                <a:moveTo>
                  <a:pt x="3" y="413"/>
                </a:moveTo>
                <a:lnTo>
                  <a:pt x="282" y="5"/>
                </a:lnTo>
                <a:lnTo>
                  <a:pt x="282" y="0"/>
                </a:lnTo>
                <a:lnTo>
                  <a:pt x="0" y="413"/>
                </a:lnTo>
                <a:lnTo>
                  <a:pt x="3" y="413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2202480" y="4497840"/>
            <a:ext cx="102600" cy="150480"/>
          </a:xfrm>
          <a:custGeom>
            <a:avLst/>
            <a:gdLst/>
            <a:ahLst/>
            <a:rect l="0" t="0" r="r" b="b"/>
            <a:pathLst>
              <a:path w="285" h="418">
                <a:moveTo>
                  <a:pt x="3" y="418"/>
                </a:moveTo>
                <a:lnTo>
                  <a:pt x="285" y="5"/>
                </a:lnTo>
                <a:lnTo>
                  <a:pt x="285" y="0"/>
                </a:lnTo>
                <a:lnTo>
                  <a:pt x="0" y="418"/>
                </a:lnTo>
                <a:lnTo>
                  <a:pt x="3" y="418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2201040" y="4496040"/>
            <a:ext cx="104040" cy="152280"/>
          </a:xfrm>
          <a:custGeom>
            <a:avLst/>
            <a:gdLst/>
            <a:ahLst/>
            <a:rect l="0" t="0" r="r" b="b"/>
            <a:pathLst>
              <a:path w="289" h="423">
                <a:moveTo>
                  <a:pt x="4" y="423"/>
                </a:moveTo>
                <a:lnTo>
                  <a:pt x="289" y="5"/>
                </a:lnTo>
                <a:lnTo>
                  <a:pt x="289" y="0"/>
                </a:lnTo>
                <a:lnTo>
                  <a:pt x="0" y="423"/>
                </a:lnTo>
                <a:lnTo>
                  <a:pt x="4" y="423"/>
                </a:lnTo>
                <a:close/>
              </a:path>
            </a:pathLst>
          </a:custGeom>
          <a:solidFill>
            <a:srgbClr val="3b3b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2199960" y="4494600"/>
            <a:ext cx="105120" cy="153720"/>
          </a:xfrm>
          <a:custGeom>
            <a:avLst/>
            <a:gdLst/>
            <a:ahLst/>
            <a:rect l="0" t="0" r="r" b="b"/>
            <a:pathLst>
              <a:path w="292" h="427">
                <a:moveTo>
                  <a:pt x="3" y="427"/>
                </a:moveTo>
                <a:lnTo>
                  <a:pt x="292" y="4"/>
                </a:lnTo>
                <a:lnTo>
                  <a:pt x="292" y="0"/>
                </a:lnTo>
                <a:lnTo>
                  <a:pt x="0" y="427"/>
                </a:lnTo>
                <a:lnTo>
                  <a:pt x="3" y="427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2198880" y="4492800"/>
            <a:ext cx="106200" cy="155520"/>
          </a:xfrm>
          <a:custGeom>
            <a:avLst/>
            <a:gdLst/>
            <a:ahLst/>
            <a:rect l="0" t="0" r="r" b="b"/>
            <a:pathLst>
              <a:path w="295" h="432">
                <a:moveTo>
                  <a:pt x="3" y="432"/>
                </a:moveTo>
                <a:lnTo>
                  <a:pt x="295" y="5"/>
                </a:lnTo>
                <a:lnTo>
                  <a:pt x="295" y="0"/>
                </a:lnTo>
                <a:lnTo>
                  <a:pt x="0" y="432"/>
                </a:lnTo>
                <a:lnTo>
                  <a:pt x="3" y="432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2197800" y="4491000"/>
            <a:ext cx="107280" cy="157320"/>
          </a:xfrm>
          <a:custGeom>
            <a:avLst/>
            <a:gdLst/>
            <a:ahLst/>
            <a:rect l="0" t="0" r="r" b="b"/>
            <a:pathLst>
              <a:path w="298" h="437">
                <a:moveTo>
                  <a:pt x="3" y="437"/>
                </a:moveTo>
                <a:lnTo>
                  <a:pt x="298" y="5"/>
                </a:lnTo>
                <a:lnTo>
                  <a:pt x="298" y="0"/>
                </a:lnTo>
                <a:lnTo>
                  <a:pt x="0" y="437"/>
                </a:lnTo>
                <a:lnTo>
                  <a:pt x="3" y="437"/>
                </a:lnTo>
                <a:close/>
              </a:path>
            </a:pathLst>
          </a:custGeom>
          <a:solidFill>
            <a:srgbClr val="3f3f3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2196360" y="4489200"/>
            <a:ext cx="108720" cy="159120"/>
          </a:xfrm>
          <a:custGeom>
            <a:avLst/>
            <a:gdLst/>
            <a:ahLst/>
            <a:rect l="0" t="0" r="r" b="b"/>
            <a:pathLst>
              <a:path w="302" h="442">
                <a:moveTo>
                  <a:pt x="4" y="442"/>
                </a:moveTo>
                <a:lnTo>
                  <a:pt x="302" y="5"/>
                </a:lnTo>
                <a:lnTo>
                  <a:pt x="302" y="0"/>
                </a:lnTo>
                <a:lnTo>
                  <a:pt x="0" y="442"/>
                </a:lnTo>
                <a:lnTo>
                  <a:pt x="4" y="442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2195280" y="4487400"/>
            <a:ext cx="109800" cy="160920"/>
          </a:xfrm>
          <a:custGeom>
            <a:avLst/>
            <a:gdLst/>
            <a:ahLst/>
            <a:rect l="0" t="0" r="r" b="b"/>
            <a:pathLst>
              <a:path w="305" h="447">
                <a:moveTo>
                  <a:pt x="3" y="447"/>
                </a:moveTo>
                <a:lnTo>
                  <a:pt x="305" y="5"/>
                </a:lnTo>
                <a:lnTo>
                  <a:pt x="305" y="0"/>
                </a:lnTo>
                <a:lnTo>
                  <a:pt x="0" y="447"/>
                </a:lnTo>
                <a:lnTo>
                  <a:pt x="3" y="447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2194200" y="4485960"/>
            <a:ext cx="110880" cy="162360"/>
          </a:xfrm>
          <a:custGeom>
            <a:avLst/>
            <a:gdLst/>
            <a:ahLst/>
            <a:rect l="0" t="0" r="r" b="b"/>
            <a:pathLst>
              <a:path w="308" h="451">
                <a:moveTo>
                  <a:pt x="3" y="451"/>
                </a:moveTo>
                <a:lnTo>
                  <a:pt x="308" y="4"/>
                </a:lnTo>
                <a:lnTo>
                  <a:pt x="308" y="0"/>
                </a:lnTo>
                <a:lnTo>
                  <a:pt x="0" y="451"/>
                </a:lnTo>
                <a:lnTo>
                  <a:pt x="3" y="451"/>
                </a:lnTo>
                <a:close/>
              </a:path>
            </a:pathLst>
          </a:custGeom>
          <a:solidFill>
            <a:srgbClr val="43434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2192760" y="4484160"/>
            <a:ext cx="112320" cy="164160"/>
          </a:xfrm>
          <a:custGeom>
            <a:avLst/>
            <a:gdLst/>
            <a:ahLst/>
            <a:rect l="0" t="0" r="r" b="b"/>
            <a:pathLst>
              <a:path w="312" h="456">
                <a:moveTo>
                  <a:pt x="4" y="456"/>
                </a:moveTo>
                <a:lnTo>
                  <a:pt x="312" y="5"/>
                </a:lnTo>
                <a:lnTo>
                  <a:pt x="312" y="0"/>
                </a:lnTo>
                <a:lnTo>
                  <a:pt x="0" y="456"/>
                </a:lnTo>
                <a:lnTo>
                  <a:pt x="4" y="456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2191680" y="4482360"/>
            <a:ext cx="113400" cy="165960"/>
          </a:xfrm>
          <a:custGeom>
            <a:avLst/>
            <a:gdLst/>
            <a:ahLst/>
            <a:rect l="0" t="0" r="r" b="b"/>
            <a:pathLst>
              <a:path w="315" h="461">
                <a:moveTo>
                  <a:pt x="3" y="461"/>
                </a:moveTo>
                <a:lnTo>
                  <a:pt x="315" y="5"/>
                </a:lnTo>
                <a:lnTo>
                  <a:pt x="315" y="0"/>
                </a:lnTo>
                <a:lnTo>
                  <a:pt x="0" y="461"/>
                </a:lnTo>
                <a:lnTo>
                  <a:pt x="3" y="461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2190600" y="4480560"/>
            <a:ext cx="114480" cy="167760"/>
          </a:xfrm>
          <a:custGeom>
            <a:avLst/>
            <a:gdLst/>
            <a:ahLst/>
            <a:rect l="0" t="0" r="r" b="b"/>
            <a:pathLst>
              <a:path w="318" h="466">
                <a:moveTo>
                  <a:pt x="3" y="466"/>
                </a:moveTo>
                <a:lnTo>
                  <a:pt x="318" y="5"/>
                </a:lnTo>
                <a:lnTo>
                  <a:pt x="318" y="0"/>
                </a:lnTo>
                <a:lnTo>
                  <a:pt x="0" y="466"/>
                </a:lnTo>
                <a:lnTo>
                  <a:pt x="3" y="466"/>
                </a:lnTo>
                <a:close/>
              </a:path>
            </a:pathLst>
          </a:custGeom>
          <a:solidFill>
            <a:srgbClr val="47474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2189520" y="4478760"/>
            <a:ext cx="115560" cy="169560"/>
          </a:xfrm>
          <a:custGeom>
            <a:avLst/>
            <a:gdLst/>
            <a:ahLst/>
            <a:rect l="0" t="0" r="r" b="b"/>
            <a:pathLst>
              <a:path w="321" h="471">
                <a:moveTo>
                  <a:pt x="3" y="471"/>
                </a:moveTo>
                <a:lnTo>
                  <a:pt x="321" y="5"/>
                </a:lnTo>
                <a:lnTo>
                  <a:pt x="321" y="0"/>
                </a:lnTo>
                <a:lnTo>
                  <a:pt x="0" y="471"/>
                </a:lnTo>
                <a:lnTo>
                  <a:pt x="3" y="471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2188080" y="4477320"/>
            <a:ext cx="117000" cy="171000"/>
          </a:xfrm>
          <a:custGeom>
            <a:avLst/>
            <a:gdLst/>
            <a:ahLst/>
            <a:rect l="0" t="0" r="r" b="b"/>
            <a:pathLst>
              <a:path w="325" h="475">
                <a:moveTo>
                  <a:pt x="4" y="475"/>
                </a:moveTo>
                <a:lnTo>
                  <a:pt x="325" y="4"/>
                </a:lnTo>
                <a:lnTo>
                  <a:pt x="325" y="0"/>
                </a:lnTo>
                <a:lnTo>
                  <a:pt x="0" y="475"/>
                </a:lnTo>
                <a:lnTo>
                  <a:pt x="4" y="475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2187000" y="4475520"/>
            <a:ext cx="118080" cy="172800"/>
          </a:xfrm>
          <a:custGeom>
            <a:avLst/>
            <a:gdLst/>
            <a:ahLst/>
            <a:rect l="0" t="0" r="r" b="b"/>
            <a:pathLst>
              <a:path w="328" h="480">
                <a:moveTo>
                  <a:pt x="3" y="480"/>
                </a:moveTo>
                <a:lnTo>
                  <a:pt x="328" y="5"/>
                </a:lnTo>
                <a:lnTo>
                  <a:pt x="328" y="0"/>
                </a:lnTo>
                <a:lnTo>
                  <a:pt x="0" y="480"/>
                </a:lnTo>
                <a:lnTo>
                  <a:pt x="3" y="48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2185920" y="4473720"/>
            <a:ext cx="119160" cy="174600"/>
          </a:xfrm>
          <a:custGeom>
            <a:avLst/>
            <a:gdLst/>
            <a:ahLst/>
            <a:rect l="0" t="0" r="r" b="b"/>
            <a:pathLst>
              <a:path w="331" h="485">
                <a:moveTo>
                  <a:pt x="3" y="485"/>
                </a:moveTo>
                <a:lnTo>
                  <a:pt x="331" y="5"/>
                </a:lnTo>
                <a:lnTo>
                  <a:pt x="331" y="0"/>
                </a:lnTo>
                <a:lnTo>
                  <a:pt x="0" y="485"/>
                </a:lnTo>
                <a:lnTo>
                  <a:pt x="3" y="485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2184480" y="4471920"/>
            <a:ext cx="120600" cy="176400"/>
          </a:xfrm>
          <a:custGeom>
            <a:avLst/>
            <a:gdLst/>
            <a:ahLst/>
            <a:rect l="0" t="0" r="r" b="b"/>
            <a:pathLst>
              <a:path w="335" h="490">
                <a:moveTo>
                  <a:pt x="4" y="490"/>
                </a:moveTo>
                <a:lnTo>
                  <a:pt x="335" y="5"/>
                </a:lnTo>
                <a:lnTo>
                  <a:pt x="335" y="0"/>
                </a:lnTo>
                <a:lnTo>
                  <a:pt x="0" y="490"/>
                </a:lnTo>
                <a:lnTo>
                  <a:pt x="4" y="49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2183400" y="4470120"/>
            <a:ext cx="121680" cy="178200"/>
          </a:xfrm>
          <a:custGeom>
            <a:avLst/>
            <a:gdLst/>
            <a:ahLst/>
            <a:rect l="0" t="0" r="r" b="b"/>
            <a:pathLst>
              <a:path w="338" h="495">
                <a:moveTo>
                  <a:pt x="3" y="495"/>
                </a:moveTo>
                <a:lnTo>
                  <a:pt x="338" y="5"/>
                </a:lnTo>
                <a:lnTo>
                  <a:pt x="338" y="0"/>
                </a:lnTo>
                <a:lnTo>
                  <a:pt x="0" y="495"/>
                </a:lnTo>
                <a:lnTo>
                  <a:pt x="3" y="495"/>
                </a:lnTo>
                <a:close/>
              </a:path>
            </a:pathLst>
          </a:custGeom>
          <a:solidFill>
            <a:srgbClr val="4e4e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2182320" y="4468680"/>
            <a:ext cx="122760" cy="179640"/>
          </a:xfrm>
          <a:custGeom>
            <a:avLst/>
            <a:gdLst/>
            <a:ahLst/>
            <a:rect l="0" t="0" r="r" b="b"/>
            <a:pathLst>
              <a:path w="341" h="499">
                <a:moveTo>
                  <a:pt x="3" y="499"/>
                </a:moveTo>
                <a:lnTo>
                  <a:pt x="341" y="4"/>
                </a:lnTo>
                <a:lnTo>
                  <a:pt x="341" y="0"/>
                </a:lnTo>
                <a:lnTo>
                  <a:pt x="0" y="499"/>
                </a:lnTo>
                <a:lnTo>
                  <a:pt x="3" y="499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2181240" y="4466880"/>
            <a:ext cx="123840" cy="181440"/>
          </a:xfrm>
          <a:custGeom>
            <a:avLst/>
            <a:gdLst/>
            <a:ahLst/>
            <a:rect l="0" t="0" r="r" b="b"/>
            <a:pathLst>
              <a:path w="344" h="504">
                <a:moveTo>
                  <a:pt x="3" y="504"/>
                </a:moveTo>
                <a:lnTo>
                  <a:pt x="344" y="5"/>
                </a:lnTo>
                <a:lnTo>
                  <a:pt x="344" y="0"/>
                </a:lnTo>
                <a:lnTo>
                  <a:pt x="0" y="504"/>
                </a:lnTo>
                <a:lnTo>
                  <a:pt x="3" y="504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2179800" y="4465080"/>
            <a:ext cx="125280" cy="183240"/>
          </a:xfrm>
          <a:custGeom>
            <a:avLst/>
            <a:gdLst/>
            <a:ahLst/>
            <a:rect l="0" t="0" r="r" b="b"/>
            <a:pathLst>
              <a:path w="348" h="509">
                <a:moveTo>
                  <a:pt x="4" y="509"/>
                </a:moveTo>
                <a:lnTo>
                  <a:pt x="348" y="5"/>
                </a:lnTo>
                <a:lnTo>
                  <a:pt x="348" y="0"/>
                </a:lnTo>
                <a:lnTo>
                  <a:pt x="0" y="509"/>
                </a:lnTo>
                <a:lnTo>
                  <a:pt x="4" y="509"/>
                </a:lnTo>
                <a:close/>
              </a:path>
            </a:pathLst>
          </a:custGeom>
          <a:solidFill>
            <a:srgbClr val="5252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2178720" y="4463280"/>
            <a:ext cx="126360" cy="185040"/>
          </a:xfrm>
          <a:custGeom>
            <a:avLst/>
            <a:gdLst/>
            <a:ahLst/>
            <a:rect l="0" t="0" r="r" b="b"/>
            <a:pathLst>
              <a:path w="351" h="514">
                <a:moveTo>
                  <a:pt x="3" y="514"/>
                </a:moveTo>
                <a:lnTo>
                  <a:pt x="351" y="5"/>
                </a:lnTo>
                <a:lnTo>
                  <a:pt x="351" y="0"/>
                </a:lnTo>
                <a:lnTo>
                  <a:pt x="0" y="514"/>
                </a:lnTo>
                <a:lnTo>
                  <a:pt x="3" y="514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2177640" y="4461480"/>
            <a:ext cx="127440" cy="186840"/>
          </a:xfrm>
          <a:custGeom>
            <a:avLst/>
            <a:gdLst/>
            <a:ahLst/>
            <a:rect l="0" t="0" r="r" b="b"/>
            <a:pathLst>
              <a:path w="354" h="519">
                <a:moveTo>
                  <a:pt x="3" y="519"/>
                </a:moveTo>
                <a:lnTo>
                  <a:pt x="354" y="5"/>
                </a:lnTo>
                <a:lnTo>
                  <a:pt x="354" y="0"/>
                </a:lnTo>
                <a:lnTo>
                  <a:pt x="0" y="519"/>
                </a:lnTo>
                <a:lnTo>
                  <a:pt x="3" y="519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2176560" y="4460040"/>
            <a:ext cx="128520" cy="188280"/>
          </a:xfrm>
          <a:custGeom>
            <a:avLst/>
            <a:gdLst/>
            <a:ahLst/>
            <a:rect l="0" t="0" r="r" b="b"/>
            <a:pathLst>
              <a:path w="357" h="523">
                <a:moveTo>
                  <a:pt x="3" y="523"/>
                </a:moveTo>
                <a:lnTo>
                  <a:pt x="357" y="4"/>
                </a:lnTo>
                <a:lnTo>
                  <a:pt x="357" y="0"/>
                </a:lnTo>
                <a:lnTo>
                  <a:pt x="0" y="523"/>
                </a:lnTo>
                <a:lnTo>
                  <a:pt x="3" y="523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2175120" y="4458240"/>
            <a:ext cx="129960" cy="190080"/>
          </a:xfrm>
          <a:custGeom>
            <a:avLst/>
            <a:gdLst/>
            <a:ahLst/>
            <a:rect l="0" t="0" r="r" b="b"/>
            <a:pathLst>
              <a:path w="361" h="528">
                <a:moveTo>
                  <a:pt x="4" y="528"/>
                </a:moveTo>
                <a:lnTo>
                  <a:pt x="361" y="6"/>
                </a:lnTo>
                <a:lnTo>
                  <a:pt x="361" y="0"/>
                </a:lnTo>
                <a:lnTo>
                  <a:pt x="0" y="528"/>
                </a:lnTo>
                <a:lnTo>
                  <a:pt x="4" y="528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2174040" y="4456440"/>
            <a:ext cx="131040" cy="191880"/>
          </a:xfrm>
          <a:custGeom>
            <a:avLst/>
            <a:gdLst/>
            <a:ahLst/>
            <a:rect l="0" t="0" r="r" b="b"/>
            <a:pathLst>
              <a:path w="364" h="533">
                <a:moveTo>
                  <a:pt x="3" y="533"/>
                </a:moveTo>
                <a:lnTo>
                  <a:pt x="364" y="5"/>
                </a:lnTo>
                <a:lnTo>
                  <a:pt x="364" y="0"/>
                </a:lnTo>
                <a:lnTo>
                  <a:pt x="0" y="533"/>
                </a:lnTo>
                <a:lnTo>
                  <a:pt x="3" y="533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2172960" y="4454640"/>
            <a:ext cx="132120" cy="193680"/>
          </a:xfrm>
          <a:custGeom>
            <a:avLst/>
            <a:gdLst/>
            <a:ahLst/>
            <a:rect l="0" t="0" r="r" b="b"/>
            <a:pathLst>
              <a:path w="367" h="538">
                <a:moveTo>
                  <a:pt x="3" y="538"/>
                </a:moveTo>
                <a:lnTo>
                  <a:pt x="367" y="5"/>
                </a:lnTo>
                <a:lnTo>
                  <a:pt x="367" y="0"/>
                </a:lnTo>
                <a:lnTo>
                  <a:pt x="0" y="538"/>
                </a:lnTo>
                <a:lnTo>
                  <a:pt x="3" y="538"/>
                </a:lnTo>
                <a:close/>
              </a:path>
            </a:pathLst>
          </a:custGeom>
          <a:solidFill>
            <a:srgbClr val="5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2171520" y="4452840"/>
            <a:ext cx="133560" cy="195480"/>
          </a:xfrm>
          <a:custGeom>
            <a:avLst/>
            <a:gdLst/>
            <a:ahLst/>
            <a:rect l="0" t="0" r="r" b="b"/>
            <a:pathLst>
              <a:path w="371" h="543">
                <a:moveTo>
                  <a:pt x="4" y="543"/>
                </a:moveTo>
                <a:lnTo>
                  <a:pt x="371" y="5"/>
                </a:lnTo>
                <a:lnTo>
                  <a:pt x="371" y="0"/>
                </a:lnTo>
                <a:lnTo>
                  <a:pt x="0" y="543"/>
                </a:lnTo>
                <a:lnTo>
                  <a:pt x="4" y="543"/>
                </a:lnTo>
                <a:close/>
              </a:path>
            </a:pathLst>
          </a:custGeom>
          <a:solidFill>
            <a:srgbClr val="5b5b5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2170440" y="4451400"/>
            <a:ext cx="134640" cy="196920"/>
          </a:xfrm>
          <a:custGeom>
            <a:avLst/>
            <a:gdLst/>
            <a:ahLst/>
            <a:rect l="0" t="0" r="r" b="b"/>
            <a:pathLst>
              <a:path w="374" h="547">
                <a:moveTo>
                  <a:pt x="3" y="547"/>
                </a:moveTo>
                <a:lnTo>
                  <a:pt x="374" y="4"/>
                </a:lnTo>
                <a:lnTo>
                  <a:pt x="374" y="0"/>
                </a:lnTo>
                <a:lnTo>
                  <a:pt x="0" y="547"/>
                </a:lnTo>
                <a:lnTo>
                  <a:pt x="3" y="547"/>
                </a:lnTo>
                <a:close/>
              </a:path>
            </a:pathLst>
          </a:custGeom>
          <a:solidFill>
            <a:srgbClr val="5c5c5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2169360" y="4449600"/>
            <a:ext cx="135720" cy="198720"/>
          </a:xfrm>
          <a:custGeom>
            <a:avLst/>
            <a:gdLst/>
            <a:ahLst/>
            <a:rect l="0" t="0" r="r" b="b"/>
            <a:pathLst>
              <a:path w="377" h="552">
                <a:moveTo>
                  <a:pt x="3" y="552"/>
                </a:moveTo>
                <a:lnTo>
                  <a:pt x="377" y="5"/>
                </a:lnTo>
                <a:lnTo>
                  <a:pt x="377" y="0"/>
                </a:lnTo>
                <a:lnTo>
                  <a:pt x="0" y="552"/>
                </a:lnTo>
                <a:lnTo>
                  <a:pt x="3" y="552"/>
                </a:lnTo>
                <a:close/>
              </a:path>
            </a:pathLst>
          </a:custGeom>
          <a:solidFill>
            <a:srgbClr val="5d5d5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2168280" y="4448160"/>
            <a:ext cx="136800" cy="200160"/>
          </a:xfrm>
          <a:custGeom>
            <a:avLst/>
            <a:gdLst/>
            <a:ahLst/>
            <a:rect l="0" t="0" r="r" b="b"/>
            <a:pathLst>
              <a:path w="380" h="556">
                <a:moveTo>
                  <a:pt x="3" y="556"/>
                </a:moveTo>
                <a:lnTo>
                  <a:pt x="380" y="4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5f5f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21668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06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21657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1616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21646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2626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216360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464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21621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5656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21610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216000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8686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21585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9696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21574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21564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b6b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215532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d6d6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21538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e6e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21528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f6f6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21517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070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215064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2727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21492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37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21481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4747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214704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575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21456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7777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21445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878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21434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979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214236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a7a7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21409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c7c7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21398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d7d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2139840" y="4448160"/>
            <a:ext cx="137160" cy="200160"/>
          </a:xfrm>
          <a:custGeom>
            <a:avLst/>
            <a:gdLst/>
            <a:ahLst/>
            <a:rect l="0" t="0" r="r" b="b"/>
            <a:pathLst>
              <a:path w="381" h="556">
                <a:moveTo>
                  <a:pt x="0" y="556"/>
                </a:moveTo>
                <a:lnTo>
                  <a:pt x="381" y="0"/>
                </a:lnTo>
                <a:lnTo>
                  <a:pt x="377" y="0"/>
                </a:lnTo>
                <a:lnTo>
                  <a:pt x="0" y="552"/>
                </a:lnTo>
                <a:lnTo>
                  <a:pt x="0" y="556"/>
                </a:lnTo>
                <a:close/>
              </a:path>
            </a:pathLst>
          </a:custGeom>
          <a:solidFill>
            <a:srgbClr val="7e7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2139840" y="4448160"/>
            <a:ext cx="135720" cy="198720"/>
          </a:xfrm>
          <a:custGeom>
            <a:avLst/>
            <a:gdLst/>
            <a:ahLst/>
            <a:rect l="0" t="0" r="r" b="b"/>
            <a:pathLst>
              <a:path w="377" h="552">
                <a:moveTo>
                  <a:pt x="0" y="552"/>
                </a:moveTo>
                <a:lnTo>
                  <a:pt x="377" y="0"/>
                </a:lnTo>
                <a:lnTo>
                  <a:pt x="374" y="0"/>
                </a:lnTo>
                <a:lnTo>
                  <a:pt x="0" y="547"/>
                </a:lnTo>
                <a:lnTo>
                  <a:pt x="0" y="552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2139840" y="4448160"/>
            <a:ext cx="134640" cy="196920"/>
          </a:xfrm>
          <a:custGeom>
            <a:avLst/>
            <a:gdLst/>
            <a:ahLst/>
            <a:rect l="0" t="0" r="r" b="b"/>
            <a:pathLst>
              <a:path w="374" h="547">
                <a:moveTo>
                  <a:pt x="0" y="547"/>
                </a:moveTo>
                <a:lnTo>
                  <a:pt x="374" y="0"/>
                </a:lnTo>
                <a:lnTo>
                  <a:pt x="371" y="0"/>
                </a:lnTo>
                <a:lnTo>
                  <a:pt x="0" y="542"/>
                </a:lnTo>
                <a:lnTo>
                  <a:pt x="0" y="547"/>
                </a:lnTo>
                <a:close/>
              </a:path>
            </a:pathLst>
          </a:custGeom>
          <a:solidFill>
            <a:srgbClr val="8181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2139840" y="4448160"/>
            <a:ext cx="133560" cy="195120"/>
          </a:xfrm>
          <a:custGeom>
            <a:avLst/>
            <a:gdLst/>
            <a:ahLst/>
            <a:rect l="0" t="0" r="r" b="b"/>
            <a:pathLst>
              <a:path w="371" h="542">
                <a:moveTo>
                  <a:pt x="0" y="542"/>
                </a:moveTo>
                <a:lnTo>
                  <a:pt x="371" y="0"/>
                </a:lnTo>
                <a:lnTo>
                  <a:pt x="367" y="0"/>
                </a:lnTo>
                <a:lnTo>
                  <a:pt x="0" y="537"/>
                </a:lnTo>
                <a:lnTo>
                  <a:pt x="0" y="542"/>
                </a:lnTo>
                <a:close/>
              </a:path>
            </a:pathLst>
          </a:custGeom>
          <a:solidFill>
            <a:srgbClr val="82828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2139840" y="4448160"/>
            <a:ext cx="132120" cy="193320"/>
          </a:xfrm>
          <a:custGeom>
            <a:avLst/>
            <a:gdLst/>
            <a:ahLst/>
            <a:rect l="0" t="0" r="r" b="b"/>
            <a:pathLst>
              <a:path w="367" h="537">
                <a:moveTo>
                  <a:pt x="0" y="537"/>
                </a:moveTo>
                <a:lnTo>
                  <a:pt x="367" y="0"/>
                </a:lnTo>
                <a:lnTo>
                  <a:pt x="364" y="0"/>
                </a:lnTo>
                <a:lnTo>
                  <a:pt x="0" y="533"/>
                </a:lnTo>
                <a:lnTo>
                  <a:pt x="0" y="537"/>
                </a:lnTo>
                <a:close/>
              </a:path>
            </a:pathLst>
          </a:custGeom>
          <a:solidFill>
            <a:srgbClr val="83838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2139840" y="4448160"/>
            <a:ext cx="131040" cy="191880"/>
          </a:xfrm>
          <a:custGeom>
            <a:avLst/>
            <a:gdLst/>
            <a:ahLst/>
            <a:rect l="0" t="0" r="r" b="b"/>
            <a:pathLst>
              <a:path w="364" h="533">
                <a:moveTo>
                  <a:pt x="0" y="533"/>
                </a:moveTo>
                <a:lnTo>
                  <a:pt x="364" y="0"/>
                </a:lnTo>
                <a:lnTo>
                  <a:pt x="361" y="0"/>
                </a:lnTo>
                <a:lnTo>
                  <a:pt x="0" y="528"/>
                </a:lnTo>
                <a:lnTo>
                  <a:pt x="0" y="533"/>
                </a:lnTo>
                <a:close/>
              </a:path>
            </a:pathLst>
          </a:custGeom>
          <a:solidFill>
            <a:srgbClr val="85858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2139840" y="4448160"/>
            <a:ext cx="129960" cy="190080"/>
          </a:xfrm>
          <a:custGeom>
            <a:avLst/>
            <a:gdLst/>
            <a:ahLst/>
            <a:rect l="0" t="0" r="r" b="b"/>
            <a:pathLst>
              <a:path w="361" h="528">
                <a:moveTo>
                  <a:pt x="0" y="528"/>
                </a:moveTo>
                <a:lnTo>
                  <a:pt x="361" y="0"/>
                </a:lnTo>
                <a:lnTo>
                  <a:pt x="358" y="0"/>
                </a:lnTo>
                <a:lnTo>
                  <a:pt x="0" y="523"/>
                </a:lnTo>
                <a:lnTo>
                  <a:pt x="0" y="528"/>
                </a:lnTo>
                <a:close/>
              </a:path>
            </a:pathLst>
          </a:custGeom>
          <a:solidFill>
            <a:srgbClr val="86868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2139840" y="4448160"/>
            <a:ext cx="128880" cy="188280"/>
          </a:xfrm>
          <a:custGeom>
            <a:avLst/>
            <a:gdLst/>
            <a:ahLst/>
            <a:rect l="0" t="0" r="r" b="b"/>
            <a:pathLst>
              <a:path w="358" h="523">
                <a:moveTo>
                  <a:pt x="0" y="523"/>
                </a:moveTo>
                <a:lnTo>
                  <a:pt x="358" y="0"/>
                </a:lnTo>
                <a:lnTo>
                  <a:pt x="354" y="0"/>
                </a:lnTo>
                <a:lnTo>
                  <a:pt x="0" y="518"/>
                </a:lnTo>
                <a:lnTo>
                  <a:pt x="0" y="523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2139840" y="4448160"/>
            <a:ext cx="127440" cy="186480"/>
          </a:xfrm>
          <a:custGeom>
            <a:avLst/>
            <a:gdLst/>
            <a:ahLst/>
            <a:rect l="0" t="0" r="r" b="b"/>
            <a:pathLst>
              <a:path w="354" h="518">
                <a:moveTo>
                  <a:pt x="0" y="518"/>
                </a:moveTo>
                <a:lnTo>
                  <a:pt x="354" y="0"/>
                </a:lnTo>
                <a:lnTo>
                  <a:pt x="351" y="0"/>
                </a:lnTo>
                <a:lnTo>
                  <a:pt x="0" y="513"/>
                </a:lnTo>
                <a:lnTo>
                  <a:pt x="0" y="518"/>
                </a:lnTo>
                <a:close/>
              </a:path>
            </a:pathLst>
          </a:custGeom>
          <a:solidFill>
            <a:srgbClr val="8888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2139840" y="4448160"/>
            <a:ext cx="126360" cy="184680"/>
          </a:xfrm>
          <a:custGeom>
            <a:avLst/>
            <a:gdLst/>
            <a:ahLst/>
            <a:rect l="0" t="0" r="r" b="b"/>
            <a:pathLst>
              <a:path w="351" h="513">
                <a:moveTo>
                  <a:pt x="0" y="513"/>
                </a:moveTo>
                <a:lnTo>
                  <a:pt x="351" y="0"/>
                </a:lnTo>
                <a:lnTo>
                  <a:pt x="348" y="0"/>
                </a:lnTo>
                <a:lnTo>
                  <a:pt x="0" y="509"/>
                </a:lnTo>
                <a:lnTo>
                  <a:pt x="0" y="513"/>
                </a:lnTo>
                <a:close/>
              </a:path>
            </a:pathLst>
          </a:custGeom>
          <a:solidFill>
            <a:srgbClr val="8a8a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2139840" y="4448160"/>
            <a:ext cx="125280" cy="183240"/>
          </a:xfrm>
          <a:custGeom>
            <a:avLst/>
            <a:gdLst/>
            <a:ahLst/>
            <a:rect l="0" t="0" r="r" b="b"/>
            <a:pathLst>
              <a:path w="348" h="509">
                <a:moveTo>
                  <a:pt x="0" y="509"/>
                </a:moveTo>
                <a:lnTo>
                  <a:pt x="348" y="0"/>
                </a:lnTo>
                <a:lnTo>
                  <a:pt x="345" y="0"/>
                </a:lnTo>
                <a:lnTo>
                  <a:pt x="0" y="504"/>
                </a:lnTo>
                <a:lnTo>
                  <a:pt x="0" y="509"/>
                </a:lnTo>
                <a:close/>
              </a:path>
            </a:pathLst>
          </a:custGeom>
          <a:solidFill>
            <a:srgbClr val="8b8b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2139840" y="4448160"/>
            <a:ext cx="124200" cy="181440"/>
          </a:xfrm>
          <a:custGeom>
            <a:avLst/>
            <a:gdLst/>
            <a:ahLst/>
            <a:rect l="0" t="0" r="r" b="b"/>
            <a:pathLst>
              <a:path w="345" h="504">
                <a:moveTo>
                  <a:pt x="0" y="504"/>
                </a:moveTo>
                <a:lnTo>
                  <a:pt x="345" y="0"/>
                </a:lnTo>
                <a:lnTo>
                  <a:pt x="341" y="0"/>
                </a:lnTo>
                <a:lnTo>
                  <a:pt x="0" y="499"/>
                </a:lnTo>
                <a:lnTo>
                  <a:pt x="0" y="504"/>
                </a:ln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2139840" y="4448160"/>
            <a:ext cx="122760" cy="179640"/>
          </a:xfrm>
          <a:custGeom>
            <a:avLst/>
            <a:gdLst/>
            <a:ahLst/>
            <a:rect l="0" t="0" r="r" b="b"/>
            <a:pathLst>
              <a:path w="341" h="499">
                <a:moveTo>
                  <a:pt x="0" y="499"/>
                </a:moveTo>
                <a:lnTo>
                  <a:pt x="341" y="0"/>
                </a:lnTo>
                <a:lnTo>
                  <a:pt x="338" y="0"/>
                </a:lnTo>
                <a:lnTo>
                  <a:pt x="0" y="494"/>
                </a:lnTo>
                <a:lnTo>
                  <a:pt x="0" y="499"/>
                </a:lnTo>
                <a:close/>
              </a:path>
            </a:pathLst>
          </a:custGeom>
          <a:solidFill>
            <a:srgbClr val="8d8d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2139840" y="4448160"/>
            <a:ext cx="121680" cy="177840"/>
          </a:xfrm>
          <a:custGeom>
            <a:avLst/>
            <a:gdLst/>
            <a:ahLst/>
            <a:rect l="0" t="0" r="r" b="b"/>
            <a:pathLst>
              <a:path w="338" h="494">
                <a:moveTo>
                  <a:pt x="0" y="494"/>
                </a:moveTo>
                <a:lnTo>
                  <a:pt x="338" y="0"/>
                </a:lnTo>
                <a:lnTo>
                  <a:pt x="335" y="0"/>
                </a:lnTo>
                <a:lnTo>
                  <a:pt x="0" y="490"/>
                </a:lnTo>
                <a:lnTo>
                  <a:pt x="0" y="494"/>
                </a:lnTo>
                <a:close/>
              </a:path>
            </a:pathLst>
          </a:custGeom>
          <a:solidFill>
            <a:srgbClr val="8f8f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2139840" y="4448160"/>
            <a:ext cx="120600" cy="176400"/>
          </a:xfrm>
          <a:custGeom>
            <a:avLst/>
            <a:gdLst/>
            <a:ahLst/>
            <a:rect l="0" t="0" r="r" b="b"/>
            <a:pathLst>
              <a:path w="335" h="490">
                <a:moveTo>
                  <a:pt x="0" y="490"/>
                </a:moveTo>
                <a:lnTo>
                  <a:pt x="335" y="0"/>
                </a:lnTo>
                <a:lnTo>
                  <a:pt x="331" y="0"/>
                </a:lnTo>
                <a:lnTo>
                  <a:pt x="0" y="485"/>
                </a:lnTo>
                <a:lnTo>
                  <a:pt x="0" y="490"/>
                </a:lnTo>
                <a:close/>
              </a:path>
            </a:pathLst>
          </a:custGeom>
          <a:solidFill>
            <a:srgbClr val="9090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2139840" y="4448160"/>
            <a:ext cx="119160" cy="174600"/>
          </a:xfrm>
          <a:custGeom>
            <a:avLst/>
            <a:gdLst/>
            <a:ahLst/>
            <a:rect l="0" t="0" r="r" b="b"/>
            <a:pathLst>
              <a:path w="331" h="485">
                <a:moveTo>
                  <a:pt x="0" y="485"/>
                </a:moveTo>
                <a:lnTo>
                  <a:pt x="331" y="0"/>
                </a:lnTo>
                <a:lnTo>
                  <a:pt x="328" y="0"/>
                </a:lnTo>
                <a:lnTo>
                  <a:pt x="0" y="480"/>
                </a:lnTo>
                <a:lnTo>
                  <a:pt x="0" y="485"/>
                </a:lnTo>
                <a:close/>
              </a:path>
            </a:pathLst>
          </a:custGeom>
          <a:solidFill>
            <a:srgbClr val="9191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2139840" y="4448160"/>
            <a:ext cx="118080" cy="172800"/>
          </a:xfrm>
          <a:custGeom>
            <a:avLst/>
            <a:gdLst/>
            <a:ahLst/>
            <a:rect l="0" t="0" r="r" b="b"/>
            <a:pathLst>
              <a:path w="328" h="480">
                <a:moveTo>
                  <a:pt x="0" y="480"/>
                </a:moveTo>
                <a:lnTo>
                  <a:pt x="328" y="0"/>
                </a:lnTo>
                <a:lnTo>
                  <a:pt x="325" y="0"/>
                </a:lnTo>
                <a:lnTo>
                  <a:pt x="0" y="475"/>
                </a:lnTo>
                <a:lnTo>
                  <a:pt x="0" y="480"/>
                </a:lnTo>
                <a:close/>
              </a:path>
            </a:pathLst>
          </a:custGeom>
          <a:solidFill>
            <a:srgbClr val="9292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2139840" y="4448160"/>
            <a:ext cx="117000" cy="171000"/>
          </a:xfrm>
          <a:custGeom>
            <a:avLst/>
            <a:gdLst/>
            <a:ahLst/>
            <a:rect l="0" t="0" r="r" b="b"/>
            <a:pathLst>
              <a:path w="325" h="475">
                <a:moveTo>
                  <a:pt x="0" y="475"/>
                </a:moveTo>
                <a:lnTo>
                  <a:pt x="325" y="0"/>
                </a:lnTo>
                <a:lnTo>
                  <a:pt x="322" y="0"/>
                </a:lnTo>
                <a:lnTo>
                  <a:pt x="0" y="470"/>
                </a:lnTo>
                <a:lnTo>
                  <a:pt x="0" y="475"/>
                </a:lnTo>
                <a:close/>
              </a:path>
            </a:pathLst>
          </a:custGeom>
          <a:solidFill>
            <a:srgbClr val="9494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2139840" y="4448160"/>
            <a:ext cx="115920" cy="169200"/>
          </a:xfrm>
          <a:custGeom>
            <a:avLst/>
            <a:gdLst/>
            <a:ahLst/>
            <a:rect l="0" t="0" r="r" b="b"/>
            <a:pathLst>
              <a:path w="322" h="470">
                <a:moveTo>
                  <a:pt x="0" y="470"/>
                </a:moveTo>
                <a:lnTo>
                  <a:pt x="322" y="0"/>
                </a:lnTo>
                <a:lnTo>
                  <a:pt x="318" y="0"/>
                </a:lnTo>
                <a:lnTo>
                  <a:pt x="0" y="466"/>
                </a:lnTo>
                <a:lnTo>
                  <a:pt x="0" y="470"/>
                </a:lnTo>
                <a:close/>
              </a:path>
            </a:pathLst>
          </a:custGeom>
          <a:solidFill>
            <a:srgbClr val="9595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2139840" y="4448160"/>
            <a:ext cx="114480" cy="167760"/>
          </a:xfrm>
          <a:custGeom>
            <a:avLst/>
            <a:gdLst/>
            <a:ahLst/>
            <a:rect l="0" t="0" r="r" b="b"/>
            <a:pathLst>
              <a:path w="318" h="466">
                <a:moveTo>
                  <a:pt x="0" y="466"/>
                </a:moveTo>
                <a:lnTo>
                  <a:pt x="318" y="0"/>
                </a:lnTo>
                <a:lnTo>
                  <a:pt x="315" y="0"/>
                </a:lnTo>
                <a:lnTo>
                  <a:pt x="0" y="461"/>
                </a:lnTo>
                <a:lnTo>
                  <a:pt x="0" y="466"/>
                </a:lnTo>
                <a:close/>
              </a:path>
            </a:pathLst>
          </a:custGeom>
          <a:solidFill>
            <a:srgbClr val="9696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2139840" y="4448160"/>
            <a:ext cx="113400" cy="165960"/>
          </a:xfrm>
          <a:custGeom>
            <a:avLst/>
            <a:gdLst/>
            <a:ahLst/>
            <a:rect l="0" t="0" r="r" b="b"/>
            <a:pathLst>
              <a:path w="315" h="461">
                <a:moveTo>
                  <a:pt x="0" y="461"/>
                </a:moveTo>
                <a:lnTo>
                  <a:pt x="315" y="0"/>
                </a:lnTo>
                <a:lnTo>
                  <a:pt x="312" y="0"/>
                </a:lnTo>
                <a:lnTo>
                  <a:pt x="0" y="456"/>
                </a:lnTo>
                <a:lnTo>
                  <a:pt x="0" y="461"/>
                </a:lnTo>
                <a:close/>
              </a:path>
            </a:pathLst>
          </a:custGeom>
          <a:solidFill>
            <a:srgbClr val="979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2139840" y="4448160"/>
            <a:ext cx="112320" cy="164160"/>
          </a:xfrm>
          <a:custGeom>
            <a:avLst/>
            <a:gdLst/>
            <a:ahLst/>
            <a:rect l="0" t="0" r="r" b="b"/>
            <a:pathLst>
              <a:path w="312" h="456">
                <a:moveTo>
                  <a:pt x="0" y="456"/>
                </a:moveTo>
                <a:lnTo>
                  <a:pt x="312" y="0"/>
                </a:lnTo>
                <a:lnTo>
                  <a:pt x="308" y="0"/>
                </a:lnTo>
                <a:lnTo>
                  <a:pt x="0" y="451"/>
                </a:lnTo>
                <a:lnTo>
                  <a:pt x="0" y="456"/>
                </a:ln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2139840" y="4448160"/>
            <a:ext cx="110880" cy="162360"/>
          </a:xfrm>
          <a:custGeom>
            <a:avLst/>
            <a:gdLst/>
            <a:ahLst/>
            <a:rect l="0" t="0" r="r" b="b"/>
            <a:pathLst>
              <a:path w="308" h="451">
                <a:moveTo>
                  <a:pt x="0" y="451"/>
                </a:moveTo>
                <a:lnTo>
                  <a:pt x="308" y="0"/>
                </a:lnTo>
                <a:lnTo>
                  <a:pt x="305" y="0"/>
                </a:lnTo>
                <a:lnTo>
                  <a:pt x="0" y="446"/>
                </a:lnTo>
                <a:lnTo>
                  <a:pt x="0" y="451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2139840" y="4448160"/>
            <a:ext cx="109800" cy="160560"/>
          </a:xfrm>
          <a:custGeom>
            <a:avLst/>
            <a:gdLst/>
            <a:ahLst/>
            <a:rect l="0" t="0" r="r" b="b"/>
            <a:pathLst>
              <a:path w="305" h="446">
                <a:moveTo>
                  <a:pt x="0" y="446"/>
                </a:moveTo>
                <a:lnTo>
                  <a:pt x="305" y="0"/>
                </a:lnTo>
                <a:lnTo>
                  <a:pt x="302" y="0"/>
                </a:lnTo>
                <a:lnTo>
                  <a:pt x="0" y="442"/>
                </a:lnTo>
                <a:lnTo>
                  <a:pt x="0" y="446"/>
                </a:lnTo>
                <a:close/>
              </a:path>
            </a:pathLst>
          </a:custGeom>
          <a:solidFill>
            <a:srgbClr val="9b9b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2139840" y="4448160"/>
            <a:ext cx="108720" cy="159120"/>
          </a:xfrm>
          <a:custGeom>
            <a:avLst/>
            <a:gdLst/>
            <a:ahLst/>
            <a:rect l="0" t="0" r="r" b="b"/>
            <a:pathLst>
              <a:path w="302" h="442">
                <a:moveTo>
                  <a:pt x="0" y="442"/>
                </a:moveTo>
                <a:lnTo>
                  <a:pt x="302" y="0"/>
                </a:lnTo>
                <a:lnTo>
                  <a:pt x="299" y="0"/>
                </a:lnTo>
                <a:lnTo>
                  <a:pt x="0" y="437"/>
                </a:lnTo>
                <a:lnTo>
                  <a:pt x="0" y="442"/>
                </a:lnTo>
                <a:close/>
              </a:path>
            </a:pathLst>
          </a:custGeom>
          <a:solidFill>
            <a:srgbClr val="9c9c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2139840" y="4448160"/>
            <a:ext cx="107640" cy="157320"/>
          </a:xfrm>
          <a:custGeom>
            <a:avLst/>
            <a:gdLst/>
            <a:ahLst/>
            <a:rect l="0" t="0" r="r" b="b"/>
            <a:pathLst>
              <a:path w="299" h="437">
                <a:moveTo>
                  <a:pt x="0" y="437"/>
                </a:moveTo>
                <a:lnTo>
                  <a:pt x="299" y="0"/>
                </a:lnTo>
                <a:lnTo>
                  <a:pt x="295" y="0"/>
                </a:lnTo>
                <a:lnTo>
                  <a:pt x="0" y="432"/>
                </a:lnTo>
                <a:lnTo>
                  <a:pt x="0" y="437"/>
                </a:lnTo>
                <a:close/>
              </a:path>
            </a:pathLst>
          </a:custGeom>
          <a:solidFill>
            <a:srgbClr val="9e9e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2139840" y="4448160"/>
            <a:ext cx="106200" cy="155520"/>
          </a:xfrm>
          <a:custGeom>
            <a:avLst/>
            <a:gdLst/>
            <a:ahLst/>
            <a:rect l="0" t="0" r="r" b="b"/>
            <a:pathLst>
              <a:path w="295" h="432">
                <a:moveTo>
                  <a:pt x="0" y="432"/>
                </a:moveTo>
                <a:lnTo>
                  <a:pt x="295" y="0"/>
                </a:lnTo>
                <a:lnTo>
                  <a:pt x="292" y="0"/>
                </a:lnTo>
                <a:lnTo>
                  <a:pt x="0" y="427"/>
                </a:lnTo>
                <a:lnTo>
                  <a:pt x="0" y="432"/>
                </a:lnTo>
                <a:close/>
              </a:path>
            </a:pathLst>
          </a:custGeom>
          <a:solidFill>
            <a:srgbClr val="9f9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2139840" y="4448160"/>
            <a:ext cx="105120" cy="153720"/>
          </a:xfrm>
          <a:custGeom>
            <a:avLst/>
            <a:gdLst/>
            <a:ahLst/>
            <a:rect l="0" t="0" r="r" b="b"/>
            <a:pathLst>
              <a:path w="292" h="427">
                <a:moveTo>
                  <a:pt x="0" y="427"/>
                </a:moveTo>
                <a:lnTo>
                  <a:pt x="292" y="0"/>
                </a:lnTo>
                <a:lnTo>
                  <a:pt x="289" y="0"/>
                </a:lnTo>
                <a:lnTo>
                  <a:pt x="0" y="422"/>
                </a:lnTo>
                <a:lnTo>
                  <a:pt x="0" y="427"/>
                </a:lnTo>
                <a:close/>
              </a:path>
            </a:pathLst>
          </a:custGeom>
          <a:solidFill>
            <a:srgbClr val="a0a0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2139840" y="4448160"/>
            <a:ext cx="104040" cy="151920"/>
          </a:xfrm>
          <a:custGeom>
            <a:avLst/>
            <a:gdLst/>
            <a:ahLst/>
            <a:rect l="0" t="0" r="r" b="b"/>
            <a:pathLst>
              <a:path w="289" h="422">
                <a:moveTo>
                  <a:pt x="0" y="422"/>
                </a:moveTo>
                <a:lnTo>
                  <a:pt x="289" y="0"/>
                </a:lnTo>
                <a:lnTo>
                  <a:pt x="286" y="0"/>
                </a:lnTo>
                <a:lnTo>
                  <a:pt x="0" y="418"/>
                </a:lnTo>
                <a:lnTo>
                  <a:pt x="0" y="422"/>
                </a:lnTo>
                <a:close/>
              </a:path>
            </a:pathLst>
          </a:custGeom>
          <a:solidFill>
            <a:srgbClr val="a2a2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2139840" y="4448160"/>
            <a:ext cx="102960" cy="150480"/>
          </a:xfrm>
          <a:custGeom>
            <a:avLst/>
            <a:gdLst/>
            <a:ahLst/>
            <a:rect l="0" t="0" r="r" b="b"/>
            <a:pathLst>
              <a:path w="286" h="418">
                <a:moveTo>
                  <a:pt x="0" y="418"/>
                </a:moveTo>
                <a:lnTo>
                  <a:pt x="286" y="0"/>
                </a:lnTo>
                <a:lnTo>
                  <a:pt x="282" y="0"/>
                </a:lnTo>
                <a:lnTo>
                  <a:pt x="0" y="413"/>
                </a:lnTo>
                <a:lnTo>
                  <a:pt x="0" y="418"/>
                </a:lnTo>
                <a:close/>
              </a:path>
            </a:pathLst>
          </a:custGeom>
          <a:solidFill>
            <a:srgbClr val="a3a3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2139840" y="4448160"/>
            <a:ext cx="101520" cy="148680"/>
          </a:xfrm>
          <a:custGeom>
            <a:avLst/>
            <a:gdLst/>
            <a:ahLst/>
            <a:rect l="0" t="0" r="r" b="b"/>
            <a:pathLst>
              <a:path w="282" h="413">
                <a:moveTo>
                  <a:pt x="0" y="413"/>
                </a:moveTo>
                <a:lnTo>
                  <a:pt x="282" y="0"/>
                </a:lnTo>
                <a:lnTo>
                  <a:pt x="279" y="0"/>
                </a:lnTo>
                <a:lnTo>
                  <a:pt x="0" y="408"/>
                </a:lnTo>
                <a:lnTo>
                  <a:pt x="0" y="413"/>
                </a:lnTo>
                <a:close/>
              </a:path>
            </a:pathLst>
          </a:custGeom>
          <a:solidFill>
            <a:srgbClr val="a4a4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2139840" y="4448160"/>
            <a:ext cx="100440" cy="146880"/>
          </a:xfrm>
          <a:custGeom>
            <a:avLst/>
            <a:gdLst/>
            <a:ahLst/>
            <a:rect l="0" t="0" r="r" b="b"/>
            <a:pathLst>
              <a:path w="279" h="408">
                <a:moveTo>
                  <a:pt x="0" y="408"/>
                </a:moveTo>
                <a:lnTo>
                  <a:pt x="279" y="0"/>
                </a:lnTo>
                <a:lnTo>
                  <a:pt x="276" y="0"/>
                </a:lnTo>
                <a:lnTo>
                  <a:pt x="0" y="403"/>
                </a:lnTo>
                <a:lnTo>
                  <a:pt x="0" y="408"/>
                </a:lnTo>
                <a:close/>
              </a:path>
            </a:pathLst>
          </a:custGeom>
          <a:solidFill>
            <a:srgbClr val="a5a5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2139840" y="4448160"/>
            <a:ext cx="99360" cy="145080"/>
          </a:xfrm>
          <a:custGeom>
            <a:avLst/>
            <a:gdLst/>
            <a:ahLst/>
            <a:rect l="0" t="0" r="r" b="b"/>
            <a:pathLst>
              <a:path w="276" h="403">
                <a:moveTo>
                  <a:pt x="0" y="403"/>
                </a:moveTo>
                <a:lnTo>
                  <a:pt x="276" y="0"/>
                </a:lnTo>
                <a:lnTo>
                  <a:pt x="272" y="0"/>
                </a:lnTo>
                <a:lnTo>
                  <a:pt x="0" y="398"/>
                </a:lnTo>
                <a:lnTo>
                  <a:pt x="0" y="403"/>
                </a:lnTo>
                <a:close/>
              </a:path>
            </a:pathLst>
          </a:custGeom>
          <a:solidFill>
            <a:srgbClr val="a7a7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2139840" y="4448160"/>
            <a:ext cx="97920" cy="143280"/>
          </a:xfrm>
          <a:custGeom>
            <a:avLst/>
            <a:gdLst/>
            <a:ahLst/>
            <a:rect l="0" t="0" r="r" b="b"/>
            <a:pathLst>
              <a:path w="272" h="398">
                <a:moveTo>
                  <a:pt x="0" y="398"/>
                </a:moveTo>
                <a:lnTo>
                  <a:pt x="272" y="0"/>
                </a:lnTo>
                <a:lnTo>
                  <a:pt x="269" y="0"/>
                </a:lnTo>
                <a:lnTo>
                  <a:pt x="0" y="394"/>
                </a:lnTo>
                <a:lnTo>
                  <a:pt x="0" y="398"/>
                </a:lnTo>
                <a:close/>
              </a:path>
            </a:pathLst>
          </a:custGeom>
          <a:solidFill>
            <a:srgbClr val="a8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2139840" y="4448160"/>
            <a:ext cx="96840" cy="141840"/>
          </a:xfrm>
          <a:custGeom>
            <a:avLst/>
            <a:gdLst/>
            <a:ahLst/>
            <a:rect l="0" t="0" r="r" b="b"/>
            <a:pathLst>
              <a:path w="269" h="394">
                <a:moveTo>
                  <a:pt x="0" y="394"/>
                </a:moveTo>
                <a:lnTo>
                  <a:pt x="269" y="0"/>
                </a:lnTo>
                <a:lnTo>
                  <a:pt x="266" y="0"/>
                </a:lnTo>
                <a:lnTo>
                  <a:pt x="0" y="389"/>
                </a:lnTo>
                <a:lnTo>
                  <a:pt x="0" y="394"/>
                </a:lnTo>
                <a:close/>
              </a:path>
            </a:pathLst>
          </a:custGeom>
          <a:solidFill>
            <a:srgbClr val="a9a9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2139840" y="4448160"/>
            <a:ext cx="95760" cy="140040"/>
          </a:xfrm>
          <a:custGeom>
            <a:avLst/>
            <a:gdLst/>
            <a:ahLst/>
            <a:rect l="0" t="0" r="r" b="b"/>
            <a:pathLst>
              <a:path w="266" h="389">
                <a:moveTo>
                  <a:pt x="0" y="389"/>
                </a:moveTo>
                <a:lnTo>
                  <a:pt x="266" y="0"/>
                </a:lnTo>
                <a:lnTo>
                  <a:pt x="263" y="0"/>
                </a:lnTo>
                <a:lnTo>
                  <a:pt x="0" y="384"/>
                </a:lnTo>
                <a:lnTo>
                  <a:pt x="0" y="389"/>
                </a:lnTo>
                <a:close/>
              </a:path>
            </a:pathLst>
          </a:custGeom>
          <a:solidFill>
            <a:srgbClr val="aaaa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2139840" y="4448160"/>
            <a:ext cx="94680" cy="138240"/>
          </a:xfrm>
          <a:custGeom>
            <a:avLst/>
            <a:gdLst/>
            <a:ahLst/>
            <a:rect l="0" t="0" r="r" b="b"/>
            <a:pathLst>
              <a:path w="263" h="384">
                <a:moveTo>
                  <a:pt x="0" y="384"/>
                </a:moveTo>
                <a:lnTo>
                  <a:pt x="263" y="0"/>
                </a:lnTo>
                <a:lnTo>
                  <a:pt x="259" y="0"/>
                </a:lnTo>
                <a:lnTo>
                  <a:pt x="0" y="379"/>
                </a:lnTo>
                <a:lnTo>
                  <a:pt x="0" y="384"/>
                </a:lnTo>
                <a:close/>
              </a:path>
            </a:pathLst>
          </a:custGeom>
          <a:solidFill>
            <a:srgbClr val="acac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2139840" y="4448160"/>
            <a:ext cx="93240" cy="136440"/>
          </a:xfrm>
          <a:custGeom>
            <a:avLst/>
            <a:gdLst/>
            <a:ahLst/>
            <a:rect l="0" t="0" r="r" b="b"/>
            <a:pathLst>
              <a:path w="259" h="379">
                <a:moveTo>
                  <a:pt x="0" y="379"/>
                </a:moveTo>
                <a:lnTo>
                  <a:pt x="259" y="0"/>
                </a:lnTo>
                <a:lnTo>
                  <a:pt x="256" y="0"/>
                </a:lnTo>
                <a:lnTo>
                  <a:pt x="0" y="374"/>
                </a:lnTo>
                <a:lnTo>
                  <a:pt x="0" y="379"/>
                </a:lnTo>
                <a:close/>
              </a:path>
            </a:pathLst>
          </a:custGeom>
          <a:solidFill>
            <a:srgbClr val="adad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2139840" y="4448160"/>
            <a:ext cx="92160" cy="134640"/>
          </a:xfrm>
          <a:custGeom>
            <a:avLst/>
            <a:gdLst/>
            <a:ahLst/>
            <a:rect l="0" t="0" r="r" b="b"/>
            <a:pathLst>
              <a:path w="256" h="374">
                <a:moveTo>
                  <a:pt x="0" y="374"/>
                </a:moveTo>
                <a:lnTo>
                  <a:pt x="256" y="0"/>
                </a:lnTo>
                <a:lnTo>
                  <a:pt x="253" y="0"/>
                </a:lnTo>
                <a:lnTo>
                  <a:pt x="0" y="370"/>
                </a:lnTo>
                <a:lnTo>
                  <a:pt x="0" y="374"/>
                </a:lnTo>
                <a:close/>
              </a:path>
            </a:pathLst>
          </a:custGeom>
          <a:solidFill>
            <a:srgbClr val="aeae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2139840" y="4448160"/>
            <a:ext cx="91080" cy="133200"/>
          </a:xfrm>
          <a:custGeom>
            <a:avLst/>
            <a:gdLst/>
            <a:ahLst/>
            <a:rect l="0" t="0" r="r" b="b"/>
            <a:pathLst>
              <a:path w="253" h="370">
                <a:moveTo>
                  <a:pt x="0" y="370"/>
                </a:moveTo>
                <a:lnTo>
                  <a:pt x="253" y="0"/>
                </a:lnTo>
                <a:lnTo>
                  <a:pt x="250" y="0"/>
                </a:lnTo>
                <a:lnTo>
                  <a:pt x="0" y="365"/>
                </a:lnTo>
                <a:lnTo>
                  <a:pt x="0" y="370"/>
                </a:lnTo>
                <a:close/>
              </a:path>
            </a:pathLst>
          </a:custGeom>
          <a:solidFill>
            <a:srgbClr val="afa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2139840" y="4448160"/>
            <a:ext cx="90000" cy="131400"/>
          </a:xfrm>
          <a:custGeom>
            <a:avLst/>
            <a:gdLst/>
            <a:ahLst/>
            <a:rect l="0" t="0" r="r" b="b"/>
            <a:pathLst>
              <a:path w="250" h="365">
                <a:moveTo>
                  <a:pt x="0" y="365"/>
                </a:moveTo>
                <a:lnTo>
                  <a:pt x="250" y="0"/>
                </a:lnTo>
                <a:lnTo>
                  <a:pt x="246" y="0"/>
                </a:lnTo>
                <a:lnTo>
                  <a:pt x="0" y="360"/>
                </a:lnTo>
                <a:lnTo>
                  <a:pt x="0" y="365"/>
                </a:lnTo>
                <a:close/>
              </a:path>
            </a:pathLst>
          </a:custGeom>
          <a:solidFill>
            <a:srgbClr val="b1b1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2139840" y="4448160"/>
            <a:ext cx="88560" cy="129600"/>
          </a:xfrm>
          <a:custGeom>
            <a:avLst/>
            <a:gdLst/>
            <a:ahLst/>
            <a:rect l="0" t="0" r="r" b="b"/>
            <a:pathLst>
              <a:path w="246" h="360">
                <a:moveTo>
                  <a:pt x="0" y="360"/>
                </a:moveTo>
                <a:lnTo>
                  <a:pt x="246" y="0"/>
                </a:lnTo>
                <a:lnTo>
                  <a:pt x="243" y="0"/>
                </a:lnTo>
                <a:lnTo>
                  <a:pt x="0" y="355"/>
                </a:lnTo>
                <a:lnTo>
                  <a:pt x="0" y="360"/>
                </a:lnTo>
                <a:close/>
              </a:path>
            </a:pathLst>
          </a:custGeom>
          <a:solidFill>
            <a:srgbClr val="b2b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2139840" y="4448160"/>
            <a:ext cx="87480" cy="127800"/>
          </a:xfrm>
          <a:custGeom>
            <a:avLst/>
            <a:gdLst/>
            <a:ahLst/>
            <a:rect l="0" t="0" r="r" b="b"/>
            <a:pathLst>
              <a:path w="243" h="355">
                <a:moveTo>
                  <a:pt x="0" y="355"/>
                </a:moveTo>
                <a:lnTo>
                  <a:pt x="243" y="0"/>
                </a:lnTo>
                <a:lnTo>
                  <a:pt x="240" y="0"/>
                </a:lnTo>
                <a:lnTo>
                  <a:pt x="0" y="351"/>
                </a:lnTo>
                <a:lnTo>
                  <a:pt x="0" y="355"/>
                </a:lnTo>
                <a:close/>
              </a:path>
            </a:pathLst>
          </a:custGeom>
          <a:solidFill>
            <a:srgbClr val="b3b3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2139840" y="4448160"/>
            <a:ext cx="86400" cy="126360"/>
          </a:xfrm>
          <a:custGeom>
            <a:avLst/>
            <a:gdLst/>
            <a:ahLst/>
            <a:rect l="0" t="0" r="r" b="b"/>
            <a:pathLst>
              <a:path w="240" h="351">
                <a:moveTo>
                  <a:pt x="0" y="351"/>
                </a:moveTo>
                <a:lnTo>
                  <a:pt x="240" y="0"/>
                </a:lnTo>
                <a:lnTo>
                  <a:pt x="236" y="0"/>
                </a:lnTo>
                <a:lnTo>
                  <a:pt x="0" y="346"/>
                </a:lnTo>
                <a:lnTo>
                  <a:pt x="0" y="351"/>
                </a:lnTo>
                <a:close/>
              </a:path>
            </a:pathLst>
          </a:custGeom>
          <a:solidFill>
            <a:srgbClr val="b4b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2139840" y="4448160"/>
            <a:ext cx="84960" cy="124560"/>
          </a:xfrm>
          <a:custGeom>
            <a:avLst/>
            <a:gdLst/>
            <a:ahLst/>
            <a:rect l="0" t="0" r="r" b="b"/>
            <a:pathLst>
              <a:path w="236" h="346">
                <a:moveTo>
                  <a:pt x="0" y="346"/>
                </a:moveTo>
                <a:lnTo>
                  <a:pt x="236" y="0"/>
                </a:lnTo>
                <a:lnTo>
                  <a:pt x="233" y="0"/>
                </a:lnTo>
                <a:lnTo>
                  <a:pt x="0" y="341"/>
                </a:lnTo>
                <a:lnTo>
                  <a:pt x="0" y="346"/>
                </a:lnTo>
                <a:close/>
              </a:path>
            </a:pathLst>
          </a:custGeom>
          <a:solidFill>
            <a:srgbClr val="b6b6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2139840" y="4448160"/>
            <a:ext cx="83880" cy="122760"/>
          </a:xfrm>
          <a:custGeom>
            <a:avLst/>
            <a:gdLst/>
            <a:ahLst/>
            <a:rect l="0" t="0" r="r" b="b"/>
            <a:pathLst>
              <a:path w="233" h="341">
                <a:moveTo>
                  <a:pt x="0" y="341"/>
                </a:moveTo>
                <a:lnTo>
                  <a:pt x="233" y="0"/>
                </a:lnTo>
                <a:lnTo>
                  <a:pt x="230" y="0"/>
                </a:lnTo>
                <a:lnTo>
                  <a:pt x="0" y="336"/>
                </a:lnTo>
                <a:lnTo>
                  <a:pt x="0" y="341"/>
                </a:lnTo>
                <a:close/>
              </a:path>
            </a:pathLst>
          </a:custGeom>
          <a:solidFill>
            <a:srgbClr val="b7b7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2139840" y="4448160"/>
            <a:ext cx="82800" cy="120960"/>
          </a:xfrm>
          <a:custGeom>
            <a:avLst/>
            <a:gdLst/>
            <a:ahLst/>
            <a:rect l="0" t="0" r="r" b="b"/>
            <a:pathLst>
              <a:path w="230" h="336">
                <a:moveTo>
                  <a:pt x="0" y="336"/>
                </a:moveTo>
                <a:lnTo>
                  <a:pt x="230" y="0"/>
                </a:lnTo>
                <a:lnTo>
                  <a:pt x="227" y="0"/>
                </a:lnTo>
                <a:lnTo>
                  <a:pt x="0" y="331"/>
                </a:lnTo>
                <a:lnTo>
                  <a:pt x="0" y="336"/>
                </a:lnTo>
                <a:close/>
              </a:path>
            </a:pathLst>
          </a:custGeom>
          <a:solidFill>
            <a:srgbClr val="b8b8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2139840" y="4448160"/>
            <a:ext cx="81720" cy="119160"/>
          </a:xfrm>
          <a:custGeom>
            <a:avLst/>
            <a:gdLst/>
            <a:ahLst/>
            <a:rect l="0" t="0" r="r" b="b"/>
            <a:pathLst>
              <a:path w="227" h="331">
                <a:moveTo>
                  <a:pt x="0" y="331"/>
                </a:moveTo>
                <a:lnTo>
                  <a:pt x="227" y="0"/>
                </a:lnTo>
                <a:lnTo>
                  <a:pt x="223" y="0"/>
                </a:lnTo>
                <a:lnTo>
                  <a:pt x="0" y="327"/>
                </a:lnTo>
                <a:lnTo>
                  <a:pt x="0" y="331"/>
                </a:lnTo>
                <a:close/>
              </a:path>
            </a:pathLst>
          </a:custGeom>
          <a:solidFill>
            <a:srgbClr val="b9b9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2139840" y="4448160"/>
            <a:ext cx="80280" cy="117720"/>
          </a:xfrm>
          <a:custGeom>
            <a:avLst/>
            <a:gdLst/>
            <a:ahLst/>
            <a:rect l="0" t="0" r="r" b="b"/>
            <a:pathLst>
              <a:path w="223" h="327">
                <a:moveTo>
                  <a:pt x="0" y="327"/>
                </a:moveTo>
                <a:lnTo>
                  <a:pt x="223" y="0"/>
                </a:lnTo>
                <a:lnTo>
                  <a:pt x="220" y="0"/>
                </a:lnTo>
                <a:lnTo>
                  <a:pt x="0" y="322"/>
                </a:lnTo>
                <a:lnTo>
                  <a:pt x="0" y="327"/>
                </a:lnTo>
                <a:close/>
              </a:path>
            </a:pathLst>
          </a:custGeom>
          <a:solidFill>
            <a:srgbClr val="bbb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2139840" y="4448160"/>
            <a:ext cx="79200" cy="115920"/>
          </a:xfrm>
          <a:custGeom>
            <a:avLst/>
            <a:gdLst/>
            <a:ahLst/>
            <a:rect l="0" t="0" r="r" b="b"/>
            <a:pathLst>
              <a:path w="220" h="322">
                <a:moveTo>
                  <a:pt x="0" y="322"/>
                </a:moveTo>
                <a:lnTo>
                  <a:pt x="220" y="0"/>
                </a:lnTo>
                <a:lnTo>
                  <a:pt x="217" y="0"/>
                </a:lnTo>
                <a:lnTo>
                  <a:pt x="0" y="317"/>
                </a:lnTo>
                <a:lnTo>
                  <a:pt x="0" y="322"/>
                </a:lnTo>
                <a:close/>
              </a:path>
            </a:pathLst>
          </a:custGeom>
          <a:solidFill>
            <a:srgbClr val="bcbc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2139840" y="4448160"/>
            <a:ext cx="78120" cy="114120"/>
          </a:xfrm>
          <a:custGeom>
            <a:avLst/>
            <a:gdLst/>
            <a:ahLst/>
            <a:rect l="0" t="0" r="r" b="b"/>
            <a:pathLst>
              <a:path w="217" h="317">
                <a:moveTo>
                  <a:pt x="0" y="317"/>
                </a:moveTo>
                <a:lnTo>
                  <a:pt x="217" y="0"/>
                </a:lnTo>
                <a:lnTo>
                  <a:pt x="214" y="0"/>
                </a:lnTo>
                <a:lnTo>
                  <a:pt x="0" y="312"/>
                </a:lnTo>
                <a:lnTo>
                  <a:pt x="0" y="317"/>
                </a:lnTo>
                <a:close/>
              </a:path>
            </a:pathLst>
          </a:custGeom>
          <a:solidFill>
            <a:srgbClr val="bdbd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2139840" y="4448160"/>
            <a:ext cx="77040" cy="112320"/>
          </a:xfrm>
          <a:custGeom>
            <a:avLst/>
            <a:gdLst/>
            <a:ahLst/>
            <a:rect l="0" t="0" r="r" b="b"/>
            <a:pathLst>
              <a:path w="214" h="312">
                <a:moveTo>
                  <a:pt x="0" y="312"/>
                </a:moveTo>
                <a:lnTo>
                  <a:pt x="214" y="0"/>
                </a:lnTo>
                <a:lnTo>
                  <a:pt x="210" y="0"/>
                </a:lnTo>
                <a:lnTo>
                  <a:pt x="0" y="307"/>
                </a:lnTo>
                <a:lnTo>
                  <a:pt x="0" y="312"/>
                </a:lnTo>
                <a:close/>
              </a:path>
            </a:pathLst>
          </a:custGeom>
          <a:solidFill>
            <a:srgbClr val="bfbf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2139840" y="4448160"/>
            <a:ext cx="75600" cy="110520"/>
          </a:xfrm>
          <a:custGeom>
            <a:avLst/>
            <a:gdLst/>
            <a:ahLst/>
            <a:rect l="0" t="0" r="r" b="b"/>
            <a:pathLst>
              <a:path w="210" h="307">
                <a:moveTo>
                  <a:pt x="0" y="307"/>
                </a:moveTo>
                <a:lnTo>
                  <a:pt x="210" y="0"/>
                </a:lnTo>
                <a:lnTo>
                  <a:pt x="207" y="0"/>
                </a:lnTo>
                <a:lnTo>
                  <a:pt x="0" y="303"/>
                </a:lnTo>
                <a:lnTo>
                  <a:pt x="0" y="307"/>
                </a:lnTo>
                <a:close/>
              </a:path>
            </a:pathLst>
          </a:custGeom>
          <a:solidFill>
            <a:srgbClr val="c0c0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2139840" y="4448160"/>
            <a:ext cx="74520" cy="109080"/>
          </a:xfrm>
          <a:custGeom>
            <a:avLst/>
            <a:gdLst/>
            <a:ahLst/>
            <a:rect l="0" t="0" r="r" b="b"/>
            <a:pathLst>
              <a:path w="207" h="303">
                <a:moveTo>
                  <a:pt x="0" y="303"/>
                </a:moveTo>
                <a:lnTo>
                  <a:pt x="207" y="0"/>
                </a:lnTo>
                <a:lnTo>
                  <a:pt x="204" y="0"/>
                </a:lnTo>
                <a:lnTo>
                  <a:pt x="0" y="298"/>
                </a:lnTo>
                <a:lnTo>
                  <a:pt x="0" y="303"/>
                </a:lnTo>
                <a:close/>
              </a:path>
            </a:pathLst>
          </a:custGeom>
          <a:solidFill>
            <a:srgbClr val="c1c1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2139840" y="4448160"/>
            <a:ext cx="73440" cy="107280"/>
          </a:xfrm>
          <a:custGeom>
            <a:avLst/>
            <a:gdLst/>
            <a:ahLst/>
            <a:rect l="0" t="0" r="r" b="b"/>
            <a:pathLst>
              <a:path w="204" h="298">
                <a:moveTo>
                  <a:pt x="0" y="298"/>
                </a:moveTo>
                <a:lnTo>
                  <a:pt x="204" y="0"/>
                </a:lnTo>
                <a:lnTo>
                  <a:pt x="200" y="0"/>
                </a:lnTo>
                <a:lnTo>
                  <a:pt x="0" y="293"/>
                </a:lnTo>
                <a:lnTo>
                  <a:pt x="0" y="298"/>
                </a:lnTo>
                <a:close/>
              </a:path>
            </a:pathLst>
          </a:custGeom>
          <a:solidFill>
            <a:srgbClr val="c2c2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2139840" y="4448160"/>
            <a:ext cx="72000" cy="105480"/>
          </a:xfrm>
          <a:custGeom>
            <a:avLst/>
            <a:gdLst/>
            <a:ahLst/>
            <a:rect l="0" t="0" r="r" b="b"/>
            <a:pathLst>
              <a:path w="200" h="293">
                <a:moveTo>
                  <a:pt x="0" y="293"/>
                </a:moveTo>
                <a:lnTo>
                  <a:pt x="200" y="0"/>
                </a:lnTo>
                <a:lnTo>
                  <a:pt x="197" y="0"/>
                </a:lnTo>
                <a:lnTo>
                  <a:pt x="0" y="288"/>
                </a:lnTo>
                <a:lnTo>
                  <a:pt x="0" y="293"/>
                </a:lnTo>
                <a:close/>
              </a:path>
            </a:pathLst>
          </a:custGeom>
          <a:solidFill>
            <a:srgbClr val="c4c4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2139840" y="4448160"/>
            <a:ext cx="70920" cy="103680"/>
          </a:xfrm>
          <a:custGeom>
            <a:avLst/>
            <a:gdLst/>
            <a:ahLst/>
            <a:rect l="0" t="0" r="r" b="b"/>
            <a:pathLst>
              <a:path w="197" h="288">
                <a:moveTo>
                  <a:pt x="0" y="288"/>
                </a:moveTo>
                <a:lnTo>
                  <a:pt x="197" y="0"/>
                </a:lnTo>
                <a:lnTo>
                  <a:pt x="194" y="0"/>
                </a:lnTo>
                <a:lnTo>
                  <a:pt x="0" y="283"/>
                </a:lnTo>
                <a:lnTo>
                  <a:pt x="0" y="288"/>
                </a:lnTo>
                <a:close/>
              </a:path>
            </a:pathLst>
          </a:custGeom>
          <a:solidFill>
            <a:srgbClr val="c5c5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2139840" y="4448160"/>
            <a:ext cx="69840" cy="101880"/>
          </a:xfrm>
          <a:custGeom>
            <a:avLst/>
            <a:gdLst/>
            <a:ahLst/>
            <a:rect l="0" t="0" r="r" b="b"/>
            <a:pathLst>
              <a:path w="194" h="283">
                <a:moveTo>
                  <a:pt x="0" y="283"/>
                </a:moveTo>
                <a:lnTo>
                  <a:pt x="194" y="0"/>
                </a:lnTo>
                <a:lnTo>
                  <a:pt x="191" y="0"/>
                </a:lnTo>
                <a:lnTo>
                  <a:pt x="0" y="279"/>
                </a:lnTo>
                <a:lnTo>
                  <a:pt x="0" y="283"/>
                </a:lnTo>
                <a:close/>
              </a:path>
            </a:pathLst>
          </a:custGeom>
          <a:solidFill>
            <a:srgbClr val="c6c6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2139840" y="4448160"/>
            <a:ext cx="68760" cy="100440"/>
          </a:xfrm>
          <a:custGeom>
            <a:avLst/>
            <a:gdLst/>
            <a:ahLst/>
            <a:rect l="0" t="0" r="r" b="b"/>
            <a:pathLst>
              <a:path w="191" h="279">
                <a:moveTo>
                  <a:pt x="0" y="279"/>
                </a:moveTo>
                <a:lnTo>
                  <a:pt x="191" y="0"/>
                </a:lnTo>
                <a:lnTo>
                  <a:pt x="187" y="0"/>
                </a:lnTo>
                <a:lnTo>
                  <a:pt x="0" y="274"/>
                </a:lnTo>
                <a:lnTo>
                  <a:pt x="0" y="279"/>
                </a:lnTo>
                <a:close/>
              </a:path>
            </a:pathLst>
          </a:custGeom>
          <a:solidFill>
            <a:srgbClr val="c7c7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2139840" y="4448160"/>
            <a:ext cx="67320" cy="98640"/>
          </a:xfrm>
          <a:custGeom>
            <a:avLst/>
            <a:gdLst/>
            <a:ahLst/>
            <a:rect l="0" t="0" r="r" b="b"/>
            <a:pathLst>
              <a:path w="187" h="274">
                <a:moveTo>
                  <a:pt x="0" y="274"/>
                </a:moveTo>
                <a:lnTo>
                  <a:pt x="187" y="0"/>
                </a:lnTo>
                <a:lnTo>
                  <a:pt x="184" y="0"/>
                </a:lnTo>
                <a:lnTo>
                  <a:pt x="0" y="269"/>
                </a:lnTo>
                <a:lnTo>
                  <a:pt x="0" y="274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2139840" y="4448160"/>
            <a:ext cx="66240" cy="96840"/>
          </a:xfrm>
          <a:custGeom>
            <a:avLst/>
            <a:gdLst/>
            <a:ahLst/>
            <a:rect l="0" t="0" r="r" b="b"/>
            <a:pathLst>
              <a:path w="184" h="269">
                <a:moveTo>
                  <a:pt x="0" y="269"/>
                </a:moveTo>
                <a:lnTo>
                  <a:pt x="184" y="0"/>
                </a:lnTo>
                <a:lnTo>
                  <a:pt x="181" y="0"/>
                </a:lnTo>
                <a:lnTo>
                  <a:pt x="0" y="264"/>
                </a:lnTo>
                <a:lnTo>
                  <a:pt x="0" y="269"/>
                </a:lnTo>
                <a:close/>
              </a:path>
            </a:pathLst>
          </a:custGeom>
          <a:solidFill>
            <a:srgbClr val="caca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2139840" y="4448160"/>
            <a:ext cx="65160" cy="95040"/>
          </a:xfrm>
          <a:custGeom>
            <a:avLst/>
            <a:gdLst/>
            <a:ahLst/>
            <a:rect l="0" t="0" r="r" b="b"/>
            <a:pathLst>
              <a:path w="181" h="264">
                <a:moveTo>
                  <a:pt x="0" y="264"/>
                </a:moveTo>
                <a:lnTo>
                  <a:pt x="181" y="0"/>
                </a:lnTo>
                <a:lnTo>
                  <a:pt x="178" y="0"/>
                </a:lnTo>
                <a:lnTo>
                  <a:pt x="0" y="259"/>
                </a:lnTo>
                <a:lnTo>
                  <a:pt x="0" y="264"/>
                </a:lnTo>
                <a:close/>
              </a:path>
            </a:pathLst>
          </a:custGeom>
          <a:solidFill>
            <a:srgbClr val="cbc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2139840" y="4448160"/>
            <a:ext cx="64080" cy="93240"/>
          </a:xfrm>
          <a:custGeom>
            <a:avLst/>
            <a:gdLst/>
            <a:ahLst/>
            <a:rect l="0" t="0" r="r" b="b"/>
            <a:pathLst>
              <a:path w="178" h="259">
                <a:moveTo>
                  <a:pt x="0" y="259"/>
                </a:moveTo>
                <a:lnTo>
                  <a:pt x="178" y="0"/>
                </a:lnTo>
                <a:lnTo>
                  <a:pt x="174" y="0"/>
                </a:lnTo>
                <a:lnTo>
                  <a:pt x="0" y="255"/>
                </a:lnTo>
                <a:lnTo>
                  <a:pt x="0" y="259"/>
                </a:lnTo>
                <a:close/>
              </a:path>
            </a:pathLst>
          </a:custGeom>
          <a:solidFill>
            <a:srgbClr val="cccc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2139840" y="4448160"/>
            <a:ext cx="62640" cy="91800"/>
          </a:xfrm>
          <a:custGeom>
            <a:avLst/>
            <a:gdLst/>
            <a:ahLst/>
            <a:rect l="0" t="0" r="r" b="b"/>
            <a:pathLst>
              <a:path w="174" h="255">
                <a:moveTo>
                  <a:pt x="0" y="255"/>
                </a:moveTo>
                <a:lnTo>
                  <a:pt x="174" y="0"/>
                </a:lnTo>
                <a:lnTo>
                  <a:pt x="171" y="0"/>
                </a:lnTo>
                <a:lnTo>
                  <a:pt x="0" y="250"/>
                </a:lnTo>
                <a:lnTo>
                  <a:pt x="0" y="255"/>
                </a:lnTo>
                <a:close/>
              </a:path>
            </a:pathLst>
          </a:custGeom>
          <a:solidFill>
            <a:srgbClr val="cece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2139840" y="4448160"/>
            <a:ext cx="61560" cy="90000"/>
          </a:xfrm>
          <a:custGeom>
            <a:avLst/>
            <a:gdLst/>
            <a:ahLst/>
            <a:rect l="0" t="0" r="r" b="b"/>
            <a:pathLst>
              <a:path w="171" h="250">
                <a:moveTo>
                  <a:pt x="0" y="250"/>
                </a:moveTo>
                <a:lnTo>
                  <a:pt x="171" y="0"/>
                </a:lnTo>
                <a:lnTo>
                  <a:pt x="168" y="0"/>
                </a:lnTo>
                <a:lnTo>
                  <a:pt x="0" y="245"/>
                </a:lnTo>
                <a:lnTo>
                  <a:pt x="0" y="250"/>
                </a:lnTo>
                <a:close/>
              </a:path>
            </a:pathLst>
          </a:custGeom>
          <a:solidFill>
            <a:srgbClr val="cfc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2139840" y="4448160"/>
            <a:ext cx="60480" cy="88200"/>
          </a:xfrm>
          <a:custGeom>
            <a:avLst/>
            <a:gdLst/>
            <a:ahLst/>
            <a:rect l="0" t="0" r="r" b="b"/>
            <a:pathLst>
              <a:path w="168" h="245">
                <a:moveTo>
                  <a:pt x="0" y="245"/>
                </a:moveTo>
                <a:lnTo>
                  <a:pt x="168" y="0"/>
                </a:lnTo>
                <a:lnTo>
                  <a:pt x="164" y="0"/>
                </a:lnTo>
                <a:lnTo>
                  <a:pt x="0" y="240"/>
                </a:lnTo>
                <a:lnTo>
                  <a:pt x="0" y="245"/>
                </a:lnTo>
                <a:close/>
              </a:path>
            </a:pathLst>
          </a:custGeom>
          <a:solidFill>
            <a:srgbClr val="d0d0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2139840" y="4448160"/>
            <a:ext cx="59040" cy="86400"/>
          </a:xfrm>
          <a:custGeom>
            <a:avLst/>
            <a:gdLst/>
            <a:ahLst/>
            <a:rect l="0" t="0" r="r" b="b"/>
            <a:pathLst>
              <a:path w="164" h="240">
                <a:moveTo>
                  <a:pt x="0" y="240"/>
                </a:moveTo>
                <a:lnTo>
                  <a:pt x="164" y="0"/>
                </a:lnTo>
                <a:lnTo>
                  <a:pt x="161" y="0"/>
                </a:lnTo>
                <a:lnTo>
                  <a:pt x="0" y="235"/>
                </a:lnTo>
                <a:lnTo>
                  <a:pt x="0" y="240"/>
                </a:lnTo>
                <a:close/>
              </a:path>
            </a:pathLst>
          </a:custGeom>
          <a:solidFill>
            <a:srgbClr val="d1d1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2139840" y="4448160"/>
            <a:ext cx="57960" cy="84600"/>
          </a:xfrm>
          <a:custGeom>
            <a:avLst/>
            <a:gdLst/>
            <a:ahLst/>
            <a:rect l="0" t="0" r="r" b="b"/>
            <a:pathLst>
              <a:path w="161" h="235">
                <a:moveTo>
                  <a:pt x="0" y="235"/>
                </a:moveTo>
                <a:lnTo>
                  <a:pt x="161" y="0"/>
                </a:lnTo>
                <a:lnTo>
                  <a:pt x="158" y="0"/>
                </a:lnTo>
                <a:lnTo>
                  <a:pt x="0" y="231"/>
                </a:lnTo>
                <a:lnTo>
                  <a:pt x="0" y="235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2139840" y="4448160"/>
            <a:ext cx="56880" cy="83160"/>
          </a:xfrm>
          <a:custGeom>
            <a:avLst/>
            <a:gdLst/>
            <a:ahLst/>
            <a:rect l="0" t="0" r="r" b="b"/>
            <a:pathLst>
              <a:path w="158" h="231">
                <a:moveTo>
                  <a:pt x="0" y="231"/>
                </a:moveTo>
                <a:lnTo>
                  <a:pt x="158" y="0"/>
                </a:lnTo>
                <a:lnTo>
                  <a:pt x="155" y="0"/>
                </a:lnTo>
                <a:lnTo>
                  <a:pt x="0" y="226"/>
                </a:lnTo>
                <a:lnTo>
                  <a:pt x="0" y="231"/>
                </a:lnTo>
                <a:close/>
              </a:path>
            </a:pathLst>
          </a:custGeom>
          <a:solidFill>
            <a:srgbClr val="d4d4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2139840" y="4448160"/>
            <a:ext cx="55800" cy="81360"/>
          </a:xfrm>
          <a:custGeom>
            <a:avLst/>
            <a:gdLst/>
            <a:ahLst/>
            <a:rect l="0" t="0" r="r" b="b"/>
            <a:pathLst>
              <a:path w="155" h="226">
                <a:moveTo>
                  <a:pt x="0" y="226"/>
                </a:moveTo>
                <a:lnTo>
                  <a:pt x="155" y="0"/>
                </a:lnTo>
                <a:lnTo>
                  <a:pt x="151" y="0"/>
                </a:lnTo>
                <a:lnTo>
                  <a:pt x="0" y="221"/>
                </a:lnTo>
                <a:lnTo>
                  <a:pt x="0" y="226"/>
                </a:lnTo>
                <a:close/>
              </a:path>
            </a:pathLst>
          </a:custGeom>
          <a:solidFill>
            <a:srgbClr val="d5d5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2139840" y="4448160"/>
            <a:ext cx="54360" cy="79560"/>
          </a:xfrm>
          <a:custGeom>
            <a:avLst/>
            <a:gdLst/>
            <a:ahLst/>
            <a:rect l="0" t="0" r="r" b="b"/>
            <a:pathLst>
              <a:path w="151" h="221">
                <a:moveTo>
                  <a:pt x="0" y="221"/>
                </a:moveTo>
                <a:lnTo>
                  <a:pt x="151" y="0"/>
                </a:lnTo>
                <a:lnTo>
                  <a:pt x="148" y="0"/>
                </a:lnTo>
                <a:lnTo>
                  <a:pt x="0" y="216"/>
                </a:lnTo>
                <a:lnTo>
                  <a:pt x="0" y="221"/>
                </a:lnTo>
                <a:close/>
              </a:path>
            </a:pathLst>
          </a:custGeom>
          <a:solidFill>
            <a:srgbClr val="d6d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2139840" y="4448160"/>
            <a:ext cx="53280" cy="77760"/>
          </a:xfrm>
          <a:custGeom>
            <a:avLst/>
            <a:gdLst/>
            <a:ahLst/>
            <a:rect l="0" t="0" r="r" b="b"/>
            <a:pathLst>
              <a:path w="148" h="216">
                <a:moveTo>
                  <a:pt x="0" y="216"/>
                </a:moveTo>
                <a:lnTo>
                  <a:pt x="148" y="0"/>
                </a:lnTo>
                <a:lnTo>
                  <a:pt x="145" y="0"/>
                </a:lnTo>
                <a:lnTo>
                  <a:pt x="0" y="211"/>
                </a:lnTo>
                <a:lnTo>
                  <a:pt x="0" y="216"/>
                </a:lnTo>
                <a:close/>
              </a:path>
            </a:pathLst>
          </a:custGeom>
          <a:solidFill>
            <a:srgbClr val="d8d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2139840" y="4448160"/>
            <a:ext cx="52200" cy="75960"/>
          </a:xfrm>
          <a:custGeom>
            <a:avLst/>
            <a:gdLst/>
            <a:ahLst/>
            <a:rect l="0" t="0" r="r" b="b"/>
            <a:pathLst>
              <a:path w="145" h="211">
                <a:moveTo>
                  <a:pt x="0" y="211"/>
                </a:moveTo>
                <a:lnTo>
                  <a:pt x="145" y="0"/>
                </a:lnTo>
                <a:lnTo>
                  <a:pt x="142" y="0"/>
                </a:lnTo>
                <a:lnTo>
                  <a:pt x="0" y="207"/>
                </a:lnTo>
                <a:lnTo>
                  <a:pt x="0" y="211"/>
                </a:lnTo>
                <a:close/>
              </a:path>
            </a:pathLst>
          </a:custGeom>
          <a:solidFill>
            <a:srgbClr val="d9d9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2139840" y="4448160"/>
            <a:ext cx="51120" cy="74520"/>
          </a:xfrm>
          <a:custGeom>
            <a:avLst/>
            <a:gdLst/>
            <a:ahLst/>
            <a:rect l="0" t="0" r="r" b="b"/>
            <a:pathLst>
              <a:path w="142" h="207">
                <a:moveTo>
                  <a:pt x="0" y="207"/>
                </a:moveTo>
                <a:lnTo>
                  <a:pt x="142" y="0"/>
                </a:lnTo>
                <a:lnTo>
                  <a:pt x="138" y="0"/>
                </a:lnTo>
                <a:lnTo>
                  <a:pt x="0" y="202"/>
                </a:lnTo>
                <a:lnTo>
                  <a:pt x="0" y="207"/>
                </a:lnTo>
                <a:close/>
              </a:path>
            </a:pathLst>
          </a:custGeom>
          <a:solidFill>
            <a:srgbClr val="dada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2139840" y="4448160"/>
            <a:ext cx="49680" cy="72720"/>
          </a:xfrm>
          <a:custGeom>
            <a:avLst/>
            <a:gdLst/>
            <a:ahLst/>
            <a:rect l="0" t="0" r="r" b="b"/>
            <a:pathLst>
              <a:path w="138" h="202">
                <a:moveTo>
                  <a:pt x="0" y="202"/>
                </a:moveTo>
                <a:lnTo>
                  <a:pt x="138" y="0"/>
                </a:lnTo>
                <a:lnTo>
                  <a:pt x="135" y="0"/>
                </a:lnTo>
                <a:lnTo>
                  <a:pt x="0" y="197"/>
                </a:lnTo>
                <a:lnTo>
                  <a:pt x="0" y="202"/>
                </a:lnTo>
                <a:close/>
              </a:path>
            </a:pathLst>
          </a:custGeom>
          <a:solidFill>
            <a:srgbClr val="dbdb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2139840" y="4448160"/>
            <a:ext cx="48600" cy="70920"/>
          </a:xfrm>
          <a:custGeom>
            <a:avLst/>
            <a:gdLst/>
            <a:ahLst/>
            <a:rect l="0" t="0" r="r" b="b"/>
            <a:pathLst>
              <a:path w="135" h="197">
                <a:moveTo>
                  <a:pt x="0" y="197"/>
                </a:moveTo>
                <a:lnTo>
                  <a:pt x="135" y="0"/>
                </a:lnTo>
                <a:lnTo>
                  <a:pt x="132" y="0"/>
                </a:lnTo>
                <a:lnTo>
                  <a:pt x="0" y="192"/>
                </a:lnTo>
                <a:lnTo>
                  <a:pt x="0" y="197"/>
                </a:lnTo>
                <a:close/>
              </a:path>
            </a:pathLst>
          </a:custGeom>
          <a:solidFill>
            <a:srgbClr val="dddd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2139840" y="4448160"/>
            <a:ext cx="47520" cy="69120"/>
          </a:xfrm>
          <a:custGeom>
            <a:avLst/>
            <a:gdLst/>
            <a:ahLst/>
            <a:rect l="0" t="0" r="r" b="b"/>
            <a:pathLst>
              <a:path w="132" h="192">
                <a:moveTo>
                  <a:pt x="0" y="192"/>
                </a:moveTo>
                <a:lnTo>
                  <a:pt x="132" y="0"/>
                </a:lnTo>
                <a:lnTo>
                  <a:pt x="128" y="0"/>
                </a:lnTo>
                <a:lnTo>
                  <a:pt x="0" y="188"/>
                </a:lnTo>
                <a:lnTo>
                  <a:pt x="0" y="192"/>
                </a:lnTo>
                <a:close/>
              </a:path>
            </a:pathLst>
          </a:custGeom>
          <a:solidFill>
            <a:srgbClr val="dede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2139840" y="4448160"/>
            <a:ext cx="46080" cy="67680"/>
          </a:xfrm>
          <a:custGeom>
            <a:avLst/>
            <a:gdLst/>
            <a:ahLst/>
            <a:rect l="0" t="0" r="r" b="b"/>
            <a:pathLst>
              <a:path w="128" h="188">
                <a:moveTo>
                  <a:pt x="0" y="188"/>
                </a:moveTo>
                <a:lnTo>
                  <a:pt x="128" y="0"/>
                </a:lnTo>
                <a:lnTo>
                  <a:pt x="125" y="0"/>
                </a:lnTo>
                <a:lnTo>
                  <a:pt x="0" y="183"/>
                </a:lnTo>
                <a:lnTo>
                  <a:pt x="0" y="188"/>
                </a:lnTo>
                <a:close/>
              </a:path>
            </a:pathLst>
          </a:custGeom>
          <a:solidFill>
            <a:srgbClr val="dfdf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2139840" y="4448160"/>
            <a:ext cx="45000" cy="65880"/>
          </a:xfrm>
          <a:custGeom>
            <a:avLst/>
            <a:gdLst/>
            <a:ahLst/>
            <a:rect l="0" t="0" r="r" b="b"/>
            <a:pathLst>
              <a:path w="125" h="183">
                <a:moveTo>
                  <a:pt x="0" y="183"/>
                </a:moveTo>
                <a:lnTo>
                  <a:pt x="125" y="0"/>
                </a:lnTo>
                <a:lnTo>
                  <a:pt x="122" y="0"/>
                </a:lnTo>
                <a:lnTo>
                  <a:pt x="0" y="178"/>
                </a:lnTo>
                <a:lnTo>
                  <a:pt x="0" y="183"/>
                </a:lnTo>
                <a:close/>
              </a:path>
            </a:pathLst>
          </a:custGeom>
          <a:solidFill>
            <a:srgbClr val="e1e1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2139840" y="4448160"/>
            <a:ext cx="43920" cy="64080"/>
          </a:xfrm>
          <a:custGeom>
            <a:avLst/>
            <a:gdLst/>
            <a:ahLst/>
            <a:rect l="0" t="0" r="r" b="b"/>
            <a:pathLst>
              <a:path w="122" h="178">
                <a:moveTo>
                  <a:pt x="0" y="178"/>
                </a:moveTo>
                <a:lnTo>
                  <a:pt x="122" y="0"/>
                </a:lnTo>
                <a:lnTo>
                  <a:pt x="119" y="0"/>
                </a:lnTo>
                <a:lnTo>
                  <a:pt x="0" y="173"/>
                </a:lnTo>
                <a:lnTo>
                  <a:pt x="0" y="178"/>
                </a:lnTo>
                <a:close/>
              </a:path>
            </a:pathLst>
          </a:custGeom>
          <a:solidFill>
            <a:srgbClr val="e2e2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2139840" y="4448160"/>
            <a:ext cx="42840" cy="62280"/>
          </a:xfrm>
          <a:custGeom>
            <a:avLst/>
            <a:gdLst/>
            <a:ahLst/>
            <a:rect l="0" t="0" r="r" b="b"/>
            <a:pathLst>
              <a:path w="119" h="173">
                <a:moveTo>
                  <a:pt x="0" y="173"/>
                </a:moveTo>
                <a:lnTo>
                  <a:pt x="119" y="0"/>
                </a:lnTo>
                <a:lnTo>
                  <a:pt x="115" y="0"/>
                </a:lnTo>
                <a:lnTo>
                  <a:pt x="0" y="168"/>
                </a:lnTo>
                <a:lnTo>
                  <a:pt x="0" y="173"/>
                </a:lnTo>
                <a:close/>
              </a:path>
            </a:pathLst>
          </a:custGeom>
          <a:solidFill>
            <a:srgbClr val="e3e3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2139840" y="4448160"/>
            <a:ext cx="41400" cy="60480"/>
          </a:xfrm>
          <a:custGeom>
            <a:avLst/>
            <a:gdLst/>
            <a:ahLst/>
            <a:rect l="0" t="0" r="r" b="b"/>
            <a:pathLst>
              <a:path w="115" h="168">
                <a:moveTo>
                  <a:pt x="0" y="168"/>
                </a:moveTo>
                <a:lnTo>
                  <a:pt x="115" y="0"/>
                </a:lnTo>
                <a:lnTo>
                  <a:pt x="112" y="0"/>
                </a:lnTo>
                <a:lnTo>
                  <a:pt x="0" y="164"/>
                </a:lnTo>
                <a:lnTo>
                  <a:pt x="0" y="168"/>
                </a:lnTo>
                <a:close/>
              </a:path>
            </a:pathLst>
          </a:custGeom>
          <a:solidFill>
            <a:srgbClr val="e4e4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2139840" y="4448160"/>
            <a:ext cx="40320" cy="59040"/>
          </a:xfrm>
          <a:custGeom>
            <a:avLst/>
            <a:gdLst/>
            <a:ahLst/>
            <a:rect l="0" t="0" r="r" b="b"/>
            <a:pathLst>
              <a:path w="112" h="164">
                <a:moveTo>
                  <a:pt x="0" y="164"/>
                </a:moveTo>
                <a:lnTo>
                  <a:pt x="112" y="0"/>
                </a:lnTo>
                <a:lnTo>
                  <a:pt x="109" y="0"/>
                </a:lnTo>
                <a:lnTo>
                  <a:pt x="0" y="159"/>
                </a:lnTo>
                <a:lnTo>
                  <a:pt x="0" y="164"/>
                </a:lnTo>
                <a:close/>
              </a:path>
            </a:pathLst>
          </a:custGeom>
          <a:solidFill>
            <a:srgbClr val="e6e6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2139840" y="4448160"/>
            <a:ext cx="39240" cy="57240"/>
          </a:xfrm>
          <a:custGeom>
            <a:avLst/>
            <a:gdLst/>
            <a:ahLst/>
            <a:rect l="0" t="0" r="r" b="b"/>
            <a:pathLst>
              <a:path w="109" h="159">
                <a:moveTo>
                  <a:pt x="0" y="159"/>
                </a:moveTo>
                <a:lnTo>
                  <a:pt x="109" y="0"/>
                </a:lnTo>
                <a:lnTo>
                  <a:pt x="106" y="0"/>
                </a:lnTo>
                <a:lnTo>
                  <a:pt x="0" y="154"/>
                </a:lnTo>
                <a:lnTo>
                  <a:pt x="0" y="159"/>
                </a:lnTo>
                <a:close/>
              </a:path>
            </a:pathLst>
          </a:custGeom>
          <a:solidFill>
            <a:srgbClr val="e7e7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2139840" y="4448160"/>
            <a:ext cx="38160" cy="55440"/>
          </a:xfrm>
          <a:custGeom>
            <a:avLst/>
            <a:gdLst/>
            <a:ahLst/>
            <a:rect l="0" t="0" r="r" b="b"/>
            <a:pathLst>
              <a:path w="106" h="154">
                <a:moveTo>
                  <a:pt x="0" y="154"/>
                </a:moveTo>
                <a:lnTo>
                  <a:pt x="106" y="0"/>
                </a:lnTo>
                <a:lnTo>
                  <a:pt x="102" y="0"/>
                </a:lnTo>
                <a:lnTo>
                  <a:pt x="0" y="149"/>
                </a:lnTo>
                <a:lnTo>
                  <a:pt x="0" y="154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2139840" y="4448160"/>
            <a:ext cx="36720" cy="53640"/>
          </a:xfrm>
          <a:custGeom>
            <a:avLst/>
            <a:gdLst/>
            <a:ahLst/>
            <a:rect l="0" t="0" r="r" b="b"/>
            <a:pathLst>
              <a:path w="102" h="149">
                <a:moveTo>
                  <a:pt x="0" y="149"/>
                </a:moveTo>
                <a:lnTo>
                  <a:pt x="102" y="0"/>
                </a:lnTo>
                <a:lnTo>
                  <a:pt x="99" y="0"/>
                </a:lnTo>
                <a:lnTo>
                  <a:pt x="0" y="144"/>
                </a:lnTo>
                <a:lnTo>
                  <a:pt x="0" y="149"/>
                </a:lnTo>
                <a:close/>
              </a:path>
            </a:pathLst>
          </a:custGeom>
          <a:solidFill>
            <a:srgbClr val="e9e9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2139840" y="4448160"/>
            <a:ext cx="35640" cy="51840"/>
          </a:xfrm>
          <a:custGeom>
            <a:avLst/>
            <a:gdLst/>
            <a:ahLst/>
            <a:rect l="0" t="0" r="r" b="b"/>
            <a:pathLst>
              <a:path w="99" h="144">
                <a:moveTo>
                  <a:pt x="0" y="144"/>
                </a:moveTo>
                <a:lnTo>
                  <a:pt x="99" y="0"/>
                </a:lnTo>
                <a:lnTo>
                  <a:pt x="96" y="0"/>
                </a:lnTo>
                <a:lnTo>
                  <a:pt x="0" y="140"/>
                </a:lnTo>
                <a:lnTo>
                  <a:pt x="0" y="144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2139840" y="4448160"/>
            <a:ext cx="34560" cy="50400"/>
          </a:xfrm>
          <a:custGeom>
            <a:avLst/>
            <a:gdLst/>
            <a:ahLst/>
            <a:rect l="0" t="0" r="r" b="b"/>
            <a:pathLst>
              <a:path w="96" h="140">
                <a:moveTo>
                  <a:pt x="0" y="140"/>
                </a:moveTo>
                <a:lnTo>
                  <a:pt x="96" y="0"/>
                </a:lnTo>
                <a:lnTo>
                  <a:pt x="92" y="0"/>
                </a:lnTo>
                <a:lnTo>
                  <a:pt x="0" y="135"/>
                </a:lnTo>
                <a:lnTo>
                  <a:pt x="0" y="140"/>
                </a:lnTo>
                <a:close/>
              </a:path>
            </a:pathLst>
          </a:custGeom>
          <a:solidFill>
            <a:srgbClr val="ecec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2139840" y="4448160"/>
            <a:ext cx="33120" cy="48600"/>
          </a:xfrm>
          <a:custGeom>
            <a:avLst/>
            <a:gdLst/>
            <a:ahLst/>
            <a:rect l="0" t="0" r="r" b="b"/>
            <a:pathLst>
              <a:path w="92" h="135">
                <a:moveTo>
                  <a:pt x="0" y="135"/>
                </a:moveTo>
                <a:lnTo>
                  <a:pt x="92" y="0"/>
                </a:lnTo>
                <a:lnTo>
                  <a:pt x="89" y="0"/>
                </a:lnTo>
                <a:lnTo>
                  <a:pt x="0" y="130"/>
                </a:lnTo>
                <a:lnTo>
                  <a:pt x="0" y="135"/>
                </a:lnTo>
                <a:close/>
              </a:path>
            </a:pathLst>
          </a:custGeom>
          <a:solidFill>
            <a:srgbClr val="edede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2139840" y="4448160"/>
            <a:ext cx="32040" cy="46800"/>
          </a:xfrm>
          <a:custGeom>
            <a:avLst/>
            <a:gdLst/>
            <a:ahLst/>
            <a:rect l="0" t="0" r="r" b="b"/>
            <a:pathLst>
              <a:path w="89" h="130">
                <a:moveTo>
                  <a:pt x="0" y="130"/>
                </a:moveTo>
                <a:lnTo>
                  <a:pt x="89" y="0"/>
                </a:lnTo>
                <a:lnTo>
                  <a:pt x="86" y="0"/>
                </a:lnTo>
                <a:lnTo>
                  <a:pt x="0" y="125"/>
                </a:lnTo>
                <a:lnTo>
                  <a:pt x="0" y="13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2139840" y="4448160"/>
            <a:ext cx="30960" cy="45000"/>
          </a:xfrm>
          <a:custGeom>
            <a:avLst/>
            <a:gdLst/>
            <a:ahLst/>
            <a:rect l="0" t="0" r="r" b="b"/>
            <a:pathLst>
              <a:path w="86" h="125">
                <a:moveTo>
                  <a:pt x="0" y="125"/>
                </a:moveTo>
                <a:lnTo>
                  <a:pt x="86" y="0"/>
                </a:lnTo>
                <a:lnTo>
                  <a:pt x="83" y="0"/>
                </a:lnTo>
                <a:lnTo>
                  <a:pt x="0" y="120"/>
                </a:lnTo>
                <a:lnTo>
                  <a:pt x="0" y="125"/>
                </a:lnTo>
                <a:close/>
              </a:path>
            </a:pathLst>
          </a:custGeom>
          <a:solidFill>
            <a:srgbClr val="f0f0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2139840" y="4448160"/>
            <a:ext cx="29880" cy="43200"/>
          </a:xfrm>
          <a:custGeom>
            <a:avLst/>
            <a:gdLst/>
            <a:ahLst/>
            <a:rect l="0" t="0" r="r" b="b"/>
            <a:pathLst>
              <a:path w="83" h="120">
                <a:moveTo>
                  <a:pt x="0" y="120"/>
                </a:moveTo>
                <a:lnTo>
                  <a:pt x="83" y="0"/>
                </a:lnTo>
                <a:lnTo>
                  <a:pt x="79" y="0"/>
                </a:lnTo>
                <a:lnTo>
                  <a:pt x="0" y="116"/>
                </a:lnTo>
                <a:lnTo>
                  <a:pt x="0" y="120"/>
                </a:lnTo>
                <a:close/>
              </a:path>
            </a:pathLst>
          </a:custGeom>
          <a:solidFill>
            <a:srgbClr val="f1f1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2139840" y="4448160"/>
            <a:ext cx="28440" cy="41760"/>
          </a:xfrm>
          <a:custGeom>
            <a:avLst/>
            <a:gdLst/>
            <a:ahLst/>
            <a:rect l="0" t="0" r="r" b="b"/>
            <a:pathLst>
              <a:path w="79" h="116">
                <a:moveTo>
                  <a:pt x="0" y="116"/>
                </a:moveTo>
                <a:lnTo>
                  <a:pt x="79" y="0"/>
                </a:lnTo>
                <a:lnTo>
                  <a:pt x="76" y="0"/>
                </a:lnTo>
                <a:lnTo>
                  <a:pt x="0" y="111"/>
                </a:lnTo>
                <a:lnTo>
                  <a:pt x="0" y="116"/>
                </a:ln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2139840" y="4448160"/>
            <a:ext cx="27360" cy="39960"/>
          </a:xfrm>
          <a:custGeom>
            <a:avLst/>
            <a:gdLst/>
            <a:ahLst/>
            <a:rect l="0" t="0" r="r" b="b"/>
            <a:pathLst>
              <a:path w="76" h="111">
                <a:moveTo>
                  <a:pt x="0" y="111"/>
                </a:moveTo>
                <a:lnTo>
                  <a:pt x="76" y="0"/>
                </a:lnTo>
                <a:lnTo>
                  <a:pt x="73" y="0"/>
                </a:lnTo>
                <a:lnTo>
                  <a:pt x="0" y="106"/>
                </a:lnTo>
                <a:lnTo>
                  <a:pt x="0" y="111"/>
                </a:lnTo>
                <a:close/>
              </a:path>
            </a:pathLst>
          </a:custGeom>
          <a:solidFill>
            <a:srgbClr val="f3f3f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2139840" y="4448160"/>
            <a:ext cx="26280" cy="38160"/>
          </a:xfrm>
          <a:custGeom>
            <a:avLst/>
            <a:gdLst/>
            <a:ahLst/>
            <a:rect l="0" t="0" r="r" b="b"/>
            <a:pathLst>
              <a:path w="73" h="106">
                <a:moveTo>
                  <a:pt x="0" y="106"/>
                </a:moveTo>
                <a:lnTo>
                  <a:pt x="73" y="0"/>
                </a:lnTo>
                <a:lnTo>
                  <a:pt x="70" y="0"/>
                </a:lnTo>
                <a:lnTo>
                  <a:pt x="0" y="101"/>
                </a:lnTo>
                <a:lnTo>
                  <a:pt x="0" y="106"/>
                </a:ln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2139840" y="4448160"/>
            <a:ext cx="25200" cy="36360"/>
          </a:xfrm>
          <a:custGeom>
            <a:avLst/>
            <a:gdLst/>
            <a:ahLst/>
            <a:rect l="0" t="0" r="r" b="b"/>
            <a:pathLst>
              <a:path w="70" h="101">
                <a:moveTo>
                  <a:pt x="0" y="101"/>
                </a:moveTo>
                <a:lnTo>
                  <a:pt x="70" y="0"/>
                </a:lnTo>
                <a:lnTo>
                  <a:pt x="66" y="0"/>
                </a:lnTo>
                <a:lnTo>
                  <a:pt x="0" y="96"/>
                </a:lnTo>
                <a:lnTo>
                  <a:pt x="0" y="101"/>
                </a:lnTo>
                <a:close/>
              </a:path>
            </a:pathLst>
          </a:custGeom>
          <a:solidFill>
            <a:srgbClr val="f6f6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2139840" y="4448160"/>
            <a:ext cx="23760" cy="34560"/>
          </a:xfrm>
          <a:custGeom>
            <a:avLst/>
            <a:gdLst/>
            <a:ahLst/>
            <a:rect l="0" t="0" r="r" b="b"/>
            <a:pathLst>
              <a:path w="66" h="96">
                <a:moveTo>
                  <a:pt x="0" y="96"/>
                </a:moveTo>
                <a:lnTo>
                  <a:pt x="66" y="0"/>
                </a:lnTo>
                <a:lnTo>
                  <a:pt x="63" y="0"/>
                </a:lnTo>
                <a:lnTo>
                  <a:pt x="0" y="92"/>
                </a:lnTo>
                <a:lnTo>
                  <a:pt x="0" y="96"/>
                </a:lnTo>
                <a:close/>
              </a:path>
            </a:pathLst>
          </a:custGeom>
          <a:solidFill>
            <a:srgbClr val="f7f7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2139840" y="4448160"/>
            <a:ext cx="22680" cy="33120"/>
          </a:xfrm>
          <a:custGeom>
            <a:avLst/>
            <a:gdLst/>
            <a:ahLst/>
            <a:rect l="0" t="0" r="r" b="b"/>
            <a:pathLst>
              <a:path w="63" h="92">
                <a:moveTo>
                  <a:pt x="0" y="92"/>
                </a:moveTo>
                <a:lnTo>
                  <a:pt x="63" y="0"/>
                </a:lnTo>
                <a:lnTo>
                  <a:pt x="60" y="0"/>
                </a:lnTo>
                <a:lnTo>
                  <a:pt x="0" y="87"/>
                </a:lnTo>
                <a:lnTo>
                  <a:pt x="0" y="92"/>
                </a:lnTo>
                <a:close/>
              </a:path>
            </a:pathLst>
          </a:custGeom>
          <a:solidFill>
            <a:srgbClr val="f8f8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2139840" y="4448160"/>
            <a:ext cx="21600" cy="31320"/>
          </a:xfrm>
          <a:custGeom>
            <a:avLst/>
            <a:gdLst/>
            <a:ahLst/>
            <a:rect l="0" t="0" r="r" b="b"/>
            <a:pathLst>
              <a:path w="60" h="87">
                <a:moveTo>
                  <a:pt x="0" y="87"/>
                </a:moveTo>
                <a:lnTo>
                  <a:pt x="60" y="0"/>
                </a:lnTo>
                <a:lnTo>
                  <a:pt x="56" y="0"/>
                </a:lnTo>
                <a:lnTo>
                  <a:pt x="0" y="82"/>
                </a:lnTo>
                <a:lnTo>
                  <a:pt x="0" y="87"/>
                </a:lnTo>
                <a:close/>
              </a:path>
            </a:pathLst>
          </a:custGeom>
          <a:solidFill>
            <a:srgbClr val="fafa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2139840" y="4448160"/>
            <a:ext cx="20160" cy="29520"/>
          </a:xfrm>
          <a:custGeom>
            <a:avLst/>
            <a:gdLst/>
            <a:ahLst/>
            <a:rect l="0" t="0" r="r" b="b"/>
            <a:pathLst>
              <a:path w="56" h="82">
                <a:moveTo>
                  <a:pt x="0" y="82"/>
                </a:moveTo>
                <a:lnTo>
                  <a:pt x="56" y="0"/>
                </a:lnTo>
                <a:lnTo>
                  <a:pt x="53" y="0"/>
                </a:lnTo>
                <a:lnTo>
                  <a:pt x="0" y="76"/>
                </a:lnTo>
                <a:lnTo>
                  <a:pt x="0" y="82"/>
                </a:lnTo>
                <a:close/>
              </a:path>
            </a:pathLst>
          </a:custGeom>
          <a:solidFill>
            <a:srgbClr val="fbfb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2139840" y="4448160"/>
            <a:ext cx="19080" cy="27720"/>
          </a:xfrm>
          <a:custGeom>
            <a:avLst/>
            <a:gdLst/>
            <a:ahLst/>
            <a:rect l="0" t="0" r="r" b="b"/>
            <a:pathLst>
              <a:path w="53" h="77">
                <a:moveTo>
                  <a:pt x="0" y="77"/>
                </a:moveTo>
                <a:lnTo>
                  <a:pt x="53" y="0"/>
                </a:lnTo>
                <a:lnTo>
                  <a:pt x="50" y="0"/>
                </a:lnTo>
                <a:lnTo>
                  <a:pt x="0" y="72"/>
                </a:lnTo>
                <a:lnTo>
                  <a:pt x="0" y="77"/>
                </a:lnTo>
                <a:close/>
              </a:path>
            </a:pathLst>
          </a:custGeom>
          <a:solidFill>
            <a:srgbClr val="fc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2139840" y="4448160"/>
            <a:ext cx="18000" cy="25920"/>
          </a:xfrm>
          <a:custGeom>
            <a:avLst/>
            <a:gdLst/>
            <a:ahLst/>
            <a:rect l="0" t="0" r="r" b="b"/>
            <a:pathLst>
              <a:path w="50" h="72">
                <a:moveTo>
                  <a:pt x="0" y="72"/>
                </a:moveTo>
                <a:lnTo>
                  <a:pt x="50" y="0"/>
                </a:lnTo>
                <a:lnTo>
                  <a:pt x="47" y="0"/>
                </a:lnTo>
                <a:lnTo>
                  <a:pt x="0" y="68"/>
                </a:lnTo>
                <a:lnTo>
                  <a:pt x="0" y="72"/>
                </a:lnTo>
                <a:close/>
              </a:path>
            </a:pathLst>
          </a:custGeom>
          <a:solidFill>
            <a:srgbClr val="fefe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2139840" y="4448160"/>
            <a:ext cx="16920" cy="24480"/>
          </a:xfrm>
          <a:custGeom>
            <a:avLst/>
            <a:gdLst/>
            <a:ahLst/>
            <a:rect l="0" t="0" r="r" b="b"/>
            <a:pathLst>
              <a:path w="47" h="68">
                <a:moveTo>
                  <a:pt x="0" y="68"/>
                </a:moveTo>
                <a:lnTo>
                  <a:pt x="47" y="0"/>
                </a:lnTo>
                <a:lnTo>
                  <a:pt x="43" y="0"/>
                </a:lnTo>
                <a:lnTo>
                  <a:pt x="0" y="63"/>
                </a:lnTo>
                <a:lnTo>
                  <a:pt x="0" y="68"/>
                </a:lnTo>
                <a:close/>
              </a:path>
            </a:pathLst>
          </a:custGeom>
          <a:solidFill>
            <a:srgbClr val="fefe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2139840" y="4448160"/>
            <a:ext cx="15480" cy="22680"/>
          </a:xfrm>
          <a:custGeom>
            <a:avLst/>
            <a:gdLst/>
            <a:ahLst/>
            <a:rect l="0" t="0" r="r" b="b"/>
            <a:pathLst>
              <a:path w="43" h="63">
                <a:moveTo>
                  <a:pt x="0" y="63"/>
                </a:moveTo>
                <a:lnTo>
                  <a:pt x="43" y="0"/>
                </a:lnTo>
                <a:lnTo>
                  <a:pt x="39" y="0"/>
                </a:lnTo>
                <a:lnTo>
                  <a:pt x="0" y="58"/>
                </a:lnTo>
                <a:lnTo>
                  <a:pt x="0" y="6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2139840" y="4448160"/>
            <a:ext cx="14400" cy="20880"/>
          </a:xfrm>
          <a:custGeom>
            <a:avLst/>
            <a:gdLst/>
            <a:ahLst/>
            <a:rect l="0" t="0" r="r" b="b"/>
            <a:pathLst>
              <a:path w="40" h="58">
                <a:moveTo>
                  <a:pt x="0" y="58"/>
                </a:moveTo>
                <a:lnTo>
                  <a:pt x="40" y="0"/>
                </a:lnTo>
                <a:lnTo>
                  <a:pt x="27" y="0"/>
                </a:lnTo>
                <a:lnTo>
                  <a:pt x="0" y="38"/>
                </a:lnTo>
                <a:lnTo>
                  <a:pt x="0" y="58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2139840" y="4448160"/>
            <a:ext cx="9720" cy="14040"/>
          </a:xfrm>
          <a:custGeom>
            <a:avLst/>
            <a:gdLst/>
            <a:ahLst/>
            <a:rect l="0" t="0" r="r" b="b"/>
            <a:pathLst>
              <a:path w="27" h="39">
                <a:moveTo>
                  <a:pt x="0" y="39"/>
                </a:moveTo>
                <a:lnTo>
                  <a:pt x="27" y="0"/>
                </a:lnTo>
                <a:lnTo>
                  <a:pt x="0" y="0"/>
                </a:lnTo>
                <a:lnTo>
                  <a:pt x="0" y="39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2709720" y="4146840"/>
            <a:ext cx="43318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Techniekagnostisch: het bericht ligt vast, de techniek is een keuze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3652560" y="4395600"/>
            <a:ext cx="1010160" cy="305280"/>
          </a:xfrm>
          <a:custGeom>
            <a:avLst/>
            <a:gdLst/>
            <a:ahLst/>
            <a:rect l="0" t="0" r="r" b="b"/>
            <a:pathLst>
              <a:path w="2806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4" y="315"/>
                  <a:pt x="22" y="288"/>
                  <a:pt x="32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2382" y="0"/>
                </a:lnTo>
                <a:cubicBezTo>
                  <a:pt x="2409" y="0"/>
                  <a:pt x="2437" y="3"/>
                  <a:pt x="2464" y="8"/>
                </a:cubicBezTo>
                <a:cubicBezTo>
                  <a:pt x="2492" y="14"/>
                  <a:pt x="2519" y="22"/>
                  <a:pt x="2545" y="32"/>
                </a:cubicBezTo>
                <a:cubicBezTo>
                  <a:pt x="2570" y="43"/>
                  <a:pt x="2595" y="56"/>
                  <a:pt x="2618" y="72"/>
                </a:cubicBezTo>
                <a:cubicBezTo>
                  <a:pt x="2641" y="88"/>
                  <a:pt x="2662" y="105"/>
                  <a:pt x="2682" y="125"/>
                </a:cubicBezTo>
                <a:cubicBezTo>
                  <a:pt x="2702" y="145"/>
                  <a:pt x="2719" y="166"/>
                  <a:pt x="2735" y="189"/>
                </a:cubicBezTo>
                <a:cubicBezTo>
                  <a:pt x="2750" y="212"/>
                  <a:pt x="2763" y="237"/>
                  <a:pt x="2774" y="262"/>
                </a:cubicBezTo>
                <a:cubicBezTo>
                  <a:pt x="2784" y="288"/>
                  <a:pt x="2792" y="315"/>
                  <a:pt x="2798" y="342"/>
                </a:cubicBezTo>
                <a:cubicBezTo>
                  <a:pt x="2803" y="369"/>
                  <a:pt x="2806" y="397"/>
                  <a:pt x="2806" y="424"/>
                </a:cubicBezTo>
                <a:cubicBezTo>
                  <a:pt x="2806" y="452"/>
                  <a:pt x="2803" y="480"/>
                  <a:pt x="2798" y="507"/>
                </a:cubicBezTo>
                <a:cubicBezTo>
                  <a:pt x="2792" y="534"/>
                  <a:pt x="2784" y="561"/>
                  <a:pt x="2774" y="586"/>
                </a:cubicBezTo>
                <a:cubicBezTo>
                  <a:pt x="2763" y="612"/>
                  <a:pt x="2750" y="636"/>
                  <a:pt x="2735" y="660"/>
                </a:cubicBezTo>
                <a:cubicBezTo>
                  <a:pt x="2719" y="683"/>
                  <a:pt x="2702" y="704"/>
                  <a:pt x="2682" y="724"/>
                </a:cubicBezTo>
                <a:cubicBezTo>
                  <a:pt x="2662" y="743"/>
                  <a:pt x="2641" y="761"/>
                  <a:pt x="2618" y="776"/>
                </a:cubicBezTo>
                <a:cubicBezTo>
                  <a:pt x="2595" y="792"/>
                  <a:pt x="2570" y="805"/>
                  <a:pt x="2545" y="815"/>
                </a:cubicBezTo>
                <a:cubicBezTo>
                  <a:pt x="2519" y="826"/>
                  <a:pt x="2492" y="834"/>
                  <a:pt x="2464" y="840"/>
                </a:cubicBezTo>
                <a:cubicBezTo>
                  <a:pt x="2437" y="845"/>
                  <a:pt x="2409" y="848"/>
                  <a:pt x="2382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61"/>
                  <a:pt x="14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3652560" y="4395600"/>
            <a:ext cx="1010160" cy="305280"/>
          </a:xfrm>
          <a:custGeom>
            <a:avLst/>
            <a:gdLst/>
            <a:ahLst/>
            <a:rect l="0" t="0" r="r" b="b"/>
            <a:pathLst>
              <a:path w="2806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4" y="315"/>
                  <a:pt x="22" y="288"/>
                  <a:pt x="32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2382" y="0"/>
                </a:lnTo>
                <a:cubicBezTo>
                  <a:pt x="2409" y="0"/>
                  <a:pt x="2437" y="3"/>
                  <a:pt x="2464" y="8"/>
                </a:cubicBezTo>
                <a:cubicBezTo>
                  <a:pt x="2492" y="14"/>
                  <a:pt x="2519" y="22"/>
                  <a:pt x="2545" y="32"/>
                </a:cubicBezTo>
                <a:cubicBezTo>
                  <a:pt x="2570" y="43"/>
                  <a:pt x="2595" y="56"/>
                  <a:pt x="2618" y="72"/>
                </a:cubicBezTo>
                <a:cubicBezTo>
                  <a:pt x="2641" y="88"/>
                  <a:pt x="2662" y="105"/>
                  <a:pt x="2682" y="125"/>
                </a:cubicBezTo>
                <a:cubicBezTo>
                  <a:pt x="2702" y="145"/>
                  <a:pt x="2719" y="166"/>
                  <a:pt x="2735" y="189"/>
                </a:cubicBezTo>
                <a:cubicBezTo>
                  <a:pt x="2750" y="212"/>
                  <a:pt x="2763" y="237"/>
                  <a:pt x="2774" y="262"/>
                </a:cubicBezTo>
                <a:cubicBezTo>
                  <a:pt x="2784" y="288"/>
                  <a:pt x="2792" y="315"/>
                  <a:pt x="2798" y="342"/>
                </a:cubicBezTo>
                <a:cubicBezTo>
                  <a:pt x="2803" y="369"/>
                  <a:pt x="2806" y="397"/>
                  <a:pt x="2806" y="424"/>
                </a:cubicBezTo>
                <a:cubicBezTo>
                  <a:pt x="2806" y="452"/>
                  <a:pt x="2803" y="480"/>
                  <a:pt x="2798" y="507"/>
                </a:cubicBezTo>
                <a:cubicBezTo>
                  <a:pt x="2792" y="534"/>
                  <a:pt x="2784" y="561"/>
                  <a:pt x="2774" y="586"/>
                </a:cubicBezTo>
                <a:cubicBezTo>
                  <a:pt x="2763" y="612"/>
                  <a:pt x="2750" y="636"/>
                  <a:pt x="2735" y="660"/>
                </a:cubicBezTo>
                <a:cubicBezTo>
                  <a:pt x="2719" y="683"/>
                  <a:pt x="2702" y="704"/>
                  <a:pt x="2682" y="724"/>
                </a:cubicBezTo>
                <a:cubicBezTo>
                  <a:pt x="2662" y="743"/>
                  <a:pt x="2641" y="761"/>
                  <a:pt x="2618" y="776"/>
                </a:cubicBezTo>
                <a:cubicBezTo>
                  <a:pt x="2595" y="792"/>
                  <a:pt x="2570" y="805"/>
                  <a:pt x="2545" y="815"/>
                </a:cubicBezTo>
                <a:cubicBezTo>
                  <a:pt x="2519" y="826"/>
                  <a:pt x="2492" y="834"/>
                  <a:pt x="2464" y="840"/>
                </a:cubicBezTo>
                <a:cubicBezTo>
                  <a:pt x="2437" y="845"/>
                  <a:pt x="2409" y="848"/>
                  <a:pt x="2382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61"/>
                  <a:pt x="14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3781440" y="4448160"/>
            <a:ext cx="179280" cy="200880"/>
          </a:xfrm>
          <a:custGeom>
            <a:avLst/>
            <a:gdLst/>
            <a:ahLst/>
            <a:rect l="0" t="0" r="r" b="b"/>
            <a:pathLst>
              <a:path w="498" h="558">
                <a:moveTo>
                  <a:pt x="297" y="63"/>
                </a:moveTo>
                <a:lnTo>
                  <a:pt x="412" y="130"/>
                </a:lnTo>
                <a:cubicBezTo>
                  <a:pt x="415" y="126"/>
                  <a:pt x="419" y="123"/>
                  <a:pt x="423" y="121"/>
                </a:cubicBezTo>
                <a:cubicBezTo>
                  <a:pt x="447" y="107"/>
                  <a:pt x="477" y="115"/>
                  <a:pt x="491" y="139"/>
                </a:cubicBezTo>
                <a:cubicBezTo>
                  <a:pt x="505" y="163"/>
                  <a:pt x="497" y="194"/>
                  <a:pt x="473" y="208"/>
                </a:cubicBezTo>
                <a:cubicBezTo>
                  <a:pt x="469" y="210"/>
                  <a:pt x="464" y="212"/>
                  <a:pt x="460" y="213"/>
                </a:cubicBezTo>
                <a:lnTo>
                  <a:pt x="460" y="346"/>
                </a:lnTo>
                <a:cubicBezTo>
                  <a:pt x="464" y="347"/>
                  <a:pt x="469" y="349"/>
                  <a:pt x="473" y="351"/>
                </a:cubicBezTo>
                <a:cubicBezTo>
                  <a:pt x="497" y="365"/>
                  <a:pt x="505" y="395"/>
                  <a:pt x="491" y="419"/>
                </a:cubicBezTo>
                <a:cubicBezTo>
                  <a:pt x="477" y="443"/>
                  <a:pt x="447" y="451"/>
                  <a:pt x="423" y="437"/>
                </a:cubicBezTo>
                <a:cubicBezTo>
                  <a:pt x="418" y="434"/>
                  <a:pt x="414" y="431"/>
                  <a:pt x="411" y="427"/>
                </a:cubicBezTo>
                <a:lnTo>
                  <a:pt x="297" y="493"/>
                </a:lnTo>
                <a:cubicBezTo>
                  <a:pt x="298" y="498"/>
                  <a:pt x="299" y="503"/>
                  <a:pt x="299" y="509"/>
                </a:cubicBezTo>
                <a:cubicBezTo>
                  <a:pt x="299" y="536"/>
                  <a:pt x="277" y="558"/>
                  <a:pt x="250" y="558"/>
                </a:cubicBezTo>
                <a:cubicBezTo>
                  <a:pt x="222" y="558"/>
                  <a:pt x="200" y="536"/>
                  <a:pt x="200" y="509"/>
                </a:cubicBezTo>
                <a:cubicBezTo>
                  <a:pt x="200" y="504"/>
                  <a:pt x="201" y="499"/>
                  <a:pt x="202" y="495"/>
                </a:cubicBezTo>
                <a:lnTo>
                  <a:pt x="86" y="428"/>
                </a:lnTo>
                <a:cubicBezTo>
                  <a:pt x="83" y="432"/>
                  <a:pt x="79" y="435"/>
                  <a:pt x="75" y="437"/>
                </a:cubicBezTo>
                <a:cubicBezTo>
                  <a:pt x="51" y="451"/>
                  <a:pt x="21" y="443"/>
                  <a:pt x="7" y="419"/>
                </a:cubicBezTo>
                <a:cubicBezTo>
                  <a:pt x="-7" y="395"/>
                  <a:pt x="2" y="365"/>
                  <a:pt x="25" y="351"/>
                </a:cubicBezTo>
                <a:cubicBezTo>
                  <a:pt x="29" y="349"/>
                  <a:pt x="34" y="347"/>
                  <a:pt x="38" y="346"/>
                </a:cubicBezTo>
                <a:lnTo>
                  <a:pt x="38" y="213"/>
                </a:lnTo>
                <a:cubicBezTo>
                  <a:pt x="34" y="212"/>
                  <a:pt x="29" y="210"/>
                  <a:pt x="25" y="208"/>
                </a:cubicBezTo>
                <a:cubicBezTo>
                  <a:pt x="1" y="194"/>
                  <a:pt x="-7" y="163"/>
                  <a:pt x="7" y="139"/>
                </a:cubicBezTo>
                <a:cubicBezTo>
                  <a:pt x="21" y="115"/>
                  <a:pt x="51" y="107"/>
                  <a:pt x="75" y="121"/>
                </a:cubicBezTo>
                <a:cubicBezTo>
                  <a:pt x="79" y="123"/>
                  <a:pt x="83" y="126"/>
                  <a:pt x="86" y="130"/>
                </a:cubicBezTo>
                <a:lnTo>
                  <a:pt x="202" y="63"/>
                </a:lnTo>
                <a:cubicBezTo>
                  <a:pt x="200" y="59"/>
                  <a:pt x="200" y="54"/>
                  <a:pt x="200" y="49"/>
                </a:cubicBezTo>
                <a:cubicBezTo>
                  <a:pt x="200" y="22"/>
                  <a:pt x="222" y="0"/>
                  <a:pt x="250" y="0"/>
                </a:cubicBezTo>
                <a:cubicBezTo>
                  <a:pt x="277" y="0"/>
                  <a:pt x="299" y="22"/>
                  <a:pt x="299" y="49"/>
                </a:cubicBezTo>
                <a:cubicBezTo>
                  <a:pt x="299" y="54"/>
                  <a:pt x="299" y="59"/>
                  <a:pt x="297" y="63"/>
                </a:cubicBezTo>
                <a:moveTo>
                  <a:pt x="285" y="84"/>
                </a:moveTo>
                <a:lnTo>
                  <a:pt x="400" y="150"/>
                </a:lnTo>
                <a:cubicBezTo>
                  <a:pt x="396" y="164"/>
                  <a:pt x="398" y="178"/>
                  <a:pt x="405" y="190"/>
                </a:cubicBezTo>
                <a:cubicBezTo>
                  <a:pt x="412" y="202"/>
                  <a:pt x="423" y="210"/>
                  <a:pt x="436" y="213"/>
                </a:cubicBezTo>
                <a:lnTo>
                  <a:pt x="436" y="346"/>
                </a:lnTo>
                <a:cubicBezTo>
                  <a:pt x="435" y="346"/>
                  <a:pt x="435" y="346"/>
                  <a:pt x="434" y="346"/>
                </a:cubicBezTo>
                <a:lnTo>
                  <a:pt x="284" y="85"/>
                </a:lnTo>
                <a:lnTo>
                  <a:pt x="285" y="84"/>
                </a:lnTo>
                <a:moveTo>
                  <a:pt x="215" y="85"/>
                </a:moveTo>
                <a:lnTo>
                  <a:pt x="64" y="346"/>
                </a:lnTo>
                <a:cubicBezTo>
                  <a:pt x="63" y="346"/>
                  <a:pt x="63" y="346"/>
                  <a:pt x="62" y="346"/>
                </a:cubicBezTo>
                <a:lnTo>
                  <a:pt x="62" y="213"/>
                </a:lnTo>
                <a:cubicBezTo>
                  <a:pt x="75" y="210"/>
                  <a:pt x="86" y="202"/>
                  <a:pt x="93" y="190"/>
                </a:cubicBezTo>
                <a:cubicBezTo>
                  <a:pt x="100" y="178"/>
                  <a:pt x="102" y="164"/>
                  <a:pt x="98" y="150"/>
                </a:cubicBezTo>
                <a:lnTo>
                  <a:pt x="214" y="84"/>
                </a:lnTo>
                <a:lnTo>
                  <a:pt x="215" y="85"/>
                </a:lnTo>
                <a:moveTo>
                  <a:pt x="263" y="97"/>
                </a:moveTo>
                <a:lnTo>
                  <a:pt x="414" y="358"/>
                </a:lnTo>
                <a:cubicBezTo>
                  <a:pt x="410" y="361"/>
                  <a:pt x="407" y="365"/>
                  <a:pt x="405" y="369"/>
                </a:cubicBezTo>
                <a:cubicBezTo>
                  <a:pt x="402" y="373"/>
                  <a:pt x="401" y="378"/>
                  <a:pt x="400" y="382"/>
                </a:cubicBezTo>
                <a:lnTo>
                  <a:pt x="99" y="382"/>
                </a:lnTo>
                <a:cubicBezTo>
                  <a:pt x="97" y="378"/>
                  <a:pt x="96" y="373"/>
                  <a:pt x="93" y="369"/>
                </a:cubicBezTo>
                <a:cubicBezTo>
                  <a:pt x="91" y="365"/>
                  <a:pt x="88" y="361"/>
                  <a:pt x="85" y="358"/>
                </a:cubicBezTo>
                <a:lnTo>
                  <a:pt x="236" y="97"/>
                </a:lnTo>
                <a:cubicBezTo>
                  <a:pt x="240" y="98"/>
                  <a:pt x="245" y="99"/>
                  <a:pt x="250" y="99"/>
                </a:cubicBezTo>
                <a:cubicBezTo>
                  <a:pt x="254" y="99"/>
                  <a:pt x="259" y="98"/>
                  <a:pt x="263" y="97"/>
                </a:cubicBezTo>
                <a:moveTo>
                  <a:pt x="286" y="475"/>
                </a:moveTo>
                <a:lnTo>
                  <a:pt x="401" y="409"/>
                </a:lnTo>
                <a:cubicBezTo>
                  <a:pt x="400" y="408"/>
                  <a:pt x="400" y="407"/>
                  <a:pt x="400" y="406"/>
                </a:cubicBezTo>
                <a:lnTo>
                  <a:pt x="98" y="406"/>
                </a:lnTo>
                <a:cubicBezTo>
                  <a:pt x="98" y="407"/>
                  <a:pt x="98" y="407"/>
                  <a:pt x="98" y="408"/>
                </a:cubicBezTo>
                <a:lnTo>
                  <a:pt x="214" y="474"/>
                </a:lnTo>
                <a:cubicBezTo>
                  <a:pt x="223" y="464"/>
                  <a:pt x="235" y="459"/>
                  <a:pt x="250" y="459"/>
                </a:cubicBezTo>
                <a:cubicBezTo>
                  <a:pt x="264" y="459"/>
                  <a:pt x="276" y="464"/>
                  <a:pt x="286" y="475"/>
                </a:cubicBezTo>
                <a:close/>
              </a:path>
            </a:pathLst>
          </a:custGeom>
          <a:solidFill>
            <a:srgbClr val="e535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2359080" y="4478040"/>
            <a:ext cx="1207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REST en JSON, nu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4767120" y="4395600"/>
            <a:ext cx="905040" cy="305280"/>
          </a:xfrm>
          <a:custGeom>
            <a:avLst/>
            <a:gdLst/>
            <a:ahLst/>
            <a:rect l="0" t="0" r="r" b="b"/>
            <a:pathLst>
              <a:path w="2514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3" y="237"/>
                  <a:pt x="56" y="212"/>
                  <a:pt x="71" y="189"/>
                </a:cubicBezTo>
                <a:cubicBezTo>
                  <a:pt x="87" y="166"/>
                  <a:pt x="104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1" y="56"/>
                  <a:pt x="236" y="43"/>
                  <a:pt x="261" y="32"/>
                </a:cubicBezTo>
                <a:cubicBezTo>
                  <a:pt x="287" y="22"/>
                  <a:pt x="313" y="14"/>
                  <a:pt x="341" y="8"/>
                </a:cubicBezTo>
                <a:cubicBezTo>
                  <a:pt x="368" y="3"/>
                  <a:pt x="395" y="0"/>
                  <a:pt x="423" y="0"/>
                </a:cubicBezTo>
                <a:lnTo>
                  <a:pt x="2091" y="0"/>
                </a:lnTo>
                <a:cubicBezTo>
                  <a:pt x="2119" y="0"/>
                  <a:pt x="2146" y="3"/>
                  <a:pt x="2174" y="8"/>
                </a:cubicBezTo>
                <a:cubicBezTo>
                  <a:pt x="2201" y="14"/>
                  <a:pt x="2227" y="22"/>
                  <a:pt x="2253" y="32"/>
                </a:cubicBezTo>
                <a:cubicBezTo>
                  <a:pt x="2279" y="43"/>
                  <a:pt x="2303" y="56"/>
                  <a:pt x="2326" y="72"/>
                </a:cubicBezTo>
                <a:cubicBezTo>
                  <a:pt x="2349" y="88"/>
                  <a:pt x="2371" y="105"/>
                  <a:pt x="2390" y="125"/>
                </a:cubicBezTo>
                <a:cubicBezTo>
                  <a:pt x="2410" y="145"/>
                  <a:pt x="2428" y="166"/>
                  <a:pt x="2443" y="189"/>
                </a:cubicBezTo>
                <a:cubicBezTo>
                  <a:pt x="2459" y="212"/>
                  <a:pt x="2472" y="237"/>
                  <a:pt x="2482" y="262"/>
                </a:cubicBezTo>
                <a:cubicBezTo>
                  <a:pt x="2493" y="288"/>
                  <a:pt x="2501" y="315"/>
                  <a:pt x="2506" y="342"/>
                </a:cubicBezTo>
                <a:cubicBezTo>
                  <a:pt x="2512" y="369"/>
                  <a:pt x="2514" y="397"/>
                  <a:pt x="2514" y="424"/>
                </a:cubicBezTo>
                <a:cubicBezTo>
                  <a:pt x="2514" y="452"/>
                  <a:pt x="2512" y="480"/>
                  <a:pt x="2506" y="507"/>
                </a:cubicBezTo>
                <a:cubicBezTo>
                  <a:pt x="2501" y="534"/>
                  <a:pt x="2493" y="561"/>
                  <a:pt x="2482" y="586"/>
                </a:cubicBezTo>
                <a:cubicBezTo>
                  <a:pt x="2472" y="612"/>
                  <a:pt x="2459" y="636"/>
                  <a:pt x="2443" y="660"/>
                </a:cubicBezTo>
                <a:cubicBezTo>
                  <a:pt x="2428" y="683"/>
                  <a:pt x="2410" y="704"/>
                  <a:pt x="2390" y="724"/>
                </a:cubicBezTo>
                <a:cubicBezTo>
                  <a:pt x="2371" y="743"/>
                  <a:pt x="2349" y="761"/>
                  <a:pt x="2326" y="776"/>
                </a:cubicBezTo>
                <a:cubicBezTo>
                  <a:pt x="2303" y="792"/>
                  <a:pt x="2279" y="805"/>
                  <a:pt x="2253" y="815"/>
                </a:cubicBezTo>
                <a:cubicBezTo>
                  <a:pt x="2227" y="826"/>
                  <a:pt x="2201" y="834"/>
                  <a:pt x="2174" y="840"/>
                </a:cubicBezTo>
                <a:cubicBezTo>
                  <a:pt x="2146" y="845"/>
                  <a:pt x="2119" y="848"/>
                  <a:pt x="2091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1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6" y="805"/>
                  <a:pt x="211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4" y="704"/>
                  <a:pt x="87" y="683"/>
                  <a:pt x="71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4767120" y="4395600"/>
            <a:ext cx="905040" cy="305280"/>
          </a:xfrm>
          <a:custGeom>
            <a:avLst/>
            <a:gdLst/>
            <a:ahLst/>
            <a:rect l="0" t="0" r="r" b="b"/>
            <a:pathLst>
              <a:path w="2514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3" y="237"/>
                  <a:pt x="56" y="212"/>
                  <a:pt x="71" y="189"/>
                </a:cubicBezTo>
                <a:cubicBezTo>
                  <a:pt x="87" y="166"/>
                  <a:pt x="104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1" y="56"/>
                  <a:pt x="236" y="43"/>
                  <a:pt x="261" y="32"/>
                </a:cubicBezTo>
                <a:cubicBezTo>
                  <a:pt x="287" y="22"/>
                  <a:pt x="313" y="14"/>
                  <a:pt x="341" y="8"/>
                </a:cubicBezTo>
                <a:cubicBezTo>
                  <a:pt x="368" y="3"/>
                  <a:pt x="395" y="0"/>
                  <a:pt x="423" y="0"/>
                </a:cubicBezTo>
                <a:lnTo>
                  <a:pt x="2091" y="0"/>
                </a:lnTo>
                <a:cubicBezTo>
                  <a:pt x="2119" y="0"/>
                  <a:pt x="2146" y="3"/>
                  <a:pt x="2174" y="8"/>
                </a:cubicBezTo>
                <a:cubicBezTo>
                  <a:pt x="2201" y="14"/>
                  <a:pt x="2227" y="22"/>
                  <a:pt x="2253" y="32"/>
                </a:cubicBezTo>
                <a:cubicBezTo>
                  <a:pt x="2279" y="43"/>
                  <a:pt x="2303" y="56"/>
                  <a:pt x="2326" y="72"/>
                </a:cubicBezTo>
                <a:cubicBezTo>
                  <a:pt x="2349" y="88"/>
                  <a:pt x="2371" y="105"/>
                  <a:pt x="2390" y="125"/>
                </a:cubicBezTo>
                <a:cubicBezTo>
                  <a:pt x="2410" y="145"/>
                  <a:pt x="2428" y="166"/>
                  <a:pt x="2443" y="189"/>
                </a:cubicBezTo>
                <a:cubicBezTo>
                  <a:pt x="2459" y="212"/>
                  <a:pt x="2472" y="237"/>
                  <a:pt x="2482" y="262"/>
                </a:cubicBezTo>
                <a:cubicBezTo>
                  <a:pt x="2493" y="288"/>
                  <a:pt x="2501" y="315"/>
                  <a:pt x="2506" y="342"/>
                </a:cubicBezTo>
                <a:cubicBezTo>
                  <a:pt x="2512" y="369"/>
                  <a:pt x="2514" y="397"/>
                  <a:pt x="2514" y="424"/>
                </a:cubicBezTo>
                <a:cubicBezTo>
                  <a:pt x="2514" y="452"/>
                  <a:pt x="2512" y="480"/>
                  <a:pt x="2506" y="507"/>
                </a:cubicBezTo>
                <a:cubicBezTo>
                  <a:pt x="2501" y="534"/>
                  <a:pt x="2493" y="561"/>
                  <a:pt x="2482" y="586"/>
                </a:cubicBezTo>
                <a:cubicBezTo>
                  <a:pt x="2472" y="612"/>
                  <a:pt x="2459" y="636"/>
                  <a:pt x="2443" y="660"/>
                </a:cubicBezTo>
                <a:cubicBezTo>
                  <a:pt x="2428" y="683"/>
                  <a:pt x="2410" y="704"/>
                  <a:pt x="2390" y="724"/>
                </a:cubicBezTo>
                <a:cubicBezTo>
                  <a:pt x="2371" y="743"/>
                  <a:pt x="2349" y="761"/>
                  <a:pt x="2326" y="776"/>
                </a:cubicBezTo>
                <a:cubicBezTo>
                  <a:pt x="2303" y="792"/>
                  <a:pt x="2279" y="805"/>
                  <a:pt x="2253" y="815"/>
                </a:cubicBezTo>
                <a:cubicBezTo>
                  <a:pt x="2227" y="826"/>
                  <a:pt x="2201" y="834"/>
                  <a:pt x="2174" y="840"/>
                </a:cubicBezTo>
                <a:cubicBezTo>
                  <a:pt x="2146" y="845"/>
                  <a:pt x="2119" y="848"/>
                  <a:pt x="2091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1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6" y="805"/>
                  <a:pt x="211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4" y="704"/>
                  <a:pt x="87" y="683"/>
                  <a:pt x="71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4929840" y="4460400"/>
            <a:ext cx="119880" cy="176400"/>
          </a:xfrm>
          <a:custGeom>
            <a:avLst/>
            <a:gdLst/>
            <a:ahLst/>
            <a:rect l="0" t="0" r="r" b="b"/>
            <a:pathLst>
              <a:path w="333" h="490">
                <a:moveTo>
                  <a:pt x="81" y="489"/>
                </a:moveTo>
                <a:cubicBezTo>
                  <a:pt x="73" y="485"/>
                  <a:pt x="69" y="479"/>
                  <a:pt x="71" y="470"/>
                </a:cubicBezTo>
                <a:lnTo>
                  <a:pt x="104" y="263"/>
                </a:lnTo>
                <a:lnTo>
                  <a:pt x="18" y="263"/>
                </a:lnTo>
                <a:cubicBezTo>
                  <a:pt x="16" y="263"/>
                  <a:pt x="13" y="263"/>
                  <a:pt x="10" y="262"/>
                </a:cubicBezTo>
                <a:cubicBezTo>
                  <a:pt x="8" y="261"/>
                  <a:pt x="6" y="259"/>
                  <a:pt x="4" y="257"/>
                </a:cubicBezTo>
                <a:cubicBezTo>
                  <a:pt x="3" y="255"/>
                  <a:pt x="1" y="252"/>
                  <a:pt x="1" y="250"/>
                </a:cubicBezTo>
                <a:cubicBezTo>
                  <a:pt x="0" y="247"/>
                  <a:pt x="0" y="244"/>
                  <a:pt x="1" y="242"/>
                </a:cubicBezTo>
                <a:lnTo>
                  <a:pt x="53" y="14"/>
                </a:lnTo>
                <a:cubicBezTo>
                  <a:pt x="54" y="10"/>
                  <a:pt x="56" y="7"/>
                  <a:pt x="60" y="4"/>
                </a:cubicBezTo>
                <a:cubicBezTo>
                  <a:pt x="63" y="2"/>
                  <a:pt x="66" y="0"/>
                  <a:pt x="71" y="0"/>
                </a:cubicBezTo>
                <a:lnTo>
                  <a:pt x="246" y="0"/>
                </a:lnTo>
                <a:cubicBezTo>
                  <a:pt x="252" y="0"/>
                  <a:pt x="256" y="3"/>
                  <a:pt x="260" y="7"/>
                </a:cubicBezTo>
                <a:cubicBezTo>
                  <a:pt x="263" y="11"/>
                  <a:pt x="264" y="16"/>
                  <a:pt x="263" y="22"/>
                </a:cubicBezTo>
                <a:lnTo>
                  <a:pt x="233" y="159"/>
                </a:lnTo>
                <a:lnTo>
                  <a:pt x="316" y="159"/>
                </a:lnTo>
                <a:cubicBezTo>
                  <a:pt x="323" y="159"/>
                  <a:pt x="328" y="162"/>
                  <a:pt x="332" y="168"/>
                </a:cubicBezTo>
                <a:cubicBezTo>
                  <a:pt x="334" y="174"/>
                  <a:pt x="334" y="180"/>
                  <a:pt x="330" y="186"/>
                </a:cubicBezTo>
                <a:lnTo>
                  <a:pt x="103" y="482"/>
                </a:lnTo>
                <a:cubicBezTo>
                  <a:pt x="100" y="487"/>
                  <a:pt x="95" y="490"/>
                  <a:pt x="89" y="490"/>
                </a:cubicBezTo>
                <a:cubicBezTo>
                  <a:pt x="87" y="490"/>
                  <a:pt x="83" y="490"/>
                  <a:pt x="81" y="489"/>
                </a:cubicBezTo>
                <a:moveTo>
                  <a:pt x="189" y="193"/>
                </a:moveTo>
                <a:lnTo>
                  <a:pt x="224" y="35"/>
                </a:lnTo>
                <a:lnTo>
                  <a:pt x="86" y="35"/>
                </a:lnTo>
                <a:lnTo>
                  <a:pt x="40" y="228"/>
                </a:lnTo>
                <a:lnTo>
                  <a:pt x="144" y="228"/>
                </a:lnTo>
                <a:lnTo>
                  <a:pt x="117" y="408"/>
                </a:lnTo>
                <a:lnTo>
                  <a:pt x="281" y="193"/>
                </a:lnTo>
                <a:lnTo>
                  <a:pt x="189" y="19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4012560" y="4478040"/>
            <a:ext cx="597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GraphQL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5776560" y="4395600"/>
            <a:ext cx="1581840" cy="305280"/>
          </a:xfrm>
          <a:custGeom>
            <a:avLst/>
            <a:gdLst/>
            <a:ahLst/>
            <a:rect l="0" t="0" r="r" b="b"/>
            <a:pathLst>
              <a:path w="4394" h="848">
                <a:moveTo>
                  <a:pt x="0" y="424"/>
                </a:move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6" y="88"/>
                  <a:pt x="189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3970" y="0"/>
                </a:lnTo>
                <a:cubicBezTo>
                  <a:pt x="3998" y="0"/>
                  <a:pt x="4026" y="3"/>
                  <a:pt x="4053" y="8"/>
                </a:cubicBezTo>
                <a:cubicBezTo>
                  <a:pt x="4080" y="14"/>
                  <a:pt x="4107" y="22"/>
                  <a:pt x="4132" y="32"/>
                </a:cubicBezTo>
                <a:cubicBezTo>
                  <a:pt x="4158" y="43"/>
                  <a:pt x="4182" y="56"/>
                  <a:pt x="4205" y="72"/>
                </a:cubicBezTo>
                <a:cubicBezTo>
                  <a:pt x="4229" y="88"/>
                  <a:pt x="4250" y="105"/>
                  <a:pt x="4270" y="125"/>
                </a:cubicBezTo>
                <a:cubicBezTo>
                  <a:pt x="4289" y="145"/>
                  <a:pt x="4307" y="166"/>
                  <a:pt x="4322" y="189"/>
                </a:cubicBezTo>
                <a:cubicBezTo>
                  <a:pt x="4338" y="212"/>
                  <a:pt x="4351" y="237"/>
                  <a:pt x="4361" y="262"/>
                </a:cubicBezTo>
                <a:cubicBezTo>
                  <a:pt x="4372" y="288"/>
                  <a:pt x="4380" y="315"/>
                  <a:pt x="4385" y="342"/>
                </a:cubicBezTo>
                <a:cubicBezTo>
                  <a:pt x="4391" y="369"/>
                  <a:pt x="4394" y="397"/>
                  <a:pt x="4394" y="424"/>
                </a:cubicBezTo>
                <a:cubicBezTo>
                  <a:pt x="4394" y="452"/>
                  <a:pt x="4391" y="480"/>
                  <a:pt x="4385" y="507"/>
                </a:cubicBezTo>
                <a:cubicBezTo>
                  <a:pt x="4380" y="534"/>
                  <a:pt x="4372" y="561"/>
                  <a:pt x="4361" y="586"/>
                </a:cubicBezTo>
                <a:cubicBezTo>
                  <a:pt x="4351" y="612"/>
                  <a:pt x="4338" y="636"/>
                  <a:pt x="4322" y="660"/>
                </a:cubicBezTo>
                <a:cubicBezTo>
                  <a:pt x="4307" y="683"/>
                  <a:pt x="4289" y="704"/>
                  <a:pt x="4270" y="724"/>
                </a:cubicBezTo>
                <a:cubicBezTo>
                  <a:pt x="4250" y="743"/>
                  <a:pt x="4229" y="761"/>
                  <a:pt x="4205" y="776"/>
                </a:cubicBezTo>
                <a:cubicBezTo>
                  <a:pt x="4182" y="792"/>
                  <a:pt x="4158" y="805"/>
                  <a:pt x="4132" y="815"/>
                </a:cubicBezTo>
                <a:cubicBezTo>
                  <a:pt x="4107" y="826"/>
                  <a:pt x="4080" y="834"/>
                  <a:pt x="4053" y="840"/>
                </a:cubicBezTo>
                <a:cubicBezTo>
                  <a:pt x="4026" y="845"/>
                  <a:pt x="3998" y="848"/>
                  <a:pt x="3970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5776560" y="4395600"/>
            <a:ext cx="1581840" cy="305280"/>
          </a:xfrm>
          <a:custGeom>
            <a:avLst/>
            <a:gdLst/>
            <a:ahLst/>
            <a:rect l="0" t="0" r="r" b="b"/>
            <a:pathLst>
              <a:path w="4394" h="848">
                <a:moveTo>
                  <a:pt x="0" y="424"/>
                </a:move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6" y="88"/>
                  <a:pt x="189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3970" y="0"/>
                </a:lnTo>
                <a:cubicBezTo>
                  <a:pt x="3998" y="0"/>
                  <a:pt x="4026" y="3"/>
                  <a:pt x="4053" y="8"/>
                </a:cubicBezTo>
                <a:cubicBezTo>
                  <a:pt x="4080" y="14"/>
                  <a:pt x="4107" y="22"/>
                  <a:pt x="4132" y="32"/>
                </a:cubicBezTo>
                <a:cubicBezTo>
                  <a:pt x="4158" y="43"/>
                  <a:pt x="4182" y="56"/>
                  <a:pt x="4205" y="72"/>
                </a:cubicBezTo>
                <a:cubicBezTo>
                  <a:pt x="4229" y="88"/>
                  <a:pt x="4250" y="105"/>
                  <a:pt x="4270" y="125"/>
                </a:cubicBezTo>
                <a:cubicBezTo>
                  <a:pt x="4289" y="145"/>
                  <a:pt x="4307" y="166"/>
                  <a:pt x="4322" y="189"/>
                </a:cubicBezTo>
                <a:cubicBezTo>
                  <a:pt x="4338" y="212"/>
                  <a:pt x="4351" y="237"/>
                  <a:pt x="4361" y="262"/>
                </a:cubicBezTo>
                <a:cubicBezTo>
                  <a:pt x="4372" y="288"/>
                  <a:pt x="4380" y="315"/>
                  <a:pt x="4385" y="342"/>
                </a:cubicBezTo>
                <a:cubicBezTo>
                  <a:pt x="4391" y="369"/>
                  <a:pt x="4394" y="397"/>
                  <a:pt x="4394" y="424"/>
                </a:cubicBezTo>
                <a:cubicBezTo>
                  <a:pt x="4394" y="452"/>
                  <a:pt x="4391" y="480"/>
                  <a:pt x="4385" y="507"/>
                </a:cubicBezTo>
                <a:cubicBezTo>
                  <a:pt x="4380" y="534"/>
                  <a:pt x="4372" y="561"/>
                  <a:pt x="4361" y="586"/>
                </a:cubicBezTo>
                <a:cubicBezTo>
                  <a:pt x="4351" y="612"/>
                  <a:pt x="4338" y="636"/>
                  <a:pt x="4322" y="660"/>
                </a:cubicBezTo>
                <a:cubicBezTo>
                  <a:pt x="4307" y="683"/>
                  <a:pt x="4289" y="704"/>
                  <a:pt x="4270" y="724"/>
                </a:cubicBezTo>
                <a:cubicBezTo>
                  <a:pt x="4250" y="743"/>
                  <a:pt x="4229" y="761"/>
                  <a:pt x="4205" y="776"/>
                </a:cubicBezTo>
                <a:cubicBezTo>
                  <a:pt x="4182" y="792"/>
                  <a:pt x="4158" y="805"/>
                  <a:pt x="4132" y="815"/>
                </a:cubicBezTo>
                <a:cubicBezTo>
                  <a:pt x="4107" y="826"/>
                  <a:pt x="4080" y="834"/>
                  <a:pt x="4053" y="840"/>
                </a:cubicBezTo>
                <a:cubicBezTo>
                  <a:pt x="4026" y="845"/>
                  <a:pt x="3998" y="848"/>
                  <a:pt x="3970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5971320" y="4510800"/>
            <a:ext cx="50400" cy="12960"/>
          </a:xfrm>
          <a:custGeom>
            <a:avLst/>
            <a:gdLst/>
            <a:ahLst/>
            <a:rect l="0" t="0" r="r" b="b"/>
            <a:pathLst>
              <a:path w="140" h="36">
                <a:moveTo>
                  <a:pt x="105" y="0"/>
                </a:moveTo>
                <a:lnTo>
                  <a:pt x="140" y="0"/>
                </a:lnTo>
                <a:lnTo>
                  <a:pt x="140" y="36"/>
                </a:lnTo>
                <a:lnTo>
                  <a:pt x="105" y="36"/>
                </a:lnTo>
                <a:lnTo>
                  <a:pt x="105" y="0"/>
                </a:lnTo>
                <a:moveTo>
                  <a:pt x="0" y="0"/>
                </a:moveTo>
                <a:lnTo>
                  <a:pt x="36" y="0"/>
                </a:lnTo>
                <a:lnTo>
                  <a:pt x="36" y="36"/>
                </a:lnTo>
                <a:lnTo>
                  <a:pt x="0" y="3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5920920" y="4460400"/>
            <a:ext cx="151200" cy="176400"/>
          </a:xfrm>
          <a:custGeom>
            <a:avLst/>
            <a:gdLst/>
            <a:ahLst/>
            <a:rect l="0" t="0" r="r" b="b"/>
            <a:pathLst>
              <a:path w="420" h="490">
                <a:moveTo>
                  <a:pt x="385" y="316"/>
                </a:moveTo>
                <a:lnTo>
                  <a:pt x="298" y="316"/>
                </a:lnTo>
                <a:lnTo>
                  <a:pt x="298" y="281"/>
                </a:lnTo>
                <a:lnTo>
                  <a:pt x="315" y="281"/>
                </a:lnTo>
                <a:cubicBezTo>
                  <a:pt x="320" y="281"/>
                  <a:pt x="324" y="280"/>
                  <a:pt x="329" y="278"/>
                </a:cubicBezTo>
                <a:cubicBezTo>
                  <a:pt x="333" y="276"/>
                  <a:pt x="337" y="274"/>
                  <a:pt x="340" y="270"/>
                </a:cubicBezTo>
                <a:cubicBezTo>
                  <a:pt x="343" y="267"/>
                  <a:pt x="346" y="263"/>
                  <a:pt x="347" y="259"/>
                </a:cubicBezTo>
                <a:cubicBezTo>
                  <a:pt x="349" y="255"/>
                  <a:pt x="350" y="250"/>
                  <a:pt x="350" y="246"/>
                </a:cubicBezTo>
                <a:lnTo>
                  <a:pt x="350" y="176"/>
                </a:lnTo>
                <a:lnTo>
                  <a:pt x="385" y="176"/>
                </a:lnTo>
                <a:lnTo>
                  <a:pt x="385" y="141"/>
                </a:lnTo>
                <a:lnTo>
                  <a:pt x="350" y="141"/>
                </a:lnTo>
                <a:lnTo>
                  <a:pt x="350" y="106"/>
                </a:lnTo>
                <a:cubicBezTo>
                  <a:pt x="350" y="102"/>
                  <a:pt x="349" y="97"/>
                  <a:pt x="347" y="93"/>
                </a:cubicBezTo>
                <a:cubicBezTo>
                  <a:pt x="346" y="89"/>
                  <a:pt x="343" y="85"/>
                  <a:pt x="340" y="81"/>
                </a:cubicBezTo>
                <a:cubicBezTo>
                  <a:pt x="337" y="78"/>
                  <a:pt x="333" y="76"/>
                  <a:pt x="329" y="74"/>
                </a:cubicBezTo>
                <a:cubicBezTo>
                  <a:pt x="324" y="72"/>
                  <a:pt x="320" y="71"/>
                  <a:pt x="315" y="71"/>
                </a:cubicBezTo>
                <a:lnTo>
                  <a:pt x="280" y="71"/>
                </a:lnTo>
                <a:lnTo>
                  <a:pt x="280" y="0"/>
                </a:lnTo>
                <a:lnTo>
                  <a:pt x="245" y="0"/>
                </a:lnTo>
                <a:lnTo>
                  <a:pt x="245" y="71"/>
                </a:lnTo>
                <a:lnTo>
                  <a:pt x="176" y="71"/>
                </a:lnTo>
                <a:lnTo>
                  <a:pt x="176" y="0"/>
                </a:lnTo>
                <a:lnTo>
                  <a:pt x="141" y="0"/>
                </a:lnTo>
                <a:lnTo>
                  <a:pt x="141" y="71"/>
                </a:lnTo>
                <a:lnTo>
                  <a:pt x="106" y="71"/>
                </a:lnTo>
                <a:cubicBezTo>
                  <a:pt x="101" y="71"/>
                  <a:pt x="97" y="72"/>
                  <a:pt x="92" y="74"/>
                </a:cubicBezTo>
                <a:cubicBezTo>
                  <a:pt x="88" y="76"/>
                  <a:pt x="84" y="78"/>
                  <a:pt x="81" y="81"/>
                </a:cubicBezTo>
                <a:cubicBezTo>
                  <a:pt x="78" y="85"/>
                  <a:pt x="75" y="89"/>
                  <a:pt x="73" y="93"/>
                </a:cubicBezTo>
                <a:cubicBezTo>
                  <a:pt x="72" y="97"/>
                  <a:pt x="71" y="102"/>
                  <a:pt x="71" y="106"/>
                </a:cubicBezTo>
                <a:lnTo>
                  <a:pt x="71" y="141"/>
                </a:lnTo>
                <a:lnTo>
                  <a:pt x="35" y="141"/>
                </a:lnTo>
                <a:lnTo>
                  <a:pt x="35" y="176"/>
                </a:lnTo>
                <a:lnTo>
                  <a:pt x="71" y="176"/>
                </a:lnTo>
                <a:lnTo>
                  <a:pt x="71" y="246"/>
                </a:lnTo>
                <a:cubicBezTo>
                  <a:pt x="71" y="250"/>
                  <a:pt x="72" y="255"/>
                  <a:pt x="73" y="259"/>
                </a:cubicBezTo>
                <a:cubicBezTo>
                  <a:pt x="75" y="263"/>
                  <a:pt x="78" y="267"/>
                  <a:pt x="81" y="270"/>
                </a:cubicBezTo>
                <a:cubicBezTo>
                  <a:pt x="84" y="274"/>
                  <a:pt x="88" y="276"/>
                  <a:pt x="92" y="278"/>
                </a:cubicBezTo>
                <a:cubicBezTo>
                  <a:pt x="97" y="280"/>
                  <a:pt x="101" y="281"/>
                  <a:pt x="106" y="281"/>
                </a:cubicBezTo>
                <a:lnTo>
                  <a:pt x="123" y="281"/>
                </a:lnTo>
                <a:lnTo>
                  <a:pt x="123" y="316"/>
                </a:lnTo>
                <a:lnTo>
                  <a:pt x="35" y="316"/>
                </a:lnTo>
                <a:cubicBezTo>
                  <a:pt x="30" y="316"/>
                  <a:pt x="26" y="317"/>
                  <a:pt x="22" y="318"/>
                </a:cubicBezTo>
                <a:cubicBezTo>
                  <a:pt x="17" y="320"/>
                  <a:pt x="14" y="323"/>
                  <a:pt x="10" y="326"/>
                </a:cubicBezTo>
                <a:cubicBezTo>
                  <a:pt x="7" y="329"/>
                  <a:pt x="4" y="333"/>
                  <a:pt x="3" y="337"/>
                </a:cubicBezTo>
                <a:cubicBezTo>
                  <a:pt x="1" y="341"/>
                  <a:pt x="0" y="346"/>
                  <a:pt x="0" y="351"/>
                </a:cubicBezTo>
                <a:lnTo>
                  <a:pt x="0" y="490"/>
                </a:lnTo>
                <a:lnTo>
                  <a:pt x="35" y="490"/>
                </a:lnTo>
                <a:lnTo>
                  <a:pt x="35" y="351"/>
                </a:lnTo>
                <a:lnTo>
                  <a:pt x="385" y="351"/>
                </a:lnTo>
                <a:lnTo>
                  <a:pt x="385" y="490"/>
                </a:lnTo>
                <a:lnTo>
                  <a:pt x="420" y="490"/>
                </a:lnTo>
                <a:lnTo>
                  <a:pt x="420" y="351"/>
                </a:lnTo>
                <a:cubicBezTo>
                  <a:pt x="420" y="346"/>
                  <a:pt x="419" y="341"/>
                  <a:pt x="417" y="337"/>
                </a:cubicBezTo>
                <a:cubicBezTo>
                  <a:pt x="415" y="333"/>
                  <a:pt x="413" y="329"/>
                  <a:pt x="410" y="326"/>
                </a:cubicBezTo>
                <a:cubicBezTo>
                  <a:pt x="406" y="323"/>
                  <a:pt x="403" y="320"/>
                  <a:pt x="398" y="318"/>
                </a:cubicBezTo>
                <a:cubicBezTo>
                  <a:pt x="394" y="317"/>
                  <a:pt x="390" y="316"/>
                  <a:pt x="385" y="316"/>
                </a:cubicBezTo>
                <a:moveTo>
                  <a:pt x="106" y="106"/>
                </a:moveTo>
                <a:lnTo>
                  <a:pt x="315" y="106"/>
                </a:lnTo>
                <a:lnTo>
                  <a:pt x="315" y="246"/>
                </a:lnTo>
                <a:lnTo>
                  <a:pt x="106" y="246"/>
                </a:lnTo>
                <a:lnTo>
                  <a:pt x="106" y="106"/>
                </a:lnTo>
                <a:moveTo>
                  <a:pt x="158" y="281"/>
                </a:moveTo>
                <a:lnTo>
                  <a:pt x="263" y="281"/>
                </a:lnTo>
                <a:lnTo>
                  <a:pt x="263" y="316"/>
                </a:lnTo>
                <a:lnTo>
                  <a:pt x="158" y="316"/>
                </a:lnTo>
                <a:lnTo>
                  <a:pt x="158" y="281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5145120" y="4478040"/>
            <a:ext cx="464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Events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6153480" y="4478040"/>
            <a:ext cx="1250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AI-agents via MCP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 txBox="1"/>
          <p:nvPr/>
        </p:nvSpPr>
        <p:spPr>
          <a:xfrm>
            <a:off x="3805200" y="4801680"/>
            <a:ext cx="1872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2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28" name=""/>
          <p:cNvSpPr txBox="1"/>
          <p:nvPr/>
        </p:nvSpPr>
        <p:spPr>
          <a:xfrm>
            <a:off x="439920" y="729360"/>
            <a:ext cx="4937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AMIGO van Edustandaard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1962360" y="1924560"/>
            <a:ext cx="311040" cy="254520"/>
          </a:xfrm>
          <a:custGeom>
            <a:avLst/>
            <a:gdLst/>
            <a:ahLst/>
            <a:rect l="0" t="0" r="r" b="b"/>
            <a:pathLst>
              <a:path fill="none" w="864" h="707">
                <a:moveTo>
                  <a:pt x="864" y="0"/>
                </a:moveTo>
                <a:lnTo>
                  <a:pt x="720" y="64"/>
                </a:lnTo>
                <a:cubicBezTo>
                  <a:pt x="577" y="128"/>
                  <a:pt x="289" y="256"/>
                  <a:pt x="144" y="374"/>
                </a:cubicBezTo>
                <a:cubicBezTo>
                  <a:pt x="0" y="491"/>
                  <a:pt x="0" y="599"/>
                  <a:pt x="0" y="654"/>
                </a:cubicBezTo>
                <a:lnTo>
                  <a:pt x="0" y="707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1940400" y="215676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24" y="0"/>
                </a:moveTo>
                <a:lnTo>
                  <a:pt x="62" y="124"/>
                </a:lnTo>
                <a:lnTo>
                  <a:pt x="0" y="0"/>
                </a:lnTo>
                <a:lnTo>
                  <a:pt x="12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1936800" y="2154600"/>
            <a:ext cx="51840" cy="51480"/>
          </a:xfrm>
          <a:custGeom>
            <a:avLst/>
            <a:gdLst/>
            <a:ahLst/>
            <a:rect l="0" t="0" r="r" b="b"/>
            <a:pathLst>
              <a:path w="144" h="143">
                <a:moveTo>
                  <a:pt x="134" y="20"/>
                </a:moveTo>
                <a:lnTo>
                  <a:pt x="128" y="31"/>
                </a:lnTo>
                <a:lnTo>
                  <a:pt x="117" y="25"/>
                </a:lnTo>
                <a:lnTo>
                  <a:pt x="123" y="14"/>
                </a:lnTo>
                <a:lnTo>
                  <a:pt x="134" y="20"/>
                </a:lnTo>
                <a:moveTo>
                  <a:pt x="128" y="31"/>
                </a:moveTo>
                <a:lnTo>
                  <a:pt x="123" y="42"/>
                </a:lnTo>
                <a:lnTo>
                  <a:pt x="112" y="36"/>
                </a:lnTo>
                <a:lnTo>
                  <a:pt x="117" y="25"/>
                </a:lnTo>
                <a:lnTo>
                  <a:pt x="128" y="31"/>
                </a:lnTo>
                <a:moveTo>
                  <a:pt x="123" y="42"/>
                </a:moveTo>
                <a:lnTo>
                  <a:pt x="117" y="54"/>
                </a:lnTo>
                <a:lnTo>
                  <a:pt x="106" y="47"/>
                </a:lnTo>
                <a:lnTo>
                  <a:pt x="112" y="36"/>
                </a:lnTo>
                <a:lnTo>
                  <a:pt x="123" y="42"/>
                </a:lnTo>
                <a:moveTo>
                  <a:pt x="117" y="54"/>
                </a:moveTo>
                <a:lnTo>
                  <a:pt x="112" y="65"/>
                </a:lnTo>
                <a:lnTo>
                  <a:pt x="101" y="59"/>
                </a:lnTo>
                <a:lnTo>
                  <a:pt x="106" y="47"/>
                </a:lnTo>
                <a:lnTo>
                  <a:pt x="117" y="54"/>
                </a:lnTo>
                <a:moveTo>
                  <a:pt x="112" y="65"/>
                </a:moveTo>
                <a:lnTo>
                  <a:pt x="106" y="76"/>
                </a:lnTo>
                <a:lnTo>
                  <a:pt x="95" y="70"/>
                </a:lnTo>
                <a:lnTo>
                  <a:pt x="101" y="59"/>
                </a:lnTo>
                <a:lnTo>
                  <a:pt x="112" y="65"/>
                </a:lnTo>
                <a:moveTo>
                  <a:pt x="106" y="76"/>
                </a:moveTo>
                <a:lnTo>
                  <a:pt x="101" y="87"/>
                </a:lnTo>
                <a:lnTo>
                  <a:pt x="90" y="81"/>
                </a:lnTo>
                <a:lnTo>
                  <a:pt x="95" y="70"/>
                </a:lnTo>
                <a:lnTo>
                  <a:pt x="106" y="76"/>
                </a:lnTo>
                <a:moveTo>
                  <a:pt x="101" y="87"/>
                </a:moveTo>
                <a:lnTo>
                  <a:pt x="95" y="98"/>
                </a:lnTo>
                <a:lnTo>
                  <a:pt x="83" y="92"/>
                </a:lnTo>
                <a:lnTo>
                  <a:pt x="90" y="81"/>
                </a:lnTo>
                <a:lnTo>
                  <a:pt x="101" y="87"/>
                </a:lnTo>
                <a:moveTo>
                  <a:pt x="95" y="98"/>
                </a:moveTo>
                <a:lnTo>
                  <a:pt x="90" y="109"/>
                </a:lnTo>
                <a:lnTo>
                  <a:pt x="78" y="103"/>
                </a:lnTo>
                <a:lnTo>
                  <a:pt x="83" y="92"/>
                </a:lnTo>
                <a:lnTo>
                  <a:pt x="95" y="98"/>
                </a:lnTo>
                <a:moveTo>
                  <a:pt x="90" y="109"/>
                </a:moveTo>
                <a:lnTo>
                  <a:pt x="83" y="119"/>
                </a:lnTo>
                <a:lnTo>
                  <a:pt x="72" y="114"/>
                </a:lnTo>
                <a:lnTo>
                  <a:pt x="78" y="103"/>
                </a:lnTo>
                <a:lnTo>
                  <a:pt x="90" y="109"/>
                </a:lnTo>
                <a:moveTo>
                  <a:pt x="83" y="119"/>
                </a:moveTo>
                <a:lnTo>
                  <a:pt x="78" y="130"/>
                </a:lnTo>
                <a:lnTo>
                  <a:pt x="67" y="125"/>
                </a:lnTo>
                <a:lnTo>
                  <a:pt x="72" y="114"/>
                </a:lnTo>
                <a:lnTo>
                  <a:pt x="83" y="119"/>
                </a:lnTo>
                <a:moveTo>
                  <a:pt x="78" y="130"/>
                </a:moveTo>
                <a:lnTo>
                  <a:pt x="71" y="143"/>
                </a:lnTo>
                <a:lnTo>
                  <a:pt x="61" y="123"/>
                </a:lnTo>
                <a:lnTo>
                  <a:pt x="72" y="118"/>
                </a:lnTo>
                <a:lnTo>
                  <a:pt x="77" y="127"/>
                </a:lnTo>
                <a:lnTo>
                  <a:pt x="71" y="130"/>
                </a:lnTo>
                <a:lnTo>
                  <a:pt x="66" y="127"/>
                </a:lnTo>
                <a:lnTo>
                  <a:pt x="67" y="125"/>
                </a:lnTo>
                <a:lnTo>
                  <a:pt x="78" y="130"/>
                </a:lnTo>
                <a:moveTo>
                  <a:pt x="61" y="123"/>
                </a:moveTo>
                <a:lnTo>
                  <a:pt x="56" y="112"/>
                </a:lnTo>
                <a:lnTo>
                  <a:pt x="67" y="107"/>
                </a:lnTo>
                <a:lnTo>
                  <a:pt x="72" y="118"/>
                </a:lnTo>
                <a:lnTo>
                  <a:pt x="61" y="123"/>
                </a:lnTo>
                <a:moveTo>
                  <a:pt x="56" y="112"/>
                </a:moveTo>
                <a:lnTo>
                  <a:pt x="50" y="101"/>
                </a:lnTo>
                <a:lnTo>
                  <a:pt x="61" y="96"/>
                </a:lnTo>
                <a:lnTo>
                  <a:pt x="67" y="107"/>
                </a:lnTo>
                <a:lnTo>
                  <a:pt x="56" y="112"/>
                </a:lnTo>
                <a:moveTo>
                  <a:pt x="50" y="101"/>
                </a:moveTo>
                <a:lnTo>
                  <a:pt x="45" y="91"/>
                </a:lnTo>
                <a:lnTo>
                  <a:pt x="56" y="85"/>
                </a:lnTo>
                <a:lnTo>
                  <a:pt x="61" y="96"/>
                </a:lnTo>
                <a:lnTo>
                  <a:pt x="50" y="101"/>
                </a:lnTo>
                <a:moveTo>
                  <a:pt x="45" y="91"/>
                </a:moveTo>
                <a:lnTo>
                  <a:pt x="39" y="80"/>
                </a:lnTo>
                <a:lnTo>
                  <a:pt x="50" y="74"/>
                </a:lnTo>
                <a:lnTo>
                  <a:pt x="56" y="85"/>
                </a:lnTo>
                <a:lnTo>
                  <a:pt x="45" y="91"/>
                </a:lnTo>
                <a:moveTo>
                  <a:pt x="39" y="80"/>
                </a:moveTo>
                <a:lnTo>
                  <a:pt x="34" y="69"/>
                </a:lnTo>
                <a:lnTo>
                  <a:pt x="45" y="63"/>
                </a:lnTo>
                <a:lnTo>
                  <a:pt x="50" y="74"/>
                </a:lnTo>
                <a:lnTo>
                  <a:pt x="39" y="80"/>
                </a:lnTo>
                <a:moveTo>
                  <a:pt x="34" y="69"/>
                </a:moveTo>
                <a:lnTo>
                  <a:pt x="28" y="58"/>
                </a:lnTo>
                <a:lnTo>
                  <a:pt x="39" y="52"/>
                </a:lnTo>
                <a:lnTo>
                  <a:pt x="45" y="63"/>
                </a:lnTo>
                <a:lnTo>
                  <a:pt x="34" y="69"/>
                </a:lnTo>
                <a:moveTo>
                  <a:pt x="28" y="58"/>
                </a:moveTo>
                <a:lnTo>
                  <a:pt x="23" y="46"/>
                </a:lnTo>
                <a:lnTo>
                  <a:pt x="34" y="40"/>
                </a:lnTo>
                <a:lnTo>
                  <a:pt x="39" y="52"/>
                </a:lnTo>
                <a:lnTo>
                  <a:pt x="28" y="58"/>
                </a:lnTo>
                <a:moveTo>
                  <a:pt x="23" y="46"/>
                </a:moveTo>
                <a:lnTo>
                  <a:pt x="17" y="35"/>
                </a:lnTo>
                <a:lnTo>
                  <a:pt x="28" y="29"/>
                </a:lnTo>
                <a:lnTo>
                  <a:pt x="34" y="40"/>
                </a:lnTo>
                <a:lnTo>
                  <a:pt x="23" y="46"/>
                </a:lnTo>
                <a:moveTo>
                  <a:pt x="17" y="35"/>
                </a:moveTo>
                <a:lnTo>
                  <a:pt x="12" y="24"/>
                </a:lnTo>
                <a:lnTo>
                  <a:pt x="23" y="18"/>
                </a:lnTo>
                <a:lnTo>
                  <a:pt x="28" y="29"/>
                </a:lnTo>
                <a:lnTo>
                  <a:pt x="17" y="35"/>
                </a:lnTo>
                <a:moveTo>
                  <a:pt x="12" y="24"/>
                </a:moveTo>
                <a:lnTo>
                  <a:pt x="7" y="13"/>
                </a:lnTo>
                <a:lnTo>
                  <a:pt x="17" y="7"/>
                </a:lnTo>
                <a:lnTo>
                  <a:pt x="23" y="18"/>
                </a:lnTo>
                <a:lnTo>
                  <a:pt x="12" y="24"/>
                </a:lnTo>
                <a:moveTo>
                  <a:pt x="7" y="13"/>
                </a:moveTo>
                <a:lnTo>
                  <a:pt x="0" y="0"/>
                </a:lnTo>
                <a:lnTo>
                  <a:pt x="18" y="0"/>
                </a:lnTo>
                <a:lnTo>
                  <a:pt x="18" y="12"/>
                </a:lnTo>
                <a:lnTo>
                  <a:pt x="10" y="12"/>
                </a:lnTo>
                <a:lnTo>
                  <a:pt x="10" y="6"/>
                </a:lnTo>
                <a:lnTo>
                  <a:pt x="16" y="3"/>
                </a:lnTo>
                <a:lnTo>
                  <a:pt x="17" y="7"/>
                </a:lnTo>
                <a:lnTo>
                  <a:pt x="7" y="13"/>
                </a:lnTo>
                <a:moveTo>
                  <a:pt x="18" y="0"/>
                </a:moveTo>
                <a:lnTo>
                  <a:pt x="30" y="0"/>
                </a:lnTo>
                <a:lnTo>
                  <a:pt x="30" y="12"/>
                </a:lnTo>
                <a:lnTo>
                  <a:pt x="18" y="12"/>
                </a:lnTo>
                <a:lnTo>
                  <a:pt x="18" y="0"/>
                </a:lnTo>
                <a:moveTo>
                  <a:pt x="30" y="0"/>
                </a:moveTo>
                <a:lnTo>
                  <a:pt x="42" y="0"/>
                </a:lnTo>
                <a:lnTo>
                  <a:pt x="42" y="12"/>
                </a:lnTo>
                <a:lnTo>
                  <a:pt x="30" y="12"/>
                </a:lnTo>
                <a:lnTo>
                  <a:pt x="30" y="0"/>
                </a:lnTo>
                <a:moveTo>
                  <a:pt x="42" y="0"/>
                </a:moveTo>
                <a:lnTo>
                  <a:pt x="55" y="0"/>
                </a:lnTo>
                <a:lnTo>
                  <a:pt x="55" y="12"/>
                </a:lnTo>
                <a:lnTo>
                  <a:pt x="42" y="12"/>
                </a:lnTo>
                <a:lnTo>
                  <a:pt x="42" y="0"/>
                </a:lnTo>
                <a:moveTo>
                  <a:pt x="55" y="0"/>
                </a:moveTo>
                <a:lnTo>
                  <a:pt x="67" y="0"/>
                </a:lnTo>
                <a:lnTo>
                  <a:pt x="67" y="12"/>
                </a:lnTo>
                <a:lnTo>
                  <a:pt x="55" y="12"/>
                </a:lnTo>
                <a:lnTo>
                  <a:pt x="55" y="0"/>
                </a:lnTo>
                <a:moveTo>
                  <a:pt x="67" y="0"/>
                </a:moveTo>
                <a:lnTo>
                  <a:pt x="79" y="0"/>
                </a:lnTo>
                <a:lnTo>
                  <a:pt x="79" y="12"/>
                </a:lnTo>
                <a:lnTo>
                  <a:pt x="67" y="12"/>
                </a:lnTo>
                <a:lnTo>
                  <a:pt x="67" y="0"/>
                </a:lnTo>
                <a:moveTo>
                  <a:pt x="79" y="0"/>
                </a:moveTo>
                <a:lnTo>
                  <a:pt x="93" y="0"/>
                </a:lnTo>
                <a:lnTo>
                  <a:pt x="93" y="12"/>
                </a:lnTo>
                <a:lnTo>
                  <a:pt x="79" y="12"/>
                </a:lnTo>
                <a:lnTo>
                  <a:pt x="79" y="0"/>
                </a:lnTo>
                <a:moveTo>
                  <a:pt x="93" y="0"/>
                </a:moveTo>
                <a:lnTo>
                  <a:pt x="105" y="0"/>
                </a:lnTo>
                <a:lnTo>
                  <a:pt x="105" y="12"/>
                </a:lnTo>
                <a:lnTo>
                  <a:pt x="93" y="12"/>
                </a:lnTo>
                <a:lnTo>
                  <a:pt x="93" y="0"/>
                </a:lnTo>
                <a:moveTo>
                  <a:pt x="105" y="0"/>
                </a:moveTo>
                <a:lnTo>
                  <a:pt x="117" y="0"/>
                </a:lnTo>
                <a:lnTo>
                  <a:pt x="117" y="12"/>
                </a:lnTo>
                <a:lnTo>
                  <a:pt x="105" y="12"/>
                </a:lnTo>
                <a:lnTo>
                  <a:pt x="105" y="0"/>
                </a:lnTo>
                <a:moveTo>
                  <a:pt x="117" y="0"/>
                </a:moveTo>
                <a:lnTo>
                  <a:pt x="129" y="0"/>
                </a:lnTo>
                <a:lnTo>
                  <a:pt x="129" y="12"/>
                </a:lnTo>
                <a:lnTo>
                  <a:pt x="117" y="12"/>
                </a:lnTo>
                <a:lnTo>
                  <a:pt x="117" y="0"/>
                </a:lnTo>
                <a:moveTo>
                  <a:pt x="129" y="0"/>
                </a:moveTo>
                <a:lnTo>
                  <a:pt x="144" y="0"/>
                </a:lnTo>
                <a:lnTo>
                  <a:pt x="134" y="20"/>
                </a:lnTo>
                <a:lnTo>
                  <a:pt x="123" y="14"/>
                </a:lnTo>
                <a:lnTo>
                  <a:pt x="128" y="3"/>
                </a:lnTo>
                <a:lnTo>
                  <a:pt x="134" y="6"/>
                </a:lnTo>
                <a:lnTo>
                  <a:pt x="134" y="12"/>
                </a:lnTo>
                <a:lnTo>
                  <a:pt x="129" y="12"/>
                </a:lnTo>
                <a:lnTo>
                  <a:pt x="129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2925360" y="1924560"/>
            <a:ext cx="310680" cy="254520"/>
          </a:xfrm>
          <a:custGeom>
            <a:avLst/>
            <a:gdLst/>
            <a:ahLst/>
            <a:rect l="0" t="0" r="r" b="b"/>
            <a:pathLst>
              <a:path fill="none" w="863" h="707">
                <a:moveTo>
                  <a:pt x="0" y="0"/>
                </a:moveTo>
                <a:lnTo>
                  <a:pt x="144" y="64"/>
                </a:lnTo>
                <a:cubicBezTo>
                  <a:pt x="288" y="128"/>
                  <a:pt x="576" y="256"/>
                  <a:pt x="720" y="374"/>
                </a:cubicBezTo>
                <a:cubicBezTo>
                  <a:pt x="863" y="491"/>
                  <a:pt x="863" y="599"/>
                  <a:pt x="863" y="654"/>
                </a:cubicBezTo>
                <a:lnTo>
                  <a:pt x="863" y="707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3213720" y="215676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24" y="0"/>
                </a:moveTo>
                <a:lnTo>
                  <a:pt x="62" y="124"/>
                </a:lnTo>
                <a:lnTo>
                  <a:pt x="0" y="0"/>
                </a:lnTo>
                <a:lnTo>
                  <a:pt x="12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3210120" y="2154600"/>
            <a:ext cx="51840" cy="51480"/>
          </a:xfrm>
          <a:custGeom>
            <a:avLst/>
            <a:gdLst/>
            <a:ahLst/>
            <a:rect l="0" t="0" r="r" b="b"/>
            <a:pathLst>
              <a:path w="144" h="143">
                <a:moveTo>
                  <a:pt x="134" y="20"/>
                </a:moveTo>
                <a:lnTo>
                  <a:pt x="128" y="31"/>
                </a:lnTo>
                <a:lnTo>
                  <a:pt x="117" y="25"/>
                </a:lnTo>
                <a:lnTo>
                  <a:pt x="123" y="14"/>
                </a:lnTo>
                <a:lnTo>
                  <a:pt x="134" y="20"/>
                </a:lnTo>
                <a:moveTo>
                  <a:pt x="128" y="31"/>
                </a:moveTo>
                <a:lnTo>
                  <a:pt x="123" y="42"/>
                </a:lnTo>
                <a:lnTo>
                  <a:pt x="112" y="36"/>
                </a:lnTo>
                <a:lnTo>
                  <a:pt x="117" y="25"/>
                </a:lnTo>
                <a:lnTo>
                  <a:pt x="128" y="31"/>
                </a:lnTo>
                <a:moveTo>
                  <a:pt x="123" y="42"/>
                </a:moveTo>
                <a:lnTo>
                  <a:pt x="117" y="54"/>
                </a:lnTo>
                <a:lnTo>
                  <a:pt x="106" y="47"/>
                </a:lnTo>
                <a:lnTo>
                  <a:pt x="112" y="36"/>
                </a:lnTo>
                <a:lnTo>
                  <a:pt x="123" y="42"/>
                </a:lnTo>
                <a:moveTo>
                  <a:pt x="117" y="54"/>
                </a:moveTo>
                <a:lnTo>
                  <a:pt x="112" y="65"/>
                </a:lnTo>
                <a:lnTo>
                  <a:pt x="101" y="59"/>
                </a:lnTo>
                <a:lnTo>
                  <a:pt x="106" y="47"/>
                </a:lnTo>
                <a:lnTo>
                  <a:pt x="117" y="54"/>
                </a:lnTo>
                <a:moveTo>
                  <a:pt x="112" y="65"/>
                </a:moveTo>
                <a:lnTo>
                  <a:pt x="106" y="76"/>
                </a:lnTo>
                <a:lnTo>
                  <a:pt x="94" y="70"/>
                </a:lnTo>
                <a:lnTo>
                  <a:pt x="101" y="59"/>
                </a:lnTo>
                <a:lnTo>
                  <a:pt x="112" y="65"/>
                </a:lnTo>
                <a:moveTo>
                  <a:pt x="106" y="76"/>
                </a:moveTo>
                <a:lnTo>
                  <a:pt x="101" y="87"/>
                </a:lnTo>
                <a:lnTo>
                  <a:pt x="89" y="81"/>
                </a:lnTo>
                <a:lnTo>
                  <a:pt x="94" y="70"/>
                </a:lnTo>
                <a:lnTo>
                  <a:pt x="106" y="76"/>
                </a:lnTo>
                <a:moveTo>
                  <a:pt x="101" y="87"/>
                </a:moveTo>
                <a:lnTo>
                  <a:pt x="94" y="98"/>
                </a:lnTo>
                <a:lnTo>
                  <a:pt x="83" y="92"/>
                </a:lnTo>
                <a:lnTo>
                  <a:pt x="89" y="81"/>
                </a:lnTo>
                <a:lnTo>
                  <a:pt x="101" y="87"/>
                </a:lnTo>
                <a:moveTo>
                  <a:pt x="94" y="98"/>
                </a:moveTo>
                <a:lnTo>
                  <a:pt x="89" y="109"/>
                </a:lnTo>
                <a:lnTo>
                  <a:pt x="78" y="103"/>
                </a:lnTo>
                <a:lnTo>
                  <a:pt x="83" y="92"/>
                </a:lnTo>
                <a:lnTo>
                  <a:pt x="94" y="98"/>
                </a:lnTo>
                <a:moveTo>
                  <a:pt x="89" y="109"/>
                </a:moveTo>
                <a:lnTo>
                  <a:pt x="83" y="119"/>
                </a:lnTo>
                <a:lnTo>
                  <a:pt x="72" y="114"/>
                </a:lnTo>
                <a:lnTo>
                  <a:pt x="78" y="103"/>
                </a:lnTo>
                <a:lnTo>
                  <a:pt x="89" y="109"/>
                </a:lnTo>
                <a:moveTo>
                  <a:pt x="83" y="119"/>
                </a:moveTo>
                <a:lnTo>
                  <a:pt x="78" y="130"/>
                </a:lnTo>
                <a:lnTo>
                  <a:pt x="67" y="125"/>
                </a:lnTo>
                <a:lnTo>
                  <a:pt x="72" y="114"/>
                </a:lnTo>
                <a:lnTo>
                  <a:pt x="83" y="119"/>
                </a:lnTo>
                <a:moveTo>
                  <a:pt x="78" y="130"/>
                </a:moveTo>
                <a:lnTo>
                  <a:pt x="71" y="143"/>
                </a:lnTo>
                <a:lnTo>
                  <a:pt x="61" y="123"/>
                </a:lnTo>
                <a:lnTo>
                  <a:pt x="72" y="118"/>
                </a:lnTo>
                <a:lnTo>
                  <a:pt x="77" y="127"/>
                </a:lnTo>
                <a:lnTo>
                  <a:pt x="71" y="130"/>
                </a:lnTo>
                <a:lnTo>
                  <a:pt x="66" y="127"/>
                </a:lnTo>
                <a:lnTo>
                  <a:pt x="67" y="125"/>
                </a:lnTo>
                <a:lnTo>
                  <a:pt x="78" y="130"/>
                </a:lnTo>
                <a:moveTo>
                  <a:pt x="61" y="123"/>
                </a:moveTo>
                <a:lnTo>
                  <a:pt x="56" y="112"/>
                </a:lnTo>
                <a:lnTo>
                  <a:pt x="67" y="107"/>
                </a:lnTo>
                <a:lnTo>
                  <a:pt x="72" y="118"/>
                </a:lnTo>
                <a:lnTo>
                  <a:pt x="61" y="123"/>
                </a:lnTo>
                <a:moveTo>
                  <a:pt x="56" y="112"/>
                </a:moveTo>
                <a:lnTo>
                  <a:pt x="50" y="101"/>
                </a:lnTo>
                <a:lnTo>
                  <a:pt x="61" y="96"/>
                </a:lnTo>
                <a:lnTo>
                  <a:pt x="67" y="107"/>
                </a:lnTo>
                <a:lnTo>
                  <a:pt x="56" y="112"/>
                </a:lnTo>
                <a:moveTo>
                  <a:pt x="50" y="101"/>
                </a:moveTo>
                <a:lnTo>
                  <a:pt x="45" y="91"/>
                </a:lnTo>
                <a:lnTo>
                  <a:pt x="56" y="85"/>
                </a:lnTo>
                <a:lnTo>
                  <a:pt x="61" y="96"/>
                </a:lnTo>
                <a:lnTo>
                  <a:pt x="50" y="101"/>
                </a:lnTo>
                <a:moveTo>
                  <a:pt x="45" y="91"/>
                </a:moveTo>
                <a:lnTo>
                  <a:pt x="39" y="80"/>
                </a:lnTo>
                <a:lnTo>
                  <a:pt x="50" y="74"/>
                </a:lnTo>
                <a:lnTo>
                  <a:pt x="56" y="85"/>
                </a:lnTo>
                <a:lnTo>
                  <a:pt x="45" y="91"/>
                </a:lnTo>
                <a:moveTo>
                  <a:pt x="39" y="80"/>
                </a:moveTo>
                <a:lnTo>
                  <a:pt x="34" y="69"/>
                </a:lnTo>
                <a:lnTo>
                  <a:pt x="45" y="63"/>
                </a:lnTo>
                <a:lnTo>
                  <a:pt x="50" y="74"/>
                </a:lnTo>
                <a:lnTo>
                  <a:pt x="39" y="80"/>
                </a:lnTo>
                <a:moveTo>
                  <a:pt x="34" y="69"/>
                </a:moveTo>
                <a:lnTo>
                  <a:pt x="28" y="58"/>
                </a:lnTo>
                <a:lnTo>
                  <a:pt x="39" y="52"/>
                </a:lnTo>
                <a:lnTo>
                  <a:pt x="45" y="63"/>
                </a:lnTo>
                <a:lnTo>
                  <a:pt x="34" y="69"/>
                </a:lnTo>
                <a:moveTo>
                  <a:pt x="28" y="58"/>
                </a:moveTo>
                <a:lnTo>
                  <a:pt x="23" y="46"/>
                </a:lnTo>
                <a:lnTo>
                  <a:pt x="34" y="40"/>
                </a:lnTo>
                <a:lnTo>
                  <a:pt x="39" y="52"/>
                </a:lnTo>
                <a:lnTo>
                  <a:pt x="28" y="58"/>
                </a:lnTo>
                <a:moveTo>
                  <a:pt x="23" y="46"/>
                </a:moveTo>
                <a:lnTo>
                  <a:pt x="17" y="35"/>
                </a:lnTo>
                <a:lnTo>
                  <a:pt x="28" y="29"/>
                </a:lnTo>
                <a:lnTo>
                  <a:pt x="34" y="40"/>
                </a:lnTo>
                <a:lnTo>
                  <a:pt x="23" y="46"/>
                </a:lnTo>
                <a:moveTo>
                  <a:pt x="17" y="35"/>
                </a:moveTo>
                <a:lnTo>
                  <a:pt x="12" y="24"/>
                </a:lnTo>
                <a:lnTo>
                  <a:pt x="23" y="18"/>
                </a:lnTo>
                <a:lnTo>
                  <a:pt x="28" y="29"/>
                </a:lnTo>
                <a:lnTo>
                  <a:pt x="17" y="35"/>
                </a:lnTo>
                <a:moveTo>
                  <a:pt x="12" y="24"/>
                </a:moveTo>
                <a:lnTo>
                  <a:pt x="6" y="13"/>
                </a:lnTo>
                <a:lnTo>
                  <a:pt x="17" y="7"/>
                </a:lnTo>
                <a:lnTo>
                  <a:pt x="23" y="18"/>
                </a:lnTo>
                <a:lnTo>
                  <a:pt x="12" y="24"/>
                </a:lnTo>
                <a:moveTo>
                  <a:pt x="6" y="13"/>
                </a:moveTo>
                <a:lnTo>
                  <a:pt x="0" y="0"/>
                </a:lnTo>
                <a:lnTo>
                  <a:pt x="18" y="0"/>
                </a:lnTo>
                <a:lnTo>
                  <a:pt x="18" y="12"/>
                </a:lnTo>
                <a:lnTo>
                  <a:pt x="10" y="12"/>
                </a:lnTo>
                <a:lnTo>
                  <a:pt x="10" y="6"/>
                </a:lnTo>
                <a:lnTo>
                  <a:pt x="15" y="3"/>
                </a:lnTo>
                <a:lnTo>
                  <a:pt x="17" y="7"/>
                </a:lnTo>
                <a:lnTo>
                  <a:pt x="6" y="13"/>
                </a:lnTo>
                <a:moveTo>
                  <a:pt x="18" y="0"/>
                </a:moveTo>
                <a:lnTo>
                  <a:pt x="30" y="0"/>
                </a:lnTo>
                <a:lnTo>
                  <a:pt x="30" y="12"/>
                </a:lnTo>
                <a:lnTo>
                  <a:pt x="18" y="12"/>
                </a:lnTo>
                <a:lnTo>
                  <a:pt x="18" y="0"/>
                </a:lnTo>
                <a:moveTo>
                  <a:pt x="30" y="0"/>
                </a:moveTo>
                <a:lnTo>
                  <a:pt x="42" y="0"/>
                </a:lnTo>
                <a:lnTo>
                  <a:pt x="42" y="12"/>
                </a:lnTo>
                <a:lnTo>
                  <a:pt x="30" y="12"/>
                </a:lnTo>
                <a:lnTo>
                  <a:pt x="30" y="0"/>
                </a:lnTo>
                <a:moveTo>
                  <a:pt x="42" y="0"/>
                </a:moveTo>
                <a:lnTo>
                  <a:pt x="55" y="0"/>
                </a:lnTo>
                <a:lnTo>
                  <a:pt x="55" y="12"/>
                </a:lnTo>
                <a:lnTo>
                  <a:pt x="42" y="12"/>
                </a:lnTo>
                <a:lnTo>
                  <a:pt x="42" y="0"/>
                </a:lnTo>
                <a:moveTo>
                  <a:pt x="55" y="0"/>
                </a:moveTo>
                <a:lnTo>
                  <a:pt x="67" y="0"/>
                </a:lnTo>
                <a:lnTo>
                  <a:pt x="67" y="12"/>
                </a:lnTo>
                <a:lnTo>
                  <a:pt x="55" y="12"/>
                </a:lnTo>
                <a:lnTo>
                  <a:pt x="55" y="0"/>
                </a:lnTo>
                <a:moveTo>
                  <a:pt x="67" y="0"/>
                </a:moveTo>
                <a:lnTo>
                  <a:pt x="79" y="0"/>
                </a:lnTo>
                <a:lnTo>
                  <a:pt x="79" y="12"/>
                </a:lnTo>
                <a:lnTo>
                  <a:pt x="67" y="12"/>
                </a:lnTo>
                <a:lnTo>
                  <a:pt x="67" y="0"/>
                </a:lnTo>
                <a:moveTo>
                  <a:pt x="79" y="0"/>
                </a:moveTo>
                <a:lnTo>
                  <a:pt x="91" y="0"/>
                </a:lnTo>
                <a:lnTo>
                  <a:pt x="91" y="12"/>
                </a:lnTo>
                <a:lnTo>
                  <a:pt x="79" y="12"/>
                </a:lnTo>
                <a:lnTo>
                  <a:pt x="79" y="0"/>
                </a:lnTo>
                <a:moveTo>
                  <a:pt x="91" y="0"/>
                </a:moveTo>
                <a:lnTo>
                  <a:pt x="105" y="0"/>
                </a:lnTo>
                <a:lnTo>
                  <a:pt x="105" y="12"/>
                </a:lnTo>
                <a:lnTo>
                  <a:pt x="91" y="12"/>
                </a:lnTo>
                <a:lnTo>
                  <a:pt x="91" y="0"/>
                </a:lnTo>
                <a:moveTo>
                  <a:pt x="105" y="0"/>
                </a:moveTo>
                <a:lnTo>
                  <a:pt x="117" y="0"/>
                </a:lnTo>
                <a:lnTo>
                  <a:pt x="117" y="12"/>
                </a:lnTo>
                <a:lnTo>
                  <a:pt x="105" y="12"/>
                </a:lnTo>
                <a:lnTo>
                  <a:pt x="105" y="0"/>
                </a:lnTo>
                <a:moveTo>
                  <a:pt x="117" y="0"/>
                </a:moveTo>
                <a:lnTo>
                  <a:pt x="129" y="0"/>
                </a:lnTo>
                <a:lnTo>
                  <a:pt x="129" y="12"/>
                </a:lnTo>
                <a:lnTo>
                  <a:pt x="117" y="12"/>
                </a:lnTo>
                <a:lnTo>
                  <a:pt x="117" y="0"/>
                </a:lnTo>
                <a:moveTo>
                  <a:pt x="129" y="0"/>
                </a:moveTo>
                <a:lnTo>
                  <a:pt x="144" y="0"/>
                </a:lnTo>
                <a:lnTo>
                  <a:pt x="134" y="20"/>
                </a:lnTo>
                <a:lnTo>
                  <a:pt x="123" y="14"/>
                </a:lnTo>
                <a:lnTo>
                  <a:pt x="128" y="3"/>
                </a:lnTo>
                <a:lnTo>
                  <a:pt x="134" y="6"/>
                </a:lnTo>
                <a:lnTo>
                  <a:pt x="134" y="12"/>
                </a:lnTo>
                <a:lnTo>
                  <a:pt x="129" y="12"/>
                </a:lnTo>
                <a:lnTo>
                  <a:pt x="129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1962360" y="2490840"/>
            <a:ext cx="290880" cy="267840"/>
          </a:xfrm>
          <a:custGeom>
            <a:avLst/>
            <a:gdLst/>
            <a:ahLst/>
            <a:rect l="0" t="0" r="r" b="b"/>
            <a:pathLst>
              <a:path fill="none" w="808" h="744">
                <a:moveTo>
                  <a:pt x="0" y="0"/>
                </a:moveTo>
                <a:lnTo>
                  <a:pt x="0" y="64"/>
                </a:lnTo>
                <a:cubicBezTo>
                  <a:pt x="0" y="128"/>
                  <a:pt x="0" y="257"/>
                  <a:pt x="135" y="381"/>
                </a:cubicBezTo>
                <a:cubicBezTo>
                  <a:pt x="269" y="504"/>
                  <a:pt x="538" y="624"/>
                  <a:pt x="674" y="684"/>
                </a:cubicBezTo>
                <a:lnTo>
                  <a:pt x="808" y="744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2223720" y="2729160"/>
            <a:ext cx="49680" cy="40680"/>
          </a:xfrm>
          <a:custGeom>
            <a:avLst/>
            <a:gdLst/>
            <a:ahLst/>
            <a:rect l="0" t="0" r="r" b="b"/>
            <a:pathLst>
              <a:path w="138" h="113">
                <a:moveTo>
                  <a:pt x="50" y="0"/>
                </a:moveTo>
                <a:lnTo>
                  <a:pt x="138" y="107"/>
                </a:lnTo>
                <a:lnTo>
                  <a:pt x="0" y="113"/>
                </a:lnTo>
                <a:lnTo>
                  <a:pt x="5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2220120" y="2724840"/>
            <a:ext cx="57960" cy="47160"/>
          </a:xfrm>
          <a:custGeom>
            <a:avLst/>
            <a:gdLst/>
            <a:ahLst/>
            <a:rect l="0" t="0" r="r" b="b"/>
            <a:pathLst>
              <a:path w="161" h="131">
                <a:moveTo>
                  <a:pt x="72" y="17"/>
                </a:moveTo>
                <a:lnTo>
                  <a:pt x="80" y="27"/>
                </a:lnTo>
                <a:lnTo>
                  <a:pt x="71" y="34"/>
                </a:lnTo>
                <a:lnTo>
                  <a:pt x="63" y="25"/>
                </a:lnTo>
                <a:lnTo>
                  <a:pt x="72" y="17"/>
                </a:lnTo>
                <a:moveTo>
                  <a:pt x="80" y="27"/>
                </a:moveTo>
                <a:lnTo>
                  <a:pt x="88" y="37"/>
                </a:lnTo>
                <a:lnTo>
                  <a:pt x="79" y="45"/>
                </a:lnTo>
                <a:lnTo>
                  <a:pt x="71" y="34"/>
                </a:lnTo>
                <a:lnTo>
                  <a:pt x="80" y="27"/>
                </a:lnTo>
                <a:moveTo>
                  <a:pt x="88" y="37"/>
                </a:moveTo>
                <a:lnTo>
                  <a:pt x="96" y="47"/>
                </a:lnTo>
                <a:lnTo>
                  <a:pt x="86" y="54"/>
                </a:lnTo>
                <a:lnTo>
                  <a:pt x="79" y="45"/>
                </a:lnTo>
                <a:lnTo>
                  <a:pt x="88" y="37"/>
                </a:lnTo>
                <a:moveTo>
                  <a:pt x="96" y="47"/>
                </a:moveTo>
                <a:lnTo>
                  <a:pt x="104" y="56"/>
                </a:lnTo>
                <a:lnTo>
                  <a:pt x="94" y="64"/>
                </a:lnTo>
                <a:lnTo>
                  <a:pt x="86" y="54"/>
                </a:lnTo>
                <a:lnTo>
                  <a:pt x="96" y="47"/>
                </a:lnTo>
                <a:moveTo>
                  <a:pt x="104" y="56"/>
                </a:moveTo>
                <a:lnTo>
                  <a:pt x="111" y="66"/>
                </a:lnTo>
                <a:lnTo>
                  <a:pt x="102" y="73"/>
                </a:lnTo>
                <a:lnTo>
                  <a:pt x="94" y="64"/>
                </a:lnTo>
                <a:lnTo>
                  <a:pt x="104" y="56"/>
                </a:lnTo>
                <a:moveTo>
                  <a:pt x="111" y="66"/>
                </a:moveTo>
                <a:lnTo>
                  <a:pt x="120" y="75"/>
                </a:lnTo>
                <a:lnTo>
                  <a:pt x="110" y="83"/>
                </a:lnTo>
                <a:lnTo>
                  <a:pt x="102" y="73"/>
                </a:lnTo>
                <a:lnTo>
                  <a:pt x="111" y="66"/>
                </a:lnTo>
                <a:moveTo>
                  <a:pt x="120" y="75"/>
                </a:moveTo>
                <a:lnTo>
                  <a:pt x="128" y="85"/>
                </a:lnTo>
                <a:lnTo>
                  <a:pt x="119" y="92"/>
                </a:lnTo>
                <a:lnTo>
                  <a:pt x="110" y="83"/>
                </a:lnTo>
                <a:lnTo>
                  <a:pt x="120" y="75"/>
                </a:lnTo>
                <a:moveTo>
                  <a:pt x="128" y="85"/>
                </a:moveTo>
                <a:lnTo>
                  <a:pt x="136" y="94"/>
                </a:lnTo>
                <a:lnTo>
                  <a:pt x="126" y="102"/>
                </a:lnTo>
                <a:lnTo>
                  <a:pt x="119" y="92"/>
                </a:lnTo>
                <a:lnTo>
                  <a:pt x="128" y="85"/>
                </a:lnTo>
                <a:moveTo>
                  <a:pt x="136" y="94"/>
                </a:moveTo>
                <a:lnTo>
                  <a:pt x="144" y="103"/>
                </a:lnTo>
                <a:lnTo>
                  <a:pt x="134" y="111"/>
                </a:lnTo>
                <a:lnTo>
                  <a:pt x="126" y="102"/>
                </a:lnTo>
                <a:lnTo>
                  <a:pt x="136" y="94"/>
                </a:lnTo>
                <a:moveTo>
                  <a:pt x="144" y="103"/>
                </a:moveTo>
                <a:lnTo>
                  <a:pt x="151" y="113"/>
                </a:lnTo>
                <a:lnTo>
                  <a:pt x="142" y="121"/>
                </a:lnTo>
                <a:lnTo>
                  <a:pt x="134" y="111"/>
                </a:lnTo>
                <a:lnTo>
                  <a:pt x="144" y="103"/>
                </a:lnTo>
                <a:moveTo>
                  <a:pt x="151" y="113"/>
                </a:moveTo>
                <a:lnTo>
                  <a:pt x="161" y="124"/>
                </a:lnTo>
                <a:lnTo>
                  <a:pt x="138" y="125"/>
                </a:lnTo>
                <a:lnTo>
                  <a:pt x="138" y="113"/>
                </a:lnTo>
                <a:lnTo>
                  <a:pt x="148" y="112"/>
                </a:lnTo>
                <a:lnTo>
                  <a:pt x="148" y="119"/>
                </a:lnTo>
                <a:lnTo>
                  <a:pt x="143" y="122"/>
                </a:lnTo>
                <a:lnTo>
                  <a:pt x="142" y="121"/>
                </a:lnTo>
                <a:lnTo>
                  <a:pt x="151" y="113"/>
                </a:lnTo>
                <a:moveTo>
                  <a:pt x="138" y="125"/>
                </a:moveTo>
                <a:lnTo>
                  <a:pt x="126" y="126"/>
                </a:lnTo>
                <a:lnTo>
                  <a:pt x="125" y="113"/>
                </a:lnTo>
                <a:lnTo>
                  <a:pt x="138" y="113"/>
                </a:lnTo>
                <a:lnTo>
                  <a:pt x="138" y="125"/>
                </a:lnTo>
                <a:moveTo>
                  <a:pt x="126" y="126"/>
                </a:moveTo>
                <a:lnTo>
                  <a:pt x="113" y="126"/>
                </a:lnTo>
                <a:lnTo>
                  <a:pt x="112" y="114"/>
                </a:lnTo>
                <a:lnTo>
                  <a:pt x="125" y="113"/>
                </a:lnTo>
                <a:lnTo>
                  <a:pt x="126" y="126"/>
                </a:lnTo>
                <a:moveTo>
                  <a:pt x="113" y="126"/>
                </a:moveTo>
                <a:lnTo>
                  <a:pt x="101" y="127"/>
                </a:lnTo>
                <a:lnTo>
                  <a:pt x="100" y="115"/>
                </a:lnTo>
                <a:lnTo>
                  <a:pt x="112" y="114"/>
                </a:lnTo>
                <a:lnTo>
                  <a:pt x="113" y="126"/>
                </a:lnTo>
                <a:moveTo>
                  <a:pt x="101" y="127"/>
                </a:moveTo>
                <a:lnTo>
                  <a:pt x="88" y="127"/>
                </a:lnTo>
                <a:lnTo>
                  <a:pt x="88" y="115"/>
                </a:lnTo>
                <a:lnTo>
                  <a:pt x="100" y="115"/>
                </a:lnTo>
                <a:lnTo>
                  <a:pt x="101" y="127"/>
                </a:lnTo>
                <a:moveTo>
                  <a:pt x="88" y="127"/>
                </a:moveTo>
                <a:lnTo>
                  <a:pt x="76" y="128"/>
                </a:lnTo>
                <a:lnTo>
                  <a:pt x="75" y="116"/>
                </a:lnTo>
                <a:lnTo>
                  <a:pt x="88" y="115"/>
                </a:lnTo>
                <a:lnTo>
                  <a:pt x="88" y="127"/>
                </a:lnTo>
                <a:moveTo>
                  <a:pt x="76" y="128"/>
                </a:moveTo>
                <a:lnTo>
                  <a:pt x="64" y="128"/>
                </a:lnTo>
                <a:lnTo>
                  <a:pt x="63" y="116"/>
                </a:lnTo>
                <a:lnTo>
                  <a:pt x="75" y="116"/>
                </a:lnTo>
                <a:lnTo>
                  <a:pt x="76" y="128"/>
                </a:lnTo>
                <a:moveTo>
                  <a:pt x="64" y="128"/>
                </a:moveTo>
                <a:lnTo>
                  <a:pt x="51" y="129"/>
                </a:lnTo>
                <a:lnTo>
                  <a:pt x="51" y="117"/>
                </a:lnTo>
                <a:lnTo>
                  <a:pt x="63" y="116"/>
                </a:lnTo>
                <a:lnTo>
                  <a:pt x="64" y="128"/>
                </a:lnTo>
                <a:moveTo>
                  <a:pt x="51" y="129"/>
                </a:moveTo>
                <a:lnTo>
                  <a:pt x="39" y="130"/>
                </a:lnTo>
                <a:lnTo>
                  <a:pt x="39" y="117"/>
                </a:lnTo>
                <a:lnTo>
                  <a:pt x="51" y="117"/>
                </a:lnTo>
                <a:lnTo>
                  <a:pt x="51" y="129"/>
                </a:lnTo>
                <a:moveTo>
                  <a:pt x="39" y="130"/>
                </a:moveTo>
                <a:lnTo>
                  <a:pt x="27" y="130"/>
                </a:lnTo>
                <a:lnTo>
                  <a:pt x="26" y="118"/>
                </a:lnTo>
                <a:lnTo>
                  <a:pt x="39" y="117"/>
                </a:lnTo>
                <a:lnTo>
                  <a:pt x="39" y="130"/>
                </a:lnTo>
                <a:moveTo>
                  <a:pt x="27" y="130"/>
                </a:moveTo>
                <a:lnTo>
                  <a:pt x="15" y="131"/>
                </a:lnTo>
                <a:lnTo>
                  <a:pt x="14" y="118"/>
                </a:lnTo>
                <a:lnTo>
                  <a:pt x="26" y="118"/>
                </a:lnTo>
                <a:lnTo>
                  <a:pt x="27" y="130"/>
                </a:lnTo>
                <a:moveTo>
                  <a:pt x="15" y="131"/>
                </a:moveTo>
                <a:lnTo>
                  <a:pt x="0" y="131"/>
                </a:lnTo>
                <a:lnTo>
                  <a:pt x="8" y="115"/>
                </a:lnTo>
                <a:lnTo>
                  <a:pt x="19" y="120"/>
                </a:lnTo>
                <a:lnTo>
                  <a:pt x="16" y="127"/>
                </a:lnTo>
                <a:lnTo>
                  <a:pt x="10" y="125"/>
                </a:lnTo>
                <a:lnTo>
                  <a:pt x="10" y="119"/>
                </a:lnTo>
                <a:lnTo>
                  <a:pt x="14" y="118"/>
                </a:lnTo>
                <a:lnTo>
                  <a:pt x="15" y="131"/>
                </a:lnTo>
                <a:moveTo>
                  <a:pt x="8" y="115"/>
                </a:moveTo>
                <a:lnTo>
                  <a:pt x="13" y="104"/>
                </a:lnTo>
                <a:lnTo>
                  <a:pt x="24" y="109"/>
                </a:lnTo>
                <a:lnTo>
                  <a:pt x="19" y="120"/>
                </a:lnTo>
                <a:lnTo>
                  <a:pt x="8" y="115"/>
                </a:lnTo>
                <a:moveTo>
                  <a:pt x="13" y="104"/>
                </a:moveTo>
                <a:lnTo>
                  <a:pt x="18" y="93"/>
                </a:lnTo>
                <a:lnTo>
                  <a:pt x="29" y="98"/>
                </a:lnTo>
                <a:lnTo>
                  <a:pt x="24" y="109"/>
                </a:lnTo>
                <a:lnTo>
                  <a:pt x="13" y="104"/>
                </a:lnTo>
                <a:moveTo>
                  <a:pt x="18" y="93"/>
                </a:moveTo>
                <a:lnTo>
                  <a:pt x="23" y="81"/>
                </a:lnTo>
                <a:lnTo>
                  <a:pt x="34" y="86"/>
                </a:lnTo>
                <a:lnTo>
                  <a:pt x="29" y="98"/>
                </a:lnTo>
                <a:lnTo>
                  <a:pt x="18" y="93"/>
                </a:lnTo>
                <a:moveTo>
                  <a:pt x="23" y="81"/>
                </a:moveTo>
                <a:lnTo>
                  <a:pt x="28" y="70"/>
                </a:lnTo>
                <a:lnTo>
                  <a:pt x="39" y="75"/>
                </a:lnTo>
                <a:lnTo>
                  <a:pt x="34" y="86"/>
                </a:lnTo>
                <a:lnTo>
                  <a:pt x="23" y="81"/>
                </a:lnTo>
                <a:moveTo>
                  <a:pt x="28" y="70"/>
                </a:moveTo>
                <a:lnTo>
                  <a:pt x="32" y="59"/>
                </a:lnTo>
                <a:lnTo>
                  <a:pt x="44" y="64"/>
                </a:lnTo>
                <a:lnTo>
                  <a:pt x="39" y="75"/>
                </a:lnTo>
                <a:lnTo>
                  <a:pt x="28" y="70"/>
                </a:lnTo>
                <a:moveTo>
                  <a:pt x="32" y="59"/>
                </a:moveTo>
                <a:lnTo>
                  <a:pt x="37" y="48"/>
                </a:lnTo>
                <a:lnTo>
                  <a:pt x="49" y="53"/>
                </a:lnTo>
                <a:lnTo>
                  <a:pt x="44" y="64"/>
                </a:lnTo>
                <a:lnTo>
                  <a:pt x="32" y="59"/>
                </a:lnTo>
                <a:moveTo>
                  <a:pt x="37" y="48"/>
                </a:moveTo>
                <a:lnTo>
                  <a:pt x="42" y="37"/>
                </a:lnTo>
                <a:lnTo>
                  <a:pt x="54" y="42"/>
                </a:lnTo>
                <a:lnTo>
                  <a:pt x="49" y="53"/>
                </a:lnTo>
                <a:lnTo>
                  <a:pt x="37" y="48"/>
                </a:lnTo>
                <a:moveTo>
                  <a:pt x="42" y="37"/>
                </a:moveTo>
                <a:lnTo>
                  <a:pt x="47" y="24"/>
                </a:lnTo>
                <a:lnTo>
                  <a:pt x="59" y="29"/>
                </a:lnTo>
                <a:lnTo>
                  <a:pt x="54" y="42"/>
                </a:lnTo>
                <a:lnTo>
                  <a:pt x="42" y="37"/>
                </a:lnTo>
                <a:moveTo>
                  <a:pt x="47" y="24"/>
                </a:moveTo>
                <a:lnTo>
                  <a:pt x="52" y="13"/>
                </a:lnTo>
                <a:lnTo>
                  <a:pt x="64" y="18"/>
                </a:lnTo>
                <a:lnTo>
                  <a:pt x="59" y="29"/>
                </a:lnTo>
                <a:lnTo>
                  <a:pt x="47" y="24"/>
                </a:lnTo>
                <a:moveTo>
                  <a:pt x="52" y="13"/>
                </a:moveTo>
                <a:lnTo>
                  <a:pt x="58" y="0"/>
                </a:lnTo>
                <a:lnTo>
                  <a:pt x="72" y="17"/>
                </a:lnTo>
                <a:lnTo>
                  <a:pt x="63" y="25"/>
                </a:lnTo>
                <a:lnTo>
                  <a:pt x="55" y="15"/>
                </a:lnTo>
                <a:lnTo>
                  <a:pt x="60" y="12"/>
                </a:lnTo>
                <a:lnTo>
                  <a:pt x="65" y="14"/>
                </a:lnTo>
                <a:lnTo>
                  <a:pt x="64" y="18"/>
                </a:lnTo>
                <a:lnTo>
                  <a:pt x="52" y="1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2945520" y="2490840"/>
            <a:ext cx="290520" cy="267840"/>
          </a:xfrm>
          <a:custGeom>
            <a:avLst/>
            <a:gdLst/>
            <a:ahLst/>
            <a:rect l="0" t="0" r="r" b="b"/>
            <a:pathLst>
              <a:path fill="none" w="807" h="744">
                <a:moveTo>
                  <a:pt x="807" y="0"/>
                </a:moveTo>
                <a:lnTo>
                  <a:pt x="807" y="64"/>
                </a:lnTo>
                <a:cubicBezTo>
                  <a:pt x="807" y="128"/>
                  <a:pt x="807" y="257"/>
                  <a:pt x="673" y="381"/>
                </a:cubicBezTo>
                <a:cubicBezTo>
                  <a:pt x="538" y="504"/>
                  <a:pt x="269" y="624"/>
                  <a:pt x="134" y="684"/>
                </a:cubicBezTo>
                <a:lnTo>
                  <a:pt x="0" y="744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2925360" y="2729160"/>
            <a:ext cx="49680" cy="40680"/>
          </a:xfrm>
          <a:custGeom>
            <a:avLst/>
            <a:gdLst/>
            <a:ahLst/>
            <a:rect l="0" t="0" r="r" b="b"/>
            <a:pathLst>
              <a:path w="138" h="113">
                <a:moveTo>
                  <a:pt x="138" y="113"/>
                </a:moveTo>
                <a:lnTo>
                  <a:pt x="0" y="107"/>
                </a:lnTo>
                <a:lnTo>
                  <a:pt x="88" y="0"/>
                </a:lnTo>
                <a:lnTo>
                  <a:pt x="138" y="11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2920680" y="2724840"/>
            <a:ext cx="57600" cy="47160"/>
          </a:xfrm>
          <a:custGeom>
            <a:avLst/>
            <a:gdLst/>
            <a:ahLst/>
            <a:rect l="0" t="0" r="r" b="b"/>
            <a:pathLst>
              <a:path w="160" h="131">
                <a:moveTo>
                  <a:pt x="138" y="130"/>
                </a:moveTo>
                <a:lnTo>
                  <a:pt x="126" y="130"/>
                </a:lnTo>
                <a:lnTo>
                  <a:pt x="127" y="118"/>
                </a:lnTo>
                <a:lnTo>
                  <a:pt x="139" y="118"/>
                </a:lnTo>
                <a:lnTo>
                  <a:pt x="138" y="130"/>
                </a:lnTo>
                <a:moveTo>
                  <a:pt x="126" y="130"/>
                </a:moveTo>
                <a:lnTo>
                  <a:pt x="114" y="129"/>
                </a:lnTo>
                <a:lnTo>
                  <a:pt x="114" y="117"/>
                </a:lnTo>
                <a:lnTo>
                  <a:pt x="127" y="118"/>
                </a:lnTo>
                <a:lnTo>
                  <a:pt x="126" y="130"/>
                </a:lnTo>
                <a:moveTo>
                  <a:pt x="114" y="129"/>
                </a:moveTo>
                <a:lnTo>
                  <a:pt x="101" y="129"/>
                </a:lnTo>
                <a:lnTo>
                  <a:pt x="102" y="116"/>
                </a:lnTo>
                <a:lnTo>
                  <a:pt x="114" y="117"/>
                </a:lnTo>
                <a:lnTo>
                  <a:pt x="114" y="129"/>
                </a:lnTo>
                <a:moveTo>
                  <a:pt x="101" y="129"/>
                </a:moveTo>
                <a:lnTo>
                  <a:pt x="89" y="128"/>
                </a:lnTo>
                <a:lnTo>
                  <a:pt x="90" y="116"/>
                </a:lnTo>
                <a:lnTo>
                  <a:pt x="102" y="116"/>
                </a:lnTo>
                <a:lnTo>
                  <a:pt x="101" y="129"/>
                </a:lnTo>
                <a:moveTo>
                  <a:pt x="89" y="128"/>
                </a:moveTo>
                <a:lnTo>
                  <a:pt x="77" y="128"/>
                </a:lnTo>
                <a:lnTo>
                  <a:pt x="77" y="115"/>
                </a:lnTo>
                <a:lnTo>
                  <a:pt x="90" y="116"/>
                </a:lnTo>
                <a:lnTo>
                  <a:pt x="89" y="128"/>
                </a:lnTo>
                <a:moveTo>
                  <a:pt x="77" y="128"/>
                </a:moveTo>
                <a:lnTo>
                  <a:pt x="64" y="127"/>
                </a:lnTo>
                <a:lnTo>
                  <a:pt x="64" y="115"/>
                </a:lnTo>
                <a:lnTo>
                  <a:pt x="77" y="115"/>
                </a:lnTo>
                <a:lnTo>
                  <a:pt x="77" y="128"/>
                </a:lnTo>
                <a:moveTo>
                  <a:pt x="64" y="127"/>
                </a:moveTo>
                <a:lnTo>
                  <a:pt x="51" y="126"/>
                </a:lnTo>
                <a:lnTo>
                  <a:pt x="52" y="114"/>
                </a:lnTo>
                <a:lnTo>
                  <a:pt x="64" y="115"/>
                </a:lnTo>
                <a:lnTo>
                  <a:pt x="64" y="127"/>
                </a:lnTo>
                <a:moveTo>
                  <a:pt x="51" y="126"/>
                </a:moveTo>
                <a:lnTo>
                  <a:pt x="39" y="126"/>
                </a:lnTo>
                <a:lnTo>
                  <a:pt x="40" y="114"/>
                </a:lnTo>
                <a:lnTo>
                  <a:pt x="52" y="114"/>
                </a:lnTo>
                <a:lnTo>
                  <a:pt x="51" y="126"/>
                </a:lnTo>
                <a:moveTo>
                  <a:pt x="39" y="126"/>
                </a:moveTo>
                <a:lnTo>
                  <a:pt x="27" y="125"/>
                </a:lnTo>
                <a:lnTo>
                  <a:pt x="27" y="113"/>
                </a:lnTo>
                <a:lnTo>
                  <a:pt x="40" y="114"/>
                </a:lnTo>
                <a:lnTo>
                  <a:pt x="39" y="126"/>
                </a:lnTo>
                <a:moveTo>
                  <a:pt x="27" y="125"/>
                </a:moveTo>
                <a:lnTo>
                  <a:pt x="15" y="125"/>
                </a:lnTo>
                <a:lnTo>
                  <a:pt x="15" y="113"/>
                </a:lnTo>
                <a:lnTo>
                  <a:pt x="27" y="113"/>
                </a:lnTo>
                <a:lnTo>
                  <a:pt x="27" y="125"/>
                </a:lnTo>
                <a:moveTo>
                  <a:pt x="15" y="125"/>
                </a:moveTo>
                <a:lnTo>
                  <a:pt x="0" y="124"/>
                </a:lnTo>
                <a:lnTo>
                  <a:pt x="14" y="107"/>
                </a:lnTo>
                <a:lnTo>
                  <a:pt x="24" y="115"/>
                </a:lnTo>
                <a:lnTo>
                  <a:pt x="17" y="122"/>
                </a:lnTo>
                <a:lnTo>
                  <a:pt x="13" y="119"/>
                </a:lnTo>
                <a:lnTo>
                  <a:pt x="13" y="112"/>
                </a:lnTo>
                <a:lnTo>
                  <a:pt x="15" y="113"/>
                </a:lnTo>
                <a:lnTo>
                  <a:pt x="15" y="125"/>
                </a:lnTo>
                <a:moveTo>
                  <a:pt x="14" y="107"/>
                </a:moveTo>
                <a:lnTo>
                  <a:pt x="22" y="97"/>
                </a:lnTo>
                <a:lnTo>
                  <a:pt x="32" y="105"/>
                </a:lnTo>
                <a:lnTo>
                  <a:pt x="24" y="115"/>
                </a:lnTo>
                <a:lnTo>
                  <a:pt x="14" y="107"/>
                </a:lnTo>
                <a:moveTo>
                  <a:pt x="22" y="97"/>
                </a:moveTo>
                <a:lnTo>
                  <a:pt x="30" y="88"/>
                </a:lnTo>
                <a:lnTo>
                  <a:pt x="39" y="96"/>
                </a:lnTo>
                <a:lnTo>
                  <a:pt x="32" y="105"/>
                </a:lnTo>
                <a:lnTo>
                  <a:pt x="22" y="97"/>
                </a:lnTo>
                <a:moveTo>
                  <a:pt x="30" y="88"/>
                </a:moveTo>
                <a:lnTo>
                  <a:pt x="38" y="78"/>
                </a:lnTo>
                <a:lnTo>
                  <a:pt x="47" y="86"/>
                </a:lnTo>
                <a:lnTo>
                  <a:pt x="39" y="96"/>
                </a:lnTo>
                <a:lnTo>
                  <a:pt x="30" y="88"/>
                </a:lnTo>
                <a:moveTo>
                  <a:pt x="38" y="78"/>
                </a:moveTo>
                <a:lnTo>
                  <a:pt x="46" y="69"/>
                </a:lnTo>
                <a:lnTo>
                  <a:pt x="55" y="77"/>
                </a:lnTo>
                <a:lnTo>
                  <a:pt x="47" y="86"/>
                </a:lnTo>
                <a:lnTo>
                  <a:pt x="38" y="78"/>
                </a:lnTo>
                <a:moveTo>
                  <a:pt x="46" y="69"/>
                </a:moveTo>
                <a:lnTo>
                  <a:pt x="53" y="59"/>
                </a:lnTo>
                <a:lnTo>
                  <a:pt x="63" y="67"/>
                </a:lnTo>
                <a:lnTo>
                  <a:pt x="55" y="77"/>
                </a:lnTo>
                <a:lnTo>
                  <a:pt x="46" y="69"/>
                </a:lnTo>
                <a:moveTo>
                  <a:pt x="53" y="59"/>
                </a:moveTo>
                <a:lnTo>
                  <a:pt x="61" y="50"/>
                </a:lnTo>
                <a:lnTo>
                  <a:pt x="71" y="58"/>
                </a:lnTo>
                <a:lnTo>
                  <a:pt x="63" y="67"/>
                </a:lnTo>
                <a:lnTo>
                  <a:pt x="53" y="59"/>
                </a:lnTo>
                <a:moveTo>
                  <a:pt x="61" y="50"/>
                </a:moveTo>
                <a:lnTo>
                  <a:pt x="69" y="41"/>
                </a:lnTo>
                <a:lnTo>
                  <a:pt x="79" y="48"/>
                </a:lnTo>
                <a:lnTo>
                  <a:pt x="71" y="58"/>
                </a:lnTo>
                <a:lnTo>
                  <a:pt x="61" y="50"/>
                </a:lnTo>
                <a:moveTo>
                  <a:pt x="69" y="41"/>
                </a:moveTo>
                <a:lnTo>
                  <a:pt x="78" y="30"/>
                </a:lnTo>
                <a:lnTo>
                  <a:pt x="87" y="39"/>
                </a:lnTo>
                <a:lnTo>
                  <a:pt x="79" y="48"/>
                </a:lnTo>
                <a:lnTo>
                  <a:pt x="69" y="41"/>
                </a:lnTo>
                <a:moveTo>
                  <a:pt x="78" y="30"/>
                </a:moveTo>
                <a:lnTo>
                  <a:pt x="86" y="21"/>
                </a:lnTo>
                <a:lnTo>
                  <a:pt x="95" y="28"/>
                </a:lnTo>
                <a:lnTo>
                  <a:pt x="87" y="39"/>
                </a:lnTo>
                <a:lnTo>
                  <a:pt x="78" y="30"/>
                </a:lnTo>
                <a:moveTo>
                  <a:pt x="86" y="21"/>
                </a:moveTo>
                <a:lnTo>
                  <a:pt x="93" y="11"/>
                </a:lnTo>
                <a:lnTo>
                  <a:pt x="103" y="19"/>
                </a:lnTo>
                <a:lnTo>
                  <a:pt x="95" y="28"/>
                </a:lnTo>
                <a:lnTo>
                  <a:pt x="86" y="21"/>
                </a:lnTo>
                <a:moveTo>
                  <a:pt x="93" y="11"/>
                </a:moveTo>
                <a:lnTo>
                  <a:pt x="102" y="0"/>
                </a:lnTo>
                <a:lnTo>
                  <a:pt x="110" y="16"/>
                </a:lnTo>
                <a:lnTo>
                  <a:pt x="98" y="21"/>
                </a:lnTo>
                <a:lnTo>
                  <a:pt x="95" y="14"/>
                </a:lnTo>
                <a:lnTo>
                  <a:pt x="101" y="12"/>
                </a:lnTo>
                <a:lnTo>
                  <a:pt x="106" y="15"/>
                </a:lnTo>
                <a:lnTo>
                  <a:pt x="103" y="19"/>
                </a:lnTo>
                <a:lnTo>
                  <a:pt x="93" y="11"/>
                </a:lnTo>
                <a:moveTo>
                  <a:pt x="110" y="16"/>
                </a:moveTo>
                <a:lnTo>
                  <a:pt x="115" y="27"/>
                </a:lnTo>
                <a:lnTo>
                  <a:pt x="103" y="32"/>
                </a:lnTo>
                <a:lnTo>
                  <a:pt x="98" y="21"/>
                </a:lnTo>
                <a:lnTo>
                  <a:pt x="110" y="16"/>
                </a:lnTo>
                <a:moveTo>
                  <a:pt x="115" y="27"/>
                </a:moveTo>
                <a:lnTo>
                  <a:pt x="120" y="40"/>
                </a:lnTo>
                <a:lnTo>
                  <a:pt x="108" y="45"/>
                </a:lnTo>
                <a:lnTo>
                  <a:pt x="103" y="32"/>
                </a:lnTo>
                <a:lnTo>
                  <a:pt x="115" y="27"/>
                </a:lnTo>
                <a:moveTo>
                  <a:pt x="120" y="40"/>
                </a:moveTo>
                <a:lnTo>
                  <a:pt x="125" y="51"/>
                </a:lnTo>
                <a:lnTo>
                  <a:pt x="113" y="56"/>
                </a:lnTo>
                <a:lnTo>
                  <a:pt x="108" y="45"/>
                </a:lnTo>
                <a:lnTo>
                  <a:pt x="120" y="40"/>
                </a:lnTo>
                <a:moveTo>
                  <a:pt x="125" y="51"/>
                </a:moveTo>
                <a:lnTo>
                  <a:pt x="130" y="62"/>
                </a:lnTo>
                <a:lnTo>
                  <a:pt x="118" y="67"/>
                </a:lnTo>
                <a:lnTo>
                  <a:pt x="113" y="56"/>
                </a:lnTo>
                <a:lnTo>
                  <a:pt x="125" y="51"/>
                </a:lnTo>
                <a:moveTo>
                  <a:pt x="130" y="62"/>
                </a:moveTo>
                <a:lnTo>
                  <a:pt x="135" y="73"/>
                </a:lnTo>
                <a:lnTo>
                  <a:pt x="123" y="78"/>
                </a:lnTo>
                <a:lnTo>
                  <a:pt x="118" y="67"/>
                </a:lnTo>
                <a:lnTo>
                  <a:pt x="130" y="62"/>
                </a:lnTo>
                <a:moveTo>
                  <a:pt x="135" y="73"/>
                </a:moveTo>
                <a:lnTo>
                  <a:pt x="140" y="85"/>
                </a:lnTo>
                <a:lnTo>
                  <a:pt x="128" y="90"/>
                </a:lnTo>
                <a:lnTo>
                  <a:pt x="123" y="78"/>
                </a:lnTo>
                <a:lnTo>
                  <a:pt x="135" y="73"/>
                </a:lnTo>
                <a:moveTo>
                  <a:pt x="140" y="85"/>
                </a:moveTo>
                <a:lnTo>
                  <a:pt x="145" y="96"/>
                </a:lnTo>
                <a:lnTo>
                  <a:pt x="133" y="101"/>
                </a:lnTo>
                <a:lnTo>
                  <a:pt x="128" y="90"/>
                </a:lnTo>
                <a:lnTo>
                  <a:pt x="140" y="85"/>
                </a:lnTo>
                <a:moveTo>
                  <a:pt x="145" y="96"/>
                </a:moveTo>
                <a:lnTo>
                  <a:pt x="150" y="107"/>
                </a:lnTo>
                <a:lnTo>
                  <a:pt x="138" y="112"/>
                </a:lnTo>
                <a:lnTo>
                  <a:pt x="133" y="101"/>
                </a:lnTo>
                <a:lnTo>
                  <a:pt x="145" y="96"/>
                </a:lnTo>
                <a:moveTo>
                  <a:pt x="150" y="107"/>
                </a:moveTo>
                <a:lnTo>
                  <a:pt x="155" y="118"/>
                </a:lnTo>
                <a:lnTo>
                  <a:pt x="143" y="123"/>
                </a:lnTo>
                <a:lnTo>
                  <a:pt x="138" y="112"/>
                </a:lnTo>
                <a:lnTo>
                  <a:pt x="150" y="107"/>
                </a:lnTo>
                <a:moveTo>
                  <a:pt x="155" y="118"/>
                </a:moveTo>
                <a:lnTo>
                  <a:pt x="160" y="131"/>
                </a:lnTo>
                <a:lnTo>
                  <a:pt x="138" y="130"/>
                </a:lnTo>
                <a:lnTo>
                  <a:pt x="139" y="118"/>
                </a:lnTo>
                <a:lnTo>
                  <a:pt x="151" y="119"/>
                </a:lnTo>
                <a:lnTo>
                  <a:pt x="151" y="125"/>
                </a:lnTo>
                <a:lnTo>
                  <a:pt x="145" y="127"/>
                </a:lnTo>
                <a:lnTo>
                  <a:pt x="143" y="123"/>
                </a:lnTo>
                <a:lnTo>
                  <a:pt x="155" y="118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1929240" y="3057120"/>
            <a:ext cx="327240" cy="254520"/>
          </a:xfrm>
          <a:custGeom>
            <a:avLst/>
            <a:gdLst/>
            <a:ahLst/>
            <a:rect l="0" t="0" r="r" b="b"/>
            <a:pathLst>
              <a:path fill="none" w="909" h="707">
                <a:moveTo>
                  <a:pt x="909" y="0"/>
                </a:moveTo>
                <a:lnTo>
                  <a:pt x="758" y="64"/>
                </a:lnTo>
                <a:cubicBezTo>
                  <a:pt x="606" y="128"/>
                  <a:pt x="303" y="256"/>
                  <a:pt x="152" y="375"/>
                </a:cubicBezTo>
                <a:cubicBezTo>
                  <a:pt x="0" y="492"/>
                  <a:pt x="0" y="600"/>
                  <a:pt x="0" y="653"/>
                </a:cubicBezTo>
                <a:lnTo>
                  <a:pt x="0" y="707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1907280" y="3289320"/>
            <a:ext cx="44640" cy="44280"/>
          </a:xfrm>
          <a:custGeom>
            <a:avLst/>
            <a:gdLst/>
            <a:ahLst/>
            <a:rect l="0" t="0" r="r" b="b"/>
            <a:pathLst>
              <a:path w="124" h="123">
                <a:moveTo>
                  <a:pt x="124" y="0"/>
                </a:moveTo>
                <a:lnTo>
                  <a:pt x="62" y="123"/>
                </a:lnTo>
                <a:lnTo>
                  <a:pt x="0" y="0"/>
                </a:lnTo>
                <a:lnTo>
                  <a:pt x="12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1903680" y="3286800"/>
            <a:ext cx="51840" cy="51840"/>
          </a:xfrm>
          <a:custGeom>
            <a:avLst/>
            <a:gdLst/>
            <a:ahLst/>
            <a:rect l="0" t="0" r="r" b="b"/>
            <a:pathLst>
              <a:path w="144" h="144">
                <a:moveTo>
                  <a:pt x="134" y="20"/>
                </a:moveTo>
                <a:lnTo>
                  <a:pt x="128" y="32"/>
                </a:lnTo>
                <a:lnTo>
                  <a:pt x="117" y="26"/>
                </a:lnTo>
                <a:lnTo>
                  <a:pt x="123" y="15"/>
                </a:lnTo>
                <a:lnTo>
                  <a:pt x="134" y="20"/>
                </a:lnTo>
                <a:moveTo>
                  <a:pt x="128" y="32"/>
                </a:moveTo>
                <a:lnTo>
                  <a:pt x="123" y="43"/>
                </a:lnTo>
                <a:lnTo>
                  <a:pt x="112" y="38"/>
                </a:lnTo>
                <a:lnTo>
                  <a:pt x="117" y="26"/>
                </a:lnTo>
                <a:lnTo>
                  <a:pt x="128" y="32"/>
                </a:lnTo>
                <a:moveTo>
                  <a:pt x="123" y="43"/>
                </a:moveTo>
                <a:lnTo>
                  <a:pt x="117" y="54"/>
                </a:lnTo>
                <a:lnTo>
                  <a:pt x="106" y="49"/>
                </a:lnTo>
                <a:lnTo>
                  <a:pt x="112" y="38"/>
                </a:lnTo>
                <a:lnTo>
                  <a:pt x="123" y="43"/>
                </a:lnTo>
                <a:moveTo>
                  <a:pt x="117" y="54"/>
                </a:moveTo>
                <a:lnTo>
                  <a:pt x="112" y="65"/>
                </a:lnTo>
                <a:lnTo>
                  <a:pt x="101" y="60"/>
                </a:lnTo>
                <a:lnTo>
                  <a:pt x="106" y="49"/>
                </a:lnTo>
                <a:lnTo>
                  <a:pt x="117" y="54"/>
                </a:lnTo>
                <a:moveTo>
                  <a:pt x="112" y="65"/>
                </a:moveTo>
                <a:lnTo>
                  <a:pt x="106" y="76"/>
                </a:lnTo>
                <a:lnTo>
                  <a:pt x="95" y="71"/>
                </a:lnTo>
                <a:lnTo>
                  <a:pt x="101" y="60"/>
                </a:lnTo>
                <a:lnTo>
                  <a:pt x="112" y="65"/>
                </a:lnTo>
                <a:moveTo>
                  <a:pt x="106" y="76"/>
                </a:moveTo>
                <a:lnTo>
                  <a:pt x="101" y="87"/>
                </a:lnTo>
                <a:lnTo>
                  <a:pt x="90" y="82"/>
                </a:lnTo>
                <a:lnTo>
                  <a:pt x="95" y="71"/>
                </a:lnTo>
                <a:lnTo>
                  <a:pt x="106" y="76"/>
                </a:lnTo>
                <a:moveTo>
                  <a:pt x="101" y="87"/>
                </a:moveTo>
                <a:lnTo>
                  <a:pt x="95" y="98"/>
                </a:lnTo>
                <a:lnTo>
                  <a:pt x="84" y="93"/>
                </a:lnTo>
                <a:lnTo>
                  <a:pt x="90" y="82"/>
                </a:lnTo>
                <a:lnTo>
                  <a:pt x="101" y="87"/>
                </a:lnTo>
                <a:moveTo>
                  <a:pt x="95" y="98"/>
                </a:moveTo>
                <a:lnTo>
                  <a:pt x="90" y="109"/>
                </a:lnTo>
                <a:lnTo>
                  <a:pt x="79" y="104"/>
                </a:lnTo>
                <a:lnTo>
                  <a:pt x="84" y="93"/>
                </a:lnTo>
                <a:lnTo>
                  <a:pt x="95" y="98"/>
                </a:lnTo>
                <a:moveTo>
                  <a:pt x="90" y="109"/>
                </a:moveTo>
                <a:lnTo>
                  <a:pt x="84" y="120"/>
                </a:lnTo>
                <a:lnTo>
                  <a:pt x="73" y="115"/>
                </a:lnTo>
                <a:lnTo>
                  <a:pt x="79" y="104"/>
                </a:lnTo>
                <a:lnTo>
                  <a:pt x="90" y="109"/>
                </a:lnTo>
                <a:moveTo>
                  <a:pt x="84" y="120"/>
                </a:moveTo>
                <a:lnTo>
                  <a:pt x="79" y="131"/>
                </a:lnTo>
                <a:lnTo>
                  <a:pt x="68" y="126"/>
                </a:lnTo>
                <a:lnTo>
                  <a:pt x="73" y="115"/>
                </a:lnTo>
                <a:lnTo>
                  <a:pt x="84" y="120"/>
                </a:lnTo>
                <a:moveTo>
                  <a:pt x="79" y="131"/>
                </a:moveTo>
                <a:lnTo>
                  <a:pt x="72" y="144"/>
                </a:lnTo>
                <a:lnTo>
                  <a:pt x="62" y="124"/>
                </a:lnTo>
                <a:lnTo>
                  <a:pt x="73" y="119"/>
                </a:lnTo>
                <a:lnTo>
                  <a:pt x="78" y="128"/>
                </a:lnTo>
                <a:lnTo>
                  <a:pt x="72" y="130"/>
                </a:lnTo>
                <a:lnTo>
                  <a:pt x="67" y="128"/>
                </a:lnTo>
                <a:lnTo>
                  <a:pt x="68" y="126"/>
                </a:lnTo>
                <a:lnTo>
                  <a:pt x="79" y="131"/>
                </a:lnTo>
                <a:moveTo>
                  <a:pt x="62" y="124"/>
                </a:moveTo>
                <a:lnTo>
                  <a:pt x="57" y="113"/>
                </a:lnTo>
                <a:lnTo>
                  <a:pt x="68" y="108"/>
                </a:lnTo>
                <a:lnTo>
                  <a:pt x="73" y="119"/>
                </a:lnTo>
                <a:lnTo>
                  <a:pt x="62" y="124"/>
                </a:lnTo>
                <a:moveTo>
                  <a:pt x="57" y="113"/>
                </a:moveTo>
                <a:lnTo>
                  <a:pt x="51" y="102"/>
                </a:lnTo>
                <a:lnTo>
                  <a:pt x="62" y="97"/>
                </a:lnTo>
                <a:lnTo>
                  <a:pt x="68" y="108"/>
                </a:lnTo>
                <a:lnTo>
                  <a:pt x="57" y="113"/>
                </a:lnTo>
                <a:moveTo>
                  <a:pt x="51" y="102"/>
                </a:moveTo>
                <a:lnTo>
                  <a:pt x="46" y="91"/>
                </a:lnTo>
                <a:lnTo>
                  <a:pt x="57" y="86"/>
                </a:lnTo>
                <a:lnTo>
                  <a:pt x="62" y="97"/>
                </a:lnTo>
                <a:lnTo>
                  <a:pt x="51" y="102"/>
                </a:lnTo>
                <a:moveTo>
                  <a:pt x="46" y="91"/>
                </a:moveTo>
                <a:lnTo>
                  <a:pt x="40" y="80"/>
                </a:lnTo>
                <a:lnTo>
                  <a:pt x="51" y="75"/>
                </a:lnTo>
                <a:lnTo>
                  <a:pt x="57" y="86"/>
                </a:lnTo>
                <a:lnTo>
                  <a:pt x="46" y="91"/>
                </a:lnTo>
                <a:moveTo>
                  <a:pt x="40" y="80"/>
                </a:moveTo>
                <a:lnTo>
                  <a:pt x="34" y="69"/>
                </a:lnTo>
                <a:lnTo>
                  <a:pt x="46" y="64"/>
                </a:lnTo>
                <a:lnTo>
                  <a:pt x="51" y="75"/>
                </a:lnTo>
                <a:lnTo>
                  <a:pt x="40" y="80"/>
                </a:lnTo>
                <a:moveTo>
                  <a:pt x="34" y="69"/>
                </a:moveTo>
                <a:lnTo>
                  <a:pt x="28" y="58"/>
                </a:lnTo>
                <a:lnTo>
                  <a:pt x="40" y="53"/>
                </a:lnTo>
                <a:lnTo>
                  <a:pt x="46" y="64"/>
                </a:lnTo>
                <a:lnTo>
                  <a:pt x="34" y="69"/>
                </a:lnTo>
                <a:moveTo>
                  <a:pt x="28" y="58"/>
                </a:moveTo>
                <a:lnTo>
                  <a:pt x="23" y="47"/>
                </a:lnTo>
                <a:lnTo>
                  <a:pt x="34" y="42"/>
                </a:lnTo>
                <a:lnTo>
                  <a:pt x="40" y="53"/>
                </a:lnTo>
                <a:lnTo>
                  <a:pt x="28" y="58"/>
                </a:lnTo>
                <a:moveTo>
                  <a:pt x="23" y="47"/>
                </a:moveTo>
                <a:lnTo>
                  <a:pt x="17" y="36"/>
                </a:lnTo>
                <a:lnTo>
                  <a:pt x="28" y="31"/>
                </a:lnTo>
                <a:lnTo>
                  <a:pt x="34" y="42"/>
                </a:lnTo>
                <a:lnTo>
                  <a:pt x="23" y="47"/>
                </a:lnTo>
                <a:moveTo>
                  <a:pt x="17" y="36"/>
                </a:moveTo>
                <a:lnTo>
                  <a:pt x="12" y="24"/>
                </a:lnTo>
                <a:lnTo>
                  <a:pt x="23" y="19"/>
                </a:lnTo>
                <a:lnTo>
                  <a:pt x="28" y="31"/>
                </a:lnTo>
                <a:lnTo>
                  <a:pt x="17" y="36"/>
                </a:lnTo>
                <a:moveTo>
                  <a:pt x="12" y="24"/>
                </a:moveTo>
                <a:lnTo>
                  <a:pt x="6" y="13"/>
                </a:lnTo>
                <a:lnTo>
                  <a:pt x="17" y="8"/>
                </a:lnTo>
                <a:lnTo>
                  <a:pt x="23" y="19"/>
                </a:lnTo>
                <a:lnTo>
                  <a:pt x="12" y="24"/>
                </a:lnTo>
                <a:moveTo>
                  <a:pt x="6" y="13"/>
                </a:moveTo>
                <a:lnTo>
                  <a:pt x="0" y="0"/>
                </a:lnTo>
                <a:lnTo>
                  <a:pt x="18" y="0"/>
                </a:lnTo>
                <a:lnTo>
                  <a:pt x="18" y="13"/>
                </a:lnTo>
                <a:lnTo>
                  <a:pt x="10" y="13"/>
                </a:lnTo>
                <a:lnTo>
                  <a:pt x="10" y="7"/>
                </a:lnTo>
                <a:lnTo>
                  <a:pt x="15" y="4"/>
                </a:lnTo>
                <a:lnTo>
                  <a:pt x="17" y="8"/>
                </a:lnTo>
                <a:lnTo>
                  <a:pt x="6" y="13"/>
                </a:lnTo>
                <a:moveTo>
                  <a:pt x="18" y="0"/>
                </a:moveTo>
                <a:lnTo>
                  <a:pt x="30" y="0"/>
                </a:lnTo>
                <a:lnTo>
                  <a:pt x="30" y="13"/>
                </a:lnTo>
                <a:lnTo>
                  <a:pt x="18" y="13"/>
                </a:lnTo>
                <a:lnTo>
                  <a:pt x="18" y="0"/>
                </a:lnTo>
                <a:moveTo>
                  <a:pt x="30" y="0"/>
                </a:moveTo>
                <a:lnTo>
                  <a:pt x="43" y="0"/>
                </a:lnTo>
                <a:lnTo>
                  <a:pt x="43" y="13"/>
                </a:lnTo>
                <a:lnTo>
                  <a:pt x="30" y="13"/>
                </a:lnTo>
                <a:lnTo>
                  <a:pt x="30" y="0"/>
                </a:lnTo>
                <a:moveTo>
                  <a:pt x="43" y="0"/>
                </a:moveTo>
                <a:lnTo>
                  <a:pt x="56" y="0"/>
                </a:lnTo>
                <a:lnTo>
                  <a:pt x="56" y="13"/>
                </a:lnTo>
                <a:lnTo>
                  <a:pt x="43" y="13"/>
                </a:lnTo>
                <a:lnTo>
                  <a:pt x="43" y="0"/>
                </a:lnTo>
                <a:moveTo>
                  <a:pt x="56" y="0"/>
                </a:moveTo>
                <a:lnTo>
                  <a:pt x="68" y="0"/>
                </a:lnTo>
                <a:lnTo>
                  <a:pt x="68" y="13"/>
                </a:lnTo>
                <a:lnTo>
                  <a:pt x="56" y="13"/>
                </a:lnTo>
                <a:lnTo>
                  <a:pt x="56" y="0"/>
                </a:lnTo>
                <a:moveTo>
                  <a:pt x="68" y="0"/>
                </a:moveTo>
                <a:lnTo>
                  <a:pt x="80" y="0"/>
                </a:lnTo>
                <a:lnTo>
                  <a:pt x="80" y="13"/>
                </a:lnTo>
                <a:lnTo>
                  <a:pt x="68" y="13"/>
                </a:lnTo>
                <a:lnTo>
                  <a:pt x="68" y="0"/>
                </a:lnTo>
                <a:moveTo>
                  <a:pt x="80" y="0"/>
                </a:moveTo>
                <a:lnTo>
                  <a:pt x="92" y="0"/>
                </a:lnTo>
                <a:lnTo>
                  <a:pt x="92" y="13"/>
                </a:lnTo>
                <a:lnTo>
                  <a:pt x="80" y="13"/>
                </a:lnTo>
                <a:lnTo>
                  <a:pt x="80" y="0"/>
                </a:lnTo>
                <a:moveTo>
                  <a:pt x="92" y="0"/>
                </a:moveTo>
                <a:lnTo>
                  <a:pt x="105" y="0"/>
                </a:lnTo>
                <a:lnTo>
                  <a:pt x="105" y="13"/>
                </a:lnTo>
                <a:lnTo>
                  <a:pt x="92" y="13"/>
                </a:lnTo>
                <a:lnTo>
                  <a:pt x="92" y="0"/>
                </a:lnTo>
                <a:moveTo>
                  <a:pt x="105" y="0"/>
                </a:moveTo>
                <a:lnTo>
                  <a:pt x="117" y="0"/>
                </a:lnTo>
                <a:lnTo>
                  <a:pt x="117" y="13"/>
                </a:lnTo>
                <a:lnTo>
                  <a:pt x="105" y="13"/>
                </a:lnTo>
                <a:lnTo>
                  <a:pt x="105" y="0"/>
                </a:lnTo>
                <a:moveTo>
                  <a:pt x="117" y="0"/>
                </a:moveTo>
                <a:lnTo>
                  <a:pt x="129" y="0"/>
                </a:lnTo>
                <a:lnTo>
                  <a:pt x="129" y="13"/>
                </a:lnTo>
                <a:lnTo>
                  <a:pt x="117" y="13"/>
                </a:lnTo>
                <a:lnTo>
                  <a:pt x="117" y="0"/>
                </a:lnTo>
                <a:moveTo>
                  <a:pt x="129" y="0"/>
                </a:moveTo>
                <a:lnTo>
                  <a:pt x="144" y="0"/>
                </a:lnTo>
                <a:lnTo>
                  <a:pt x="134" y="20"/>
                </a:lnTo>
                <a:lnTo>
                  <a:pt x="123" y="15"/>
                </a:lnTo>
                <a:lnTo>
                  <a:pt x="128" y="4"/>
                </a:lnTo>
                <a:lnTo>
                  <a:pt x="134" y="7"/>
                </a:lnTo>
                <a:lnTo>
                  <a:pt x="134" y="13"/>
                </a:lnTo>
                <a:lnTo>
                  <a:pt x="129" y="13"/>
                </a:lnTo>
                <a:lnTo>
                  <a:pt x="129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2942280" y="3057120"/>
            <a:ext cx="326880" cy="254520"/>
          </a:xfrm>
          <a:custGeom>
            <a:avLst/>
            <a:gdLst/>
            <a:ahLst/>
            <a:rect l="0" t="0" r="r" b="b"/>
            <a:pathLst>
              <a:path fill="none" w="908" h="707">
                <a:moveTo>
                  <a:pt x="0" y="0"/>
                </a:moveTo>
                <a:lnTo>
                  <a:pt x="151" y="64"/>
                </a:lnTo>
                <a:cubicBezTo>
                  <a:pt x="302" y="128"/>
                  <a:pt x="606" y="256"/>
                  <a:pt x="757" y="375"/>
                </a:cubicBezTo>
                <a:cubicBezTo>
                  <a:pt x="908" y="492"/>
                  <a:pt x="908" y="600"/>
                  <a:pt x="908" y="653"/>
                </a:cubicBezTo>
                <a:lnTo>
                  <a:pt x="908" y="707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3246840" y="3289320"/>
            <a:ext cx="44640" cy="44280"/>
          </a:xfrm>
          <a:custGeom>
            <a:avLst/>
            <a:gdLst/>
            <a:ahLst/>
            <a:rect l="0" t="0" r="r" b="b"/>
            <a:pathLst>
              <a:path w="124" h="123">
                <a:moveTo>
                  <a:pt x="124" y="0"/>
                </a:moveTo>
                <a:lnTo>
                  <a:pt x="61" y="123"/>
                </a:lnTo>
                <a:lnTo>
                  <a:pt x="0" y="0"/>
                </a:lnTo>
                <a:lnTo>
                  <a:pt x="12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3243240" y="3286800"/>
            <a:ext cx="51840" cy="51840"/>
          </a:xfrm>
          <a:custGeom>
            <a:avLst/>
            <a:gdLst/>
            <a:ahLst/>
            <a:rect l="0" t="0" r="r" b="b"/>
            <a:pathLst>
              <a:path w="144" h="144">
                <a:moveTo>
                  <a:pt x="134" y="20"/>
                </a:moveTo>
                <a:lnTo>
                  <a:pt x="128" y="32"/>
                </a:lnTo>
                <a:lnTo>
                  <a:pt x="117" y="26"/>
                </a:lnTo>
                <a:lnTo>
                  <a:pt x="123" y="15"/>
                </a:lnTo>
                <a:lnTo>
                  <a:pt x="134" y="20"/>
                </a:lnTo>
                <a:moveTo>
                  <a:pt x="128" y="32"/>
                </a:moveTo>
                <a:lnTo>
                  <a:pt x="123" y="43"/>
                </a:lnTo>
                <a:lnTo>
                  <a:pt x="112" y="38"/>
                </a:lnTo>
                <a:lnTo>
                  <a:pt x="117" y="26"/>
                </a:lnTo>
                <a:lnTo>
                  <a:pt x="128" y="32"/>
                </a:lnTo>
                <a:moveTo>
                  <a:pt x="123" y="43"/>
                </a:moveTo>
                <a:lnTo>
                  <a:pt x="117" y="54"/>
                </a:lnTo>
                <a:lnTo>
                  <a:pt x="106" y="49"/>
                </a:lnTo>
                <a:lnTo>
                  <a:pt x="112" y="38"/>
                </a:lnTo>
                <a:lnTo>
                  <a:pt x="123" y="43"/>
                </a:lnTo>
                <a:moveTo>
                  <a:pt x="117" y="54"/>
                </a:moveTo>
                <a:lnTo>
                  <a:pt x="112" y="65"/>
                </a:lnTo>
                <a:lnTo>
                  <a:pt x="101" y="60"/>
                </a:lnTo>
                <a:lnTo>
                  <a:pt x="106" y="49"/>
                </a:lnTo>
                <a:lnTo>
                  <a:pt x="117" y="54"/>
                </a:lnTo>
                <a:moveTo>
                  <a:pt x="112" y="65"/>
                </a:moveTo>
                <a:lnTo>
                  <a:pt x="106" y="76"/>
                </a:lnTo>
                <a:lnTo>
                  <a:pt x="95" y="71"/>
                </a:lnTo>
                <a:lnTo>
                  <a:pt x="101" y="60"/>
                </a:lnTo>
                <a:lnTo>
                  <a:pt x="112" y="65"/>
                </a:lnTo>
                <a:moveTo>
                  <a:pt x="106" y="76"/>
                </a:moveTo>
                <a:lnTo>
                  <a:pt x="101" y="87"/>
                </a:lnTo>
                <a:lnTo>
                  <a:pt x="90" y="82"/>
                </a:lnTo>
                <a:lnTo>
                  <a:pt x="95" y="71"/>
                </a:lnTo>
                <a:lnTo>
                  <a:pt x="106" y="76"/>
                </a:lnTo>
                <a:moveTo>
                  <a:pt x="101" y="87"/>
                </a:moveTo>
                <a:lnTo>
                  <a:pt x="95" y="98"/>
                </a:lnTo>
                <a:lnTo>
                  <a:pt x="84" y="93"/>
                </a:lnTo>
                <a:lnTo>
                  <a:pt x="90" y="82"/>
                </a:lnTo>
                <a:lnTo>
                  <a:pt x="101" y="87"/>
                </a:lnTo>
                <a:moveTo>
                  <a:pt x="95" y="98"/>
                </a:moveTo>
                <a:lnTo>
                  <a:pt x="90" y="109"/>
                </a:lnTo>
                <a:lnTo>
                  <a:pt x="79" y="104"/>
                </a:lnTo>
                <a:lnTo>
                  <a:pt x="84" y="93"/>
                </a:lnTo>
                <a:lnTo>
                  <a:pt x="95" y="98"/>
                </a:lnTo>
                <a:moveTo>
                  <a:pt x="90" y="109"/>
                </a:moveTo>
                <a:lnTo>
                  <a:pt x="84" y="120"/>
                </a:lnTo>
                <a:lnTo>
                  <a:pt x="73" y="115"/>
                </a:lnTo>
                <a:lnTo>
                  <a:pt x="79" y="104"/>
                </a:lnTo>
                <a:lnTo>
                  <a:pt x="90" y="109"/>
                </a:lnTo>
                <a:moveTo>
                  <a:pt x="84" y="120"/>
                </a:moveTo>
                <a:lnTo>
                  <a:pt x="79" y="131"/>
                </a:lnTo>
                <a:lnTo>
                  <a:pt x="68" y="126"/>
                </a:lnTo>
                <a:lnTo>
                  <a:pt x="73" y="115"/>
                </a:lnTo>
                <a:lnTo>
                  <a:pt x="84" y="120"/>
                </a:lnTo>
                <a:moveTo>
                  <a:pt x="79" y="131"/>
                </a:moveTo>
                <a:lnTo>
                  <a:pt x="72" y="144"/>
                </a:lnTo>
                <a:lnTo>
                  <a:pt x="62" y="124"/>
                </a:lnTo>
                <a:lnTo>
                  <a:pt x="73" y="119"/>
                </a:lnTo>
                <a:lnTo>
                  <a:pt x="78" y="128"/>
                </a:lnTo>
                <a:lnTo>
                  <a:pt x="72" y="130"/>
                </a:lnTo>
                <a:lnTo>
                  <a:pt x="67" y="128"/>
                </a:lnTo>
                <a:lnTo>
                  <a:pt x="68" y="126"/>
                </a:lnTo>
                <a:lnTo>
                  <a:pt x="79" y="131"/>
                </a:lnTo>
                <a:moveTo>
                  <a:pt x="62" y="124"/>
                </a:moveTo>
                <a:lnTo>
                  <a:pt x="57" y="113"/>
                </a:lnTo>
                <a:lnTo>
                  <a:pt x="68" y="108"/>
                </a:lnTo>
                <a:lnTo>
                  <a:pt x="73" y="119"/>
                </a:lnTo>
                <a:lnTo>
                  <a:pt x="62" y="124"/>
                </a:lnTo>
                <a:moveTo>
                  <a:pt x="57" y="113"/>
                </a:moveTo>
                <a:lnTo>
                  <a:pt x="51" y="102"/>
                </a:lnTo>
                <a:lnTo>
                  <a:pt x="62" y="97"/>
                </a:lnTo>
                <a:lnTo>
                  <a:pt x="68" y="108"/>
                </a:lnTo>
                <a:lnTo>
                  <a:pt x="57" y="113"/>
                </a:lnTo>
                <a:moveTo>
                  <a:pt x="51" y="102"/>
                </a:moveTo>
                <a:lnTo>
                  <a:pt x="46" y="91"/>
                </a:lnTo>
                <a:lnTo>
                  <a:pt x="57" y="86"/>
                </a:lnTo>
                <a:lnTo>
                  <a:pt x="62" y="97"/>
                </a:lnTo>
                <a:lnTo>
                  <a:pt x="51" y="102"/>
                </a:lnTo>
                <a:moveTo>
                  <a:pt x="46" y="91"/>
                </a:moveTo>
                <a:lnTo>
                  <a:pt x="40" y="80"/>
                </a:lnTo>
                <a:lnTo>
                  <a:pt x="51" y="75"/>
                </a:lnTo>
                <a:lnTo>
                  <a:pt x="57" y="86"/>
                </a:lnTo>
                <a:lnTo>
                  <a:pt x="46" y="91"/>
                </a:lnTo>
                <a:moveTo>
                  <a:pt x="40" y="80"/>
                </a:moveTo>
                <a:lnTo>
                  <a:pt x="35" y="69"/>
                </a:lnTo>
                <a:lnTo>
                  <a:pt x="46" y="64"/>
                </a:lnTo>
                <a:lnTo>
                  <a:pt x="51" y="75"/>
                </a:lnTo>
                <a:lnTo>
                  <a:pt x="40" y="80"/>
                </a:lnTo>
                <a:moveTo>
                  <a:pt x="35" y="69"/>
                </a:moveTo>
                <a:lnTo>
                  <a:pt x="30" y="58"/>
                </a:lnTo>
                <a:lnTo>
                  <a:pt x="40" y="53"/>
                </a:lnTo>
                <a:lnTo>
                  <a:pt x="46" y="64"/>
                </a:lnTo>
                <a:lnTo>
                  <a:pt x="35" y="69"/>
                </a:lnTo>
                <a:moveTo>
                  <a:pt x="30" y="58"/>
                </a:moveTo>
                <a:lnTo>
                  <a:pt x="24" y="47"/>
                </a:lnTo>
                <a:lnTo>
                  <a:pt x="35" y="42"/>
                </a:lnTo>
                <a:lnTo>
                  <a:pt x="40" y="53"/>
                </a:lnTo>
                <a:lnTo>
                  <a:pt x="30" y="58"/>
                </a:lnTo>
                <a:moveTo>
                  <a:pt x="24" y="47"/>
                </a:moveTo>
                <a:lnTo>
                  <a:pt x="19" y="36"/>
                </a:lnTo>
                <a:lnTo>
                  <a:pt x="30" y="31"/>
                </a:lnTo>
                <a:lnTo>
                  <a:pt x="35" y="42"/>
                </a:lnTo>
                <a:lnTo>
                  <a:pt x="24" y="47"/>
                </a:lnTo>
                <a:moveTo>
                  <a:pt x="19" y="36"/>
                </a:moveTo>
                <a:lnTo>
                  <a:pt x="13" y="24"/>
                </a:lnTo>
                <a:lnTo>
                  <a:pt x="24" y="19"/>
                </a:lnTo>
                <a:lnTo>
                  <a:pt x="30" y="31"/>
                </a:lnTo>
                <a:lnTo>
                  <a:pt x="19" y="36"/>
                </a:lnTo>
                <a:moveTo>
                  <a:pt x="13" y="24"/>
                </a:moveTo>
                <a:lnTo>
                  <a:pt x="7" y="13"/>
                </a:lnTo>
                <a:lnTo>
                  <a:pt x="19" y="8"/>
                </a:lnTo>
                <a:lnTo>
                  <a:pt x="24" y="19"/>
                </a:lnTo>
                <a:lnTo>
                  <a:pt x="13" y="24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7"/>
                </a:lnTo>
                <a:lnTo>
                  <a:pt x="17" y="4"/>
                </a:lnTo>
                <a:lnTo>
                  <a:pt x="19" y="8"/>
                </a:lnTo>
                <a:lnTo>
                  <a:pt x="7" y="13"/>
                </a:lnTo>
                <a:moveTo>
                  <a:pt x="19" y="0"/>
                </a:moveTo>
                <a:lnTo>
                  <a:pt x="31" y="0"/>
                </a:lnTo>
                <a:lnTo>
                  <a:pt x="31" y="13"/>
                </a:lnTo>
                <a:lnTo>
                  <a:pt x="19" y="13"/>
                </a:lnTo>
                <a:lnTo>
                  <a:pt x="19" y="0"/>
                </a:lnTo>
                <a:moveTo>
                  <a:pt x="31" y="0"/>
                </a:moveTo>
                <a:lnTo>
                  <a:pt x="43" y="0"/>
                </a:lnTo>
                <a:lnTo>
                  <a:pt x="43" y="13"/>
                </a:lnTo>
                <a:lnTo>
                  <a:pt x="31" y="13"/>
                </a:lnTo>
                <a:lnTo>
                  <a:pt x="31" y="0"/>
                </a:lnTo>
                <a:moveTo>
                  <a:pt x="43" y="0"/>
                </a:moveTo>
                <a:lnTo>
                  <a:pt x="56" y="0"/>
                </a:lnTo>
                <a:lnTo>
                  <a:pt x="56" y="13"/>
                </a:lnTo>
                <a:lnTo>
                  <a:pt x="43" y="13"/>
                </a:lnTo>
                <a:lnTo>
                  <a:pt x="43" y="0"/>
                </a:lnTo>
                <a:moveTo>
                  <a:pt x="56" y="0"/>
                </a:moveTo>
                <a:lnTo>
                  <a:pt x="68" y="0"/>
                </a:lnTo>
                <a:lnTo>
                  <a:pt x="68" y="13"/>
                </a:lnTo>
                <a:lnTo>
                  <a:pt x="56" y="13"/>
                </a:lnTo>
                <a:lnTo>
                  <a:pt x="56" y="0"/>
                </a:lnTo>
                <a:moveTo>
                  <a:pt x="68" y="0"/>
                </a:moveTo>
                <a:lnTo>
                  <a:pt x="80" y="0"/>
                </a:lnTo>
                <a:lnTo>
                  <a:pt x="80" y="13"/>
                </a:lnTo>
                <a:lnTo>
                  <a:pt x="68" y="13"/>
                </a:lnTo>
                <a:lnTo>
                  <a:pt x="68" y="0"/>
                </a:lnTo>
                <a:moveTo>
                  <a:pt x="80" y="0"/>
                </a:moveTo>
                <a:lnTo>
                  <a:pt x="93" y="0"/>
                </a:lnTo>
                <a:lnTo>
                  <a:pt x="93" y="13"/>
                </a:lnTo>
                <a:lnTo>
                  <a:pt x="80" y="13"/>
                </a:lnTo>
                <a:lnTo>
                  <a:pt x="80" y="0"/>
                </a:lnTo>
                <a:moveTo>
                  <a:pt x="93" y="0"/>
                </a:moveTo>
                <a:lnTo>
                  <a:pt x="105" y="0"/>
                </a:lnTo>
                <a:lnTo>
                  <a:pt x="105" y="13"/>
                </a:lnTo>
                <a:lnTo>
                  <a:pt x="93" y="13"/>
                </a:lnTo>
                <a:lnTo>
                  <a:pt x="93" y="0"/>
                </a:lnTo>
                <a:moveTo>
                  <a:pt x="105" y="0"/>
                </a:moveTo>
                <a:lnTo>
                  <a:pt x="117" y="0"/>
                </a:lnTo>
                <a:lnTo>
                  <a:pt x="117" y="13"/>
                </a:lnTo>
                <a:lnTo>
                  <a:pt x="105" y="13"/>
                </a:lnTo>
                <a:lnTo>
                  <a:pt x="105" y="0"/>
                </a:lnTo>
                <a:moveTo>
                  <a:pt x="117" y="0"/>
                </a:moveTo>
                <a:lnTo>
                  <a:pt x="129" y="0"/>
                </a:lnTo>
                <a:lnTo>
                  <a:pt x="129" y="13"/>
                </a:lnTo>
                <a:lnTo>
                  <a:pt x="117" y="13"/>
                </a:lnTo>
                <a:lnTo>
                  <a:pt x="117" y="0"/>
                </a:lnTo>
                <a:moveTo>
                  <a:pt x="129" y="0"/>
                </a:moveTo>
                <a:lnTo>
                  <a:pt x="144" y="0"/>
                </a:lnTo>
                <a:lnTo>
                  <a:pt x="134" y="20"/>
                </a:lnTo>
                <a:lnTo>
                  <a:pt x="123" y="15"/>
                </a:lnTo>
                <a:lnTo>
                  <a:pt x="128" y="4"/>
                </a:lnTo>
                <a:lnTo>
                  <a:pt x="134" y="7"/>
                </a:lnTo>
                <a:lnTo>
                  <a:pt x="134" y="13"/>
                </a:lnTo>
                <a:lnTo>
                  <a:pt x="129" y="13"/>
                </a:lnTo>
                <a:lnTo>
                  <a:pt x="129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1929240" y="3623400"/>
            <a:ext cx="306720" cy="267840"/>
          </a:xfrm>
          <a:custGeom>
            <a:avLst/>
            <a:gdLst/>
            <a:ahLst/>
            <a:rect l="0" t="0" r="r" b="b"/>
            <a:pathLst>
              <a:path fill="none" w="852" h="744">
                <a:moveTo>
                  <a:pt x="0" y="0"/>
                </a:moveTo>
                <a:lnTo>
                  <a:pt x="0" y="64"/>
                </a:lnTo>
                <a:cubicBezTo>
                  <a:pt x="0" y="128"/>
                  <a:pt x="0" y="256"/>
                  <a:pt x="142" y="380"/>
                </a:cubicBezTo>
                <a:cubicBezTo>
                  <a:pt x="285" y="504"/>
                  <a:pt x="569" y="623"/>
                  <a:pt x="711" y="683"/>
                </a:cubicBezTo>
                <a:lnTo>
                  <a:pt x="852" y="744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2206800" y="3862080"/>
            <a:ext cx="49680" cy="41040"/>
          </a:xfrm>
          <a:custGeom>
            <a:avLst/>
            <a:gdLst/>
            <a:ahLst/>
            <a:rect l="0" t="0" r="r" b="b"/>
            <a:pathLst>
              <a:path w="138" h="114">
                <a:moveTo>
                  <a:pt x="48" y="0"/>
                </a:moveTo>
                <a:lnTo>
                  <a:pt x="138" y="105"/>
                </a:lnTo>
                <a:lnTo>
                  <a:pt x="0" y="114"/>
                </a:lnTo>
                <a:lnTo>
                  <a:pt x="48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2203200" y="3857760"/>
            <a:ext cx="57960" cy="47880"/>
          </a:xfrm>
          <a:custGeom>
            <a:avLst/>
            <a:gdLst/>
            <a:ahLst/>
            <a:rect l="0" t="0" r="r" b="b"/>
            <a:pathLst>
              <a:path w="161" h="133">
                <a:moveTo>
                  <a:pt x="71" y="17"/>
                </a:moveTo>
                <a:lnTo>
                  <a:pt x="79" y="27"/>
                </a:lnTo>
                <a:lnTo>
                  <a:pt x="70" y="35"/>
                </a:lnTo>
                <a:lnTo>
                  <a:pt x="62" y="25"/>
                </a:lnTo>
                <a:lnTo>
                  <a:pt x="71" y="17"/>
                </a:lnTo>
                <a:moveTo>
                  <a:pt x="79" y="27"/>
                </a:moveTo>
                <a:lnTo>
                  <a:pt x="87" y="36"/>
                </a:lnTo>
                <a:lnTo>
                  <a:pt x="78" y="44"/>
                </a:lnTo>
                <a:lnTo>
                  <a:pt x="70" y="35"/>
                </a:lnTo>
                <a:lnTo>
                  <a:pt x="79" y="27"/>
                </a:lnTo>
                <a:moveTo>
                  <a:pt x="87" y="36"/>
                </a:moveTo>
                <a:lnTo>
                  <a:pt x="95" y="45"/>
                </a:lnTo>
                <a:lnTo>
                  <a:pt x="86" y="53"/>
                </a:lnTo>
                <a:lnTo>
                  <a:pt x="78" y="44"/>
                </a:lnTo>
                <a:lnTo>
                  <a:pt x="87" y="36"/>
                </a:lnTo>
                <a:moveTo>
                  <a:pt x="95" y="45"/>
                </a:moveTo>
                <a:lnTo>
                  <a:pt x="103" y="55"/>
                </a:lnTo>
                <a:lnTo>
                  <a:pt x="94" y="63"/>
                </a:lnTo>
                <a:lnTo>
                  <a:pt x="86" y="53"/>
                </a:lnTo>
                <a:lnTo>
                  <a:pt x="95" y="45"/>
                </a:lnTo>
                <a:moveTo>
                  <a:pt x="103" y="55"/>
                </a:moveTo>
                <a:lnTo>
                  <a:pt x="111" y="64"/>
                </a:lnTo>
                <a:lnTo>
                  <a:pt x="102" y="72"/>
                </a:lnTo>
                <a:lnTo>
                  <a:pt x="94" y="63"/>
                </a:lnTo>
                <a:lnTo>
                  <a:pt x="103" y="55"/>
                </a:lnTo>
                <a:moveTo>
                  <a:pt x="111" y="64"/>
                </a:moveTo>
                <a:lnTo>
                  <a:pt x="119" y="73"/>
                </a:lnTo>
                <a:lnTo>
                  <a:pt x="110" y="81"/>
                </a:lnTo>
                <a:lnTo>
                  <a:pt x="102" y="72"/>
                </a:lnTo>
                <a:lnTo>
                  <a:pt x="111" y="64"/>
                </a:lnTo>
                <a:moveTo>
                  <a:pt x="119" y="73"/>
                </a:moveTo>
                <a:lnTo>
                  <a:pt x="127" y="83"/>
                </a:lnTo>
                <a:lnTo>
                  <a:pt x="118" y="91"/>
                </a:lnTo>
                <a:lnTo>
                  <a:pt x="110" y="81"/>
                </a:lnTo>
                <a:lnTo>
                  <a:pt x="119" y="73"/>
                </a:lnTo>
                <a:moveTo>
                  <a:pt x="127" y="83"/>
                </a:moveTo>
                <a:lnTo>
                  <a:pt x="135" y="93"/>
                </a:lnTo>
                <a:lnTo>
                  <a:pt x="126" y="101"/>
                </a:lnTo>
                <a:lnTo>
                  <a:pt x="118" y="91"/>
                </a:lnTo>
                <a:lnTo>
                  <a:pt x="127" y="83"/>
                </a:lnTo>
                <a:moveTo>
                  <a:pt x="135" y="93"/>
                </a:moveTo>
                <a:lnTo>
                  <a:pt x="143" y="102"/>
                </a:lnTo>
                <a:lnTo>
                  <a:pt x="134" y="110"/>
                </a:lnTo>
                <a:lnTo>
                  <a:pt x="126" y="101"/>
                </a:lnTo>
                <a:lnTo>
                  <a:pt x="135" y="93"/>
                </a:lnTo>
                <a:moveTo>
                  <a:pt x="143" y="102"/>
                </a:moveTo>
                <a:lnTo>
                  <a:pt x="151" y="112"/>
                </a:lnTo>
                <a:lnTo>
                  <a:pt x="142" y="120"/>
                </a:lnTo>
                <a:lnTo>
                  <a:pt x="134" y="110"/>
                </a:lnTo>
                <a:lnTo>
                  <a:pt x="143" y="102"/>
                </a:lnTo>
                <a:moveTo>
                  <a:pt x="151" y="112"/>
                </a:moveTo>
                <a:lnTo>
                  <a:pt x="161" y="123"/>
                </a:lnTo>
                <a:lnTo>
                  <a:pt x="138" y="124"/>
                </a:lnTo>
                <a:lnTo>
                  <a:pt x="137" y="112"/>
                </a:lnTo>
                <a:lnTo>
                  <a:pt x="148" y="111"/>
                </a:lnTo>
                <a:lnTo>
                  <a:pt x="148" y="117"/>
                </a:lnTo>
                <a:lnTo>
                  <a:pt x="143" y="121"/>
                </a:lnTo>
                <a:lnTo>
                  <a:pt x="142" y="120"/>
                </a:lnTo>
                <a:lnTo>
                  <a:pt x="151" y="112"/>
                </a:lnTo>
                <a:moveTo>
                  <a:pt x="138" y="124"/>
                </a:moveTo>
                <a:lnTo>
                  <a:pt x="126" y="125"/>
                </a:lnTo>
                <a:lnTo>
                  <a:pt x="125" y="113"/>
                </a:lnTo>
                <a:lnTo>
                  <a:pt x="137" y="112"/>
                </a:lnTo>
                <a:lnTo>
                  <a:pt x="138" y="124"/>
                </a:lnTo>
                <a:moveTo>
                  <a:pt x="126" y="125"/>
                </a:moveTo>
                <a:lnTo>
                  <a:pt x="114" y="126"/>
                </a:lnTo>
                <a:lnTo>
                  <a:pt x="113" y="113"/>
                </a:lnTo>
                <a:lnTo>
                  <a:pt x="125" y="113"/>
                </a:lnTo>
                <a:lnTo>
                  <a:pt x="126" y="125"/>
                </a:lnTo>
                <a:moveTo>
                  <a:pt x="114" y="126"/>
                </a:moveTo>
                <a:lnTo>
                  <a:pt x="102" y="126"/>
                </a:lnTo>
                <a:lnTo>
                  <a:pt x="101" y="114"/>
                </a:lnTo>
                <a:lnTo>
                  <a:pt x="113" y="113"/>
                </a:lnTo>
                <a:lnTo>
                  <a:pt x="114" y="126"/>
                </a:lnTo>
                <a:moveTo>
                  <a:pt x="102" y="126"/>
                </a:moveTo>
                <a:lnTo>
                  <a:pt x="89" y="127"/>
                </a:lnTo>
                <a:lnTo>
                  <a:pt x="88" y="115"/>
                </a:lnTo>
                <a:lnTo>
                  <a:pt x="101" y="114"/>
                </a:lnTo>
                <a:lnTo>
                  <a:pt x="102" y="126"/>
                </a:lnTo>
                <a:moveTo>
                  <a:pt x="89" y="127"/>
                </a:moveTo>
                <a:lnTo>
                  <a:pt x="77" y="128"/>
                </a:lnTo>
                <a:lnTo>
                  <a:pt x="76" y="116"/>
                </a:lnTo>
                <a:lnTo>
                  <a:pt x="88" y="115"/>
                </a:lnTo>
                <a:lnTo>
                  <a:pt x="89" y="127"/>
                </a:lnTo>
                <a:moveTo>
                  <a:pt x="77" y="128"/>
                </a:moveTo>
                <a:lnTo>
                  <a:pt x="65" y="129"/>
                </a:lnTo>
                <a:lnTo>
                  <a:pt x="64" y="116"/>
                </a:lnTo>
                <a:lnTo>
                  <a:pt x="76" y="116"/>
                </a:lnTo>
                <a:lnTo>
                  <a:pt x="77" y="128"/>
                </a:lnTo>
                <a:moveTo>
                  <a:pt x="65" y="129"/>
                </a:moveTo>
                <a:lnTo>
                  <a:pt x="53" y="129"/>
                </a:lnTo>
                <a:lnTo>
                  <a:pt x="52" y="117"/>
                </a:lnTo>
                <a:lnTo>
                  <a:pt x="64" y="116"/>
                </a:lnTo>
                <a:lnTo>
                  <a:pt x="65" y="129"/>
                </a:lnTo>
                <a:moveTo>
                  <a:pt x="53" y="129"/>
                </a:moveTo>
                <a:lnTo>
                  <a:pt x="40" y="130"/>
                </a:lnTo>
                <a:lnTo>
                  <a:pt x="39" y="118"/>
                </a:lnTo>
                <a:lnTo>
                  <a:pt x="52" y="117"/>
                </a:lnTo>
                <a:lnTo>
                  <a:pt x="53" y="129"/>
                </a:lnTo>
                <a:moveTo>
                  <a:pt x="40" y="130"/>
                </a:moveTo>
                <a:lnTo>
                  <a:pt x="28" y="131"/>
                </a:lnTo>
                <a:lnTo>
                  <a:pt x="27" y="119"/>
                </a:lnTo>
                <a:lnTo>
                  <a:pt x="39" y="118"/>
                </a:lnTo>
                <a:lnTo>
                  <a:pt x="40" y="130"/>
                </a:lnTo>
                <a:moveTo>
                  <a:pt x="28" y="131"/>
                </a:moveTo>
                <a:lnTo>
                  <a:pt x="16" y="132"/>
                </a:lnTo>
                <a:lnTo>
                  <a:pt x="15" y="120"/>
                </a:lnTo>
                <a:lnTo>
                  <a:pt x="27" y="119"/>
                </a:lnTo>
                <a:lnTo>
                  <a:pt x="28" y="131"/>
                </a:lnTo>
                <a:moveTo>
                  <a:pt x="16" y="132"/>
                </a:moveTo>
                <a:lnTo>
                  <a:pt x="0" y="133"/>
                </a:lnTo>
                <a:lnTo>
                  <a:pt x="8" y="116"/>
                </a:lnTo>
                <a:lnTo>
                  <a:pt x="20" y="121"/>
                </a:lnTo>
                <a:lnTo>
                  <a:pt x="17" y="128"/>
                </a:lnTo>
                <a:lnTo>
                  <a:pt x="11" y="126"/>
                </a:lnTo>
                <a:lnTo>
                  <a:pt x="11" y="120"/>
                </a:lnTo>
                <a:lnTo>
                  <a:pt x="15" y="120"/>
                </a:lnTo>
                <a:lnTo>
                  <a:pt x="16" y="132"/>
                </a:lnTo>
                <a:moveTo>
                  <a:pt x="8" y="116"/>
                </a:moveTo>
                <a:lnTo>
                  <a:pt x="13" y="105"/>
                </a:lnTo>
                <a:lnTo>
                  <a:pt x="24" y="110"/>
                </a:lnTo>
                <a:lnTo>
                  <a:pt x="20" y="121"/>
                </a:lnTo>
                <a:lnTo>
                  <a:pt x="8" y="116"/>
                </a:lnTo>
                <a:moveTo>
                  <a:pt x="13" y="105"/>
                </a:moveTo>
                <a:lnTo>
                  <a:pt x="18" y="94"/>
                </a:lnTo>
                <a:lnTo>
                  <a:pt x="29" y="99"/>
                </a:lnTo>
                <a:lnTo>
                  <a:pt x="24" y="110"/>
                </a:lnTo>
                <a:lnTo>
                  <a:pt x="13" y="105"/>
                </a:lnTo>
                <a:moveTo>
                  <a:pt x="18" y="94"/>
                </a:moveTo>
                <a:lnTo>
                  <a:pt x="23" y="81"/>
                </a:lnTo>
                <a:lnTo>
                  <a:pt x="34" y="86"/>
                </a:lnTo>
                <a:lnTo>
                  <a:pt x="29" y="99"/>
                </a:lnTo>
                <a:lnTo>
                  <a:pt x="18" y="94"/>
                </a:lnTo>
                <a:moveTo>
                  <a:pt x="23" y="81"/>
                </a:moveTo>
                <a:lnTo>
                  <a:pt x="27" y="70"/>
                </a:lnTo>
                <a:lnTo>
                  <a:pt x="39" y="75"/>
                </a:lnTo>
                <a:lnTo>
                  <a:pt x="34" y="86"/>
                </a:lnTo>
                <a:lnTo>
                  <a:pt x="23" y="81"/>
                </a:lnTo>
                <a:moveTo>
                  <a:pt x="27" y="70"/>
                </a:moveTo>
                <a:lnTo>
                  <a:pt x="32" y="59"/>
                </a:lnTo>
                <a:lnTo>
                  <a:pt x="44" y="64"/>
                </a:lnTo>
                <a:lnTo>
                  <a:pt x="39" y="75"/>
                </a:lnTo>
                <a:lnTo>
                  <a:pt x="27" y="70"/>
                </a:lnTo>
                <a:moveTo>
                  <a:pt x="32" y="59"/>
                </a:moveTo>
                <a:lnTo>
                  <a:pt x="37" y="48"/>
                </a:lnTo>
                <a:lnTo>
                  <a:pt x="48" y="52"/>
                </a:lnTo>
                <a:lnTo>
                  <a:pt x="44" y="64"/>
                </a:lnTo>
                <a:lnTo>
                  <a:pt x="32" y="59"/>
                </a:lnTo>
                <a:moveTo>
                  <a:pt x="37" y="48"/>
                </a:moveTo>
                <a:lnTo>
                  <a:pt x="42" y="36"/>
                </a:lnTo>
                <a:lnTo>
                  <a:pt x="53" y="41"/>
                </a:lnTo>
                <a:lnTo>
                  <a:pt x="48" y="52"/>
                </a:lnTo>
                <a:lnTo>
                  <a:pt x="37" y="48"/>
                </a:lnTo>
                <a:moveTo>
                  <a:pt x="42" y="36"/>
                </a:moveTo>
                <a:lnTo>
                  <a:pt x="47" y="25"/>
                </a:lnTo>
                <a:lnTo>
                  <a:pt x="58" y="30"/>
                </a:lnTo>
                <a:lnTo>
                  <a:pt x="53" y="41"/>
                </a:lnTo>
                <a:lnTo>
                  <a:pt x="42" y="36"/>
                </a:lnTo>
                <a:moveTo>
                  <a:pt x="47" y="25"/>
                </a:moveTo>
                <a:lnTo>
                  <a:pt x="51" y="14"/>
                </a:lnTo>
                <a:lnTo>
                  <a:pt x="63" y="18"/>
                </a:lnTo>
                <a:lnTo>
                  <a:pt x="58" y="30"/>
                </a:lnTo>
                <a:lnTo>
                  <a:pt x="47" y="25"/>
                </a:lnTo>
                <a:moveTo>
                  <a:pt x="51" y="14"/>
                </a:moveTo>
                <a:lnTo>
                  <a:pt x="57" y="0"/>
                </a:lnTo>
                <a:lnTo>
                  <a:pt x="71" y="17"/>
                </a:lnTo>
                <a:lnTo>
                  <a:pt x="62" y="25"/>
                </a:lnTo>
                <a:lnTo>
                  <a:pt x="54" y="16"/>
                </a:lnTo>
                <a:lnTo>
                  <a:pt x="59" y="12"/>
                </a:lnTo>
                <a:lnTo>
                  <a:pt x="64" y="14"/>
                </a:lnTo>
                <a:lnTo>
                  <a:pt x="63" y="18"/>
                </a:lnTo>
                <a:lnTo>
                  <a:pt x="51" y="1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2962440" y="3623400"/>
            <a:ext cx="306720" cy="267840"/>
          </a:xfrm>
          <a:custGeom>
            <a:avLst/>
            <a:gdLst/>
            <a:ahLst/>
            <a:rect l="0" t="0" r="r" b="b"/>
            <a:pathLst>
              <a:path fill="none" w="852" h="744">
                <a:moveTo>
                  <a:pt x="852" y="0"/>
                </a:moveTo>
                <a:lnTo>
                  <a:pt x="852" y="64"/>
                </a:lnTo>
                <a:cubicBezTo>
                  <a:pt x="852" y="128"/>
                  <a:pt x="852" y="256"/>
                  <a:pt x="711" y="380"/>
                </a:cubicBezTo>
                <a:cubicBezTo>
                  <a:pt x="568" y="504"/>
                  <a:pt x="284" y="623"/>
                  <a:pt x="142" y="683"/>
                </a:cubicBezTo>
                <a:lnTo>
                  <a:pt x="0" y="744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2942280" y="3862080"/>
            <a:ext cx="49680" cy="41040"/>
          </a:xfrm>
          <a:custGeom>
            <a:avLst/>
            <a:gdLst/>
            <a:ahLst/>
            <a:rect l="0" t="0" r="r" b="b"/>
            <a:pathLst>
              <a:path w="138" h="114">
                <a:moveTo>
                  <a:pt x="138" y="114"/>
                </a:moveTo>
                <a:lnTo>
                  <a:pt x="0" y="105"/>
                </a:lnTo>
                <a:lnTo>
                  <a:pt x="90" y="0"/>
                </a:lnTo>
                <a:lnTo>
                  <a:pt x="138" y="11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2937600" y="3857760"/>
            <a:ext cx="57600" cy="47880"/>
          </a:xfrm>
          <a:custGeom>
            <a:avLst/>
            <a:gdLst/>
            <a:ahLst/>
            <a:rect l="0" t="0" r="r" b="b"/>
            <a:pathLst>
              <a:path w="160" h="133">
                <a:moveTo>
                  <a:pt x="138" y="131"/>
                </a:moveTo>
                <a:lnTo>
                  <a:pt x="126" y="131"/>
                </a:lnTo>
                <a:lnTo>
                  <a:pt x="127" y="118"/>
                </a:lnTo>
                <a:lnTo>
                  <a:pt x="139" y="119"/>
                </a:lnTo>
                <a:lnTo>
                  <a:pt x="138" y="131"/>
                </a:lnTo>
                <a:moveTo>
                  <a:pt x="126" y="131"/>
                </a:moveTo>
                <a:lnTo>
                  <a:pt x="114" y="130"/>
                </a:lnTo>
                <a:lnTo>
                  <a:pt x="114" y="118"/>
                </a:lnTo>
                <a:lnTo>
                  <a:pt x="127" y="118"/>
                </a:lnTo>
                <a:lnTo>
                  <a:pt x="126" y="131"/>
                </a:lnTo>
                <a:moveTo>
                  <a:pt x="114" y="130"/>
                </a:moveTo>
                <a:lnTo>
                  <a:pt x="101" y="129"/>
                </a:lnTo>
                <a:lnTo>
                  <a:pt x="102" y="117"/>
                </a:lnTo>
                <a:lnTo>
                  <a:pt x="114" y="118"/>
                </a:lnTo>
                <a:lnTo>
                  <a:pt x="114" y="130"/>
                </a:lnTo>
                <a:moveTo>
                  <a:pt x="101" y="129"/>
                </a:moveTo>
                <a:lnTo>
                  <a:pt x="89" y="128"/>
                </a:lnTo>
                <a:lnTo>
                  <a:pt x="90" y="116"/>
                </a:lnTo>
                <a:lnTo>
                  <a:pt x="102" y="117"/>
                </a:lnTo>
                <a:lnTo>
                  <a:pt x="101" y="129"/>
                </a:lnTo>
                <a:moveTo>
                  <a:pt x="89" y="128"/>
                </a:moveTo>
                <a:lnTo>
                  <a:pt x="77" y="127"/>
                </a:lnTo>
                <a:lnTo>
                  <a:pt x="78" y="115"/>
                </a:lnTo>
                <a:lnTo>
                  <a:pt x="90" y="116"/>
                </a:lnTo>
                <a:lnTo>
                  <a:pt x="89" y="128"/>
                </a:lnTo>
                <a:moveTo>
                  <a:pt x="77" y="127"/>
                </a:moveTo>
                <a:lnTo>
                  <a:pt x="65" y="127"/>
                </a:lnTo>
                <a:lnTo>
                  <a:pt x="65" y="114"/>
                </a:lnTo>
                <a:lnTo>
                  <a:pt x="78" y="115"/>
                </a:lnTo>
                <a:lnTo>
                  <a:pt x="77" y="127"/>
                </a:lnTo>
                <a:moveTo>
                  <a:pt x="65" y="127"/>
                </a:moveTo>
                <a:lnTo>
                  <a:pt x="52" y="126"/>
                </a:lnTo>
                <a:lnTo>
                  <a:pt x="53" y="114"/>
                </a:lnTo>
                <a:lnTo>
                  <a:pt x="65" y="114"/>
                </a:lnTo>
                <a:lnTo>
                  <a:pt x="65" y="127"/>
                </a:lnTo>
                <a:moveTo>
                  <a:pt x="52" y="126"/>
                </a:moveTo>
                <a:lnTo>
                  <a:pt x="40" y="125"/>
                </a:lnTo>
                <a:lnTo>
                  <a:pt x="41" y="113"/>
                </a:lnTo>
                <a:lnTo>
                  <a:pt x="53" y="114"/>
                </a:lnTo>
                <a:lnTo>
                  <a:pt x="52" y="126"/>
                </a:lnTo>
                <a:moveTo>
                  <a:pt x="40" y="125"/>
                </a:moveTo>
                <a:lnTo>
                  <a:pt x="27" y="124"/>
                </a:lnTo>
                <a:lnTo>
                  <a:pt x="28" y="112"/>
                </a:lnTo>
                <a:lnTo>
                  <a:pt x="41" y="113"/>
                </a:lnTo>
                <a:lnTo>
                  <a:pt x="40" y="125"/>
                </a:lnTo>
                <a:moveTo>
                  <a:pt x="27" y="124"/>
                </a:moveTo>
                <a:lnTo>
                  <a:pt x="15" y="123"/>
                </a:lnTo>
                <a:lnTo>
                  <a:pt x="15" y="111"/>
                </a:lnTo>
                <a:lnTo>
                  <a:pt x="28" y="112"/>
                </a:lnTo>
                <a:lnTo>
                  <a:pt x="27" y="124"/>
                </a:lnTo>
                <a:moveTo>
                  <a:pt x="15" y="123"/>
                </a:moveTo>
                <a:lnTo>
                  <a:pt x="0" y="123"/>
                </a:lnTo>
                <a:lnTo>
                  <a:pt x="15" y="106"/>
                </a:lnTo>
                <a:lnTo>
                  <a:pt x="24" y="114"/>
                </a:lnTo>
                <a:lnTo>
                  <a:pt x="18" y="121"/>
                </a:lnTo>
                <a:lnTo>
                  <a:pt x="13" y="117"/>
                </a:lnTo>
                <a:lnTo>
                  <a:pt x="13" y="111"/>
                </a:lnTo>
                <a:lnTo>
                  <a:pt x="15" y="111"/>
                </a:lnTo>
                <a:lnTo>
                  <a:pt x="15" y="123"/>
                </a:lnTo>
                <a:moveTo>
                  <a:pt x="15" y="106"/>
                </a:moveTo>
                <a:lnTo>
                  <a:pt x="23" y="96"/>
                </a:lnTo>
                <a:lnTo>
                  <a:pt x="33" y="104"/>
                </a:lnTo>
                <a:lnTo>
                  <a:pt x="24" y="114"/>
                </a:lnTo>
                <a:lnTo>
                  <a:pt x="15" y="106"/>
                </a:lnTo>
                <a:moveTo>
                  <a:pt x="23" y="96"/>
                </a:moveTo>
                <a:lnTo>
                  <a:pt x="32" y="86"/>
                </a:lnTo>
                <a:lnTo>
                  <a:pt x="41" y="95"/>
                </a:lnTo>
                <a:lnTo>
                  <a:pt x="33" y="104"/>
                </a:lnTo>
                <a:lnTo>
                  <a:pt x="23" y="96"/>
                </a:lnTo>
                <a:moveTo>
                  <a:pt x="32" y="86"/>
                </a:moveTo>
                <a:lnTo>
                  <a:pt x="40" y="77"/>
                </a:lnTo>
                <a:lnTo>
                  <a:pt x="49" y="85"/>
                </a:lnTo>
                <a:lnTo>
                  <a:pt x="41" y="95"/>
                </a:lnTo>
                <a:lnTo>
                  <a:pt x="32" y="86"/>
                </a:lnTo>
                <a:moveTo>
                  <a:pt x="40" y="77"/>
                </a:moveTo>
                <a:lnTo>
                  <a:pt x="48" y="67"/>
                </a:lnTo>
                <a:lnTo>
                  <a:pt x="57" y="75"/>
                </a:lnTo>
                <a:lnTo>
                  <a:pt x="49" y="85"/>
                </a:lnTo>
                <a:lnTo>
                  <a:pt x="40" y="77"/>
                </a:lnTo>
                <a:moveTo>
                  <a:pt x="48" y="67"/>
                </a:moveTo>
                <a:lnTo>
                  <a:pt x="56" y="58"/>
                </a:lnTo>
                <a:lnTo>
                  <a:pt x="65" y="66"/>
                </a:lnTo>
                <a:lnTo>
                  <a:pt x="57" y="75"/>
                </a:lnTo>
                <a:lnTo>
                  <a:pt x="48" y="67"/>
                </a:lnTo>
                <a:moveTo>
                  <a:pt x="56" y="58"/>
                </a:moveTo>
                <a:lnTo>
                  <a:pt x="64" y="49"/>
                </a:lnTo>
                <a:lnTo>
                  <a:pt x="73" y="57"/>
                </a:lnTo>
                <a:lnTo>
                  <a:pt x="65" y="66"/>
                </a:lnTo>
                <a:lnTo>
                  <a:pt x="56" y="58"/>
                </a:lnTo>
                <a:moveTo>
                  <a:pt x="64" y="49"/>
                </a:moveTo>
                <a:lnTo>
                  <a:pt x="72" y="39"/>
                </a:lnTo>
                <a:lnTo>
                  <a:pt x="81" y="47"/>
                </a:lnTo>
                <a:lnTo>
                  <a:pt x="73" y="57"/>
                </a:lnTo>
                <a:lnTo>
                  <a:pt x="64" y="49"/>
                </a:lnTo>
                <a:moveTo>
                  <a:pt x="72" y="39"/>
                </a:moveTo>
                <a:lnTo>
                  <a:pt x="80" y="30"/>
                </a:lnTo>
                <a:lnTo>
                  <a:pt x="89" y="38"/>
                </a:lnTo>
                <a:lnTo>
                  <a:pt x="81" y="47"/>
                </a:lnTo>
                <a:lnTo>
                  <a:pt x="72" y="39"/>
                </a:lnTo>
                <a:moveTo>
                  <a:pt x="80" y="30"/>
                </a:moveTo>
                <a:lnTo>
                  <a:pt x="88" y="21"/>
                </a:lnTo>
                <a:lnTo>
                  <a:pt x="97" y="29"/>
                </a:lnTo>
                <a:lnTo>
                  <a:pt x="89" y="38"/>
                </a:lnTo>
                <a:lnTo>
                  <a:pt x="80" y="30"/>
                </a:lnTo>
                <a:moveTo>
                  <a:pt x="88" y="21"/>
                </a:moveTo>
                <a:lnTo>
                  <a:pt x="95" y="11"/>
                </a:lnTo>
                <a:lnTo>
                  <a:pt x="105" y="19"/>
                </a:lnTo>
                <a:lnTo>
                  <a:pt x="97" y="29"/>
                </a:lnTo>
                <a:lnTo>
                  <a:pt x="88" y="21"/>
                </a:lnTo>
                <a:moveTo>
                  <a:pt x="95" y="11"/>
                </a:moveTo>
                <a:lnTo>
                  <a:pt x="105" y="0"/>
                </a:lnTo>
                <a:lnTo>
                  <a:pt x="112" y="17"/>
                </a:lnTo>
                <a:lnTo>
                  <a:pt x="100" y="22"/>
                </a:lnTo>
                <a:lnTo>
                  <a:pt x="97" y="14"/>
                </a:lnTo>
                <a:lnTo>
                  <a:pt x="103" y="12"/>
                </a:lnTo>
                <a:lnTo>
                  <a:pt x="108" y="16"/>
                </a:lnTo>
                <a:lnTo>
                  <a:pt x="105" y="19"/>
                </a:lnTo>
                <a:lnTo>
                  <a:pt x="95" y="11"/>
                </a:lnTo>
                <a:moveTo>
                  <a:pt x="112" y="17"/>
                </a:moveTo>
                <a:lnTo>
                  <a:pt x="117" y="28"/>
                </a:lnTo>
                <a:lnTo>
                  <a:pt x="105" y="33"/>
                </a:lnTo>
                <a:lnTo>
                  <a:pt x="100" y="22"/>
                </a:lnTo>
                <a:lnTo>
                  <a:pt x="112" y="17"/>
                </a:lnTo>
                <a:moveTo>
                  <a:pt x="117" y="28"/>
                </a:moveTo>
                <a:lnTo>
                  <a:pt x="121" y="39"/>
                </a:lnTo>
                <a:lnTo>
                  <a:pt x="110" y="44"/>
                </a:lnTo>
                <a:lnTo>
                  <a:pt x="105" y="33"/>
                </a:lnTo>
                <a:lnTo>
                  <a:pt x="117" y="28"/>
                </a:lnTo>
                <a:moveTo>
                  <a:pt x="121" y="39"/>
                </a:moveTo>
                <a:lnTo>
                  <a:pt x="126" y="51"/>
                </a:lnTo>
                <a:lnTo>
                  <a:pt x="115" y="55"/>
                </a:lnTo>
                <a:lnTo>
                  <a:pt x="110" y="44"/>
                </a:lnTo>
                <a:lnTo>
                  <a:pt x="121" y="39"/>
                </a:lnTo>
                <a:moveTo>
                  <a:pt x="126" y="51"/>
                </a:moveTo>
                <a:lnTo>
                  <a:pt x="131" y="62"/>
                </a:lnTo>
                <a:lnTo>
                  <a:pt x="120" y="67"/>
                </a:lnTo>
                <a:lnTo>
                  <a:pt x="115" y="55"/>
                </a:lnTo>
                <a:lnTo>
                  <a:pt x="126" y="51"/>
                </a:lnTo>
                <a:moveTo>
                  <a:pt x="131" y="62"/>
                </a:moveTo>
                <a:lnTo>
                  <a:pt x="136" y="73"/>
                </a:lnTo>
                <a:lnTo>
                  <a:pt x="124" y="78"/>
                </a:lnTo>
                <a:lnTo>
                  <a:pt x="120" y="67"/>
                </a:lnTo>
                <a:lnTo>
                  <a:pt x="131" y="62"/>
                </a:lnTo>
                <a:moveTo>
                  <a:pt x="136" y="73"/>
                </a:moveTo>
                <a:lnTo>
                  <a:pt x="140" y="85"/>
                </a:lnTo>
                <a:lnTo>
                  <a:pt x="129" y="89"/>
                </a:lnTo>
                <a:lnTo>
                  <a:pt x="124" y="78"/>
                </a:lnTo>
                <a:lnTo>
                  <a:pt x="136" y="73"/>
                </a:lnTo>
                <a:moveTo>
                  <a:pt x="140" y="85"/>
                </a:moveTo>
                <a:lnTo>
                  <a:pt x="145" y="97"/>
                </a:lnTo>
                <a:lnTo>
                  <a:pt x="134" y="102"/>
                </a:lnTo>
                <a:lnTo>
                  <a:pt x="129" y="89"/>
                </a:lnTo>
                <a:lnTo>
                  <a:pt x="140" y="85"/>
                </a:lnTo>
                <a:moveTo>
                  <a:pt x="145" y="97"/>
                </a:moveTo>
                <a:lnTo>
                  <a:pt x="150" y="108"/>
                </a:lnTo>
                <a:lnTo>
                  <a:pt x="139" y="113"/>
                </a:lnTo>
                <a:lnTo>
                  <a:pt x="134" y="102"/>
                </a:lnTo>
                <a:lnTo>
                  <a:pt x="145" y="97"/>
                </a:lnTo>
                <a:moveTo>
                  <a:pt x="150" y="108"/>
                </a:moveTo>
                <a:lnTo>
                  <a:pt x="155" y="120"/>
                </a:lnTo>
                <a:lnTo>
                  <a:pt x="143" y="124"/>
                </a:lnTo>
                <a:lnTo>
                  <a:pt x="139" y="113"/>
                </a:lnTo>
                <a:lnTo>
                  <a:pt x="150" y="108"/>
                </a:lnTo>
                <a:moveTo>
                  <a:pt x="155" y="120"/>
                </a:moveTo>
                <a:lnTo>
                  <a:pt x="160" y="133"/>
                </a:lnTo>
                <a:lnTo>
                  <a:pt x="138" y="131"/>
                </a:lnTo>
                <a:lnTo>
                  <a:pt x="139" y="119"/>
                </a:lnTo>
                <a:lnTo>
                  <a:pt x="151" y="120"/>
                </a:lnTo>
                <a:lnTo>
                  <a:pt x="151" y="126"/>
                </a:lnTo>
                <a:lnTo>
                  <a:pt x="145" y="128"/>
                </a:lnTo>
                <a:lnTo>
                  <a:pt x="143" y="124"/>
                </a:lnTo>
                <a:lnTo>
                  <a:pt x="155" y="12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/>
          <p:nvPr/>
        </p:nvSpPr>
        <p:spPr>
          <a:xfrm>
            <a:off x="2113200" y="1634760"/>
            <a:ext cx="972360" cy="290160"/>
          </a:xfrm>
          <a:custGeom>
            <a:avLst/>
            <a:gdLst/>
            <a:ahLst/>
            <a:rect l="0" t="0" r="r" b="b"/>
            <a:pathLst>
              <a:path w="2701" h="806">
                <a:moveTo>
                  <a:pt x="0" y="0"/>
                </a:moveTo>
                <a:lnTo>
                  <a:pt x="2701" y="0"/>
                </a:lnTo>
                <a:lnTo>
                  <a:pt x="2701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2113200" y="1634760"/>
            <a:ext cx="972360" cy="290160"/>
          </a:xfrm>
          <a:custGeom>
            <a:avLst/>
            <a:gdLst/>
            <a:ahLst/>
            <a:rect l="0" t="0" r="r" b="b"/>
            <a:pathLst>
              <a:path w="2701" h="806">
                <a:moveTo>
                  <a:pt x="0" y="0"/>
                </a:moveTo>
                <a:lnTo>
                  <a:pt x="2701" y="0"/>
                </a:lnTo>
                <a:lnTo>
                  <a:pt x="2701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 txBox="1"/>
          <p:nvPr/>
        </p:nvSpPr>
        <p:spPr>
          <a:xfrm>
            <a:off x="457200" y="1317960"/>
            <a:ext cx="33138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 landelijke route van scenario naar afsprakenset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1465200" y="2201040"/>
            <a:ext cx="994680" cy="290160"/>
          </a:xfrm>
          <a:custGeom>
            <a:avLst/>
            <a:gdLst/>
            <a:ahLst/>
            <a:rect l="0" t="0" r="r" b="b"/>
            <a:pathLst>
              <a:path w="2763" h="806">
                <a:moveTo>
                  <a:pt x="0" y="0"/>
                </a:moveTo>
                <a:lnTo>
                  <a:pt x="2763" y="0"/>
                </a:lnTo>
                <a:lnTo>
                  <a:pt x="2763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1465200" y="2201040"/>
            <a:ext cx="994680" cy="290160"/>
          </a:xfrm>
          <a:custGeom>
            <a:avLst/>
            <a:gdLst/>
            <a:ahLst/>
            <a:rect l="0" t="0" r="r" b="b"/>
            <a:pathLst>
              <a:path w="2763" h="806">
                <a:moveTo>
                  <a:pt x="0" y="0"/>
                </a:moveTo>
                <a:lnTo>
                  <a:pt x="2763" y="0"/>
                </a:lnTo>
                <a:lnTo>
                  <a:pt x="2763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 txBox="1"/>
          <p:nvPr/>
        </p:nvSpPr>
        <p:spPr>
          <a:xfrm>
            <a:off x="2278800" y="1729080"/>
            <a:ext cx="7034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Scenario-analyse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2736000" y="2201040"/>
            <a:ext cx="1000080" cy="290160"/>
          </a:xfrm>
          <a:custGeom>
            <a:avLst/>
            <a:gdLst/>
            <a:ahLst/>
            <a:rect l="0" t="0" r="r" b="b"/>
            <a:pathLst>
              <a:path w="2778" h="806">
                <a:moveTo>
                  <a:pt x="0" y="0"/>
                </a:moveTo>
                <a:lnTo>
                  <a:pt x="2778" y="0"/>
                </a:lnTo>
                <a:lnTo>
                  <a:pt x="2778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2736000" y="2201040"/>
            <a:ext cx="1000080" cy="290160"/>
          </a:xfrm>
          <a:custGeom>
            <a:avLst/>
            <a:gdLst/>
            <a:ahLst/>
            <a:rect l="0" t="0" r="r" b="b"/>
            <a:pathLst>
              <a:path w="2778" h="806">
                <a:moveTo>
                  <a:pt x="0" y="0"/>
                </a:moveTo>
                <a:lnTo>
                  <a:pt x="2778" y="0"/>
                </a:lnTo>
                <a:lnTo>
                  <a:pt x="2778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1631160" y="2295360"/>
            <a:ext cx="7275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Gegevensanalyse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2096640" y="2767320"/>
            <a:ext cx="1005480" cy="290160"/>
          </a:xfrm>
          <a:custGeom>
            <a:avLst/>
            <a:gdLst/>
            <a:ahLst/>
            <a:rect l="0" t="0" r="r" b="b"/>
            <a:pathLst>
              <a:path w="2793" h="806">
                <a:moveTo>
                  <a:pt x="0" y="0"/>
                </a:moveTo>
                <a:lnTo>
                  <a:pt x="2793" y="0"/>
                </a:lnTo>
                <a:lnTo>
                  <a:pt x="2793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2096640" y="2767320"/>
            <a:ext cx="1005480" cy="290160"/>
          </a:xfrm>
          <a:custGeom>
            <a:avLst/>
            <a:gdLst/>
            <a:ahLst/>
            <a:rect l="0" t="0" r="r" b="b"/>
            <a:pathLst>
              <a:path w="2793" h="806">
                <a:moveTo>
                  <a:pt x="0" y="0"/>
                </a:moveTo>
                <a:lnTo>
                  <a:pt x="2793" y="0"/>
                </a:lnTo>
                <a:lnTo>
                  <a:pt x="2793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2901960" y="2295360"/>
            <a:ext cx="7398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Interactie-analyse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1415520" y="3333240"/>
            <a:ext cx="1027800" cy="290520"/>
          </a:xfrm>
          <a:custGeom>
            <a:avLst/>
            <a:gdLst/>
            <a:ahLst/>
            <a:rect l="0" t="0" r="r" b="b"/>
            <a:pathLst>
              <a:path w="2855" h="807">
                <a:moveTo>
                  <a:pt x="0" y="0"/>
                </a:moveTo>
                <a:lnTo>
                  <a:pt x="2855" y="0"/>
                </a:lnTo>
                <a:lnTo>
                  <a:pt x="2855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1415520" y="3333240"/>
            <a:ext cx="1027800" cy="290520"/>
          </a:xfrm>
          <a:custGeom>
            <a:avLst/>
            <a:gdLst/>
            <a:ahLst/>
            <a:rect l="0" t="0" r="r" b="b"/>
            <a:pathLst>
              <a:path w="2855" h="807">
                <a:moveTo>
                  <a:pt x="0" y="0"/>
                </a:moveTo>
                <a:lnTo>
                  <a:pt x="2855" y="0"/>
                </a:lnTo>
                <a:lnTo>
                  <a:pt x="2855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2262240" y="2861640"/>
            <a:ext cx="7412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Technologiekeuze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2719440" y="3333240"/>
            <a:ext cx="1099440" cy="290520"/>
          </a:xfrm>
          <a:custGeom>
            <a:avLst/>
            <a:gdLst/>
            <a:ahLst/>
            <a:rect l="0" t="0" r="r" b="b"/>
            <a:pathLst>
              <a:path w="3054" h="807">
                <a:moveTo>
                  <a:pt x="0" y="0"/>
                </a:moveTo>
                <a:lnTo>
                  <a:pt x="3054" y="0"/>
                </a:lnTo>
                <a:lnTo>
                  <a:pt x="3054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2719440" y="3333240"/>
            <a:ext cx="1099440" cy="290520"/>
          </a:xfrm>
          <a:custGeom>
            <a:avLst/>
            <a:gdLst/>
            <a:ahLst/>
            <a:rect l="0" t="0" r="r" b="b"/>
            <a:pathLst>
              <a:path w="3054" h="807">
                <a:moveTo>
                  <a:pt x="0" y="0"/>
                </a:moveTo>
                <a:lnTo>
                  <a:pt x="3054" y="0"/>
                </a:lnTo>
                <a:lnTo>
                  <a:pt x="3054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 txBox="1"/>
          <p:nvPr/>
        </p:nvSpPr>
        <p:spPr>
          <a:xfrm>
            <a:off x="1581480" y="3427920"/>
            <a:ext cx="7596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Berichtspeciﬁcatie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2179440" y="3899520"/>
            <a:ext cx="839880" cy="290520"/>
          </a:xfrm>
          <a:custGeom>
            <a:avLst/>
            <a:gdLst/>
            <a:ahLst/>
            <a:rect l="0" t="0" r="r" b="b"/>
            <a:pathLst>
              <a:path w="2333" h="807">
                <a:moveTo>
                  <a:pt x="0" y="0"/>
                </a:moveTo>
                <a:lnTo>
                  <a:pt x="2333" y="0"/>
                </a:lnTo>
                <a:lnTo>
                  <a:pt x="2333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2179440" y="3899520"/>
            <a:ext cx="839880" cy="290520"/>
          </a:xfrm>
          <a:custGeom>
            <a:avLst/>
            <a:gdLst/>
            <a:ahLst/>
            <a:rect l="0" t="0" r="r" b="b"/>
            <a:pathLst>
              <a:path w="2333" h="807">
                <a:moveTo>
                  <a:pt x="0" y="0"/>
                </a:moveTo>
                <a:lnTo>
                  <a:pt x="2333" y="0"/>
                </a:lnTo>
                <a:lnTo>
                  <a:pt x="2333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 txBox="1"/>
          <p:nvPr/>
        </p:nvSpPr>
        <p:spPr>
          <a:xfrm>
            <a:off x="2885040" y="3427920"/>
            <a:ext cx="83448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Interfacespeciﬁcatie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/>
          <p:nvPr/>
        </p:nvSpPr>
        <p:spPr>
          <a:xfrm>
            <a:off x="4943160" y="1962000"/>
            <a:ext cx="3934440" cy="1905480"/>
          </a:xfrm>
          <a:custGeom>
            <a:avLst/>
            <a:gdLst/>
            <a:ahLst/>
            <a:rect l="0" t="0" r="r" b="b"/>
            <a:pathLst>
              <a:path w="10929" h="5293">
                <a:moveTo>
                  <a:pt x="0" y="0"/>
                </a:moveTo>
                <a:lnTo>
                  <a:pt x="10929" y="0"/>
                </a:lnTo>
                <a:lnTo>
                  <a:pt x="10929" y="5293"/>
                </a:lnTo>
                <a:lnTo>
                  <a:pt x="0" y="529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4943160" y="1962000"/>
            <a:ext cx="3934440" cy="38520"/>
          </a:xfrm>
          <a:custGeom>
            <a:avLst/>
            <a:gdLst/>
            <a:ahLst/>
            <a:rect l="0" t="0" r="r" b="b"/>
            <a:pathLst>
              <a:path w="10929" h="107">
                <a:moveTo>
                  <a:pt x="0" y="0"/>
                </a:moveTo>
                <a:lnTo>
                  <a:pt x="10929" y="0"/>
                </a:lnTo>
                <a:lnTo>
                  <a:pt x="1092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4943160" y="3857400"/>
            <a:ext cx="3934440" cy="10080"/>
          </a:xfrm>
          <a:custGeom>
            <a:avLst/>
            <a:gdLst/>
            <a:ahLst/>
            <a:rect l="0" t="0" r="r" b="b"/>
            <a:pathLst>
              <a:path w="10929" h="28">
                <a:moveTo>
                  <a:pt x="0" y="0"/>
                </a:moveTo>
                <a:lnTo>
                  <a:pt x="10929" y="0"/>
                </a:lnTo>
                <a:lnTo>
                  <a:pt x="109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8867520" y="1962000"/>
            <a:ext cx="10080" cy="1905480"/>
          </a:xfrm>
          <a:custGeom>
            <a:avLst/>
            <a:gdLst/>
            <a:ahLst/>
            <a:rect l="0" t="0" r="r" b="b"/>
            <a:pathLst>
              <a:path w="28" h="5293">
                <a:moveTo>
                  <a:pt x="0" y="106"/>
                </a:moveTo>
                <a:lnTo>
                  <a:pt x="0" y="5293"/>
                </a:lnTo>
                <a:lnTo>
                  <a:pt x="28" y="529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4943160" y="1962000"/>
            <a:ext cx="10080" cy="1905480"/>
          </a:xfrm>
          <a:custGeom>
            <a:avLst/>
            <a:gdLst/>
            <a:ahLst/>
            <a:rect l="0" t="0" r="r" b="b"/>
            <a:pathLst>
              <a:path w="28" h="5293">
                <a:moveTo>
                  <a:pt x="0" y="0"/>
                </a:moveTo>
                <a:lnTo>
                  <a:pt x="0" y="5293"/>
                </a:lnTo>
                <a:lnTo>
                  <a:pt x="28" y="529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2345400" y="3994200"/>
            <a:ext cx="5385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Afsprakenset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5094000" y="2127240"/>
            <a:ext cx="1986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Zo vullen wij die stappen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 txBox="1"/>
          <p:nvPr/>
        </p:nvSpPr>
        <p:spPr>
          <a:xfrm>
            <a:off x="5094000" y="2398680"/>
            <a:ext cx="1486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Scenario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leerroute 1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5094000" y="2636640"/>
            <a:ext cx="1910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Gegevens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informatiemodel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5094000" y="2874960"/>
            <a:ext cx="2035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Interactie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interactiepatronen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 txBox="1"/>
          <p:nvPr/>
        </p:nvSpPr>
        <p:spPr>
          <a:xfrm>
            <a:off x="5094000" y="3112920"/>
            <a:ext cx="19501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Bericht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datamodelschema's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5094000" y="3351240"/>
            <a:ext cx="14439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Interface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endpoints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5094000" y="3579840"/>
            <a:ext cx="2506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Afsprakenset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3110040" y="4363560"/>
            <a:ext cx="3484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Aanpak van Edustandaard, herkenbaar voor leveranciers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9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96" name=""/>
          <p:cNvSpPr txBox="1"/>
          <p:nvPr/>
        </p:nvSpPr>
        <p:spPr>
          <a:xfrm>
            <a:off x="439920" y="91440"/>
            <a:ext cx="2597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Doel Q1 2027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461880" y="928440"/>
            <a:ext cx="8410680" cy="2352960"/>
          </a:xfrm>
          <a:custGeom>
            <a:avLst/>
            <a:gdLst/>
            <a:ahLst/>
            <a:rect l="0" t="0" r="r" b="b"/>
            <a:pathLst>
              <a:path w="23363" h="6536">
                <a:moveTo>
                  <a:pt x="0" y="6391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3218" y="0"/>
                </a:lnTo>
                <a:cubicBezTo>
                  <a:pt x="23227" y="0"/>
                  <a:pt x="23237" y="1"/>
                  <a:pt x="23246" y="3"/>
                </a:cubicBezTo>
                <a:cubicBezTo>
                  <a:pt x="23256" y="5"/>
                  <a:pt x="23265" y="8"/>
                  <a:pt x="23274" y="11"/>
                </a:cubicBezTo>
                <a:cubicBezTo>
                  <a:pt x="23282" y="15"/>
                  <a:pt x="23291" y="19"/>
                  <a:pt x="23299" y="25"/>
                </a:cubicBezTo>
                <a:cubicBezTo>
                  <a:pt x="23307" y="30"/>
                  <a:pt x="23314" y="36"/>
                  <a:pt x="23321" y="43"/>
                </a:cubicBezTo>
                <a:cubicBezTo>
                  <a:pt x="23328" y="50"/>
                  <a:pt x="23334" y="57"/>
                  <a:pt x="23339" y="65"/>
                </a:cubicBezTo>
                <a:cubicBezTo>
                  <a:pt x="23344" y="73"/>
                  <a:pt x="23349" y="81"/>
                  <a:pt x="23352" y="90"/>
                </a:cubicBezTo>
                <a:cubicBezTo>
                  <a:pt x="23356" y="99"/>
                  <a:pt x="23359" y="108"/>
                  <a:pt x="23361" y="117"/>
                </a:cubicBezTo>
                <a:cubicBezTo>
                  <a:pt x="23363" y="127"/>
                  <a:pt x="23363" y="136"/>
                  <a:pt x="23363" y="146"/>
                </a:cubicBezTo>
                <a:lnTo>
                  <a:pt x="23363" y="6391"/>
                </a:lnTo>
                <a:cubicBezTo>
                  <a:pt x="23363" y="6400"/>
                  <a:pt x="23363" y="6410"/>
                  <a:pt x="23361" y="6419"/>
                </a:cubicBezTo>
                <a:cubicBezTo>
                  <a:pt x="23359" y="6429"/>
                  <a:pt x="23356" y="6438"/>
                  <a:pt x="23352" y="6447"/>
                </a:cubicBezTo>
                <a:cubicBezTo>
                  <a:pt x="23349" y="6455"/>
                  <a:pt x="23344" y="6464"/>
                  <a:pt x="23339" y="6472"/>
                </a:cubicBezTo>
                <a:cubicBezTo>
                  <a:pt x="23334" y="6480"/>
                  <a:pt x="23328" y="6487"/>
                  <a:pt x="23321" y="6494"/>
                </a:cubicBezTo>
                <a:cubicBezTo>
                  <a:pt x="23314" y="6501"/>
                  <a:pt x="23307" y="6507"/>
                  <a:pt x="23299" y="6512"/>
                </a:cubicBezTo>
                <a:cubicBezTo>
                  <a:pt x="23291" y="6517"/>
                  <a:pt x="23282" y="6522"/>
                  <a:pt x="23274" y="6525"/>
                </a:cubicBezTo>
                <a:cubicBezTo>
                  <a:pt x="23265" y="6529"/>
                  <a:pt x="23256" y="6532"/>
                  <a:pt x="23246" y="6534"/>
                </a:cubicBezTo>
                <a:cubicBezTo>
                  <a:pt x="23237" y="6535"/>
                  <a:pt x="23227" y="6536"/>
                  <a:pt x="23218" y="6536"/>
                </a:cubicBezTo>
                <a:lnTo>
                  <a:pt x="145" y="6536"/>
                </a:lnTo>
                <a:cubicBezTo>
                  <a:pt x="136" y="6536"/>
                  <a:pt x="126" y="6535"/>
                  <a:pt x="117" y="6534"/>
                </a:cubicBezTo>
                <a:cubicBezTo>
                  <a:pt x="107" y="6532"/>
                  <a:pt x="98" y="6529"/>
                  <a:pt x="90" y="6525"/>
                </a:cubicBezTo>
                <a:cubicBezTo>
                  <a:pt x="81" y="6522"/>
                  <a:pt x="72" y="6517"/>
                  <a:pt x="64" y="6512"/>
                </a:cubicBezTo>
                <a:cubicBezTo>
                  <a:pt x="56" y="6507"/>
                  <a:pt x="49" y="6501"/>
                  <a:pt x="42" y="6494"/>
                </a:cubicBezTo>
                <a:cubicBezTo>
                  <a:pt x="36" y="6487"/>
                  <a:pt x="30" y="6480"/>
                  <a:pt x="24" y="6472"/>
                </a:cubicBezTo>
                <a:cubicBezTo>
                  <a:pt x="19" y="6464"/>
                  <a:pt x="14" y="6455"/>
                  <a:pt x="11" y="6447"/>
                </a:cubicBezTo>
                <a:cubicBezTo>
                  <a:pt x="7" y="6438"/>
                  <a:pt x="4" y="6429"/>
                  <a:pt x="3" y="6419"/>
                </a:cubicBezTo>
                <a:cubicBezTo>
                  <a:pt x="1" y="6410"/>
                  <a:pt x="0" y="6400"/>
                  <a:pt x="0" y="639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61880" y="928440"/>
            <a:ext cx="8410680" cy="2352960"/>
          </a:xfrm>
          <a:custGeom>
            <a:avLst/>
            <a:gdLst/>
            <a:ahLst/>
            <a:rect l="0" t="0" r="r" b="b"/>
            <a:pathLst>
              <a:path w="23363" h="6536">
                <a:moveTo>
                  <a:pt x="0" y="6391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3218" y="0"/>
                </a:lnTo>
                <a:cubicBezTo>
                  <a:pt x="23227" y="0"/>
                  <a:pt x="23237" y="1"/>
                  <a:pt x="23246" y="3"/>
                </a:cubicBezTo>
                <a:cubicBezTo>
                  <a:pt x="23256" y="5"/>
                  <a:pt x="23265" y="8"/>
                  <a:pt x="23274" y="11"/>
                </a:cubicBezTo>
                <a:cubicBezTo>
                  <a:pt x="23282" y="15"/>
                  <a:pt x="23291" y="19"/>
                  <a:pt x="23299" y="25"/>
                </a:cubicBezTo>
                <a:cubicBezTo>
                  <a:pt x="23307" y="30"/>
                  <a:pt x="23314" y="36"/>
                  <a:pt x="23321" y="43"/>
                </a:cubicBezTo>
                <a:cubicBezTo>
                  <a:pt x="23328" y="50"/>
                  <a:pt x="23334" y="57"/>
                  <a:pt x="23339" y="65"/>
                </a:cubicBezTo>
                <a:cubicBezTo>
                  <a:pt x="23344" y="73"/>
                  <a:pt x="23349" y="81"/>
                  <a:pt x="23352" y="90"/>
                </a:cubicBezTo>
                <a:cubicBezTo>
                  <a:pt x="23356" y="99"/>
                  <a:pt x="23359" y="108"/>
                  <a:pt x="23361" y="117"/>
                </a:cubicBezTo>
                <a:cubicBezTo>
                  <a:pt x="23363" y="127"/>
                  <a:pt x="23363" y="136"/>
                  <a:pt x="23363" y="146"/>
                </a:cubicBezTo>
                <a:lnTo>
                  <a:pt x="23363" y="6391"/>
                </a:lnTo>
                <a:cubicBezTo>
                  <a:pt x="23363" y="6400"/>
                  <a:pt x="23363" y="6410"/>
                  <a:pt x="23361" y="6419"/>
                </a:cubicBezTo>
                <a:cubicBezTo>
                  <a:pt x="23359" y="6429"/>
                  <a:pt x="23356" y="6438"/>
                  <a:pt x="23352" y="6447"/>
                </a:cubicBezTo>
                <a:cubicBezTo>
                  <a:pt x="23349" y="6455"/>
                  <a:pt x="23344" y="6464"/>
                  <a:pt x="23339" y="6472"/>
                </a:cubicBezTo>
                <a:cubicBezTo>
                  <a:pt x="23334" y="6480"/>
                  <a:pt x="23328" y="6487"/>
                  <a:pt x="23321" y="6494"/>
                </a:cubicBezTo>
                <a:cubicBezTo>
                  <a:pt x="23314" y="6501"/>
                  <a:pt x="23307" y="6507"/>
                  <a:pt x="23299" y="6512"/>
                </a:cubicBezTo>
                <a:cubicBezTo>
                  <a:pt x="23291" y="6517"/>
                  <a:pt x="23282" y="6522"/>
                  <a:pt x="23274" y="6525"/>
                </a:cubicBezTo>
                <a:cubicBezTo>
                  <a:pt x="23265" y="6529"/>
                  <a:pt x="23256" y="6532"/>
                  <a:pt x="23246" y="6534"/>
                </a:cubicBezTo>
                <a:cubicBezTo>
                  <a:pt x="23237" y="6535"/>
                  <a:pt x="23227" y="6536"/>
                  <a:pt x="23218" y="6536"/>
                </a:cubicBezTo>
                <a:lnTo>
                  <a:pt x="145" y="6536"/>
                </a:lnTo>
                <a:cubicBezTo>
                  <a:pt x="136" y="6536"/>
                  <a:pt x="126" y="6535"/>
                  <a:pt x="117" y="6534"/>
                </a:cubicBezTo>
                <a:cubicBezTo>
                  <a:pt x="107" y="6532"/>
                  <a:pt x="98" y="6529"/>
                  <a:pt x="90" y="6525"/>
                </a:cubicBezTo>
                <a:cubicBezTo>
                  <a:pt x="81" y="6522"/>
                  <a:pt x="72" y="6517"/>
                  <a:pt x="64" y="6512"/>
                </a:cubicBezTo>
                <a:cubicBezTo>
                  <a:pt x="56" y="6507"/>
                  <a:pt x="49" y="6501"/>
                  <a:pt x="42" y="6494"/>
                </a:cubicBezTo>
                <a:cubicBezTo>
                  <a:pt x="36" y="6487"/>
                  <a:pt x="30" y="6480"/>
                  <a:pt x="24" y="6472"/>
                </a:cubicBezTo>
                <a:cubicBezTo>
                  <a:pt x="19" y="6464"/>
                  <a:pt x="14" y="6455"/>
                  <a:pt x="11" y="6447"/>
                </a:cubicBezTo>
                <a:cubicBezTo>
                  <a:pt x="7" y="6438"/>
                  <a:pt x="4" y="6429"/>
                  <a:pt x="3" y="6419"/>
                </a:cubicBezTo>
                <a:cubicBezTo>
                  <a:pt x="1" y="6410"/>
                  <a:pt x="0" y="6400"/>
                  <a:pt x="0" y="6391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99" name="" descr=""/>
          <p:cNvPicPr/>
          <p:nvPr/>
        </p:nvPicPr>
        <p:blipFill>
          <a:blip r:embed="rId2"/>
          <a:stretch/>
        </p:blipFill>
        <p:spPr>
          <a:xfrm>
            <a:off x="1350000" y="788760"/>
            <a:ext cx="6593400" cy="3223080"/>
          </a:xfrm>
          <a:prstGeom prst="rect">
            <a:avLst/>
          </a:prstGeom>
          <a:ln w="0">
            <a:noFill/>
          </a:ln>
        </p:spPr>
      </p:pic>
      <p:sp>
        <p:nvSpPr>
          <p:cNvPr id="900" name=""/>
          <p:cNvSpPr/>
          <p:nvPr/>
        </p:nvSpPr>
        <p:spPr>
          <a:xfrm>
            <a:off x="1350000" y="788400"/>
            <a:ext cx="6594120" cy="3224160"/>
          </a:xfrm>
          <a:custGeom>
            <a:avLst/>
            <a:gdLst/>
            <a:ahLst/>
            <a:rect l="0" t="0" r="r" b="b"/>
            <a:pathLst>
              <a:path w="18317" h="8956">
                <a:moveTo>
                  <a:pt x="0" y="0"/>
                </a:moveTo>
                <a:lnTo>
                  <a:pt x="18317" y="0"/>
                </a:lnTo>
                <a:lnTo>
                  <a:pt x="18317" y="8956"/>
                </a:lnTo>
                <a:lnTo>
                  <a:pt x="0" y="8956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2563920" y="1515600"/>
            <a:ext cx="556560" cy="263880"/>
          </a:xfrm>
          <a:custGeom>
            <a:avLst/>
            <a:gdLst/>
            <a:ahLst/>
            <a:rect l="0" t="0" r="r" b="b"/>
            <a:pathLst>
              <a:path fill="none" w="1546" h="733">
                <a:moveTo>
                  <a:pt x="0" y="733"/>
                </a:moveTo>
                <a:lnTo>
                  <a:pt x="1247" y="442"/>
                </a:lnTo>
                <a:lnTo>
                  <a:pt x="1546" y="0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2563920" y="1515600"/>
            <a:ext cx="556560" cy="263880"/>
          </a:xfrm>
          <a:custGeom>
            <a:avLst/>
            <a:gdLst/>
            <a:ahLst/>
            <a:rect l="0" t="0" r="r" b="b"/>
            <a:pathLst>
              <a:path fill="none" w="1546" h="733">
                <a:moveTo>
                  <a:pt x="0" y="733"/>
                </a:moveTo>
                <a:lnTo>
                  <a:pt x="1247" y="442"/>
                </a:lnTo>
                <a:lnTo>
                  <a:pt x="1546" y="0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3040200" y="1508400"/>
            <a:ext cx="84960" cy="96480"/>
          </a:xfrm>
          <a:custGeom>
            <a:avLst/>
            <a:gdLst/>
            <a:ahLst/>
            <a:rect l="0" t="0" r="r" b="b"/>
            <a:pathLst>
              <a:path w="236" h="268">
                <a:moveTo>
                  <a:pt x="0" y="132"/>
                </a:moveTo>
                <a:lnTo>
                  <a:pt x="236" y="0"/>
                </a:lnTo>
                <a:lnTo>
                  <a:pt x="202" y="268"/>
                </a:lnTo>
                <a:lnTo>
                  <a:pt x="0" y="132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/>
          <p:nvPr/>
        </p:nvSpPr>
        <p:spPr>
          <a:xfrm>
            <a:off x="2563920" y="1515600"/>
            <a:ext cx="727560" cy="367920"/>
          </a:xfrm>
          <a:custGeom>
            <a:avLst/>
            <a:gdLst/>
            <a:ahLst/>
            <a:rect l="0" t="0" r="r" b="b"/>
            <a:pathLst>
              <a:path fill="none" w="2021" h="1022">
                <a:moveTo>
                  <a:pt x="1802" y="0"/>
                </a:moveTo>
                <a:lnTo>
                  <a:pt x="2021" y="1022"/>
                </a:lnTo>
                <a:lnTo>
                  <a:pt x="0" y="926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2563920" y="1515600"/>
            <a:ext cx="727560" cy="367920"/>
          </a:xfrm>
          <a:custGeom>
            <a:avLst/>
            <a:gdLst/>
            <a:ahLst/>
            <a:rect l="0" t="0" r="r" b="b"/>
            <a:pathLst>
              <a:path fill="none" w="2021" h="1022">
                <a:moveTo>
                  <a:pt x="1802" y="0"/>
                </a:moveTo>
                <a:lnTo>
                  <a:pt x="2021" y="1022"/>
                </a:lnTo>
                <a:lnTo>
                  <a:pt x="0" y="926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2555280" y="1809000"/>
            <a:ext cx="88920" cy="87120"/>
          </a:xfrm>
          <a:custGeom>
            <a:avLst/>
            <a:gdLst/>
            <a:ahLst/>
            <a:rect l="0" t="0" r="r" b="b"/>
            <a:pathLst>
              <a:path w="247" h="242">
                <a:moveTo>
                  <a:pt x="236" y="242"/>
                </a:moveTo>
                <a:lnTo>
                  <a:pt x="0" y="109"/>
                </a:lnTo>
                <a:lnTo>
                  <a:pt x="247" y="0"/>
                </a:lnTo>
                <a:lnTo>
                  <a:pt x="236" y="242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/>
          <p:nvPr/>
        </p:nvSpPr>
        <p:spPr>
          <a:xfrm>
            <a:off x="2563920" y="1935360"/>
            <a:ext cx="603000" cy="489960"/>
          </a:xfrm>
          <a:custGeom>
            <a:avLst/>
            <a:gdLst/>
            <a:ahLst/>
            <a:rect l="0" t="0" r="r" b="b"/>
            <a:pathLst>
              <a:path fill="none" w="1675" h="1361">
                <a:moveTo>
                  <a:pt x="0" y="0"/>
                </a:moveTo>
                <a:lnTo>
                  <a:pt x="910" y="370"/>
                </a:lnTo>
                <a:lnTo>
                  <a:pt x="918" y="757"/>
                </a:lnTo>
                <a:lnTo>
                  <a:pt x="982" y="862"/>
                </a:lnTo>
                <a:lnTo>
                  <a:pt x="1675" y="1361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2563920" y="1935360"/>
            <a:ext cx="603000" cy="489960"/>
          </a:xfrm>
          <a:custGeom>
            <a:avLst/>
            <a:gdLst/>
            <a:ahLst/>
            <a:rect l="0" t="0" r="r" b="b"/>
            <a:pathLst>
              <a:path fill="none" w="1675" h="1361">
                <a:moveTo>
                  <a:pt x="0" y="0"/>
                </a:moveTo>
                <a:lnTo>
                  <a:pt x="910" y="370"/>
                </a:lnTo>
                <a:lnTo>
                  <a:pt x="918" y="757"/>
                </a:lnTo>
                <a:lnTo>
                  <a:pt x="982" y="862"/>
                </a:lnTo>
                <a:lnTo>
                  <a:pt x="1675" y="1361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3077640" y="2343960"/>
            <a:ext cx="96120" cy="86400"/>
          </a:xfrm>
          <a:custGeom>
            <a:avLst/>
            <a:gdLst/>
            <a:ahLst/>
            <a:rect l="0" t="0" r="r" b="b"/>
            <a:pathLst>
              <a:path w="267" h="240">
                <a:moveTo>
                  <a:pt x="142" y="0"/>
                </a:moveTo>
                <a:lnTo>
                  <a:pt x="267" y="240"/>
                </a:lnTo>
                <a:lnTo>
                  <a:pt x="0" y="197"/>
                </a:lnTo>
                <a:lnTo>
                  <a:pt x="142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2317680" y="2089080"/>
            <a:ext cx="0" cy="257760"/>
          </a:xfrm>
          <a:custGeom>
            <a:avLst/>
            <a:gdLst/>
            <a:ahLst/>
            <a:rect l="0" t="0" r="r" b="b"/>
            <a:pathLst>
              <a:path fill="none" w="0" h="716">
                <a:moveTo>
                  <a:pt x="0" y="0"/>
                </a:moveTo>
                <a:lnTo>
                  <a:pt x="0" y="394"/>
                </a:lnTo>
                <a:lnTo>
                  <a:pt x="0" y="716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2317680" y="2089080"/>
            <a:ext cx="0" cy="257760"/>
          </a:xfrm>
          <a:custGeom>
            <a:avLst/>
            <a:gdLst/>
            <a:ahLst/>
            <a:rect l="0" t="0" r="r" b="b"/>
            <a:pathLst>
              <a:path fill="none" w="0" h="716">
                <a:moveTo>
                  <a:pt x="0" y="0"/>
                </a:moveTo>
                <a:lnTo>
                  <a:pt x="0" y="394"/>
                </a:lnTo>
                <a:lnTo>
                  <a:pt x="0" y="716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2274120" y="2268360"/>
            <a:ext cx="87120" cy="87480"/>
          </a:xfrm>
          <a:custGeom>
            <a:avLst/>
            <a:gdLst/>
            <a:ahLst/>
            <a:rect l="0" t="0" r="r" b="b"/>
            <a:pathLst>
              <a:path w="242" h="243">
                <a:moveTo>
                  <a:pt x="242" y="0"/>
                </a:moveTo>
                <a:lnTo>
                  <a:pt x="122" y="243"/>
                </a:lnTo>
                <a:lnTo>
                  <a:pt x="0" y="0"/>
                </a:lnTo>
                <a:lnTo>
                  <a:pt x="242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6176520" y="1515600"/>
            <a:ext cx="1634400" cy="1561320"/>
          </a:xfrm>
          <a:custGeom>
            <a:avLst/>
            <a:gdLst/>
            <a:ahLst/>
            <a:rect l="0" t="0" r="r" b="b"/>
            <a:pathLst>
              <a:path fill="none" w="4540" h="4337">
                <a:moveTo>
                  <a:pt x="3413" y="0"/>
                </a:moveTo>
                <a:lnTo>
                  <a:pt x="3662" y="297"/>
                </a:lnTo>
                <a:lnTo>
                  <a:pt x="3711" y="474"/>
                </a:lnTo>
                <a:lnTo>
                  <a:pt x="3783" y="595"/>
                </a:lnTo>
                <a:lnTo>
                  <a:pt x="3767" y="571"/>
                </a:lnTo>
                <a:lnTo>
                  <a:pt x="4540" y="571"/>
                </a:lnTo>
                <a:lnTo>
                  <a:pt x="4540" y="4337"/>
                </a:lnTo>
                <a:lnTo>
                  <a:pt x="0" y="4337"/>
                </a:lnTo>
                <a:lnTo>
                  <a:pt x="354" y="3331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6176520" y="1515600"/>
            <a:ext cx="1634400" cy="1561320"/>
          </a:xfrm>
          <a:custGeom>
            <a:avLst/>
            <a:gdLst/>
            <a:ahLst/>
            <a:rect l="0" t="0" r="r" b="b"/>
            <a:pathLst>
              <a:path fill="none" w="4540" h="4337">
                <a:moveTo>
                  <a:pt x="3413" y="0"/>
                </a:moveTo>
                <a:lnTo>
                  <a:pt x="3662" y="297"/>
                </a:lnTo>
                <a:lnTo>
                  <a:pt x="3711" y="474"/>
                </a:lnTo>
                <a:lnTo>
                  <a:pt x="3783" y="595"/>
                </a:lnTo>
                <a:lnTo>
                  <a:pt x="3767" y="571"/>
                </a:lnTo>
                <a:lnTo>
                  <a:pt x="4540" y="571"/>
                </a:lnTo>
                <a:lnTo>
                  <a:pt x="4540" y="4337"/>
                </a:lnTo>
                <a:lnTo>
                  <a:pt x="0" y="4337"/>
                </a:lnTo>
                <a:lnTo>
                  <a:pt x="354" y="3331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6237000" y="2706480"/>
            <a:ext cx="82440" cy="96480"/>
          </a:xfrm>
          <a:custGeom>
            <a:avLst/>
            <a:gdLst/>
            <a:ahLst/>
            <a:rect l="0" t="0" r="r" b="b"/>
            <a:pathLst>
              <a:path w="229" h="268">
                <a:moveTo>
                  <a:pt x="0" y="188"/>
                </a:moveTo>
                <a:lnTo>
                  <a:pt x="195" y="0"/>
                </a:lnTo>
                <a:lnTo>
                  <a:pt x="229" y="268"/>
                </a:lnTo>
                <a:lnTo>
                  <a:pt x="0" y="188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2065320" y="1573200"/>
            <a:ext cx="507600" cy="524880"/>
          </a:xfrm>
          <a:custGeom>
            <a:avLst/>
            <a:gdLst/>
            <a:ahLst/>
            <a:rect l="0" t="0" r="r" b="b"/>
            <a:pathLst>
              <a:path w="1410" h="1458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1425"/>
                </a:lnTo>
                <a:cubicBezTo>
                  <a:pt x="1410" y="1434"/>
                  <a:pt x="1407" y="1442"/>
                  <a:pt x="1400" y="1448"/>
                </a:cubicBezTo>
                <a:cubicBezTo>
                  <a:pt x="1394" y="1455"/>
                  <a:pt x="1386" y="1458"/>
                  <a:pt x="1378" y="1458"/>
                </a:cubicBezTo>
                <a:lnTo>
                  <a:pt x="33" y="1458"/>
                </a:lnTo>
                <a:cubicBezTo>
                  <a:pt x="24" y="1458"/>
                  <a:pt x="16" y="1455"/>
                  <a:pt x="10" y="1448"/>
                </a:cubicBezTo>
                <a:cubicBezTo>
                  <a:pt x="4" y="1442"/>
                  <a:pt x="0" y="1434"/>
                  <a:pt x="0" y="1425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2865240" y="1295280"/>
            <a:ext cx="646200" cy="229320"/>
          </a:xfrm>
          <a:custGeom>
            <a:avLst/>
            <a:gdLst/>
            <a:ahLst/>
            <a:rect l="0" t="0" r="r" b="b"/>
            <a:pathLst>
              <a:path w="1795" h="637">
                <a:moveTo>
                  <a:pt x="32" y="0"/>
                </a:moveTo>
                <a:lnTo>
                  <a:pt x="1763" y="0"/>
                </a:lnTo>
                <a:cubicBezTo>
                  <a:pt x="1772" y="0"/>
                  <a:pt x="1779" y="3"/>
                  <a:pt x="1786" y="10"/>
                </a:cubicBezTo>
                <a:cubicBezTo>
                  <a:pt x="1792" y="16"/>
                  <a:pt x="1795" y="23"/>
                  <a:pt x="1795" y="32"/>
                </a:cubicBezTo>
                <a:lnTo>
                  <a:pt x="1795" y="605"/>
                </a:lnTo>
                <a:cubicBezTo>
                  <a:pt x="1795" y="613"/>
                  <a:pt x="1792" y="621"/>
                  <a:pt x="1786" y="627"/>
                </a:cubicBezTo>
                <a:cubicBezTo>
                  <a:pt x="1779" y="634"/>
                  <a:pt x="1772" y="637"/>
                  <a:pt x="1763" y="637"/>
                </a:cubicBezTo>
                <a:lnTo>
                  <a:pt x="32" y="637"/>
                </a:lnTo>
                <a:cubicBezTo>
                  <a:pt x="23" y="637"/>
                  <a:pt x="15" y="634"/>
                  <a:pt x="9" y="627"/>
                </a:cubicBezTo>
                <a:cubicBezTo>
                  <a:pt x="3" y="621"/>
                  <a:pt x="0" y="613"/>
                  <a:pt x="0" y="605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2865240" y="1295280"/>
            <a:ext cx="646200" cy="229320"/>
          </a:xfrm>
          <a:custGeom>
            <a:avLst/>
            <a:gdLst/>
            <a:ahLst/>
            <a:rect l="0" t="0" r="r" b="b"/>
            <a:pathLst>
              <a:path w="1795" h="637">
                <a:moveTo>
                  <a:pt x="32" y="0"/>
                </a:moveTo>
                <a:lnTo>
                  <a:pt x="1763" y="0"/>
                </a:lnTo>
                <a:cubicBezTo>
                  <a:pt x="1772" y="0"/>
                  <a:pt x="1779" y="3"/>
                  <a:pt x="1786" y="10"/>
                </a:cubicBezTo>
                <a:cubicBezTo>
                  <a:pt x="1792" y="16"/>
                  <a:pt x="1795" y="23"/>
                  <a:pt x="1795" y="32"/>
                </a:cubicBezTo>
                <a:lnTo>
                  <a:pt x="1795" y="605"/>
                </a:lnTo>
                <a:cubicBezTo>
                  <a:pt x="1795" y="613"/>
                  <a:pt x="1792" y="621"/>
                  <a:pt x="1786" y="627"/>
                </a:cubicBezTo>
                <a:cubicBezTo>
                  <a:pt x="1779" y="634"/>
                  <a:pt x="1772" y="637"/>
                  <a:pt x="1763" y="637"/>
                </a:cubicBezTo>
                <a:lnTo>
                  <a:pt x="32" y="637"/>
                </a:lnTo>
                <a:cubicBezTo>
                  <a:pt x="23" y="637"/>
                  <a:pt x="15" y="634"/>
                  <a:pt x="9" y="627"/>
                </a:cubicBezTo>
                <a:cubicBezTo>
                  <a:pt x="3" y="621"/>
                  <a:pt x="0" y="613"/>
                  <a:pt x="0" y="605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2065320" y="1573200"/>
            <a:ext cx="507600" cy="524880"/>
          </a:xfrm>
          <a:custGeom>
            <a:avLst/>
            <a:gdLst/>
            <a:ahLst/>
            <a:rect l="0" t="0" r="r" b="b"/>
            <a:pathLst>
              <a:path w="1410" h="1458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1425"/>
                </a:lnTo>
                <a:cubicBezTo>
                  <a:pt x="1410" y="1434"/>
                  <a:pt x="1407" y="1442"/>
                  <a:pt x="1400" y="1448"/>
                </a:cubicBezTo>
                <a:cubicBezTo>
                  <a:pt x="1394" y="1455"/>
                  <a:pt x="1386" y="1458"/>
                  <a:pt x="1378" y="1458"/>
                </a:cubicBezTo>
                <a:lnTo>
                  <a:pt x="33" y="1458"/>
                </a:lnTo>
                <a:cubicBezTo>
                  <a:pt x="24" y="1458"/>
                  <a:pt x="16" y="1455"/>
                  <a:pt x="10" y="1448"/>
                </a:cubicBezTo>
                <a:cubicBezTo>
                  <a:pt x="4" y="1442"/>
                  <a:pt x="0" y="1434"/>
                  <a:pt x="0" y="1425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2065320" y="1573200"/>
            <a:ext cx="507600" cy="524880"/>
          </a:xfrm>
          <a:custGeom>
            <a:avLst/>
            <a:gdLst/>
            <a:ahLst/>
            <a:rect l="0" t="0" r="r" b="b"/>
            <a:pathLst>
              <a:path w="1410" h="1458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1425"/>
                </a:lnTo>
                <a:cubicBezTo>
                  <a:pt x="1410" y="1434"/>
                  <a:pt x="1407" y="1442"/>
                  <a:pt x="1400" y="1448"/>
                </a:cubicBezTo>
                <a:cubicBezTo>
                  <a:pt x="1394" y="1455"/>
                  <a:pt x="1386" y="1458"/>
                  <a:pt x="1378" y="1458"/>
                </a:cubicBezTo>
                <a:lnTo>
                  <a:pt x="33" y="1458"/>
                </a:lnTo>
                <a:cubicBezTo>
                  <a:pt x="24" y="1458"/>
                  <a:pt x="16" y="1455"/>
                  <a:pt x="10" y="1448"/>
                </a:cubicBezTo>
                <a:cubicBezTo>
                  <a:pt x="4" y="1442"/>
                  <a:pt x="0" y="1434"/>
                  <a:pt x="0" y="1425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3038760" y="2416320"/>
            <a:ext cx="472680" cy="176760"/>
          </a:xfrm>
          <a:custGeom>
            <a:avLst/>
            <a:gdLst/>
            <a:ahLst/>
            <a:rect l="0" t="0" r="r" b="b"/>
            <a:pathLst>
              <a:path w="1313" h="491">
                <a:moveTo>
                  <a:pt x="33" y="0"/>
                </a:moveTo>
                <a:lnTo>
                  <a:pt x="1281" y="0"/>
                </a:lnTo>
                <a:cubicBezTo>
                  <a:pt x="1290" y="0"/>
                  <a:pt x="1297" y="3"/>
                  <a:pt x="1304" y="9"/>
                </a:cubicBezTo>
                <a:cubicBezTo>
                  <a:pt x="1310" y="15"/>
                  <a:pt x="1313" y="23"/>
                  <a:pt x="1313" y="32"/>
                </a:cubicBezTo>
                <a:lnTo>
                  <a:pt x="1313" y="459"/>
                </a:lnTo>
                <a:cubicBezTo>
                  <a:pt x="1313" y="468"/>
                  <a:pt x="1310" y="476"/>
                  <a:pt x="1304" y="482"/>
                </a:cubicBezTo>
                <a:cubicBezTo>
                  <a:pt x="1297" y="488"/>
                  <a:pt x="1290" y="491"/>
                  <a:pt x="1281" y="491"/>
                </a:cubicBezTo>
                <a:lnTo>
                  <a:pt x="33" y="491"/>
                </a:lnTo>
                <a:cubicBezTo>
                  <a:pt x="24" y="491"/>
                  <a:pt x="16" y="488"/>
                  <a:pt x="10" y="482"/>
                </a:cubicBezTo>
                <a:cubicBezTo>
                  <a:pt x="4" y="476"/>
                  <a:pt x="0" y="468"/>
                  <a:pt x="0" y="459"/>
                </a:cubicBezTo>
                <a:lnTo>
                  <a:pt x="0" y="32"/>
                </a:lnTo>
                <a:cubicBezTo>
                  <a:pt x="0" y="23"/>
                  <a:pt x="4" y="15"/>
                  <a:pt x="10" y="9"/>
                </a:cubicBezTo>
                <a:cubicBezTo>
                  <a:pt x="16" y="3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2065320" y="1573200"/>
            <a:ext cx="507600" cy="524880"/>
          </a:xfrm>
          <a:custGeom>
            <a:avLst/>
            <a:gdLst/>
            <a:ahLst/>
            <a:rect l="0" t="0" r="r" b="b"/>
            <a:pathLst>
              <a:path w="1410" h="1458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1425"/>
                </a:lnTo>
                <a:cubicBezTo>
                  <a:pt x="1410" y="1434"/>
                  <a:pt x="1407" y="1442"/>
                  <a:pt x="1400" y="1448"/>
                </a:cubicBezTo>
                <a:cubicBezTo>
                  <a:pt x="1394" y="1455"/>
                  <a:pt x="1386" y="1458"/>
                  <a:pt x="1378" y="1458"/>
                </a:cubicBezTo>
                <a:lnTo>
                  <a:pt x="33" y="1458"/>
                </a:lnTo>
                <a:cubicBezTo>
                  <a:pt x="24" y="1458"/>
                  <a:pt x="16" y="1455"/>
                  <a:pt x="10" y="1448"/>
                </a:cubicBezTo>
                <a:cubicBezTo>
                  <a:pt x="4" y="1442"/>
                  <a:pt x="0" y="1434"/>
                  <a:pt x="0" y="1425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2065320" y="2337840"/>
            <a:ext cx="507600" cy="194400"/>
          </a:xfrm>
          <a:custGeom>
            <a:avLst/>
            <a:gdLst/>
            <a:ahLst/>
            <a:rect l="0" t="0" r="r" b="b"/>
            <a:pathLst>
              <a:path w="1410" h="540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508"/>
                </a:lnTo>
                <a:cubicBezTo>
                  <a:pt x="1410" y="517"/>
                  <a:pt x="1407" y="525"/>
                  <a:pt x="1400" y="531"/>
                </a:cubicBezTo>
                <a:cubicBezTo>
                  <a:pt x="1394" y="537"/>
                  <a:pt x="1386" y="540"/>
                  <a:pt x="1378" y="540"/>
                </a:cubicBezTo>
                <a:lnTo>
                  <a:pt x="33" y="540"/>
                </a:lnTo>
                <a:cubicBezTo>
                  <a:pt x="24" y="540"/>
                  <a:pt x="16" y="537"/>
                  <a:pt x="10" y="531"/>
                </a:cubicBezTo>
                <a:cubicBezTo>
                  <a:pt x="4" y="525"/>
                  <a:pt x="0" y="517"/>
                  <a:pt x="0" y="508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/>
          <p:nvPr/>
        </p:nvSpPr>
        <p:spPr>
          <a:xfrm>
            <a:off x="6915240" y="1295280"/>
            <a:ext cx="799920" cy="229320"/>
          </a:xfrm>
          <a:custGeom>
            <a:avLst/>
            <a:gdLst/>
            <a:ahLst/>
            <a:rect l="0" t="0" r="r" b="b"/>
            <a:pathLst>
              <a:path w="2222" h="637">
                <a:moveTo>
                  <a:pt x="32" y="0"/>
                </a:moveTo>
                <a:lnTo>
                  <a:pt x="2190" y="0"/>
                </a:lnTo>
                <a:cubicBezTo>
                  <a:pt x="2199" y="0"/>
                  <a:pt x="2206" y="3"/>
                  <a:pt x="2213" y="10"/>
                </a:cubicBezTo>
                <a:cubicBezTo>
                  <a:pt x="2219" y="16"/>
                  <a:pt x="2222" y="23"/>
                  <a:pt x="2222" y="32"/>
                </a:cubicBezTo>
                <a:lnTo>
                  <a:pt x="2222" y="605"/>
                </a:lnTo>
                <a:cubicBezTo>
                  <a:pt x="2222" y="613"/>
                  <a:pt x="2219" y="621"/>
                  <a:pt x="2213" y="627"/>
                </a:cubicBezTo>
                <a:cubicBezTo>
                  <a:pt x="2206" y="634"/>
                  <a:pt x="2199" y="637"/>
                  <a:pt x="2190" y="637"/>
                </a:cubicBezTo>
                <a:lnTo>
                  <a:pt x="32" y="637"/>
                </a:lnTo>
                <a:cubicBezTo>
                  <a:pt x="23" y="637"/>
                  <a:pt x="16" y="634"/>
                  <a:pt x="9" y="627"/>
                </a:cubicBezTo>
                <a:cubicBezTo>
                  <a:pt x="3" y="621"/>
                  <a:pt x="0" y="613"/>
                  <a:pt x="0" y="605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5817240" y="2546640"/>
            <a:ext cx="1028880" cy="176760"/>
          </a:xfrm>
          <a:custGeom>
            <a:avLst/>
            <a:gdLst/>
            <a:ahLst/>
            <a:rect l="0" t="0" r="r" b="b"/>
            <a:pathLst>
              <a:path w="2858" h="491">
                <a:moveTo>
                  <a:pt x="32" y="0"/>
                </a:moveTo>
                <a:lnTo>
                  <a:pt x="2826" y="0"/>
                </a:lnTo>
                <a:cubicBezTo>
                  <a:pt x="2834" y="0"/>
                  <a:pt x="2842" y="3"/>
                  <a:pt x="2848" y="9"/>
                </a:cubicBezTo>
                <a:cubicBezTo>
                  <a:pt x="2855" y="15"/>
                  <a:pt x="2858" y="23"/>
                  <a:pt x="2858" y="33"/>
                </a:cubicBezTo>
                <a:lnTo>
                  <a:pt x="2858" y="459"/>
                </a:lnTo>
                <a:cubicBezTo>
                  <a:pt x="2858" y="468"/>
                  <a:pt x="2855" y="476"/>
                  <a:pt x="2848" y="482"/>
                </a:cubicBezTo>
                <a:cubicBezTo>
                  <a:pt x="2842" y="488"/>
                  <a:pt x="2834" y="491"/>
                  <a:pt x="2826" y="491"/>
                </a:cubicBezTo>
                <a:lnTo>
                  <a:pt x="32" y="491"/>
                </a:lnTo>
                <a:cubicBezTo>
                  <a:pt x="23" y="491"/>
                  <a:pt x="16" y="488"/>
                  <a:pt x="9" y="482"/>
                </a:cubicBezTo>
                <a:cubicBezTo>
                  <a:pt x="3" y="476"/>
                  <a:pt x="0" y="468"/>
                  <a:pt x="0" y="459"/>
                </a:cubicBezTo>
                <a:lnTo>
                  <a:pt x="0" y="33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2697120" y="170064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3" y="0"/>
                </a:lnTo>
                <a:cubicBezTo>
                  <a:pt x="493" y="0"/>
                  <a:pt x="500" y="4"/>
                  <a:pt x="506" y="10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8"/>
                </a:lnTo>
                <a:cubicBezTo>
                  <a:pt x="516" y="147"/>
                  <a:pt x="513" y="155"/>
                  <a:pt x="506" y="161"/>
                </a:cubicBezTo>
                <a:cubicBezTo>
                  <a:pt x="500" y="167"/>
                  <a:pt x="493" y="170"/>
                  <a:pt x="483" y="170"/>
                </a:cubicBezTo>
                <a:lnTo>
                  <a:pt x="32" y="170"/>
                </a:lnTo>
                <a:cubicBezTo>
                  <a:pt x="23" y="170"/>
                  <a:pt x="16" y="167"/>
                  <a:pt x="9" y="161"/>
                </a:cubicBezTo>
                <a:cubicBezTo>
                  <a:pt x="3" y="155"/>
                  <a:pt x="0" y="147"/>
                  <a:pt x="0" y="138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6" y="4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/>
          <p:nvPr/>
        </p:nvSpPr>
        <p:spPr>
          <a:xfrm>
            <a:off x="2697120" y="170064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3" y="0"/>
                </a:lnTo>
                <a:cubicBezTo>
                  <a:pt x="493" y="0"/>
                  <a:pt x="500" y="4"/>
                  <a:pt x="506" y="10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8"/>
                </a:lnTo>
                <a:cubicBezTo>
                  <a:pt x="516" y="147"/>
                  <a:pt x="513" y="155"/>
                  <a:pt x="506" y="161"/>
                </a:cubicBezTo>
                <a:cubicBezTo>
                  <a:pt x="500" y="167"/>
                  <a:pt x="493" y="170"/>
                  <a:pt x="483" y="170"/>
                </a:cubicBezTo>
                <a:lnTo>
                  <a:pt x="32" y="170"/>
                </a:lnTo>
                <a:cubicBezTo>
                  <a:pt x="23" y="170"/>
                  <a:pt x="16" y="167"/>
                  <a:pt x="9" y="161"/>
                </a:cubicBezTo>
                <a:cubicBezTo>
                  <a:pt x="3" y="155"/>
                  <a:pt x="0" y="147"/>
                  <a:pt x="0" y="138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6" y="4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457200" y="680040"/>
            <a:ext cx="2615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Drie koppelingen, alle lagen beschreven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2836080" y="183996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7" y="9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7"/>
                </a:lnTo>
                <a:cubicBezTo>
                  <a:pt x="516" y="146"/>
                  <a:pt x="513" y="154"/>
                  <a:pt x="507" y="160"/>
                </a:cubicBezTo>
                <a:cubicBezTo>
                  <a:pt x="500" y="166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6"/>
                  <a:pt x="10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3"/>
                </a:lnTo>
                <a:cubicBezTo>
                  <a:pt x="0" y="24"/>
                  <a:pt x="3" y="16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/>
          <p:nvPr/>
        </p:nvSpPr>
        <p:spPr>
          <a:xfrm>
            <a:off x="2836080" y="183996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7" y="9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7"/>
                </a:lnTo>
                <a:cubicBezTo>
                  <a:pt x="516" y="146"/>
                  <a:pt x="513" y="154"/>
                  <a:pt x="507" y="160"/>
                </a:cubicBezTo>
                <a:cubicBezTo>
                  <a:pt x="500" y="166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6"/>
                  <a:pt x="10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3"/>
                </a:lnTo>
                <a:cubicBezTo>
                  <a:pt x="0" y="24"/>
                  <a:pt x="3" y="16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 txBox="1"/>
          <p:nvPr/>
        </p:nvSpPr>
        <p:spPr>
          <a:xfrm>
            <a:off x="2694600" y="1704240"/>
            <a:ext cx="18972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/>
          <p:nvPr/>
        </p:nvSpPr>
        <p:spPr>
          <a:xfrm>
            <a:off x="2636280" y="197604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6" y="9"/>
                </a:cubicBezTo>
                <a:cubicBezTo>
                  <a:pt x="513" y="15"/>
                  <a:pt x="516" y="23"/>
                  <a:pt x="516" y="32"/>
                </a:cubicBezTo>
                <a:lnTo>
                  <a:pt x="516" y="137"/>
                </a:lnTo>
                <a:cubicBezTo>
                  <a:pt x="516" y="146"/>
                  <a:pt x="513" y="154"/>
                  <a:pt x="506" y="160"/>
                </a:cubicBezTo>
                <a:cubicBezTo>
                  <a:pt x="500" y="167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7"/>
                  <a:pt x="9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2636280" y="197604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6" y="9"/>
                </a:cubicBezTo>
                <a:cubicBezTo>
                  <a:pt x="513" y="15"/>
                  <a:pt x="516" y="23"/>
                  <a:pt x="516" y="32"/>
                </a:cubicBezTo>
                <a:lnTo>
                  <a:pt x="516" y="137"/>
                </a:lnTo>
                <a:cubicBezTo>
                  <a:pt x="516" y="146"/>
                  <a:pt x="513" y="154"/>
                  <a:pt x="506" y="160"/>
                </a:cubicBezTo>
                <a:cubicBezTo>
                  <a:pt x="500" y="167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7"/>
                  <a:pt x="9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2833560" y="1843200"/>
            <a:ext cx="18972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/>
          <p:nvPr/>
        </p:nvSpPr>
        <p:spPr>
          <a:xfrm>
            <a:off x="2224800" y="213228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7" y="10"/>
                </a:cubicBezTo>
                <a:cubicBezTo>
                  <a:pt x="513" y="16"/>
                  <a:pt x="516" y="24"/>
                  <a:pt x="516" y="32"/>
                </a:cubicBezTo>
                <a:lnTo>
                  <a:pt x="516" y="138"/>
                </a:lnTo>
                <a:cubicBezTo>
                  <a:pt x="516" y="147"/>
                  <a:pt x="513" y="154"/>
                  <a:pt x="507" y="161"/>
                </a:cubicBezTo>
                <a:cubicBezTo>
                  <a:pt x="500" y="167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7"/>
                  <a:pt x="10" y="161"/>
                </a:cubicBezTo>
                <a:cubicBezTo>
                  <a:pt x="3" y="154"/>
                  <a:pt x="0" y="147"/>
                  <a:pt x="0" y="138"/>
                </a:cubicBezTo>
                <a:lnTo>
                  <a:pt x="0" y="32"/>
                </a:ln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2224800" y="213228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7" y="10"/>
                </a:cubicBezTo>
                <a:cubicBezTo>
                  <a:pt x="513" y="16"/>
                  <a:pt x="516" y="24"/>
                  <a:pt x="516" y="32"/>
                </a:cubicBezTo>
                <a:lnTo>
                  <a:pt x="516" y="138"/>
                </a:lnTo>
                <a:cubicBezTo>
                  <a:pt x="516" y="147"/>
                  <a:pt x="513" y="154"/>
                  <a:pt x="507" y="161"/>
                </a:cubicBezTo>
                <a:cubicBezTo>
                  <a:pt x="500" y="167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7"/>
                  <a:pt x="10" y="161"/>
                </a:cubicBezTo>
                <a:cubicBezTo>
                  <a:pt x="3" y="154"/>
                  <a:pt x="0" y="147"/>
                  <a:pt x="0" y="138"/>
                </a:cubicBezTo>
                <a:lnTo>
                  <a:pt x="0" y="32"/>
                </a:ln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2646000" y="1979280"/>
            <a:ext cx="16380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OC-SIS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6900840" y="305352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2" y="0"/>
                  <a:pt x="500" y="4"/>
                  <a:pt x="506" y="10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7"/>
                </a:lnTo>
                <a:cubicBezTo>
                  <a:pt x="516" y="146"/>
                  <a:pt x="513" y="154"/>
                  <a:pt x="506" y="160"/>
                </a:cubicBezTo>
                <a:cubicBezTo>
                  <a:pt x="500" y="166"/>
                  <a:pt x="492" y="170"/>
                  <a:pt x="484" y="170"/>
                </a:cubicBezTo>
                <a:lnTo>
                  <a:pt x="32" y="170"/>
                </a:lnTo>
                <a:cubicBezTo>
                  <a:pt x="23" y="170"/>
                  <a:pt x="15" y="166"/>
                  <a:pt x="9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5" y="4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6900840" y="305352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2" y="0"/>
                  <a:pt x="500" y="4"/>
                  <a:pt x="506" y="10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7"/>
                </a:lnTo>
                <a:cubicBezTo>
                  <a:pt x="516" y="146"/>
                  <a:pt x="513" y="154"/>
                  <a:pt x="506" y="160"/>
                </a:cubicBezTo>
                <a:cubicBezTo>
                  <a:pt x="500" y="166"/>
                  <a:pt x="492" y="170"/>
                  <a:pt x="484" y="170"/>
                </a:cubicBezTo>
                <a:lnTo>
                  <a:pt x="32" y="170"/>
                </a:lnTo>
                <a:cubicBezTo>
                  <a:pt x="23" y="170"/>
                  <a:pt x="15" y="166"/>
                  <a:pt x="9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5" y="4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 txBox="1"/>
          <p:nvPr/>
        </p:nvSpPr>
        <p:spPr>
          <a:xfrm>
            <a:off x="2222640" y="2138400"/>
            <a:ext cx="18828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OC-LMS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1" name=""/>
          <p:cNvSpPr txBox="1"/>
          <p:nvPr/>
        </p:nvSpPr>
        <p:spPr>
          <a:xfrm>
            <a:off x="6910560" y="3053880"/>
            <a:ext cx="16380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OC-SIS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456840" y="3581280"/>
            <a:ext cx="2734200" cy="933840"/>
          </a:xfrm>
          <a:custGeom>
            <a:avLst/>
            <a:gdLst/>
            <a:ahLst/>
            <a:rect l="0" t="0" r="r" b="b"/>
            <a:pathLst>
              <a:path w="7595" h="2594">
                <a:moveTo>
                  <a:pt x="0" y="0"/>
                </a:moveTo>
                <a:lnTo>
                  <a:pt x="7595" y="0"/>
                </a:lnTo>
                <a:lnTo>
                  <a:pt x="7595" y="2594"/>
                </a:lnTo>
                <a:lnTo>
                  <a:pt x="0" y="259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456840" y="3581280"/>
            <a:ext cx="2734200" cy="38520"/>
          </a:xfrm>
          <a:custGeom>
            <a:avLst/>
            <a:gdLst/>
            <a:ahLst/>
            <a:rect l="0" t="0" r="r" b="b"/>
            <a:pathLst>
              <a:path w="7595" h="107">
                <a:moveTo>
                  <a:pt x="0" y="0"/>
                </a:moveTo>
                <a:lnTo>
                  <a:pt x="7595" y="0"/>
                </a:lnTo>
                <a:lnTo>
                  <a:pt x="759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456840" y="4505040"/>
            <a:ext cx="2734200" cy="10080"/>
          </a:xfrm>
          <a:custGeom>
            <a:avLst/>
            <a:gdLst/>
            <a:ahLst/>
            <a:rect l="0" t="0" r="r" b="b"/>
            <a:pathLst>
              <a:path w="7595" h="28">
                <a:moveTo>
                  <a:pt x="0" y="0"/>
                </a:moveTo>
                <a:lnTo>
                  <a:pt x="7595" y="0"/>
                </a:lnTo>
                <a:lnTo>
                  <a:pt x="75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3181320" y="3581280"/>
            <a:ext cx="9720" cy="933840"/>
          </a:xfrm>
          <a:custGeom>
            <a:avLst/>
            <a:gdLst/>
            <a:ahLst/>
            <a:rect l="0" t="0" r="r" b="b"/>
            <a:pathLst>
              <a:path w="27" h="2594">
                <a:moveTo>
                  <a:pt x="0" y="106"/>
                </a:moveTo>
                <a:lnTo>
                  <a:pt x="0" y="2594"/>
                </a:lnTo>
                <a:lnTo>
                  <a:pt x="27" y="2594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/>
          <p:nvPr/>
        </p:nvSpPr>
        <p:spPr>
          <a:xfrm>
            <a:off x="456840" y="3581280"/>
            <a:ext cx="10080" cy="933840"/>
          </a:xfrm>
          <a:custGeom>
            <a:avLst/>
            <a:gdLst/>
            <a:ahLst/>
            <a:rect l="0" t="0" r="r" b="b"/>
            <a:pathLst>
              <a:path w="28" h="2594">
                <a:moveTo>
                  <a:pt x="0" y="0"/>
                </a:moveTo>
                <a:lnTo>
                  <a:pt x="0" y="2594"/>
                </a:lnTo>
                <a:lnTo>
                  <a:pt x="28" y="259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3105000" y="3346200"/>
            <a:ext cx="3498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Catalogus met planning, studentadministratie en leeromgeving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588600" y="3742560"/>
            <a:ext cx="1837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Per koppeling alle lagen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588600" y="3997800"/>
            <a:ext cx="2376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eisen · systemen · patronen · endpoints ·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3295440" y="3581280"/>
            <a:ext cx="2743560" cy="686160"/>
          </a:xfrm>
          <a:custGeom>
            <a:avLst/>
            <a:gdLst/>
            <a:ahLst/>
            <a:rect l="0" t="0" r="r" b="b"/>
            <a:pathLst>
              <a:path w="7621" h="1906">
                <a:moveTo>
                  <a:pt x="0" y="0"/>
                </a:moveTo>
                <a:lnTo>
                  <a:pt x="7621" y="0"/>
                </a:lnTo>
                <a:lnTo>
                  <a:pt x="7621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/>
          <p:nvPr/>
        </p:nvSpPr>
        <p:spPr>
          <a:xfrm>
            <a:off x="3295440" y="3581280"/>
            <a:ext cx="2743560" cy="38520"/>
          </a:xfrm>
          <a:custGeom>
            <a:avLst/>
            <a:gdLst/>
            <a:ahLst/>
            <a:rect l="0" t="0" r="r" b="b"/>
            <a:pathLst>
              <a:path w="7621" h="107">
                <a:moveTo>
                  <a:pt x="0" y="0"/>
                </a:moveTo>
                <a:lnTo>
                  <a:pt x="7621" y="0"/>
                </a:lnTo>
                <a:lnTo>
                  <a:pt x="762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/>
          <p:nvPr/>
        </p:nvSpPr>
        <p:spPr>
          <a:xfrm>
            <a:off x="3295440" y="425736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6029280" y="3581280"/>
            <a:ext cx="9720" cy="686160"/>
          </a:xfrm>
          <a:custGeom>
            <a:avLst/>
            <a:gdLst/>
            <a:ahLst/>
            <a:rect l="0" t="0" r="r" b="b"/>
            <a:pathLst>
              <a:path w="27" h="1906">
                <a:moveTo>
                  <a:pt x="0" y="106"/>
                </a:moveTo>
                <a:lnTo>
                  <a:pt x="0" y="1906"/>
                </a:lnTo>
                <a:lnTo>
                  <a:pt x="27" y="190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3295440" y="3581280"/>
            <a:ext cx="10080" cy="686160"/>
          </a:xfrm>
          <a:custGeom>
            <a:avLst/>
            <a:gdLst/>
            <a:ahLst/>
            <a:rect l="0" t="0" r="r" b="b"/>
            <a:pathLst>
              <a:path w="28" h="1906">
                <a:moveTo>
                  <a:pt x="0" y="0"/>
                </a:moveTo>
                <a:lnTo>
                  <a:pt x="0" y="1906"/>
                </a:lnTo>
                <a:lnTo>
                  <a:pt x="28" y="19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588600" y="4245480"/>
            <a:ext cx="1136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schema's · toegang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3430800" y="3742560"/>
            <a:ext cx="913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Najaar 2026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6143400" y="3581280"/>
            <a:ext cx="2734200" cy="686160"/>
          </a:xfrm>
          <a:custGeom>
            <a:avLst/>
            <a:gdLst/>
            <a:ahLst/>
            <a:rect l="0" t="0" r="r" b="b"/>
            <a:pathLst>
              <a:path w="7595" h="1906">
                <a:moveTo>
                  <a:pt x="0" y="0"/>
                </a:moveTo>
                <a:lnTo>
                  <a:pt x="7595" y="0"/>
                </a:lnTo>
                <a:lnTo>
                  <a:pt x="7595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6143400" y="3581280"/>
            <a:ext cx="2734200" cy="38520"/>
          </a:xfrm>
          <a:custGeom>
            <a:avLst/>
            <a:gdLst/>
            <a:ahLst/>
            <a:rect l="0" t="0" r="r" b="b"/>
            <a:pathLst>
              <a:path w="7595" h="107">
                <a:moveTo>
                  <a:pt x="0" y="0"/>
                </a:moveTo>
                <a:lnTo>
                  <a:pt x="7595" y="0"/>
                </a:lnTo>
                <a:lnTo>
                  <a:pt x="759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6143400" y="4257360"/>
            <a:ext cx="2734200" cy="10080"/>
          </a:xfrm>
          <a:custGeom>
            <a:avLst/>
            <a:gdLst/>
            <a:ahLst/>
            <a:rect l="0" t="0" r="r" b="b"/>
            <a:pathLst>
              <a:path w="7595" h="28">
                <a:moveTo>
                  <a:pt x="0" y="0"/>
                </a:moveTo>
                <a:lnTo>
                  <a:pt x="7595" y="0"/>
                </a:lnTo>
                <a:lnTo>
                  <a:pt x="75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8867520" y="3581280"/>
            <a:ext cx="10080" cy="686160"/>
          </a:xfrm>
          <a:custGeom>
            <a:avLst/>
            <a:gdLst/>
            <a:ahLst/>
            <a:rect l="0" t="0" r="r" b="b"/>
            <a:pathLst>
              <a:path w="28" h="1906">
                <a:moveTo>
                  <a:pt x="0" y="106"/>
                </a:moveTo>
                <a:lnTo>
                  <a:pt x="0" y="1906"/>
                </a:lnTo>
                <a:lnTo>
                  <a:pt x="28" y="190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6143400" y="3581280"/>
            <a:ext cx="10080" cy="686160"/>
          </a:xfrm>
          <a:custGeom>
            <a:avLst/>
            <a:gdLst/>
            <a:ahLst/>
            <a:rect l="0" t="0" r="r" b="b"/>
            <a:pathLst>
              <a:path w="28" h="1906">
                <a:moveTo>
                  <a:pt x="0" y="0"/>
                </a:moveTo>
                <a:lnTo>
                  <a:pt x="0" y="1906"/>
                </a:lnTo>
                <a:lnTo>
                  <a:pt x="28" y="19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 txBox="1"/>
          <p:nvPr/>
        </p:nvSpPr>
        <p:spPr>
          <a:xfrm>
            <a:off x="3430800" y="3997800"/>
            <a:ext cx="1620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aanscherpen met koplopers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 txBox="1"/>
          <p:nvPr/>
        </p:nvSpPr>
        <p:spPr>
          <a:xfrm>
            <a:off x="6273000" y="3742560"/>
            <a:ext cx="543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Daarna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6273000" y="3997800"/>
            <a:ext cx="24984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meer koppelingen, meer leerroutes, het ho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1623960" y="4624200"/>
            <a:ext cx="2457720" cy="286200"/>
          </a:xfrm>
          <a:custGeom>
            <a:avLst/>
            <a:gdLst/>
            <a:ahLst/>
            <a:rect l="0" t="0" r="r" b="b"/>
            <a:pathLst>
              <a:path w="6827" h="795">
                <a:moveTo>
                  <a:pt x="0" y="398"/>
                </a:move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1"/>
                  <a:pt x="52" y="198"/>
                  <a:pt x="67" y="176"/>
                </a:cubicBezTo>
                <a:cubicBezTo>
                  <a:pt x="81" y="155"/>
                  <a:pt x="97" y="135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8"/>
                </a:cubicBezTo>
                <a:cubicBezTo>
                  <a:pt x="345" y="3"/>
                  <a:pt x="370" y="0"/>
                  <a:pt x="397" y="0"/>
                </a:cubicBezTo>
                <a:lnTo>
                  <a:pt x="6430" y="0"/>
                </a:lnTo>
                <a:cubicBezTo>
                  <a:pt x="6456" y="0"/>
                  <a:pt x="6482" y="3"/>
                  <a:pt x="6507" y="8"/>
                </a:cubicBezTo>
                <a:cubicBezTo>
                  <a:pt x="6533" y="13"/>
                  <a:pt x="6558" y="20"/>
                  <a:pt x="6582" y="30"/>
                </a:cubicBezTo>
                <a:cubicBezTo>
                  <a:pt x="6606" y="40"/>
                  <a:pt x="6629" y="52"/>
                  <a:pt x="6651" y="67"/>
                </a:cubicBezTo>
                <a:cubicBezTo>
                  <a:pt x="6672" y="81"/>
                  <a:pt x="6692" y="98"/>
                  <a:pt x="6711" y="116"/>
                </a:cubicBezTo>
                <a:cubicBezTo>
                  <a:pt x="6729" y="135"/>
                  <a:pt x="6746" y="155"/>
                  <a:pt x="6760" y="176"/>
                </a:cubicBezTo>
                <a:cubicBezTo>
                  <a:pt x="6774" y="198"/>
                  <a:pt x="6787" y="221"/>
                  <a:pt x="6797" y="246"/>
                </a:cubicBezTo>
                <a:cubicBezTo>
                  <a:pt x="6807" y="270"/>
                  <a:pt x="6814" y="295"/>
                  <a:pt x="6819" y="320"/>
                </a:cubicBezTo>
                <a:cubicBezTo>
                  <a:pt x="6824" y="346"/>
                  <a:pt x="6827" y="372"/>
                  <a:pt x="6827" y="398"/>
                </a:cubicBezTo>
                <a:cubicBezTo>
                  <a:pt x="6827" y="424"/>
                  <a:pt x="6824" y="450"/>
                  <a:pt x="6819" y="475"/>
                </a:cubicBezTo>
                <a:cubicBezTo>
                  <a:pt x="6814" y="501"/>
                  <a:pt x="6807" y="526"/>
                  <a:pt x="6797" y="550"/>
                </a:cubicBezTo>
                <a:cubicBezTo>
                  <a:pt x="6787" y="574"/>
                  <a:pt x="6774" y="597"/>
                  <a:pt x="6760" y="618"/>
                </a:cubicBezTo>
                <a:cubicBezTo>
                  <a:pt x="6746" y="640"/>
                  <a:pt x="6729" y="660"/>
                  <a:pt x="6711" y="679"/>
                </a:cubicBezTo>
                <a:cubicBezTo>
                  <a:pt x="6692" y="697"/>
                  <a:pt x="6672" y="713"/>
                  <a:pt x="6651" y="728"/>
                </a:cubicBezTo>
                <a:cubicBezTo>
                  <a:pt x="6629" y="742"/>
                  <a:pt x="6606" y="755"/>
                  <a:pt x="6582" y="765"/>
                </a:cubicBezTo>
                <a:cubicBezTo>
                  <a:pt x="6558" y="775"/>
                  <a:pt x="6533" y="782"/>
                  <a:pt x="6507" y="787"/>
                </a:cubicBezTo>
                <a:cubicBezTo>
                  <a:pt x="6482" y="792"/>
                  <a:pt x="6456" y="795"/>
                  <a:pt x="6430" y="795"/>
                </a:cubicBezTo>
                <a:lnTo>
                  <a:pt x="397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2"/>
                  <a:pt x="176" y="728"/>
                </a:cubicBezTo>
                <a:cubicBezTo>
                  <a:pt x="154" y="713"/>
                  <a:pt x="134" y="697"/>
                  <a:pt x="116" y="679"/>
                </a:cubicBezTo>
                <a:cubicBezTo>
                  <a:pt x="97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1623960" y="4624200"/>
            <a:ext cx="2457720" cy="286200"/>
          </a:xfrm>
          <a:custGeom>
            <a:avLst/>
            <a:gdLst/>
            <a:ahLst/>
            <a:rect l="0" t="0" r="r" b="b"/>
            <a:pathLst>
              <a:path w="6827" h="795">
                <a:moveTo>
                  <a:pt x="0" y="398"/>
                </a:move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1"/>
                  <a:pt x="52" y="198"/>
                  <a:pt x="67" y="176"/>
                </a:cubicBezTo>
                <a:cubicBezTo>
                  <a:pt x="81" y="155"/>
                  <a:pt x="97" y="135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8"/>
                </a:cubicBezTo>
                <a:cubicBezTo>
                  <a:pt x="345" y="3"/>
                  <a:pt x="370" y="0"/>
                  <a:pt x="397" y="0"/>
                </a:cubicBezTo>
                <a:lnTo>
                  <a:pt x="6430" y="0"/>
                </a:lnTo>
                <a:cubicBezTo>
                  <a:pt x="6456" y="0"/>
                  <a:pt x="6482" y="3"/>
                  <a:pt x="6507" y="8"/>
                </a:cubicBezTo>
                <a:cubicBezTo>
                  <a:pt x="6533" y="13"/>
                  <a:pt x="6558" y="20"/>
                  <a:pt x="6582" y="30"/>
                </a:cubicBezTo>
                <a:cubicBezTo>
                  <a:pt x="6606" y="40"/>
                  <a:pt x="6629" y="52"/>
                  <a:pt x="6651" y="67"/>
                </a:cubicBezTo>
                <a:cubicBezTo>
                  <a:pt x="6672" y="81"/>
                  <a:pt x="6692" y="98"/>
                  <a:pt x="6711" y="116"/>
                </a:cubicBezTo>
                <a:cubicBezTo>
                  <a:pt x="6729" y="135"/>
                  <a:pt x="6746" y="155"/>
                  <a:pt x="6760" y="176"/>
                </a:cubicBezTo>
                <a:cubicBezTo>
                  <a:pt x="6774" y="198"/>
                  <a:pt x="6787" y="221"/>
                  <a:pt x="6797" y="246"/>
                </a:cubicBezTo>
                <a:cubicBezTo>
                  <a:pt x="6807" y="270"/>
                  <a:pt x="6814" y="295"/>
                  <a:pt x="6819" y="320"/>
                </a:cubicBezTo>
                <a:cubicBezTo>
                  <a:pt x="6824" y="346"/>
                  <a:pt x="6827" y="372"/>
                  <a:pt x="6827" y="398"/>
                </a:cubicBezTo>
                <a:cubicBezTo>
                  <a:pt x="6827" y="424"/>
                  <a:pt x="6824" y="450"/>
                  <a:pt x="6819" y="475"/>
                </a:cubicBezTo>
                <a:cubicBezTo>
                  <a:pt x="6814" y="501"/>
                  <a:pt x="6807" y="526"/>
                  <a:pt x="6797" y="550"/>
                </a:cubicBezTo>
                <a:cubicBezTo>
                  <a:pt x="6787" y="574"/>
                  <a:pt x="6774" y="597"/>
                  <a:pt x="6760" y="618"/>
                </a:cubicBezTo>
                <a:cubicBezTo>
                  <a:pt x="6746" y="640"/>
                  <a:pt x="6729" y="660"/>
                  <a:pt x="6711" y="679"/>
                </a:cubicBezTo>
                <a:cubicBezTo>
                  <a:pt x="6692" y="697"/>
                  <a:pt x="6672" y="713"/>
                  <a:pt x="6651" y="728"/>
                </a:cubicBezTo>
                <a:cubicBezTo>
                  <a:pt x="6629" y="742"/>
                  <a:pt x="6606" y="755"/>
                  <a:pt x="6582" y="765"/>
                </a:cubicBezTo>
                <a:cubicBezTo>
                  <a:pt x="6558" y="775"/>
                  <a:pt x="6533" y="782"/>
                  <a:pt x="6507" y="787"/>
                </a:cubicBezTo>
                <a:cubicBezTo>
                  <a:pt x="6482" y="792"/>
                  <a:pt x="6456" y="795"/>
                  <a:pt x="6430" y="795"/>
                </a:cubicBezTo>
                <a:lnTo>
                  <a:pt x="397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2"/>
                  <a:pt x="176" y="728"/>
                </a:cubicBezTo>
                <a:cubicBezTo>
                  <a:pt x="154" y="713"/>
                  <a:pt x="134" y="697"/>
                  <a:pt x="116" y="679"/>
                </a:cubicBezTo>
                <a:cubicBezTo>
                  <a:pt x="97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1764000" y="4687920"/>
            <a:ext cx="159840" cy="160920"/>
          </a:xfrm>
          <a:custGeom>
            <a:avLst/>
            <a:gdLst/>
            <a:ahLst/>
            <a:rect l="0" t="0" r="r" b="b"/>
            <a:pathLst>
              <a:path w="444" h="447">
                <a:moveTo>
                  <a:pt x="160" y="0"/>
                </a:moveTo>
                <a:cubicBezTo>
                  <a:pt x="129" y="0"/>
                  <a:pt x="100" y="9"/>
                  <a:pt x="74" y="26"/>
                </a:cubicBezTo>
                <a:lnTo>
                  <a:pt x="176" y="128"/>
                </a:lnTo>
                <a:cubicBezTo>
                  <a:pt x="179" y="131"/>
                  <a:pt x="182" y="135"/>
                  <a:pt x="184" y="139"/>
                </a:cubicBezTo>
                <a:cubicBezTo>
                  <a:pt x="186" y="143"/>
                  <a:pt x="187" y="147"/>
                  <a:pt x="187" y="151"/>
                </a:cubicBezTo>
                <a:cubicBezTo>
                  <a:pt x="188" y="156"/>
                  <a:pt x="187" y="160"/>
                  <a:pt x="186" y="164"/>
                </a:cubicBezTo>
                <a:cubicBezTo>
                  <a:pt x="184" y="169"/>
                  <a:pt x="182" y="172"/>
                  <a:pt x="179" y="176"/>
                </a:cubicBezTo>
                <a:cubicBezTo>
                  <a:pt x="175" y="179"/>
                  <a:pt x="172" y="181"/>
                  <a:pt x="167" y="182"/>
                </a:cubicBezTo>
                <a:cubicBezTo>
                  <a:pt x="163" y="184"/>
                  <a:pt x="159" y="185"/>
                  <a:pt x="154" y="184"/>
                </a:cubicBezTo>
                <a:cubicBezTo>
                  <a:pt x="150" y="184"/>
                  <a:pt x="146" y="183"/>
                  <a:pt x="142" y="181"/>
                </a:cubicBezTo>
                <a:cubicBezTo>
                  <a:pt x="138" y="179"/>
                  <a:pt x="134" y="176"/>
                  <a:pt x="131" y="173"/>
                </a:cubicBezTo>
                <a:lnTo>
                  <a:pt x="27" y="70"/>
                </a:lnTo>
                <a:cubicBezTo>
                  <a:pt x="8" y="97"/>
                  <a:pt x="-1" y="129"/>
                  <a:pt x="0" y="162"/>
                </a:cubicBezTo>
                <a:cubicBezTo>
                  <a:pt x="0" y="172"/>
                  <a:pt x="1" y="182"/>
                  <a:pt x="3" y="193"/>
                </a:cubicBezTo>
                <a:cubicBezTo>
                  <a:pt x="5" y="203"/>
                  <a:pt x="8" y="213"/>
                  <a:pt x="12" y="223"/>
                </a:cubicBezTo>
                <a:cubicBezTo>
                  <a:pt x="16" y="232"/>
                  <a:pt x="21" y="242"/>
                  <a:pt x="27" y="250"/>
                </a:cubicBezTo>
                <a:cubicBezTo>
                  <a:pt x="33" y="259"/>
                  <a:pt x="39" y="267"/>
                  <a:pt x="47" y="275"/>
                </a:cubicBezTo>
                <a:cubicBezTo>
                  <a:pt x="54" y="282"/>
                  <a:pt x="62" y="289"/>
                  <a:pt x="71" y="295"/>
                </a:cubicBezTo>
                <a:cubicBezTo>
                  <a:pt x="80" y="300"/>
                  <a:pt x="89" y="305"/>
                  <a:pt x="99" y="309"/>
                </a:cubicBezTo>
                <a:cubicBezTo>
                  <a:pt x="108" y="313"/>
                  <a:pt x="118" y="316"/>
                  <a:pt x="129" y="319"/>
                </a:cubicBezTo>
                <a:cubicBezTo>
                  <a:pt x="139" y="321"/>
                  <a:pt x="149" y="322"/>
                  <a:pt x="160" y="322"/>
                </a:cubicBezTo>
                <a:cubicBezTo>
                  <a:pt x="174" y="322"/>
                  <a:pt x="187" y="320"/>
                  <a:pt x="202" y="317"/>
                </a:cubicBezTo>
                <a:lnTo>
                  <a:pt x="308" y="423"/>
                </a:lnTo>
                <a:cubicBezTo>
                  <a:pt x="316" y="431"/>
                  <a:pt x="324" y="436"/>
                  <a:pt x="334" y="441"/>
                </a:cubicBezTo>
                <a:cubicBezTo>
                  <a:pt x="344" y="445"/>
                  <a:pt x="354" y="447"/>
                  <a:pt x="365" y="447"/>
                </a:cubicBezTo>
                <a:cubicBezTo>
                  <a:pt x="375" y="447"/>
                  <a:pt x="385" y="445"/>
                  <a:pt x="395" y="441"/>
                </a:cubicBezTo>
                <a:cubicBezTo>
                  <a:pt x="405" y="436"/>
                  <a:pt x="414" y="431"/>
                  <a:pt x="421" y="423"/>
                </a:cubicBezTo>
                <a:cubicBezTo>
                  <a:pt x="428" y="416"/>
                  <a:pt x="434" y="407"/>
                  <a:pt x="438" y="397"/>
                </a:cubicBezTo>
                <a:cubicBezTo>
                  <a:pt x="442" y="388"/>
                  <a:pt x="444" y="378"/>
                  <a:pt x="444" y="367"/>
                </a:cubicBezTo>
                <a:cubicBezTo>
                  <a:pt x="444" y="356"/>
                  <a:pt x="442" y="346"/>
                  <a:pt x="438" y="336"/>
                </a:cubicBezTo>
                <a:cubicBezTo>
                  <a:pt x="434" y="327"/>
                  <a:pt x="428" y="318"/>
                  <a:pt x="421" y="311"/>
                </a:cubicBezTo>
                <a:lnTo>
                  <a:pt x="315" y="204"/>
                </a:lnTo>
                <a:cubicBezTo>
                  <a:pt x="318" y="191"/>
                  <a:pt x="320" y="177"/>
                  <a:pt x="319" y="163"/>
                </a:cubicBezTo>
                <a:cubicBezTo>
                  <a:pt x="320" y="153"/>
                  <a:pt x="319" y="142"/>
                  <a:pt x="317" y="132"/>
                </a:cubicBezTo>
                <a:cubicBezTo>
                  <a:pt x="315" y="121"/>
                  <a:pt x="312" y="111"/>
                  <a:pt x="308" y="100"/>
                </a:cubicBezTo>
                <a:cubicBezTo>
                  <a:pt x="304" y="91"/>
                  <a:pt x="300" y="81"/>
                  <a:pt x="294" y="72"/>
                </a:cubicBezTo>
                <a:cubicBezTo>
                  <a:pt x="288" y="64"/>
                  <a:pt x="281" y="55"/>
                  <a:pt x="274" y="48"/>
                </a:cubicBezTo>
                <a:cubicBezTo>
                  <a:pt x="267" y="40"/>
                  <a:pt x="259" y="34"/>
                  <a:pt x="250" y="28"/>
                </a:cubicBezTo>
                <a:cubicBezTo>
                  <a:pt x="241" y="22"/>
                  <a:pt x="232" y="17"/>
                  <a:pt x="222" y="13"/>
                </a:cubicBezTo>
                <a:cubicBezTo>
                  <a:pt x="213" y="9"/>
                  <a:pt x="202" y="5"/>
                  <a:pt x="191" y="3"/>
                </a:cubicBezTo>
                <a:cubicBezTo>
                  <a:pt x="181" y="1"/>
                  <a:pt x="170" y="0"/>
                  <a:pt x="160" y="0"/>
                </a:cubicBezTo>
                <a:moveTo>
                  <a:pt x="288" y="162"/>
                </a:moveTo>
                <a:cubicBezTo>
                  <a:pt x="288" y="173"/>
                  <a:pt x="286" y="184"/>
                  <a:pt x="283" y="195"/>
                </a:cubicBezTo>
                <a:lnTo>
                  <a:pt x="278" y="212"/>
                </a:lnTo>
                <a:lnTo>
                  <a:pt x="291" y="225"/>
                </a:lnTo>
                <a:lnTo>
                  <a:pt x="397" y="331"/>
                </a:lnTo>
                <a:cubicBezTo>
                  <a:pt x="407" y="340"/>
                  <a:pt x="411" y="351"/>
                  <a:pt x="411" y="365"/>
                </a:cubicBezTo>
                <a:cubicBezTo>
                  <a:pt x="412" y="378"/>
                  <a:pt x="407" y="389"/>
                  <a:pt x="397" y="398"/>
                </a:cubicBezTo>
                <a:cubicBezTo>
                  <a:pt x="393" y="402"/>
                  <a:pt x="388" y="406"/>
                  <a:pt x="382" y="408"/>
                </a:cubicBezTo>
                <a:cubicBezTo>
                  <a:pt x="376" y="411"/>
                  <a:pt x="370" y="412"/>
                  <a:pt x="364" y="412"/>
                </a:cubicBezTo>
                <a:cubicBezTo>
                  <a:pt x="358" y="412"/>
                  <a:pt x="352" y="411"/>
                  <a:pt x="346" y="408"/>
                </a:cubicBezTo>
                <a:cubicBezTo>
                  <a:pt x="340" y="406"/>
                  <a:pt x="335" y="402"/>
                  <a:pt x="331" y="398"/>
                </a:cubicBezTo>
                <a:lnTo>
                  <a:pt x="224" y="292"/>
                </a:lnTo>
                <a:lnTo>
                  <a:pt x="212" y="279"/>
                </a:lnTo>
                <a:lnTo>
                  <a:pt x="193" y="284"/>
                </a:lnTo>
                <a:cubicBezTo>
                  <a:pt x="182" y="287"/>
                  <a:pt x="171" y="288"/>
                  <a:pt x="160" y="288"/>
                </a:cubicBezTo>
                <a:cubicBezTo>
                  <a:pt x="125" y="288"/>
                  <a:pt x="95" y="276"/>
                  <a:pt x="69" y="252"/>
                </a:cubicBezTo>
                <a:cubicBezTo>
                  <a:pt x="43" y="227"/>
                  <a:pt x="31" y="197"/>
                  <a:pt x="31" y="162"/>
                </a:cubicBezTo>
                <a:cubicBezTo>
                  <a:pt x="31" y="150"/>
                  <a:pt x="33" y="138"/>
                  <a:pt x="36" y="127"/>
                </a:cubicBezTo>
                <a:lnTo>
                  <a:pt x="106" y="196"/>
                </a:lnTo>
                <a:cubicBezTo>
                  <a:pt x="112" y="203"/>
                  <a:pt x="119" y="208"/>
                  <a:pt x="127" y="212"/>
                </a:cubicBezTo>
                <a:cubicBezTo>
                  <a:pt x="135" y="215"/>
                  <a:pt x="143" y="217"/>
                  <a:pt x="152" y="218"/>
                </a:cubicBezTo>
                <a:cubicBezTo>
                  <a:pt x="161" y="218"/>
                  <a:pt x="169" y="216"/>
                  <a:pt x="178" y="213"/>
                </a:cubicBezTo>
                <a:cubicBezTo>
                  <a:pt x="186" y="210"/>
                  <a:pt x="193" y="206"/>
                  <a:pt x="200" y="200"/>
                </a:cubicBezTo>
                <a:cubicBezTo>
                  <a:pt x="207" y="193"/>
                  <a:pt x="211" y="186"/>
                  <a:pt x="214" y="178"/>
                </a:cubicBezTo>
                <a:cubicBezTo>
                  <a:pt x="217" y="169"/>
                  <a:pt x="219" y="161"/>
                  <a:pt x="218" y="152"/>
                </a:cubicBezTo>
                <a:cubicBezTo>
                  <a:pt x="218" y="143"/>
                  <a:pt x="216" y="135"/>
                  <a:pt x="213" y="127"/>
                </a:cubicBezTo>
                <a:cubicBezTo>
                  <a:pt x="209" y="119"/>
                  <a:pt x="204" y="112"/>
                  <a:pt x="197" y="105"/>
                </a:cubicBezTo>
                <a:lnTo>
                  <a:pt x="126" y="35"/>
                </a:lnTo>
                <a:cubicBezTo>
                  <a:pt x="137" y="32"/>
                  <a:pt x="147" y="30"/>
                  <a:pt x="158" y="30"/>
                </a:cubicBezTo>
                <a:cubicBezTo>
                  <a:pt x="193" y="31"/>
                  <a:pt x="224" y="43"/>
                  <a:pt x="250" y="67"/>
                </a:cubicBezTo>
                <a:cubicBezTo>
                  <a:pt x="275" y="93"/>
                  <a:pt x="288" y="125"/>
                  <a:pt x="288" y="162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 txBox="1"/>
          <p:nvPr/>
        </p:nvSpPr>
        <p:spPr>
          <a:xfrm>
            <a:off x="768240" y="4696920"/>
            <a:ext cx="872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Aanhaken kan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4186080" y="4624200"/>
            <a:ext cx="1933920" cy="286200"/>
          </a:xfrm>
          <a:custGeom>
            <a:avLst/>
            <a:gdLst/>
            <a:ahLst/>
            <a:rect l="0" t="0" r="r" b="b"/>
            <a:pathLst>
              <a:path w="5372" h="795">
                <a:moveTo>
                  <a:pt x="0" y="398"/>
                </a:moveTo>
                <a:cubicBezTo>
                  <a:pt x="0" y="372"/>
                  <a:pt x="2" y="346"/>
                  <a:pt x="8" y="320"/>
                </a:cubicBezTo>
                <a:cubicBezTo>
                  <a:pt x="13" y="295"/>
                  <a:pt x="20" y="270"/>
                  <a:pt x="30" y="246"/>
                </a:cubicBezTo>
                <a:cubicBezTo>
                  <a:pt x="40" y="221"/>
                  <a:pt x="52" y="198"/>
                  <a:pt x="67" y="176"/>
                </a:cubicBezTo>
                <a:cubicBezTo>
                  <a:pt x="81" y="155"/>
                  <a:pt x="98" y="135"/>
                  <a:pt x="116" y="116"/>
                </a:cubicBezTo>
                <a:cubicBezTo>
                  <a:pt x="135" y="98"/>
                  <a:pt x="155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4975" y="0"/>
                </a:lnTo>
                <a:cubicBezTo>
                  <a:pt x="5001" y="0"/>
                  <a:pt x="5027" y="3"/>
                  <a:pt x="5053" y="8"/>
                </a:cubicBezTo>
                <a:cubicBezTo>
                  <a:pt x="5078" y="13"/>
                  <a:pt x="5103" y="20"/>
                  <a:pt x="5127" y="30"/>
                </a:cubicBezTo>
                <a:cubicBezTo>
                  <a:pt x="5151" y="40"/>
                  <a:pt x="5174" y="52"/>
                  <a:pt x="5196" y="67"/>
                </a:cubicBezTo>
                <a:cubicBezTo>
                  <a:pt x="5217" y="81"/>
                  <a:pt x="5237" y="98"/>
                  <a:pt x="5256" y="116"/>
                </a:cubicBezTo>
                <a:cubicBezTo>
                  <a:pt x="5274" y="135"/>
                  <a:pt x="5291" y="155"/>
                  <a:pt x="5305" y="176"/>
                </a:cubicBezTo>
                <a:cubicBezTo>
                  <a:pt x="5320" y="198"/>
                  <a:pt x="5332" y="221"/>
                  <a:pt x="5342" y="246"/>
                </a:cubicBezTo>
                <a:cubicBezTo>
                  <a:pt x="5352" y="270"/>
                  <a:pt x="5359" y="295"/>
                  <a:pt x="5364" y="320"/>
                </a:cubicBezTo>
                <a:cubicBezTo>
                  <a:pt x="5369" y="346"/>
                  <a:pt x="5372" y="372"/>
                  <a:pt x="5372" y="398"/>
                </a:cubicBezTo>
                <a:cubicBezTo>
                  <a:pt x="5372" y="424"/>
                  <a:pt x="5369" y="450"/>
                  <a:pt x="5364" y="475"/>
                </a:cubicBezTo>
                <a:cubicBezTo>
                  <a:pt x="5359" y="501"/>
                  <a:pt x="5352" y="526"/>
                  <a:pt x="5342" y="550"/>
                </a:cubicBezTo>
                <a:cubicBezTo>
                  <a:pt x="5332" y="574"/>
                  <a:pt x="5320" y="597"/>
                  <a:pt x="5305" y="618"/>
                </a:cubicBezTo>
                <a:cubicBezTo>
                  <a:pt x="5291" y="640"/>
                  <a:pt x="5274" y="660"/>
                  <a:pt x="5256" y="679"/>
                </a:cubicBezTo>
                <a:cubicBezTo>
                  <a:pt x="5237" y="697"/>
                  <a:pt x="5217" y="713"/>
                  <a:pt x="5196" y="728"/>
                </a:cubicBezTo>
                <a:cubicBezTo>
                  <a:pt x="5174" y="742"/>
                  <a:pt x="5151" y="755"/>
                  <a:pt x="5127" y="765"/>
                </a:cubicBezTo>
                <a:cubicBezTo>
                  <a:pt x="5103" y="775"/>
                  <a:pt x="5078" y="782"/>
                  <a:pt x="5053" y="787"/>
                </a:cubicBezTo>
                <a:cubicBezTo>
                  <a:pt x="5027" y="792"/>
                  <a:pt x="5001" y="795"/>
                  <a:pt x="4975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2"/>
                  <a:pt x="176" y="728"/>
                </a:cubicBezTo>
                <a:cubicBezTo>
                  <a:pt x="155" y="713"/>
                  <a:pt x="135" y="697"/>
                  <a:pt x="116" y="679"/>
                </a:cubicBezTo>
                <a:cubicBezTo>
                  <a:pt x="98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3" y="501"/>
                  <a:pt x="8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4186080" y="4624200"/>
            <a:ext cx="1933920" cy="286200"/>
          </a:xfrm>
          <a:custGeom>
            <a:avLst/>
            <a:gdLst/>
            <a:ahLst/>
            <a:rect l="0" t="0" r="r" b="b"/>
            <a:pathLst>
              <a:path w="5372" h="795">
                <a:moveTo>
                  <a:pt x="0" y="398"/>
                </a:moveTo>
                <a:cubicBezTo>
                  <a:pt x="0" y="372"/>
                  <a:pt x="2" y="346"/>
                  <a:pt x="8" y="320"/>
                </a:cubicBezTo>
                <a:cubicBezTo>
                  <a:pt x="13" y="295"/>
                  <a:pt x="20" y="270"/>
                  <a:pt x="30" y="246"/>
                </a:cubicBezTo>
                <a:cubicBezTo>
                  <a:pt x="40" y="221"/>
                  <a:pt x="52" y="198"/>
                  <a:pt x="67" y="176"/>
                </a:cubicBezTo>
                <a:cubicBezTo>
                  <a:pt x="81" y="155"/>
                  <a:pt x="98" y="135"/>
                  <a:pt x="116" y="116"/>
                </a:cubicBezTo>
                <a:cubicBezTo>
                  <a:pt x="135" y="98"/>
                  <a:pt x="155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4975" y="0"/>
                </a:lnTo>
                <a:cubicBezTo>
                  <a:pt x="5001" y="0"/>
                  <a:pt x="5027" y="3"/>
                  <a:pt x="5053" y="8"/>
                </a:cubicBezTo>
                <a:cubicBezTo>
                  <a:pt x="5078" y="13"/>
                  <a:pt x="5103" y="20"/>
                  <a:pt x="5127" y="30"/>
                </a:cubicBezTo>
                <a:cubicBezTo>
                  <a:pt x="5151" y="40"/>
                  <a:pt x="5174" y="52"/>
                  <a:pt x="5196" y="67"/>
                </a:cubicBezTo>
                <a:cubicBezTo>
                  <a:pt x="5217" y="81"/>
                  <a:pt x="5237" y="98"/>
                  <a:pt x="5256" y="116"/>
                </a:cubicBezTo>
                <a:cubicBezTo>
                  <a:pt x="5274" y="135"/>
                  <a:pt x="5291" y="155"/>
                  <a:pt x="5305" y="176"/>
                </a:cubicBezTo>
                <a:cubicBezTo>
                  <a:pt x="5320" y="198"/>
                  <a:pt x="5332" y="221"/>
                  <a:pt x="5342" y="246"/>
                </a:cubicBezTo>
                <a:cubicBezTo>
                  <a:pt x="5352" y="270"/>
                  <a:pt x="5359" y="295"/>
                  <a:pt x="5364" y="320"/>
                </a:cubicBezTo>
                <a:cubicBezTo>
                  <a:pt x="5369" y="346"/>
                  <a:pt x="5372" y="372"/>
                  <a:pt x="5372" y="398"/>
                </a:cubicBezTo>
                <a:cubicBezTo>
                  <a:pt x="5372" y="424"/>
                  <a:pt x="5369" y="450"/>
                  <a:pt x="5364" y="475"/>
                </a:cubicBezTo>
                <a:cubicBezTo>
                  <a:pt x="5359" y="501"/>
                  <a:pt x="5352" y="526"/>
                  <a:pt x="5342" y="550"/>
                </a:cubicBezTo>
                <a:cubicBezTo>
                  <a:pt x="5332" y="574"/>
                  <a:pt x="5320" y="597"/>
                  <a:pt x="5305" y="618"/>
                </a:cubicBezTo>
                <a:cubicBezTo>
                  <a:pt x="5291" y="640"/>
                  <a:pt x="5274" y="660"/>
                  <a:pt x="5256" y="679"/>
                </a:cubicBezTo>
                <a:cubicBezTo>
                  <a:pt x="5237" y="697"/>
                  <a:pt x="5217" y="713"/>
                  <a:pt x="5196" y="728"/>
                </a:cubicBezTo>
                <a:cubicBezTo>
                  <a:pt x="5174" y="742"/>
                  <a:pt x="5151" y="755"/>
                  <a:pt x="5127" y="765"/>
                </a:cubicBezTo>
                <a:cubicBezTo>
                  <a:pt x="5103" y="775"/>
                  <a:pt x="5078" y="782"/>
                  <a:pt x="5053" y="787"/>
                </a:cubicBezTo>
                <a:cubicBezTo>
                  <a:pt x="5027" y="792"/>
                  <a:pt x="5001" y="795"/>
                  <a:pt x="4975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2"/>
                  <a:pt x="176" y="728"/>
                </a:cubicBezTo>
                <a:cubicBezTo>
                  <a:pt x="155" y="713"/>
                  <a:pt x="135" y="697"/>
                  <a:pt x="116" y="679"/>
                </a:cubicBezTo>
                <a:cubicBezTo>
                  <a:pt x="98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3" y="501"/>
                  <a:pt x="8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4326120" y="4699440"/>
            <a:ext cx="160200" cy="148680"/>
          </a:xfrm>
          <a:custGeom>
            <a:avLst/>
            <a:gdLst/>
            <a:ahLst/>
            <a:rect l="0" t="0" r="r" b="b"/>
            <a:pathLst>
              <a:path w="445" h="413">
                <a:moveTo>
                  <a:pt x="251" y="413"/>
                </a:moveTo>
                <a:lnTo>
                  <a:pt x="223" y="398"/>
                </a:lnTo>
                <a:lnTo>
                  <a:pt x="286" y="286"/>
                </a:lnTo>
                <a:lnTo>
                  <a:pt x="382" y="286"/>
                </a:lnTo>
                <a:cubicBezTo>
                  <a:pt x="390" y="286"/>
                  <a:pt x="398" y="282"/>
                  <a:pt x="404" y="276"/>
                </a:cubicBezTo>
                <a:cubicBezTo>
                  <a:pt x="410" y="270"/>
                  <a:pt x="413" y="263"/>
                  <a:pt x="413" y="254"/>
                </a:cubicBezTo>
                <a:lnTo>
                  <a:pt x="413" y="63"/>
                </a:lnTo>
                <a:cubicBezTo>
                  <a:pt x="413" y="55"/>
                  <a:pt x="410" y="47"/>
                  <a:pt x="404" y="41"/>
                </a:cubicBezTo>
                <a:cubicBezTo>
                  <a:pt x="398" y="35"/>
                  <a:pt x="390" y="32"/>
                  <a:pt x="382" y="32"/>
                </a:cubicBezTo>
                <a:lnTo>
                  <a:pt x="63" y="32"/>
                </a:lnTo>
                <a:cubicBezTo>
                  <a:pt x="55" y="32"/>
                  <a:pt x="47" y="35"/>
                  <a:pt x="41" y="41"/>
                </a:cubicBezTo>
                <a:cubicBezTo>
                  <a:pt x="35" y="47"/>
                  <a:pt x="32" y="55"/>
                  <a:pt x="32" y="63"/>
                </a:cubicBezTo>
                <a:lnTo>
                  <a:pt x="32" y="254"/>
                </a:lnTo>
                <a:cubicBezTo>
                  <a:pt x="32" y="263"/>
                  <a:pt x="35" y="270"/>
                  <a:pt x="41" y="276"/>
                </a:cubicBezTo>
                <a:cubicBezTo>
                  <a:pt x="47" y="282"/>
                  <a:pt x="55" y="286"/>
                  <a:pt x="63" y="286"/>
                </a:cubicBezTo>
                <a:lnTo>
                  <a:pt x="207" y="286"/>
                </a:lnTo>
                <a:lnTo>
                  <a:pt x="207" y="317"/>
                </a:lnTo>
                <a:lnTo>
                  <a:pt x="63" y="317"/>
                </a:lnTo>
                <a:cubicBezTo>
                  <a:pt x="55" y="317"/>
                  <a:pt x="47" y="316"/>
                  <a:pt x="39" y="312"/>
                </a:cubicBezTo>
                <a:cubicBezTo>
                  <a:pt x="31" y="309"/>
                  <a:pt x="24" y="305"/>
                  <a:pt x="18" y="299"/>
                </a:cubicBezTo>
                <a:cubicBezTo>
                  <a:pt x="12" y="293"/>
                  <a:pt x="8" y="286"/>
                  <a:pt x="5" y="278"/>
                </a:cubicBezTo>
                <a:cubicBezTo>
                  <a:pt x="1" y="270"/>
                  <a:pt x="0" y="262"/>
                  <a:pt x="0" y="254"/>
                </a:cubicBezTo>
                <a:lnTo>
                  <a:pt x="0" y="63"/>
                </a:lnTo>
                <a:cubicBezTo>
                  <a:pt x="0" y="55"/>
                  <a:pt x="1" y="47"/>
                  <a:pt x="5" y="39"/>
                </a:cubicBezTo>
                <a:cubicBezTo>
                  <a:pt x="8" y="31"/>
                  <a:pt x="12" y="25"/>
                  <a:pt x="18" y="19"/>
                </a:cubicBezTo>
                <a:cubicBezTo>
                  <a:pt x="24" y="13"/>
                  <a:pt x="31" y="8"/>
                  <a:pt x="39" y="5"/>
                </a:cubicBezTo>
                <a:cubicBezTo>
                  <a:pt x="47" y="2"/>
                  <a:pt x="55" y="0"/>
                  <a:pt x="63" y="0"/>
                </a:cubicBezTo>
                <a:lnTo>
                  <a:pt x="382" y="0"/>
                </a:lnTo>
                <a:cubicBezTo>
                  <a:pt x="390" y="0"/>
                  <a:pt x="398" y="2"/>
                  <a:pt x="406" y="5"/>
                </a:cubicBezTo>
                <a:cubicBezTo>
                  <a:pt x="414" y="8"/>
                  <a:pt x="421" y="13"/>
                  <a:pt x="426" y="19"/>
                </a:cubicBezTo>
                <a:cubicBezTo>
                  <a:pt x="432" y="25"/>
                  <a:pt x="437" y="31"/>
                  <a:pt x="440" y="39"/>
                </a:cubicBezTo>
                <a:cubicBezTo>
                  <a:pt x="443" y="47"/>
                  <a:pt x="445" y="55"/>
                  <a:pt x="445" y="63"/>
                </a:cubicBezTo>
                <a:lnTo>
                  <a:pt x="445" y="254"/>
                </a:lnTo>
                <a:cubicBezTo>
                  <a:pt x="445" y="262"/>
                  <a:pt x="443" y="270"/>
                  <a:pt x="440" y="278"/>
                </a:cubicBezTo>
                <a:cubicBezTo>
                  <a:pt x="437" y="286"/>
                  <a:pt x="432" y="293"/>
                  <a:pt x="426" y="299"/>
                </a:cubicBezTo>
                <a:cubicBezTo>
                  <a:pt x="421" y="305"/>
                  <a:pt x="414" y="309"/>
                  <a:pt x="406" y="312"/>
                </a:cubicBezTo>
                <a:cubicBezTo>
                  <a:pt x="398" y="316"/>
                  <a:pt x="390" y="317"/>
                  <a:pt x="382" y="317"/>
                </a:cubicBezTo>
                <a:lnTo>
                  <a:pt x="305" y="317"/>
                </a:lnTo>
                <a:lnTo>
                  <a:pt x="251" y="41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4360320" y="4733640"/>
            <a:ext cx="91800" cy="46080"/>
          </a:xfrm>
          <a:custGeom>
            <a:avLst/>
            <a:gdLst/>
            <a:ahLst/>
            <a:rect l="0" t="0" r="r" b="b"/>
            <a:pathLst>
              <a:path w="255" h="128">
                <a:moveTo>
                  <a:pt x="0" y="0"/>
                </a:moveTo>
                <a:lnTo>
                  <a:pt x="255" y="0"/>
                </a:lnTo>
                <a:lnTo>
                  <a:pt x="255" y="33"/>
                </a:lnTo>
                <a:lnTo>
                  <a:pt x="0" y="33"/>
                </a:lnTo>
                <a:lnTo>
                  <a:pt x="0" y="0"/>
                </a:lnTo>
                <a:moveTo>
                  <a:pt x="0" y="96"/>
                </a:moveTo>
                <a:lnTo>
                  <a:pt x="160" y="96"/>
                </a:lnTo>
                <a:lnTo>
                  <a:pt x="160" y="128"/>
                </a:lnTo>
                <a:lnTo>
                  <a:pt x="0" y="128"/>
                </a:lnTo>
                <a:lnTo>
                  <a:pt x="0" y="9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1989000" y="4699800"/>
            <a:ext cx="22744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Mee uitwerken</a:t>
            </a:r>
            <a:r>
              <a:rPr b="0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 · kerngroep techniek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6215040" y="4624200"/>
            <a:ext cx="2343240" cy="286200"/>
          </a:xfrm>
          <a:custGeom>
            <a:avLst/>
            <a:gdLst/>
            <a:ahLst/>
            <a:rect l="0" t="0" r="r" b="b"/>
            <a:pathLst>
              <a:path w="6509" h="795">
                <a:moveTo>
                  <a:pt x="0" y="398"/>
                </a:move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1"/>
                  <a:pt x="52" y="198"/>
                  <a:pt x="66" y="176"/>
                </a:cubicBezTo>
                <a:cubicBezTo>
                  <a:pt x="81" y="155"/>
                  <a:pt x="97" y="135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0" y="40"/>
                  <a:pt x="245" y="30"/>
                </a:cubicBezTo>
                <a:cubicBezTo>
                  <a:pt x="269" y="20"/>
                  <a:pt x="293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6112" y="0"/>
                </a:lnTo>
                <a:cubicBezTo>
                  <a:pt x="6138" y="0"/>
                  <a:pt x="6164" y="3"/>
                  <a:pt x="6190" y="8"/>
                </a:cubicBezTo>
                <a:cubicBezTo>
                  <a:pt x="6215" y="13"/>
                  <a:pt x="6240" y="20"/>
                  <a:pt x="6264" y="30"/>
                </a:cubicBezTo>
                <a:cubicBezTo>
                  <a:pt x="6288" y="40"/>
                  <a:pt x="6311" y="52"/>
                  <a:pt x="6333" y="67"/>
                </a:cubicBezTo>
                <a:cubicBezTo>
                  <a:pt x="6355" y="81"/>
                  <a:pt x="6375" y="98"/>
                  <a:pt x="6393" y="116"/>
                </a:cubicBezTo>
                <a:cubicBezTo>
                  <a:pt x="6411" y="135"/>
                  <a:pt x="6428" y="155"/>
                  <a:pt x="6442" y="176"/>
                </a:cubicBezTo>
                <a:cubicBezTo>
                  <a:pt x="6457" y="198"/>
                  <a:pt x="6469" y="221"/>
                  <a:pt x="6479" y="246"/>
                </a:cubicBezTo>
                <a:cubicBezTo>
                  <a:pt x="6489" y="270"/>
                  <a:pt x="6497" y="295"/>
                  <a:pt x="6502" y="320"/>
                </a:cubicBezTo>
                <a:cubicBezTo>
                  <a:pt x="6507" y="346"/>
                  <a:pt x="6509" y="372"/>
                  <a:pt x="6509" y="398"/>
                </a:cubicBezTo>
                <a:cubicBezTo>
                  <a:pt x="6509" y="424"/>
                  <a:pt x="6507" y="450"/>
                  <a:pt x="6502" y="475"/>
                </a:cubicBezTo>
                <a:cubicBezTo>
                  <a:pt x="6497" y="501"/>
                  <a:pt x="6489" y="526"/>
                  <a:pt x="6479" y="550"/>
                </a:cubicBezTo>
                <a:cubicBezTo>
                  <a:pt x="6469" y="574"/>
                  <a:pt x="6457" y="597"/>
                  <a:pt x="6442" y="618"/>
                </a:cubicBezTo>
                <a:cubicBezTo>
                  <a:pt x="6428" y="640"/>
                  <a:pt x="6411" y="660"/>
                  <a:pt x="6393" y="679"/>
                </a:cubicBezTo>
                <a:cubicBezTo>
                  <a:pt x="6375" y="697"/>
                  <a:pt x="6355" y="713"/>
                  <a:pt x="6333" y="728"/>
                </a:cubicBezTo>
                <a:cubicBezTo>
                  <a:pt x="6311" y="742"/>
                  <a:pt x="6288" y="755"/>
                  <a:pt x="6264" y="765"/>
                </a:cubicBezTo>
                <a:cubicBezTo>
                  <a:pt x="6240" y="775"/>
                  <a:pt x="6215" y="782"/>
                  <a:pt x="6190" y="787"/>
                </a:cubicBezTo>
                <a:cubicBezTo>
                  <a:pt x="6164" y="792"/>
                  <a:pt x="6138" y="795"/>
                  <a:pt x="6112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3" y="782"/>
                  <a:pt x="269" y="775"/>
                  <a:pt x="245" y="765"/>
                </a:cubicBezTo>
                <a:cubicBezTo>
                  <a:pt x="220" y="755"/>
                  <a:pt x="198" y="742"/>
                  <a:pt x="176" y="728"/>
                </a:cubicBezTo>
                <a:cubicBezTo>
                  <a:pt x="154" y="713"/>
                  <a:pt x="134" y="697"/>
                  <a:pt x="116" y="679"/>
                </a:cubicBezTo>
                <a:cubicBezTo>
                  <a:pt x="97" y="660"/>
                  <a:pt x="81" y="640"/>
                  <a:pt x="66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6215040" y="4624200"/>
            <a:ext cx="2343240" cy="286200"/>
          </a:xfrm>
          <a:custGeom>
            <a:avLst/>
            <a:gdLst/>
            <a:ahLst/>
            <a:rect l="0" t="0" r="r" b="b"/>
            <a:pathLst>
              <a:path w="6509" h="795">
                <a:moveTo>
                  <a:pt x="0" y="398"/>
                </a:move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1"/>
                  <a:pt x="52" y="198"/>
                  <a:pt x="66" y="176"/>
                </a:cubicBezTo>
                <a:cubicBezTo>
                  <a:pt x="81" y="155"/>
                  <a:pt x="97" y="135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0" y="40"/>
                  <a:pt x="245" y="30"/>
                </a:cubicBezTo>
                <a:cubicBezTo>
                  <a:pt x="269" y="20"/>
                  <a:pt x="293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6112" y="0"/>
                </a:lnTo>
                <a:cubicBezTo>
                  <a:pt x="6138" y="0"/>
                  <a:pt x="6164" y="3"/>
                  <a:pt x="6190" y="8"/>
                </a:cubicBezTo>
                <a:cubicBezTo>
                  <a:pt x="6215" y="13"/>
                  <a:pt x="6240" y="20"/>
                  <a:pt x="6264" y="30"/>
                </a:cubicBezTo>
                <a:cubicBezTo>
                  <a:pt x="6288" y="40"/>
                  <a:pt x="6311" y="52"/>
                  <a:pt x="6333" y="67"/>
                </a:cubicBezTo>
                <a:cubicBezTo>
                  <a:pt x="6355" y="81"/>
                  <a:pt x="6375" y="98"/>
                  <a:pt x="6393" y="116"/>
                </a:cubicBezTo>
                <a:cubicBezTo>
                  <a:pt x="6411" y="135"/>
                  <a:pt x="6428" y="155"/>
                  <a:pt x="6442" y="176"/>
                </a:cubicBezTo>
                <a:cubicBezTo>
                  <a:pt x="6457" y="198"/>
                  <a:pt x="6469" y="221"/>
                  <a:pt x="6479" y="246"/>
                </a:cubicBezTo>
                <a:cubicBezTo>
                  <a:pt x="6489" y="270"/>
                  <a:pt x="6497" y="295"/>
                  <a:pt x="6502" y="320"/>
                </a:cubicBezTo>
                <a:cubicBezTo>
                  <a:pt x="6507" y="346"/>
                  <a:pt x="6509" y="372"/>
                  <a:pt x="6509" y="398"/>
                </a:cubicBezTo>
                <a:cubicBezTo>
                  <a:pt x="6509" y="424"/>
                  <a:pt x="6507" y="450"/>
                  <a:pt x="6502" y="475"/>
                </a:cubicBezTo>
                <a:cubicBezTo>
                  <a:pt x="6497" y="501"/>
                  <a:pt x="6489" y="526"/>
                  <a:pt x="6479" y="550"/>
                </a:cubicBezTo>
                <a:cubicBezTo>
                  <a:pt x="6469" y="574"/>
                  <a:pt x="6457" y="597"/>
                  <a:pt x="6442" y="618"/>
                </a:cubicBezTo>
                <a:cubicBezTo>
                  <a:pt x="6428" y="640"/>
                  <a:pt x="6411" y="660"/>
                  <a:pt x="6393" y="679"/>
                </a:cubicBezTo>
                <a:cubicBezTo>
                  <a:pt x="6375" y="697"/>
                  <a:pt x="6355" y="713"/>
                  <a:pt x="6333" y="728"/>
                </a:cubicBezTo>
                <a:cubicBezTo>
                  <a:pt x="6311" y="742"/>
                  <a:pt x="6288" y="755"/>
                  <a:pt x="6264" y="765"/>
                </a:cubicBezTo>
                <a:cubicBezTo>
                  <a:pt x="6240" y="775"/>
                  <a:pt x="6215" y="782"/>
                  <a:pt x="6190" y="787"/>
                </a:cubicBezTo>
                <a:cubicBezTo>
                  <a:pt x="6164" y="792"/>
                  <a:pt x="6138" y="795"/>
                  <a:pt x="6112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3" y="782"/>
                  <a:pt x="269" y="775"/>
                  <a:pt x="245" y="765"/>
                </a:cubicBezTo>
                <a:cubicBezTo>
                  <a:pt x="220" y="755"/>
                  <a:pt x="198" y="742"/>
                  <a:pt x="176" y="728"/>
                </a:cubicBezTo>
                <a:cubicBezTo>
                  <a:pt x="154" y="713"/>
                  <a:pt x="134" y="697"/>
                  <a:pt x="116" y="679"/>
                </a:cubicBezTo>
                <a:cubicBezTo>
                  <a:pt x="97" y="660"/>
                  <a:pt x="81" y="640"/>
                  <a:pt x="66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6354720" y="4687920"/>
            <a:ext cx="160560" cy="160200"/>
          </a:xfrm>
          <a:custGeom>
            <a:avLst/>
            <a:gdLst/>
            <a:ahLst/>
            <a:rect l="0" t="0" r="r" b="b"/>
            <a:pathLst>
              <a:path w="446" h="445">
                <a:moveTo>
                  <a:pt x="223" y="32"/>
                </a:moveTo>
                <a:cubicBezTo>
                  <a:pt x="235" y="32"/>
                  <a:pt x="247" y="33"/>
                  <a:pt x="260" y="36"/>
                </a:cubicBezTo>
                <a:cubicBezTo>
                  <a:pt x="272" y="38"/>
                  <a:pt x="284" y="42"/>
                  <a:pt x="295" y="46"/>
                </a:cubicBezTo>
                <a:cubicBezTo>
                  <a:pt x="307" y="51"/>
                  <a:pt x="318" y="57"/>
                  <a:pt x="328" y="64"/>
                </a:cubicBezTo>
                <a:cubicBezTo>
                  <a:pt x="340" y="71"/>
                  <a:pt x="349" y="80"/>
                  <a:pt x="358" y="89"/>
                </a:cubicBezTo>
                <a:cubicBezTo>
                  <a:pt x="367" y="98"/>
                  <a:pt x="375" y="107"/>
                  <a:pt x="382" y="118"/>
                </a:cubicBezTo>
                <a:cubicBezTo>
                  <a:pt x="389" y="128"/>
                  <a:pt x="395" y="139"/>
                  <a:pt x="399" y="151"/>
                </a:cubicBezTo>
                <a:cubicBezTo>
                  <a:pt x="404" y="162"/>
                  <a:pt x="408" y="174"/>
                  <a:pt x="410" y="186"/>
                </a:cubicBezTo>
                <a:cubicBezTo>
                  <a:pt x="413" y="198"/>
                  <a:pt x="414" y="211"/>
                  <a:pt x="414" y="223"/>
                </a:cubicBezTo>
                <a:cubicBezTo>
                  <a:pt x="414" y="236"/>
                  <a:pt x="413" y="248"/>
                  <a:pt x="410" y="261"/>
                </a:cubicBezTo>
                <a:cubicBezTo>
                  <a:pt x="408" y="273"/>
                  <a:pt x="404" y="285"/>
                  <a:pt x="399" y="296"/>
                </a:cubicBezTo>
                <a:cubicBezTo>
                  <a:pt x="395" y="308"/>
                  <a:pt x="389" y="319"/>
                  <a:pt x="382" y="329"/>
                </a:cubicBezTo>
                <a:cubicBezTo>
                  <a:pt x="375" y="340"/>
                  <a:pt x="367" y="349"/>
                  <a:pt x="358" y="358"/>
                </a:cubicBezTo>
                <a:cubicBezTo>
                  <a:pt x="349" y="367"/>
                  <a:pt x="340" y="375"/>
                  <a:pt x="328" y="382"/>
                </a:cubicBezTo>
                <a:cubicBezTo>
                  <a:pt x="318" y="389"/>
                  <a:pt x="307" y="394"/>
                  <a:pt x="295" y="399"/>
                </a:cubicBezTo>
                <a:cubicBezTo>
                  <a:pt x="284" y="404"/>
                  <a:pt x="272" y="408"/>
                  <a:pt x="260" y="410"/>
                </a:cubicBezTo>
                <a:cubicBezTo>
                  <a:pt x="247" y="413"/>
                  <a:pt x="235" y="414"/>
                  <a:pt x="223" y="414"/>
                </a:cubicBezTo>
                <a:cubicBezTo>
                  <a:pt x="210" y="414"/>
                  <a:pt x="198" y="413"/>
                  <a:pt x="185" y="410"/>
                </a:cubicBezTo>
                <a:cubicBezTo>
                  <a:pt x="173" y="408"/>
                  <a:pt x="161" y="404"/>
                  <a:pt x="150" y="399"/>
                </a:cubicBezTo>
                <a:cubicBezTo>
                  <a:pt x="138" y="394"/>
                  <a:pt x="127" y="389"/>
                  <a:pt x="117" y="382"/>
                </a:cubicBezTo>
                <a:cubicBezTo>
                  <a:pt x="106" y="375"/>
                  <a:pt x="97" y="367"/>
                  <a:pt x="88" y="358"/>
                </a:cubicBezTo>
                <a:cubicBezTo>
                  <a:pt x="79" y="349"/>
                  <a:pt x="71" y="340"/>
                  <a:pt x="64" y="329"/>
                </a:cubicBezTo>
                <a:cubicBezTo>
                  <a:pt x="57" y="319"/>
                  <a:pt x="51" y="308"/>
                  <a:pt x="47" y="296"/>
                </a:cubicBezTo>
                <a:cubicBezTo>
                  <a:pt x="42" y="285"/>
                  <a:pt x="38" y="273"/>
                  <a:pt x="36" y="261"/>
                </a:cubicBezTo>
                <a:cubicBezTo>
                  <a:pt x="33" y="248"/>
                  <a:pt x="32" y="236"/>
                  <a:pt x="32" y="223"/>
                </a:cubicBezTo>
                <a:cubicBezTo>
                  <a:pt x="32" y="211"/>
                  <a:pt x="33" y="198"/>
                  <a:pt x="36" y="186"/>
                </a:cubicBezTo>
                <a:cubicBezTo>
                  <a:pt x="38" y="174"/>
                  <a:pt x="42" y="162"/>
                  <a:pt x="47" y="151"/>
                </a:cubicBezTo>
                <a:cubicBezTo>
                  <a:pt x="51" y="139"/>
                  <a:pt x="57" y="128"/>
                  <a:pt x="64" y="118"/>
                </a:cubicBezTo>
                <a:cubicBezTo>
                  <a:pt x="71" y="107"/>
                  <a:pt x="79" y="98"/>
                  <a:pt x="88" y="89"/>
                </a:cubicBezTo>
                <a:cubicBezTo>
                  <a:pt x="97" y="80"/>
                  <a:pt x="106" y="71"/>
                  <a:pt x="117" y="64"/>
                </a:cubicBezTo>
                <a:cubicBezTo>
                  <a:pt x="127" y="57"/>
                  <a:pt x="138" y="51"/>
                  <a:pt x="150" y="46"/>
                </a:cubicBezTo>
                <a:cubicBezTo>
                  <a:pt x="161" y="42"/>
                  <a:pt x="173" y="38"/>
                  <a:pt x="185" y="36"/>
                </a:cubicBezTo>
                <a:cubicBezTo>
                  <a:pt x="198" y="33"/>
                  <a:pt x="210" y="32"/>
                  <a:pt x="223" y="32"/>
                </a:cubicBezTo>
                <a:moveTo>
                  <a:pt x="223" y="0"/>
                </a:moveTo>
                <a:cubicBezTo>
                  <a:pt x="208" y="0"/>
                  <a:pt x="194" y="2"/>
                  <a:pt x="179" y="5"/>
                </a:cubicBezTo>
                <a:cubicBezTo>
                  <a:pt x="165" y="7"/>
                  <a:pt x="151" y="12"/>
                  <a:pt x="138" y="17"/>
                </a:cubicBezTo>
                <a:cubicBezTo>
                  <a:pt x="124" y="23"/>
                  <a:pt x="111" y="30"/>
                  <a:pt x="99" y="38"/>
                </a:cubicBezTo>
                <a:cubicBezTo>
                  <a:pt x="87" y="46"/>
                  <a:pt x="76" y="55"/>
                  <a:pt x="66" y="65"/>
                </a:cubicBezTo>
                <a:cubicBezTo>
                  <a:pt x="55" y="77"/>
                  <a:pt x="46" y="88"/>
                  <a:pt x="38" y="100"/>
                </a:cubicBezTo>
                <a:cubicBezTo>
                  <a:pt x="30" y="112"/>
                  <a:pt x="23" y="125"/>
                  <a:pt x="17" y="138"/>
                </a:cubicBezTo>
                <a:cubicBezTo>
                  <a:pt x="12" y="152"/>
                  <a:pt x="8" y="166"/>
                  <a:pt x="5" y="180"/>
                </a:cubicBezTo>
                <a:cubicBezTo>
                  <a:pt x="2" y="194"/>
                  <a:pt x="0" y="209"/>
                  <a:pt x="0" y="223"/>
                </a:cubicBezTo>
                <a:cubicBezTo>
                  <a:pt x="0" y="238"/>
                  <a:pt x="2" y="252"/>
                  <a:pt x="5" y="267"/>
                </a:cubicBezTo>
                <a:cubicBezTo>
                  <a:pt x="8" y="281"/>
                  <a:pt x="12" y="295"/>
                  <a:pt x="17" y="308"/>
                </a:cubicBezTo>
                <a:cubicBezTo>
                  <a:pt x="23" y="322"/>
                  <a:pt x="30" y="335"/>
                  <a:pt x="38" y="347"/>
                </a:cubicBezTo>
                <a:cubicBezTo>
                  <a:pt x="46" y="359"/>
                  <a:pt x="55" y="370"/>
                  <a:pt x="66" y="380"/>
                </a:cubicBezTo>
                <a:cubicBezTo>
                  <a:pt x="76" y="391"/>
                  <a:pt x="87" y="400"/>
                  <a:pt x="99" y="408"/>
                </a:cubicBezTo>
                <a:cubicBezTo>
                  <a:pt x="111" y="416"/>
                  <a:pt x="124" y="423"/>
                  <a:pt x="138" y="429"/>
                </a:cubicBezTo>
                <a:cubicBezTo>
                  <a:pt x="151" y="434"/>
                  <a:pt x="165" y="438"/>
                  <a:pt x="179" y="441"/>
                </a:cubicBezTo>
                <a:cubicBezTo>
                  <a:pt x="194" y="444"/>
                  <a:pt x="208" y="445"/>
                  <a:pt x="223" y="445"/>
                </a:cubicBezTo>
                <a:cubicBezTo>
                  <a:pt x="237" y="445"/>
                  <a:pt x="252" y="444"/>
                  <a:pt x="266" y="441"/>
                </a:cubicBezTo>
                <a:cubicBezTo>
                  <a:pt x="280" y="438"/>
                  <a:pt x="294" y="434"/>
                  <a:pt x="308" y="429"/>
                </a:cubicBezTo>
                <a:cubicBezTo>
                  <a:pt x="321" y="423"/>
                  <a:pt x="335" y="416"/>
                  <a:pt x="347" y="408"/>
                </a:cubicBezTo>
                <a:cubicBezTo>
                  <a:pt x="359" y="400"/>
                  <a:pt x="370" y="391"/>
                  <a:pt x="381" y="380"/>
                </a:cubicBezTo>
                <a:cubicBezTo>
                  <a:pt x="391" y="370"/>
                  <a:pt x="400" y="359"/>
                  <a:pt x="408" y="347"/>
                </a:cubicBezTo>
                <a:cubicBezTo>
                  <a:pt x="416" y="335"/>
                  <a:pt x="423" y="322"/>
                  <a:pt x="429" y="308"/>
                </a:cubicBezTo>
                <a:cubicBezTo>
                  <a:pt x="434" y="295"/>
                  <a:pt x="439" y="281"/>
                  <a:pt x="441" y="267"/>
                </a:cubicBezTo>
                <a:cubicBezTo>
                  <a:pt x="444" y="252"/>
                  <a:pt x="446" y="238"/>
                  <a:pt x="446" y="223"/>
                </a:cubicBezTo>
                <a:cubicBezTo>
                  <a:pt x="446" y="209"/>
                  <a:pt x="444" y="194"/>
                  <a:pt x="441" y="180"/>
                </a:cubicBezTo>
                <a:cubicBezTo>
                  <a:pt x="439" y="166"/>
                  <a:pt x="434" y="152"/>
                  <a:pt x="429" y="138"/>
                </a:cubicBezTo>
                <a:cubicBezTo>
                  <a:pt x="423" y="125"/>
                  <a:pt x="416" y="112"/>
                  <a:pt x="408" y="100"/>
                </a:cubicBezTo>
                <a:cubicBezTo>
                  <a:pt x="400" y="88"/>
                  <a:pt x="391" y="77"/>
                  <a:pt x="381" y="65"/>
                </a:cubicBezTo>
                <a:cubicBezTo>
                  <a:pt x="370" y="55"/>
                  <a:pt x="359" y="46"/>
                  <a:pt x="347" y="38"/>
                </a:cubicBezTo>
                <a:cubicBezTo>
                  <a:pt x="335" y="30"/>
                  <a:pt x="321" y="23"/>
                  <a:pt x="308" y="17"/>
                </a:cubicBezTo>
                <a:cubicBezTo>
                  <a:pt x="294" y="12"/>
                  <a:pt x="280" y="7"/>
                  <a:pt x="266" y="5"/>
                </a:cubicBezTo>
                <a:cubicBezTo>
                  <a:pt x="252" y="2"/>
                  <a:pt x="237" y="0"/>
                  <a:pt x="223" y="0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6395040" y="4727880"/>
            <a:ext cx="80280" cy="80280"/>
          </a:xfrm>
          <a:custGeom>
            <a:avLst/>
            <a:gdLst/>
            <a:ahLst/>
            <a:rect l="0" t="0" r="r" b="b"/>
            <a:pathLst>
              <a:path w="223" h="223">
                <a:moveTo>
                  <a:pt x="223" y="23"/>
                </a:moveTo>
                <a:lnTo>
                  <a:pt x="200" y="0"/>
                </a:lnTo>
                <a:lnTo>
                  <a:pt x="132" y="69"/>
                </a:lnTo>
                <a:cubicBezTo>
                  <a:pt x="123" y="64"/>
                  <a:pt x="113" y="63"/>
                  <a:pt x="102" y="65"/>
                </a:cubicBezTo>
                <a:cubicBezTo>
                  <a:pt x="93" y="66"/>
                  <a:pt x="84" y="71"/>
                  <a:pt x="77" y="79"/>
                </a:cubicBezTo>
                <a:cubicBezTo>
                  <a:pt x="70" y="86"/>
                  <a:pt x="65" y="95"/>
                  <a:pt x="64" y="104"/>
                </a:cubicBezTo>
                <a:cubicBezTo>
                  <a:pt x="62" y="114"/>
                  <a:pt x="63" y="124"/>
                  <a:pt x="68" y="133"/>
                </a:cubicBezTo>
                <a:lnTo>
                  <a:pt x="0" y="201"/>
                </a:lnTo>
                <a:lnTo>
                  <a:pt x="22" y="223"/>
                </a:lnTo>
                <a:lnTo>
                  <a:pt x="90" y="155"/>
                </a:lnTo>
                <a:cubicBezTo>
                  <a:pt x="99" y="160"/>
                  <a:pt x="110" y="161"/>
                  <a:pt x="120" y="159"/>
                </a:cubicBezTo>
                <a:cubicBezTo>
                  <a:pt x="130" y="157"/>
                  <a:pt x="138" y="153"/>
                  <a:pt x="145" y="146"/>
                </a:cubicBezTo>
                <a:cubicBezTo>
                  <a:pt x="152" y="139"/>
                  <a:pt x="157" y="130"/>
                  <a:pt x="159" y="120"/>
                </a:cubicBezTo>
                <a:cubicBezTo>
                  <a:pt x="160" y="110"/>
                  <a:pt x="159" y="101"/>
                  <a:pt x="155" y="92"/>
                </a:cubicBezTo>
                <a:lnTo>
                  <a:pt x="223" y="23"/>
                </a:lnTo>
                <a:moveTo>
                  <a:pt x="127" y="112"/>
                </a:moveTo>
                <a:cubicBezTo>
                  <a:pt x="127" y="117"/>
                  <a:pt x="126" y="120"/>
                  <a:pt x="123" y="124"/>
                </a:cubicBezTo>
                <a:cubicBezTo>
                  <a:pt x="120" y="127"/>
                  <a:pt x="116" y="128"/>
                  <a:pt x="112" y="128"/>
                </a:cubicBezTo>
                <a:cubicBezTo>
                  <a:pt x="106" y="128"/>
                  <a:pt x="102" y="127"/>
                  <a:pt x="99" y="124"/>
                </a:cubicBezTo>
                <a:cubicBezTo>
                  <a:pt x="96" y="120"/>
                  <a:pt x="95" y="117"/>
                  <a:pt x="95" y="112"/>
                </a:cubicBezTo>
                <a:cubicBezTo>
                  <a:pt x="95" y="108"/>
                  <a:pt x="96" y="104"/>
                  <a:pt x="99" y="101"/>
                </a:cubicBezTo>
                <a:cubicBezTo>
                  <a:pt x="102" y="98"/>
                  <a:pt x="106" y="97"/>
                  <a:pt x="112" y="97"/>
                </a:cubicBezTo>
                <a:cubicBezTo>
                  <a:pt x="116" y="97"/>
                  <a:pt x="120" y="98"/>
                  <a:pt x="123" y="101"/>
                </a:cubicBezTo>
                <a:cubicBezTo>
                  <a:pt x="126" y="104"/>
                  <a:pt x="127" y="108"/>
                  <a:pt x="127" y="112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6426360" y="4710960"/>
            <a:ext cx="17280" cy="17280"/>
          </a:xfrm>
          <a:custGeom>
            <a:avLst/>
            <a:gdLst/>
            <a:ahLst/>
            <a:rect l="0" t="0" r="r" b="b"/>
            <a:pathLst>
              <a:path w="48" h="48">
                <a:moveTo>
                  <a:pt x="48" y="25"/>
                </a:moveTo>
                <a:cubicBezTo>
                  <a:pt x="48" y="31"/>
                  <a:pt x="46" y="37"/>
                  <a:pt x="41" y="41"/>
                </a:cubicBezTo>
                <a:cubicBezTo>
                  <a:pt x="37" y="46"/>
                  <a:pt x="30" y="48"/>
                  <a:pt x="24" y="48"/>
                </a:cubicBezTo>
                <a:cubicBezTo>
                  <a:pt x="17" y="48"/>
                  <a:pt x="11" y="46"/>
                  <a:pt x="7" y="41"/>
                </a:cubicBezTo>
                <a:cubicBezTo>
                  <a:pt x="2" y="37"/>
                  <a:pt x="0" y="31"/>
                  <a:pt x="0" y="25"/>
                </a:cubicBezTo>
                <a:cubicBezTo>
                  <a:pt x="0" y="18"/>
                  <a:pt x="2" y="12"/>
                  <a:pt x="7" y="8"/>
                </a:cubicBezTo>
                <a:cubicBezTo>
                  <a:pt x="11" y="2"/>
                  <a:pt x="17" y="0"/>
                  <a:pt x="24" y="0"/>
                </a:cubicBezTo>
                <a:cubicBezTo>
                  <a:pt x="30" y="0"/>
                  <a:pt x="37" y="2"/>
                  <a:pt x="41" y="8"/>
                </a:cubicBezTo>
                <a:cubicBezTo>
                  <a:pt x="46" y="12"/>
                  <a:pt x="48" y="18"/>
                  <a:pt x="48" y="25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 txBox="1"/>
          <p:nvPr/>
        </p:nvSpPr>
        <p:spPr>
          <a:xfrm>
            <a:off x="4547160" y="4699800"/>
            <a:ext cx="1591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Meedenken</a:t>
            </a:r>
            <a:r>
              <a:rPr b="0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 · PoC-sessies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 txBox="1"/>
          <p:nvPr/>
        </p:nvSpPr>
        <p:spPr>
          <a:xfrm>
            <a:off x="6581160" y="4699800"/>
            <a:ext cx="2137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Richting geven</a:t>
            </a:r>
            <a:r>
              <a:rPr b="0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 · adviesgroep OKx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3833640" y="5014080"/>
            <a:ext cx="1832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