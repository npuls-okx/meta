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2.jpeg" ContentType="image/jpeg"/>
  <Override PartName="/ppt/media/image15.png" ContentType="image/png"/>
  <Override PartName="/ppt/media/image14.jpeg" ContentType="image/jpeg"/>
  <Override PartName="/ppt/media/image2.png" ContentType="image/png"/>
  <Override PartName="/ppt/media/image1.png" ContentType="image/png"/>
  <Override PartName="/ppt/media/image3.png" ContentType="image/png"/>
  <Override PartName="/ppt/media/image4.png" ContentType="image/png"/>
  <Override PartName="/ppt/media/image13.jpeg" ContentType="image/jpeg"/>
  <Override PartName="/ppt/media/image6.jpeg" ContentType="image/jpeg"/>
  <Override PartName="/ppt/media/image9.jpeg" ContentType="image/jpeg"/>
  <Override PartName="/ppt/media/image11.jpeg" ContentType="image/jpeg"/>
  <Override PartName="/ppt/media/image7.png" ContentType="image/png"/>
  <Override PartName="/ppt/media/image10.jpeg" ContentType="image/jpeg"/>
  <Override PartName="/ppt/media/image8.jpeg" ContentType="image/jpeg"/>
  <Override PartName="/ppt/media/image5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336088" cy="52578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66560" y="195120"/>
            <a:ext cx="8401680" cy="37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30732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14808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56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30732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14808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marL="427680" indent="-3207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55360" indent="-3207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83040" indent="-28512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10720" indent="-21384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3840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6608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299376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jpe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image" Target="../media/image11.jpeg"/><Relationship Id="rId5" Type="http://schemas.openxmlformats.org/officeDocument/2006/relationships/image" Target="../media/image12.jpeg"/><Relationship Id="rId6" Type="http://schemas.openxmlformats.org/officeDocument/2006/relationships/image" Target="../media/image13.jpeg"/><Relationship Id="rId7" Type="http://schemas.openxmlformats.org/officeDocument/2006/relationships/image" Target="../media/image14.jpeg"/><Relationship Id="rId8" Type="http://schemas.openxmlformats.org/officeDocument/2006/relationships/image" Target="../media/image15.png"/><Relationship Id="rId9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4" name=""/>
          <p:cNvSpPr txBox="1"/>
          <p:nvPr/>
        </p:nvSpPr>
        <p:spPr>
          <a:xfrm>
            <a:off x="2979720" y="2028240"/>
            <a:ext cx="39142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80" spc="-1" strike="noStrike">
                <a:solidFill>
                  <a:srgbClr val="1a1a2e"/>
                </a:solidFill>
                <a:latin typeface="Arial"/>
                <a:ea typeface="Arial"/>
              </a:rPr>
              <a:t>Werkgroep OKx</a:t>
            </a:r>
            <a:endParaRPr b="0" lang="en-US" sz="34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257120" y="2656800"/>
            <a:ext cx="770760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a1a2e"/>
                </a:solidFill>
                <a:latin typeface="Arial"/>
                <a:ea typeface="Arial"/>
              </a:rPr>
              <a:t>Elke leerroute die stap voor stap wordt doorlopen, maakt het informatiemodel scherper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733840" y="3037320"/>
            <a:ext cx="44218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6b7280"/>
                </a:solidFill>
                <a:latin typeface="Arial"/>
                <a:ea typeface="Arial"/>
              </a:rPr>
              <a:t>Techniek · voortgang sinds 29 september · 3 november 2026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5" name=""/>
          <p:cNvSpPr/>
          <p:nvPr/>
        </p:nvSpPr>
        <p:spPr>
          <a:xfrm>
            <a:off x="819000" y="485640"/>
            <a:ext cx="7696440" cy="4161960"/>
          </a:xfrm>
          <a:custGeom>
            <a:avLst/>
            <a:gdLst/>
            <a:ahLst/>
            <a:rect l="0" t="0" r="r" b="b"/>
            <a:pathLst>
              <a:path w="21379" h="11561">
                <a:moveTo>
                  <a:pt x="0" y="0"/>
                </a:moveTo>
                <a:lnTo>
                  <a:pt x="21379" y="0"/>
                </a:lnTo>
                <a:lnTo>
                  <a:pt x="21379" y="11561"/>
                </a:lnTo>
                <a:lnTo>
                  <a:pt x="0" y="115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" name=""/>
          <p:cNvSpPr/>
          <p:nvPr/>
        </p:nvSpPr>
        <p:spPr>
          <a:xfrm>
            <a:off x="887400" y="554040"/>
            <a:ext cx="2525400" cy="3167640"/>
          </a:xfrm>
          <a:custGeom>
            <a:avLst/>
            <a:gdLst/>
            <a:ahLst/>
            <a:rect l="0" t="0" r="r" b="b"/>
            <a:pathLst>
              <a:path w="7015" h="8799">
                <a:moveTo>
                  <a:pt x="88" y="0"/>
                </a:moveTo>
                <a:lnTo>
                  <a:pt x="6926" y="0"/>
                </a:lnTo>
                <a:cubicBezTo>
                  <a:pt x="6938" y="0"/>
                  <a:pt x="6950" y="2"/>
                  <a:pt x="6960" y="6"/>
                </a:cubicBezTo>
                <a:cubicBezTo>
                  <a:pt x="6971" y="11"/>
                  <a:pt x="6981" y="17"/>
                  <a:pt x="6989" y="25"/>
                </a:cubicBezTo>
                <a:cubicBezTo>
                  <a:pt x="6997" y="34"/>
                  <a:pt x="7004" y="43"/>
                  <a:pt x="7008" y="54"/>
                </a:cubicBezTo>
                <a:cubicBezTo>
                  <a:pt x="7013" y="65"/>
                  <a:pt x="7015" y="76"/>
                  <a:pt x="7015" y="88"/>
                </a:cubicBezTo>
                <a:lnTo>
                  <a:pt x="7015" y="8710"/>
                </a:lnTo>
                <a:cubicBezTo>
                  <a:pt x="7015" y="8722"/>
                  <a:pt x="7013" y="8733"/>
                  <a:pt x="7008" y="8744"/>
                </a:cubicBezTo>
                <a:cubicBezTo>
                  <a:pt x="7004" y="8755"/>
                  <a:pt x="6997" y="8765"/>
                  <a:pt x="6989" y="8773"/>
                </a:cubicBezTo>
                <a:cubicBezTo>
                  <a:pt x="6981" y="8781"/>
                  <a:pt x="6971" y="8788"/>
                  <a:pt x="6960" y="8792"/>
                </a:cubicBezTo>
                <a:cubicBezTo>
                  <a:pt x="6950" y="8796"/>
                  <a:pt x="6938" y="8799"/>
                  <a:pt x="6926" y="8799"/>
                </a:cubicBezTo>
                <a:lnTo>
                  <a:pt x="88" y="8799"/>
                </a:lnTo>
                <a:cubicBezTo>
                  <a:pt x="77" y="8799"/>
                  <a:pt x="65" y="8796"/>
                  <a:pt x="55" y="8792"/>
                </a:cubicBezTo>
                <a:cubicBezTo>
                  <a:pt x="44" y="8788"/>
                  <a:pt x="34" y="8781"/>
                  <a:pt x="26" y="8773"/>
                </a:cubicBezTo>
                <a:cubicBezTo>
                  <a:pt x="17" y="8765"/>
                  <a:pt x="11" y="8755"/>
                  <a:pt x="7" y="8744"/>
                </a:cubicBezTo>
                <a:cubicBezTo>
                  <a:pt x="2" y="8733"/>
                  <a:pt x="0" y="8722"/>
                  <a:pt x="0" y="8710"/>
                </a:cubicBezTo>
                <a:lnTo>
                  <a:pt x="0" y="88"/>
                </a:lnTo>
                <a:cubicBezTo>
                  <a:pt x="0" y="76"/>
                  <a:pt x="2" y="65"/>
                  <a:pt x="7" y="54"/>
                </a:cubicBezTo>
                <a:cubicBezTo>
                  <a:pt x="11" y="43"/>
                  <a:pt x="17" y="34"/>
                  <a:pt x="26" y="25"/>
                </a:cubicBezTo>
                <a:cubicBezTo>
                  <a:pt x="34" y="17"/>
                  <a:pt x="44" y="11"/>
                  <a:pt x="55" y="6"/>
                </a:cubicBezTo>
                <a:cubicBezTo>
                  <a:pt x="65" y="2"/>
                  <a:pt x="77" y="0"/>
                  <a:pt x="88" y="0"/>
                </a:cubicBezTo>
                <a:close/>
              </a:path>
            </a:pathLst>
          </a:custGeom>
          <a:solidFill>
            <a:srgbClr val="faf5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" name=""/>
          <p:cNvSpPr/>
          <p:nvPr/>
        </p:nvSpPr>
        <p:spPr>
          <a:xfrm>
            <a:off x="887400" y="554040"/>
            <a:ext cx="2525400" cy="3167640"/>
          </a:xfrm>
          <a:custGeom>
            <a:avLst/>
            <a:gdLst/>
            <a:ahLst/>
            <a:rect l="0" t="0" r="r" b="b"/>
            <a:pathLst>
              <a:path w="7015" h="8799">
                <a:moveTo>
                  <a:pt x="88" y="0"/>
                </a:moveTo>
                <a:lnTo>
                  <a:pt x="6926" y="0"/>
                </a:lnTo>
                <a:cubicBezTo>
                  <a:pt x="6938" y="0"/>
                  <a:pt x="6950" y="2"/>
                  <a:pt x="6960" y="6"/>
                </a:cubicBezTo>
                <a:cubicBezTo>
                  <a:pt x="6971" y="11"/>
                  <a:pt x="6981" y="17"/>
                  <a:pt x="6989" y="25"/>
                </a:cubicBezTo>
                <a:cubicBezTo>
                  <a:pt x="6997" y="34"/>
                  <a:pt x="7004" y="43"/>
                  <a:pt x="7008" y="54"/>
                </a:cubicBezTo>
                <a:cubicBezTo>
                  <a:pt x="7013" y="65"/>
                  <a:pt x="7015" y="76"/>
                  <a:pt x="7015" y="88"/>
                </a:cubicBezTo>
                <a:lnTo>
                  <a:pt x="7015" y="8710"/>
                </a:lnTo>
                <a:cubicBezTo>
                  <a:pt x="7015" y="8722"/>
                  <a:pt x="7013" y="8733"/>
                  <a:pt x="7008" y="8744"/>
                </a:cubicBezTo>
                <a:cubicBezTo>
                  <a:pt x="7004" y="8755"/>
                  <a:pt x="6997" y="8765"/>
                  <a:pt x="6989" y="8773"/>
                </a:cubicBezTo>
                <a:cubicBezTo>
                  <a:pt x="6981" y="8781"/>
                  <a:pt x="6971" y="8788"/>
                  <a:pt x="6960" y="8792"/>
                </a:cubicBezTo>
                <a:cubicBezTo>
                  <a:pt x="6950" y="8796"/>
                  <a:pt x="6938" y="8799"/>
                  <a:pt x="6926" y="8799"/>
                </a:cubicBezTo>
                <a:lnTo>
                  <a:pt x="88" y="8799"/>
                </a:lnTo>
                <a:cubicBezTo>
                  <a:pt x="77" y="8799"/>
                  <a:pt x="65" y="8796"/>
                  <a:pt x="55" y="8792"/>
                </a:cubicBezTo>
                <a:cubicBezTo>
                  <a:pt x="44" y="8788"/>
                  <a:pt x="34" y="8781"/>
                  <a:pt x="26" y="8773"/>
                </a:cubicBezTo>
                <a:cubicBezTo>
                  <a:pt x="17" y="8765"/>
                  <a:pt x="11" y="8755"/>
                  <a:pt x="7" y="8744"/>
                </a:cubicBezTo>
                <a:cubicBezTo>
                  <a:pt x="2" y="8733"/>
                  <a:pt x="0" y="8722"/>
                  <a:pt x="0" y="8710"/>
                </a:cubicBezTo>
                <a:lnTo>
                  <a:pt x="0" y="88"/>
                </a:lnTo>
                <a:cubicBezTo>
                  <a:pt x="0" y="76"/>
                  <a:pt x="2" y="65"/>
                  <a:pt x="7" y="54"/>
                </a:cubicBezTo>
                <a:cubicBezTo>
                  <a:pt x="11" y="43"/>
                  <a:pt x="17" y="34"/>
                  <a:pt x="26" y="25"/>
                </a:cubicBezTo>
                <a:cubicBezTo>
                  <a:pt x="34" y="17"/>
                  <a:pt x="44" y="11"/>
                  <a:pt x="55" y="6"/>
                </a:cubicBezTo>
                <a:cubicBezTo>
                  <a:pt x="65" y="2"/>
                  <a:pt x="77" y="0"/>
                  <a:pt x="88" y="0"/>
                </a:cubicBezTo>
                <a:close/>
              </a:path>
            </a:pathLst>
          </a:custGeom>
          <a:noFill/>
          <a:ln w="4320">
            <a:solidFill>
              <a:srgbClr val="e4d8c6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67760" y="123840"/>
            <a:ext cx="401328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dd784b"/>
                </a:solidFill>
                <a:latin typeface="Arial"/>
                <a:ea typeface="Arial"/>
              </a:rPr>
              <a:t>Vertrekpunt 29 september</a:t>
            </a:r>
            <a:endParaRPr b="0" lang="en-US" sz="21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" name=""/>
          <p:cNvSpPr/>
          <p:nvPr/>
        </p:nvSpPr>
        <p:spPr>
          <a:xfrm>
            <a:off x="3571920" y="554040"/>
            <a:ext cx="4875120" cy="3574800"/>
          </a:xfrm>
          <a:custGeom>
            <a:avLst/>
            <a:gdLst/>
            <a:ahLst/>
            <a:rect l="0" t="0" r="r" b="b"/>
            <a:pathLst>
              <a:path w="13542" h="9930">
                <a:moveTo>
                  <a:pt x="89" y="0"/>
                </a:moveTo>
                <a:lnTo>
                  <a:pt x="13454" y="0"/>
                </a:lnTo>
                <a:cubicBezTo>
                  <a:pt x="13465" y="0"/>
                  <a:pt x="13477" y="2"/>
                  <a:pt x="13488" y="6"/>
                </a:cubicBezTo>
                <a:cubicBezTo>
                  <a:pt x="13498" y="11"/>
                  <a:pt x="13508" y="17"/>
                  <a:pt x="13516" y="25"/>
                </a:cubicBezTo>
                <a:cubicBezTo>
                  <a:pt x="13525" y="34"/>
                  <a:pt x="13531" y="43"/>
                  <a:pt x="13536" y="54"/>
                </a:cubicBezTo>
                <a:cubicBezTo>
                  <a:pt x="13540" y="65"/>
                  <a:pt x="13542" y="76"/>
                  <a:pt x="13542" y="88"/>
                </a:cubicBezTo>
                <a:lnTo>
                  <a:pt x="13542" y="9842"/>
                </a:lnTo>
                <a:cubicBezTo>
                  <a:pt x="13542" y="9853"/>
                  <a:pt x="13540" y="9865"/>
                  <a:pt x="13536" y="9875"/>
                </a:cubicBezTo>
                <a:cubicBezTo>
                  <a:pt x="13531" y="9886"/>
                  <a:pt x="13525" y="9896"/>
                  <a:pt x="13516" y="9904"/>
                </a:cubicBezTo>
                <a:cubicBezTo>
                  <a:pt x="13508" y="9912"/>
                  <a:pt x="13498" y="9919"/>
                  <a:pt x="13488" y="9923"/>
                </a:cubicBezTo>
                <a:cubicBezTo>
                  <a:pt x="13477" y="9928"/>
                  <a:pt x="13465" y="9930"/>
                  <a:pt x="13454" y="9930"/>
                </a:cubicBezTo>
                <a:lnTo>
                  <a:pt x="89" y="9930"/>
                </a:lnTo>
                <a:cubicBezTo>
                  <a:pt x="77" y="9930"/>
                  <a:pt x="66" y="9928"/>
                  <a:pt x="55" y="9923"/>
                </a:cubicBezTo>
                <a:cubicBezTo>
                  <a:pt x="44" y="9919"/>
                  <a:pt x="35" y="9912"/>
                  <a:pt x="26" y="9904"/>
                </a:cubicBezTo>
                <a:cubicBezTo>
                  <a:pt x="18" y="9896"/>
                  <a:pt x="11" y="9886"/>
                  <a:pt x="7" y="9875"/>
                </a:cubicBezTo>
                <a:cubicBezTo>
                  <a:pt x="2" y="9865"/>
                  <a:pt x="0" y="9853"/>
                  <a:pt x="0" y="9842"/>
                </a:cubicBezTo>
                <a:lnTo>
                  <a:pt x="0" y="88"/>
                </a:lnTo>
                <a:cubicBezTo>
                  <a:pt x="0" y="76"/>
                  <a:pt x="2" y="65"/>
                  <a:pt x="7" y="54"/>
                </a:cubicBezTo>
                <a:cubicBezTo>
                  <a:pt x="11" y="43"/>
                  <a:pt x="18" y="34"/>
                  <a:pt x="26" y="25"/>
                </a:cubicBezTo>
                <a:cubicBezTo>
                  <a:pt x="35" y="17"/>
                  <a:pt x="44" y="11"/>
                  <a:pt x="55" y="6"/>
                </a:cubicBezTo>
                <a:cubicBezTo>
                  <a:pt x="66" y="2"/>
                  <a:pt x="77" y="0"/>
                  <a:pt x="89" y="0"/>
                </a:cubicBezTo>
                <a:close/>
              </a:path>
            </a:pathLst>
          </a:custGeom>
          <a:solidFill>
            <a:srgbClr val="f0f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" name=""/>
          <p:cNvSpPr/>
          <p:nvPr/>
        </p:nvSpPr>
        <p:spPr>
          <a:xfrm>
            <a:off x="3571920" y="554040"/>
            <a:ext cx="4875120" cy="3574800"/>
          </a:xfrm>
          <a:custGeom>
            <a:avLst/>
            <a:gdLst/>
            <a:ahLst/>
            <a:rect l="0" t="0" r="r" b="b"/>
            <a:pathLst>
              <a:path w="13542" h="9930">
                <a:moveTo>
                  <a:pt x="89" y="0"/>
                </a:moveTo>
                <a:lnTo>
                  <a:pt x="13454" y="0"/>
                </a:lnTo>
                <a:cubicBezTo>
                  <a:pt x="13465" y="0"/>
                  <a:pt x="13477" y="2"/>
                  <a:pt x="13488" y="6"/>
                </a:cubicBezTo>
                <a:cubicBezTo>
                  <a:pt x="13498" y="11"/>
                  <a:pt x="13508" y="17"/>
                  <a:pt x="13516" y="25"/>
                </a:cubicBezTo>
                <a:cubicBezTo>
                  <a:pt x="13525" y="34"/>
                  <a:pt x="13531" y="43"/>
                  <a:pt x="13536" y="54"/>
                </a:cubicBezTo>
                <a:cubicBezTo>
                  <a:pt x="13540" y="65"/>
                  <a:pt x="13542" y="76"/>
                  <a:pt x="13542" y="88"/>
                </a:cubicBezTo>
                <a:lnTo>
                  <a:pt x="13542" y="9842"/>
                </a:lnTo>
                <a:cubicBezTo>
                  <a:pt x="13542" y="9853"/>
                  <a:pt x="13540" y="9865"/>
                  <a:pt x="13536" y="9875"/>
                </a:cubicBezTo>
                <a:cubicBezTo>
                  <a:pt x="13531" y="9886"/>
                  <a:pt x="13525" y="9896"/>
                  <a:pt x="13516" y="9904"/>
                </a:cubicBezTo>
                <a:cubicBezTo>
                  <a:pt x="13508" y="9912"/>
                  <a:pt x="13498" y="9919"/>
                  <a:pt x="13488" y="9923"/>
                </a:cubicBezTo>
                <a:cubicBezTo>
                  <a:pt x="13477" y="9928"/>
                  <a:pt x="13465" y="9930"/>
                  <a:pt x="13454" y="9930"/>
                </a:cubicBezTo>
                <a:lnTo>
                  <a:pt x="89" y="9930"/>
                </a:lnTo>
                <a:cubicBezTo>
                  <a:pt x="77" y="9930"/>
                  <a:pt x="66" y="9928"/>
                  <a:pt x="55" y="9923"/>
                </a:cubicBezTo>
                <a:cubicBezTo>
                  <a:pt x="44" y="9919"/>
                  <a:pt x="35" y="9912"/>
                  <a:pt x="26" y="9904"/>
                </a:cubicBezTo>
                <a:cubicBezTo>
                  <a:pt x="18" y="9896"/>
                  <a:pt x="11" y="9886"/>
                  <a:pt x="7" y="9875"/>
                </a:cubicBezTo>
                <a:cubicBezTo>
                  <a:pt x="2" y="9865"/>
                  <a:pt x="0" y="9853"/>
                  <a:pt x="0" y="9842"/>
                </a:cubicBezTo>
                <a:lnTo>
                  <a:pt x="0" y="88"/>
                </a:lnTo>
                <a:cubicBezTo>
                  <a:pt x="0" y="76"/>
                  <a:pt x="2" y="65"/>
                  <a:pt x="7" y="54"/>
                </a:cubicBezTo>
                <a:cubicBezTo>
                  <a:pt x="11" y="43"/>
                  <a:pt x="18" y="34"/>
                  <a:pt x="26" y="25"/>
                </a:cubicBezTo>
                <a:cubicBezTo>
                  <a:pt x="35" y="17"/>
                  <a:pt x="44" y="11"/>
                  <a:pt x="55" y="6"/>
                </a:cubicBezTo>
                <a:cubicBezTo>
                  <a:pt x="66" y="2"/>
                  <a:pt x="77" y="0"/>
                  <a:pt x="89" y="0"/>
                </a:cubicBezTo>
                <a:close/>
              </a:path>
            </a:pathLst>
          </a:custGeom>
          <a:noFill/>
          <a:ln w="4320">
            <a:solidFill>
              <a:srgbClr val="d3e0ec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942120" y="581040"/>
            <a:ext cx="2245680" cy="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60" spc="-1" strike="noStrike">
                <a:solidFill>
                  <a:srgbClr val="1c1c1c"/>
                </a:solidFill>
                <a:latin typeface="DejaVuSans"/>
                <a:ea typeface="DejaVuSans"/>
              </a:rPr>
              <a:t>(onderwijsontwikkeling) Inrichting van nominale- en keuze aanbod</a:t>
            </a:r>
            <a:endParaRPr b="0" lang="en-US" sz="4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" name=""/>
          <p:cNvSpPr/>
          <p:nvPr/>
        </p:nvSpPr>
        <p:spPr>
          <a:xfrm>
            <a:off x="2213640" y="3056760"/>
            <a:ext cx="809640" cy="610200"/>
          </a:xfrm>
          <a:custGeom>
            <a:avLst/>
            <a:gdLst/>
            <a:ahLst/>
            <a:rect l="0" t="0" r="r" b="b"/>
            <a:pathLst>
              <a:path w="2249" h="1695">
                <a:moveTo>
                  <a:pt x="51" y="0"/>
                </a:moveTo>
                <a:lnTo>
                  <a:pt x="2198" y="0"/>
                </a:lnTo>
                <a:cubicBezTo>
                  <a:pt x="2205" y="0"/>
                  <a:pt x="2211" y="1"/>
                  <a:pt x="2217" y="4"/>
                </a:cubicBezTo>
                <a:cubicBezTo>
                  <a:pt x="2224" y="7"/>
                  <a:pt x="2229" y="10"/>
                  <a:pt x="2234" y="15"/>
                </a:cubicBezTo>
                <a:cubicBezTo>
                  <a:pt x="2238" y="20"/>
                  <a:pt x="2242" y="25"/>
                  <a:pt x="2245" y="31"/>
                </a:cubicBezTo>
                <a:cubicBezTo>
                  <a:pt x="2247" y="38"/>
                  <a:pt x="2249" y="44"/>
                  <a:pt x="2249" y="51"/>
                </a:cubicBezTo>
                <a:lnTo>
                  <a:pt x="2249" y="1644"/>
                </a:lnTo>
                <a:cubicBezTo>
                  <a:pt x="2249" y="1651"/>
                  <a:pt x="2247" y="1658"/>
                  <a:pt x="2245" y="1664"/>
                </a:cubicBezTo>
                <a:cubicBezTo>
                  <a:pt x="2242" y="1670"/>
                  <a:pt x="2238" y="1675"/>
                  <a:pt x="2234" y="1680"/>
                </a:cubicBezTo>
                <a:cubicBezTo>
                  <a:pt x="2229" y="1685"/>
                  <a:pt x="2224" y="1689"/>
                  <a:pt x="2217" y="1691"/>
                </a:cubicBezTo>
                <a:cubicBezTo>
                  <a:pt x="2211" y="1694"/>
                  <a:pt x="2205" y="1695"/>
                  <a:pt x="2198" y="1695"/>
                </a:cubicBezTo>
                <a:lnTo>
                  <a:pt x="51" y="1695"/>
                </a:lnTo>
                <a:cubicBezTo>
                  <a:pt x="44" y="1695"/>
                  <a:pt x="38" y="1694"/>
                  <a:pt x="31" y="1691"/>
                </a:cubicBezTo>
                <a:cubicBezTo>
                  <a:pt x="25" y="1689"/>
                  <a:pt x="20" y="1685"/>
                  <a:pt x="15" y="1680"/>
                </a:cubicBezTo>
                <a:cubicBezTo>
                  <a:pt x="10" y="1675"/>
                  <a:pt x="7" y="1670"/>
                  <a:pt x="4" y="1664"/>
                </a:cubicBezTo>
                <a:cubicBezTo>
                  <a:pt x="2" y="1658"/>
                  <a:pt x="0" y="1651"/>
                  <a:pt x="0" y="1644"/>
                </a:cubicBezTo>
                <a:lnTo>
                  <a:pt x="0" y="51"/>
                </a:lnTo>
                <a:cubicBezTo>
                  <a:pt x="0" y="44"/>
                  <a:pt x="2" y="38"/>
                  <a:pt x="4" y="31"/>
                </a:cubicBezTo>
                <a:cubicBezTo>
                  <a:pt x="7" y="25"/>
                  <a:pt x="10" y="20"/>
                  <a:pt x="15" y="15"/>
                </a:cubicBezTo>
                <a:cubicBezTo>
                  <a:pt x="20" y="10"/>
                  <a:pt x="25" y="7"/>
                  <a:pt x="31" y="4"/>
                </a:cubicBezTo>
                <a:cubicBezTo>
                  <a:pt x="38" y="1"/>
                  <a:pt x="44" y="0"/>
                  <a:pt x="51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" name=""/>
          <p:cNvSpPr/>
          <p:nvPr/>
        </p:nvSpPr>
        <p:spPr>
          <a:xfrm>
            <a:off x="2212200" y="3055320"/>
            <a:ext cx="812520" cy="613080"/>
          </a:xfrm>
          <a:custGeom>
            <a:avLst/>
            <a:gdLst/>
            <a:ahLst/>
            <a:rect l="0" t="0" r="r" b="b"/>
            <a:pathLst>
              <a:path w="2257" h="1703">
                <a:moveTo>
                  <a:pt x="131" y="0"/>
                </a:moveTo>
                <a:lnTo>
                  <a:pt x="175" y="0"/>
                </a:lnTo>
                <a:lnTo>
                  <a:pt x="175" y="9"/>
                </a:lnTo>
                <a:lnTo>
                  <a:pt x="131" y="9"/>
                </a:lnTo>
                <a:lnTo>
                  <a:pt x="131" y="0"/>
                </a:lnTo>
                <a:moveTo>
                  <a:pt x="207" y="0"/>
                </a:moveTo>
                <a:lnTo>
                  <a:pt x="251" y="0"/>
                </a:lnTo>
                <a:lnTo>
                  <a:pt x="251" y="9"/>
                </a:lnTo>
                <a:lnTo>
                  <a:pt x="207" y="9"/>
                </a:lnTo>
                <a:lnTo>
                  <a:pt x="207" y="0"/>
                </a:lnTo>
                <a:moveTo>
                  <a:pt x="283" y="0"/>
                </a:moveTo>
                <a:lnTo>
                  <a:pt x="327" y="0"/>
                </a:lnTo>
                <a:lnTo>
                  <a:pt x="327" y="9"/>
                </a:lnTo>
                <a:lnTo>
                  <a:pt x="283" y="9"/>
                </a:lnTo>
                <a:lnTo>
                  <a:pt x="283" y="0"/>
                </a:lnTo>
                <a:moveTo>
                  <a:pt x="359" y="0"/>
                </a:moveTo>
                <a:lnTo>
                  <a:pt x="403" y="0"/>
                </a:lnTo>
                <a:lnTo>
                  <a:pt x="403" y="9"/>
                </a:lnTo>
                <a:lnTo>
                  <a:pt x="359" y="9"/>
                </a:lnTo>
                <a:lnTo>
                  <a:pt x="359" y="0"/>
                </a:lnTo>
                <a:moveTo>
                  <a:pt x="435" y="0"/>
                </a:moveTo>
                <a:lnTo>
                  <a:pt x="479" y="0"/>
                </a:lnTo>
                <a:lnTo>
                  <a:pt x="479" y="9"/>
                </a:lnTo>
                <a:lnTo>
                  <a:pt x="435" y="9"/>
                </a:lnTo>
                <a:lnTo>
                  <a:pt x="435" y="0"/>
                </a:lnTo>
                <a:moveTo>
                  <a:pt x="511" y="0"/>
                </a:moveTo>
                <a:lnTo>
                  <a:pt x="555" y="0"/>
                </a:lnTo>
                <a:lnTo>
                  <a:pt x="555" y="9"/>
                </a:lnTo>
                <a:lnTo>
                  <a:pt x="511" y="9"/>
                </a:lnTo>
                <a:lnTo>
                  <a:pt x="511" y="0"/>
                </a:lnTo>
                <a:moveTo>
                  <a:pt x="587" y="0"/>
                </a:moveTo>
                <a:lnTo>
                  <a:pt x="631" y="0"/>
                </a:lnTo>
                <a:lnTo>
                  <a:pt x="631" y="9"/>
                </a:lnTo>
                <a:lnTo>
                  <a:pt x="587" y="9"/>
                </a:lnTo>
                <a:lnTo>
                  <a:pt x="587" y="0"/>
                </a:lnTo>
                <a:moveTo>
                  <a:pt x="663" y="0"/>
                </a:moveTo>
                <a:lnTo>
                  <a:pt x="707" y="0"/>
                </a:lnTo>
                <a:lnTo>
                  <a:pt x="707" y="9"/>
                </a:lnTo>
                <a:lnTo>
                  <a:pt x="663" y="9"/>
                </a:lnTo>
                <a:lnTo>
                  <a:pt x="663" y="0"/>
                </a:lnTo>
                <a:moveTo>
                  <a:pt x="739" y="0"/>
                </a:moveTo>
                <a:lnTo>
                  <a:pt x="783" y="0"/>
                </a:lnTo>
                <a:lnTo>
                  <a:pt x="783" y="9"/>
                </a:lnTo>
                <a:lnTo>
                  <a:pt x="739" y="9"/>
                </a:lnTo>
                <a:lnTo>
                  <a:pt x="739" y="0"/>
                </a:lnTo>
                <a:moveTo>
                  <a:pt x="815" y="0"/>
                </a:moveTo>
                <a:lnTo>
                  <a:pt x="859" y="0"/>
                </a:lnTo>
                <a:lnTo>
                  <a:pt x="859" y="9"/>
                </a:lnTo>
                <a:lnTo>
                  <a:pt x="815" y="9"/>
                </a:lnTo>
                <a:lnTo>
                  <a:pt x="815" y="0"/>
                </a:lnTo>
                <a:moveTo>
                  <a:pt x="891" y="0"/>
                </a:moveTo>
                <a:lnTo>
                  <a:pt x="935" y="0"/>
                </a:lnTo>
                <a:lnTo>
                  <a:pt x="935" y="9"/>
                </a:lnTo>
                <a:lnTo>
                  <a:pt x="891" y="9"/>
                </a:lnTo>
                <a:lnTo>
                  <a:pt x="891" y="0"/>
                </a:lnTo>
                <a:moveTo>
                  <a:pt x="966" y="0"/>
                </a:moveTo>
                <a:lnTo>
                  <a:pt x="1011" y="0"/>
                </a:lnTo>
                <a:lnTo>
                  <a:pt x="1011" y="9"/>
                </a:lnTo>
                <a:lnTo>
                  <a:pt x="966" y="9"/>
                </a:lnTo>
                <a:lnTo>
                  <a:pt x="966" y="0"/>
                </a:lnTo>
                <a:moveTo>
                  <a:pt x="1042" y="0"/>
                </a:moveTo>
                <a:lnTo>
                  <a:pt x="1087" y="0"/>
                </a:lnTo>
                <a:lnTo>
                  <a:pt x="1087" y="9"/>
                </a:lnTo>
                <a:lnTo>
                  <a:pt x="1042" y="9"/>
                </a:lnTo>
                <a:lnTo>
                  <a:pt x="1042" y="0"/>
                </a:lnTo>
                <a:moveTo>
                  <a:pt x="1118" y="0"/>
                </a:moveTo>
                <a:lnTo>
                  <a:pt x="1163" y="0"/>
                </a:lnTo>
                <a:lnTo>
                  <a:pt x="1163" y="9"/>
                </a:lnTo>
                <a:lnTo>
                  <a:pt x="1118" y="9"/>
                </a:lnTo>
                <a:lnTo>
                  <a:pt x="1118" y="0"/>
                </a:lnTo>
                <a:moveTo>
                  <a:pt x="1194" y="0"/>
                </a:moveTo>
                <a:lnTo>
                  <a:pt x="1239" y="0"/>
                </a:lnTo>
                <a:lnTo>
                  <a:pt x="1239" y="9"/>
                </a:lnTo>
                <a:lnTo>
                  <a:pt x="1194" y="9"/>
                </a:lnTo>
                <a:lnTo>
                  <a:pt x="1194" y="0"/>
                </a:lnTo>
                <a:moveTo>
                  <a:pt x="1270" y="0"/>
                </a:moveTo>
                <a:lnTo>
                  <a:pt x="1315" y="0"/>
                </a:lnTo>
                <a:lnTo>
                  <a:pt x="1315" y="9"/>
                </a:lnTo>
                <a:lnTo>
                  <a:pt x="1270" y="9"/>
                </a:lnTo>
                <a:lnTo>
                  <a:pt x="1270" y="0"/>
                </a:lnTo>
                <a:moveTo>
                  <a:pt x="1346" y="0"/>
                </a:moveTo>
                <a:lnTo>
                  <a:pt x="1391" y="0"/>
                </a:lnTo>
                <a:lnTo>
                  <a:pt x="1391" y="9"/>
                </a:lnTo>
                <a:lnTo>
                  <a:pt x="1346" y="9"/>
                </a:lnTo>
                <a:lnTo>
                  <a:pt x="1346" y="0"/>
                </a:lnTo>
                <a:moveTo>
                  <a:pt x="1422" y="0"/>
                </a:moveTo>
                <a:lnTo>
                  <a:pt x="1467" y="0"/>
                </a:lnTo>
                <a:lnTo>
                  <a:pt x="1467" y="9"/>
                </a:lnTo>
                <a:lnTo>
                  <a:pt x="1422" y="9"/>
                </a:lnTo>
                <a:lnTo>
                  <a:pt x="1422" y="0"/>
                </a:lnTo>
                <a:moveTo>
                  <a:pt x="1498" y="0"/>
                </a:moveTo>
                <a:lnTo>
                  <a:pt x="1543" y="0"/>
                </a:lnTo>
                <a:lnTo>
                  <a:pt x="1543" y="9"/>
                </a:lnTo>
                <a:lnTo>
                  <a:pt x="1498" y="9"/>
                </a:lnTo>
                <a:lnTo>
                  <a:pt x="1498" y="0"/>
                </a:lnTo>
                <a:moveTo>
                  <a:pt x="1574" y="0"/>
                </a:moveTo>
                <a:lnTo>
                  <a:pt x="1619" y="0"/>
                </a:lnTo>
                <a:lnTo>
                  <a:pt x="1619" y="9"/>
                </a:lnTo>
                <a:lnTo>
                  <a:pt x="1574" y="9"/>
                </a:lnTo>
                <a:lnTo>
                  <a:pt x="1574" y="0"/>
                </a:lnTo>
                <a:moveTo>
                  <a:pt x="1650" y="0"/>
                </a:moveTo>
                <a:lnTo>
                  <a:pt x="1694" y="0"/>
                </a:lnTo>
                <a:lnTo>
                  <a:pt x="1694" y="9"/>
                </a:lnTo>
                <a:lnTo>
                  <a:pt x="1650" y="9"/>
                </a:lnTo>
                <a:lnTo>
                  <a:pt x="1650" y="0"/>
                </a:lnTo>
                <a:moveTo>
                  <a:pt x="1726" y="0"/>
                </a:moveTo>
                <a:lnTo>
                  <a:pt x="1771" y="0"/>
                </a:lnTo>
                <a:lnTo>
                  <a:pt x="1771" y="9"/>
                </a:lnTo>
                <a:lnTo>
                  <a:pt x="1726" y="9"/>
                </a:lnTo>
                <a:lnTo>
                  <a:pt x="1726" y="0"/>
                </a:lnTo>
                <a:moveTo>
                  <a:pt x="1803" y="0"/>
                </a:moveTo>
                <a:lnTo>
                  <a:pt x="1847" y="0"/>
                </a:lnTo>
                <a:lnTo>
                  <a:pt x="1847" y="9"/>
                </a:lnTo>
                <a:lnTo>
                  <a:pt x="1803" y="9"/>
                </a:lnTo>
                <a:lnTo>
                  <a:pt x="1803" y="0"/>
                </a:lnTo>
                <a:moveTo>
                  <a:pt x="1879" y="0"/>
                </a:moveTo>
                <a:lnTo>
                  <a:pt x="1923" y="0"/>
                </a:lnTo>
                <a:lnTo>
                  <a:pt x="1923" y="9"/>
                </a:lnTo>
                <a:lnTo>
                  <a:pt x="1879" y="9"/>
                </a:lnTo>
                <a:lnTo>
                  <a:pt x="1879" y="0"/>
                </a:lnTo>
                <a:moveTo>
                  <a:pt x="1955" y="0"/>
                </a:moveTo>
                <a:lnTo>
                  <a:pt x="1999" y="0"/>
                </a:lnTo>
                <a:lnTo>
                  <a:pt x="1999" y="9"/>
                </a:lnTo>
                <a:lnTo>
                  <a:pt x="1955" y="9"/>
                </a:lnTo>
                <a:lnTo>
                  <a:pt x="1955" y="0"/>
                </a:lnTo>
                <a:moveTo>
                  <a:pt x="2031" y="0"/>
                </a:moveTo>
                <a:lnTo>
                  <a:pt x="2075" y="0"/>
                </a:lnTo>
                <a:lnTo>
                  <a:pt x="2075" y="9"/>
                </a:lnTo>
                <a:lnTo>
                  <a:pt x="2031" y="9"/>
                </a:lnTo>
                <a:lnTo>
                  <a:pt x="2031" y="0"/>
                </a:lnTo>
                <a:moveTo>
                  <a:pt x="2107" y="0"/>
                </a:moveTo>
                <a:lnTo>
                  <a:pt x="2151" y="0"/>
                </a:lnTo>
                <a:lnTo>
                  <a:pt x="2151" y="9"/>
                </a:lnTo>
                <a:lnTo>
                  <a:pt x="2107" y="9"/>
                </a:lnTo>
                <a:lnTo>
                  <a:pt x="2107" y="0"/>
                </a:lnTo>
                <a:moveTo>
                  <a:pt x="2183" y="0"/>
                </a:moveTo>
                <a:lnTo>
                  <a:pt x="2202" y="0"/>
                </a:lnTo>
                <a:cubicBezTo>
                  <a:pt x="2211" y="0"/>
                  <a:pt x="2220" y="2"/>
                  <a:pt x="2228" y="6"/>
                </a:cubicBezTo>
                <a:lnTo>
                  <a:pt x="2224" y="14"/>
                </a:lnTo>
                <a:cubicBezTo>
                  <a:pt x="2217" y="10"/>
                  <a:pt x="2210" y="9"/>
                  <a:pt x="2202" y="9"/>
                </a:cubicBezTo>
                <a:lnTo>
                  <a:pt x="2183" y="9"/>
                </a:lnTo>
                <a:lnTo>
                  <a:pt x="2183" y="0"/>
                </a:lnTo>
                <a:moveTo>
                  <a:pt x="2252" y="31"/>
                </a:moveTo>
                <a:cubicBezTo>
                  <a:pt x="2255" y="39"/>
                  <a:pt x="2257" y="47"/>
                  <a:pt x="2257" y="55"/>
                </a:cubicBezTo>
                <a:lnTo>
                  <a:pt x="2257" y="77"/>
                </a:lnTo>
                <a:lnTo>
                  <a:pt x="2248" y="77"/>
                </a:lnTo>
                <a:lnTo>
                  <a:pt x="2248" y="55"/>
                </a:lnTo>
                <a:cubicBezTo>
                  <a:pt x="2248" y="48"/>
                  <a:pt x="2247" y="41"/>
                  <a:pt x="2244" y="35"/>
                </a:cubicBezTo>
                <a:lnTo>
                  <a:pt x="2252" y="31"/>
                </a:lnTo>
                <a:moveTo>
                  <a:pt x="2257" y="109"/>
                </a:moveTo>
                <a:lnTo>
                  <a:pt x="2257" y="153"/>
                </a:lnTo>
                <a:lnTo>
                  <a:pt x="2248" y="153"/>
                </a:lnTo>
                <a:lnTo>
                  <a:pt x="2248" y="109"/>
                </a:lnTo>
                <a:lnTo>
                  <a:pt x="2257" y="109"/>
                </a:lnTo>
                <a:moveTo>
                  <a:pt x="2257" y="184"/>
                </a:moveTo>
                <a:lnTo>
                  <a:pt x="2257" y="229"/>
                </a:lnTo>
                <a:lnTo>
                  <a:pt x="2248" y="229"/>
                </a:lnTo>
                <a:lnTo>
                  <a:pt x="2248" y="184"/>
                </a:lnTo>
                <a:lnTo>
                  <a:pt x="2257" y="184"/>
                </a:lnTo>
                <a:moveTo>
                  <a:pt x="2257" y="260"/>
                </a:moveTo>
                <a:lnTo>
                  <a:pt x="2257" y="304"/>
                </a:lnTo>
                <a:lnTo>
                  <a:pt x="2248" y="304"/>
                </a:lnTo>
                <a:lnTo>
                  <a:pt x="2248" y="260"/>
                </a:lnTo>
                <a:lnTo>
                  <a:pt x="2257" y="260"/>
                </a:lnTo>
                <a:moveTo>
                  <a:pt x="2257" y="336"/>
                </a:moveTo>
                <a:lnTo>
                  <a:pt x="2257" y="380"/>
                </a:lnTo>
                <a:lnTo>
                  <a:pt x="2248" y="380"/>
                </a:lnTo>
                <a:lnTo>
                  <a:pt x="2248" y="336"/>
                </a:lnTo>
                <a:lnTo>
                  <a:pt x="2257" y="336"/>
                </a:lnTo>
                <a:moveTo>
                  <a:pt x="2257" y="412"/>
                </a:moveTo>
                <a:lnTo>
                  <a:pt x="2257" y="456"/>
                </a:lnTo>
                <a:lnTo>
                  <a:pt x="2248" y="456"/>
                </a:lnTo>
                <a:lnTo>
                  <a:pt x="2248" y="412"/>
                </a:lnTo>
                <a:lnTo>
                  <a:pt x="2257" y="412"/>
                </a:lnTo>
                <a:moveTo>
                  <a:pt x="2257" y="488"/>
                </a:moveTo>
                <a:lnTo>
                  <a:pt x="2257" y="532"/>
                </a:lnTo>
                <a:lnTo>
                  <a:pt x="2248" y="532"/>
                </a:lnTo>
                <a:lnTo>
                  <a:pt x="2248" y="488"/>
                </a:lnTo>
                <a:lnTo>
                  <a:pt x="2257" y="488"/>
                </a:lnTo>
                <a:moveTo>
                  <a:pt x="2257" y="564"/>
                </a:moveTo>
                <a:lnTo>
                  <a:pt x="2257" y="608"/>
                </a:lnTo>
                <a:lnTo>
                  <a:pt x="2248" y="608"/>
                </a:lnTo>
                <a:lnTo>
                  <a:pt x="2248" y="564"/>
                </a:lnTo>
                <a:lnTo>
                  <a:pt x="2257" y="564"/>
                </a:lnTo>
                <a:moveTo>
                  <a:pt x="2257" y="639"/>
                </a:moveTo>
                <a:lnTo>
                  <a:pt x="2257" y="684"/>
                </a:lnTo>
                <a:lnTo>
                  <a:pt x="2248" y="684"/>
                </a:lnTo>
                <a:lnTo>
                  <a:pt x="2248" y="639"/>
                </a:lnTo>
                <a:lnTo>
                  <a:pt x="2257" y="639"/>
                </a:lnTo>
                <a:moveTo>
                  <a:pt x="2257" y="715"/>
                </a:moveTo>
                <a:lnTo>
                  <a:pt x="2257" y="760"/>
                </a:lnTo>
                <a:lnTo>
                  <a:pt x="2248" y="760"/>
                </a:lnTo>
                <a:lnTo>
                  <a:pt x="2248" y="715"/>
                </a:lnTo>
                <a:lnTo>
                  <a:pt x="2257" y="715"/>
                </a:lnTo>
                <a:moveTo>
                  <a:pt x="2257" y="791"/>
                </a:moveTo>
                <a:lnTo>
                  <a:pt x="2257" y="835"/>
                </a:lnTo>
                <a:lnTo>
                  <a:pt x="2248" y="835"/>
                </a:lnTo>
                <a:lnTo>
                  <a:pt x="2248" y="791"/>
                </a:lnTo>
                <a:lnTo>
                  <a:pt x="2257" y="791"/>
                </a:lnTo>
                <a:moveTo>
                  <a:pt x="2257" y="867"/>
                </a:moveTo>
                <a:lnTo>
                  <a:pt x="2257" y="912"/>
                </a:lnTo>
                <a:lnTo>
                  <a:pt x="2248" y="912"/>
                </a:lnTo>
                <a:lnTo>
                  <a:pt x="2248" y="867"/>
                </a:lnTo>
                <a:lnTo>
                  <a:pt x="2257" y="867"/>
                </a:lnTo>
                <a:moveTo>
                  <a:pt x="2257" y="944"/>
                </a:moveTo>
                <a:lnTo>
                  <a:pt x="2257" y="988"/>
                </a:lnTo>
                <a:lnTo>
                  <a:pt x="2248" y="988"/>
                </a:lnTo>
                <a:lnTo>
                  <a:pt x="2248" y="944"/>
                </a:lnTo>
                <a:lnTo>
                  <a:pt x="2257" y="944"/>
                </a:lnTo>
                <a:moveTo>
                  <a:pt x="2257" y="1020"/>
                </a:moveTo>
                <a:lnTo>
                  <a:pt x="2257" y="1064"/>
                </a:lnTo>
                <a:lnTo>
                  <a:pt x="2248" y="1064"/>
                </a:lnTo>
                <a:lnTo>
                  <a:pt x="2248" y="1020"/>
                </a:lnTo>
                <a:lnTo>
                  <a:pt x="2257" y="1020"/>
                </a:lnTo>
                <a:moveTo>
                  <a:pt x="2257" y="1096"/>
                </a:moveTo>
                <a:lnTo>
                  <a:pt x="2257" y="1140"/>
                </a:lnTo>
                <a:lnTo>
                  <a:pt x="2248" y="1140"/>
                </a:lnTo>
                <a:lnTo>
                  <a:pt x="2248" y="1096"/>
                </a:lnTo>
                <a:lnTo>
                  <a:pt x="2257" y="1096"/>
                </a:lnTo>
                <a:moveTo>
                  <a:pt x="2257" y="1171"/>
                </a:moveTo>
                <a:lnTo>
                  <a:pt x="2257" y="1216"/>
                </a:lnTo>
                <a:lnTo>
                  <a:pt x="2248" y="1216"/>
                </a:lnTo>
                <a:lnTo>
                  <a:pt x="2248" y="1171"/>
                </a:lnTo>
                <a:lnTo>
                  <a:pt x="2257" y="1171"/>
                </a:lnTo>
                <a:moveTo>
                  <a:pt x="2257" y="1247"/>
                </a:moveTo>
                <a:lnTo>
                  <a:pt x="2257" y="1291"/>
                </a:lnTo>
                <a:lnTo>
                  <a:pt x="2248" y="1291"/>
                </a:lnTo>
                <a:lnTo>
                  <a:pt x="2248" y="1247"/>
                </a:lnTo>
                <a:lnTo>
                  <a:pt x="2257" y="1247"/>
                </a:lnTo>
                <a:moveTo>
                  <a:pt x="2257" y="1323"/>
                </a:moveTo>
                <a:lnTo>
                  <a:pt x="2257" y="1367"/>
                </a:lnTo>
                <a:lnTo>
                  <a:pt x="2248" y="1367"/>
                </a:lnTo>
                <a:lnTo>
                  <a:pt x="2248" y="1323"/>
                </a:lnTo>
                <a:lnTo>
                  <a:pt x="2257" y="1323"/>
                </a:lnTo>
                <a:moveTo>
                  <a:pt x="2257" y="1399"/>
                </a:moveTo>
                <a:lnTo>
                  <a:pt x="2257" y="1443"/>
                </a:lnTo>
                <a:lnTo>
                  <a:pt x="2248" y="1443"/>
                </a:lnTo>
                <a:lnTo>
                  <a:pt x="2248" y="1399"/>
                </a:lnTo>
                <a:lnTo>
                  <a:pt x="2257" y="1399"/>
                </a:lnTo>
                <a:moveTo>
                  <a:pt x="2257" y="1475"/>
                </a:moveTo>
                <a:lnTo>
                  <a:pt x="2257" y="1519"/>
                </a:lnTo>
                <a:lnTo>
                  <a:pt x="2248" y="1519"/>
                </a:lnTo>
                <a:lnTo>
                  <a:pt x="2248" y="1475"/>
                </a:lnTo>
                <a:lnTo>
                  <a:pt x="2257" y="1475"/>
                </a:lnTo>
                <a:moveTo>
                  <a:pt x="2257" y="1551"/>
                </a:moveTo>
                <a:lnTo>
                  <a:pt x="2257" y="1595"/>
                </a:lnTo>
                <a:lnTo>
                  <a:pt x="2248" y="1595"/>
                </a:lnTo>
                <a:lnTo>
                  <a:pt x="2248" y="1551"/>
                </a:lnTo>
                <a:lnTo>
                  <a:pt x="2257" y="1551"/>
                </a:lnTo>
                <a:moveTo>
                  <a:pt x="2257" y="1626"/>
                </a:moveTo>
                <a:lnTo>
                  <a:pt x="2257" y="1648"/>
                </a:lnTo>
                <a:cubicBezTo>
                  <a:pt x="2257" y="1657"/>
                  <a:pt x="2255" y="1665"/>
                  <a:pt x="2252" y="1672"/>
                </a:cubicBezTo>
                <a:lnTo>
                  <a:pt x="2244" y="1668"/>
                </a:lnTo>
                <a:cubicBezTo>
                  <a:pt x="2247" y="1662"/>
                  <a:pt x="2248" y="1655"/>
                  <a:pt x="2248" y="1648"/>
                </a:cubicBezTo>
                <a:lnTo>
                  <a:pt x="2248" y="1626"/>
                </a:lnTo>
                <a:lnTo>
                  <a:pt x="2257" y="1626"/>
                </a:lnTo>
                <a:moveTo>
                  <a:pt x="2228" y="1697"/>
                </a:moveTo>
                <a:cubicBezTo>
                  <a:pt x="2220" y="1701"/>
                  <a:pt x="2211" y="1703"/>
                  <a:pt x="2202" y="1703"/>
                </a:cubicBezTo>
                <a:lnTo>
                  <a:pt x="2183" y="1703"/>
                </a:lnTo>
                <a:lnTo>
                  <a:pt x="2183" y="1695"/>
                </a:lnTo>
                <a:lnTo>
                  <a:pt x="2202" y="1695"/>
                </a:lnTo>
                <a:cubicBezTo>
                  <a:pt x="2210" y="1695"/>
                  <a:pt x="2217" y="1693"/>
                  <a:pt x="2224" y="1689"/>
                </a:cubicBezTo>
                <a:lnTo>
                  <a:pt x="2228" y="1697"/>
                </a:lnTo>
                <a:moveTo>
                  <a:pt x="2151" y="1703"/>
                </a:moveTo>
                <a:lnTo>
                  <a:pt x="2107" y="1703"/>
                </a:lnTo>
                <a:lnTo>
                  <a:pt x="2107" y="1695"/>
                </a:lnTo>
                <a:lnTo>
                  <a:pt x="2151" y="1695"/>
                </a:lnTo>
                <a:lnTo>
                  <a:pt x="2151" y="1703"/>
                </a:lnTo>
                <a:moveTo>
                  <a:pt x="2075" y="1703"/>
                </a:moveTo>
                <a:lnTo>
                  <a:pt x="2031" y="1703"/>
                </a:lnTo>
                <a:lnTo>
                  <a:pt x="2031" y="1695"/>
                </a:lnTo>
                <a:lnTo>
                  <a:pt x="2075" y="1695"/>
                </a:lnTo>
                <a:lnTo>
                  <a:pt x="2075" y="1703"/>
                </a:lnTo>
                <a:moveTo>
                  <a:pt x="1999" y="1703"/>
                </a:moveTo>
                <a:lnTo>
                  <a:pt x="1955" y="1703"/>
                </a:lnTo>
                <a:lnTo>
                  <a:pt x="1955" y="1695"/>
                </a:lnTo>
                <a:lnTo>
                  <a:pt x="1999" y="1695"/>
                </a:lnTo>
                <a:lnTo>
                  <a:pt x="1999" y="1703"/>
                </a:lnTo>
                <a:moveTo>
                  <a:pt x="1923" y="1703"/>
                </a:moveTo>
                <a:lnTo>
                  <a:pt x="1879" y="1703"/>
                </a:lnTo>
                <a:lnTo>
                  <a:pt x="1879" y="1695"/>
                </a:lnTo>
                <a:lnTo>
                  <a:pt x="1923" y="1695"/>
                </a:lnTo>
                <a:lnTo>
                  <a:pt x="1923" y="1703"/>
                </a:lnTo>
                <a:moveTo>
                  <a:pt x="1847" y="1703"/>
                </a:moveTo>
                <a:lnTo>
                  <a:pt x="1803" y="1703"/>
                </a:lnTo>
                <a:lnTo>
                  <a:pt x="1803" y="1695"/>
                </a:lnTo>
                <a:lnTo>
                  <a:pt x="1847" y="1695"/>
                </a:lnTo>
                <a:lnTo>
                  <a:pt x="1847" y="1703"/>
                </a:lnTo>
                <a:moveTo>
                  <a:pt x="1771" y="1703"/>
                </a:moveTo>
                <a:lnTo>
                  <a:pt x="1726" y="1703"/>
                </a:lnTo>
                <a:lnTo>
                  <a:pt x="1726" y="1695"/>
                </a:lnTo>
                <a:lnTo>
                  <a:pt x="1771" y="1695"/>
                </a:lnTo>
                <a:lnTo>
                  <a:pt x="1771" y="1703"/>
                </a:lnTo>
                <a:moveTo>
                  <a:pt x="1694" y="1703"/>
                </a:moveTo>
                <a:lnTo>
                  <a:pt x="1650" y="1703"/>
                </a:lnTo>
                <a:lnTo>
                  <a:pt x="1650" y="1695"/>
                </a:lnTo>
                <a:lnTo>
                  <a:pt x="1694" y="1695"/>
                </a:lnTo>
                <a:lnTo>
                  <a:pt x="1694" y="1703"/>
                </a:lnTo>
                <a:moveTo>
                  <a:pt x="1618" y="1703"/>
                </a:moveTo>
                <a:lnTo>
                  <a:pt x="1574" y="1703"/>
                </a:lnTo>
                <a:lnTo>
                  <a:pt x="1574" y="1695"/>
                </a:lnTo>
                <a:lnTo>
                  <a:pt x="1618" y="1695"/>
                </a:lnTo>
                <a:lnTo>
                  <a:pt x="1618" y="1703"/>
                </a:lnTo>
                <a:moveTo>
                  <a:pt x="1542" y="1703"/>
                </a:moveTo>
                <a:lnTo>
                  <a:pt x="1498" y="1703"/>
                </a:lnTo>
                <a:lnTo>
                  <a:pt x="1498" y="1695"/>
                </a:lnTo>
                <a:lnTo>
                  <a:pt x="1542" y="1695"/>
                </a:lnTo>
                <a:lnTo>
                  <a:pt x="1542" y="1703"/>
                </a:lnTo>
                <a:moveTo>
                  <a:pt x="1466" y="1703"/>
                </a:moveTo>
                <a:lnTo>
                  <a:pt x="1422" y="1703"/>
                </a:lnTo>
                <a:lnTo>
                  <a:pt x="1422" y="1695"/>
                </a:lnTo>
                <a:lnTo>
                  <a:pt x="1466" y="1695"/>
                </a:lnTo>
                <a:lnTo>
                  <a:pt x="1466" y="1703"/>
                </a:lnTo>
                <a:moveTo>
                  <a:pt x="1390" y="1703"/>
                </a:moveTo>
                <a:lnTo>
                  <a:pt x="1346" y="1703"/>
                </a:lnTo>
                <a:lnTo>
                  <a:pt x="1346" y="1695"/>
                </a:lnTo>
                <a:lnTo>
                  <a:pt x="1390" y="1695"/>
                </a:lnTo>
                <a:lnTo>
                  <a:pt x="1390" y="1703"/>
                </a:lnTo>
                <a:moveTo>
                  <a:pt x="1314" y="1703"/>
                </a:moveTo>
                <a:lnTo>
                  <a:pt x="1270" y="1703"/>
                </a:lnTo>
                <a:lnTo>
                  <a:pt x="1270" y="1695"/>
                </a:lnTo>
                <a:lnTo>
                  <a:pt x="1314" y="1695"/>
                </a:lnTo>
                <a:lnTo>
                  <a:pt x="1314" y="1703"/>
                </a:lnTo>
                <a:moveTo>
                  <a:pt x="1239" y="1703"/>
                </a:moveTo>
                <a:lnTo>
                  <a:pt x="1194" y="1703"/>
                </a:lnTo>
                <a:lnTo>
                  <a:pt x="1194" y="1695"/>
                </a:lnTo>
                <a:lnTo>
                  <a:pt x="1239" y="1695"/>
                </a:lnTo>
                <a:lnTo>
                  <a:pt x="1239" y="1703"/>
                </a:lnTo>
                <a:moveTo>
                  <a:pt x="1163" y="1703"/>
                </a:moveTo>
                <a:lnTo>
                  <a:pt x="1118" y="1703"/>
                </a:lnTo>
                <a:lnTo>
                  <a:pt x="1118" y="1695"/>
                </a:lnTo>
                <a:lnTo>
                  <a:pt x="1163" y="1695"/>
                </a:lnTo>
                <a:lnTo>
                  <a:pt x="1163" y="1703"/>
                </a:lnTo>
                <a:moveTo>
                  <a:pt x="1087" y="1703"/>
                </a:moveTo>
                <a:lnTo>
                  <a:pt x="1042" y="1703"/>
                </a:lnTo>
                <a:lnTo>
                  <a:pt x="1042" y="1695"/>
                </a:lnTo>
                <a:lnTo>
                  <a:pt x="1087" y="1695"/>
                </a:lnTo>
                <a:lnTo>
                  <a:pt x="1087" y="1703"/>
                </a:lnTo>
                <a:moveTo>
                  <a:pt x="1011" y="1703"/>
                </a:moveTo>
                <a:lnTo>
                  <a:pt x="966" y="1703"/>
                </a:lnTo>
                <a:lnTo>
                  <a:pt x="966" y="1695"/>
                </a:lnTo>
                <a:lnTo>
                  <a:pt x="1011" y="1695"/>
                </a:lnTo>
                <a:lnTo>
                  <a:pt x="1011" y="1703"/>
                </a:lnTo>
                <a:moveTo>
                  <a:pt x="935" y="1703"/>
                </a:moveTo>
                <a:lnTo>
                  <a:pt x="890" y="1703"/>
                </a:lnTo>
                <a:lnTo>
                  <a:pt x="890" y="1695"/>
                </a:lnTo>
                <a:lnTo>
                  <a:pt x="935" y="1695"/>
                </a:lnTo>
                <a:lnTo>
                  <a:pt x="935" y="1703"/>
                </a:lnTo>
                <a:moveTo>
                  <a:pt x="859" y="1703"/>
                </a:moveTo>
                <a:lnTo>
                  <a:pt x="814" y="1703"/>
                </a:lnTo>
                <a:lnTo>
                  <a:pt x="814" y="1695"/>
                </a:lnTo>
                <a:lnTo>
                  <a:pt x="859" y="1695"/>
                </a:lnTo>
                <a:lnTo>
                  <a:pt x="859" y="1703"/>
                </a:lnTo>
                <a:moveTo>
                  <a:pt x="783" y="1703"/>
                </a:moveTo>
                <a:lnTo>
                  <a:pt x="738" y="1703"/>
                </a:lnTo>
                <a:lnTo>
                  <a:pt x="738" y="1695"/>
                </a:lnTo>
                <a:lnTo>
                  <a:pt x="783" y="1695"/>
                </a:lnTo>
                <a:lnTo>
                  <a:pt x="783" y="1703"/>
                </a:lnTo>
                <a:moveTo>
                  <a:pt x="707" y="1703"/>
                </a:moveTo>
                <a:lnTo>
                  <a:pt x="662" y="1703"/>
                </a:lnTo>
                <a:lnTo>
                  <a:pt x="662" y="1695"/>
                </a:lnTo>
                <a:lnTo>
                  <a:pt x="707" y="1695"/>
                </a:lnTo>
                <a:lnTo>
                  <a:pt x="707" y="1703"/>
                </a:lnTo>
                <a:moveTo>
                  <a:pt x="631" y="1703"/>
                </a:moveTo>
                <a:lnTo>
                  <a:pt x="586" y="1703"/>
                </a:lnTo>
                <a:lnTo>
                  <a:pt x="586" y="1695"/>
                </a:lnTo>
                <a:lnTo>
                  <a:pt x="631" y="1695"/>
                </a:lnTo>
                <a:lnTo>
                  <a:pt x="631" y="1703"/>
                </a:lnTo>
                <a:moveTo>
                  <a:pt x="555" y="1703"/>
                </a:moveTo>
                <a:lnTo>
                  <a:pt x="510" y="1703"/>
                </a:lnTo>
                <a:lnTo>
                  <a:pt x="510" y="1695"/>
                </a:lnTo>
                <a:lnTo>
                  <a:pt x="555" y="1695"/>
                </a:lnTo>
                <a:lnTo>
                  <a:pt x="555" y="1703"/>
                </a:lnTo>
                <a:moveTo>
                  <a:pt x="479" y="1703"/>
                </a:moveTo>
                <a:lnTo>
                  <a:pt x="435" y="1703"/>
                </a:lnTo>
                <a:lnTo>
                  <a:pt x="435" y="1695"/>
                </a:lnTo>
                <a:lnTo>
                  <a:pt x="479" y="1695"/>
                </a:lnTo>
                <a:lnTo>
                  <a:pt x="479" y="1703"/>
                </a:lnTo>
                <a:moveTo>
                  <a:pt x="403" y="1703"/>
                </a:moveTo>
                <a:lnTo>
                  <a:pt x="359" y="1703"/>
                </a:lnTo>
                <a:lnTo>
                  <a:pt x="359" y="1695"/>
                </a:lnTo>
                <a:lnTo>
                  <a:pt x="403" y="1695"/>
                </a:lnTo>
                <a:lnTo>
                  <a:pt x="403" y="1703"/>
                </a:lnTo>
                <a:moveTo>
                  <a:pt x="327" y="1703"/>
                </a:moveTo>
                <a:lnTo>
                  <a:pt x="283" y="1703"/>
                </a:lnTo>
                <a:lnTo>
                  <a:pt x="283" y="1695"/>
                </a:lnTo>
                <a:lnTo>
                  <a:pt x="327" y="1695"/>
                </a:lnTo>
                <a:lnTo>
                  <a:pt x="327" y="1703"/>
                </a:lnTo>
                <a:moveTo>
                  <a:pt x="251" y="1703"/>
                </a:moveTo>
                <a:lnTo>
                  <a:pt x="207" y="1703"/>
                </a:lnTo>
                <a:lnTo>
                  <a:pt x="207" y="1695"/>
                </a:lnTo>
                <a:lnTo>
                  <a:pt x="251" y="1695"/>
                </a:lnTo>
                <a:lnTo>
                  <a:pt x="251" y="1703"/>
                </a:lnTo>
                <a:moveTo>
                  <a:pt x="175" y="1703"/>
                </a:moveTo>
                <a:lnTo>
                  <a:pt x="131" y="1703"/>
                </a:lnTo>
                <a:lnTo>
                  <a:pt x="131" y="1695"/>
                </a:lnTo>
                <a:lnTo>
                  <a:pt x="175" y="1695"/>
                </a:lnTo>
                <a:lnTo>
                  <a:pt x="175" y="1703"/>
                </a:lnTo>
                <a:moveTo>
                  <a:pt x="99" y="1703"/>
                </a:moveTo>
                <a:lnTo>
                  <a:pt x="55" y="1703"/>
                </a:lnTo>
                <a:lnTo>
                  <a:pt x="55" y="1695"/>
                </a:lnTo>
                <a:lnTo>
                  <a:pt x="99" y="1695"/>
                </a:lnTo>
                <a:lnTo>
                  <a:pt x="99" y="1703"/>
                </a:lnTo>
                <a:moveTo>
                  <a:pt x="22" y="1693"/>
                </a:moveTo>
                <a:cubicBezTo>
                  <a:pt x="8" y="1683"/>
                  <a:pt x="1" y="1669"/>
                  <a:pt x="0" y="1651"/>
                </a:cubicBezTo>
                <a:lnTo>
                  <a:pt x="9" y="1651"/>
                </a:lnTo>
                <a:cubicBezTo>
                  <a:pt x="10" y="1666"/>
                  <a:pt x="16" y="1677"/>
                  <a:pt x="28" y="1686"/>
                </a:cubicBezTo>
                <a:lnTo>
                  <a:pt x="22" y="1693"/>
                </a:lnTo>
                <a:moveTo>
                  <a:pt x="0" y="1620"/>
                </a:moveTo>
                <a:lnTo>
                  <a:pt x="0" y="1576"/>
                </a:lnTo>
                <a:lnTo>
                  <a:pt x="9" y="1576"/>
                </a:lnTo>
                <a:lnTo>
                  <a:pt x="9" y="1620"/>
                </a:lnTo>
                <a:lnTo>
                  <a:pt x="0" y="1620"/>
                </a:lnTo>
                <a:moveTo>
                  <a:pt x="0" y="1544"/>
                </a:moveTo>
                <a:lnTo>
                  <a:pt x="0" y="1500"/>
                </a:lnTo>
                <a:lnTo>
                  <a:pt x="9" y="1500"/>
                </a:lnTo>
                <a:lnTo>
                  <a:pt x="9" y="1544"/>
                </a:lnTo>
                <a:lnTo>
                  <a:pt x="0" y="1544"/>
                </a:lnTo>
                <a:moveTo>
                  <a:pt x="0" y="1468"/>
                </a:moveTo>
                <a:lnTo>
                  <a:pt x="0" y="1424"/>
                </a:lnTo>
                <a:lnTo>
                  <a:pt x="9" y="1424"/>
                </a:lnTo>
                <a:lnTo>
                  <a:pt x="9" y="1468"/>
                </a:lnTo>
                <a:lnTo>
                  <a:pt x="0" y="1468"/>
                </a:lnTo>
                <a:moveTo>
                  <a:pt x="0" y="1392"/>
                </a:moveTo>
                <a:lnTo>
                  <a:pt x="0" y="1348"/>
                </a:lnTo>
                <a:lnTo>
                  <a:pt x="9" y="1348"/>
                </a:lnTo>
                <a:lnTo>
                  <a:pt x="9" y="1392"/>
                </a:lnTo>
                <a:lnTo>
                  <a:pt x="0" y="1392"/>
                </a:lnTo>
                <a:moveTo>
                  <a:pt x="0" y="1316"/>
                </a:moveTo>
                <a:lnTo>
                  <a:pt x="0" y="1272"/>
                </a:lnTo>
                <a:lnTo>
                  <a:pt x="9" y="1272"/>
                </a:lnTo>
                <a:lnTo>
                  <a:pt x="9" y="1316"/>
                </a:lnTo>
                <a:lnTo>
                  <a:pt x="0" y="1316"/>
                </a:lnTo>
                <a:moveTo>
                  <a:pt x="0" y="1241"/>
                </a:moveTo>
                <a:lnTo>
                  <a:pt x="0" y="1196"/>
                </a:lnTo>
                <a:lnTo>
                  <a:pt x="9" y="1196"/>
                </a:lnTo>
                <a:lnTo>
                  <a:pt x="9" y="1241"/>
                </a:lnTo>
                <a:lnTo>
                  <a:pt x="0" y="1241"/>
                </a:lnTo>
                <a:moveTo>
                  <a:pt x="0" y="1165"/>
                </a:moveTo>
                <a:lnTo>
                  <a:pt x="0" y="1120"/>
                </a:lnTo>
                <a:lnTo>
                  <a:pt x="9" y="1120"/>
                </a:lnTo>
                <a:lnTo>
                  <a:pt x="9" y="1165"/>
                </a:lnTo>
                <a:lnTo>
                  <a:pt x="0" y="1165"/>
                </a:lnTo>
                <a:moveTo>
                  <a:pt x="0" y="1089"/>
                </a:moveTo>
                <a:lnTo>
                  <a:pt x="0" y="1045"/>
                </a:lnTo>
                <a:lnTo>
                  <a:pt x="9" y="1045"/>
                </a:lnTo>
                <a:lnTo>
                  <a:pt x="9" y="1089"/>
                </a:lnTo>
                <a:lnTo>
                  <a:pt x="0" y="1089"/>
                </a:lnTo>
                <a:moveTo>
                  <a:pt x="0" y="1013"/>
                </a:moveTo>
                <a:lnTo>
                  <a:pt x="0" y="969"/>
                </a:lnTo>
                <a:lnTo>
                  <a:pt x="9" y="969"/>
                </a:lnTo>
                <a:lnTo>
                  <a:pt x="9" y="1013"/>
                </a:lnTo>
                <a:lnTo>
                  <a:pt x="0" y="1013"/>
                </a:lnTo>
                <a:moveTo>
                  <a:pt x="0" y="937"/>
                </a:moveTo>
                <a:lnTo>
                  <a:pt x="0" y="893"/>
                </a:lnTo>
                <a:lnTo>
                  <a:pt x="9" y="893"/>
                </a:lnTo>
                <a:lnTo>
                  <a:pt x="9" y="937"/>
                </a:lnTo>
                <a:lnTo>
                  <a:pt x="0" y="937"/>
                </a:lnTo>
                <a:moveTo>
                  <a:pt x="0" y="860"/>
                </a:moveTo>
                <a:lnTo>
                  <a:pt x="0" y="816"/>
                </a:lnTo>
                <a:lnTo>
                  <a:pt x="9" y="816"/>
                </a:lnTo>
                <a:lnTo>
                  <a:pt x="9" y="860"/>
                </a:lnTo>
                <a:lnTo>
                  <a:pt x="0" y="860"/>
                </a:lnTo>
                <a:moveTo>
                  <a:pt x="0" y="784"/>
                </a:moveTo>
                <a:lnTo>
                  <a:pt x="0" y="740"/>
                </a:lnTo>
                <a:lnTo>
                  <a:pt x="9" y="740"/>
                </a:lnTo>
                <a:lnTo>
                  <a:pt x="9" y="784"/>
                </a:lnTo>
                <a:lnTo>
                  <a:pt x="0" y="784"/>
                </a:lnTo>
                <a:moveTo>
                  <a:pt x="0" y="709"/>
                </a:moveTo>
                <a:lnTo>
                  <a:pt x="0" y="664"/>
                </a:lnTo>
                <a:lnTo>
                  <a:pt x="9" y="664"/>
                </a:lnTo>
                <a:lnTo>
                  <a:pt x="9" y="709"/>
                </a:lnTo>
                <a:lnTo>
                  <a:pt x="0" y="709"/>
                </a:lnTo>
                <a:moveTo>
                  <a:pt x="0" y="633"/>
                </a:moveTo>
                <a:lnTo>
                  <a:pt x="0" y="589"/>
                </a:lnTo>
                <a:lnTo>
                  <a:pt x="9" y="589"/>
                </a:lnTo>
                <a:lnTo>
                  <a:pt x="9" y="633"/>
                </a:lnTo>
                <a:lnTo>
                  <a:pt x="0" y="633"/>
                </a:lnTo>
                <a:moveTo>
                  <a:pt x="0" y="557"/>
                </a:moveTo>
                <a:lnTo>
                  <a:pt x="0" y="513"/>
                </a:lnTo>
                <a:lnTo>
                  <a:pt x="9" y="513"/>
                </a:lnTo>
                <a:lnTo>
                  <a:pt x="9" y="557"/>
                </a:lnTo>
                <a:lnTo>
                  <a:pt x="0" y="557"/>
                </a:lnTo>
                <a:moveTo>
                  <a:pt x="0" y="481"/>
                </a:moveTo>
                <a:lnTo>
                  <a:pt x="0" y="437"/>
                </a:lnTo>
                <a:lnTo>
                  <a:pt x="9" y="437"/>
                </a:lnTo>
                <a:lnTo>
                  <a:pt x="9" y="481"/>
                </a:lnTo>
                <a:lnTo>
                  <a:pt x="0" y="481"/>
                </a:lnTo>
                <a:moveTo>
                  <a:pt x="0" y="405"/>
                </a:moveTo>
                <a:lnTo>
                  <a:pt x="0" y="361"/>
                </a:lnTo>
                <a:lnTo>
                  <a:pt x="9" y="361"/>
                </a:lnTo>
                <a:lnTo>
                  <a:pt x="9" y="405"/>
                </a:lnTo>
                <a:lnTo>
                  <a:pt x="0" y="405"/>
                </a:lnTo>
                <a:moveTo>
                  <a:pt x="0" y="329"/>
                </a:moveTo>
                <a:lnTo>
                  <a:pt x="0" y="285"/>
                </a:lnTo>
                <a:lnTo>
                  <a:pt x="9" y="285"/>
                </a:lnTo>
                <a:lnTo>
                  <a:pt x="9" y="329"/>
                </a:lnTo>
                <a:lnTo>
                  <a:pt x="0" y="329"/>
                </a:lnTo>
                <a:moveTo>
                  <a:pt x="0" y="254"/>
                </a:moveTo>
                <a:lnTo>
                  <a:pt x="0" y="209"/>
                </a:lnTo>
                <a:lnTo>
                  <a:pt x="9" y="209"/>
                </a:lnTo>
                <a:lnTo>
                  <a:pt x="9" y="254"/>
                </a:lnTo>
                <a:lnTo>
                  <a:pt x="0" y="254"/>
                </a:lnTo>
                <a:moveTo>
                  <a:pt x="0" y="178"/>
                </a:moveTo>
                <a:lnTo>
                  <a:pt x="0" y="133"/>
                </a:lnTo>
                <a:lnTo>
                  <a:pt x="9" y="133"/>
                </a:lnTo>
                <a:lnTo>
                  <a:pt x="9" y="178"/>
                </a:lnTo>
                <a:lnTo>
                  <a:pt x="0" y="178"/>
                </a:lnTo>
                <a:moveTo>
                  <a:pt x="0" y="102"/>
                </a:moveTo>
                <a:lnTo>
                  <a:pt x="0" y="58"/>
                </a:lnTo>
                <a:lnTo>
                  <a:pt x="9" y="58"/>
                </a:lnTo>
                <a:lnTo>
                  <a:pt x="9" y="102"/>
                </a:lnTo>
                <a:lnTo>
                  <a:pt x="0" y="102"/>
                </a:lnTo>
                <a:moveTo>
                  <a:pt x="8" y="25"/>
                </a:moveTo>
                <a:cubicBezTo>
                  <a:pt x="18" y="10"/>
                  <a:pt x="31" y="2"/>
                  <a:pt x="49" y="0"/>
                </a:cubicBezTo>
                <a:lnTo>
                  <a:pt x="50" y="9"/>
                </a:lnTo>
                <a:cubicBezTo>
                  <a:pt x="35" y="11"/>
                  <a:pt x="24" y="18"/>
                  <a:pt x="16" y="30"/>
                </a:cubicBezTo>
                <a:lnTo>
                  <a:pt x="8" y="25"/>
                </a:lnTo>
                <a:moveTo>
                  <a:pt x="55" y="0"/>
                </a:moveTo>
                <a:lnTo>
                  <a:pt x="99" y="0"/>
                </a:lnTo>
                <a:lnTo>
                  <a:pt x="99" y="9"/>
                </a:lnTo>
                <a:lnTo>
                  <a:pt x="55" y="9"/>
                </a:lnTo>
                <a:lnTo>
                  <a:pt x="55" y="0"/>
                </a:lnTo>
                <a:close/>
              </a:path>
            </a:pathLst>
          </a:custGeom>
          <a:solidFill>
            <a:srgbClr val="9aa5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3627000" y="581040"/>
            <a:ext cx="1949760" cy="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60" spc="-1" strike="noStrike">
                <a:solidFill>
                  <a:srgbClr val="1c1c1c"/>
                </a:solidFill>
                <a:latin typeface="DejaVuSans"/>
                <a:ea typeface="DejaVuSans"/>
              </a:rPr>
              <a:t>(onderwijsuitvoering) Student studeeert en maakt keuzes</a:t>
            </a:r>
            <a:endParaRPr b="0" lang="en-US" sz="4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" name=""/>
          <p:cNvSpPr/>
          <p:nvPr/>
        </p:nvSpPr>
        <p:spPr>
          <a:xfrm>
            <a:off x="1110600" y="1163520"/>
            <a:ext cx="1185480" cy="803880"/>
          </a:xfrm>
          <a:custGeom>
            <a:avLst/>
            <a:gdLst/>
            <a:ahLst/>
            <a:rect l="0" t="0" r="r" b="b"/>
            <a:pathLst>
              <a:path w="3293" h="2233">
                <a:moveTo>
                  <a:pt x="51" y="0"/>
                </a:moveTo>
                <a:lnTo>
                  <a:pt x="3242" y="0"/>
                </a:lnTo>
                <a:cubicBezTo>
                  <a:pt x="3249" y="0"/>
                  <a:pt x="3256" y="2"/>
                  <a:pt x="3262" y="4"/>
                </a:cubicBezTo>
                <a:cubicBezTo>
                  <a:pt x="3268" y="7"/>
                  <a:pt x="3274" y="11"/>
                  <a:pt x="3278" y="15"/>
                </a:cubicBezTo>
                <a:cubicBezTo>
                  <a:pt x="3283" y="20"/>
                  <a:pt x="3287" y="25"/>
                  <a:pt x="3289" y="32"/>
                </a:cubicBezTo>
                <a:cubicBezTo>
                  <a:pt x="3292" y="38"/>
                  <a:pt x="3293" y="44"/>
                  <a:pt x="3293" y="51"/>
                </a:cubicBezTo>
                <a:lnTo>
                  <a:pt x="3293" y="2182"/>
                </a:lnTo>
                <a:cubicBezTo>
                  <a:pt x="3293" y="2189"/>
                  <a:pt x="3292" y="2195"/>
                  <a:pt x="3289" y="2201"/>
                </a:cubicBezTo>
                <a:cubicBezTo>
                  <a:pt x="3287" y="2208"/>
                  <a:pt x="3283" y="2213"/>
                  <a:pt x="3278" y="2218"/>
                </a:cubicBezTo>
                <a:cubicBezTo>
                  <a:pt x="3274" y="2223"/>
                  <a:pt x="3268" y="2226"/>
                  <a:pt x="3262" y="2229"/>
                </a:cubicBezTo>
                <a:cubicBezTo>
                  <a:pt x="3256" y="2231"/>
                  <a:pt x="3249" y="2233"/>
                  <a:pt x="3242" y="2233"/>
                </a:cubicBezTo>
                <a:lnTo>
                  <a:pt x="51" y="2233"/>
                </a:lnTo>
                <a:cubicBezTo>
                  <a:pt x="44" y="2233"/>
                  <a:pt x="38" y="2231"/>
                  <a:pt x="31" y="2229"/>
                </a:cubicBezTo>
                <a:cubicBezTo>
                  <a:pt x="25" y="2226"/>
                  <a:pt x="20" y="2223"/>
                  <a:pt x="15" y="2218"/>
                </a:cubicBezTo>
                <a:cubicBezTo>
                  <a:pt x="10" y="2213"/>
                  <a:pt x="7" y="2208"/>
                  <a:pt x="4" y="2201"/>
                </a:cubicBezTo>
                <a:cubicBezTo>
                  <a:pt x="2" y="2195"/>
                  <a:pt x="0" y="2189"/>
                  <a:pt x="0" y="2182"/>
                </a:cubicBezTo>
                <a:lnTo>
                  <a:pt x="0" y="51"/>
                </a:lnTo>
                <a:cubicBezTo>
                  <a:pt x="0" y="44"/>
                  <a:pt x="2" y="38"/>
                  <a:pt x="4" y="32"/>
                </a:cubicBezTo>
                <a:cubicBezTo>
                  <a:pt x="7" y="25"/>
                  <a:pt x="10" y="20"/>
                  <a:pt x="15" y="15"/>
                </a:cubicBezTo>
                <a:cubicBezTo>
                  <a:pt x="20" y="11"/>
                  <a:pt x="25" y="7"/>
                  <a:pt x="31" y="4"/>
                </a:cubicBezTo>
                <a:cubicBezTo>
                  <a:pt x="38" y="2"/>
                  <a:pt x="44" y="0"/>
                  <a:pt x="51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" name=""/>
          <p:cNvSpPr/>
          <p:nvPr/>
        </p:nvSpPr>
        <p:spPr>
          <a:xfrm>
            <a:off x="1109160" y="1162080"/>
            <a:ext cx="1188720" cy="806760"/>
          </a:xfrm>
          <a:custGeom>
            <a:avLst/>
            <a:gdLst/>
            <a:ahLst/>
            <a:rect l="0" t="0" r="r" b="b"/>
            <a:pathLst>
              <a:path w="3302" h="2241">
                <a:moveTo>
                  <a:pt x="131" y="0"/>
                </a:moveTo>
                <a:lnTo>
                  <a:pt x="175" y="0"/>
                </a:lnTo>
                <a:lnTo>
                  <a:pt x="175" y="9"/>
                </a:lnTo>
                <a:lnTo>
                  <a:pt x="131" y="9"/>
                </a:lnTo>
                <a:lnTo>
                  <a:pt x="131" y="0"/>
                </a:lnTo>
                <a:moveTo>
                  <a:pt x="207" y="0"/>
                </a:moveTo>
                <a:lnTo>
                  <a:pt x="251" y="0"/>
                </a:lnTo>
                <a:lnTo>
                  <a:pt x="251" y="9"/>
                </a:lnTo>
                <a:lnTo>
                  <a:pt x="207" y="9"/>
                </a:lnTo>
                <a:lnTo>
                  <a:pt x="207" y="0"/>
                </a:lnTo>
                <a:moveTo>
                  <a:pt x="283" y="0"/>
                </a:moveTo>
                <a:lnTo>
                  <a:pt x="327" y="0"/>
                </a:lnTo>
                <a:lnTo>
                  <a:pt x="327" y="9"/>
                </a:lnTo>
                <a:lnTo>
                  <a:pt x="283" y="9"/>
                </a:lnTo>
                <a:lnTo>
                  <a:pt x="283" y="0"/>
                </a:lnTo>
                <a:moveTo>
                  <a:pt x="359" y="0"/>
                </a:moveTo>
                <a:lnTo>
                  <a:pt x="403" y="0"/>
                </a:lnTo>
                <a:lnTo>
                  <a:pt x="403" y="9"/>
                </a:lnTo>
                <a:lnTo>
                  <a:pt x="359" y="9"/>
                </a:lnTo>
                <a:lnTo>
                  <a:pt x="359" y="0"/>
                </a:lnTo>
                <a:moveTo>
                  <a:pt x="435" y="0"/>
                </a:moveTo>
                <a:lnTo>
                  <a:pt x="479" y="0"/>
                </a:lnTo>
                <a:lnTo>
                  <a:pt x="479" y="9"/>
                </a:lnTo>
                <a:lnTo>
                  <a:pt x="435" y="9"/>
                </a:lnTo>
                <a:lnTo>
                  <a:pt x="435" y="0"/>
                </a:lnTo>
                <a:moveTo>
                  <a:pt x="511" y="0"/>
                </a:moveTo>
                <a:lnTo>
                  <a:pt x="555" y="0"/>
                </a:lnTo>
                <a:lnTo>
                  <a:pt x="555" y="9"/>
                </a:lnTo>
                <a:lnTo>
                  <a:pt x="511" y="9"/>
                </a:lnTo>
                <a:lnTo>
                  <a:pt x="511" y="0"/>
                </a:lnTo>
                <a:moveTo>
                  <a:pt x="587" y="0"/>
                </a:moveTo>
                <a:lnTo>
                  <a:pt x="631" y="0"/>
                </a:lnTo>
                <a:lnTo>
                  <a:pt x="631" y="9"/>
                </a:lnTo>
                <a:lnTo>
                  <a:pt x="587" y="9"/>
                </a:lnTo>
                <a:lnTo>
                  <a:pt x="587" y="0"/>
                </a:lnTo>
                <a:moveTo>
                  <a:pt x="663" y="0"/>
                </a:moveTo>
                <a:lnTo>
                  <a:pt x="707" y="0"/>
                </a:lnTo>
                <a:lnTo>
                  <a:pt x="707" y="9"/>
                </a:lnTo>
                <a:lnTo>
                  <a:pt x="663" y="9"/>
                </a:lnTo>
                <a:lnTo>
                  <a:pt x="663" y="0"/>
                </a:lnTo>
                <a:moveTo>
                  <a:pt x="739" y="0"/>
                </a:moveTo>
                <a:lnTo>
                  <a:pt x="783" y="0"/>
                </a:lnTo>
                <a:lnTo>
                  <a:pt x="783" y="9"/>
                </a:lnTo>
                <a:lnTo>
                  <a:pt x="739" y="9"/>
                </a:lnTo>
                <a:lnTo>
                  <a:pt x="739" y="0"/>
                </a:lnTo>
                <a:moveTo>
                  <a:pt x="815" y="0"/>
                </a:moveTo>
                <a:lnTo>
                  <a:pt x="859" y="0"/>
                </a:lnTo>
                <a:lnTo>
                  <a:pt x="859" y="9"/>
                </a:lnTo>
                <a:lnTo>
                  <a:pt x="815" y="9"/>
                </a:lnTo>
                <a:lnTo>
                  <a:pt x="815" y="0"/>
                </a:lnTo>
                <a:moveTo>
                  <a:pt x="891" y="0"/>
                </a:moveTo>
                <a:lnTo>
                  <a:pt x="935" y="0"/>
                </a:lnTo>
                <a:lnTo>
                  <a:pt x="935" y="9"/>
                </a:lnTo>
                <a:lnTo>
                  <a:pt x="891" y="9"/>
                </a:lnTo>
                <a:lnTo>
                  <a:pt x="891" y="0"/>
                </a:lnTo>
                <a:moveTo>
                  <a:pt x="966" y="0"/>
                </a:moveTo>
                <a:lnTo>
                  <a:pt x="1011" y="0"/>
                </a:lnTo>
                <a:lnTo>
                  <a:pt x="1011" y="9"/>
                </a:lnTo>
                <a:lnTo>
                  <a:pt x="966" y="9"/>
                </a:lnTo>
                <a:lnTo>
                  <a:pt x="966" y="0"/>
                </a:lnTo>
                <a:moveTo>
                  <a:pt x="1042" y="0"/>
                </a:moveTo>
                <a:lnTo>
                  <a:pt x="1087" y="0"/>
                </a:lnTo>
                <a:lnTo>
                  <a:pt x="1087" y="9"/>
                </a:lnTo>
                <a:lnTo>
                  <a:pt x="1042" y="9"/>
                </a:lnTo>
                <a:lnTo>
                  <a:pt x="1042" y="0"/>
                </a:lnTo>
                <a:moveTo>
                  <a:pt x="1118" y="0"/>
                </a:moveTo>
                <a:lnTo>
                  <a:pt x="1163" y="0"/>
                </a:lnTo>
                <a:lnTo>
                  <a:pt x="1163" y="9"/>
                </a:lnTo>
                <a:lnTo>
                  <a:pt x="1118" y="9"/>
                </a:lnTo>
                <a:lnTo>
                  <a:pt x="1118" y="0"/>
                </a:lnTo>
                <a:moveTo>
                  <a:pt x="1194" y="0"/>
                </a:moveTo>
                <a:lnTo>
                  <a:pt x="1239" y="0"/>
                </a:lnTo>
                <a:lnTo>
                  <a:pt x="1239" y="9"/>
                </a:lnTo>
                <a:lnTo>
                  <a:pt x="1194" y="9"/>
                </a:lnTo>
                <a:lnTo>
                  <a:pt x="1194" y="0"/>
                </a:lnTo>
                <a:moveTo>
                  <a:pt x="1270" y="0"/>
                </a:moveTo>
                <a:lnTo>
                  <a:pt x="1315" y="0"/>
                </a:lnTo>
                <a:lnTo>
                  <a:pt x="1315" y="9"/>
                </a:lnTo>
                <a:lnTo>
                  <a:pt x="1270" y="9"/>
                </a:lnTo>
                <a:lnTo>
                  <a:pt x="1270" y="0"/>
                </a:lnTo>
                <a:moveTo>
                  <a:pt x="1346" y="0"/>
                </a:moveTo>
                <a:lnTo>
                  <a:pt x="1391" y="0"/>
                </a:lnTo>
                <a:lnTo>
                  <a:pt x="1391" y="9"/>
                </a:lnTo>
                <a:lnTo>
                  <a:pt x="1346" y="9"/>
                </a:lnTo>
                <a:lnTo>
                  <a:pt x="1346" y="0"/>
                </a:lnTo>
                <a:moveTo>
                  <a:pt x="1422" y="0"/>
                </a:moveTo>
                <a:lnTo>
                  <a:pt x="1467" y="0"/>
                </a:lnTo>
                <a:lnTo>
                  <a:pt x="1467" y="9"/>
                </a:lnTo>
                <a:lnTo>
                  <a:pt x="1422" y="9"/>
                </a:lnTo>
                <a:lnTo>
                  <a:pt x="1422" y="0"/>
                </a:lnTo>
                <a:moveTo>
                  <a:pt x="1498" y="0"/>
                </a:moveTo>
                <a:lnTo>
                  <a:pt x="1543" y="0"/>
                </a:lnTo>
                <a:lnTo>
                  <a:pt x="1543" y="9"/>
                </a:lnTo>
                <a:lnTo>
                  <a:pt x="1498" y="9"/>
                </a:lnTo>
                <a:lnTo>
                  <a:pt x="1498" y="0"/>
                </a:lnTo>
                <a:moveTo>
                  <a:pt x="1574" y="0"/>
                </a:moveTo>
                <a:lnTo>
                  <a:pt x="1619" y="0"/>
                </a:lnTo>
                <a:lnTo>
                  <a:pt x="1619" y="9"/>
                </a:lnTo>
                <a:lnTo>
                  <a:pt x="1574" y="9"/>
                </a:lnTo>
                <a:lnTo>
                  <a:pt x="1574" y="0"/>
                </a:lnTo>
                <a:moveTo>
                  <a:pt x="1650" y="0"/>
                </a:moveTo>
                <a:lnTo>
                  <a:pt x="1694" y="0"/>
                </a:lnTo>
                <a:lnTo>
                  <a:pt x="1694" y="9"/>
                </a:lnTo>
                <a:lnTo>
                  <a:pt x="1650" y="9"/>
                </a:lnTo>
                <a:lnTo>
                  <a:pt x="1650" y="0"/>
                </a:lnTo>
                <a:moveTo>
                  <a:pt x="1726" y="0"/>
                </a:moveTo>
                <a:lnTo>
                  <a:pt x="1770" y="0"/>
                </a:lnTo>
                <a:lnTo>
                  <a:pt x="1770" y="9"/>
                </a:lnTo>
                <a:lnTo>
                  <a:pt x="1726" y="9"/>
                </a:lnTo>
                <a:lnTo>
                  <a:pt x="1726" y="0"/>
                </a:lnTo>
                <a:moveTo>
                  <a:pt x="1802" y="0"/>
                </a:moveTo>
                <a:lnTo>
                  <a:pt x="1846" y="0"/>
                </a:lnTo>
                <a:lnTo>
                  <a:pt x="1846" y="9"/>
                </a:lnTo>
                <a:lnTo>
                  <a:pt x="1802" y="9"/>
                </a:lnTo>
                <a:lnTo>
                  <a:pt x="1802" y="0"/>
                </a:lnTo>
                <a:moveTo>
                  <a:pt x="1879" y="0"/>
                </a:moveTo>
                <a:lnTo>
                  <a:pt x="1923" y="0"/>
                </a:lnTo>
                <a:lnTo>
                  <a:pt x="1923" y="9"/>
                </a:lnTo>
                <a:lnTo>
                  <a:pt x="1879" y="9"/>
                </a:lnTo>
                <a:lnTo>
                  <a:pt x="1879" y="0"/>
                </a:lnTo>
                <a:moveTo>
                  <a:pt x="1955" y="0"/>
                </a:moveTo>
                <a:lnTo>
                  <a:pt x="1999" y="0"/>
                </a:lnTo>
                <a:lnTo>
                  <a:pt x="1999" y="9"/>
                </a:lnTo>
                <a:lnTo>
                  <a:pt x="1955" y="9"/>
                </a:lnTo>
                <a:lnTo>
                  <a:pt x="1955" y="0"/>
                </a:lnTo>
                <a:moveTo>
                  <a:pt x="2031" y="0"/>
                </a:moveTo>
                <a:lnTo>
                  <a:pt x="2075" y="0"/>
                </a:lnTo>
                <a:lnTo>
                  <a:pt x="2075" y="9"/>
                </a:lnTo>
                <a:lnTo>
                  <a:pt x="2031" y="9"/>
                </a:lnTo>
                <a:lnTo>
                  <a:pt x="2031" y="0"/>
                </a:lnTo>
                <a:moveTo>
                  <a:pt x="2107" y="0"/>
                </a:moveTo>
                <a:lnTo>
                  <a:pt x="2151" y="0"/>
                </a:lnTo>
                <a:lnTo>
                  <a:pt x="2151" y="9"/>
                </a:lnTo>
                <a:lnTo>
                  <a:pt x="2107" y="9"/>
                </a:lnTo>
                <a:lnTo>
                  <a:pt x="2107" y="0"/>
                </a:lnTo>
                <a:moveTo>
                  <a:pt x="2183" y="0"/>
                </a:moveTo>
                <a:lnTo>
                  <a:pt x="2227" y="0"/>
                </a:lnTo>
                <a:lnTo>
                  <a:pt x="2227" y="9"/>
                </a:lnTo>
                <a:lnTo>
                  <a:pt x="2183" y="9"/>
                </a:lnTo>
                <a:lnTo>
                  <a:pt x="2183" y="0"/>
                </a:lnTo>
                <a:moveTo>
                  <a:pt x="2259" y="0"/>
                </a:moveTo>
                <a:lnTo>
                  <a:pt x="2303" y="0"/>
                </a:lnTo>
                <a:lnTo>
                  <a:pt x="2303" y="9"/>
                </a:lnTo>
                <a:lnTo>
                  <a:pt x="2259" y="9"/>
                </a:lnTo>
                <a:lnTo>
                  <a:pt x="2259" y="0"/>
                </a:lnTo>
                <a:moveTo>
                  <a:pt x="2335" y="0"/>
                </a:moveTo>
                <a:lnTo>
                  <a:pt x="2379" y="0"/>
                </a:lnTo>
                <a:lnTo>
                  <a:pt x="2379" y="9"/>
                </a:lnTo>
                <a:lnTo>
                  <a:pt x="2335" y="9"/>
                </a:lnTo>
                <a:lnTo>
                  <a:pt x="2335" y="0"/>
                </a:lnTo>
                <a:moveTo>
                  <a:pt x="2411" y="0"/>
                </a:moveTo>
                <a:lnTo>
                  <a:pt x="2455" y="0"/>
                </a:lnTo>
                <a:lnTo>
                  <a:pt x="2455" y="9"/>
                </a:lnTo>
                <a:lnTo>
                  <a:pt x="2411" y="9"/>
                </a:lnTo>
                <a:lnTo>
                  <a:pt x="2411" y="0"/>
                </a:lnTo>
                <a:moveTo>
                  <a:pt x="2487" y="0"/>
                </a:moveTo>
                <a:lnTo>
                  <a:pt x="2531" y="0"/>
                </a:lnTo>
                <a:lnTo>
                  <a:pt x="2531" y="9"/>
                </a:lnTo>
                <a:lnTo>
                  <a:pt x="2487" y="9"/>
                </a:lnTo>
                <a:lnTo>
                  <a:pt x="2487" y="0"/>
                </a:lnTo>
                <a:moveTo>
                  <a:pt x="2563" y="0"/>
                </a:moveTo>
                <a:lnTo>
                  <a:pt x="2607" y="0"/>
                </a:lnTo>
                <a:lnTo>
                  <a:pt x="2607" y="9"/>
                </a:lnTo>
                <a:lnTo>
                  <a:pt x="2563" y="9"/>
                </a:lnTo>
                <a:lnTo>
                  <a:pt x="2563" y="0"/>
                </a:lnTo>
                <a:moveTo>
                  <a:pt x="2639" y="0"/>
                </a:moveTo>
                <a:lnTo>
                  <a:pt x="2683" y="0"/>
                </a:lnTo>
                <a:lnTo>
                  <a:pt x="2683" y="9"/>
                </a:lnTo>
                <a:lnTo>
                  <a:pt x="2639" y="9"/>
                </a:lnTo>
                <a:lnTo>
                  <a:pt x="2639" y="0"/>
                </a:lnTo>
                <a:moveTo>
                  <a:pt x="2715" y="0"/>
                </a:moveTo>
                <a:lnTo>
                  <a:pt x="2759" y="0"/>
                </a:lnTo>
                <a:lnTo>
                  <a:pt x="2759" y="9"/>
                </a:lnTo>
                <a:lnTo>
                  <a:pt x="2715" y="9"/>
                </a:lnTo>
                <a:lnTo>
                  <a:pt x="2715" y="0"/>
                </a:lnTo>
                <a:moveTo>
                  <a:pt x="2791" y="0"/>
                </a:moveTo>
                <a:lnTo>
                  <a:pt x="2835" y="0"/>
                </a:lnTo>
                <a:lnTo>
                  <a:pt x="2835" y="9"/>
                </a:lnTo>
                <a:lnTo>
                  <a:pt x="2791" y="9"/>
                </a:lnTo>
                <a:lnTo>
                  <a:pt x="2791" y="0"/>
                </a:lnTo>
                <a:moveTo>
                  <a:pt x="2867" y="0"/>
                </a:moveTo>
                <a:lnTo>
                  <a:pt x="2911" y="0"/>
                </a:lnTo>
                <a:lnTo>
                  <a:pt x="2911" y="9"/>
                </a:lnTo>
                <a:lnTo>
                  <a:pt x="2867" y="9"/>
                </a:lnTo>
                <a:lnTo>
                  <a:pt x="2867" y="0"/>
                </a:lnTo>
                <a:moveTo>
                  <a:pt x="2943" y="0"/>
                </a:moveTo>
                <a:lnTo>
                  <a:pt x="2987" y="0"/>
                </a:lnTo>
                <a:lnTo>
                  <a:pt x="2987" y="9"/>
                </a:lnTo>
                <a:lnTo>
                  <a:pt x="2943" y="9"/>
                </a:lnTo>
                <a:lnTo>
                  <a:pt x="2943" y="0"/>
                </a:lnTo>
                <a:moveTo>
                  <a:pt x="3019" y="0"/>
                </a:moveTo>
                <a:lnTo>
                  <a:pt x="3063" y="0"/>
                </a:lnTo>
                <a:lnTo>
                  <a:pt x="3063" y="9"/>
                </a:lnTo>
                <a:lnTo>
                  <a:pt x="3019" y="9"/>
                </a:lnTo>
                <a:lnTo>
                  <a:pt x="3019" y="0"/>
                </a:lnTo>
                <a:moveTo>
                  <a:pt x="3095" y="0"/>
                </a:moveTo>
                <a:lnTo>
                  <a:pt x="3139" y="0"/>
                </a:lnTo>
                <a:lnTo>
                  <a:pt x="3139" y="9"/>
                </a:lnTo>
                <a:lnTo>
                  <a:pt x="3095" y="9"/>
                </a:lnTo>
                <a:lnTo>
                  <a:pt x="3095" y="0"/>
                </a:lnTo>
                <a:moveTo>
                  <a:pt x="3171" y="0"/>
                </a:moveTo>
                <a:lnTo>
                  <a:pt x="3215" y="0"/>
                </a:lnTo>
                <a:lnTo>
                  <a:pt x="3215" y="9"/>
                </a:lnTo>
                <a:lnTo>
                  <a:pt x="3171" y="9"/>
                </a:lnTo>
                <a:lnTo>
                  <a:pt x="3171" y="0"/>
                </a:lnTo>
                <a:moveTo>
                  <a:pt x="3246" y="0"/>
                </a:moveTo>
                <a:cubicBezTo>
                  <a:pt x="3264" y="0"/>
                  <a:pt x="3278" y="7"/>
                  <a:pt x="3289" y="20"/>
                </a:cubicBezTo>
                <a:lnTo>
                  <a:pt x="3282" y="26"/>
                </a:lnTo>
                <a:cubicBezTo>
                  <a:pt x="3273" y="14"/>
                  <a:pt x="3261" y="9"/>
                  <a:pt x="3246" y="9"/>
                </a:cubicBezTo>
                <a:lnTo>
                  <a:pt x="3246" y="0"/>
                </a:lnTo>
                <a:moveTo>
                  <a:pt x="3301" y="52"/>
                </a:moveTo>
                <a:cubicBezTo>
                  <a:pt x="3302" y="53"/>
                  <a:pt x="3302" y="54"/>
                  <a:pt x="3302" y="55"/>
                </a:cubicBezTo>
                <a:lnTo>
                  <a:pt x="3302" y="96"/>
                </a:lnTo>
                <a:lnTo>
                  <a:pt x="3293" y="96"/>
                </a:lnTo>
                <a:lnTo>
                  <a:pt x="3293" y="55"/>
                </a:lnTo>
                <a:cubicBezTo>
                  <a:pt x="3293" y="54"/>
                  <a:pt x="3293" y="53"/>
                  <a:pt x="3293" y="52"/>
                </a:cubicBezTo>
                <a:lnTo>
                  <a:pt x="3301" y="52"/>
                </a:lnTo>
                <a:moveTo>
                  <a:pt x="3302" y="128"/>
                </a:moveTo>
                <a:lnTo>
                  <a:pt x="3302" y="173"/>
                </a:lnTo>
                <a:lnTo>
                  <a:pt x="3293" y="173"/>
                </a:lnTo>
                <a:lnTo>
                  <a:pt x="3293" y="128"/>
                </a:lnTo>
                <a:lnTo>
                  <a:pt x="3302" y="128"/>
                </a:lnTo>
                <a:moveTo>
                  <a:pt x="3302" y="205"/>
                </a:moveTo>
                <a:lnTo>
                  <a:pt x="3302" y="249"/>
                </a:lnTo>
                <a:lnTo>
                  <a:pt x="3293" y="249"/>
                </a:lnTo>
                <a:lnTo>
                  <a:pt x="3293" y="205"/>
                </a:lnTo>
                <a:lnTo>
                  <a:pt x="3302" y="205"/>
                </a:lnTo>
                <a:moveTo>
                  <a:pt x="3302" y="280"/>
                </a:moveTo>
                <a:lnTo>
                  <a:pt x="3302" y="325"/>
                </a:lnTo>
                <a:lnTo>
                  <a:pt x="3293" y="325"/>
                </a:lnTo>
                <a:lnTo>
                  <a:pt x="3293" y="280"/>
                </a:lnTo>
                <a:lnTo>
                  <a:pt x="3302" y="280"/>
                </a:lnTo>
                <a:moveTo>
                  <a:pt x="3302" y="356"/>
                </a:moveTo>
                <a:lnTo>
                  <a:pt x="3302" y="401"/>
                </a:lnTo>
                <a:lnTo>
                  <a:pt x="3293" y="401"/>
                </a:lnTo>
                <a:lnTo>
                  <a:pt x="3293" y="356"/>
                </a:lnTo>
                <a:lnTo>
                  <a:pt x="3302" y="356"/>
                </a:lnTo>
                <a:moveTo>
                  <a:pt x="3302" y="432"/>
                </a:moveTo>
                <a:lnTo>
                  <a:pt x="3302" y="476"/>
                </a:lnTo>
                <a:lnTo>
                  <a:pt x="3293" y="476"/>
                </a:lnTo>
                <a:lnTo>
                  <a:pt x="3293" y="432"/>
                </a:lnTo>
                <a:lnTo>
                  <a:pt x="3302" y="432"/>
                </a:lnTo>
                <a:moveTo>
                  <a:pt x="3302" y="508"/>
                </a:moveTo>
                <a:lnTo>
                  <a:pt x="3302" y="552"/>
                </a:lnTo>
                <a:lnTo>
                  <a:pt x="3293" y="552"/>
                </a:lnTo>
                <a:lnTo>
                  <a:pt x="3293" y="508"/>
                </a:lnTo>
                <a:lnTo>
                  <a:pt x="3302" y="508"/>
                </a:lnTo>
                <a:moveTo>
                  <a:pt x="3302" y="584"/>
                </a:moveTo>
                <a:lnTo>
                  <a:pt x="3302" y="628"/>
                </a:lnTo>
                <a:lnTo>
                  <a:pt x="3293" y="628"/>
                </a:lnTo>
                <a:lnTo>
                  <a:pt x="3293" y="584"/>
                </a:lnTo>
                <a:lnTo>
                  <a:pt x="3302" y="584"/>
                </a:lnTo>
                <a:moveTo>
                  <a:pt x="3302" y="660"/>
                </a:moveTo>
                <a:lnTo>
                  <a:pt x="3302" y="704"/>
                </a:lnTo>
                <a:lnTo>
                  <a:pt x="3293" y="704"/>
                </a:lnTo>
                <a:lnTo>
                  <a:pt x="3293" y="660"/>
                </a:lnTo>
                <a:lnTo>
                  <a:pt x="3302" y="660"/>
                </a:lnTo>
                <a:moveTo>
                  <a:pt x="3302" y="736"/>
                </a:moveTo>
                <a:lnTo>
                  <a:pt x="3302" y="780"/>
                </a:lnTo>
                <a:lnTo>
                  <a:pt x="3293" y="780"/>
                </a:lnTo>
                <a:lnTo>
                  <a:pt x="3293" y="736"/>
                </a:lnTo>
                <a:lnTo>
                  <a:pt x="3302" y="736"/>
                </a:lnTo>
                <a:moveTo>
                  <a:pt x="3302" y="811"/>
                </a:moveTo>
                <a:lnTo>
                  <a:pt x="3302" y="856"/>
                </a:lnTo>
                <a:lnTo>
                  <a:pt x="3293" y="856"/>
                </a:lnTo>
                <a:lnTo>
                  <a:pt x="3293" y="811"/>
                </a:lnTo>
                <a:lnTo>
                  <a:pt x="3302" y="811"/>
                </a:lnTo>
                <a:moveTo>
                  <a:pt x="3302" y="887"/>
                </a:moveTo>
                <a:lnTo>
                  <a:pt x="3302" y="931"/>
                </a:lnTo>
                <a:lnTo>
                  <a:pt x="3293" y="931"/>
                </a:lnTo>
                <a:lnTo>
                  <a:pt x="3293" y="887"/>
                </a:lnTo>
                <a:lnTo>
                  <a:pt x="3302" y="887"/>
                </a:lnTo>
                <a:moveTo>
                  <a:pt x="3302" y="963"/>
                </a:moveTo>
                <a:lnTo>
                  <a:pt x="3302" y="1007"/>
                </a:lnTo>
                <a:lnTo>
                  <a:pt x="3293" y="1007"/>
                </a:lnTo>
                <a:lnTo>
                  <a:pt x="3293" y="963"/>
                </a:lnTo>
                <a:lnTo>
                  <a:pt x="3302" y="963"/>
                </a:lnTo>
                <a:moveTo>
                  <a:pt x="3302" y="1039"/>
                </a:moveTo>
                <a:lnTo>
                  <a:pt x="3302" y="1083"/>
                </a:lnTo>
                <a:lnTo>
                  <a:pt x="3293" y="1083"/>
                </a:lnTo>
                <a:lnTo>
                  <a:pt x="3293" y="1039"/>
                </a:lnTo>
                <a:lnTo>
                  <a:pt x="3302" y="1039"/>
                </a:lnTo>
                <a:moveTo>
                  <a:pt x="3302" y="1115"/>
                </a:moveTo>
                <a:lnTo>
                  <a:pt x="3302" y="1159"/>
                </a:lnTo>
                <a:lnTo>
                  <a:pt x="3293" y="1159"/>
                </a:lnTo>
                <a:lnTo>
                  <a:pt x="3293" y="1115"/>
                </a:lnTo>
                <a:lnTo>
                  <a:pt x="3302" y="1115"/>
                </a:lnTo>
                <a:moveTo>
                  <a:pt x="3302" y="1191"/>
                </a:moveTo>
                <a:lnTo>
                  <a:pt x="3302" y="1235"/>
                </a:lnTo>
                <a:lnTo>
                  <a:pt x="3293" y="1235"/>
                </a:lnTo>
                <a:lnTo>
                  <a:pt x="3293" y="1191"/>
                </a:lnTo>
                <a:lnTo>
                  <a:pt x="3302" y="1191"/>
                </a:lnTo>
                <a:moveTo>
                  <a:pt x="3302" y="1266"/>
                </a:moveTo>
                <a:lnTo>
                  <a:pt x="3302" y="1311"/>
                </a:lnTo>
                <a:lnTo>
                  <a:pt x="3293" y="1311"/>
                </a:lnTo>
                <a:lnTo>
                  <a:pt x="3293" y="1266"/>
                </a:lnTo>
                <a:lnTo>
                  <a:pt x="3302" y="1266"/>
                </a:lnTo>
                <a:moveTo>
                  <a:pt x="3302" y="1342"/>
                </a:moveTo>
                <a:lnTo>
                  <a:pt x="3302" y="1387"/>
                </a:lnTo>
                <a:lnTo>
                  <a:pt x="3293" y="1387"/>
                </a:lnTo>
                <a:lnTo>
                  <a:pt x="3293" y="1342"/>
                </a:lnTo>
                <a:lnTo>
                  <a:pt x="3302" y="1342"/>
                </a:lnTo>
                <a:moveTo>
                  <a:pt x="3302" y="1418"/>
                </a:moveTo>
                <a:lnTo>
                  <a:pt x="3302" y="1462"/>
                </a:lnTo>
                <a:lnTo>
                  <a:pt x="3293" y="1462"/>
                </a:lnTo>
                <a:lnTo>
                  <a:pt x="3293" y="1418"/>
                </a:lnTo>
                <a:lnTo>
                  <a:pt x="3302" y="1418"/>
                </a:lnTo>
                <a:moveTo>
                  <a:pt x="3302" y="1494"/>
                </a:moveTo>
                <a:lnTo>
                  <a:pt x="3302" y="1538"/>
                </a:lnTo>
                <a:lnTo>
                  <a:pt x="3293" y="1538"/>
                </a:lnTo>
                <a:lnTo>
                  <a:pt x="3293" y="1494"/>
                </a:lnTo>
                <a:lnTo>
                  <a:pt x="3302" y="1494"/>
                </a:lnTo>
                <a:moveTo>
                  <a:pt x="3302" y="1570"/>
                </a:moveTo>
                <a:lnTo>
                  <a:pt x="3302" y="1614"/>
                </a:lnTo>
                <a:lnTo>
                  <a:pt x="3293" y="1614"/>
                </a:lnTo>
                <a:lnTo>
                  <a:pt x="3293" y="1570"/>
                </a:lnTo>
                <a:lnTo>
                  <a:pt x="3302" y="1570"/>
                </a:lnTo>
                <a:moveTo>
                  <a:pt x="3302" y="1646"/>
                </a:moveTo>
                <a:lnTo>
                  <a:pt x="3302" y="1690"/>
                </a:lnTo>
                <a:lnTo>
                  <a:pt x="3293" y="1690"/>
                </a:lnTo>
                <a:lnTo>
                  <a:pt x="3293" y="1646"/>
                </a:lnTo>
                <a:lnTo>
                  <a:pt x="3302" y="1646"/>
                </a:lnTo>
                <a:moveTo>
                  <a:pt x="3302" y="1722"/>
                </a:moveTo>
                <a:lnTo>
                  <a:pt x="3302" y="1766"/>
                </a:lnTo>
                <a:lnTo>
                  <a:pt x="3293" y="1766"/>
                </a:lnTo>
                <a:lnTo>
                  <a:pt x="3293" y="1722"/>
                </a:lnTo>
                <a:lnTo>
                  <a:pt x="3302" y="1722"/>
                </a:lnTo>
                <a:moveTo>
                  <a:pt x="3302" y="1797"/>
                </a:moveTo>
                <a:lnTo>
                  <a:pt x="3302" y="1842"/>
                </a:lnTo>
                <a:lnTo>
                  <a:pt x="3293" y="1842"/>
                </a:lnTo>
                <a:lnTo>
                  <a:pt x="3293" y="1797"/>
                </a:lnTo>
                <a:lnTo>
                  <a:pt x="3302" y="1797"/>
                </a:lnTo>
                <a:moveTo>
                  <a:pt x="3302" y="1873"/>
                </a:moveTo>
                <a:lnTo>
                  <a:pt x="3302" y="1918"/>
                </a:lnTo>
                <a:lnTo>
                  <a:pt x="3293" y="1918"/>
                </a:lnTo>
                <a:lnTo>
                  <a:pt x="3293" y="1873"/>
                </a:lnTo>
                <a:lnTo>
                  <a:pt x="3302" y="1873"/>
                </a:lnTo>
                <a:moveTo>
                  <a:pt x="3302" y="1949"/>
                </a:moveTo>
                <a:lnTo>
                  <a:pt x="3302" y="1993"/>
                </a:lnTo>
                <a:lnTo>
                  <a:pt x="3293" y="1993"/>
                </a:lnTo>
                <a:lnTo>
                  <a:pt x="3293" y="1949"/>
                </a:lnTo>
                <a:lnTo>
                  <a:pt x="3302" y="1949"/>
                </a:lnTo>
                <a:moveTo>
                  <a:pt x="3302" y="2025"/>
                </a:moveTo>
                <a:lnTo>
                  <a:pt x="3302" y="2069"/>
                </a:lnTo>
                <a:lnTo>
                  <a:pt x="3293" y="2069"/>
                </a:lnTo>
                <a:lnTo>
                  <a:pt x="3293" y="2025"/>
                </a:lnTo>
                <a:lnTo>
                  <a:pt x="3302" y="2025"/>
                </a:lnTo>
                <a:moveTo>
                  <a:pt x="3302" y="2101"/>
                </a:moveTo>
                <a:lnTo>
                  <a:pt x="3302" y="2145"/>
                </a:lnTo>
                <a:lnTo>
                  <a:pt x="3293" y="2145"/>
                </a:lnTo>
                <a:lnTo>
                  <a:pt x="3293" y="2101"/>
                </a:lnTo>
                <a:lnTo>
                  <a:pt x="3302" y="2101"/>
                </a:lnTo>
                <a:moveTo>
                  <a:pt x="3302" y="2177"/>
                </a:moveTo>
                <a:lnTo>
                  <a:pt x="3302" y="2186"/>
                </a:lnTo>
                <a:cubicBezTo>
                  <a:pt x="3302" y="2199"/>
                  <a:pt x="3297" y="2211"/>
                  <a:pt x="3289" y="2221"/>
                </a:cubicBezTo>
                <a:lnTo>
                  <a:pt x="3282" y="2215"/>
                </a:lnTo>
                <a:cubicBezTo>
                  <a:pt x="3289" y="2207"/>
                  <a:pt x="3293" y="2197"/>
                  <a:pt x="3293" y="2186"/>
                </a:cubicBezTo>
                <a:lnTo>
                  <a:pt x="3293" y="2177"/>
                </a:lnTo>
                <a:lnTo>
                  <a:pt x="3302" y="2177"/>
                </a:lnTo>
                <a:moveTo>
                  <a:pt x="3260" y="2239"/>
                </a:moveTo>
                <a:cubicBezTo>
                  <a:pt x="3255" y="2240"/>
                  <a:pt x="3251" y="2241"/>
                  <a:pt x="3246" y="2241"/>
                </a:cubicBezTo>
                <a:lnTo>
                  <a:pt x="3215" y="2241"/>
                </a:lnTo>
                <a:lnTo>
                  <a:pt x="3215" y="2232"/>
                </a:lnTo>
                <a:lnTo>
                  <a:pt x="3246" y="2232"/>
                </a:lnTo>
                <a:cubicBezTo>
                  <a:pt x="3250" y="2232"/>
                  <a:pt x="3254" y="2232"/>
                  <a:pt x="3258" y="2231"/>
                </a:cubicBezTo>
                <a:lnTo>
                  <a:pt x="3260" y="2239"/>
                </a:lnTo>
                <a:moveTo>
                  <a:pt x="3183" y="2241"/>
                </a:moveTo>
                <a:lnTo>
                  <a:pt x="3139" y="2241"/>
                </a:lnTo>
                <a:lnTo>
                  <a:pt x="3139" y="2232"/>
                </a:lnTo>
                <a:lnTo>
                  <a:pt x="3183" y="2232"/>
                </a:lnTo>
                <a:lnTo>
                  <a:pt x="3183" y="2241"/>
                </a:lnTo>
                <a:moveTo>
                  <a:pt x="3107" y="2241"/>
                </a:moveTo>
                <a:lnTo>
                  <a:pt x="3063" y="2241"/>
                </a:lnTo>
                <a:lnTo>
                  <a:pt x="3063" y="2232"/>
                </a:lnTo>
                <a:lnTo>
                  <a:pt x="3107" y="2232"/>
                </a:lnTo>
                <a:lnTo>
                  <a:pt x="3107" y="2241"/>
                </a:lnTo>
                <a:moveTo>
                  <a:pt x="3031" y="2241"/>
                </a:moveTo>
                <a:lnTo>
                  <a:pt x="2987" y="2241"/>
                </a:lnTo>
                <a:lnTo>
                  <a:pt x="2987" y="2232"/>
                </a:lnTo>
                <a:lnTo>
                  <a:pt x="3031" y="2232"/>
                </a:lnTo>
                <a:lnTo>
                  <a:pt x="3031" y="2241"/>
                </a:lnTo>
                <a:moveTo>
                  <a:pt x="2955" y="2241"/>
                </a:moveTo>
                <a:lnTo>
                  <a:pt x="2911" y="2241"/>
                </a:lnTo>
                <a:lnTo>
                  <a:pt x="2911" y="2232"/>
                </a:lnTo>
                <a:lnTo>
                  <a:pt x="2955" y="2232"/>
                </a:lnTo>
                <a:lnTo>
                  <a:pt x="2955" y="2241"/>
                </a:lnTo>
                <a:moveTo>
                  <a:pt x="2879" y="2241"/>
                </a:moveTo>
                <a:lnTo>
                  <a:pt x="2835" y="2241"/>
                </a:lnTo>
                <a:lnTo>
                  <a:pt x="2835" y="2232"/>
                </a:lnTo>
                <a:lnTo>
                  <a:pt x="2879" y="2232"/>
                </a:lnTo>
                <a:lnTo>
                  <a:pt x="2879" y="2241"/>
                </a:lnTo>
                <a:moveTo>
                  <a:pt x="2803" y="2241"/>
                </a:moveTo>
                <a:lnTo>
                  <a:pt x="2759" y="2241"/>
                </a:lnTo>
                <a:lnTo>
                  <a:pt x="2759" y="2232"/>
                </a:lnTo>
                <a:lnTo>
                  <a:pt x="2803" y="2232"/>
                </a:lnTo>
                <a:lnTo>
                  <a:pt x="2803" y="2241"/>
                </a:lnTo>
                <a:moveTo>
                  <a:pt x="2727" y="2241"/>
                </a:moveTo>
                <a:lnTo>
                  <a:pt x="2683" y="2241"/>
                </a:lnTo>
                <a:lnTo>
                  <a:pt x="2683" y="2232"/>
                </a:lnTo>
                <a:lnTo>
                  <a:pt x="2727" y="2232"/>
                </a:lnTo>
                <a:lnTo>
                  <a:pt x="2727" y="2241"/>
                </a:lnTo>
                <a:moveTo>
                  <a:pt x="2651" y="2241"/>
                </a:moveTo>
                <a:lnTo>
                  <a:pt x="2607" y="2241"/>
                </a:lnTo>
                <a:lnTo>
                  <a:pt x="2607" y="2232"/>
                </a:lnTo>
                <a:lnTo>
                  <a:pt x="2651" y="2232"/>
                </a:lnTo>
                <a:lnTo>
                  <a:pt x="2651" y="2241"/>
                </a:lnTo>
                <a:moveTo>
                  <a:pt x="2575" y="2241"/>
                </a:moveTo>
                <a:lnTo>
                  <a:pt x="2531" y="2241"/>
                </a:lnTo>
                <a:lnTo>
                  <a:pt x="2531" y="2232"/>
                </a:lnTo>
                <a:lnTo>
                  <a:pt x="2575" y="2232"/>
                </a:lnTo>
                <a:lnTo>
                  <a:pt x="2575" y="2241"/>
                </a:lnTo>
                <a:moveTo>
                  <a:pt x="2499" y="2241"/>
                </a:moveTo>
                <a:lnTo>
                  <a:pt x="2455" y="2241"/>
                </a:lnTo>
                <a:lnTo>
                  <a:pt x="2455" y="2232"/>
                </a:lnTo>
                <a:lnTo>
                  <a:pt x="2499" y="2232"/>
                </a:lnTo>
                <a:lnTo>
                  <a:pt x="2499" y="2241"/>
                </a:lnTo>
                <a:moveTo>
                  <a:pt x="2423" y="2241"/>
                </a:moveTo>
                <a:lnTo>
                  <a:pt x="2379" y="2241"/>
                </a:lnTo>
                <a:lnTo>
                  <a:pt x="2379" y="2232"/>
                </a:lnTo>
                <a:lnTo>
                  <a:pt x="2423" y="2232"/>
                </a:lnTo>
                <a:lnTo>
                  <a:pt x="2423" y="2241"/>
                </a:lnTo>
                <a:moveTo>
                  <a:pt x="2347" y="2241"/>
                </a:moveTo>
                <a:lnTo>
                  <a:pt x="2303" y="2241"/>
                </a:lnTo>
                <a:lnTo>
                  <a:pt x="2303" y="2232"/>
                </a:lnTo>
                <a:lnTo>
                  <a:pt x="2347" y="2232"/>
                </a:lnTo>
                <a:lnTo>
                  <a:pt x="2347" y="2241"/>
                </a:lnTo>
                <a:moveTo>
                  <a:pt x="2271" y="2241"/>
                </a:moveTo>
                <a:lnTo>
                  <a:pt x="2227" y="2241"/>
                </a:lnTo>
                <a:lnTo>
                  <a:pt x="2227" y="2232"/>
                </a:lnTo>
                <a:lnTo>
                  <a:pt x="2271" y="2232"/>
                </a:lnTo>
                <a:lnTo>
                  <a:pt x="2271" y="2241"/>
                </a:lnTo>
                <a:moveTo>
                  <a:pt x="2195" y="2241"/>
                </a:moveTo>
                <a:lnTo>
                  <a:pt x="2151" y="2241"/>
                </a:lnTo>
                <a:lnTo>
                  <a:pt x="2151" y="2232"/>
                </a:lnTo>
                <a:lnTo>
                  <a:pt x="2195" y="2232"/>
                </a:lnTo>
                <a:lnTo>
                  <a:pt x="2195" y="2241"/>
                </a:lnTo>
                <a:moveTo>
                  <a:pt x="2119" y="2241"/>
                </a:moveTo>
                <a:lnTo>
                  <a:pt x="2075" y="2241"/>
                </a:lnTo>
                <a:lnTo>
                  <a:pt x="2075" y="2232"/>
                </a:lnTo>
                <a:lnTo>
                  <a:pt x="2119" y="2232"/>
                </a:lnTo>
                <a:lnTo>
                  <a:pt x="2119" y="2241"/>
                </a:lnTo>
                <a:moveTo>
                  <a:pt x="2043" y="2241"/>
                </a:moveTo>
                <a:lnTo>
                  <a:pt x="1999" y="2241"/>
                </a:lnTo>
                <a:lnTo>
                  <a:pt x="1999" y="2232"/>
                </a:lnTo>
                <a:lnTo>
                  <a:pt x="2043" y="2232"/>
                </a:lnTo>
                <a:lnTo>
                  <a:pt x="2043" y="2241"/>
                </a:lnTo>
                <a:moveTo>
                  <a:pt x="1968" y="2241"/>
                </a:moveTo>
                <a:lnTo>
                  <a:pt x="1923" y="2241"/>
                </a:lnTo>
                <a:lnTo>
                  <a:pt x="1923" y="2232"/>
                </a:lnTo>
                <a:lnTo>
                  <a:pt x="1968" y="2232"/>
                </a:lnTo>
                <a:lnTo>
                  <a:pt x="1968" y="2241"/>
                </a:lnTo>
                <a:moveTo>
                  <a:pt x="1892" y="2241"/>
                </a:moveTo>
                <a:lnTo>
                  <a:pt x="1846" y="2241"/>
                </a:lnTo>
                <a:lnTo>
                  <a:pt x="1846" y="2232"/>
                </a:lnTo>
                <a:lnTo>
                  <a:pt x="1892" y="2232"/>
                </a:lnTo>
                <a:lnTo>
                  <a:pt x="1892" y="2241"/>
                </a:lnTo>
                <a:moveTo>
                  <a:pt x="1815" y="2241"/>
                </a:moveTo>
                <a:lnTo>
                  <a:pt x="1770" y="2241"/>
                </a:lnTo>
                <a:lnTo>
                  <a:pt x="1770" y="2232"/>
                </a:lnTo>
                <a:lnTo>
                  <a:pt x="1815" y="2232"/>
                </a:lnTo>
                <a:lnTo>
                  <a:pt x="1815" y="2241"/>
                </a:lnTo>
                <a:moveTo>
                  <a:pt x="1739" y="2241"/>
                </a:moveTo>
                <a:lnTo>
                  <a:pt x="1694" y="2241"/>
                </a:lnTo>
                <a:lnTo>
                  <a:pt x="1694" y="2232"/>
                </a:lnTo>
                <a:lnTo>
                  <a:pt x="1739" y="2232"/>
                </a:lnTo>
                <a:lnTo>
                  <a:pt x="1739" y="2241"/>
                </a:lnTo>
                <a:moveTo>
                  <a:pt x="1663" y="2241"/>
                </a:moveTo>
                <a:lnTo>
                  <a:pt x="1618" y="2241"/>
                </a:lnTo>
                <a:lnTo>
                  <a:pt x="1618" y="2232"/>
                </a:lnTo>
                <a:lnTo>
                  <a:pt x="1663" y="2232"/>
                </a:lnTo>
                <a:lnTo>
                  <a:pt x="1663" y="2241"/>
                </a:lnTo>
                <a:moveTo>
                  <a:pt x="1587" y="2241"/>
                </a:moveTo>
                <a:lnTo>
                  <a:pt x="1542" y="2241"/>
                </a:lnTo>
                <a:lnTo>
                  <a:pt x="1542" y="2232"/>
                </a:lnTo>
                <a:lnTo>
                  <a:pt x="1587" y="2232"/>
                </a:lnTo>
                <a:lnTo>
                  <a:pt x="1587" y="2241"/>
                </a:lnTo>
                <a:moveTo>
                  <a:pt x="1511" y="2241"/>
                </a:moveTo>
                <a:lnTo>
                  <a:pt x="1466" y="2241"/>
                </a:lnTo>
                <a:lnTo>
                  <a:pt x="1466" y="2232"/>
                </a:lnTo>
                <a:lnTo>
                  <a:pt x="1511" y="2232"/>
                </a:lnTo>
                <a:lnTo>
                  <a:pt x="1511" y="2241"/>
                </a:lnTo>
                <a:moveTo>
                  <a:pt x="1435" y="2241"/>
                </a:moveTo>
                <a:lnTo>
                  <a:pt x="1390" y="2241"/>
                </a:lnTo>
                <a:lnTo>
                  <a:pt x="1390" y="2232"/>
                </a:lnTo>
                <a:lnTo>
                  <a:pt x="1435" y="2232"/>
                </a:lnTo>
                <a:lnTo>
                  <a:pt x="1435" y="2241"/>
                </a:lnTo>
                <a:moveTo>
                  <a:pt x="1359" y="2241"/>
                </a:moveTo>
                <a:lnTo>
                  <a:pt x="1314" y="2241"/>
                </a:lnTo>
                <a:lnTo>
                  <a:pt x="1314" y="2232"/>
                </a:lnTo>
                <a:lnTo>
                  <a:pt x="1359" y="2232"/>
                </a:lnTo>
                <a:lnTo>
                  <a:pt x="1359" y="2241"/>
                </a:lnTo>
                <a:moveTo>
                  <a:pt x="1283" y="2241"/>
                </a:moveTo>
                <a:lnTo>
                  <a:pt x="1239" y="2241"/>
                </a:lnTo>
                <a:lnTo>
                  <a:pt x="1239" y="2232"/>
                </a:lnTo>
                <a:lnTo>
                  <a:pt x="1283" y="2232"/>
                </a:lnTo>
                <a:lnTo>
                  <a:pt x="1283" y="2241"/>
                </a:lnTo>
                <a:moveTo>
                  <a:pt x="1207" y="2241"/>
                </a:moveTo>
                <a:lnTo>
                  <a:pt x="1163" y="2241"/>
                </a:lnTo>
                <a:lnTo>
                  <a:pt x="1163" y="2232"/>
                </a:lnTo>
                <a:lnTo>
                  <a:pt x="1207" y="2232"/>
                </a:lnTo>
                <a:lnTo>
                  <a:pt x="1207" y="2241"/>
                </a:lnTo>
                <a:moveTo>
                  <a:pt x="1131" y="2241"/>
                </a:moveTo>
                <a:lnTo>
                  <a:pt x="1087" y="2241"/>
                </a:lnTo>
                <a:lnTo>
                  <a:pt x="1087" y="2232"/>
                </a:lnTo>
                <a:lnTo>
                  <a:pt x="1131" y="2232"/>
                </a:lnTo>
                <a:lnTo>
                  <a:pt x="1131" y="2241"/>
                </a:lnTo>
                <a:moveTo>
                  <a:pt x="1055" y="2241"/>
                </a:moveTo>
                <a:lnTo>
                  <a:pt x="1011" y="2241"/>
                </a:lnTo>
                <a:lnTo>
                  <a:pt x="1011" y="2232"/>
                </a:lnTo>
                <a:lnTo>
                  <a:pt x="1055" y="2232"/>
                </a:lnTo>
                <a:lnTo>
                  <a:pt x="1055" y="2241"/>
                </a:lnTo>
                <a:moveTo>
                  <a:pt x="979" y="2241"/>
                </a:moveTo>
                <a:lnTo>
                  <a:pt x="935" y="2241"/>
                </a:lnTo>
                <a:lnTo>
                  <a:pt x="935" y="2232"/>
                </a:lnTo>
                <a:lnTo>
                  <a:pt x="979" y="2232"/>
                </a:lnTo>
                <a:lnTo>
                  <a:pt x="979" y="2241"/>
                </a:lnTo>
                <a:moveTo>
                  <a:pt x="903" y="2241"/>
                </a:moveTo>
                <a:lnTo>
                  <a:pt x="859" y="2241"/>
                </a:lnTo>
                <a:lnTo>
                  <a:pt x="859" y="2232"/>
                </a:lnTo>
                <a:lnTo>
                  <a:pt x="903" y="2232"/>
                </a:lnTo>
                <a:lnTo>
                  <a:pt x="903" y="2241"/>
                </a:lnTo>
                <a:moveTo>
                  <a:pt x="827" y="2241"/>
                </a:moveTo>
                <a:lnTo>
                  <a:pt x="783" y="2241"/>
                </a:lnTo>
                <a:lnTo>
                  <a:pt x="783" y="2232"/>
                </a:lnTo>
                <a:lnTo>
                  <a:pt x="827" y="2232"/>
                </a:lnTo>
                <a:lnTo>
                  <a:pt x="827" y="2241"/>
                </a:lnTo>
                <a:moveTo>
                  <a:pt x="751" y="2241"/>
                </a:moveTo>
                <a:lnTo>
                  <a:pt x="707" y="2241"/>
                </a:lnTo>
                <a:lnTo>
                  <a:pt x="707" y="2232"/>
                </a:lnTo>
                <a:lnTo>
                  <a:pt x="751" y="2232"/>
                </a:lnTo>
                <a:lnTo>
                  <a:pt x="751" y="2241"/>
                </a:lnTo>
                <a:moveTo>
                  <a:pt x="675" y="2241"/>
                </a:moveTo>
                <a:lnTo>
                  <a:pt x="631" y="2241"/>
                </a:lnTo>
                <a:lnTo>
                  <a:pt x="631" y="2232"/>
                </a:lnTo>
                <a:lnTo>
                  <a:pt x="675" y="2232"/>
                </a:lnTo>
                <a:lnTo>
                  <a:pt x="675" y="2241"/>
                </a:lnTo>
                <a:moveTo>
                  <a:pt x="599" y="2241"/>
                </a:moveTo>
                <a:lnTo>
                  <a:pt x="555" y="2241"/>
                </a:lnTo>
                <a:lnTo>
                  <a:pt x="555" y="2232"/>
                </a:lnTo>
                <a:lnTo>
                  <a:pt x="599" y="2232"/>
                </a:lnTo>
                <a:lnTo>
                  <a:pt x="599" y="2241"/>
                </a:lnTo>
                <a:moveTo>
                  <a:pt x="523" y="2241"/>
                </a:moveTo>
                <a:lnTo>
                  <a:pt x="479" y="2241"/>
                </a:lnTo>
                <a:lnTo>
                  <a:pt x="479" y="2232"/>
                </a:lnTo>
                <a:lnTo>
                  <a:pt x="523" y="2232"/>
                </a:lnTo>
                <a:lnTo>
                  <a:pt x="523" y="2241"/>
                </a:lnTo>
                <a:moveTo>
                  <a:pt x="447" y="2241"/>
                </a:moveTo>
                <a:lnTo>
                  <a:pt x="403" y="2241"/>
                </a:lnTo>
                <a:lnTo>
                  <a:pt x="403" y="2232"/>
                </a:lnTo>
                <a:lnTo>
                  <a:pt x="447" y="2232"/>
                </a:lnTo>
                <a:lnTo>
                  <a:pt x="447" y="2241"/>
                </a:lnTo>
                <a:moveTo>
                  <a:pt x="371" y="2241"/>
                </a:moveTo>
                <a:lnTo>
                  <a:pt x="327" y="2241"/>
                </a:lnTo>
                <a:lnTo>
                  <a:pt x="327" y="2232"/>
                </a:lnTo>
                <a:lnTo>
                  <a:pt x="371" y="2232"/>
                </a:lnTo>
                <a:lnTo>
                  <a:pt x="371" y="2241"/>
                </a:lnTo>
                <a:moveTo>
                  <a:pt x="295" y="2241"/>
                </a:moveTo>
                <a:lnTo>
                  <a:pt x="251" y="2241"/>
                </a:lnTo>
                <a:lnTo>
                  <a:pt x="251" y="2232"/>
                </a:lnTo>
                <a:lnTo>
                  <a:pt x="295" y="2232"/>
                </a:lnTo>
                <a:lnTo>
                  <a:pt x="295" y="2241"/>
                </a:lnTo>
                <a:moveTo>
                  <a:pt x="219" y="2241"/>
                </a:moveTo>
                <a:lnTo>
                  <a:pt x="175" y="2241"/>
                </a:lnTo>
                <a:lnTo>
                  <a:pt x="175" y="2232"/>
                </a:lnTo>
                <a:lnTo>
                  <a:pt x="219" y="2232"/>
                </a:lnTo>
                <a:lnTo>
                  <a:pt x="219" y="2241"/>
                </a:lnTo>
                <a:moveTo>
                  <a:pt x="143" y="2241"/>
                </a:moveTo>
                <a:lnTo>
                  <a:pt x="99" y="2241"/>
                </a:lnTo>
                <a:lnTo>
                  <a:pt x="99" y="2232"/>
                </a:lnTo>
                <a:lnTo>
                  <a:pt x="143" y="2232"/>
                </a:lnTo>
                <a:lnTo>
                  <a:pt x="143" y="2241"/>
                </a:lnTo>
                <a:moveTo>
                  <a:pt x="67" y="2241"/>
                </a:moveTo>
                <a:lnTo>
                  <a:pt x="55" y="2241"/>
                </a:lnTo>
                <a:cubicBezTo>
                  <a:pt x="43" y="2241"/>
                  <a:pt x="32" y="2237"/>
                  <a:pt x="22" y="2230"/>
                </a:cubicBezTo>
                <a:lnTo>
                  <a:pt x="28" y="2223"/>
                </a:lnTo>
                <a:cubicBezTo>
                  <a:pt x="36" y="2229"/>
                  <a:pt x="45" y="2232"/>
                  <a:pt x="55" y="2232"/>
                </a:cubicBezTo>
                <a:lnTo>
                  <a:pt x="67" y="2232"/>
                </a:lnTo>
                <a:lnTo>
                  <a:pt x="67" y="2241"/>
                </a:lnTo>
                <a:moveTo>
                  <a:pt x="2" y="2203"/>
                </a:moveTo>
                <a:cubicBezTo>
                  <a:pt x="1" y="2197"/>
                  <a:pt x="0" y="2192"/>
                  <a:pt x="0" y="2186"/>
                </a:cubicBezTo>
                <a:lnTo>
                  <a:pt x="0" y="2157"/>
                </a:lnTo>
                <a:lnTo>
                  <a:pt x="9" y="2157"/>
                </a:lnTo>
                <a:lnTo>
                  <a:pt x="9" y="2186"/>
                </a:lnTo>
                <a:cubicBezTo>
                  <a:pt x="9" y="2191"/>
                  <a:pt x="9" y="2195"/>
                  <a:pt x="11" y="2200"/>
                </a:cubicBezTo>
                <a:lnTo>
                  <a:pt x="2" y="2203"/>
                </a:lnTo>
                <a:moveTo>
                  <a:pt x="0" y="2126"/>
                </a:moveTo>
                <a:lnTo>
                  <a:pt x="0" y="2081"/>
                </a:lnTo>
                <a:lnTo>
                  <a:pt x="9" y="2081"/>
                </a:lnTo>
                <a:lnTo>
                  <a:pt x="9" y="2126"/>
                </a:lnTo>
                <a:lnTo>
                  <a:pt x="0" y="2126"/>
                </a:lnTo>
                <a:moveTo>
                  <a:pt x="0" y="2050"/>
                </a:moveTo>
                <a:lnTo>
                  <a:pt x="0" y="2006"/>
                </a:lnTo>
                <a:lnTo>
                  <a:pt x="9" y="2006"/>
                </a:lnTo>
                <a:lnTo>
                  <a:pt x="9" y="2050"/>
                </a:lnTo>
                <a:lnTo>
                  <a:pt x="0" y="2050"/>
                </a:lnTo>
                <a:moveTo>
                  <a:pt x="0" y="1974"/>
                </a:moveTo>
                <a:lnTo>
                  <a:pt x="0" y="1930"/>
                </a:lnTo>
                <a:lnTo>
                  <a:pt x="9" y="1930"/>
                </a:lnTo>
                <a:lnTo>
                  <a:pt x="9" y="1974"/>
                </a:lnTo>
                <a:lnTo>
                  <a:pt x="0" y="1974"/>
                </a:lnTo>
                <a:moveTo>
                  <a:pt x="0" y="1898"/>
                </a:moveTo>
                <a:lnTo>
                  <a:pt x="0" y="1854"/>
                </a:lnTo>
                <a:lnTo>
                  <a:pt x="9" y="1854"/>
                </a:lnTo>
                <a:lnTo>
                  <a:pt x="9" y="1898"/>
                </a:lnTo>
                <a:lnTo>
                  <a:pt x="0" y="1898"/>
                </a:lnTo>
                <a:moveTo>
                  <a:pt x="0" y="1822"/>
                </a:moveTo>
                <a:lnTo>
                  <a:pt x="0" y="1778"/>
                </a:lnTo>
                <a:lnTo>
                  <a:pt x="9" y="1778"/>
                </a:lnTo>
                <a:lnTo>
                  <a:pt x="9" y="1822"/>
                </a:lnTo>
                <a:lnTo>
                  <a:pt x="0" y="1822"/>
                </a:lnTo>
                <a:moveTo>
                  <a:pt x="0" y="1746"/>
                </a:moveTo>
                <a:lnTo>
                  <a:pt x="0" y="1702"/>
                </a:lnTo>
                <a:lnTo>
                  <a:pt x="9" y="1702"/>
                </a:lnTo>
                <a:lnTo>
                  <a:pt x="9" y="1746"/>
                </a:lnTo>
                <a:lnTo>
                  <a:pt x="0" y="1746"/>
                </a:lnTo>
                <a:moveTo>
                  <a:pt x="0" y="1671"/>
                </a:moveTo>
                <a:lnTo>
                  <a:pt x="0" y="1626"/>
                </a:lnTo>
                <a:lnTo>
                  <a:pt x="9" y="1626"/>
                </a:lnTo>
                <a:lnTo>
                  <a:pt x="9" y="1671"/>
                </a:lnTo>
                <a:lnTo>
                  <a:pt x="0" y="1671"/>
                </a:lnTo>
                <a:moveTo>
                  <a:pt x="0" y="1595"/>
                </a:moveTo>
                <a:lnTo>
                  <a:pt x="0" y="1551"/>
                </a:lnTo>
                <a:lnTo>
                  <a:pt x="9" y="1551"/>
                </a:lnTo>
                <a:lnTo>
                  <a:pt x="9" y="1595"/>
                </a:lnTo>
                <a:lnTo>
                  <a:pt x="0" y="1595"/>
                </a:lnTo>
                <a:moveTo>
                  <a:pt x="0" y="1519"/>
                </a:moveTo>
                <a:lnTo>
                  <a:pt x="0" y="1475"/>
                </a:lnTo>
                <a:lnTo>
                  <a:pt x="9" y="1475"/>
                </a:lnTo>
                <a:lnTo>
                  <a:pt x="9" y="1519"/>
                </a:lnTo>
                <a:lnTo>
                  <a:pt x="0" y="1519"/>
                </a:lnTo>
                <a:moveTo>
                  <a:pt x="0" y="1443"/>
                </a:moveTo>
                <a:lnTo>
                  <a:pt x="0" y="1399"/>
                </a:lnTo>
                <a:lnTo>
                  <a:pt x="9" y="1399"/>
                </a:lnTo>
                <a:lnTo>
                  <a:pt x="9" y="1443"/>
                </a:lnTo>
                <a:lnTo>
                  <a:pt x="0" y="1443"/>
                </a:lnTo>
                <a:moveTo>
                  <a:pt x="0" y="1367"/>
                </a:moveTo>
                <a:lnTo>
                  <a:pt x="0" y="1323"/>
                </a:lnTo>
                <a:lnTo>
                  <a:pt x="9" y="1323"/>
                </a:lnTo>
                <a:lnTo>
                  <a:pt x="9" y="1367"/>
                </a:lnTo>
                <a:lnTo>
                  <a:pt x="0" y="1367"/>
                </a:lnTo>
                <a:moveTo>
                  <a:pt x="0" y="1291"/>
                </a:moveTo>
                <a:lnTo>
                  <a:pt x="0" y="1247"/>
                </a:lnTo>
                <a:lnTo>
                  <a:pt x="9" y="1247"/>
                </a:lnTo>
                <a:lnTo>
                  <a:pt x="9" y="1291"/>
                </a:lnTo>
                <a:lnTo>
                  <a:pt x="0" y="1291"/>
                </a:lnTo>
                <a:moveTo>
                  <a:pt x="0" y="1216"/>
                </a:moveTo>
                <a:lnTo>
                  <a:pt x="0" y="1171"/>
                </a:lnTo>
                <a:lnTo>
                  <a:pt x="9" y="1171"/>
                </a:lnTo>
                <a:lnTo>
                  <a:pt x="9" y="1216"/>
                </a:lnTo>
                <a:lnTo>
                  <a:pt x="0" y="1216"/>
                </a:lnTo>
                <a:moveTo>
                  <a:pt x="0" y="1140"/>
                </a:moveTo>
                <a:lnTo>
                  <a:pt x="0" y="1095"/>
                </a:lnTo>
                <a:lnTo>
                  <a:pt x="9" y="1095"/>
                </a:lnTo>
                <a:lnTo>
                  <a:pt x="9" y="1140"/>
                </a:lnTo>
                <a:lnTo>
                  <a:pt x="0" y="1140"/>
                </a:lnTo>
                <a:moveTo>
                  <a:pt x="0" y="1064"/>
                </a:moveTo>
                <a:lnTo>
                  <a:pt x="0" y="1020"/>
                </a:lnTo>
                <a:lnTo>
                  <a:pt x="9" y="1020"/>
                </a:lnTo>
                <a:lnTo>
                  <a:pt x="9" y="1064"/>
                </a:lnTo>
                <a:lnTo>
                  <a:pt x="0" y="1064"/>
                </a:lnTo>
                <a:moveTo>
                  <a:pt x="0" y="988"/>
                </a:moveTo>
                <a:lnTo>
                  <a:pt x="0" y="944"/>
                </a:lnTo>
                <a:lnTo>
                  <a:pt x="9" y="944"/>
                </a:lnTo>
                <a:lnTo>
                  <a:pt x="9" y="988"/>
                </a:lnTo>
                <a:lnTo>
                  <a:pt x="0" y="988"/>
                </a:lnTo>
                <a:moveTo>
                  <a:pt x="0" y="912"/>
                </a:moveTo>
                <a:lnTo>
                  <a:pt x="0" y="868"/>
                </a:lnTo>
                <a:lnTo>
                  <a:pt x="9" y="868"/>
                </a:lnTo>
                <a:lnTo>
                  <a:pt x="9" y="912"/>
                </a:lnTo>
                <a:lnTo>
                  <a:pt x="0" y="912"/>
                </a:lnTo>
                <a:moveTo>
                  <a:pt x="0" y="836"/>
                </a:moveTo>
                <a:lnTo>
                  <a:pt x="0" y="792"/>
                </a:lnTo>
                <a:lnTo>
                  <a:pt x="9" y="792"/>
                </a:lnTo>
                <a:lnTo>
                  <a:pt x="9" y="836"/>
                </a:lnTo>
                <a:lnTo>
                  <a:pt x="0" y="836"/>
                </a:lnTo>
                <a:moveTo>
                  <a:pt x="0" y="760"/>
                </a:moveTo>
                <a:lnTo>
                  <a:pt x="0" y="716"/>
                </a:lnTo>
                <a:lnTo>
                  <a:pt x="9" y="716"/>
                </a:lnTo>
                <a:lnTo>
                  <a:pt x="9" y="760"/>
                </a:lnTo>
                <a:lnTo>
                  <a:pt x="0" y="760"/>
                </a:lnTo>
                <a:moveTo>
                  <a:pt x="0" y="685"/>
                </a:moveTo>
                <a:lnTo>
                  <a:pt x="0" y="640"/>
                </a:lnTo>
                <a:lnTo>
                  <a:pt x="9" y="640"/>
                </a:lnTo>
                <a:lnTo>
                  <a:pt x="9" y="685"/>
                </a:lnTo>
                <a:lnTo>
                  <a:pt x="0" y="685"/>
                </a:lnTo>
                <a:moveTo>
                  <a:pt x="0" y="609"/>
                </a:moveTo>
                <a:lnTo>
                  <a:pt x="0" y="565"/>
                </a:lnTo>
                <a:lnTo>
                  <a:pt x="9" y="565"/>
                </a:lnTo>
                <a:lnTo>
                  <a:pt x="9" y="609"/>
                </a:lnTo>
                <a:lnTo>
                  <a:pt x="0" y="609"/>
                </a:lnTo>
                <a:moveTo>
                  <a:pt x="0" y="533"/>
                </a:moveTo>
                <a:lnTo>
                  <a:pt x="0" y="489"/>
                </a:lnTo>
                <a:lnTo>
                  <a:pt x="9" y="489"/>
                </a:lnTo>
                <a:lnTo>
                  <a:pt x="9" y="533"/>
                </a:lnTo>
                <a:lnTo>
                  <a:pt x="0" y="533"/>
                </a:lnTo>
                <a:moveTo>
                  <a:pt x="0" y="457"/>
                </a:moveTo>
                <a:lnTo>
                  <a:pt x="0" y="413"/>
                </a:lnTo>
                <a:lnTo>
                  <a:pt x="9" y="413"/>
                </a:lnTo>
                <a:lnTo>
                  <a:pt x="9" y="457"/>
                </a:lnTo>
                <a:lnTo>
                  <a:pt x="0" y="457"/>
                </a:lnTo>
                <a:moveTo>
                  <a:pt x="0" y="381"/>
                </a:moveTo>
                <a:lnTo>
                  <a:pt x="0" y="337"/>
                </a:lnTo>
                <a:lnTo>
                  <a:pt x="9" y="337"/>
                </a:lnTo>
                <a:lnTo>
                  <a:pt x="9" y="381"/>
                </a:lnTo>
                <a:lnTo>
                  <a:pt x="0" y="381"/>
                </a:lnTo>
                <a:moveTo>
                  <a:pt x="0" y="305"/>
                </a:moveTo>
                <a:lnTo>
                  <a:pt x="0" y="261"/>
                </a:lnTo>
                <a:lnTo>
                  <a:pt x="9" y="261"/>
                </a:lnTo>
                <a:lnTo>
                  <a:pt x="9" y="305"/>
                </a:lnTo>
                <a:lnTo>
                  <a:pt x="0" y="305"/>
                </a:lnTo>
                <a:moveTo>
                  <a:pt x="0" y="230"/>
                </a:moveTo>
                <a:lnTo>
                  <a:pt x="0" y="185"/>
                </a:lnTo>
                <a:lnTo>
                  <a:pt x="9" y="185"/>
                </a:lnTo>
                <a:lnTo>
                  <a:pt x="9" y="230"/>
                </a:lnTo>
                <a:lnTo>
                  <a:pt x="0" y="230"/>
                </a:lnTo>
                <a:moveTo>
                  <a:pt x="0" y="154"/>
                </a:moveTo>
                <a:lnTo>
                  <a:pt x="0" y="108"/>
                </a:lnTo>
                <a:lnTo>
                  <a:pt x="9" y="108"/>
                </a:lnTo>
                <a:lnTo>
                  <a:pt x="9" y="154"/>
                </a:lnTo>
                <a:lnTo>
                  <a:pt x="0" y="154"/>
                </a:lnTo>
                <a:moveTo>
                  <a:pt x="0" y="77"/>
                </a:moveTo>
                <a:lnTo>
                  <a:pt x="0" y="55"/>
                </a:lnTo>
                <a:cubicBezTo>
                  <a:pt x="0" y="47"/>
                  <a:pt x="2" y="39"/>
                  <a:pt x="5" y="31"/>
                </a:cubicBezTo>
                <a:lnTo>
                  <a:pt x="13" y="35"/>
                </a:lnTo>
                <a:cubicBezTo>
                  <a:pt x="10" y="41"/>
                  <a:pt x="9" y="48"/>
                  <a:pt x="9" y="55"/>
                </a:cubicBezTo>
                <a:lnTo>
                  <a:pt x="9" y="77"/>
                </a:lnTo>
                <a:lnTo>
                  <a:pt x="0" y="77"/>
                </a:lnTo>
                <a:moveTo>
                  <a:pt x="29" y="7"/>
                </a:moveTo>
                <a:cubicBezTo>
                  <a:pt x="37" y="2"/>
                  <a:pt x="46" y="0"/>
                  <a:pt x="55" y="0"/>
                </a:cubicBezTo>
                <a:lnTo>
                  <a:pt x="99" y="0"/>
                </a:lnTo>
                <a:lnTo>
                  <a:pt x="99" y="9"/>
                </a:lnTo>
                <a:lnTo>
                  <a:pt x="55" y="9"/>
                </a:lnTo>
                <a:cubicBezTo>
                  <a:pt x="47" y="9"/>
                  <a:pt x="40" y="11"/>
                  <a:pt x="33" y="14"/>
                </a:cubicBezTo>
                <a:lnTo>
                  <a:pt x="29" y="7"/>
                </a:lnTo>
                <a:close/>
              </a:path>
            </a:pathLst>
          </a:custGeom>
          <a:solidFill>
            <a:srgbClr val="9aa5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2241360" y="3073320"/>
            <a:ext cx="272160" cy="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90" spc="-1" strike="noStrike">
                <a:solidFill>
                  <a:srgbClr val="5b6663"/>
                </a:solidFill>
                <a:latin typeface="DejaVuSans"/>
                <a:ea typeface="DejaVuSans"/>
              </a:rPr>
              <a:t>RIO/CAMBO/AII</a:t>
            </a:r>
            <a:endParaRPr b="0" lang="en-US" sz="2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" name=""/>
          <p:cNvSpPr/>
          <p:nvPr/>
        </p:nvSpPr>
        <p:spPr>
          <a:xfrm>
            <a:off x="2890440" y="2412720"/>
            <a:ext cx="467640" cy="562680"/>
          </a:xfrm>
          <a:custGeom>
            <a:avLst/>
            <a:gdLst/>
            <a:ahLst/>
            <a:rect l="0" t="0" r="r" b="b"/>
            <a:pathLst>
              <a:path w="1299" h="1563">
                <a:moveTo>
                  <a:pt x="51" y="0"/>
                </a:moveTo>
                <a:lnTo>
                  <a:pt x="1249" y="0"/>
                </a:lnTo>
                <a:cubicBezTo>
                  <a:pt x="1255" y="0"/>
                  <a:pt x="1262" y="2"/>
                  <a:pt x="1268" y="4"/>
                </a:cubicBezTo>
                <a:cubicBezTo>
                  <a:pt x="1274" y="7"/>
                  <a:pt x="1280" y="10"/>
                  <a:pt x="1284" y="15"/>
                </a:cubicBezTo>
                <a:cubicBezTo>
                  <a:pt x="1289" y="20"/>
                  <a:pt x="1293" y="25"/>
                  <a:pt x="1295" y="32"/>
                </a:cubicBezTo>
                <a:cubicBezTo>
                  <a:pt x="1298" y="38"/>
                  <a:pt x="1299" y="44"/>
                  <a:pt x="1299" y="51"/>
                </a:cubicBezTo>
                <a:lnTo>
                  <a:pt x="1299" y="1512"/>
                </a:lnTo>
                <a:cubicBezTo>
                  <a:pt x="1299" y="1519"/>
                  <a:pt x="1298" y="1525"/>
                  <a:pt x="1295" y="1531"/>
                </a:cubicBezTo>
                <a:cubicBezTo>
                  <a:pt x="1293" y="1538"/>
                  <a:pt x="1289" y="1543"/>
                  <a:pt x="1284" y="1548"/>
                </a:cubicBezTo>
                <a:cubicBezTo>
                  <a:pt x="1280" y="1553"/>
                  <a:pt x="1274" y="1556"/>
                  <a:pt x="1268" y="1559"/>
                </a:cubicBezTo>
                <a:cubicBezTo>
                  <a:pt x="1262" y="1561"/>
                  <a:pt x="1255" y="1563"/>
                  <a:pt x="1249" y="1563"/>
                </a:cubicBezTo>
                <a:lnTo>
                  <a:pt x="51" y="1563"/>
                </a:lnTo>
                <a:cubicBezTo>
                  <a:pt x="44" y="1563"/>
                  <a:pt x="38" y="1561"/>
                  <a:pt x="32" y="1559"/>
                </a:cubicBezTo>
                <a:cubicBezTo>
                  <a:pt x="25" y="1556"/>
                  <a:pt x="20" y="1553"/>
                  <a:pt x="15" y="1548"/>
                </a:cubicBezTo>
                <a:cubicBezTo>
                  <a:pt x="10" y="1543"/>
                  <a:pt x="7" y="1538"/>
                  <a:pt x="4" y="1531"/>
                </a:cubicBezTo>
                <a:cubicBezTo>
                  <a:pt x="2" y="1525"/>
                  <a:pt x="0" y="1519"/>
                  <a:pt x="0" y="1512"/>
                </a:cubicBezTo>
                <a:lnTo>
                  <a:pt x="0" y="51"/>
                </a:lnTo>
                <a:cubicBezTo>
                  <a:pt x="0" y="44"/>
                  <a:pt x="2" y="38"/>
                  <a:pt x="4" y="32"/>
                </a:cubicBezTo>
                <a:cubicBezTo>
                  <a:pt x="7" y="25"/>
                  <a:pt x="10" y="20"/>
                  <a:pt x="15" y="15"/>
                </a:cubicBezTo>
                <a:cubicBezTo>
                  <a:pt x="20" y="10"/>
                  <a:pt x="25" y="7"/>
                  <a:pt x="32" y="4"/>
                </a:cubicBezTo>
                <a:cubicBezTo>
                  <a:pt x="38" y="2"/>
                  <a:pt x="44" y="0"/>
                  <a:pt x="51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" name=""/>
          <p:cNvSpPr/>
          <p:nvPr/>
        </p:nvSpPr>
        <p:spPr>
          <a:xfrm>
            <a:off x="2889000" y="2411280"/>
            <a:ext cx="470880" cy="565560"/>
          </a:xfrm>
          <a:custGeom>
            <a:avLst/>
            <a:gdLst/>
            <a:ahLst/>
            <a:rect l="0" t="0" r="r" b="b"/>
            <a:pathLst>
              <a:path w="1308" h="1571">
                <a:moveTo>
                  <a:pt x="131" y="0"/>
                </a:moveTo>
                <a:lnTo>
                  <a:pt x="175" y="0"/>
                </a:lnTo>
                <a:lnTo>
                  <a:pt x="175" y="9"/>
                </a:lnTo>
                <a:lnTo>
                  <a:pt x="131" y="9"/>
                </a:lnTo>
                <a:lnTo>
                  <a:pt x="131" y="0"/>
                </a:lnTo>
                <a:moveTo>
                  <a:pt x="207" y="0"/>
                </a:moveTo>
                <a:lnTo>
                  <a:pt x="251" y="0"/>
                </a:lnTo>
                <a:lnTo>
                  <a:pt x="251" y="9"/>
                </a:lnTo>
                <a:lnTo>
                  <a:pt x="207" y="9"/>
                </a:lnTo>
                <a:lnTo>
                  <a:pt x="207" y="0"/>
                </a:lnTo>
                <a:moveTo>
                  <a:pt x="283" y="0"/>
                </a:moveTo>
                <a:lnTo>
                  <a:pt x="327" y="0"/>
                </a:lnTo>
                <a:lnTo>
                  <a:pt x="327" y="9"/>
                </a:lnTo>
                <a:lnTo>
                  <a:pt x="283" y="9"/>
                </a:lnTo>
                <a:lnTo>
                  <a:pt x="283" y="0"/>
                </a:lnTo>
                <a:moveTo>
                  <a:pt x="359" y="0"/>
                </a:moveTo>
                <a:lnTo>
                  <a:pt x="403" y="0"/>
                </a:lnTo>
                <a:lnTo>
                  <a:pt x="403" y="9"/>
                </a:lnTo>
                <a:lnTo>
                  <a:pt x="359" y="9"/>
                </a:lnTo>
                <a:lnTo>
                  <a:pt x="359" y="0"/>
                </a:lnTo>
                <a:moveTo>
                  <a:pt x="435" y="0"/>
                </a:moveTo>
                <a:lnTo>
                  <a:pt x="480" y="0"/>
                </a:lnTo>
                <a:lnTo>
                  <a:pt x="480" y="9"/>
                </a:lnTo>
                <a:lnTo>
                  <a:pt x="435" y="9"/>
                </a:lnTo>
                <a:lnTo>
                  <a:pt x="435" y="0"/>
                </a:lnTo>
                <a:moveTo>
                  <a:pt x="512" y="0"/>
                </a:moveTo>
                <a:lnTo>
                  <a:pt x="556" y="0"/>
                </a:lnTo>
                <a:lnTo>
                  <a:pt x="556" y="9"/>
                </a:lnTo>
                <a:lnTo>
                  <a:pt x="512" y="9"/>
                </a:lnTo>
                <a:lnTo>
                  <a:pt x="512" y="0"/>
                </a:lnTo>
                <a:moveTo>
                  <a:pt x="588" y="0"/>
                </a:moveTo>
                <a:lnTo>
                  <a:pt x="632" y="0"/>
                </a:lnTo>
                <a:lnTo>
                  <a:pt x="632" y="9"/>
                </a:lnTo>
                <a:lnTo>
                  <a:pt x="588" y="9"/>
                </a:lnTo>
                <a:lnTo>
                  <a:pt x="588" y="0"/>
                </a:lnTo>
                <a:moveTo>
                  <a:pt x="664" y="0"/>
                </a:moveTo>
                <a:lnTo>
                  <a:pt x="708" y="0"/>
                </a:lnTo>
                <a:lnTo>
                  <a:pt x="708" y="9"/>
                </a:lnTo>
                <a:lnTo>
                  <a:pt x="664" y="9"/>
                </a:lnTo>
                <a:lnTo>
                  <a:pt x="664" y="0"/>
                </a:lnTo>
                <a:moveTo>
                  <a:pt x="740" y="0"/>
                </a:moveTo>
                <a:lnTo>
                  <a:pt x="784" y="0"/>
                </a:lnTo>
                <a:lnTo>
                  <a:pt x="784" y="9"/>
                </a:lnTo>
                <a:lnTo>
                  <a:pt x="740" y="9"/>
                </a:lnTo>
                <a:lnTo>
                  <a:pt x="740" y="0"/>
                </a:lnTo>
                <a:moveTo>
                  <a:pt x="816" y="0"/>
                </a:moveTo>
                <a:lnTo>
                  <a:pt x="860" y="0"/>
                </a:lnTo>
                <a:lnTo>
                  <a:pt x="860" y="9"/>
                </a:lnTo>
                <a:lnTo>
                  <a:pt x="816" y="9"/>
                </a:lnTo>
                <a:lnTo>
                  <a:pt x="816" y="0"/>
                </a:lnTo>
                <a:moveTo>
                  <a:pt x="892" y="0"/>
                </a:moveTo>
                <a:lnTo>
                  <a:pt x="936" y="0"/>
                </a:lnTo>
                <a:lnTo>
                  <a:pt x="936" y="9"/>
                </a:lnTo>
                <a:lnTo>
                  <a:pt x="892" y="9"/>
                </a:lnTo>
                <a:lnTo>
                  <a:pt x="892" y="0"/>
                </a:lnTo>
                <a:moveTo>
                  <a:pt x="968" y="0"/>
                </a:moveTo>
                <a:lnTo>
                  <a:pt x="1012" y="0"/>
                </a:lnTo>
                <a:lnTo>
                  <a:pt x="1012" y="9"/>
                </a:lnTo>
                <a:lnTo>
                  <a:pt x="968" y="9"/>
                </a:lnTo>
                <a:lnTo>
                  <a:pt x="968" y="0"/>
                </a:lnTo>
                <a:moveTo>
                  <a:pt x="1044" y="0"/>
                </a:moveTo>
                <a:lnTo>
                  <a:pt x="1088" y="0"/>
                </a:lnTo>
                <a:lnTo>
                  <a:pt x="1088" y="9"/>
                </a:lnTo>
                <a:lnTo>
                  <a:pt x="1044" y="9"/>
                </a:lnTo>
                <a:lnTo>
                  <a:pt x="1044" y="0"/>
                </a:lnTo>
                <a:moveTo>
                  <a:pt x="1120" y="0"/>
                </a:moveTo>
                <a:lnTo>
                  <a:pt x="1164" y="0"/>
                </a:lnTo>
                <a:lnTo>
                  <a:pt x="1164" y="9"/>
                </a:lnTo>
                <a:lnTo>
                  <a:pt x="1120" y="9"/>
                </a:lnTo>
                <a:lnTo>
                  <a:pt x="1120" y="0"/>
                </a:lnTo>
                <a:moveTo>
                  <a:pt x="1196" y="0"/>
                </a:moveTo>
                <a:lnTo>
                  <a:pt x="1240" y="0"/>
                </a:lnTo>
                <a:lnTo>
                  <a:pt x="1240" y="9"/>
                </a:lnTo>
                <a:lnTo>
                  <a:pt x="1196" y="9"/>
                </a:lnTo>
                <a:lnTo>
                  <a:pt x="1196" y="0"/>
                </a:lnTo>
                <a:moveTo>
                  <a:pt x="1273" y="4"/>
                </a:moveTo>
                <a:cubicBezTo>
                  <a:pt x="1289" y="10"/>
                  <a:pt x="1300" y="22"/>
                  <a:pt x="1305" y="38"/>
                </a:cubicBezTo>
                <a:lnTo>
                  <a:pt x="1297" y="41"/>
                </a:lnTo>
                <a:cubicBezTo>
                  <a:pt x="1292" y="27"/>
                  <a:pt x="1283" y="17"/>
                  <a:pt x="1270" y="12"/>
                </a:cubicBezTo>
                <a:lnTo>
                  <a:pt x="1273" y="4"/>
                </a:lnTo>
                <a:moveTo>
                  <a:pt x="1308" y="71"/>
                </a:moveTo>
                <a:lnTo>
                  <a:pt x="1308" y="115"/>
                </a:lnTo>
                <a:lnTo>
                  <a:pt x="1299" y="115"/>
                </a:lnTo>
                <a:lnTo>
                  <a:pt x="1299" y="71"/>
                </a:lnTo>
                <a:lnTo>
                  <a:pt x="1308" y="71"/>
                </a:lnTo>
                <a:moveTo>
                  <a:pt x="1308" y="147"/>
                </a:moveTo>
                <a:lnTo>
                  <a:pt x="1308" y="191"/>
                </a:lnTo>
                <a:lnTo>
                  <a:pt x="1299" y="191"/>
                </a:lnTo>
                <a:lnTo>
                  <a:pt x="1299" y="147"/>
                </a:lnTo>
                <a:lnTo>
                  <a:pt x="1308" y="147"/>
                </a:lnTo>
                <a:moveTo>
                  <a:pt x="1308" y="223"/>
                </a:moveTo>
                <a:lnTo>
                  <a:pt x="1308" y="267"/>
                </a:lnTo>
                <a:lnTo>
                  <a:pt x="1299" y="267"/>
                </a:lnTo>
                <a:lnTo>
                  <a:pt x="1299" y="223"/>
                </a:lnTo>
                <a:lnTo>
                  <a:pt x="1308" y="223"/>
                </a:lnTo>
                <a:moveTo>
                  <a:pt x="1308" y="298"/>
                </a:moveTo>
                <a:lnTo>
                  <a:pt x="1308" y="343"/>
                </a:lnTo>
                <a:lnTo>
                  <a:pt x="1299" y="343"/>
                </a:lnTo>
                <a:lnTo>
                  <a:pt x="1299" y="298"/>
                </a:lnTo>
                <a:lnTo>
                  <a:pt x="1308" y="298"/>
                </a:lnTo>
                <a:moveTo>
                  <a:pt x="1308" y="375"/>
                </a:moveTo>
                <a:lnTo>
                  <a:pt x="1308" y="420"/>
                </a:lnTo>
                <a:lnTo>
                  <a:pt x="1299" y="420"/>
                </a:lnTo>
                <a:lnTo>
                  <a:pt x="1299" y="375"/>
                </a:lnTo>
                <a:lnTo>
                  <a:pt x="1308" y="375"/>
                </a:lnTo>
                <a:moveTo>
                  <a:pt x="1308" y="451"/>
                </a:moveTo>
                <a:lnTo>
                  <a:pt x="1308" y="495"/>
                </a:lnTo>
                <a:lnTo>
                  <a:pt x="1299" y="495"/>
                </a:lnTo>
                <a:lnTo>
                  <a:pt x="1299" y="451"/>
                </a:lnTo>
                <a:lnTo>
                  <a:pt x="1308" y="451"/>
                </a:lnTo>
                <a:moveTo>
                  <a:pt x="1308" y="527"/>
                </a:moveTo>
                <a:lnTo>
                  <a:pt x="1308" y="571"/>
                </a:lnTo>
                <a:lnTo>
                  <a:pt x="1299" y="571"/>
                </a:lnTo>
                <a:lnTo>
                  <a:pt x="1299" y="527"/>
                </a:lnTo>
                <a:lnTo>
                  <a:pt x="1308" y="527"/>
                </a:lnTo>
                <a:moveTo>
                  <a:pt x="1308" y="603"/>
                </a:moveTo>
                <a:lnTo>
                  <a:pt x="1308" y="647"/>
                </a:lnTo>
                <a:lnTo>
                  <a:pt x="1299" y="647"/>
                </a:lnTo>
                <a:lnTo>
                  <a:pt x="1299" y="603"/>
                </a:lnTo>
                <a:lnTo>
                  <a:pt x="1308" y="603"/>
                </a:lnTo>
                <a:moveTo>
                  <a:pt x="1308" y="679"/>
                </a:moveTo>
                <a:lnTo>
                  <a:pt x="1308" y="723"/>
                </a:lnTo>
                <a:lnTo>
                  <a:pt x="1299" y="723"/>
                </a:lnTo>
                <a:lnTo>
                  <a:pt x="1299" y="679"/>
                </a:lnTo>
                <a:lnTo>
                  <a:pt x="1308" y="679"/>
                </a:lnTo>
                <a:moveTo>
                  <a:pt x="1308" y="754"/>
                </a:moveTo>
                <a:lnTo>
                  <a:pt x="1308" y="799"/>
                </a:lnTo>
                <a:lnTo>
                  <a:pt x="1299" y="799"/>
                </a:lnTo>
                <a:lnTo>
                  <a:pt x="1299" y="754"/>
                </a:lnTo>
                <a:lnTo>
                  <a:pt x="1308" y="754"/>
                </a:lnTo>
                <a:moveTo>
                  <a:pt x="1308" y="830"/>
                </a:moveTo>
                <a:lnTo>
                  <a:pt x="1308" y="875"/>
                </a:lnTo>
                <a:lnTo>
                  <a:pt x="1299" y="875"/>
                </a:lnTo>
                <a:lnTo>
                  <a:pt x="1299" y="830"/>
                </a:lnTo>
                <a:lnTo>
                  <a:pt x="1308" y="830"/>
                </a:lnTo>
                <a:moveTo>
                  <a:pt x="1308" y="906"/>
                </a:moveTo>
                <a:lnTo>
                  <a:pt x="1308" y="950"/>
                </a:lnTo>
                <a:lnTo>
                  <a:pt x="1299" y="950"/>
                </a:lnTo>
                <a:lnTo>
                  <a:pt x="1299" y="906"/>
                </a:lnTo>
                <a:lnTo>
                  <a:pt x="1308" y="906"/>
                </a:lnTo>
                <a:moveTo>
                  <a:pt x="1308" y="982"/>
                </a:moveTo>
                <a:lnTo>
                  <a:pt x="1308" y="1026"/>
                </a:lnTo>
                <a:lnTo>
                  <a:pt x="1299" y="1026"/>
                </a:lnTo>
                <a:lnTo>
                  <a:pt x="1299" y="982"/>
                </a:lnTo>
                <a:lnTo>
                  <a:pt x="1308" y="982"/>
                </a:lnTo>
                <a:moveTo>
                  <a:pt x="1308" y="1058"/>
                </a:moveTo>
                <a:lnTo>
                  <a:pt x="1308" y="1102"/>
                </a:lnTo>
                <a:lnTo>
                  <a:pt x="1299" y="1102"/>
                </a:lnTo>
                <a:lnTo>
                  <a:pt x="1299" y="1058"/>
                </a:lnTo>
                <a:lnTo>
                  <a:pt x="1308" y="1058"/>
                </a:lnTo>
                <a:moveTo>
                  <a:pt x="1308" y="1134"/>
                </a:moveTo>
                <a:lnTo>
                  <a:pt x="1308" y="1178"/>
                </a:lnTo>
                <a:lnTo>
                  <a:pt x="1299" y="1178"/>
                </a:lnTo>
                <a:lnTo>
                  <a:pt x="1299" y="1134"/>
                </a:lnTo>
                <a:lnTo>
                  <a:pt x="1308" y="1134"/>
                </a:lnTo>
                <a:moveTo>
                  <a:pt x="1308" y="1210"/>
                </a:moveTo>
                <a:lnTo>
                  <a:pt x="1308" y="1254"/>
                </a:lnTo>
                <a:lnTo>
                  <a:pt x="1299" y="1254"/>
                </a:lnTo>
                <a:lnTo>
                  <a:pt x="1299" y="1210"/>
                </a:lnTo>
                <a:lnTo>
                  <a:pt x="1308" y="1210"/>
                </a:lnTo>
                <a:moveTo>
                  <a:pt x="1308" y="1285"/>
                </a:moveTo>
                <a:lnTo>
                  <a:pt x="1308" y="1330"/>
                </a:lnTo>
                <a:lnTo>
                  <a:pt x="1299" y="1330"/>
                </a:lnTo>
                <a:lnTo>
                  <a:pt x="1299" y="1285"/>
                </a:lnTo>
                <a:lnTo>
                  <a:pt x="1308" y="1285"/>
                </a:lnTo>
                <a:moveTo>
                  <a:pt x="1308" y="1361"/>
                </a:moveTo>
                <a:lnTo>
                  <a:pt x="1308" y="1406"/>
                </a:lnTo>
                <a:lnTo>
                  <a:pt x="1299" y="1406"/>
                </a:lnTo>
                <a:lnTo>
                  <a:pt x="1299" y="1361"/>
                </a:lnTo>
                <a:lnTo>
                  <a:pt x="1308" y="1361"/>
                </a:lnTo>
                <a:moveTo>
                  <a:pt x="1308" y="1437"/>
                </a:moveTo>
                <a:lnTo>
                  <a:pt x="1308" y="1481"/>
                </a:lnTo>
                <a:lnTo>
                  <a:pt x="1299" y="1481"/>
                </a:lnTo>
                <a:lnTo>
                  <a:pt x="1299" y="1437"/>
                </a:lnTo>
                <a:lnTo>
                  <a:pt x="1308" y="1437"/>
                </a:lnTo>
                <a:moveTo>
                  <a:pt x="1308" y="1513"/>
                </a:moveTo>
                <a:lnTo>
                  <a:pt x="1308" y="1516"/>
                </a:lnTo>
                <a:cubicBezTo>
                  <a:pt x="1308" y="1532"/>
                  <a:pt x="1302" y="1545"/>
                  <a:pt x="1290" y="1556"/>
                </a:cubicBezTo>
                <a:lnTo>
                  <a:pt x="1284" y="1550"/>
                </a:lnTo>
                <a:cubicBezTo>
                  <a:pt x="1294" y="1541"/>
                  <a:pt x="1299" y="1529"/>
                  <a:pt x="1299" y="1516"/>
                </a:cubicBezTo>
                <a:lnTo>
                  <a:pt x="1299" y="1513"/>
                </a:lnTo>
                <a:lnTo>
                  <a:pt x="1308" y="1513"/>
                </a:lnTo>
                <a:moveTo>
                  <a:pt x="1259" y="1571"/>
                </a:moveTo>
                <a:cubicBezTo>
                  <a:pt x="1257" y="1571"/>
                  <a:pt x="1255" y="1571"/>
                  <a:pt x="1253" y="1571"/>
                </a:cubicBezTo>
                <a:lnTo>
                  <a:pt x="1214" y="1571"/>
                </a:lnTo>
                <a:lnTo>
                  <a:pt x="1214" y="1562"/>
                </a:lnTo>
                <a:lnTo>
                  <a:pt x="1253" y="1562"/>
                </a:lnTo>
                <a:cubicBezTo>
                  <a:pt x="1254" y="1562"/>
                  <a:pt x="1256" y="1562"/>
                  <a:pt x="1258" y="1562"/>
                </a:cubicBezTo>
                <a:lnTo>
                  <a:pt x="1259" y="1571"/>
                </a:lnTo>
                <a:moveTo>
                  <a:pt x="1183" y="1571"/>
                </a:moveTo>
                <a:lnTo>
                  <a:pt x="1138" y="1571"/>
                </a:lnTo>
                <a:lnTo>
                  <a:pt x="1138" y="1562"/>
                </a:lnTo>
                <a:lnTo>
                  <a:pt x="1183" y="1562"/>
                </a:lnTo>
                <a:lnTo>
                  <a:pt x="1183" y="1571"/>
                </a:lnTo>
                <a:moveTo>
                  <a:pt x="1107" y="1571"/>
                </a:moveTo>
                <a:lnTo>
                  <a:pt x="1062" y="1571"/>
                </a:lnTo>
                <a:lnTo>
                  <a:pt x="1062" y="1562"/>
                </a:lnTo>
                <a:lnTo>
                  <a:pt x="1107" y="1562"/>
                </a:lnTo>
                <a:lnTo>
                  <a:pt x="1107" y="1571"/>
                </a:lnTo>
                <a:moveTo>
                  <a:pt x="1031" y="1571"/>
                </a:moveTo>
                <a:lnTo>
                  <a:pt x="986" y="1571"/>
                </a:lnTo>
                <a:lnTo>
                  <a:pt x="986" y="1562"/>
                </a:lnTo>
                <a:lnTo>
                  <a:pt x="1031" y="1562"/>
                </a:lnTo>
                <a:lnTo>
                  <a:pt x="1031" y="1571"/>
                </a:lnTo>
                <a:moveTo>
                  <a:pt x="955" y="1571"/>
                </a:moveTo>
                <a:lnTo>
                  <a:pt x="910" y="1571"/>
                </a:lnTo>
                <a:lnTo>
                  <a:pt x="910" y="1562"/>
                </a:lnTo>
                <a:lnTo>
                  <a:pt x="955" y="1562"/>
                </a:lnTo>
                <a:lnTo>
                  <a:pt x="955" y="1571"/>
                </a:lnTo>
                <a:moveTo>
                  <a:pt x="879" y="1571"/>
                </a:moveTo>
                <a:lnTo>
                  <a:pt x="835" y="1571"/>
                </a:lnTo>
                <a:lnTo>
                  <a:pt x="835" y="1562"/>
                </a:lnTo>
                <a:lnTo>
                  <a:pt x="879" y="1562"/>
                </a:lnTo>
                <a:lnTo>
                  <a:pt x="879" y="1571"/>
                </a:lnTo>
                <a:moveTo>
                  <a:pt x="803" y="1571"/>
                </a:moveTo>
                <a:lnTo>
                  <a:pt x="759" y="1571"/>
                </a:lnTo>
                <a:lnTo>
                  <a:pt x="759" y="1562"/>
                </a:lnTo>
                <a:lnTo>
                  <a:pt x="803" y="1562"/>
                </a:lnTo>
                <a:lnTo>
                  <a:pt x="803" y="1571"/>
                </a:lnTo>
                <a:moveTo>
                  <a:pt x="727" y="1571"/>
                </a:moveTo>
                <a:lnTo>
                  <a:pt x="683" y="1571"/>
                </a:lnTo>
                <a:lnTo>
                  <a:pt x="683" y="1562"/>
                </a:lnTo>
                <a:lnTo>
                  <a:pt x="727" y="1562"/>
                </a:lnTo>
                <a:lnTo>
                  <a:pt x="727" y="1571"/>
                </a:lnTo>
                <a:moveTo>
                  <a:pt x="651" y="1571"/>
                </a:moveTo>
                <a:lnTo>
                  <a:pt x="607" y="1571"/>
                </a:lnTo>
                <a:lnTo>
                  <a:pt x="607" y="1562"/>
                </a:lnTo>
                <a:lnTo>
                  <a:pt x="651" y="1562"/>
                </a:lnTo>
                <a:lnTo>
                  <a:pt x="651" y="1571"/>
                </a:lnTo>
                <a:moveTo>
                  <a:pt x="575" y="1571"/>
                </a:moveTo>
                <a:lnTo>
                  <a:pt x="531" y="1571"/>
                </a:lnTo>
                <a:lnTo>
                  <a:pt x="531" y="1562"/>
                </a:lnTo>
                <a:lnTo>
                  <a:pt x="575" y="1562"/>
                </a:lnTo>
                <a:lnTo>
                  <a:pt x="575" y="1571"/>
                </a:lnTo>
                <a:moveTo>
                  <a:pt x="499" y="1571"/>
                </a:moveTo>
                <a:lnTo>
                  <a:pt x="454" y="1571"/>
                </a:lnTo>
                <a:lnTo>
                  <a:pt x="454" y="1562"/>
                </a:lnTo>
                <a:lnTo>
                  <a:pt x="499" y="1562"/>
                </a:lnTo>
                <a:lnTo>
                  <a:pt x="499" y="1571"/>
                </a:lnTo>
                <a:moveTo>
                  <a:pt x="422" y="1571"/>
                </a:moveTo>
                <a:lnTo>
                  <a:pt x="378" y="1571"/>
                </a:lnTo>
                <a:lnTo>
                  <a:pt x="378" y="1562"/>
                </a:lnTo>
                <a:lnTo>
                  <a:pt x="422" y="1562"/>
                </a:lnTo>
                <a:lnTo>
                  <a:pt x="422" y="1571"/>
                </a:lnTo>
                <a:moveTo>
                  <a:pt x="346" y="1571"/>
                </a:moveTo>
                <a:lnTo>
                  <a:pt x="302" y="1571"/>
                </a:lnTo>
                <a:lnTo>
                  <a:pt x="302" y="1562"/>
                </a:lnTo>
                <a:lnTo>
                  <a:pt x="346" y="1562"/>
                </a:lnTo>
                <a:lnTo>
                  <a:pt x="346" y="1571"/>
                </a:lnTo>
                <a:moveTo>
                  <a:pt x="270" y="1571"/>
                </a:moveTo>
                <a:lnTo>
                  <a:pt x="226" y="1571"/>
                </a:lnTo>
                <a:lnTo>
                  <a:pt x="226" y="1562"/>
                </a:lnTo>
                <a:lnTo>
                  <a:pt x="270" y="1562"/>
                </a:lnTo>
                <a:lnTo>
                  <a:pt x="270" y="1571"/>
                </a:lnTo>
                <a:moveTo>
                  <a:pt x="194" y="1571"/>
                </a:moveTo>
                <a:lnTo>
                  <a:pt x="150" y="1571"/>
                </a:lnTo>
                <a:lnTo>
                  <a:pt x="150" y="1562"/>
                </a:lnTo>
                <a:lnTo>
                  <a:pt x="194" y="1562"/>
                </a:lnTo>
                <a:lnTo>
                  <a:pt x="194" y="1571"/>
                </a:lnTo>
                <a:moveTo>
                  <a:pt x="118" y="1571"/>
                </a:moveTo>
                <a:lnTo>
                  <a:pt x="74" y="1571"/>
                </a:lnTo>
                <a:lnTo>
                  <a:pt x="74" y="1562"/>
                </a:lnTo>
                <a:lnTo>
                  <a:pt x="118" y="1562"/>
                </a:lnTo>
                <a:lnTo>
                  <a:pt x="118" y="1571"/>
                </a:lnTo>
                <a:moveTo>
                  <a:pt x="41" y="1569"/>
                </a:moveTo>
                <a:cubicBezTo>
                  <a:pt x="25" y="1565"/>
                  <a:pt x="12" y="1555"/>
                  <a:pt x="5" y="1539"/>
                </a:cubicBezTo>
                <a:lnTo>
                  <a:pt x="13" y="1535"/>
                </a:lnTo>
                <a:cubicBezTo>
                  <a:pt x="19" y="1549"/>
                  <a:pt x="29" y="1557"/>
                  <a:pt x="44" y="1561"/>
                </a:cubicBezTo>
                <a:lnTo>
                  <a:pt x="41" y="1569"/>
                </a:lnTo>
                <a:moveTo>
                  <a:pt x="0" y="1506"/>
                </a:moveTo>
                <a:lnTo>
                  <a:pt x="0" y="1462"/>
                </a:lnTo>
                <a:lnTo>
                  <a:pt x="9" y="1462"/>
                </a:lnTo>
                <a:lnTo>
                  <a:pt x="9" y="1506"/>
                </a:lnTo>
                <a:lnTo>
                  <a:pt x="0" y="1506"/>
                </a:lnTo>
                <a:moveTo>
                  <a:pt x="0" y="1430"/>
                </a:moveTo>
                <a:lnTo>
                  <a:pt x="0" y="1386"/>
                </a:lnTo>
                <a:lnTo>
                  <a:pt x="9" y="1386"/>
                </a:lnTo>
                <a:lnTo>
                  <a:pt x="9" y="1430"/>
                </a:lnTo>
                <a:lnTo>
                  <a:pt x="0" y="1430"/>
                </a:lnTo>
                <a:moveTo>
                  <a:pt x="0" y="1355"/>
                </a:moveTo>
                <a:lnTo>
                  <a:pt x="0" y="1310"/>
                </a:lnTo>
                <a:lnTo>
                  <a:pt x="9" y="1310"/>
                </a:lnTo>
                <a:lnTo>
                  <a:pt x="9" y="1355"/>
                </a:lnTo>
                <a:lnTo>
                  <a:pt x="0" y="1355"/>
                </a:lnTo>
                <a:moveTo>
                  <a:pt x="0" y="1279"/>
                </a:moveTo>
                <a:lnTo>
                  <a:pt x="0" y="1234"/>
                </a:lnTo>
                <a:lnTo>
                  <a:pt x="9" y="1234"/>
                </a:lnTo>
                <a:lnTo>
                  <a:pt x="9" y="1279"/>
                </a:lnTo>
                <a:lnTo>
                  <a:pt x="0" y="1279"/>
                </a:lnTo>
                <a:moveTo>
                  <a:pt x="0" y="1203"/>
                </a:moveTo>
                <a:lnTo>
                  <a:pt x="0" y="1159"/>
                </a:lnTo>
                <a:lnTo>
                  <a:pt x="9" y="1159"/>
                </a:lnTo>
                <a:lnTo>
                  <a:pt x="9" y="1203"/>
                </a:lnTo>
                <a:lnTo>
                  <a:pt x="0" y="1203"/>
                </a:lnTo>
                <a:moveTo>
                  <a:pt x="0" y="1127"/>
                </a:moveTo>
                <a:lnTo>
                  <a:pt x="0" y="1083"/>
                </a:lnTo>
                <a:lnTo>
                  <a:pt x="9" y="1083"/>
                </a:lnTo>
                <a:lnTo>
                  <a:pt x="9" y="1127"/>
                </a:lnTo>
                <a:lnTo>
                  <a:pt x="0" y="1127"/>
                </a:lnTo>
                <a:moveTo>
                  <a:pt x="0" y="1051"/>
                </a:moveTo>
                <a:lnTo>
                  <a:pt x="0" y="1007"/>
                </a:lnTo>
                <a:lnTo>
                  <a:pt x="9" y="1007"/>
                </a:lnTo>
                <a:lnTo>
                  <a:pt x="9" y="1051"/>
                </a:lnTo>
                <a:lnTo>
                  <a:pt x="0" y="1051"/>
                </a:lnTo>
                <a:moveTo>
                  <a:pt x="0" y="975"/>
                </a:moveTo>
                <a:lnTo>
                  <a:pt x="0" y="931"/>
                </a:lnTo>
                <a:lnTo>
                  <a:pt x="9" y="931"/>
                </a:lnTo>
                <a:lnTo>
                  <a:pt x="9" y="975"/>
                </a:lnTo>
                <a:lnTo>
                  <a:pt x="0" y="975"/>
                </a:lnTo>
                <a:moveTo>
                  <a:pt x="0" y="900"/>
                </a:moveTo>
                <a:lnTo>
                  <a:pt x="0" y="855"/>
                </a:lnTo>
                <a:lnTo>
                  <a:pt x="9" y="855"/>
                </a:lnTo>
                <a:lnTo>
                  <a:pt x="9" y="900"/>
                </a:lnTo>
                <a:lnTo>
                  <a:pt x="0" y="900"/>
                </a:lnTo>
                <a:moveTo>
                  <a:pt x="0" y="824"/>
                </a:moveTo>
                <a:lnTo>
                  <a:pt x="0" y="779"/>
                </a:lnTo>
                <a:lnTo>
                  <a:pt x="9" y="779"/>
                </a:lnTo>
                <a:lnTo>
                  <a:pt x="9" y="824"/>
                </a:lnTo>
                <a:lnTo>
                  <a:pt x="0" y="824"/>
                </a:lnTo>
                <a:moveTo>
                  <a:pt x="0" y="748"/>
                </a:moveTo>
                <a:lnTo>
                  <a:pt x="0" y="704"/>
                </a:lnTo>
                <a:lnTo>
                  <a:pt x="9" y="704"/>
                </a:lnTo>
                <a:lnTo>
                  <a:pt x="9" y="748"/>
                </a:lnTo>
                <a:lnTo>
                  <a:pt x="0" y="748"/>
                </a:lnTo>
                <a:moveTo>
                  <a:pt x="0" y="672"/>
                </a:moveTo>
                <a:lnTo>
                  <a:pt x="0" y="628"/>
                </a:lnTo>
                <a:lnTo>
                  <a:pt x="9" y="628"/>
                </a:lnTo>
                <a:lnTo>
                  <a:pt x="9" y="672"/>
                </a:lnTo>
                <a:lnTo>
                  <a:pt x="0" y="672"/>
                </a:lnTo>
                <a:moveTo>
                  <a:pt x="0" y="596"/>
                </a:moveTo>
                <a:lnTo>
                  <a:pt x="0" y="552"/>
                </a:lnTo>
                <a:lnTo>
                  <a:pt x="9" y="552"/>
                </a:lnTo>
                <a:lnTo>
                  <a:pt x="9" y="596"/>
                </a:lnTo>
                <a:lnTo>
                  <a:pt x="0" y="596"/>
                </a:lnTo>
                <a:moveTo>
                  <a:pt x="0" y="520"/>
                </a:moveTo>
                <a:lnTo>
                  <a:pt x="0" y="476"/>
                </a:lnTo>
                <a:lnTo>
                  <a:pt x="9" y="476"/>
                </a:lnTo>
                <a:lnTo>
                  <a:pt x="9" y="520"/>
                </a:lnTo>
                <a:lnTo>
                  <a:pt x="0" y="520"/>
                </a:lnTo>
                <a:moveTo>
                  <a:pt x="0" y="444"/>
                </a:moveTo>
                <a:lnTo>
                  <a:pt x="0" y="400"/>
                </a:lnTo>
                <a:lnTo>
                  <a:pt x="9" y="400"/>
                </a:lnTo>
                <a:lnTo>
                  <a:pt x="9" y="444"/>
                </a:lnTo>
                <a:lnTo>
                  <a:pt x="0" y="444"/>
                </a:lnTo>
                <a:moveTo>
                  <a:pt x="0" y="369"/>
                </a:moveTo>
                <a:lnTo>
                  <a:pt x="0" y="323"/>
                </a:lnTo>
                <a:lnTo>
                  <a:pt x="9" y="323"/>
                </a:lnTo>
                <a:lnTo>
                  <a:pt x="9" y="369"/>
                </a:lnTo>
                <a:lnTo>
                  <a:pt x="0" y="369"/>
                </a:lnTo>
                <a:moveTo>
                  <a:pt x="0" y="292"/>
                </a:moveTo>
                <a:lnTo>
                  <a:pt x="0" y="247"/>
                </a:lnTo>
                <a:lnTo>
                  <a:pt x="9" y="247"/>
                </a:lnTo>
                <a:lnTo>
                  <a:pt x="9" y="292"/>
                </a:lnTo>
                <a:lnTo>
                  <a:pt x="0" y="292"/>
                </a:lnTo>
                <a:moveTo>
                  <a:pt x="0" y="216"/>
                </a:moveTo>
                <a:lnTo>
                  <a:pt x="0" y="172"/>
                </a:lnTo>
                <a:lnTo>
                  <a:pt x="9" y="172"/>
                </a:lnTo>
                <a:lnTo>
                  <a:pt x="9" y="216"/>
                </a:lnTo>
                <a:lnTo>
                  <a:pt x="0" y="216"/>
                </a:lnTo>
                <a:moveTo>
                  <a:pt x="0" y="140"/>
                </a:moveTo>
                <a:lnTo>
                  <a:pt x="0" y="96"/>
                </a:lnTo>
                <a:lnTo>
                  <a:pt x="9" y="96"/>
                </a:lnTo>
                <a:lnTo>
                  <a:pt x="9" y="140"/>
                </a:lnTo>
                <a:lnTo>
                  <a:pt x="0" y="140"/>
                </a:lnTo>
                <a:moveTo>
                  <a:pt x="0" y="64"/>
                </a:moveTo>
                <a:lnTo>
                  <a:pt x="0" y="55"/>
                </a:lnTo>
                <a:cubicBezTo>
                  <a:pt x="0" y="42"/>
                  <a:pt x="4" y="30"/>
                  <a:pt x="13" y="20"/>
                </a:cubicBezTo>
                <a:lnTo>
                  <a:pt x="20" y="25"/>
                </a:lnTo>
                <a:cubicBezTo>
                  <a:pt x="12" y="34"/>
                  <a:pt x="9" y="44"/>
                  <a:pt x="9" y="55"/>
                </a:cubicBezTo>
                <a:lnTo>
                  <a:pt x="9" y="64"/>
                </a:lnTo>
                <a:lnTo>
                  <a:pt x="0" y="64"/>
                </a:lnTo>
                <a:moveTo>
                  <a:pt x="42" y="2"/>
                </a:moveTo>
                <a:cubicBezTo>
                  <a:pt x="46" y="1"/>
                  <a:pt x="51" y="0"/>
                  <a:pt x="55" y="0"/>
                </a:cubicBezTo>
                <a:lnTo>
                  <a:pt x="99" y="0"/>
                </a:lnTo>
                <a:lnTo>
                  <a:pt x="99" y="9"/>
                </a:lnTo>
                <a:lnTo>
                  <a:pt x="55" y="9"/>
                </a:lnTo>
                <a:cubicBezTo>
                  <a:pt x="51" y="9"/>
                  <a:pt x="48" y="9"/>
                  <a:pt x="44" y="10"/>
                </a:cubicBezTo>
                <a:lnTo>
                  <a:pt x="42" y="2"/>
                </a:lnTo>
                <a:close/>
              </a:path>
            </a:pathLst>
          </a:custGeom>
          <a:solidFill>
            <a:srgbClr val="9aa5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138320" y="1180080"/>
            <a:ext cx="363600" cy="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90" spc="-1" strike="noStrike">
                <a:solidFill>
                  <a:srgbClr val="5b6663"/>
                </a:solidFill>
                <a:latin typeface="DejaVuSans"/>
                <a:ea typeface="DejaVuSans"/>
              </a:rPr>
              <a:t>Onderwijscatalogus</a:t>
            </a:r>
            <a:endParaRPr b="0" lang="en-US" sz="2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" name=""/>
          <p:cNvSpPr/>
          <p:nvPr/>
        </p:nvSpPr>
        <p:spPr>
          <a:xfrm>
            <a:off x="3877560" y="672120"/>
            <a:ext cx="1221840" cy="284760"/>
          </a:xfrm>
          <a:custGeom>
            <a:avLst/>
            <a:gdLst/>
            <a:ahLst/>
            <a:rect l="0" t="0" r="r" b="b"/>
            <a:pathLst>
              <a:path w="3394" h="791">
                <a:moveTo>
                  <a:pt x="50" y="0"/>
                </a:moveTo>
                <a:lnTo>
                  <a:pt x="3343" y="0"/>
                </a:lnTo>
                <a:cubicBezTo>
                  <a:pt x="3350" y="0"/>
                  <a:pt x="3356" y="1"/>
                  <a:pt x="3362" y="4"/>
                </a:cubicBezTo>
                <a:cubicBezTo>
                  <a:pt x="3369" y="7"/>
                  <a:pt x="3374" y="10"/>
                  <a:pt x="3379" y="15"/>
                </a:cubicBezTo>
                <a:cubicBezTo>
                  <a:pt x="3384" y="20"/>
                  <a:pt x="3387" y="25"/>
                  <a:pt x="3390" y="31"/>
                </a:cubicBezTo>
                <a:cubicBezTo>
                  <a:pt x="3392" y="38"/>
                  <a:pt x="3394" y="44"/>
                  <a:pt x="3394" y="51"/>
                </a:cubicBezTo>
                <a:lnTo>
                  <a:pt x="3394" y="741"/>
                </a:lnTo>
                <a:cubicBezTo>
                  <a:pt x="3394" y="747"/>
                  <a:pt x="3392" y="754"/>
                  <a:pt x="3390" y="760"/>
                </a:cubicBezTo>
                <a:cubicBezTo>
                  <a:pt x="3387" y="766"/>
                  <a:pt x="3384" y="772"/>
                  <a:pt x="3379" y="776"/>
                </a:cubicBezTo>
                <a:cubicBezTo>
                  <a:pt x="3374" y="781"/>
                  <a:pt x="3369" y="785"/>
                  <a:pt x="3362" y="787"/>
                </a:cubicBezTo>
                <a:cubicBezTo>
                  <a:pt x="3356" y="790"/>
                  <a:pt x="3350" y="791"/>
                  <a:pt x="3343" y="791"/>
                </a:cubicBezTo>
                <a:lnTo>
                  <a:pt x="50" y="791"/>
                </a:lnTo>
                <a:cubicBezTo>
                  <a:pt x="43" y="791"/>
                  <a:pt x="37" y="790"/>
                  <a:pt x="31" y="787"/>
                </a:cubicBezTo>
                <a:cubicBezTo>
                  <a:pt x="25" y="785"/>
                  <a:pt x="19" y="781"/>
                  <a:pt x="14" y="776"/>
                </a:cubicBezTo>
                <a:cubicBezTo>
                  <a:pt x="10" y="772"/>
                  <a:pt x="6" y="766"/>
                  <a:pt x="3" y="760"/>
                </a:cubicBezTo>
                <a:cubicBezTo>
                  <a:pt x="1" y="754"/>
                  <a:pt x="0" y="747"/>
                  <a:pt x="0" y="741"/>
                </a:cubicBezTo>
                <a:lnTo>
                  <a:pt x="0" y="51"/>
                </a:lnTo>
                <a:cubicBezTo>
                  <a:pt x="0" y="44"/>
                  <a:pt x="1" y="38"/>
                  <a:pt x="3" y="31"/>
                </a:cubicBezTo>
                <a:cubicBezTo>
                  <a:pt x="6" y="25"/>
                  <a:pt x="10" y="20"/>
                  <a:pt x="14" y="15"/>
                </a:cubicBezTo>
                <a:cubicBezTo>
                  <a:pt x="19" y="10"/>
                  <a:pt x="25" y="7"/>
                  <a:pt x="31" y="4"/>
                </a:cubicBezTo>
                <a:cubicBezTo>
                  <a:pt x="37" y="1"/>
                  <a:pt x="43" y="0"/>
                  <a:pt x="5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" name=""/>
          <p:cNvSpPr/>
          <p:nvPr/>
        </p:nvSpPr>
        <p:spPr>
          <a:xfrm>
            <a:off x="3875760" y="670680"/>
            <a:ext cx="1225080" cy="288000"/>
          </a:xfrm>
          <a:custGeom>
            <a:avLst/>
            <a:gdLst/>
            <a:ahLst/>
            <a:rect l="0" t="0" r="r" b="b"/>
            <a:pathLst>
              <a:path w="3403" h="800">
                <a:moveTo>
                  <a:pt x="131" y="0"/>
                </a:moveTo>
                <a:lnTo>
                  <a:pt x="175" y="0"/>
                </a:lnTo>
                <a:lnTo>
                  <a:pt x="175" y="9"/>
                </a:lnTo>
                <a:lnTo>
                  <a:pt x="131" y="9"/>
                </a:lnTo>
                <a:lnTo>
                  <a:pt x="131" y="0"/>
                </a:lnTo>
                <a:moveTo>
                  <a:pt x="207" y="0"/>
                </a:moveTo>
                <a:lnTo>
                  <a:pt x="251" y="0"/>
                </a:lnTo>
                <a:lnTo>
                  <a:pt x="251" y="9"/>
                </a:lnTo>
                <a:lnTo>
                  <a:pt x="207" y="9"/>
                </a:lnTo>
                <a:lnTo>
                  <a:pt x="207" y="0"/>
                </a:lnTo>
                <a:moveTo>
                  <a:pt x="283" y="0"/>
                </a:moveTo>
                <a:lnTo>
                  <a:pt x="327" y="0"/>
                </a:lnTo>
                <a:lnTo>
                  <a:pt x="327" y="9"/>
                </a:lnTo>
                <a:lnTo>
                  <a:pt x="283" y="9"/>
                </a:lnTo>
                <a:lnTo>
                  <a:pt x="283" y="0"/>
                </a:lnTo>
                <a:moveTo>
                  <a:pt x="359" y="0"/>
                </a:moveTo>
                <a:lnTo>
                  <a:pt x="403" y="0"/>
                </a:lnTo>
                <a:lnTo>
                  <a:pt x="403" y="9"/>
                </a:lnTo>
                <a:lnTo>
                  <a:pt x="359" y="9"/>
                </a:lnTo>
                <a:lnTo>
                  <a:pt x="359" y="0"/>
                </a:lnTo>
                <a:moveTo>
                  <a:pt x="435" y="0"/>
                </a:moveTo>
                <a:lnTo>
                  <a:pt x="479" y="0"/>
                </a:lnTo>
                <a:lnTo>
                  <a:pt x="479" y="9"/>
                </a:lnTo>
                <a:lnTo>
                  <a:pt x="435" y="9"/>
                </a:lnTo>
                <a:lnTo>
                  <a:pt x="435" y="0"/>
                </a:lnTo>
                <a:moveTo>
                  <a:pt x="511" y="0"/>
                </a:moveTo>
                <a:lnTo>
                  <a:pt x="555" y="0"/>
                </a:lnTo>
                <a:lnTo>
                  <a:pt x="555" y="9"/>
                </a:lnTo>
                <a:lnTo>
                  <a:pt x="511" y="9"/>
                </a:lnTo>
                <a:lnTo>
                  <a:pt x="511" y="0"/>
                </a:lnTo>
                <a:moveTo>
                  <a:pt x="587" y="0"/>
                </a:moveTo>
                <a:lnTo>
                  <a:pt x="631" y="0"/>
                </a:lnTo>
                <a:lnTo>
                  <a:pt x="631" y="9"/>
                </a:lnTo>
                <a:lnTo>
                  <a:pt x="587" y="9"/>
                </a:lnTo>
                <a:lnTo>
                  <a:pt x="587" y="0"/>
                </a:lnTo>
                <a:moveTo>
                  <a:pt x="663" y="0"/>
                </a:moveTo>
                <a:lnTo>
                  <a:pt x="707" y="0"/>
                </a:lnTo>
                <a:lnTo>
                  <a:pt x="707" y="9"/>
                </a:lnTo>
                <a:lnTo>
                  <a:pt x="663" y="9"/>
                </a:lnTo>
                <a:lnTo>
                  <a:pt x="663" y="0"/>
                </a:lnTo>
                <a:moveTo>
                  <a:pt x="739" y="0"/>
                </a:moveTo>
                <a:lnTo>
                  <a:pt x="783" y="0"/>
                </a:lnTo>
                <a:lnTo>
                  <a:pt x="783" y="9"/>
                </a:lnTo>
                <a:lnTo>
                  <a:pt x="739" y="9"/>
                </a:lnTo>
                <a:lnTo>
                  <a:pt x="739" y="0"/>
                </a:lnTo>
                <a:moveTo>
                  <a:pt x="815" y="0"/>
                </a:moveTo>
                <a:lnTo>
                  <a:pt x="859" y="0"/>
                </a:lnTo>
                <a:lnTo>
                  <a:pt x="859" y="9"/>
                </a:lnTo>
                <a:lnTo>
                  <a:pt x="815" y="9"/>
                </a:lnTo>
                <a:lnTo>
                  <a:pt x="815" y="0"/>
                </a:lnTo>
                <a:moveTo>
                  <a:pt x="891" y="0"/>
                </a:moveTo>
                <a:lnTo>
                  <a:pt x="935" y="0"/>
                </a:lnTo>
                <a:lnTo>
                  <a:pt x="935" y="9"/>
                </a:lnTo>
                <a:lnTo>
                  <a:pt x="891" y="9"/>
                </a:lnTo>
                <a:lnTo>
                  <a:pt x="891" y="0"/>
                </a:lnTo>
                <a:moveTo>
                  <a:pt x="967" y="0"/>
                </a:moveTo>
                <a:lnTo>
                  <a:pt x="1011" y="0"/>
                </a:lnTo>
                <a:lnTo>
                  <a:pt x="1011" y="9"/>
                </a:lnTo>
                <a:lnTo>
                  <a:pt x="967" y="9"/>
                </a:lnTo>
                <a:lnTo>
                  <a:pt x="967" y="0"/>
                </a:lnTo>
                <a:moveTo>
                  <a:pt x="1043" y="0"/>
                </a:moveTo>
                <a:lnTo>
                  <a:pt x="1087" y="0"/>
                </a:lnTo>
                <a:lnTo>
                  <a:pt x="1087" y="9"/>
                </a:lnTo>
                <a:lnTo>
                  <a:pt x="1043" y="9"/>
                </a:lnTo>
                <a:lnTo>
                  <a:pt x="1043" y="0"/>
                </a:lnTo>
                <a:moveTo>
                  <a:pt x="1119" y="0"/>
                </a:moveTo>
                <a:lnTo>
                  <a:pt x="1164" y="0"/>
                </a:lnTo>
                <a:lnTo>
                  <a:pt x="1164" y="9"/>
                </a:lnTo>
                <a:lnTo>
                  <a:pt x="1119" y="9"/>
                </a:lnTo>
                <a:lnTo>
                  <a:pt x="1119" y="0"/>
                </a:lnTo>
                <a:moveTo>
                  <a:pt x="1196" y="0"/>
                </a:moveTo>
                <a:lnTo>
                  <a:pt x="1240" y="0"/>
                </a:lnTo>
                <a:lnTo>
                  <a:pt x="1240" y="9"/>
                </a:lnTo>
                <a:lnTo>
                  <a:pt x="1196" y="9"/>
                </a:lnTo>
                <a:lnTo>
                  <a:pt x="1196" y="0"/>
                </a:lnTo>
                <a:moveTo>
                  <a:pt x="1272" y="0"/>
                </a:moveTo>
                <a:lnTo>
                  <a:pt x="1316" y="0"/>
                </a:lnTo>
                <a:lnTo>
                  <a:pt x="1316" y="9"/>
                </a:lnTo>
                <a:lnTo>
                  <a:pt x="1272" y="9"/>
                </a:lnTo>
                <a:lnTo>
                  <a:pt x="1272" y="0"/>
                </a:lnTo>
                <a:moveTo>
                  <a:pt x="1348" y="0"/>
                </a:moveTo>
                <a:lnTo>
                  <a:pt x="1392" y="0"/>
                </a:lnTo>
                <a:lnTo>
                  <a:pt x="1392" y="9"/>
                </a:lnTo>
                <a:lnTo>
                  <a:pt x="1348" y="9"/>
                </a:lnTo>
                <a:lnTo>
                  <a:pt x="1348" y="0"/>
                </a:lnTo>
                <a:moveTo>
                  <a:pt x="1424" y="0"/>
                </a:moveTo>
                <a:lnTo>
                  <a:pt x="1468" y="0"/>
                </a:lnTo>
                <a:lnTo>
                  <a:pt x="1468" y="9"/>
                </a:lnTo>
                <a:lnTo>
                  <a:pt x="1424" y="9"/>
                </a:lnTo>
                <a:lnTo>
                  <a:pt x="1424" y="0"/>
                </a:lnTo>
                <a:moveTo>
                  <a:pt x="1500" y="0"/>
                </a:moveTo>
                <a:lnTo>
                  <a:pt x="1544" y="0"/>
                </a:lnTo>
                <a:lnTo>
                  <a:pt x="1544" y="9"/>
                </a:lnTo>
                <a:lnTo>
                  <a:pt x="1500" y="9"/>
                </a:lnTo>
                <a:lnTo>
                  <a:pt x="1500" y="0"/>
                </a:lnTo>
                <a:moveTo>
                  <a:pt x="1576" y="0"/>
                </a:moveTo>
                <a:lnTo>
                  <a:pt x="1620" y="0"/>
                </a:lnTo>
                <a:lnTo>
                  <a:pt x="1620" y="9"/>
                </a:lnTo>
                <a:lnTo>
                  <a:pt x="1576" y="9"/>
                </a:lnTo>
                <a:lnTo>
                  <a:pt x="1576" y="0"/>
                </a:lnTo>
                <a:moveTo>
                  <a:pt x="1651" y="0"/>
                </a:moveTo>
                <a:lnTo>
                  <a:pt x="1696" y="0"/>
                </a:lnTo>
                <a:lnTo>
                  <a:pt x="1696" y="9"/>
                </a:lnTo>
                <a:lnTo>
                  <a:pt x="1651" y="9"/>
                </a:lnTo>
                <a:lnTo>
                  <a:pt x="1651" y="0"/>
                </a:lnTo>
                <a:moveTo>
                  <a:pt x="1727" y="0"/>
                </a:moveTo>
                <a:lnTo>
                  <a:pt x="1772" y="0"/>
                </a:lnTo>
                <a:lnTo>
                  <a:pt x="1772" y="9"/>
                </a:lnTo>
                <a:lnTo>
                  <a:pt x="1727" y="9"/>
                </a:lnTo>
                <a:lnTo>
                  <a:pt x="1727" y="0"/>
                </a:lnTo>
                <a:moveTo>
                  <a:pt x="1803" y="0"/>
                </a:moveTo>
                <a:lnTo>
                  <a:pt x="1848" y="0"/>
                </a:lnTo>
                <a:lnTo>
                  <a:pt x="1848" y="9"/>
                </a:lnTo>
                <a:lnTo>
                  <a:pt x="1803" y="9"/>
                </a:lnTo>
                <a:lnTo>
                  <a:pt x="1803" y="0"/>
                </a:lnTo>
                <a:moveTo>
                  <a:pt x="1879" y="0"/>
                </a:moveTo>
                <a:lnTo>
                  <a:pt x="1924" y="0"/>
                </a:lnTo>
                <a:lnTo>
                  <a:pt x="1924" y="9"/>
                </a:lnTo>
                <a:lnTo>
                  <a:pt x="1879" y="9"/>
                </a:lnTo>
                <a:lnTo>
                  <a:pt x="1879" y="0"/>
                </a:lnTo>
                <a:moveTo>
                  <a:pt x="1955" y="0"/>
                </a:moveTo>
                <a:lnTo>
                  <a:pt x="2000" y="0"/>
                </a:lnTo>
                <a:lnTo>
                  <a:pt x="2000" y="9"/>
                </a:lnTo>
                <a:lnTo>
                  <a:pt x="1955" y="9"/>
                </a:lnTo>
                <a:lnTo>
                  <a:pt x="1955" y="0"/>
                </a:lnTo>
                <a:moveTo>
                  <a:pt x="2031" y="0"/>
                </a:moveTo>
                <a:lnTo>
                  <a:pt x="2076" y="0"/>
                </a:lnTo>
                <a:lnTo>
                  <a:pt x="2076" y="9"/>
                </a:lnTo>
                <a:lnTo>
                  <a:pt x="2031" y="9"/>
                </a:lnTo>
                <a:lnTo>
                  <a:pt x="2031" y="0"/>
                </a:lnTo>
                <a:moveTo>
                  <a:pt x="2107" y="0"/>
                </a:moveTo>
                <a:lnTo>
                  <a:pt x="2152" y="0"/>
                </a:lnTo>
                <a:lnTo>
                  <a:pt x="2152" y="9"/>
                </a:lnTo>
                <a:lnTo>
                  <a:pt x="2107" y="9"/>
                </a:lnTo>
                <a:lnTo>
                  <a:pt x="2107" y="0"/>
                </a:lnTo>
                <a:moveTo>
                  <a:pt x="2183" y="0"/>
                </a:moveTo>
                <a:lnTo>
                  <a:pt x="2228" y="0"/>
                </a:lnTo>
                <a:lnTo>
                  <a:pt x="2228" y="9"/>
                </a:lnTo>
                <a:lnTo>
                  <a:pt x="2183" y="9"/>
                </a:lnTo>
                <a:lnTo>
                  <a:pt x="2183" y="0"/>
                </a:lnTo>
                <a:moveTo>
                  <a:pt x="2259" y="0"/>
                </a:moveTo>
                <a:lnTo>
                  <a:pt x="2304" y="0"/>
                </a:lnTo>
                <a:lnTo>
                  <a:pt x="2304" y="9"/>
                </a:lnTo>
                <a:lnTo>
                  <a:pt x="2259" y="9"/>
                </a:lnTo>
                <a:lnTo>
                  <a:pt x="2259" y="0"/>
                </a:lnTo>
                <a:moveTo>
                  <a:pt x="2335" y="0"/>
                </a:moveTo>
                <a:lnTo>
                  <a:pt x="2380" y="0"/>
                </a:lnTo>
                <a:lnTo>
                  <a:pt x="2380" y="9"/>
                </a:lnTo>
                <a:lnTo>
                  <a:pt x="2335" y="9"/>
                </a:lnTo>
                <a:lnTo>
                  <a:pt x="2335" y="0"/>
                </a:lnTo>
                <a:moveTo>
                  <a:pt x="2411" y="0"/>
                </a:moveTo>
                <a:lnTo>
                  <a:pt x="2455" y="0"/>
                </a:lnTo>
                <a:lnTo>
                  <a:pt x="2455" y="9"/>
                </a:lnTo>
                <a:lnTo>
                  <a:pt x="2411" y="9"/>
                </a:lnTo>
                <a:lnTo>
                  <a:pt x="2411" y="0"/>
                </a:lnTo>
                <a:moveTo>
                  <a:pt x="2487" y="0"/>
                </a:moveTo>
                <a:lnTo>
                  <a:pt x="2531" y="0"/>
                </a:lnTo>
                <a:lnTo>
                  <a:pt x="2531" y="9"/>
                </a:lnTo>
                <a:lnTo>
                  <a:pt x="2487" y="9"/>
                </a:lnTo>
                <a:lnTo>
                  <a:pt x="2487" y="0"/>
                </a:lnTo>
                <a:moveTo>
                  <a:pt x="2563" y="0"/>
                </a:moveTo>
                <a:lnTo>
                  <a:pt x="2607" y="0"/>
                </a:lnTo>
                <a:lnTo>
                  <a:pt x="2607" y="9"/>
                </a:lnTo>
                <a:lnTo>
                  <a:pt x="2563" y="9"/>
                </a:lnTo>
                <a:lnTo>
                  <a:pt x="2563" y="0"/>
                </a:lnTo>
                <a:moveTo>
                  <a:pt x="2639" y="0"/>
                </a:moveTo>
                <a:lnTo>
                  <a:pt x="2683" y="0"/>
                </a:lnTo>
                <a:lnTo>
                  <a:pt x="2683" y="9"/>
                </a:lnTo>
                <a:lnTo>
                  <a:pt x="2639" y="9"/>
                </a:lnTo>
                <a:lnTo>
                  <a:pt x="2639" y="0"/>
                </a:lnTo>
                <a:moveTo>
                  <a:pt x="2715" y="0"/>
                </a:moveTo>
                <a:lnTo>
                  <a:pt x="2759" y="0"/>
                </a:lnTo>
                <a:lnTo>
                  <a:pt x="2759" y="9"/>
                </a:lnTo>
                <a:lnTo>
                  <a:pt x="2715" y="9"/>
                </a:lnTo>
                <a:lnTo>
                  <a:pt x="2715" y="0"/>
                </a:lnTo>
                <a:moveTo>
                  <a:pt x="2791" y="0"/>
                </a:moveTo>
                <a:lnTo>
                  <a:pt x="2835" y="0"/>
                </a:lnTo>
                <a:lnTo>
                  <a:pt x="2835" y="9"/>
                </a:lnTo>
                <a:lnTo>
                  <a:pt x="2791" y="9"/>
                </a:lnTo>
                <a:lnTo>
                  <a:pt x="2791" y="0"/>
                </a:lnTo>
                <a:moveTo>
                  <a:pt x="2867" y="0"/>
                </a:moveTo>
                <a:lnTo>
                  <a:pt x="2911" y="0"/>
                </a:lnTo>
                <a:lnTo>
                  <a:pt x="2911" y="9"/>
                </a:lnTo>
                <a:lnTo>
                  <a:pt x="2867" y="9"/>
                </a:lnTo>
                <a:lnTo>
                  <a:pt x="2867" y="0"/>
                </a:lnTo>
                <a:moveTo>
                  <a:pt x="2943" y="0"/>
                </a:moveTo>
                <a:lnTo>
                  <a:pt x="2987" y="0"/>
                </a:lnTo>
                <a:lnTo>
                  <a:pt x="2987" y="9"/>
                </a:lnTo>
                <a:lnTo>
                  <a:pt x="2943" y="9"/>
                </a:lnTo>
                <a:lnTo>
                  <a:pt x="2943" y="0"/>
                </a:lnTo>
                <a:moveTo>
                  <a:pt x="3019" y="0"/>
                </a:moveTo>
                <a:lnTo>
                  <a:pt x="3063" y="0"/>
                </a:lnTo>
                <a:lnTo>
                  <a:pt x="3063" y="9"/>
                </a:lnTo>
                <a:lnTo>
                  <a:pt x="3019" y="9"/>
                </a:lnTo>
                <a:lnTo>
                  <a:pt x="3019" y="0"/>
                </a:lnTo>
                <a:moveTo>
                  <a:pt x="3095" y="0"/>
                </a:moveTo>
                <a:lnTo>
                  <a:pt x="3139" y="0"/>
                </a:lnTo>
                <a:lnTo>
                  <a:pt x="3139" y="9"/>
                </a:lnTo>
                <a:lnTo>
                  <a:pt x="3095" y="9"/>
                </a:lnTo>
                <a:lnTo>
                  <a:pt x="3095" y="0"/>
                </a:lnTo>
                <a:moveTo>
                  <a:pt x="3171" y="0"/>
                </a:moveTo>
                <a:lnTo>
                  <a:pt x="3215" y="0"/>
                </a:lnTo>
                <a:lnTo>
                  <a:pt x="3215" y="9"/>
                </a:lnTo>
                <a:lnTo>
                  <a:pt x="3171" y="9"/>
                </a:lnTo>
                <a:lnTo>
                  <a:pt x="3171" y="0"/>
                </a:lnTo>
                <a:moveTo>
                  <a:pt x="3247" y="0"/>
                </a:moveTo>
                <a:lnTo>
                  <a:pt x="3291" y="0"/>
                </a:lnTo>
                <a:lnTo>
                  <a:pt x="3291" y="9"/>
                </a:lnTo>
                <a:lnTo>
                  <a:pt x="3247" y="9"/>
                </a:lnTo>
                <a:lnTo>
                  <a:pt x="3247" y="0"/>
                </a:lnTo>
                <a:moveTo>
                  <a:pt x="3323" y="0"/>
                </a:moveTo>
                <a:lnTo>
                  <a:pt x="3348" y="0"/>
                </a:lnTo>
                <a:cubicBezTo>
                  <a:pt x="3355" y="0"/>
                  <a:pt x="3362" y="1"/>
                  <a:pt x="3368" y="4"/>
                </a:cubicBezTo>
                <a:lnTo>
                  <a:pt x="3365" y="12"/>
                </a:lnTo>
                <a:cubicBezTo>
                  <a:pt x="3360" y="10"/>
                  <a:pt x="3354" y="9"/>
                  <a:pt x="3348" y="9"/>
                </a:cubicBezTo>
                <a:lnTo>
                  <a:pt x="3323" y="9"/>
                </a:lnTo>
                <a:lnTo>
                  <a:pt x="3323" y="0"/>
                </a:lnTo>
                <a:moveTo>
                  <a:pt x="3395" y="25"/>
                </a:moveTo>
                <a:cubicBezTo>
                  <a:pt x="3400" y="34"/>
                  <a:pt x="3403" y="44"/>
                  <a:pt x="3403" y="55"/>
                </a:cubicBezTo>
                <a:lnTo>
                  <a:pt x="3403" y="71"/>
                </a:lnTo>
                <a:lnTo>
                  <a:pt x="3394" y="71"/>
                </a:lnTo>
                <a:lnTo>
                  <a:pt x="3394" y="55"/>
                </a:lnTo>
                <a:cubicBezTo>
                  <a:pt x="3394" y="46"/>
                  <a:pt x="3392" y="38"/>
                  <a:pt x="3387" y="30"/>
                </a:cubicBezTo>
                <a:lnTo>
                  <a:pt x="3395" y="25"/>
                </a:lnTo>
                <a:moveTo>
                  <a:pt x="3403" y="102"/>
                </a:moveTo>
                <a:lnTo>
                  <a:pt x="3403" y="148"/>
                </a:lnTo>
                <a:lnTo>
                  <a:pt x="3394" y="148"/>
                </a:lnTo>
                <a:lnTo>
                  <a:pt x="3394" y="102"/>
                </a:lnTo>
                <a:lnTo>
                  <a:pt x="3403" y="102"/>
                </a:lnTo>
                <a:moveTo>
                  <a:pt x="3403" y="179"/>
                </a:moveTo>
                <a:lnTo>
                  <a:pt x="3403" y="223"/>
                </a:lnTo>
                <a:lnTo>
                  <a:pt x="3394" y="223"/>
                </a:lnTo>
                <a:lnTo>
                  <a:pt x="3394" y="179"/>
                </a:lnTo>
                <a:lnTo>
                  <a:pt x="3403" y="179"/>
                </a:lnTo>
                <a:moveTo>
                  <a:pt x="3403" y="255"/>
                </a:moveTo>
                <a:lnTo>
                  <a:pt x="3403" y="299"/>
                </a:lnTo>
                <a:lnTo>
                  <a:pt x="3394" y="299"/>
                </a:lnTo>
                <a:lnTo>
                  <a:pt x="3394" y="255"/>
                </a:lnTo>
                <a:lnTo>
                  <a:pt x="3403" y="255"/>
                </a:lnTo>
                <a:moveTo>
                  <a:pt x="3403" y="331"/>
                </a:moveTo>
                <a:lnTo>
                  <a:pt x="3403" y="375"/>
                </a:lnTo>
                <a:lnTo>
                  <a:pt x="3394" y="375"/>
                </a:lnTo>
                <a:lnTo>
                  <a:pt x="3394" y="331"/>
                </a:lnTo>
                <a:lnTo>
                  <a:pt x="3403" y="331"/>
                </a:lnTo>
                <a:moveTo>
                  <a:pt x="3403" y="407"/>
                </a:moveTo>
                <a:lnTo>
                  <a:pt x="3403" y="451"/>
                </a:lnTo>
                <a:lnTo>
                  <a:pt x="3394" y="451"/>
                </a:lnTo>
                <a:lnTo>
                  <a:pt x="3394" y="407"/>
                </a:lnTo>
                <a:lnTo>
                  <a:pt x="3403" y="407"/>
                </a:lnTo>
                <a:moveTo>
                  <a:pt x="3403" y="483"/>
                </a:moveTo>
                <a:lnTo>
                  <a:pt x="3403" y="527"/>
                </a:lnTo>
                <a:lnTo>
                  <a:pt x="3394" y="527"/>
                </a:lnTo>
                <a:lnTo>
                  <a:pt x="3394" y="483"/>
                </a:lnTo>
                <a:lnTo>
                  <a:pt x="3403" y="483"/>
                </a:lnTo>
                <a:moveTo>
                  <a:pt x="3403" y="558"/>
                </a:moveTo>
                <a:lnTo>
                  <a:pt x="3403" y="603"/>
                </a:lnTo>
                <a:lnTo>
                  <a:pt x="3394" y="603"/>
                </a:lnTo>
                <a:lnTo>
                  <a:pt x="3394" y="558"/>
                </a:lnTo>
                <a:lnTo>
                  <a:pt x="3403" y="558"/>
                </a:lnTo>
                <a:moveTo>
                  <a:pt x="3403" y="634"/>
                </a:moveTo>
                <a:lnTo>
                  <a:pt x="3403" y="678"/>
                </a:lnTo>
                <a:lnTo>
                  <a:pt x="3394" y="678"/>
                </a:lnTo>
                <a:lnTo>
                  <a:pt x="3394" y="634"/>
                </a:lnTo>
                <a:lnTo>
                  <a:pt x="3403" y="634"/>
                </a:lnTo>
                <a:moveTo>
                  <a:pt x="3403" y="710"/>
                </a:moveTo>
                <a:lnTo>
                  <a:pt x="3403" y="745"/>
                </a:lnTo>
                <a:cubicBezTo>
                  <a:pt x="3403" y="748"/>
                  <a:pt x="3403" y="751"/>
                  <a:pt x="3402" y="755"/>
                </a:cubicBezTo>
                <a:lnTo>
                  <a:pt x="3394" y="753"/>
                </a:lnTo>
                <a:cubicBezTo>
                  <a:pt x="3394" y="750"/>
                  <a:pt x="3394" y="748"/>
                  <a:pt x="3394" y="745"/>
                </a:cubicBezTo>
                <a:lnTo>
                  <a:pt x="3394" y="710"/>
                </a:lnTo>
                <a:lnTo>
                  <a:pt x="3403" y="710"/>
                </a:lnTo>
                <a:moveTo>
                  <a:pt x="3386" y="785"/>
                </a:moveTo>
                <a:cubicBezTo>
                  <a:pt x="3375" y="795"/>
                  <a:pt x="3363" y="800"/>
                  <a:pt x="3348" y="800"/>
                </a:cubicBezTo>
                <a:lnTo>
                  <a:pt x="3342" y="800"/>
                </a:lnTo>
                <a:lnTo>
                  <a:pt x="3342" y="791"/>
                </a:lnTo>
                <a:lnTo>
                  <a:pt x="3348" y="791"/>
                </a:lnTo>
                <a:cubicBezTo>
                  <a:pt x="3360" y="791"/>
                  <a:pt x="3371" y="787"/>
                  <a:pt x="3380" y="778"/>
                </a:cubicBezTo>
                <a:lnTo>
                  <a:pt x="3386" y="785"/>
                </a:lnTo>
                <a:moveTo>
                  <a:pt x="3310" y="800"/>
                </a:moveTo>
                <a:lnTo>
                  <a:pt x="3266" y="800"/>
                </a:lnTo>
                <a:lnTo>
                  <a:pt x="3266" y="791"/>
                </a:lnTo>
                <a:lnTo>
                  <a:pt x="3310" y="791"/>
                </a:lnTo>
                <a:lnTo>
                  <a:pt x="3310" y="800"/>
                </a:lnTo>
                <a:moveTo>
                  <a:pt x="3234" y="800"/>
                </a:moveTo>
                <a:lnTo>
                  <a:pt x="3190" y="800"/>
                </a:lnTo>
                <a:lnTo>
                  <a:pt x="3190" y="791"/>
                </a:lnTo>
                <a:lnTo>
                  <a:pt x="3234" y="791"/>
                </a:lnTo>
                <a:lnTo>
                  <a:pt x="3234" y="800"/>
                </a:lnTo>
                <a:moveTo>
                  <a:pt x="3158" y="800"/>
                </a:moveTo>
                <a:lnTo>
                  <a:pt x="3114" y="800"/>
                </a:lnTo>
                <a:lnTo>
                  <a:pt x="3114" y="791"/>
                </a:lnTo>
                <a:lnTo>
                  <a:pt x="3158" y="791"/>
                </a:lnTo>
                <a:lnTo>
                  <a:pt x="3158" y="800"/>
                </a:lnTo>
                <a:moveTo>
                  <a:pt x="3082" y="800"/>
                </a:moveTo>
                <a:lnTo>
                  <a:pt x="3038" y="800"/>
                </a:lnTo>
                <a:lnTo>
                  <a:pt x="3038" y="791"/>
                </a:lnTo>
                <a:lnTo>
                  <a:pt x="3082" y="791"/>
                </a:lnTo>
                <a:lnTo>
                  <a:pt x="3082" y="800"/>
                </a:lnTo>
                <a:moveTo>
                  <a:pt x="3006" y="800"/>
                </a:moveTo>
                <a:lnTo>
                  <a:pt x="2962" y="800"/>
                </a:lnTo>
                <a:lnTo>
                  <a:pt x="2962" y="791"/>
                </a:lnTo>
                <a:lnTo>
                  <a:pt x="3006" y="791"/>
                </a:lnTo>
                <a:lnTo>
                  <a:pt x="3006" y="800"/>
                </a:lnTo>
                <a:moveTo>
                  <a:pt x="2930" y="800"/>
                </a:moveTo>
                <a:lnTo>
                  <a:pt x="2886" y="800"/>
                </a:lnTo>
                <a:lnTo>
                  <a:pt x="2886" y="791"/>
                </a:lnTo>
                <a:lnTo>
                  <a:pt x="2930" y="791"/>
                </a:lnTo>
                <a:lnTo>
                  <a:pt x="2930" y="800"/>
                </a:lnTo>
                <a:moveTo>
                  <a:pt x="2854" y="800"/>
                </a:moveTo>
                <a:lnTo>
                  <a:pt x="2810" y="800"/>
                </a:lnTo>
                <a:lnTo>
                  <a:pt x="2810" y="791"/>
                </a:lnTo>
                <a:lnTo>
                  <a:pt x="2854" y="791"/>
                </a:lnTo>
                <a:lnTo>
                  <a:pt x="2854" y="800"/>
                </a:lnTo>
                <a:moveTo>
                  <a:pt x="2778" y="800"/>
                </a:moveTo>
                <a:lnTo>
                  <a:pt x="2734" y="800"/>
                </a:lnTo>
                <a:lnTo>
                  <a:pt x="2734" y="791"/>
                </a:lnTo>
                <a:lnTo>
                  <a:pt x="2778" y="791"/>
                </a:lnTo>
                <a:lnTo>
                  <a:pt x="2778" y="800"/>
                </a:lnTo>
                <a:moveTo>
                  <a:pt x="2702" y="800"/>
                </a:moveTo>
                <a:lnTo>
                  <a:pt x="2658" y="800"/>
                </a:lnTo>
                <a:lnTo>
                  <a:pt x="2658" y="791"/>
                </a:lnTo>
                <a:lnTo>
                  <a:pt x="2702" y="791"/>
                </a:lnTo>
                <a:lnTo>
                  <a:pt x="2702" y="800"/>
                </a:lnTo>
                <a:moveTo>
                  <a:pt x="2626" y="800"/>
                </a:moveTo>
                <a:lnTo>
                  <a:pt x="2582" y="800"/>
                </a:lnTo>
                <a:lnTo>
                  <a:pt x="2582" y="791"/>
                </a:lnTo>
                <a:lnTo>
                  <a:pt x="2626" y="791"/>
                </a:lnTo>
                <a:lnTo>
                  <a:pt x="2626" y="800"/>
                </a:lnTo>
                <a:moveTo>
                  <a:pt x="2550" y="800"/>
                </a:moveTo>
                <a:lnTo>
                  <a:pt x="2506" y="800"/>
                </a:lnTo>
                <a:lnTo>
                  <a:pt x="2506" y="791"/>
                </a:lnTo>
                <a:lnTo>
                  <a:pt x="2550" y="791"/>
                </a:lnTo>
                <a:lnTo>
                  <a:pt x="2550" y="800"/>
                </a:lnTo>
                <a:moveTo>
                  <a:pt x="2474" y="800"/>
                </a:moveTo>
                <a:lnTo>
                  <a:pt x="2430" y="800"/>
                </a:lnTo>
                <a:lnTo>
                  <a:pt x="2430" y="791"/>
                </a:lnTo>
                <a:lnTo>
                  <a:pt x="2474" y="791"/>
                </a:lnTo>
                <a:lnTo>
                  <a:pt x="2474" y="800"/>
                </a:lnTo>
                <a:moveTo>
                  <a:pt x="2398" y="800"/>
                </a:moveTo>
                <a:lnTo>
                  <a:pt x="2354" y="800"/>
                </a:lnTo>
                <a:lnTo>
                  <a:pt x="2354" y="791"/>
                </a:lnTo>
                <a:lnTo>
                  <a:pt x="2398" y="791"/>
                </a:lnTo>
                <a:lnTo>
                  <a:pt x="2398" y="800"/>
                </a:lnTo>
                <a:moveTo>
                  <a:pt x="2322" y="800"/>
                </a:moveTo>
                <a:lnTo>
                  <a:pt x="2278" y="800"/>
                </a:lnTo>
                <a:lnTo>
                  <a:pt x="2278" y="791"/>
                </a:lnTo>
                <a:lnTo>
                  <a:pt x="2322" y="791"/>
                </a:lnTo>
                <a:lnTo>
                  <a:pt x="2322" y="800"/>
                </a:lnTo>
                <a:moveTo>
                  <a:pt x="2246" y="800"/>
                </a:moveTo>
                <a:lnTo>
                  <a:pt x="2202" y="800"/>
                </a:lnTo>
                <a:lnTo>
                  <a:pt x="2202" y="791"/>
                </a:lnTo>
                <a:lnTo>
                  <a:pt x="2246" y="791"/>
                </a:lnTo>
                <a:lnTo>
                  <a:pt x="2246" y="800"/>
                </a:lnTo>
                <a:moveTo>
                  <a:pt x="2170" y="800"/>
                </a:moveTo>
                <a:lnTo>
                  <a:pt x="2126" y="800"/>
                </a:lnTo>
                <a:lnTo>
                  <a:pt x="2126" y="791"/>
                </a:lnTo>
                <a:lnTo>
                  <a:pt x="2170" y="791"/>
                </a:lnTo>
                <a:lnTo>
                  <a:pt x="2170" y="800"/>
                </a:lnTo>
                <a:moveTo>
                  <a:pt x="2094" y="800"/>
                </a:moveTo>
                <a:lnTo>
                  <a:pt x="2050" y="800"/>
                </a:lnTo>
                <a:lnTo>
                  <a:pt x="2050" y="791"/>
                </a:lnTo>
                <a:lnTo>
                  <a:pt x="2094" y="791"/>
                </a:lnTo>
                <a:lnTo>
                  <a:pt x="2094" y="800"/>
                </a:lnTo>
                <a:moveTo>
                  <a:pt x="2018" y="800"/>
                </a:moveTo>
                <a:lnTo>
                  <a:pt x="1974" y="800"/>
                </a:lnTo>
                <a:lnTo>
                  <a:pt x="1974" y="791"/>
                </a:lnTo>
                <a:lnTo>
                  <a:pt x="2018" y="791"/>
                </a:lnTo>
                <a:lnTo>
                  <a:pt x="2018" y="800"/>
                </a:lnTo>
                <a:moveTo>
                  <a:pt x="1943" y="800"/>
                </a:moveTo>
                <a:lnTo>
                  <a:pt x="1898" y="800"/>
                </a:lnTo>
                <a:lnTo>
                  <a:pt x="1898" y="791"/>
                </a:lnTo>
                <a:lnTo>
                  <a:pt x="1943" y="791"/>
                </a:lnTo>
                <a:lnTo>
                  <a:pt x="1943" y="800"/>
                </a:lnTo>
                <a:moveTo>
                  <a:pt x="1867" y="800"/>
                </a:moveTo>
                <a:lnTo>
                  <a:pt x="1822" y="800"/>
                </a:lnTo>
                <a:lnTo>
                  <a:pt x="1822" y="791"/>
                </a:lnTo>
                <a:lnTo>
                  <a:pt x="1867" y="791"/>
                </a:lnTo>
                <a:lnTo>
                  <a:pt x="1867" y="800"/>
                </a:lnTo>
                <a:moveTo>
                  <a:pt x="1791" y="800"/>
                </a:moveTo>
                <a:lnTo>
                  <a:pt x="1746" y="800"/>
                </a:lnTo>
                <a:lnTo>
                  <a:pt x="1746" y="791"/>
                </a:lnTo>
                <a:lnTo>
                  <a:pt x="1791" y="791"/>
                </a:lnTo>
                <a:lnTo>
                  <a:pt x="1791" y="800"/>
                </a:lnTo>
                <a:moveTo>
                  <a:pt x="1715" y="800"/>
                </a:moveTo>
                <a:lnTo>
                  <a:pt x="1670" y="800"/>
                </a:lnTo>
                <a:lnTo>
                  <a:pt x="1670" y="791"/>
                </a:lnTo>
                <a:lnTo>
                  <a:pt x="1715" y="791"/>
                </a:lnTo>
                <a:lnTo>
                  <a:pt x="1715" y="800"/>
                </a:lnTo>
                <a:moveTo>
                  <a:pt x="1639" y="800"/>
                </a:moveTo>
                <a:lnTo>
                  <a:pt x="1594" y="800"/>
                </a:lnTo>
                <a:lnTo>
                  <a:pt x="1594" y="791"/>
                </a:lnTo>
                <a:lnTo>
                  <a:pt x="1639" y="791"/>
                </a:lnTo>
                <a:lnTo>
                  <a:pt x="1639" y="800"/>
                </a:lnTo>
                <a:moveTo>
                  <a:pt x="1563" y="800"/>
                </a:moveTo>
                <a:lnTo>
                  <a:pt x="1518" y="800"/>
                </a:lnTo>
                <a:lnTo>
                  <a:pt x="1518" y="791"/>
                </a:lnTo>
                <a:lnTo>
                  <a:pt x="1563" y="791"/>
                </a:lnTo>
                <a:lnTo>
                  <a:pt x="1563" y="800"/>
                </a:lnTo>
                <a:moveTo>
                  <a:pt x="1487" y="800"/>
                </a:moveTo>
                <a:lnTo>
                  <a:pt x="1442" y="800"/>
                </a:lnTo>
                <a:lnTo>
                  <a:pt x="1442" y="791"/>
                </a:lnTo>
                <a:lnTo>
                  <a:pt x="1487" y="791"/>
                </a:lnTo>
                <a:lnTo>
                  <a:pt x="1487" y="800"/>
                </a:lnTo>
                <a:moveTo>
                  <a:pt x="1411" y="800"/>
                </a:moveTo>
                <a:lnTo>
                  <a:pt x="1366" y="800"/>
                </a:lnTo>
                <a:lnTo>
                  <a:pt x="1366" y="791"/>
                </a:lnTo>
                <a:lnTo>
                  <a:pt x="1411" y="791"/>
                </a:lnTo>
                <a:lnTo>
                  <a:pt x="1411" y="800"/>
                </a:lnTo>
                <a:moveTo>
                  <a:pt x="1335" y="800"/>
                </a:moveTo>
                <a:lnTo>
                  <a:pt x="1290" y="800"/>
                </a:lnTo>
                <a:lnTo>
                  <a:pt x="1290" y="791"/>
                </a:lnTo>
                <a:lnTo>
                  <a:pt x="1335" y="791"/>
                </a:lnTo>
                <a:lnTo>
                  <a:pt x="1335" y="800"/>
                </a:lnTo>
                <a:moveTo>
                  <a:pt x="1259" y="800"/>
                </a:moveTo>
                <a:lnTo>
                  <a:pt x="1214" y="800"/>
                </a:lnTo>
                <a:lnTo>
                  <a:pt x="1214" y="791"/>
                </a:lnTo>
                <a:lnTo>
                  <a:pt x="1259" y="791"/>
                </a:lnTo>
                <a:lnTo>
                  <a:pt x="1259" y="800"/>
                </a:lnTo>
                <a:moveTo>
                  <a:pt x="1183" y="800"/>
                </a:moveTo>
                <a:lnTo>
                  <a:pt x="1138" y="800"/>
                </a:lnTo>
                <a:lnTo>
                  <a:pt x="1138" y="791"/>
                </a:lnTo>
                <a:lnTo>
                  <a:pt x="1183" y="791"/>
                </a:lnTo>
                <a:lnTo>
                  <a:pt x="1183" y="800"/>
                </a:lnTo>
                <a:moveTo>
                  <a:pt x="1106" y="800"/>
                </a:moveTo>
                <a:lnTo>
                  <a:pt x="1062" y="800"/>
                </a:lnTo>
                <a:lnTo>
                  <a:pt x="1062" y="791"/>
                </a:lnTo>
                <a:lnTo>
                  <a:pt x="1106" y="791"/>
                </a:lnTo>
                <a:lnTo>
                  <a:pt x="1106" y="800"/>
                </a:lnTo>
                <a:moveTo>
                  <a:pt x="1030" y="800"/>
                </a:moveTo>
                <a:lnTo>
                  <a:pt x="986" y="800"/>
                </a:lnTo>
                <a:lnTo>
                  <a:pt x="986" y="791"/>
                </a:lnTo>
                <a:lnTo>
                  <a:pt x="1030" y="791"/>
                </a:lnTo>
                <a:lnTo>
                  <a:pt x="1030" y="800"/>
                </a:lnTo>
                <a:moveTo>
                  <a:pt x="954" y="800"/>
                </a:moveTo>
                <a:lnTo>
                  <a:pt x="910" y="800"/>
                </a:lnTo>
                <a:lnTo>
                  <a:pt x="910" y="791"/>
                </a:lnTo>
                <a:lnTo>
                  <a:pt x="954" y="791"/>
                </a:lnTo>
                <a:lnTo>
                  <a:pt x="954" y="800"/>
                </a:lnTo>
                <a:moveTo>
                  <a:pt x="878" y="800"/>
                </a:moveTo>
                <a:lnTo>
                  <a:pt x="834" y="800"/>
                </a:lnTo>
                <a:lnTo>
                  <a:pt x="834" y="791"/>
                </a:lnTo>
                <a:lnTo>
                  <a:pt x="878" y="791"/>
                </a:lnTo>
                <a:lnTo>
                  <a:pt x="878" y="800"/>
                </a:lnTo>
                <a:moveTo>
                  <a:pt x="802" y="800"/>
                </a:moveTo>
                <a:lnTo>
                  <a:pt x="758" y="800"/>
                </a:lnTo>
                <a:lnTo>
                  <a:pt x="758" y="791"/>
                </a:lnTo>
                <a:lnTo>
                  <a:pt x="802" y="791"/>
                </a:lnTo>
                <a:lnTo>
                  <a:pt x="802" y="800"/>
                </a:lnTo>
                <a:moveTo>
                  <a:pt x="726" y="800"/>
                </a:moveTo>
                <a:lnTo>
                  <a:pt x="682" y="800"/>
                </a:lnTo>
                <a:lnTo>
                  <a:pt x="682" y="791"/>
                </a:lnTo>
                <a:lnTo>
                  <a:pt x="726" y="791"/>
                </a:lnTo>
                <a:lnTo>
                  <a:pt x="726" y="800"/>
                </a:lnTo>
                <a:moveTo>
                  <a:pt x="650" y="800"/>
                </a:moveTo>
                <a:lnTo>
                  <a:pt x="606" y="800"/>
                </a:lnTo>
                <a:lnTo>
                  <a:pt x="606" y="791"/>
                </a:lnTo>
                <a:lnTo>
                  <a:pt x="650" y="791"/>
                </a:lnTo>
                <a:lnTo>
                  <a:pt x="650" y="800"/>
                </a:lnTo>
                <a:moveTo>
                  <a:pt x="574" y="800"/>
                </a:moveTo>
                <a:lnTo>
                  <a:pt x="530" y="800"/>
                </a:lnTo>
                <a:lnTo>
                  <a:pt x="530" y="791"/>
                </a:lnTo>
                <a:lnTo>
                  <a:pt x="574" y="791"/>
                </a:lnTo>
                <a:lnTo>
                  <a:pt x="574" y="800"/>
                </a:lnTo>
                <a:moveTo>
                  <a:pt x="498" y="800"/>
                </a:moveTo>
                <a:lnTo>
                  <a:pt x="454" y="800"/>
                </a:lnTo>
                <a:lnTo>
                  <a:pt x="454" y="791"/>
                </a:lnTo>
                <a:lnTo>
                  <a:pt x="498" y="791"/>
                </a:lnTo>
                <a:lnTo>
                  <a:pt x="498" y="800"/>
                </a:lnTo>
                <a:moveTo>
                  <a:pt x="422" y="800"/>
                </a:moveTo>
                <a:lnTo>
                  <a:pt x="378" y="800"/>
                </a:lnTo>
                <a:lnTo>
                  <a:pt x="378" y="791"/>
                </a:lnTo>
                <a:lnTo>
                  <a:pt x="422" y="791"/>
                </a:lnTo>
                <a:lnTo>
                  <a:pt x="422" y="800"/>
                </a:lnTo>
                <a:moveTo>
                  <a:pt x="346" y="800"/>
                </a:moveTo>
                <a:lnTo>
                  <a:pt x="302" y="800"/>
                </a:lnTo>
                <a:lnTo>
                  <a:pt x="302" y="791"/>
                </a:lnTo>
                <a:lnTo>
                  <a:pt x="346" y="791"/>
                </a:lnTo>
                <a:lnTo>
                  <a:pt x="346" y="800"/>
                </a:lnTo>
                <a:moveTo>
                  <a:pt x="270" y="800"/>
                </a:moveTo>
                <a:lnTo>
                  <a:pt x="226" y="800"/>
                </a:lnTo>
                <a:lnTo>
                  <a:pt x="226" y="791"/>
                </a:lnTo>
                <a:lnTo>
                  <a:pt x="270" y="791"/>
                </a:lnTo>
                <a:lnTo>
                  <a:pt x="270" y="800"/>
                </a:lnTo>
                <a:moveTo>
                  <a:pt x="194" y="800"/>
                </a:moveTo>
                <a:lnTo>
                  <a:pt x="150" y="800"/>
                </a:lnTo>
                <a:lnTo>
                  <a:pt x="150" y="791"/>
                </a:lnTo>
                <a:lnTo>
                  <a:pt x="194" y="791"/>
                </a:lnTo>
                <a:lnTo>
                  <a:pt x="194" y="800"/>
                </a:lnTo>
                <a:moveTo>
                  <a:pt x="118" y="800"/>
                </a:moveTo>
                <a:lnTo>
                  <a:pt x="74" y="800"/>
                </a:lnTo>
                <a:lnTo>
                  <a:pt x="74" y="791"/>
                </a:lnTo>
                <a:lnTo>
                  <a:pt x="118" y="791"/>
                </a:lnTo>
                <a:lnTo>
                  <a:pt x="118" y="800"/>
                </a:lnTo>
                <a:moveTo>
                  <a:pt x="42" y="798"/>
                </a:moveTo>
                <a:cubicBezTo>
                  <a:pt x="25" y="794"/>
                  <a:pt x="13" y="784"/>
                  <a:pt x="5" y="768"/>
                </a:cubicBezTo>
                <a:lnTo>
                  <a:pt x="13" y="764"/>
                </a:lnTo>
                <a:cubicBezTo>
                  <a:pt x="19" y="777"/>
                  <a:pt x="30" y="786"/>
                  <a:pt x="44" y="789"/>
                </a:cubicBezTo>
                <a:lnTo>
                  <a:pt x="42" y="798"/>
                </a:lnTo>
                <a:moveTo>
                  <a:pt x="0" y="735"/>
                </a:moveTo>
                <a:lnTo>
                  <a:pt x="0" y="691"/>
                </a:lnTo>
                <a:lnTo>
                  <a:pt x="9" y="691"/>
                </a:lnTo>
                <a:lnTo>
                  <a:pt x="9" y="735"/>
                </a:lnTo>
                <a:lnTo>
                  <a:pt x="0" y="735"/>
                </a:lnTo>
                <a:moveTo>
                  <a:pt x="0" y="659"/>
                </a:moveTo>
                <a:lnTo>
                  <a:pt x="0" y="615"/>
                </a:lnTo>
                <a:lnTo>
                  <a:pt x="9" y="615"/>
                </a:lnTo>
                <a:lnTo>
                  <a:pt x="9" y="659"/>
                </a:lnTo>
                <a:lnTo>
                  <a:pt x="0" y="659"/>
                </a:lnTo>
                <a:moveTo>
                  <a:pt x="0" y="583"/>
                </a:moveTo>
                <a:lnTo>
                  <a:pt x="0" y="539"/>
                </a:lnTo>
                <a:lnTo>
                  <a:pt x="9" y="539"/>
                </a:lnTo>
                <a:lnTo>
                  <a:pt x="9" y="583"/>
                </a:lnTo>
                <a:lnTo>
                  <a:pt x="0" y="583"/>
                </a:lnTo>
                <a:moveTo>
                  <a:pt x="0" y="507"/>
                </a:moveTo>
                <a:lnTo>
                  <a:pt x="0" y="463"/>
                </a:lnTo>
                <a:lnTo>
                  <a:pt x="9" y="463"/>
                </a:lnTo>
                <a:lnTo>
                  <a:pt x="9" y="507"/>
                </a:lnTo>
                <a:lnTo>
                  <a:pt x="0" y="507"/>
                </a:lnTo>
                <a:moveTo>
                  <a:pt x="0" y="432"/>
                </a:moveTo>
                <a:lnTo>
                  <a:pt x="0" y="387"/>
                </a:lnTo>
                <a:lnTo>
                  <a:pt x="9" y="387"/>
                </a:lnTo>
                <a:lnTo>
                  <a:pt x="9" y="432"/>
                </a:lnTo>
                <a:lnTo>
                  <a:pt x="0" y="432"/>
                </a:lnTo>
                <a:moveTo>
                  <a:pt x="0" y="356"/>
                </a:moveTo>
                <a:lnTo>
                  <a:pt x="0" y="311"/>
                </a:lnTo>
                <a:lnTo>
                  <a:pt x="9" y="311"/>
                </a:lnTo>
                <a:lnTo>
                  <a:pt x="9" y="356"/>
                </a:lnTo>
                <a:lnTo>
                  <a:pt x="0" y="356"/>
                </a:lnTo>
                <a:moveTo>
                  <a:pt x="0" y="280"/>
                </a:moveTo>
                <a:lnTo>
                  <a:pt x="0" y="236"/>
                </a:lnTo>
                <a:lnTo>
                  <a:pt x="9" y="236"/>
                </a:lnTo>
                <a:lnTo>
                  <a:pt x="9" y="280"/>
                </a:lnTo>
                <a:lnTo>
                  <a:pt x="0" y="280"/>
                </a:lnTo>
                <a:moveTo>
                  <a:pt x="0" y="204"/>
                </a:moveTo>
                <a:lnTo>
                  <a:pt x="0" y="160"/>
                </a:lnTo>
                <a:lnTo>
                  <a:pt x="9" y="160"/>
                </a:lnTo>
                <a:lnTo>
                  <a:pt x="9" y="204"/>
                </a:lnTo>
                <a:lnTo>
                  <a:pt x="0" y="204"/>
                </a:lnTo>
                <a:moveTo>
                  <a:pt x="0" y="127"/>
                </a:moveTo>
                <a:lnTo>
                  <a:pt x="0" y="83"/>
                </a:lnTo>
                <a:lnTo>
                  <a:pt x="9" y="83"/>
                </a:lnTo>
                <a:lnTo>
                  <a:pt x="9" y="127"/>
                </a:lnTo>
                <a:lnTo>
                  <a:pt x="0" y="127"/>
                </a:lnTo>
                <a:moveTo>
                  <a:pt x="0" y="51"/>
                </a:moveTo>
                <a:cubicBezTo>
                  <a:pt x="1" y="34"/>
                  <a:pt x="9" y="20"/>
                  <a:pt x="23" y="10"/>
                </a:cubicBezTo>
                <a:lnTo>
                  <a:pt x="28" y="17"/>
                </a:lnTo>
                <a:cubicBezTo>
                  <a:pt x="16" y="26"/>
                  <a:pt x="10" y="37"/>
                  <a:pt x="9" y="52"/>
                </a:cubicBezTo>
                <a:lnTo>
                  <a:pt x="0" y="51"/>
                </a:lnTo>
                <a:moveTo>
                  <a:pt x="55" y="0"/>
                </a:moveTo>
                <a:lnTo>
                  <a:pt x="99" y="0"/>
                </a:lnTo>
                <a:lnTo>
                  <a:pt x="99" y="9"/>
                </a:lnTo>
                <a:lnTo>
                  <a:pt x="55" y="9"/>
                </a:lnTo>
                <a:lnTo>
                  <a:pt x="55" y="0"/>
                </a:lnTo>
                <a:close/>
              </a:path>
            </a:pathLst>
          </a:custGeom>
          <a:solidFill>
            <a:srgbClr val="9aa5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2918160" y="2429280"/>
            <a:ext cx="514440" cy="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90" spc="-1" strike="noStrike">
                <a:solidFill>
                  <a:srgbClr val="5b6663"/>
                </a:solidFill>
                <a:latin typeface="DejaVuSans"/>
                <a:ea typeface="DejaVuSans"/>
              </a:rPr>
              <a:t>Student Informatie Systeem</a:t>
            </a:r>
            <a:endParaRPr b="0" lang="en-US" sz="2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" name=""/>
          <p:cNvSpPr/>
          <p:nvPr/>
        </p:nvSpPr>
        <p:spPr>
          <a:xfrm>
            <a:off x="4002840" y="2945160"/>
            <a:ext cx="3067920" cy="318960"/>
          </a:xfrm>
          <a:custGeom>
            <a:avLst/>
            <a:gdLst/>
            <a:ahLst/>
            <a:rect l="0" t="0" r="r" b="b"/>
            <a:pathLst>
              <a:path w="8522" h="886">
                <a:moveTo>
                  <a:pt x="50" y="0"/>
                </a:moveTo>
                <a:lnTo>
                  <a:pt x="8471" y="0"/>
                </a:lnTo>
                <a:cubicBezTo>
                  <a:pt x="8478" y="0"/>
                  <a:pt x="8484" y="2"/>
                  <a:pt x="8490" y="4"/>
                </a:cubicBezTo>
                <a:cubicBezTo>
                  <a:pt x="8497" y="7"/>
                  <a:pt x="8502" y="10"/>
                  <a:pt x="8507" y="15"/>
                </a:cubicBezTo>
                <a:cubicBezTo>
                  <a:pt x="8512" y="20"/>
                  <a:pt x="8515" y="25"/>
                  <a:pt x="8518" y="32"/>
                </a:cubicBezTo>
                <a:cubicBezTo>
                  <a:pt x="8520" y="38"/>
                  <a:pt x="8522" y="44"/>
                  <a:pt x="8522" y="51"/>
                </a:cubicBezTo>
                <a:lnTo>
                  <a:pt x="8522" y="836"/>
                </a:lnTo>
                <a:cubicBezTo>
                  <a:pt x="8522" y="842"/>
                  <a:pt x="8520" y="849"/>
                  <a:pt x="8518" y="855"/>
                </a:cubicBezTo>
                <a:cubicBezTo>
                  <a:pt x="8515" y="861"/>
                  <a:pt x="8512" y="867"/>
                  <a:pt x="8507" y="871"/>
                </a:cubicBezTo>
                <a:cubicBezTo>
                  <a:pt x="8502" y="876"/>
                  <a:pt x="8497" y="880"/>
                  <a:pt x="8490" y="882"/>
                </a:cubicBezTo>
                <a:cubicBezTo>
                  <a:pt x="8484" y="885"/>
                  <a:pt x="8478" y="886"/>
                  <a:pt x="8471" y="886"/>
                </a:cubicBezTo>
                <a:lnTo>
                  <a:pt x="50" y="886"/>
                </a:lnTo>
                <a:cubicBezTo>
                  <a:pt x="44" y="886"/>
                  <a:pt x="37" y="885"/>
                  <a:pt x="31" y="882"/>
                </a:cubicBezTo>
                <a:cubicBezTo>
                  <a:pt x="25" y="880"/>
                  <a:pt x="19" y="876"/>
                  <a:pt x="15" y="871"/>
                </a:cubicBezTo>
                <a:cubicBezTo>
                  <a:pt x="10" y="867"/>
                  <a:pt x="6" y="861"/>
                  <a:pt x="4" y="855"/>
                </a:cubicBezTo>
                <a:cubicBezTo>
                  <a:pt x="1" y="849"/>
                  <a:pt x="0" y="842"/>
                  <a:pt x="0" y="836"/>
                </a:cubicBezTo>
                <a:lnTo>
                  <a:pt x="0" y="51"/>
                </a:lnTo>
                <a:cubicBezTo>
                  <a:pt x="0" y="44"/>
                  <a:pt x="1" y="38"/>
                  <a:pt x="4" y="32"/>
                </a:cubicBezTo>
                <a:cubicBezTo>
                  <a:pt x="6" y="25"/>
                  <a:pt x="10" y="20"/>
                  <a:pt x="15" y="15"/>
                </a:cubicBezTo>
                <a:cubicBezTo>
                  <a:pt x="19" y="10"/>
                  <a:pt x="25" y="7"/>
                  <a:pt x="31" y="4"/>
                </a:cubicBezTo>
                <a:cubicBezTo>
                  <a:pt x="37" y="2"/>
                  <a:pt x="44" y="0"/>
                  <a:pt x="5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" name=""/>
          <p:cNvSpPr/>
          <p:nvPr/>
        </p:nvSpPr>
        <p:spPr>
          <a:xfrm>
            <a:off x="4001040" y="2943720"/>
            <a:ext cx="3071160" cy="322200"/>
          </a:xfrm>
          <a:custGeom>
            <a:avLst/>
            <a:gdLst/>
            <a:ahLst/>
            <a:rect l="0" t="0" r="r" b="b"/>
            <a:pathLst>
              <a:path w="8531" h="895">
                <a:moveTo>
                  <a:pt x="131" y="0"/>
                </a:moveTo>
                <a:lnTo>
                  <a:pt x="176" y="0"/>
                </a:lnTo>
                <a:lnTo>
                  <a:pt x="176" y="9"/>
                </a:lnTo>
                <a:lnTo>
                  <a:pt x="131" y="9"/>
                </a:lnTo>
                <a:lnTo>
                  <a:pt x="131" y="0"/>
                </a:lnTo>
                <a:moveTo>
                  <a:pt x="207" y="0"/>
                </a:moveTo>
                <a:lnTo>
                  <a:pt x="252" y="0"/>
                </a:lnTo>
                <a:lnTo>
                  <a:pt x="252" y="9"/>
                </a:lnTo>
                <a:lnTo>
                  <a:pt x="207" y="9"/>
                </a:lnTo>
                <a:lnTo>
                  <a:pt x="207" y="0"/>
                </a:lnTo>
                <a:moveTo>
                  <a:pt x="283" y="0"/>
                </a:moveTo>
                <a:lnTo>
                  <a:pt x="328" y="0"/>
                </a:lnTo>
                <a:lnTo>
                  <a:pt x="328" y="9"/>
                </a:lnTo>
                <a:lnTo>
                  <a:pt x="283" y="9"/>
                </a:lnTo>
                <a:lnTo>
                  <a:pt x="283" y="0"/>
                </a:lnTo>
                <a:moveTo>
                  <a:pt x="359" y="0"/>
                </a:moveTo>
                <a:lnTo>
                  <a:pt x="404" y="0"/>
                </a:lnTo>
                <a:lnTo>
                  <a:pt x="404" y="9"/>
                </a:lnTo>
                <a:lnTo>
                  <a:pt x="359" y="9"/>
                </a:lnTo>
                <a:lnTo>
                  <a:pt x="359" y="0"/>
                </a:lnTo>
                <a:moveTo>
                  <a:pt x="435" y="0"/>
                </a:moveTo>
                <a:lnTo>
                  <a:pt x="480" y="0"/>
                </a:lnTo>
                <a:lnTo>
                  <a:pt x="480" y="9"/>
                </a:lnTo>
                <a:lnTo>
                  <a:pt x="435" y="9"/>
                </a:lnTo>
                <a:lnTo>
                  <a:pt x="435" y="0"/>
                </a:lnTo>
                <a:moveTo>
                  <a:pt x="511" y="0"/>
                </a:moveTo>
                <a:lnTo>
                  <a:pt x="555" y="0"/>
                </a:lnTo>
                <a:lnTo>
                  <a:pt x="555" y="9"/>
                </a:lnTo>
                <a:lnTo>
                  <a:pt x="511" y="9"/>
                </a:lnTo>
                <a:lnTo>
                  <a:pt x="511" y="0"/>
                </a:lnTo>
                <a:moveTo>
                  <a:pt x="587" y="0"/>
                </a:moveTo>
                <a:lnTo>
                  <a:pt x="631" y="0"/>
                </a:lnTo>
                <a:lnTo>
                  <a:pt x="631" y="9"/>
                </a:lnTo>
                <a:lnTo>
                  <a:pt x="587" y="9"/>
                </a:lnTo>
                <a:lnTo>
                  <a:pt x="587" y="0"/>
                </a:lnTo>
                <a:moveTo>
                  <a:pt x="663" y="0"/>
                </a:moveTo>
                <a:lnTo>
                  <a:pt x="707" y="0"/>
                </a:lnTo>
                <a:lnTo>
                  <a:pt x="707" y="9"/>
                </a:lnTo>
                <a:lnTo>
                  <a:pt x="663" y="9"/>
                </a:lnTo>
                <a:lnTo>
                  <a:pt x="663" y="0"/>
                </a:lnTo>
                <a:moveTo>
                  <a:pt x="739" y="0"/>
                </a:moveTo>
                <a:lnTo>
                  <a:pt x="783" y="0"/>
                </a:lnTo>
                <a:lnTo>
                  <a:pt x="783" y="9"/>
                </a:lnTo>
                <a:lnTo>
                  <a:pt x="739" y="9"/>
                </a:lnTo>
                <a:lnTo>
                  <a:pt x="739" y="0"/>
                </a:lnTo>
                <a:moveTo>
                  <a:pt x="815" y="0"/>
                </a:moveTo>
                <a:lnTo>
                  <a:pt x="859" y="0"/>
                </a:lnTo>
                <a:lnTo>
                  <a:pt x="859" y="9"/>
                </a:lnTo>
                <a:lnTo>
                  <a:pt x="815" y="9"/>
                </a:lnTo>
                <a:lnTo>
                  <a:pt x="815" y="0"/>
                </a:lnTo>
                <a:moveTo>
                  <a:pt x="891" y="0"/>
                </a:moveTo>
                <a:lnTo>
                  <a:pt x="935" y="0"/>
                </a:lnTo>
                <a:lnTo>
                  <a:pt x="935" y="9"/>
                </a:lnTo>
                <a:lnTo>
                  <a:pt x="891" y="9"/>
                </a:lnTo>
                <a:lnTo>
                  <a:pt x="891" y="0"/>
                </a:lnTo>
                <a:moveTo>
                  <a:pt x="967" y="0"/>
                </a:moveTo>
                <a:lnTo>
                  <a:pt x="1011" y="0"/>
                </a:lnTo>
                <a:lnTo>
                  <a:pt x="1011" y="9"/>
                </a:lnTo>
                <a:lnTo>
                  <a:pt x="967" y="9"/>
                </a:lnTo>
                <a:lnTo>
                  <a:pt x="967" y="0"/>
                </a:lnTo>
                <a:moveTo>
                  <a:pt x="1043" y="0"/>
                </a:moveTo>
                <a:lnTo>
                  <a:pt x="1087" y="0"/>
                </a:lnTo>
                <a:lnTo>
                  <a:pt x="1087" y="9"/>
                </a:lnTo>
                <a:lnTo>
                  <a:pt x="1043" y="9"/>
                </a:lnTo>
                <a:lnTo>
                  <a:pt x="1043" y="0"/>
                </a:lnTo>
                <a:moveTo>
                  <a:pt x="1119" y="0"/>
                </a:moveTo>
                <a:lnTo>
                  <a:pt x="1163" y="0"/>
                </a:lnTo>
                <a:lnTo>
                  <a:pt x="1163" y="9"/>
                </a:lnTo>
                <a:lnTo>
                  <a:pt x="1119" y="9"/>
                </a:lnTo>
                <a:lnTo>
                  <a:pt x="1119" y="0"/>
                </a:lnTo>
                <a:moveTo>
                  <a:pt x="1195" y="0"/>
                </a:moveTo>
                <a:lnTo>
                  <a:pt x="1239" y="0"/>
                </a:lnTo>
                <a:lnTo>
                  <a:pt x="1239" y="9"/>
                </a:lnTo>
                <a:lnTo>
                  <a:pt x="1195" y="9"/>
                </a:lnTo>
                <a:lnTo>
                  <a:pt x="1195" y="0"/>
                </a:lnTo>
                <a:moveTo>
                  <a:pt x="1271" y="0"/>
                </a:moveTo>
                <a:lnTo>
                  <a:pt x="1315" y="0"/>
                </a:lnTo>
                <a:lnTo>
                  <a:pt x="1315" y="9"/>
                </a:lnTo>
                <a:lnTo>
                  <a:pt x="1271" y="9"/>
                </a:lnTo>
                <a:lnTo>
                  <a:pt x="1271" y="0"/>
                </a:lnTo>
                <a:moveTo>
                  <a:pt x="1347" y="0"/>
                </a:moveTo>
                <a:lnTo>
                  <a:pt x="1391" y="0"/>
                </a:lnTo>
                <a:lnTo>
                  <a:pt x="1391" y="9"/>
                </a:lnTo>
                <a:lnTo>
                  <a:pt x="1347" y="9"/>
                </a:lnTo>
                <a:lnTo>
                  <a:pt x="1347" y="0"/>
                </a:lnTo>
                <a:moveTo>
                  <a:pt x="1423" y="0"/>
                </a:moveTo>
                <a:lnTo>
                  <a:pt x="1467" y="0"/>
                </a:lnTo>
                <a:lnTo>
                  <a:pt x="1467" y="9"/>
                </a:lnTo>
                <a:lnTo>
                  <a:pt x="1423" y="9"/>
                </a:lnTo>
                <a:lnTo>
                  <a:pt x="1423" y="0"/>
                </a:lnTo>
                <a:moveTo>
                  <a:pt x="1499" y="0"/>
                </a:moveTo>
                <a:lnTo>
                  <a:pt x="1543" y="0"/>
                </a:lnTo>
                <a:lnTo>
                  <a:pt x="1543" y="9"/>
                </a:lnTo>
                <a:lnTo>
                  <a:pt x="1499" y="9"/>
                </a:lnTo>
                <a:lnTo>
                  <a:pt x="1499" y="0"/>
                </a:lnTo>
                <a:moveTo>
                  <a:pt x="1575" y="0"/>
                </a:moveTo>
                <a:lnTo>
                  <a:pt x="1619" y="0"/>
                </a:lnTo>
                <a:lnTo>
                  <a:pt x="1619" y="9"/>
                </a:lnTo>
                <a:lnTo>
                  <a:pt x="1575" y="9"/>
                </a:lnTo>
                <a:lnTo>
                  <a:pt x="1575" y="0"/>
                </a:lnTo>
                <a:moveTo>
                  <a:pt x="1651" y="0"/>
                </a:moveTo>
                <a:lnTo>
                  <a:pt x="1696" y="0"/>
                </a:lnTo>
                <a:lnTo>
                  <a:pt x="1696" y="9"/>
                </a:lnTo>
                <a:lnTo>
                  <a:pt x="1651" y="9"/>
                </a:lnTo>
                <a:lnTo>
                  <a:pt x="1651" y="0"/>
                </a:lnTo>
                <a:moveTo>
                  <a:pt x="1728" y="0"/>
                </a:moveTo>
                <a:lnTo>
                  <a:pt x="1772" y="0"/>
                </a:lnTo>
                <a:lnTo>
                  <a:pt x="1772" y="9"/>
                </a:lnTo>
                <a:lnTo>
                  <a:pt x="1728" y="9"/>
                </a:lnTo>
                <a:lnTo>
                  <a:pt x="1728" y="0"/>
                </a:lnTo>
                <a:moveTo>
                  <a:pt x="1804" y="0"/>
                </a:moveTo>
                <a:lnTo>
                  <a:pt x="1848" y="0"/>
                </a:lnTo>
                <a:lnTo>
                  <a:pt x="1848" y="9"/>
                </a:lnTo>
                <a:lnTo>
                  <a:pt x="1804" y="9"/>
                </a:lnTo>
                <a:lnTo>
                  <a:pt x="1804" y="0"/>
                </a:lnTo>
                <a:moveTo>
                  <a:pt x="1880" y="0"/>
                </a:moveTo>
                <a:lnTo>
                  <a:pt x="1924" y="0"/>
                </a:lnTo>
                <a:lnTo>
                  <a:pt x="1924" y="9"/>
                </a:lnTo>
                <a:lnTo>
                  <a:pt x="1880" y="9"/>
                </a:lnTo>
                <a:lnTo>
                  <a:pt x="1880" y="0"/>
                </a:lnTo>
                <a:moveTo>
                  <a:pt x="1956" y="0"/>
                </a:moveTo>
                <a:lnTo>
                  <a:pt x="2000" y="0"/>
                </a:lnTo>
                <a:lnTo>
                  <a:pt x="2000" y="9"/>
                </a:lnTo>
                <a:lnTo>
                  <a:pt x="1956" y="9"/>
                </a:lnTo>
                <a:lnTo>
                  <a:pt x="1956" y="0"/>
                </a:lnTo>
                <a:moveTo>
                  <a:pt x="2032" y="0"/>
                </a:moveTo>
                <a:lnTo>
                  <a:pt x="2076" y="0"/>
                </a:lnTo>
                <a:lnTo>
                  <a:pt x="2076" y="9"/>
                </a:lnTo>
                <a:lnTo>
                  <a:pt x="2032" y="9"/>
                </a:lnTo>
                <a:lnTo>
                  <a:pt x="2032" y="0"/>
                </a:lnTo>
                <a:moveTo>
                  <a:pt x="2107" y="0"/>
                </a:moveTo>
                <a:lnTo>
                  <a:pt x="2152" y="0"/>
                </a:lnTo>
                <a:lnTo>
                  <a:pt x="2152" y="9"/>
                </a:lnTo>
                <a:lnTo>
                  <a:pt x="2107" y="9"/>
                </a:lnTo>
                <a:lnTo>
                  <a:pt x="2107" y="0"/>
                </a:lnTo>
                <a:moveTo>
                  <a:pt x="2183" y="0"/>
                </a:moveTo>
                <a:lnTo>
                  <a:pt x="2228" y="0"/>
                </a:lnTo>
                <a:lnTo>
                  <a:pt x="2228" y="9"/>
                </a:lnTo>
                <a:lnTo>
                  <a:pt x="2183" y="9"/>
                </a:lnTo>
                <a:lnTo>
                  <a:pt x="2183" y="0"/>
                </a:lnTo>
                <a:moveTo>
                  <a:pt x="2259" y="0"/>
                </a:moveTo>
                <a:lnTo>
                  <a:pt x="2304" y="0"/>
                </a:lnTo>
                <a:lnTo>
                  <a:pt x="2304" y="9"/>
                </a:lnTo>
                <a:lnTo>
                  <a:pt x="2259" y="9"/>
                </a:lnTo>
                <a:lnTo>
                  <a:pt x="2259" y="0"/>
                </a:lnTo>
                <a:moveTo>
                  <a:pt x="2335" y="0"/>
                </a:moveTo>
                <a:lnTo>
                  <a:pt x="2380" y="0"/>
                </a:lnTo>
                <a:lnTo>
                  <a:pt x="2380" y="9"/>
                </a:lnTo>
                <a:lnTo>
                  <a:pt x="2335" y="9"/>
                </a:lnTo>
                <a:lnTo>
                  <a:pt x="2335" y="0"/>
                </a:lnTo>
                <a:moveTo>
                  <a:pt x="2411" y="0"/>
                </a:moveTo>
                <a:lnTo>
                  <a:pt x="2456" y="0"/>
                </a:lnTo>
                <a:lnTo>
                  <a:pt x="2456" y="9"/>
                </a:lnTo>
                <a:lnTo>
                  <a:pt x="2411" y="9"/>
                </a:lnTo>
                <a:lnTo>
                  <a:pt x="2411" y="0"/>
                </a:lnTo>
                <a:moveTo>
                  <a:pt x="2487" y="0"/>
                </a:moveTo>
                <a:lnTo>
                  <a:pt x="2532" y="0"/>
                </a:lnTo>
                <a:lnTo>
                  <a:pt x="2532" y="9"/>
                </a:lnTo>
                <a:lnTo>
                  <a:pt x="2487" y="9"/>
                </a:lnTo>
                <a:lnTo>
                  <a:pt x="2487" y="0"/>
                </a:lnTo>
                <a:moveTo>
                  <a:pt x="2563" y="0"/>
                </a:moveTo>
                <a:lnTo>
                  <a:pt x="2608" y="0"/>
                </a:lnTo>
                <a:lnTo>
                  <a:pt x="2608" y="9"/>
                </a:lnTo>
                <a:lnTo>
                  <a:pt x="2563" y="9"/>
                </a:lnTo>
                <a:lnTo>
                  <a:pt x="2563" y="0"/>
                </a:lnTo>
                <a:moveTo>
                  <a:pt x="2639" y="0"/>
                </a:moveTo>
                <a:lnTo>
                  <a:pt x="2684" y="0"/>
                </a:lnTo>
                <a:lnTo>
                  <a:pt x="2684" y="9"/>
                </a:lnTo>
                <a:lnTo>
                  <a:pt x="2639" y="9"/>
                </a:lnTo>
                <a:lnTo>
                  <a:pt x="2639" y="0"/>
                </a:lnTo>
                <a:moveTo>
                  <a:pt x="2715" y="0"/>
                </a:moveTo>
                <a:lnTo>
                  <a:pt x="2760" y="0"/>
                </a:lnTo>
                <a:lnTo>
                  <a:pt x="2760" y="9"/>
                </a:lnTo>
                <a:lnTo>
                  <a:pt x="2715" y="9"/>
                </a:lnTo>
                <a:lnTo>
                  <a:pt x="2715" y="0"/>
                </a:lnTo>
                <a:moveTo>
                  <a:pt x="2791" y="0"/>
                </a:moveTo>
                <a:lnTo>
                  <a:pt x="2835" y="0"/>
                </a:lnTo>
                <a:lnTo>
                  <a:pt x="2835" y="9"/>
                </a:lnTo>
                <a:lnTo>
                  <a:pt x="2791" y="9"/>
                </a:lnTo>
                <a:lnTo>
                  <a:pt x="2791" y="0"/>
                </a:lnTo>
                <a:moveTo>
                  <a:pt x="2867" y="0"/>
                </a:moveTo>
                <a:lnTo>
                  <a:pt x="2911" y="0"/>
                </a:lnTo>
                <a:lnTo>
                  <a:pt x="2911" y="9"/>
                </a:lnTo>
                <a:lnTo>
                  <a:pt x="2867" y="9"/>
                </a:lnTo>
                <a:lnTo>
                  <a:pt x="2867" y="0"/>
                </a:lnTo>
                <a:moveTo>
                  <a:pt x="2943" y="0"/>
                </a:moveTo>
                <a:lnTo>
                  <a:pt x="2987" y="0"/>
                </a:lnTo>
                <a:lnTo>
                  <a:pt x="2987" y="9"/>
                </a:lnTo>
                <a:lnTo>
                  <a:pt x="2943" y="9"/>
                </a:lnTo>
                <a:lnTo>
                  <a:pt x="2943" y="0"/>
                </a:lnTo>
                <a:moveTo>
                  <a:pt x="3019" y="0"/>
                </a:moveTo>
                <a:lnTo>
                  <a:pt x="3063" y="0"/>
                </a:lnTo>
                <a:lnTo>
                  <a:pt x="3063" y="9"/>
                </a:lnTo>
                <a:lnTo>
                  <a:pt x="3019" y="9"/>
                </a:lnTo>
                <a:lnTo>
                  <a:pt x="3019" y="0"/>
                </a:lnTo>
                <a:moveTo>
                  <a:pt x="3095" y="0"/>
                </a:moveTo>
                <a:lnTo>
                  <a:pt x="3139" y="0"/>
                </a:lnTo>
                <a:lnTo>
                  <a:pt x="3139" y="9"/>
                </a:lnTo>
                <a:lnTo>
                  <a:pt x="3095" y="9"/>
                </a:lnTo>
                <a:lnTo>
                  <a:pt x="3095" y="0"/>
                </a:lnTo>
                <a:moveTo>
                  <a:pt x="3171" y="0"/>
                </a:moveTo>
                <a:lnTo>
                  <a:pt x="3215" y="0"/>
                </a:lnTo>
                <a:lnTo>
                  <a:pt x="3215" y="9"/>
                </a:lnTo>
                <a:lnTo>
                  <a:pt x="3171" y="9"/>
                </a:lnTo>
                <a:lnTo>
                  <a:pt x="3171" y="0"/>
                </a:lnTo>
                <a:moveTo>
                  <a:pt x="3247" y="0"/>
                </a:moveTo>
                <a:lnTo>
                  <a:pt x="3291" y="0"/>
                </a:lnTo>
                <a:lnTo>
                  <a:pt x="3291" y="9"/>
                </a:lnTo>
                <a:lnTo>
                  <a:pt x="3247" y="9"/>
                </a:lnTo>
                <a:lnTo>
                  <a:pt x="3247" y="0"/>
                </a:lnTo>
                <a:moveTo>
                  <a:pt x="3323" y="0"/>
                </a:moveTo>
                <a:lnTo>
                  <a:pt x="3367" y="0"/>
                </a:lnTo>
                <a:lnTo>
                  <a:pt x="3367" y="9"/>
                </a:lnTo>
                <a:lnTo>
                  <a:pt x="3323" y="9"/>
                </a:lnTo>
                <a:lnTo>
                  <a:pt x="3323" y="0"/>
                </a:lnTo>
                <a:moveTo>
                  <a:pt x="3399" y="0"/>
                </a:moveTo>
                <a:lnTo>
                  <a:pt x="3443" y="0"/>
                </a:lnTo>
                <a:lnTo>
                  <a:pt x="3443" y="9"/>
                </a:lnTo>
                <a:lnTo>
                  <a:pt x="3399" y="9"/>
                </a:lnTo>
                <a:lnTo>
                  <a:pt x="3399" y="0"/>
                </a:lnTo>
                <a:moveTo>
                  <a:pt x="3475" y="0"/>
                </a:moveTo>
                <a:lnTo>
                  <a:pt x="3519" y="0"/>
                </a:lnTo>
                <a:lnTo>
                  <a:pt x="3519" y="9"/>
                </a:lnTo>
                <a:lnTo>
                  <a:pt x="3475" y="9"/>
                </a:lnTo>
                <a:lnTo>
                  <a:pt x="3475" y="0"/>
                </a:lnTo>
                <a:moveTo>
                  <a:pt x="3551" y="0"/>
                </a:moveTo>
                <a:lnTo>
                  <a:pt x="3595" y="0"/>
                </a:lnTo>
                <a:lnTo>
                  <a:pt x="3595" y="9"/>
                </a:lnTo>
                <a:lnTo>
                  <a:pt x="3551" y="9"/>
                </a:lnTo>
                <a:lnTo>
                  <a:pt x="3551" y="0"/>
                </a:lnTo>
                <a:moveTo>
                  <a:pt x="3627" y="0"/>
                </a:moveTo>
                <a:lnTo>
                  <a:pt x="3671" y="0"/>
                </a:lnTo>
                <a:lnTo>
                  <a:pt x="3671" y="9"/>
                </a:lnTo>
                <a:lnTo>
                  <a:pt x="3627" y="9"/>
                </a:lnTo>
                <a:lnTo>
                  <a:pt x="3627" y="0"/>
                </a:lnTo>
                <a:moveTo>
                  <a:pt x="3703" y="0"/>
                </a:moveTo>
                <a:lnTo>
                  <a:pt x="3747" y="0"/>
                </a:lnTo>
                <a:lnTo>
                  <a:pt x="3747" y="9"/>
                </a:lnTo>
                <a:lnTo>
                  <a:pt x="3703" y="9"/>
                </a:lnTo>
                <a:lnTo>
                  <a:pt x="3703" y="0"/>
                </a:lnTo>
                <a:moveTo>
                  <a:pt x="3779" y="0"/>
                </a:moveTo>
                <a:lnTo>
                  <a:pt x="3823" y="0"/>
                </a:lnTo>
                <a:lnTo>
                  <a:pt x="3823" y="9"/>
                </a:lnTo>
                <a:lnTo>
                  <a:pt x="3779" y="9"/>
                </a:lnTo>
                <a:lnTo>
                  <a:pt x="3779" y="0"/>
                </a:lnTo>
                <a:moveTo>
                  <a:pt x="3855" y="0"/>
                </a:moveTo>
                <a:lnTo>
                  <a:pt x="3899" y="0"/>
                </a:lnTo>
                <a:lnTo>
                  <a:pt x="3899" y="9"/>
                </a:lnTo>
                <a:lnTo>
                  <a:pt x="3855" y="9"/>
                </a:lnTo>
                <a:lnTo>
                  <a:pt x="3855" y="0"/>
                </a:lnTo>
                <a:moveTo>
                  <a:pt x="3931" y="0"/>
                </a:moveTo>
                <a:lnTo>
                  <a:pt x="3975" y="0"/>
                </a:lnTo>
                <a:lnTo>
                  <a:pt x="3975" y="9"/>
                </a:lnTo>
                <a:lnTo>
                  <a:pt x="3931" y="9"/>
                </a:lnTo>
                <a:lnTo>
                  <a:pt x="3931" y="0"/>
                </a:lnTo>
                <a:moveTo>
                  <a:pt x="4007" y="0"/>
                </a:moveTo>
                <a:lnTo>
                  <a:pt x="4051" y="0"/>
                </a:lnTo>
                <a:lnTo>
                  <a:pt x="4051" y="9"/>
                </a:lnTo>
                <a:lnTo>
                  <a:pt x="4007" y="9"/>
                </a:lnTo>
                <a:lnTo>
                  <a:pt x="4007" y="0"/>
                </a:lnTo>
                <a:moveTo>
                  <a:pt x="4083" y="0"/>
                </a:moveTo>
                <a:lnTo>
                  <a:pt x="4127" y="0"/>
                </a:lnTo>
                <a:lnTo>
                  <a:pt x="4127" y="9"/>
                </a:lnTo>
                <a:lnTo>
                  <a:pt x="4083" y="9"/>
                </a:lnTo>
                <a:lnTo>
                  <a:pt x="4083" y="0"/>
                </a:lnTo>
                <a:moveTo>
                  <a:pt x="4159" y="0"/>
                </a:moveTo>
                <a:lnTo>
                  <a:pt x="4203" y="0"/>
                </a:lnTo>
                <a:lnTo>
                  <a:pt x="4203" y="9"/>
                </a:lnTo>
                <a:lnTo>
                  <a:pt x="4159" y="9"/>
                </a:lnTo>
                <a:lnTo>
                  <a:pt x="4159" y="0"/>
                </a:lnTo>
                <a:moveTo>
                  <a:pt x="4235" y="0"/>
                </a:moveTo>
                <a:lnTo>
                  <a:pt x="4279" y="0"/>
                </a:lnTo>
                <a:lnTo>
                  <a:pt x="4279" y="9"/>
                </a:lnTo>
                <a:lnTo>
                  <a:pt x="4235" y="9"/>
                </a:lnTo>
                <a:lnTo>
                  <a:pt x="4235" y="0"/>
                </a:lnTo>
                <a:moveTo>
                  <a:pt x="4311" y="0"/>
                </a:moveTo>
                <a:lnTo>
                  <a:pt x="4355" y="0"/>
                </a:lnTo>
                <a:lnTo>
                  <a:pt x="4355" y="9"/>
                </a:lnTo>
                <a:lnTo>
                  <a:pt x="4311" y="9"/>
                </a:lnTo>
                <a:lnTo>
                  <a:pt x="4311" y="0"/>
                </a:lnTo>
                <a:moveTo>
                  <a:pt x="4386" y="0"/>
                </a:moveTo>
                <a:lnTo>
                  <a:pt x="4431" y="0"/>
                </a:lnTo>
                <a:lnTo>
                  <a:pt x="4431" y="9"/>
                </a:lnTo>
                <a:lnTo>
                  <a:pt x="4386" y="9"/>
                </a:lnTo>
                <a:lnTo>
                  <a:pt x="4386" y="0"/>
                </a:lnTo>
                <a:moveTo>
                  <a:pt x="4462" y="0"/>
                </a:moveTo>
                <a:lnTo>
                  <a:pt x="4507" y="0"/>
                </a:lnTo>
                <a:lnTo>
                  <a:pt x="4507" y="9"/>
                </a:lnTo>
                <a:lnTo>
                  <a:pt x="4462" y="9"/>
                </a:lnTo>
                <a:lnTo>
                  <a:pt x="4462" y="0"/>
                </a:lnTo>
                <a:moveTo>
                  <a:pt x="4538" y="0"/>
                </a:moveTo>
                <a:lnTo>
                  <a:pt x="4583" y="0"/>
                </a:lnTo>
                <a:lnTo>
                  <a:pt x="4583" y="9"/>
                </a:lnTo>
                <a:lnTo>
                  <a:pt x="4538" y="9"/>
                </a:lnTo>
                <a:lnTo>
                  <a:pt x="4538" y="0"/>
                </a:lnTo>
                <a:moveTo>
                  <a:pt x="4614" y="0"/>
                </a:moveTo>
                <a:lnTo>
                  <a:pt x="4659" y="0"/>
                </a:lnTo>
                <a:lnTo>
                  <a:pt x="4659" y="9"/>
                </a:lnTo>
                <a:lnTo>
                  <a:pt x="4614" y="9"/>
                </a:lnTo>
                <a:lnTo>
                  <a:pt x="4614" y="0"/>
                </a:lnTo>
                <a:moveTo>
                  <a:pt x="4690" y="0"/>
                </a:moveTo>
                <a:lnTo>
                  <a:pt x="4735" y="0"/>
                </a:lnTo>
                <a:lnTo>
                  <a:pt x="4735" y="9"/>
                </a:lnTo>
                <a:lnTo>
                  <a:pt x="4690" y="9"/>
                </a:lnTo>
                <a:lnTo>
                  <a:pt x="4690" y="0"/>
                </a:lnTo>
                <a:moveTo>
                  <a:pt x="4766" y="0"/>
                </a:moveTo>
                <a:lnTo>
                  <a:pt x="4811" y="0"/>
                </a:lnTo>
                <a:lnTo>
                  <a:pt x="4811" y="9"/>
                </a:lnTo>
                <a:lnTo>
                  <a:pt x="4766" y="9"/>
                </a:lnTo>
                <a:lnTo>
                  <a:pt x="4766" y="0"/>
                </a:lnTo>
                <a:moveTo>
                  <a:pt x="4842" y="0"/>
                </a:moveTo>
                <a:lnTo>
                  <a:pt x="4887" y="0"/>
                </a:lnTo>
                <a:lnTo>
                  <a:pt x="4887" y="9"/>
                </a:lnTo>
                <a:lnTo>
                  <a:pt x="4842" y="9"/>
                </a:lnTo>
                <a:lnTo>
                  <a:pt x="4842" y="0"/>
                </a:lnTo>
                <a:moveTo>
                  <a:pt x="4918" y="0"/>
                </a:moveTo>
                <a:lnTo>
                  <a:pt x="4963" y="0"/>
                </a:lnTo>
                <a:lnTo>
                  <a:pt x="4963" y="9"/>
                </a:lnTo>
                <a:lnTo>
                  <a:pt x="4918" y="9"/>
                </a:lnTo>
                <a:lnTo>
                  <a:pt x="4918" y="0"/>
                </a:lnTo>
                <a:moveTo>
                  <a:pt x="4994" y="0"/>
                </a:moveTo>
                <a:lnTo>
                  <a:pt x="5039" y="0"/>
                </a:lnTo>
                <a:lnTo>
                  <a:pt x="5039" y="9"/>
                </a:lnTo>
                <a:lnTo>
                  <a:pt x="4994" y="9"/>
                </a:lnTo>
                <a:lnTo>
                  <a:pt x="4994" y="0"/>
                </a:lnTo>
                <a:moveTo>
                  <a:pt x="5070" y="0"/>
                </a:moveTo>
                <a:lnTo>
                  <a:pt x="5114" y="0"/>
                </a:lnTo>
                <a:lnTo>
                  <a:pt x="5114" y="9"/>
                </a:lnTo>
                <a:lnTo>
                  <a:pt x="5070" y="9"/>
                </a:lnTo>
                <a:lnTo>
                  <a:pt x="5070" y="0"/>
                </a:lnTo>
                <a:moveTo>
                  <a:pt x="5146" y="0"/>
                </a:moveTo>
                <a:lnTo>
                  <a:pt x="5190" y="0"/>
                </a:lnTo>
                <a:lnTo>
                  <a:pt x="5190" y="9"/>
                </a:lnTo>
                <a:lnTo>
                  <a:pt x="5146" y="9"/>
                </a:lnTo>
                <a:lnTo>
                  <a:pt x="5146" y="0"/>
                </a:lnTo>
                <a:moveTo>
                  <a:pt x="5222" y="0"/>
                </a:moveTo>
                <a:lnTo>
                  <a:pt x="5266" y="0"/>
                </a:lnTo>
                <a:lnTo>
                  <a:pt x="5266" y="9"/>
                </a:lnTo>
                <a:lnTo>
                  <a:pt x="5222" y="9"/>
                </a:lnTo>
                <a:lnTo>
                  <a:pt x="5222" y="0"/>
                </a:lnTo>
                <a:moveTo>
                  <a:pt x="5298" y="0"/>
                </a:moveTo>
                <a:lnTo>
                  <a:pt x="5342" y="0"/>
                </a:lnTo>
                <a:lnTo>
                  <a:pt x="5342" y="9"/>
                </a:lnTo>
                <a:lnTo>
                  <a:pt x="5298" y="9"/>
                </a:lnTo>
                <a:lnTo>
                  <a:pt x="5298" y="0"/>
                </a:lnTo>
                <a:moveTo>
                  <a:pt x="5374" y="0"/>
                </a:moveTo>
                <a:lnTo>
                  <a:pt x="5418" y="0"/>
                </a:lnTo>
                <a:lnTo>
                  <a:pt x="5418" y="9"/>
                </a:lnTo>
                <a:lnTo>
                  <a:pt x="5374" y="9"/>
                </a:lnTo>
                <a:lnTo>
                  <a:pt x="5374" y="0"/>
                </a:lnTo>
                <a:moveTo>
                  <a:pt x="5450" y="0"/>
                </a:moveTo>
                <a:lnTo>
                  <a:pt x="5494" y="0"/>
                </a:lnTo>
                <a:lnTo>
                  <a:pt x="5494" y="9"/>
                </a:lnTo>
                <a:lnTo>
                  <a:pt x="5450" y="9"/>
                </a:lnTo>
                <a:lnTo>
                  <a:pt x="5450" y="0"/>
                </a:lnTo>
                <a:moveTo>
                  <a:pt x="5526" y="0"/>
                </a:moveTo>
                <a:lnTo>
                  <a:pt x="5570" y="0"/>
                </a:lnTo>
                <a:lnTo>
                  <a:pt x="5570" y="9"/>
                </a:lnTo>
                <a:lnTo>
                  <a:pt x="5526" y="9"/>
                </a:lnTo>
                <a:lnTo>
                  <a:pt x="5526" y="0"/>
                </a:lnTo>
                <a:moveTo>
                  <a:pt x="5602" y="0"/>
                </a:moveTo>
                <a:lnTo>
                  <a:pt x="5646" y="0"/>
                </a:lnTo>
                <a:lnTo>
                  <a:pt x="5646" y="9"/>
                </a:lnTo>
                <a:lnTo>
                  <a:pt x="5602" y="9"/>
                </a:lnTo>
                <a:lnTo>
                  <a:pt x="5602" y="0"/>
                </a:lnTo>
                <a:moveTo>
                  <a:pt x="5678" y="0"/>
                </a:moveTo>
                <a:lnTo>
                  <a:pt x="5722" y="0"/>
                </a:lnTo>
                <a:lnTo>
                  <a:pt x="5722" y="9"/>
                </a:lnTo>
                <a:lnTo>
                  <a:pt x="5678" y="9"/>
                </a:lnTo>
                <a:lnTo>
                  <a:pt x="5678" y="0"/>
                </a:lnTo>
                <a:moveTo>
                  <a:pt x="5754" y="0"/>
                </a:moveTo>
                <a:lnTo>
                  <a:pt x="5798" y="0"/>
                </a:lnTo>
                <a:lnTo>
                  <a:pt x="5798" y="9"/>
                </a:lnTo>
                <a:lnTo>
                  <a:pt x="5754" y="9"/>
                </a:lnTo>
                <a:lnTo>
                  <a:pt x="5754" y="0"/>
                </a:lnTo>
                <a:moveTo>
                  <a:pt x="5830" y="0"/>
                </a:moveTo>
                <a:lnTo>
                  <a:pt x="5874" y="0"/>
                </a:lnTo>
                <a:lnTo>
                  <a:pt x="5874" y="9"/>
                </a:lnTo>
                <a:lnTo>
                  <a:pt x="5830" y="9"/>
                </a:lnTo>
                <a:lnTo>
                  <a:pt x="5830" y="0"/>
                </a:lnTo>
                <a:moveTo>
                  <a:pt x="5906" y="0"/>
                </a:moveTo>
                <a:lnTo>
                  <a:pt x="5950" y="0"/>
                </a:lnTo>
                <a:lnTo>
                  <a:pt x="5950" y="9"/>
                </a:lnTo>
                <a:lnTo>
                  <a:pt x="5906" y="9"/>
                </a:lnTo>
                <a:lnTo>
                  <a:pt x="5906" y="0"/>
                </a:lnTo>
                <a:moveTo>
                  <a:pt x="5982" y="0"/>
                </a:moveTo>
                <a:lnTo>
                  <a:pt x="6026" y="0"/>
                </a:lnTo>
                <a:lnTo>
                  <a:pt x="6026" y="9"/>
                </a:lnTo>
                <a:lnTo>
                  <a:pt x="5982" y="9"/>
                </a:lnTo>
                <a:lnTo>
                  <a:pt x="5982" y="0"/>
                </a:lnTo>
                <a:moveTo>
                  <a:pt x="6058" y="0"/>
                </a:moveTo>
                <a:lnTo>
                  <a:pt x="6102" y="0"/>
                </a:lnTo>
                <a:lnTo>
                  <a:pt x="6102" y="9"/>
                </a:lnTo>
                <a:lnTo>
                  <a:pt x="6058" y="9"/>
                </a:lnTo>
                <a:lnTo>
                  <a:pt x="6058" y="0"/>
                </a:lnTo>
                <a:moveTo>
                  <a:pt x="6134" y="0"/>
                </a:moveTo>
                <a:lnTo>
                  <a:pt x="6178" y="0"/>
                </a:lnTo>
                <a:lnTo>
                  <a:pt x="6178" y="9"/>
                </a:lnTo>
                <a:lnTo>
                  <a:pt x="6134" y="9"/>
                </a:lnTo>
                <a:lnTo>
                  <a:pt x="6134" y="0"/>
                </a:lnTo>
                <a:moveTo>
                  <a:pt x="6210" y="0"/>
                </a:moveTo>
                <a:lnTo>
                  <a:pt x="6254" y="0"/>
                </a:lnTo>
                <a:lnTo>
                  <a:pt x="6254" y="9"/>
                </a:lnTo>
                <a:lnTo>
                  <a:pt x="6210" y="9"/>
                </a:lnTo>
                <a:lnTo>
                  <a:pt x="6210" y="0"/>
                </a:lnTo>
                <a:moveTo>
                  <a:pt x="6286" y="0"/>
                </a:moveTo>
                <a:lnTo>
                  <a:pt x="6330" y="0"/>
                </a:lnTo>
                <a:lnTo>
                  <a:pt x="6330" y="9"/>
                </a:lnTo>
                <a:lnTo>
                  <a:pt x="6286" y="9"/>
                </a:lnTo>
                <a:lnTo>
                  <a:pt x="6286" y="0"/>
                </a:lnTo>
                <a:moveTo>
                  <a:pt x="6362" y="0"/>
                </a:moveTo>
                <a:lnTo>
                  <a:pt x="6406" y="0"/>
                </a:lnTo>
                <a:lnTo>
                  <a:pt x="6406" y="9"/>
                </a:lnTo>
                <a:lnTo>
                  <a:pt x="6362" y="9"/>
                </a:lnTo>
                <a:lnTo>
                  <a:pt x="6362" y="0"/>
                </a:lnTo>
                <a:moveTo>
                  <a:pt x="6438" y="0"/>
                </a:moveTo>
                <a:lnTo>
                  <a:pt x="6482" y="0"/>
                </a:lnTo>
                <a:lnTo>
                  <a:pt x="6482" y="9"/>
                </a:lnTo>
                <a:lnTo>
                  <a:pt x="6438" y="9"/>
                </a:lnTo>
                <a:lnTo>
                  <a:pt x="6438" y="0"/>
                </a:lnTo>
                <a:moveTo>
                  <a:pt x="6514" y="0"/>
                </a:moveTo>
                <a:lnTo>
                  <a:pt x="6558" y="0"/>
                </a:lnTo>
                <a:lnTo>
                  <a:pt x="6558" y="9"/>
                </a:lnTo>
                <a:lnTo>
                  <a:pt x="6514" y="9"/>
                </a:lnTo>
                <a:lnTo>
                  <a:pt x="6514" y="0"/>
                </a:lnTo>
                <a:moveTo>
                  <a:pt x="6590" y="0"/>
                </a:moveTo>
                <a:lnTo>
                  <a:pt x="6634" y="0"/>
                </a:lnTo>
                <a:lnTo>
                  <a:pt x="6634" y="9"/>
                </a:lnTo>
                <a:lnTo>
                  <a:pt x="6590" y="9"/>
                </a:lnTo>
                <a:lnTo>
                  <a:pt x="6590" y="0"/>
                </a:lnTo>
                <a:moveTo>
                  <a:pt x="6665" y="0"/>
                </a:moveTo>
                <a:lnTo>
                  <a:pt x="6710" y="0"/>
                </a:lnTo>
                <a:lnTo>
                  <a:pt x="6710" y="9"/>
                </a:lnTo>
                <a:lnTo>
                  <a:pt x="6665" y="9"/>
                </a:lnTo>
                <a:lnTo>
                  <a:pt x="6665" y="0"/>
                </a:lnTo>
                <a:moveTo>
                  <a:pt x="6741" y="0"/>
                </a:moveTo>
                <a:lnTo>
                  <a:pt x="6786" y="0"/>
                </a:lnTo>
                <a:lnTo>
                  <a:pt x="6786" y="9"/>
                </a:lnTo>
                <a:lnTo>
                  <a:pt x="6741" y="9"/>
                </a:lnTo>
                <a:lnTo>
                  <a:pt x="6741" y="0"/>
                </a:lnTo>
                <a:moveTo>
                  <a:pt x="6817" y="0"/>
                </a:moveTo>
                <a:lnTo>
                  <a:pt x="6862" y="0"/>
                </a:lnTo>
                <a:lnTo>
                  <a:pt x="6862" y="9"/>
                </a:lnTo>
                <a:lnTo>
                  <a:pt x="6817" y="9"/>
                </a:lnTo>
                <a:lnTo>
                  <a:pt x="6817" y="0"/>
                </a:lnTo>
                <a:moveTo>
                  <a:pt x="6893" y="0"/>
                </a:moveTo>
                <a:lnTo>
                  <a:pt x="6938" y="0"/>
                </a:lnTo>
                <a:lnTo>
                  <a:pt x="6938" y="9"/>
                </a:lnTo>
                <a:lnTo>
                  <a:pt x="6893" y="9"/>
                </a:lnTo>
                <a:lnTo>
                  <a:pt x="6893" y="0"/>
                </a:lnTo>
                <a:moveTo>
                  <a:pt x="6969" y="0"/>
                </a:moveTo>
                <a:lnTo>
                  <a:pt x="7014" y="0"/>
                </a:lnTo>
                <a:lnTo>
                  <a:pt x="7014" y="9"/>
                </a:lnTo>
                <a:lnTo>
                  <a:pt x="6969" y="9"/>
                </a:lnTo>
                <a:lnTo>
                  <a:pt x="6969" y="0"/>
                </a:lnTo>
                <a:moveTo>
                  <a:pt x="7045" y="0"/>
                </a:moveTo>
                <a:lnTo>
                  <a:pt x="7090" y="0"/>
                </a:lnTo>
                <a:lnTo>
                  <a:pt x="7090" y="9"/>
                </a:lnTo>
                <a:lnTo>
                  <a:pt x="7045" y="9"/>
                </a:lnTo>
                <a:lnTo>
                  <a:pt x="7045" y="0"/>
                </a:lnTo>
                <a:moveTo>
                  <a:pt x="7121" y="0"/>
                </a:moveTo>
                <a:lnTo>
                  <a:pt x="7166" y="0"/>
                </a:lnTo>
                <a:lnTo>
                  <a:pt x="7166" y="9"/>
                </a:lnTo>
                <a:lnTo>
                  <a:pt x="7121" y="9"/>
                </a:lnTo>
                <a:lnTo>
                  <a:pt x="7121" y="0"/>
                </a:lnTo>
                <a:moveTo>
                  <a:pt x="7197" y="0"/>
                </a:moveTo>
                <a:lnTo>
                  <a:pt x="7242" y="0"/>
                </a:lnTo>
                <a:lnTo>
                  <a:pt x="7242" y="9"/>
                </a:lnTo>
                <a:lnTo>
                  <a:pt x="7197" y="9"/>
                </a:lnTo>
                <a:lnTo>
                  <a:pt x="7197" y="0"/>
                </a:lnTo>
                <a:moveTo>
                  <a:pt x="7273" y="0"/>
                </a:moveTo>
                <a:lnTo>
                  <a:pt x="7318" y="0"/>
                </a:lnTo>
                <a:lnTo>
                  <a:pt x="7318" y="9"/>
                </a:lnTo>
                <a:lnTo>
                  <a:pt x="7273" y="9"/>
                </a:lnTo>
                <a:lnTo>
                  <a:pt x="7273" y="0"/>
                </a:lnTo>
                <a:moveTo>
                  <a:pt x="7349" y="0"/>
                </a:moveTo>
                <a:lnTo>
                  <a:pt x="7393" y="0"/>
                </a:lnTo>
                <a:lnTo>
                  <a:pt x="7393" y="9"/>
                </a:lnTo>
                <a:lnTo>
                  <a:pt x="7349" y="9"/>
                </a:lnTo>
                <a:lnTo>
                  <a:pt x="7349" y="0"/>
                </a:lnTo>
                <a:moveTo>
                  <a:pt x="7425" y="0"/>
                </a:moveTo>
                <a:lnTo>
                  <a:pt x="7469" y="0"/>
                </a:lnTo>
                <a:lnTo>
                  <a:pt x="7469" y="9"/>
                </a:lnTo>
                <a:lnTo>
                  <a:pt x="7425" y="9"/>
                </a:lnTo>
                <a:lnTo>
                  <a:pt x="7425" y="0"/>
                </a:lnTo>
                <a:moveTo>
                  <a:pt x="7501" y="0"/>
                </a:moveTo>
                <a:lnTo>
                  <a:pt x="7545" y="0"/>
                </a:lnTo>
                <a:lnTo>
                  <a:pt x="7545" y="9"/>
                </a:lnTo>
                <a:lnTo>
                  <a:pt x="7501" y="9"/>
                </a:lnTo>
                <a:lnTo>
                  <a:pt x="7501" y="0"/>
                </a:lnTo>
                <a:moveTo>
                  <a:pt x="7577" y="0"/>
                </a:moveTo>
                <a:lnTo>
                  <a:pt x="7621" y="0"/>
                </a:lnTo>
                <a:lnTo>
                  <a:pt x="7621" y="9"/>
                </a:lnTo>
                <a:lnTo>
                  <a:pt x="7577" y="9"/>
                </a:lnTo>
                <a:lnTo>
                  <a:pt x="7577" y="0"/>
                </a:lnTo>
                <a:moveTo>
                  <a:pt x="7653" y="0"/>
                </a:moveTo>
                <a:lnTo>
                  <a:pt x="7697" y="0"/>
                </a:lnTo>
                <a:lnTo>
                  <a:pt x="7697" y="9"/>
                </a:lnTo>
                <a:lnTo>
                  <a:pt x="7653" y="9"/>
                </a:lnTo>
                <a:lnTo>
                  <a:pt x="7653" y="0"/>
                </a:lnTo>
                <a:moveTo>
                  <a:pt x="7729" y="0"/>
                </a:moveTo>
                <a:lnTo>
                  <a:pt x="7773" y="0"/>
                </a:lnTo>
                <a:lnTo>
                  <a:pt x="7773" y="9"/>
                </a:lnTo>
                <a:lnTo>
                  <a:pt x="7729" y="9"/>
                </a:lnTo>
                <a:lnTo>
                  <a:pt x="7729" y="0"/>
                </a:lnTo>
                <a:moveTo>
                  <a:pt x="7805" y="0"/>
                </a:moveTo>
                <a:lnTo>
                  <a:pt x="7849" y="0"/>
                </a:lnTo>
                <a:lnTo>
                  <a:pt x="7849" y="9"/>
                </a:lnTo>
                <a:lnTo>
                  <a:pt x="7805" y="9"/>
                </a:lnTo>
                <a:lnTo>
                  <a:pt x="7805" y="0"/>
                </a:lnTo>
                <a:moveTo>
                  <a:pt x="7881" y="0"/>
                </a:moveTo>
                <a:lnTo>
                  <a:pt x="7925" y="0"/>
                </a:lnTo>
                <a:lnTo>
                  <a:pt x="7925" y="9"/>
                </a:lnTo>
                <a:lnTo>
                  <a:pt x="7881" y="9"/>
                </a:lnTo>
                <a:lnTo>
                  <a:pt x="7881" y="0"/>
                </a:lnTo>
                <a:moveTo>
                  <a:pt x="7957" y="0"/>
                </a:moveTo>
                <a:lnTo>
                  <a:pt x="8001" y="0"/>
                </a:lnTo>
                <a:lnTo>
                  <a:pt x="8001" y="9"/>
                </a:lnTo>
                <a:lnTo>
                  <a:pt x="7957" y="9"/>
                </a:lnTo>
                <a:lnTo>
                  <a:pt x="7957" y="0"/>
                </a:lnTo>
                <a:moveTo>
                  <a:pt x="8033" y="0"/>
                </a:moveTo>
                <a:lnTo>
                  <a:pt x="8077" y="0"/>
                </a:lnTo>
                <a:lnTo>
                  <a:pt x="8077" y="9"/>
                </a:lnTo>
                <a:lnTo>
                  <a:pt x="8033" y="9"/>
                </a:lnTo>
                <a:lnTo>
                  <a:pt x="8033" y="0"/>
                </a:lnTo>
                <a:moveTo>
                  <a:pt x="8109" y="0"/>
                </a:moveTo>
                <a:lnTo>
                  <a:pt x="8153" y="0"/>
                </a:lnTo>
                <a:lnTo>
                  <a:pt x="8153" y="9"/>
                </a:lnTo>
                <a:lnTo>
                  <a:pt x="8109" y="9"/>
                </a:lnTo>
                <a:lnTo>
                  <a:pt x="8109" y="0"/>
                </a:lnTo>
                <a:moveTo>
                  <a:pt x="8185" y="0"/>
                </a:moveTo>
                <a:lnTo>
                  <a:pt x="8229" y="0"/>
                </a:lnTo>
                <a:lnTo>
                  <a:pt x="8229" y="9"/>
                </a:lnTo>
                <a:lnTo>
                  <a:pt x="8185" y="9"/>
                </a:lnTo>
                <a:lnTo>
                  <a:pt x="8185" y="0"/>
                </a:lnTo>
                <a:moveTo>
                  <a:pt x="8261" y="0"/>
                </a:moveTo>
                <a:lnTo>
                  <a:pt x="8305" y="0"/>
                </a:lnTo>
                <a:lnTo>
                  <a:pt x="8305" y="9"/>
                </a:lnTo>
                <a:lnTo>
                  <a:pt x="8261" y="9"/>
                </a:lnTo>
                <a:lnTo>
                  <a:pt x="8261" y="0"/>
                </a:lnTo>
                <a:moveTo>
                  <a:pt x="8337" y="0"/>
                </a:moveTo>
                <a:lnTo>
                  <a:pt x="8381" y="0"/>
                </a:lnTo>
                <a:lnTo>
                  <a:pt x="8381" y="9"/>
                </a:lnTo>
                <a:lnTo>
                  <a:pt x="8337" y="9"/>
                </a:lnTo>
                <a:lnTo>
                  <a:pt x="8337" y="0"/>
                </a:lnTo>
                <a:moveTo>
                  <a:pt x="8413" y="0"/>
                </a:moveTo>
                <a:lnTo>
                  <a:pt x="8457" y="0"/>
                </a:lnTo>
                <a:lnTo>
                  <a:pt x="8457" y="9"/>
                </a:lnTo>
                <a:lnTo>
                  <a:pt x="8413" y="9"/>
                </a:lnTo>
                <a:lnTo>
                  <a:pt x="8413" y="0"/>
                </a:lnTo>
                <a:moveTo>
                  <a:pt x="8489" y="2"/>
                </a:moveTo>
                <a:cubicBezTo>
                  <a:pt x="8506" y="6"/>
                  <a:pt x="8519" y="16"/>
                  <a:pt x="8526" y="32"/>
                </a:cubicBezTo>
                <a:lnTo>
                  <a:pt x="8518" y="35"/>
                </a:lnTo>
                <a:cubicBezTo>
                  <a:pt x="8512" y="22"/>
                  <a:pt x="8502" y="14"/>
                  <a:pt x="8487" y="10"/>
                </a:cubicBezTo>
                <a:lnTo>
                  <a:pt x="8489" y="2"/>
                </a:lnTo>
                <a:moveTo>
                  <a:pt x="8531" y="65"/>
                </a:moveTo>
                <a:lnTo>
                  <a:pt x="8531" y="109"/>
                </a:lnTo>
                <a:lnTo>
                  <a:pt x="8522" y="109"/>
                </a:lnTo>
                <a:lnTo>
                  <a:pt x="8522" y="65"/>
                </a:lnTo>
                <a:lnTo>
                  <a:pt x="8531" y="65"/>
                </a:lnTo>
                <a:moveTo>
                  <a:pt x="8531" y="140"/>
                </a:moveTo>
                <a:lnTo>
                  <a:pt x="8531" y="185"/>
                </a:lnTo>
                <a:lnTo>
                  <a:pt x="8522" y="185"/>
                </a:lnTo>
                <a:lnTo>
                  <a:pt x="8522" y="140"/>
                </a:lnTo>
                <a:lnTo>
                  <a:pt x="8531" y="140"/>
                </a:lnTo>
                <a:moveTo>
                  <a:pt x="8531" y="216"/>
                </a:moveTo>
                <a:lnTo>
                  <a:pt x="8531" y="261"/>
                </a:lnTo>
                <a:lnTo>
                  <a:pt x="8522" y="261"/>
                </a:lnTo>
                <a:lnTo>
                  <a:pt x="8522" y="216"/>
                </a:lnTo>
                <a:lnTo>
                  <a:pt x="8531" y="216"/>
                </a:lnTo>
                <a:moveTo>
                  <a:pt x="8531" y="292"/>
                </a:moveTo>
                <a:lnTo>
                  <a:pt x="8531" y="337"/>
                </a:lnTo>
                <a:lnTo>
                  <a:pt x="8522" y="337"/>
                </a:lnTo>
                <a:lnTo>
                  <a:pt x="8522" y="292"/>
                </a:lnTo>
                <a:lnTo>
                  <a:pt x="8531" y="292"/>
                </a:lnTo>
                <a:moveTo>
                  <a:pt x="8531" y="369"/>
                </a:moveTo>
                <a:lnTo>
                  <a:pt x="8531" y="413"/>
                </a:lnTo>
                <a:lnTo>
                  <a:pt x="8522" y="413"/>
                </a:lnTo>
                <a:lnTo>
                  <a:pt x="8522" y="369"/>
                </a:lnTo>
                <a:lnTo>
                  <a:pt x="8531" y="369"/>
                </a:lnTo>
                <a:moveTo>
                  <a:pt x="8531" y="445"/>
                </a:moveTo>
                <a:lnTo>
                  <a:pt x="8531" y="489"/>
                </a:lnTo>
                <a:lnTo>
                  <a:pt x="8522" y="489"/>
                </a:lnTo>
                <a:lnTo>
                  <a:pt x="8522" y="445"/>
                </a:lnTo>
                <a:lnTo>
                  <a:pt x="8531" y="445"/>
                </a:lnTo>
                <a:moveTo>
                  <a:pt x="8531" y="521"/>
                </a:moveTo>
                <a:lnTo>
                  <a:pt x="8531" y="565"/>
                </a:lnTo>
                <a:lnTo>
                  <a:pt x="8522" y="565"/>
                </a:lnTo>
                <a:lnTo>
                  <a:pt x="8522" y="521"/>
                </a:lnTo>
                <a:lnTo>
                  <a:pt x="8531" y="521"/>
                </a:lnTo>
                <a:moveTo>
                  <a:pt x="8531" y="596"/>
                </a:moveTo>
                <a:lnTo>
                  <a:pt x="8531" y="641"/>
                </a:lnTo>
                <a:lnTo>
                  <a:pt x="8522" y="641"/>
                </a:lnTo>
                <a:lnTo>
                  <a:pt x="8522" y="596"/>
                </a:lnTo>
                <a:lnTo>
                  <a:pt x="8531" y="596"/>
                </a:lnTo>
                <a:moveTo>
                  <a:pt x="8531" y="672"/>
                </a:moveTo>
                <a:lnTo>
                  <a:pt x="8531" y="717"/>
                </a:lnTo>
                <a:lnTo>
                  <a:pt x="8522" y="717"/>
                </a:lnTo>
                <a:lnTo>
                  <a:pt x="8522" y="672"/>
                </a:lnTo>
                <a:lnTo>
                  <a:pt x="8531" y="672"/>
                </a:lnTo>
                <a:moveTo>
                  <a:pt x="8531" y="748"/>
                </a:moveTo>
                <a:lnTo>
                  <a:pt x="8531" y="792"/>
                </a:lnTo>
                <a:lnTo>
                  <a:pt x="8522" y="792"/>
                </a:lnTo>
                <a:lnTo>
                  <a:pt x="8522" y="748"/>
                </a:lnTo>
                <a:lnTo>
                  <a:pt x="8531" y="748"/>
                </a:lnTo>
                <a:moveTo>
                  <a:pt x="8531" y="824"/>
                </a:moveTo>
                <a:lnTo>
                  <a:pt x="8531" y="840"/>
                </a:lnTo>
                <a:cubicBezTo>
                  <a:pt x="8531" y="850"/>
                  <a:pt x="8528" y="860"/>
                  <a:pt x="8523" y="869"/>
                </a:cubicBezTo>
                <a:lnTo>
                  <a:pt x="8515" y="864"/>
                </a:lnTo>
                <a:cubicBezTo>
                  <a:pt x="8520" y="857"/>
                  <a:pt x="8522" y="849"/>
                  <a:pt x="8522" y="840"/>
                </a:cubicBezTo>
                <a:lnTo>
                  <a:pt x="8522" y="824"/>
                </a:lnTo>
                <a:lnTo>
                  <a:pt x="8531" y="824"/>
                </a:lnTo>
                <a:moveTo>
                  <a:pt x="8496" y="891"/>
                </a:moveTo>
                <a:cubicBezTo>
                  <a:pt x="8490" y="893"/>
                  <a:pt x="8483" y="895"/>
                  <a:pt x="8476" y="895"/>
                </a:cubicBezTo>
                <a:lnTo>
                  <a:pt x="8451" y="895"/>
                </a:lnTo>
                <a:lnTo>
                  <a:pt x="8451" y="886"/>
                </a:lnTo>
                <a:lnTo>
                  <a:pt x="8476" y="886"/>
                </a:lnTo>
                <a:cubicBezTo>
                  <a:pt x="8482" y="886"/>
                  <a:pt x="8487" y="885"/>
                  <a:pt x="8493" y="883"/>
                </a:cubicBezTo>
                <a:lnTo>
                  <a:pt x="8496" y="891"/>
                </a:lnTo>
                <a:moveTo>
                  <a:pt x="8419" y="895"/>
                </a:moveTo>
                <a:lnTo>
                  <a:pt x="8375" y="895"/>
                </a:lnTo>
                <a:lnTo>
                  <a:pt x="8375" y="886"/>
                </a:lnTo>
                <a:lnTo>
                  <a:pt x="8419" y="886"/>
                </a:lnTo>
                <a:lnTo>
                  <a:pt x="8419" y="895"/>
                </a:lnTo>
                <a:moveTo>
                  <a:pt x="8343" y="895"/>
                </a:moveTo>
                <a:lnTo>
                  <a:pt x="8299" y="895"/>
                </a:lnTo>
                <a:lnTo>
                  <a:pt x="8299" y="886"/>
                </a:lnTo>
                <a:lnTo>
                  <a:pt x="8343" y="886"/>
                </a:lnTo>
                <a:lnTo>
                  <a:pt x="8343" y="895"/>
                </a:lnTo>
                <a:moveTo>
                  <a:pt x="8267" y="895"/>
                </a:moveTo>
                <a:lnTo>
                  <a:pt x="8223" y="895"/>
                </a:lnTo>
                <a:lnTo>
                  <a:pt x="8223" y="886"/>
                </a:lnTo>
                <a:lnTo>
                  <a:pt x="8267" y="886"/>
                </a:lnTo>
                <a:lnTo>
                  <a:pt x="8267" y="895"/>
                </a:lnTo>
                <a:moveTo>
                  <a:pt x="8191" y="895"/>
                </a:moveTo>
                <a:lnTo>
                  <a:pt x="8147" y="895"/>
                </a:lnTo>
                <a:lnTo>
                  <a:pt x="8147" y="886"/>
                </a:lnTo>
                <a:lnTo>
                  <a:pt x="8191" y="886"/>
                </a:lnTo>
                <a:lnTo>
                  <a:pt x="8191" y="895"/>
                </a:lnTo>
                <a:moveTo>
                  <a:pt x="8115" y="895"/>
                </a:moveTo>
                <a:lnTo>
                  <a:pt x="8071" y="895"/>
                </a:lnTo>
                <a:lnTo>
                  <a:pt x="8071" y="886"/>
                </a:lnTo>
                <a:lnTo>
                  <a:pt x="8115" y="886"/>
                </a:lnTo>
                <a:lnTo>
                  <a:pt x="8115" y="895"/>
                </a:lnTo>
                <a:moveTo>
                  <a:pt x="8039" y="895"/>
                </a:moveTo>
                <a:lnTo>
                  <a:pt x="7995" y="895"/>
                </a:lnTo>
                <a:lnTo>
                  <a:pt x="7995" y="886"/>
                </a:lnTo>
                <a:lnTo>
                  <a:pt x="8039" y="886"/>
                </a:lnTo>
                <a:lnTo>
                  <a:pt x="8039" y="895"/>
                </a:lnTo>
                <a:moveTo>
                  <a:pt x="7963" y="895"/>
                </a:moveTo>
                <a:lnTo>
                  <a:pt x="7919" y="895"/>
                </a:lnTo>
                <a:lnTo>
                  <a:pt x="7919" y="886"/>
                </a:lnTo>
                <a:lnTo>
                  <a:pt x="7963" y="886"/>
                </a:lnTo>
                <a:lnTo>
                  <a:pt x="7963" y="895"/>
                </a:lnTo>
                <a:moveTo>
                  <a:pt x="7887" y="895"/>
                </a:moveTo>
                <a:lnTo>
                  <a:pt x="7843" y="895"/>
                </a:lnTo>
                <a:lnTo>
                  <a:pt x="7843" y="886"/>
                </a:lnTo>
                <a:lnTo>
                  <a:pt x="7887" y="886"/>
                </a:lnTo>
                <a:lnTo>
                  <a:pt x="7887" y="895"/>
                </a:lnTo>
                <a:moveTo>
                  <a:pt x="7811" y="895"/>
                </a:moveTo>
                <a:lnTo>
                  <a:pt x="7767" y="895"/>
                </a:lnTo>
                <a:lnTo>
                  <a:pt x="7767" y="886"/>
                </a:lnTo>
                <a:lnTo>
                  <a:pt x="7811" y="886"/>
                </a:lnTo>
                <a:lnTo>
                  <a:pt x="7811" y="895"/>
                </a:lnTo>
                <a:moveTo>
                  <a:pt x="7735" y="895"/>
                </a:moveTo>
                <a:lnTo>
                  <a:pt x="7691" y="895"/>
                </a:lnTo>
                <a:lnTo>
                  <a:pt x="7691" y="886"/>
                </a:lnTo>
                <a:lnTo>
                  <a:pt x="7735" y="886"/>
                </a:lnTo>
                <a:lnTo>
                  <a:pt x="7735" y="895"/>
                </a:lnTo>
                <a:moveTo>
                  <a:pt x="7659" y="895"/>
                </a:moveTo>
                <a:lnTo>
                  <a:pt x="7615" y="895"/>
                </a:lnTo>
                <a:lnTo>
                  <a:pt x="7615" y="886"/>
                </a:lnTo>
                <a:lnTo>
                  <a:pt x="7659" y="886"/>
                </a:lnTo>
                <a:lnTo>
                  <a:pt x="7659" y="895"/>
                </a:lnTo>
                <a:moveTo>
                  <a:pt x="7583" y="895"/>
                </a:moveTo>
                <a:lnTo>
                  <a:pt x="7539" y="895"/>
                </a:lnTo>
                <a:lnTo>
                  <a:pt x="7539" y="886"/>
                </a:lnTo>
                <a:lnTo>
                  <a:pt x="7583" y="886"/>
                </a:lnTo>
                <a:lnTo>
                  <a:pt x="7583" y="895"/>
                </a:lnTo>
                <a:moveTo>
                  <a:pt x="7507" y="895"/>
                </a:moveTo>
                <a:lnTo>
                  <a:pt x="7463" y="895"/>
                </a:lnTo>
                <a:lnTo>
                  <a:pt x="7463" y="886"/>
                </a:lnTo>
                <a:lnTo>
                  <a:pt x="7507" y="886"/>
                </a:lnTo>
                <a:lnTo>
                  <a:pt x="7507" y="895"/>
                </a:lnTo>
                <a:moveTo>
                  <a:pt x="7431" y="895"/>
                </a:moveTo>
                <a:lnTo>
                  <a:pt x="7387" y="895"/>
                </a:lnTo>
                <a:lnTo>
                  <a:pt x="7387" y="886"/>
                </a:lnTo>
                <a:lnTo>
                  <a:pt x="7431" y="886"/>
                </a:lnTo>
                <a:lnTo>
                  <a:pt x="7431" y="895"/>
                </a:lnTo>
                <a:moveTo>
                  <a:pt x="7355" y="895"/>
                </a:moveTo>
                <a:lnTo>
                  <a:pt x="7311" y="895"/>
                </a:lnTo>
                <a:lnTo>
                  <a:pt x="7311" y="886"/>
                </a:lnTo>
                <a:lnTo>
                  <a:pt x="7355" y="886"/>
                </a:lnTo>
                <a:lnTo>
                  <a:pt x="7355" y="895"/>
                </a:lnTo>
                <a:moveTo>
                  <a:pt x="7279" y="895"/>
                </a:moveTo>
                <a:lnTo>
                  <a:pt x="7235" y="895"/>
                </a:lnTo>
                <a:lnTo>
                  <a:pt x="7235" y="886"/>
                </a:lnTo>
                <a:lnTo>
                  <a:pt x="7279" y="886"/>
                </a:lnTo>
                <a:lnTo>
                  <a:pt x="7279" y="895"/>
                </a:lnTo>
                <a:moveTo>
                  <a:pt x="7203" y="895"/>
                </a:moveTo>
                <a:lnTo>
                  <a:pt x="7159" y="895"/>
                </a:lnTo>
                <a:lnTo>
                  <a:pt x="7159" y="886"/>
                </a:lnTo>
                <a:lnTo>
                  <a:pt x="7203" y="886"/>
                </a:lnTo>
                <a:lnTo>
                  <a:pt x="7203" y="895"/>
                </a:lnTo>
                <a:moveTo>
                  <a:pt x="7127" y="895"/>
                </a:moveTo>
                <a:lnTo>
                  <a:pt x="7083" y="895"/>
                </a:lnTo>
                <a:lnTo>
                  <a:pt x="7083" y="886"/>
                </a:lnTo>
                <a:lnTo>
                  <a:pt x="7127" y="886"/>
                </a:lnTo>
                <a:lnTo>
                  <a:pt x="7127" y="895"/>
                </a:lnTo>
                <a:moveTo>
                  <a:pt x="7051" y="895"/>
                </a:moveTo>
                <a:lnTo>
                  <a:pt x="7007" y="895"/>
                </a:lnTo>
                <a:lnTo>
                  <a:pt x="7007" y="886"/>
                </a:lnTo>
                <a:lnTo>
                  <a:pt x="7051" y="886"/>
                </a:lnTo>
                <a:lnTo>
                  <a:pt x="7051" y="895"/>
                </a:lnTo>
                <a:moveTo>
                  <a:pt x="6975" y="895"/>
                </a:moveTo>
                <a:lnTo>
                  <a:pt x="6931" y="895"/>
                </a:lnTo>
                <a:lnTo>
                  <a:pt x="6931" y="886"/>
                </a:lnTo>
                <a:lnTo>
                  <a:pt x="6975" y="886"/>
                </a:lnTo>
                <a:lnTo>
                  <a:pt x="6975" y="895"/>
                </a:lnTo>
                <a:moveTo>
                  <a:pt x="6900" y="895"/>
                </a:moveTo>
                <a:lnTo>
                  <a:pt x="6855" y="895"/>
                </a:lnTo>
                <a:lnTo>
                  <a:pt x="6855" y="886"/>
                </a:lnTo>
                <a:lnTo>
                  <a:pt x="6900" y="886"/>
                </a:lnTo>
                <a:lnTo>
                  <a:pt x="6900" y="895"/>
                </a:lnTo>
                <a:moveTo>
                  <a:pt x="6824" y="895"/>
                </a:moveTo>
                <a:lnTo>
                  <a:pt x="6779" y="895"/>
                </a:lnTo>
                <a:lnTo>
                  <a:pt x="6779" y="886"/>
                </a:lnTo>
                <a:lnTo>
                  <a:pt x="6824" y="886"/>
                </a:lnTo>
                <a:lnTo>
                  <a:pt x="6824" y="895"/>
                </a:lnTo>
                <a:moveTo>
                  <a:pt x="6748" y="895"/>
                </a:moveTo>
                <a:lnTo>
                  <a:pt x="6703" y="895"/>
                </a:lnTo>
                <a:lnTo>
                  <a:pt x="6703" y="886"/>
                </a:lnTo>
                <a:lnTo>
                  <a:pt x="6748" y="886"/>
                </a:lnTo>
                <a:lnTo>
                  <a:pt x="6748" y="895"/>
                </a:lnTo>
                <a:moveTo>
                  <a:pt x="6672" y="895"/>
                </a:moveTo>
                <a:lnTo>
                  <a:pt x="6627" y="895"/>
                </a:lnTo>
                <a:lnTo>
                  <a:pt x="6627" y="886"/>
                </a:lnTo>
                <a:lnTo>
                  <a:pt x="6672" y="886"/>
                </a:lnTo>
                <a:lnTo>
                  <a:pt x="6672" y="895"/>
                </a:lnTo>
                <a:moveTo>
                  <a:pt x="6596" y="895"/>
                </a:moveTo>
                <a:lnTo>
                  <a:pt x="6551" y="895"/>
                </a:lnTo>
                <a:lnTo>
                  <a:pt x="6551" y="886"/>
                </a:lnTo>
                <a:lnTo>
                  <a:pt x="6596" y="886"/>
                </a:lnTo>
                <a:lnTo>
                  <a:pt x="6596" y="895"/>
                </a:lnTo>
                <a:moveTo>
                  <a:pt x="6520" y="895"/>
                </a:moveTo>
                <a:lnTo>
                  <a:pt x="6475" y="895"/>
                </a:lnTo>
                <a:lnTo>
                  <a:pt x="6475" y="886"/>
                </a:lnTo>
                <a:lnTo>
                  <a:pt x="6520" y="886"/>
                </a:lnTo>
                <a:lnTo>
                  <a:pt x="6520" y="895"/>
                </a:lnTo>
                <a:moveTo>
                  <a:pt x="6444" y="895"/>
                </a:moveTo>
                <a:lnTo>
                  <a:pt x="6399" y="895"/>
                </a:lnTo>
                <a:lnTo>
                  <a:pt x="6399" y="886"/>
                </a:lnTo>
                <a:lnTo>
                  <a:pt x="6444" y="886"/>
                </a:lnTo>
                <a:lnTo>
                  <a:pt x="6444" y="895"/>
                </a:lnTo>
                <a:moveTo>
                  <a:pt x="6368" y="895"/>
                </a:moveTo>
                <a:lnTo>
                  <a:pt x="6323" y="895"/>
                </a:lnTo>
                <a:lnTo>
                  <a:pt x="6323" y="886"/>
                </a:lnTo>
                <a:lnTo>
                  <a:pt x="6368" y="886"/>
                </a:lnTo>
                <a:lnTo>
                  <a:pt x="6368" y="895"/>
                </a:lnTo>
                <a:moveTo>
                  <a:pt x="6292" y="895"/>
                </a:moveTo>
                <a:lnTo>
                  <a:pt x="6247" y="895"/>
                </a:lnTo>
                <a:lnTo>
                  <a:pt x="6247" y="886"/>
                </a:lnTo>
                <a:lnTo>
                  <a:pt x="6292" y="886"/>
                </a:lnTo>
                <a:lnTo>
                  <a:pt x="6292" y="895"/>
                </a:lnTo>
                <a:moveTo>
                  <a:pt x="6216" y="895"/>
                </a:moveTo>
                <a:lnTo>
                  <a:pt x="6172" y="895"/>
                </a:lnTo>
                <a:lnTo>
                  <a:pt x="6172" y="886"/>
                </a:lnTo>
                <a:lnTo>
                  <a:pt x="6216" y="886"/>
                </a:lnTo>
                <a:lnTo>
                  <a:pt x="6216" y="895"/>
                </a:lnTo>
                <a:moveTo>
                  <a:pt x="6140" y="895"/>
                </a:moveTo>
                <a:lnTo>
                  <a:pt x="6096" y="895"/>
                </a:lnTo>
                <a:lnTo>
                  <a:pt x="6096" y="886"/>
                </a:lnTo>
                <a:lnTo>
                  <a:pt x="6140" y="886"/>
                </a:lnTo>
                <a:lnTo>
                  <a:pt x="6140" y="895"/>
                </a:lnTo>
                <a:moveTo>
                  <a:pt x="6064" y="895"/>
                </a:moveTo>
                <a:lnTo>
                  <a:pt x="6020" y="895"/>
                </a:lnTo>
                <a:lnTo>
                  <a:pt x="6020" y="886"/>
                </a:lnTo>
                <a:lnTo>
                  <a:pt x="6064" y="886"/>
                </a:lnTo>
                <a:lnTo>
                  <a:pt x="6064" y="895"/>
                </a:lnTo>
                <a:moveTo>
                  <a:pt x="5988" y="895"/>
                </a:moveTo>
                <a:lnTo>
                  <a:pt x="5944" y="895"/>
                </a:lnTo>
                <a:lnTo>
                  <a:pt x="5944" y="886"/>
                </a:lnTo>
                <a:lnTo>
                  <a:pt x="5988" y="886"/>
                </a:lnTo>
                <a:lnTo>
                  <a:pt x="5988" y="895"/>
                </a:lnTo>
                <a:moveTo>
                  <a:pt x="5912" y="895"/>
                </a:moveTo>
                <a:lnTo>
                  <a:pt x="5868" y="895"/>
                </a:lnTo>
                <a:lnTo>
                  <a:pt x="5868" y="886"/>
                </a:lnTo>
                <a:lnTo>
                  <a:pt x="5912" y="886"/>
                </a:lnTo>
                <a:lnTo>
                  <a:pt x="5912" y="895"/>
                </a:lnTo>
                <a:moveTo>
                  <a:pt x="5836" y="895"/>
                </a:moveTo>
                <a:lnTo>
                  <a:pt x="5792" y="895"/>
                </a:lnTo>
                <a:lnTo>
                  <a:pt x="5792" y="886"/>
                </a:lnTo>
                <a:lnTo>
                  <a:pt x="5836" y="886"/>
                </a:lnTo>
                <a:lnTo>
                  <a:pt x="5836" y="895"/>
                </a:lnTo>
                <a:moveTo>
                  <a:pt x="5760" y="895"/>
                </a:moveTo>
                <a:lnTo>
                  <a:pt x="5716" y="895"/>
                </a:lnTo>
                <a:lnTo>
                  <a:pt x="5716" y="886"/>
                </a:lnTo>
                <a:lnTo>
                  <a:pt x="5760" y="886"/>
                </a:lnTo>
                <a:lnTo>
                  <a:pt x="5760" y="895"/>
                </a:lnTo>
                <a:moveTo>
                  <a:pt x="5684" y="895"/>
                </a:moveTo>
                <a:lnTo>
                  <a:pt x="5640" y="895"/>
                </a:lnTo>
                <a:lnTo>
                  <a:pt x="5640" y="886"/>
                </a:lnTo>
                <a:lnTo>
                  <a:pt x="5684" y="886"/>
                </a:lnTo>
                <a:lnTo>
                  <a:pt x="5684" y="895"/>
                </a:lnTo>
                <a:moveTo>
                  <a:pt x="5608" y="895"/>
                </a:moveTo>
                <a:lnTo>
                  <a:pt x="5564" y="895"/>
                </a:lnTo>
                <a:lnTo>
                  <a:pt x="5564" y="886"/>
                </a:lnTo>
                <a:lnTo>
                  <a:pt x="5608" y="886"/>
                </a:lnTo>
                <a:lnTo>
                  <a:pt x="5608" y="895"/>
                </a:lnTo>
                <a:moveTo>
                  <a:pt x="5532" y="895"/>
                </a:moveTo>
                <a:lnTo>
                  <a:pt x="5488" y="895"/>
                </a:lnTo>
                <a:lnTo>
                  <a:pt x="5488" y="886"/>
                </a:lnTo>
                <a:lnTo>
                  <a:pt x="5532" y="886"/>
                </a:lnTo>
                <a:lnTo>
                  <a:pt x="5532" y="895"/>
                </a:lnTo>
                <a:moveTo>
                  <a:pt x="5456" y="895"/>
                </a:moveTo>
                <a:lnTo>
                  <a:pt x="5412" y="895"/>
                </a:lnTo>
                <a:lnTo>
                  <a:pt x="5412" y="886"/>
                </a:lnTo>
                <a:lnTo>
                  <a:pt x="5456" y="886"/>
                </a:lnTo>
                <a:lnTo>
                  <a:pt x="5456" y="895"/>
                </a:lnTo>
                <a:moveTo>
                  <a:pt x="5380" y="895"/>
                </a:moveTo>
                <a:lnTo>
                  <a:pt x="5336" y="895"/>
                </a:lnTo>
                <a:lnTo>
                  <a:pt x="5336" y="886"/>
                </a:lnTo>
                <a:lnTo>
                  <a:pt x="5380" y="886"/>
                </a:lnTo>
                <a:lnTo>
                  <a:pt x="5380" y="895"/>
                </a:lnTo>
                <a:moveTo>
                  <a:pt x="5304" y="895"/>
                </a:moveTo>
                <a:lnTo>
                  <a:pt x="5260" y="895"/>
                </a:lnTo>
                <a:lnTo>
                  <a:pt x="5260" y="886"/>
                </a:lnTo>
                <a:lnTo>
                  <a:pt x="5304" y="886"/>
                </a:lnTo>
                <a:lnTo>
                  <a:pt x="5304" y="895"/>
                </a:lnTo>
                <a:moveTo>
                  <a:pt x="5228" y="895"/>
                </a:moveTo>
                <a:lnTo>
                  <a:pt x="5184" y="895"/>
                </a:lnTo>
                <a:lnTo>
                  <a:pt x="5184" y="886"/>
                </a:lnTo>
                <a:lnTo>
                  <a:pt x="5228" y="886"/>
                </a:lnTo>
                <a:lnTo>
                  <a:pt x="5228" y="895"/>
                </a:lnTo>
                <a:moveTo>
                  <a:pt x="5152" y="895"/>
                </a:moveTo>
                <a:lnTo>
                  <a:pt x="5108" y="895"/>
                </a:lnTo>
                <a:lnTo>
                  <a:pt x="5108" y="886"/>
                </a:lnTo>
                <a:lnTo>
                  <a:pt x="5152" y="886"/>
                </a:lnTo>
                <a:lnTo>
                  <a:pt x="5152" y="895"/>
                </a:lnTo>
                <a:moveTo>
                  <a:pt x="5076" y="895"/>
                </a:moveTo>
                <a:lnTo>
                  <a:pt x="5032" y="895"/>
                </a:lnTo>
                <a:lnTo>
                  <a:pt x="5032" y="886"/>
                </a:lnTo>
                <a:lnTo>
                  <a:pt x="5076" y="886"/>
                </a:lnTo>
                <a:lnTo>
                  <a:pt x="5076" y="895"/>
                </a:lnTo>
                <a:moveTo>
                  <a:pt x="5000" y="895"/>
                </a:moveTo>
                <a:lnTo>
                  <a:pt x="4956" y="895"/>
                </a:lnTo>
                <a:lnTo>
                  <a:pt x="4956" y="886"/>
                </a:lnTo>
                <a:lnTo>
                  <a:pt x="5000" y="886"/>
                </a:lnTo>
                <a:lnTo>
                  <a:pt x="5000" y="895"/>
                </a:lnTo>
                <a:moveTo>
                  <a:pt x="4924" y="895"/>
                </a:moveTo>
                <a:lnTo>
                  <a:pt x="4880" y="895"/>
                </a:lnTo>
                <a:lnTo>
                  <a:pt x="4880" y="886"/>
                </a:lnTo>
                <a:lnTo>
                  <a:pt x="4924" y="886"/>
                </a:lnTo>
                <a:lnTo>
                  <a:pt x="4924" y="895"/>
                </a:lnTo>
                <a:moveTo>
                  <a:pt x="4848" y="895"/>
                </a:moveTo>
                <a:lnTo>
                  <a:pt x="4804" y="895"/>
                </a:lnTo>
                <a:lnTo>
                  <a:pt x="4804" y="886"/>
                </a:lnTo>
                <a:lnTo>
                  <a:pt x="4848" y="886"/>
                </a:lnTo>
                <a:lnTo>
                  <a:pt x="4848" y="895"/>
                </a:lnTo>
                <a:moveTo>
                  <a:pt x="4772" y="895"/>
                </a:moveTo>
                <a:lnTo>
                  <a:pt x="4728" y="895"/>
                </a:lnTo>
                <a:lnTo>
                  <a:pt x="4728" y="886"/>
                </a:lnTo>
                <a:lnTo>
                  <a:pt x="4772" y="886"/>
                </a:lnTo>
                <a:lnTo>
                  <a:pt x="4772" y="895"/>
                </a:lnTo>
                <a:moveTo>
                  <a:pt x="4696" y="895"/>
                </a:moveTo>
                <a:lnTo>
                  <a:pt x="4652" y="895"/>
                </a:lnTo>
                <a:lnTo>
                  <a:pt x="4652" y="886"/>
                </a:lnTo>
                <a:lnTo>
                  <a:pt x="4696" y="886"/>
                </a:lnTo>
                <a:lnTo>
                  <a:pt x="4696" y="895"/>
                </a:lnTo>
                <a:moveTo>
                  <a:pt x="4621" y="895"/>
                </a:moveTo>
                <a:lnTo>
                  <a:pt x="4576" y="895"/>
                </a:lnTo>
                <a:lnTo>
                  <a:pt x="4576" y="886"/>
                </a:lnTo>
                <a:lnTo>
                  <a:pt x="4621" y="886"/>
                </a:lnTo>
                <a:lnTo>
                  <a:pt x="4621" y="895"/>
                </a:lnTo>
                <a:moveTo>
                  <a:pt x="4545" y="895"/>
                </a:moveTo>
                <a:lnTo>
                  <a:pt x="4500" y="895"/>
                </a:lnTo>
                <a:lnTo>
                  <a:pt x="4500" y="886"/>
                </a:lnTo>
                <a:lnTo>
                  <a:pt x="4545" y="886"/>
                </a:lnTo>
                <a:lnTo>
                  <a:pt x="4545" y="895"/>
                </a:lnTo>
                <a:moveTo>
                  <a:pt x="4469" y="895"/>
                </a:moveTo>
                <a:lnTo>
                  <a:pt x="4424" y="895"/>
                </a:lnTo>
                <a:lnTo>
                  <a:pt x="4424" y="886"/>
                </a:lnTo>
                <a:lnTo>
                  <a:pt x="4469" y="886"/>
                </a:lnTo>
                <a:lnTo>
                  <a:pt x="4469" y="895"/>
                </a:lnTo>
                <a:moveTo>
                  <a:pt x="4393" y="895"/>
                </a:moveTo>
                <a:lnTo>
                  <a:pt x="4348" y="895"/>
                </a:lnTo>
                <a:lnTo>
                  <a:pt x="4348" y="886"/>
                </a:lnTo>
                <a:lnTo>
                  <a:pt x="4393" y="886"/>
                </a:lnTo>
                <a:lnTo>
                  <a:pt x="4393" y="895"/>
                </a:lnTo>
                <a:moveTo>
                  <a:pt x="4317" y="895"/>
                </a:moveTo>
                <a:lnTo>
                  <a:pt x="4272" y="895"/>
                </a:lnTo>
                <a:lnTo>
                  <a:pt x="4272" y="886"/>
                </a:lnTo>
                <a:lnTo>
                  <a:pt x="4317" y="886"/>
                </a:lnTo>
                <a:lnTo>
                  <a:pt x="4317" y="895"/>
                </a:lnTo>
                <a:moveTo>
                  <a:pt x="4241" y="895"/>
                </a:moveTo>
                <a:lnTo>
                  <a:pt x="4196" y="895"/>
                </a:lnTo>
                <a:lnTo>
                  <a:pt x="4196" y="886"/>
                </a:lnTo>
                <a:lnTo>
                  <a:pt x="4241" y="886"/>
                </a:lnTo>
                <a:lnTo>
                  <a:pt x="4241" y="895"/>
                </a:lnTo>
                <a:moveTo>
                  <a:pt x="4165" y="895"/>
                </a:moveTo>
                <a:lnTo>
                  <a:pt x="4120" y="895"/>
                </a:lnTo>
                <a:lnTo>
                  <a:pt x="4120" y="886"/>
                </a:lnTo>
                <a:lnTo>
                  <a:pt x="4165" y="886"/>
                </a:lnTo>
                <a:lnTo>
                  <a:pt x="4165" y="895"/>
                </a:lnTo>
                <a:moveTo>
                  <a:pt x="4089" y="895"/>
                </a:moveTo>
                <a:lnTo>
                  <a:pt x="4044" y="895"/>
                </a:lnTo>
                <a:lnTo>
                  <a:pt x="4044" y="886"/>
                </a:lnTo>
                <a:lnTo>
                  <a:pt x="4089" y="886"/>
                </a:lnTo>
                <a:lnTo>
                  <a:pt x="4089" y="895"/>
                </a:lnTo>
                <a:moveTo>
                  <a:pt x="4013" y="895"/>
                </a:moveTo>
                <a:lnTo>
                  <a:pt x="3968" y="895"/>
                </a:lnTo>
                <a:lnTo>
                  <a:pt x="3968" y="886"/>
                </a:lnTo>
                <a:lnTo>
                  <a:pt x="4013" y="886"/>
                </a:lnTo>
                <a:lnTo>
                  <a:pt x="4013" y="895"/>
                </a:lnTo>
                <a:moveTo>
                  <a:pt x="3937" y="895"/>
                </a:moveTo>
                <a:lnTo>
                  <a:pt x="3893" y="895"/>
                </a:lnTo>
                <a:lnTo>
                  <a:pt x="3893" y="886"/>
                </a:lnTo>
                <a:lnTo>
                  <a:pt x="3937" y="886"/>
                </a:lnTo>
                <a:lnTo>
                  <a:pt x="3937" y="895"/>
                </a:lnTo>
                <a:moveTo>
                  <a:pt x="3861" y="895"/>
                </a:moveTo>
                <a:lnTo>
                  <a:pt x="3817" y="895"/>
                </a:lnTo>
                <a:lnTo>
                  <a:pt x="3817" y="886"/>
                </a:lnTo>
                <a:lnTo>
                  <a:pt x="3861" y="886"/>
                </a:lnTo>
                <a:lnTo>
                  <a:pt x="3861" y="895"/>
                </a:lnTo>
                <a:moveTo>
                  <a:pt x="3785" y="895"/>
                </a:moveTo>
                <a:lnTo>
                  <a:pt x="3741" y="895"/>
                </a:lnTo>
                <a:lnTo>
                  <a:pt x="3741" y="886"/>
                </a:lnTo>
                <a:lnTo>
                  <a:pt x="3785" y="886"/>
                </a:lnTo>
                <a:lnTo>
                  <a:pt x="3785" y="895"/>
                </a:lnTo>
                <a:moveTo>
                  <a:pt x="3709" y="895"/>
                </a:moveTo>
                <a:lnTo>
                  <a:pt x="3665" y="895"/>
                </a:lnTo>
                <a:lnTo>
                  <a:pt x="3665" y="886"/>
                </a:lnTo>
                <a:lnTo>
                  <a:pt x="3709" y="886"/>
                </a:lnTo>
                <a:lnTo>
                  <a:pt x="3709" y="895"/>
                </a:lnTo>
                <a:moveTo>
                  <a:pt x="3633" y="895"/>
                </a:moveTo>
                <a:lnTo>
                  <a:pt x="3589" y="895"/>
                </a:lnTo>
                <a:lnTo>
                  <a:pt x="3589" y="886"/>
                </a:lnTo>
                <a:lnTo>
                  <a:pt x="3633" y="886"/>
                </a:lnTo>
                <a:lnTo>
                  <a:pt x="3633" y="895"/>
                </a:lnTo>
                <a:moveTo>
                  <a:pt x="3557" y="895"/>
                </a:moveTo>
                <a:lnTo>
                  <a:pt x="3513" y="895"/>
                </a:lnTo>
                <a:lnTo>
                  <a:pt x="3513" y="886"/>
                </a:lnTo>
                <a:lnTo>
                  <a:pt x="3557" y="886"/>
                </a:lnTo>
                <a:lnTo>
                  <a:pt x="3557" y="895"/>
                </a:lnTo>
                <a:moveTo>
                  <a:pt x="3481" y="895"/>
                </a:moveTo>
                <a:lnTo>
                  <a:pt x="3437" y="895"/>
                </a:lnTo>
                <a:lnTo>
                  <a:pt x="3437" y="886"/>
                </a:lnTo>
                <a:lnTo>
                  <a:pt x="3481" y="886"/>
                </a:lnTo>
                <a:lnTo>
                  <a:pt x="3481" y="895"/>
                </a:lnTo>
                <a:moveTo>
                  <a:pt x="3405" y="895"/>
                </a:moveTo>
                <a:lnTo>
                  <a:pt x="3361" y="895"/>
                </a:lnTo>
                <a:lnTo>
                  <a:pt x="3361" y="886"/>
                </a:lnTo>
                <a:lnTo>
                  <a:pt x="3405" y="886"/>
                </a:lnTo>
                <a:lnTo>
                  <a:pt x="3405" y="895"/>
                </a:lnTo>
                <a:moveTo>
                  <a:pt x="3329" y="895"/>
                </a:moveTo>
                <a:lnTo>
                  <a:pt x="3285" y="895"/>
                </a:lnTo>
                <a:lnTo>
                  <a:pt x="3285" y="886"/>
                </a:lnTo>
                <a:lnTo>
                  <a:pt x="3329" y="886"/>
                </a:lnTo>
                <a:lnTo>
                  <a:pt x="3329" y="895"/>
                </a:lnTo>
                <a:moveTo>
                  <a:pt x="3253" y="895"/>
                </a:moveTo>
                <a:lnTo>
                  <a:pt x="3209" y="895"/>
                </a:lnTo>
                <a:lnTo>
                  <a:pt x="3209" y="886"/>
                </a:lnTo>
                <a:lnTo>
                  <a:pt x="3253" y="886"/>
                </a:lnTo>
                <a:lnTo>
                  <a:pt x="3253" y="895"/>
                </a:lnTo>
                <a:moveTo>
                  <a:pt x="3177" y="895"/>
                </a:moveTo>
                <a:lnTo>
                  <a:pt x="3133" y="895"/>
                </a:lnTo>
                <a:lnTo>
                  <a:pt x="3133" y="886"/>
                </a:lnTo>
                <a:lnTo>
                  <a:pt x="3177" y="886"/>
                </a:lnTo>
                <a:lnTo>
                  <a:pt x="3177" y="895"/>
                </a:lnTo>
                <a:moveTo>
                  <a:pt x="3101" y="895"/>
                </a:moveTo>
                <a:lnTo>
                  <a:pt x="3057" y="895"/>
                </a:lnTo>
                <a:lnTo>
                  <a:pt x="3057" y="886"/>
                </a:lnTo>
                <a:lnTo>
                  <a:pt x="3101" y="886"/>
                </a:lnTo>
                <a:lnTo>
                  <a:pt x="3101" y="895"/>
                </a:lnTo>
                <a:moveTo>
                  <a:pt x="3025" y="895"/>
                </a:moveTo>
                <a:lnTo>
                  <a:pt x="2981" y="895"/>
                </a:lnTo>
                <a:lnTo>
                  <a:pt x="2981" y="886"/>
                </a:lnTo>
                <a:lnTo>
                  <a:pt x="3025" y="886"/>
                </a:lnTo>
                <a:lnTo>
                  <a:pt x="3025" y="895"/>
                </a:lnTo>
                <a:moveTo>
                  <a:pt x="2949" y="895"/>
                </a:moveTo>
                <a:lnTo>
                  <a:pt x="2905" y="895"/>
                </a:lnTo>
                <a:lnTo>
                  <a:pt x="2905" y="886"/>
                </a:lnTo>
                <a:lnTo>
                  <a:pt x="2949" y="886"/>
                </a:lnTo>
                <a:lnTo>
                  <a:pt x="2949" y="895"/>
                </a:lnTo>
                <a:moveTo>
                  <a:pt x="2873" y="895"/>
                </a:moveTo>
                <a:lnTo>
                  <a:pt x="2829" y="895"/>
                </a:lnTo>
                <a:lnTo>
                  <a:pt x="2829" y="886"/>
                </a:lnTo>
                <a:lnTo>
                  <a:pt x="2873" y="886"/>
                </a:lnTo>
                <a:lnTo>
                  <a:pt x="2873" y="895"/>
                </a:lnTo>
                <a:moveTo>
                  <a:pt x="2797" y="895"/>
                </a:moveTo>
                <a:lnTo>
                  <a:pt x="2753" y="895"/>
                </a:lnTo>
                <a:lnTo>
                  <a:pt x="2753" y="886"/>
                </a:lnTo>
                <a:lnTo>
                  <a:pt x="2797" y="886"/>
                </a:lnTo>
                <a:lnTo>
                  <a:pt x="2797" y="895"/>
                </a:lnTo>
                <a:moveTo>
                  <a:pt x="2721" y="895"/>
                </a:moveTo>
                <a:lnTo>
                  <a:pt x="2677" y="895"/>
                </a:lnTo>
                <a:lnTo>
                  <a:pt x="2677" y="886"/>
                </a:lnTo>
                <a:lnTo>
                  <a:pt x="2721" y="886"/>
                </a:lnTo>
                <a:lnTo>
                  <a:pt x="2721" y="895"/>
                </a:lnTo>
                <a:moveTo>
                  <a:pt x="2645" y="895"/>
                </a:moveTo>
                <a:lnTo>
                  <a:pt x="2601" y="895"/>
                </a:lnTo>
                <a:lnTo>
                  <a:pt x="2601" y="886"/>
                </a:lnTo>
                <a:lnTo>
                  <a:pt x="2645" y="886"/>
                </a:lnTo>
                <a:lnTo>
                  <a:pt x="2645" y="895"/>
                </a:lnTo>
                <a:moveTo>
                  <a:pt x="2569" y="895"/>
                </a:moveTo>
                <a:lnTo>
                  <a:pt x="2525" y="895"/>
                </a:lnTo>
                <a:lnTo>
                  <a:pt x="2525" y="886"/>
                </a:lnTo>
                <a:lnTo>
                  <a:pt x="2569" y="886"/>
                </a:lnTo>
                <a:lnTo>
                  <a:pt x="2569" y="895"/>
                </a:lnTo>
                <a:moveTo>
                  <a:pt x="2493" y="895"/>
                </a:moveTo>
                <a:lnTo>
                  <a:pt x="2449" y="895"/>
                </a:lnTo>
                <a:lnTo>
                  <a:pt x="2449" y="886"/>
                </a:lnTo>
                <a:lnTo>
                  <a:pt x="2493" y="886"/>
                </a:lnTo>
                <a:lnTo>
                  <a:pt x="2493" y="895"/>
                </a:lnTo>
                <a:moveTo>
                  <a:pt x="2417" y="895"/>
                </a:moveTo>
                <a:lnTo>
                  <a:pt x="2373" y="895"/>
                </a:lnTo>
                <a:lnTo>
                  <a:pt x="2373" y="886"/>
                </a:lnTo>
                <a:lnTo>
                  <a:pt x="2417" y="886"/>
                </a:lnTo>
                <a:lnTo>
                  <a:pt x="2417" y="895"/>
                </a:lnTo>
                <a:moveTo>
                  <a:pt x="2342" y="895"/>
                </a:moveTo>
                <a:lnTo>
                  <a:pt x="2297" y="895"/>
                </a:lnTo>
                <a:lnTo>
                  <a:pt x="2297" y="886"/>
                </a:lnTo>
                <a:lnTo>
                  <a:pt x="2342" y="886"/>
                </a:lnTo>
                <a:lnTo>
                  <a:pt x="2342" y="895"/>
                </a:lnTo>
                <a:moveTo>
                  <a:pt x="2266" y="895"/>
                </a:moveTo>
                <a:lnTo>
                  <a:pt x="2221" y="895"/>
                </a:lnTo>
                <a:lnTo>
                  <a:pt x="2221" y="886"/>
                </a:lnTo>
                <a:lnTo>
                  <a:pt x="2266" y="886"/>
                </a:lnTo>
                <a:lnTo>
                  <a:pt x="2266" y="895"/>
                </a:lnTo>
                <a:moveTo>
                  <a:pt x="2190" y="895"/>
                </a:moveTo>
                <a:lnTo>
                  <a:pt x="2145" y="895"/>
                </a:lnTo>
                <a:lnTo>
                  <a:pt x="2145" y="886"/>
                </a:lnTo>
                <a:lnTo>
                  <a:pt x="2190" y="886"/>
                </a:lnTo>
                <a:lnTo>
                  <a:pt x="2190" y="895"/>
                </a:lnTo>
                <a:moveTo>
                  <a:pt x="2114" y="895"/>
                </a:moveTo>
                <a:lnTo>
                  <a:pt x="2069" y="895"/>
                </a:lnTo>
                <a:lnTo>
                  <a:pt x="2069" y="886"/>
                </a:lnTo>
                <a:lnTo>
                  <a:pt x="2114" y="886"/>
                </a:lnTo>
                <a:lnTo>
                  <a:pt x="2114" y="895"/>
                </a:lnTo>
                <a:moveTo>
                  <a:pt x="2038" y="895"/>
                </a:moveTo>
                <a:lnTo>
                  <a:pt x="1993" y="895"/>
                </a:lnTo>
                <a:lnTo>
                  <a:pt x="1993" y="886"/>
                </a:lnTo>
                <a:lnTo>
                  <a:pt x="2038" y="886"/>
                </a:lnTo>
                <a:lnTo>
                  <a:pt x="2038" y="895"/>
                </a:lnTo>
                <a:moveTo>
                  <a:pt x="1962" y="895"/>
                </a:moveTo>
                <a:lnTo>
                  <a:pt x="1917" y="895"/>
                </a:lnTo>
                <a:lnTo>
                  <a:pt x="1917" y="886"/>
                </a:lnTo>
                <a:lnTo>
                  <a:pt x="1962" y="886"/>
                </a:lnTo>
                <a:lnTo>
                  <a:pt x="1962" y="895"/>
                </a:lnTo>
                <a:moveTo>
                  <a:pt x="1886" y="895"/>
                </a:moveTo>
                <a:lnTo>
                  <a:pt x="1841" y="895"/>
                </a:lnTo>
                <a:lnTo>
                  <a:pt x="1841" y="886"/>
                </a:lnTo>
                <a:lnTo>
                  <a:pt x="1886" y="886"/>
                </a:lnTo>
                <a:lnTo>
                  <a:pt x="1886" y="895"/>
                </a:lnTo>
                <a:moveTo>
                  <a:pt x="1810" y="895"/>
                </a:moveTo>
                <a:lnTo>
                  <a:pt x="1765" y="895"/>
                </a:lnTo>
                <a:lnTo>
                  <a:pt x="1765" y="886"/>
                </a:lnTo>
                <a:lnTo>
                  <a:pt x="1810" y="886"/>
                </a:lnTo>
                <a:lnTo>
                  <a:pt x="1810" y="895"/>
                </a:lnTo>
                <a:moveTo>
                  <a:pt x="1734" y="895"/>
                </a:moveTo>
                <a:lnTo>
                  <a:pt x="1689" y="895"/>
                </a:lnTo>
                <a:lnTo>
                  <a:pt x="1689" y="886"/>
                </a:lnTo>
                <a:lnTo>
                  <a:pt x="1734" y="886"/>
                </a:lnTo>
                <a:lnTo>
                  <a:pt x="1734" y="895"/>
                </a:lnTo>
                <a:moveTo>
                  <a:pt x="1657" y="895"/>
                </a:moveTo>
                <a:lnTo>
                  <a:pt x="1613" y="895"/>
                </a:lnTo>
                <a:lnTo>
                  <a:pt x="1613" y="886"/>
                </a:lnTo>
                <a:lnTo>
                  <a:pt x="1657" y="886"/>
                </a:lnTo>
                <a:lnTo>
                  <a:pt x="1657" y="895"/>
                </a:lnTo>
                <a:moveTo>
                  <a:pt x="1581" y="895"/>
                </a:moveTo>
                <a:lnTo>
                  <a:pt x="1537" y="895"/>
                </a:lnTo>
                <a:lnTo>
                  <a:pt x="1537" y="886"/>
                </a:lnTo>
                <a:lnTo>
                  <a:pt x="1581" y="886"/>
                </a:lnTo>
                <a:lnTo>
                  <a:pt x="1581" y="895"/>
                </a:lnTo>
                <a:moveTo>
                  <a:pt x="1505" y="895"/>
                </a:moveTo>
                <a:lnTo>
                  <a:pt x="1461" y="895"/>
                </a:lnTo>
                <a:lnTo>
                  <a:pt x="1461" y="886"/>
                </a:lnTo>
                <a:lnTo>
                  <a:pt x="1505" y="886"/>
                </a:lnTo>
                <a:lnTo>
                  <a:pt x="1505" y="895"/>
                </a:lnTo>
                <a:moveTo>
                  <a:pt x="1429" y="895"/>
                </a:moveTo>
                <a:lnTo>
                  <a:pt x="1385" y="895"/>
                </a:lnTo>
                <a:lnTo>
                  <a:pt x="1385" y="886"/>
                </a:lnTo>
                <a:lnTo>
                  <a:pt x="1429" y="886"/>
                </a:lnTo>
                <a:lnTo>
                  <a:pt x="1429" y="895"/>
                </a:lnTo>
                <a:moveTo>
                  <a:pt x="1353" y="895"/>
                </a:moveTo>
                <a:lnTo>
                  <a:pt x="1309" y="895"/>
                </a:lnTo>
                <a:lnTo>
                  <a:pt x="1309" y="886"/>
                </a:lnTo>
                <a:lnTo>
                  <a:pt x="1353" y="886"/>
                </a:lnTo>
                <a:lnTo>
                  <a:pt x="1353" y="895"/>
                </a:lnTo>
                <a:moveTo>
                  <a:pt x="1277" y="895"/>
                </a:moveTo>
                <a:lnTo>
                  <a:pt x="1233" y="895"/>
                </a:lnTo>
                <a:lnTo>
                  <a:pt x="1233" y="886"/>
                </a:lnTo>
                <a:lnTo>
                  <a:pt x="1277" y="886"/>
                </a:lnTo>
                <a:lnTo>
                  <a:pt x="1277" y="895"/>
                </a:lnTo>
                <a:moveTo>
                  <a:pt x="1201" y="895"/>
                </a:moveTo>
                <a:lnTo>
                  <a:pt x="1157" y="895"/>
                </a:lnTo>
                <a:lnTo>
                  <a:pt x="1157" y="886"/>
                </a:lnTo>
                <a:lnTo>
                  <a:pt x="1201" y="886"/>
                </a:lnTo>
                <a:lnTo>
                  <a:pt x="1201" y="895"/>
                </a:lnTo>
                <a:moveTo>
                  <a:pt x="1125" y="895"/>
                </a:moveTo>
                <a:lnTo>
                  <a:pt x="1081" y="895"/>
                </a:lnTo>
                <a:lnTo>
                  <a:pt x="1081" y="886"/>
                </a:lnTo>
                <a:lnTo>
                  <a:pt x="1125" y="886"/>
                </a:lnTo>
                <a:lnTo>
                  <a:pt x="1125" y="895"/>
                </a:lnTo>
                <a:moveTo>
                  <a:pt x="1049" y="895"/>
                </a:moveTo>
                <a:lnTo>
                  <a:pt x="1005" y="895"/>
                </a:lnTo>
                <a:lnTo>
                  <a:pt x="1005" y="886"/>
                </a:lnTo>
                <a:lnTo>
                  <a:pt x="1049" y="886"/>
                </a:lnTo>
                <a:lnTo>
                  <a:pt x="1049" y="895"/>
                </a:lnTo>
                <a:moveTo>
                  <a:pt x="973" y="895"/>
                </a:moveTo>
                <a:lnTo>
                  <a:pt x="929" y="895"/>
                </a:lnTo>
                <a:lnTo>
                  <a:pt x="929" y="886"/>
                </a:lnTo>
                <a:lnTo>
                  <a:pt x="973" y="886"/>
                </a:lnTo>
                <a:lnTo>
                  <a:pt x="973" y="895"/>
                </a:lnTo>
                <a:moveTo>
                  <a:pt x="897" y="895"/>
                </a:moveTo>
                <a:lnTo>
                  <a:pt x="853" y="895"/>
                </a:lnTo>
                <a:lnTo>
                  <a:pt x="853" y="886"/>
                </a:lnTo>
                <a:lnTo>
                  <a:pt x="897" y="886"/>
                </a:lnTo>
                <a:lnTo>
                  <a:pt x="897" y="895"/>
                </a:lnTo>
                <a:moveTo>
                  <a:pt x="821" y="895"/>
                </a:moveTo>
                <a:lnTo>
                  <a:pt x="777" y="895"/>
                </a:lnTo>
                <a:lnTo>
                  <a:pt x="777" y="886"/>
                </a:lnTo>
                <a:lnTo>
                  <a:pt x="821" y="886"/>
                </a:lnTo>
                <a:lnTo>
                  <a:pt x="821" y="895"/>
                </a:lnTo>
                <a:moveTo>
                  <a:pt x="745" y="895"/>
                </a:moveTo>
                <a:lnTo>
                  <a:pt x="701" y="895"/>
                </a:lnTo>
                <a:lnTo>
                  <a:pt x="701" y="886"/>
                </a:lnTo>
                <a:lnTo>
                  <a:pt x="745" y="886"/>
                </a:lnTo>
                <a:lnTo>
                  <a:pt x="745" y="895"/>
                </a:lnTo>
                <a:moveTo>
                  <a:pt x="669" y="895"/>
                </a:moveTo>
                <a:lnTo>
                  <a:pt x="625" y="895"/>
                </a:lnTo>
                <a:lnTo>
                  <a:pt x="625" y="886"/>
                </a:lnTo>
                <a:lnTo>
                  <a:pt x="669" y="886"/>
                </a:lnTo>
                <a:lnTo>
                  <a:pt x="669" y="895"/>
                </a:lnTo>
                <a:moveTo>
                  <a:pt x="593" y="895"/>
                </a:moveTo>
                <a:lnTo>
                  <a:pt x="549" y="895"/>
                </a:lnTo>
                <a:lnTo>
                  <a:pt x="549" y="886"/>
                </a:lnTo>
                <a:lnTo>
                  <a:pt x="593" y="886"/>
                </a:lnTo>
                <a:lnTo>
                  <a:pt x="593" y="895"/>
                </a:lnTo>
                <a:moveTo>
                  <a:pt x="517" y="895"/>
                </a:moveTo>
                <a:lnTo>
                  <a:pt x="473" y="895"/>
                </a:lnTo>
                <a:lnTo>
                  <a:pt x="473" y="886"/>
                </a:lnTo>
                <a:lnTo>
                  <a:pt x="517" y="886"/>
                </a:lnTo>
                <a:lnTo>
                  <a:pt x="517" y="895"/>
                </a:lnTo>
                <a:moveTo>
                  <a:pt x="441" y="895"/>
                </a:moveTo>
                <a:lnTo>
                  <a:pt x="397" y="895"/>
                </a:lnTo>
                <a:lnTo>
                  <a:pt x="397" y="886"/>
                </a:lnTo>
                <a:lnTo>
                  <a:pt x="441" y="886"/>
                </a:lnTo>
                <a:lnTo>
                  <a:pt x="441" y="895"/>
                </a:lnTo>
                <a:moveTo>
                  <a:pt x="365" y="895"/>
                </a:moveTo>
                <a:lnTo>
                  <a:pt x="321" y="895"/>
                </a:lnTo>
                <a:lnTo>
                  <a:pt x="321" y="886"/>
                </a:lnTo>
                <a:lnTo>
                  <a:pt x="365" y="886"/>
                </a:lnTo>
                <a:lnTo>
                  <a:pt x="365" y="895"/>
                </a:lnTo>
                <a:moveTo>
                  <a:pt x="289" y="895"/>
                </a:moveTo>
                <a:lnTo>
                  <a:pt x="245" y="895"/>
                </a:lnTo>
                <a:lnTo>
                  <a:pt x="245" y="886"/>
                </a:lnTo>
                <a:lnTo>
                  <a:pt x="289" y="886"/>
                </a:lnTo>
                <a:lnTo>
                  <a:pt x="289" y="895"/>
                </a:lnTo>
                <a:moveTo>
                  <a:pt x="213" y="895"/>
                </a:moveTo>
                <a:lnTo>
                  <a:pt x="169" y="895"/>
                </a:lnTo>
                <a:lnTo>
                  <a:pt x="169" y="886"/>
                </a:lnTo>
                <a:lnTo>
                  <a:pt x="213" y="886"/>
                </a:lnTo>
                <a:lnTo>
                  <a:pt x="213" y="895"/>
                </a:lnTo>
                <a:moveTo>
                  <a:pt x="137" y="895"/>
                </a:moveTo>
                <a:lnTo>
                  <a:pt x="93" y="895"/>
                </a:lnTo>
                <a:lnTo>
                  <a:pt x="93" y="886"/>
                </a:lnTo>
                <a:lnTo>
                  <a:pt x="137" y="886"/>
                </a:lnTo>
                <a:lnTo>
                  <a:pt x="137" y="895"/>
                </a:lnTo>
                <a:moveTo>
                  <a:pt x="62" y="895"/>
                </a:moveTo>
                <a:lnTo>
                  <a:pt x="55" y="895"/>
                </a:lnTo>
                <a:cubicBezTo>
                  <a:pt x="41" y="895"/>
                  <a:pt x="28" y="890"/>
                  <a:pt x="17" y="880"/>
                </a:cubicBezTo>
                <a:lnTo>
                  <a:pt x="24" y="873"/>
                </a:lnTo>
                <a:cubicBezTo>
                  <a:pt x="33" y="882"/>
                  <a:pt x="43" y="886"/>
                  <a:pt x="55" y="886"/>
                </a:cubicBezTo>
                <a:lnTo>
                  <a:pt x="62" y="886"/>
                </a:lnTo>
                <a:lnTo>
                  <a:pt x="62" y="895"/>
                </a:lnTo>
                <a:moveTo>
                  <a:pt x="1" y="849"/>
                </a:moveTo>
                <a:cubicBezTo>
                  <a:pt x="1" y="846"/>
                  <a:pt x="0" y="843"/>
                  <a:pt x="0" y="840"/>
                </a:cubicBezTo>
                <a:lnTo>
                  <a:pt x="0" y="805"/>
                </a:lnTo>
                <a:lnTo>
                  <a:pt x="9" y="805"/>
                </a:lnTo>
                <a:lnTo>
                  <a:pt x="9" y="840"/>
                </a:lnTo>
                <a:cubicBezTo>
                  <a:pt x="9" y="842"/>
                  <a:pt x="9" y="845"/>
                  <a:pt x="10" y="848"/>
                </a:cubicBezTo>
                <a:lnTo>
                  <a:pt x="1" y="849"/>
                </a:lnTo>
                <a:moveTo>
                  <a:pt x="0" y="773"/>
                </a:moveTo>
                <a:lnTo>
                  <a:pt x="0" y="729"/>
                </a:lnTo>
                <a:lnTo>
                  <a:pt x="9" y="729"/>
                </a:lnTo>
                <a:lnTo>
                  <a:pt x="9" y="773"/>
                </a:lnTo>
                <a:lnTo>
                  <a:pt x="0" y="773"/>
                </a:lnTo>
                <a:moveTo>
                  <a:pt x="0" y="697"/>
                </a:moveTo>
                <a:lnTo>
                  <a:pt x="0" y="653"/>
                </a:lnTo>
                <a:lnTo>
                  <a:pt x="9" y="653"/>
                </a:lnTo>
                <a:lnTo>
                  <a:pt x="9" y="697"/>
                </a:lnTo>
                <a:lnTo>
                  <a:pt x="0" y="697"/>
                </a:lnTo>
                <a:moveTo>
                  <a:pt x="0" y="621"/>
                </a:moveTo>
                <a:lnTo>
                  <a:pt x="0" y="577"/>
                </a:lnTo>
                <a:lnTo>
                  <a:pt x="9" y="577"/>
                </a:lnTo>
                <a:lnTo>
                  <a:pt x="9" y="621"/>
                </a:lnTo>
                <a:lnTo>
                  <a:pt x="0" y="621"/>
                </a:lnTo>
                <a:moveTo>
                  <a:pt x="0" y="546"/>
                </a:moveTo>
                <a:lnTo>
                  <a:pt x="0" y="501"/>
                </a:lnTo>
                <a:lnTo>
                  <a:pt x="9" y="501"/>
                </a:lnTo>
                <a:lnTo>
                  <a:pt x="9" y="546"/>
                </a:lnTo>
                <a:lnTo>
                  <a:pt x="0" y="546"/>
                </a:lnTo>
                <a:moveTo>
                  <a:pt x="0" y="470"/>
                </a:moveTo>
                <a:lnTo>
                  <a:pt x="0" y="425"/>
                </a:lnTo>
                <a:lnTo>
                  <a:pt x="9" y="425"/>
                </a:lnTo>
                <a:lnTo>
                  <a:pt x="9" y="470"/>
                </a:lnTo>
                <a:lnTo>
                  <a:pt x="0" y="470"/>
                </a:lnTo>
                <a:moveTo>
                  <a:pt x="0" y="394"/>
                </a:moveTo>
                <a:lnTo>
                  <a:pt x="0" y="350"/>
                </a:lnTo>
                <a:lnTo>
                  <a:pt x="9" y="350"/>
                </a:lnTo>
                <a:lnTo>
                  <a:pt x="9" y="394"/>
                </a:lnTo>
                <a:lnTo>
                  <a:pt x="0" y="394"/>
                </a:lnTo>
                <a:moveTo>
                  <a:pt x="0" y="318"/>
                </a:moveTo>
                <a:lnTo>
                  <a:pt x="0" y="273"/>
                </a:lnTo>
                <a:lnTo>
                  <a:pt x="9" y="273"/>
                </a:lnTo>
                <a:lnTo>
                  <a:pt x="9" y="318"/>
                </a:lnTo>
                <a:lnTo>
                  <a:pt x="0" y="318"/>
                </a:lnTo>
                <a:moveTo>
                  <a:pt x="0" y="241"/>
                </a:moveTo>
                <a:lnTo>
                  <a:pt x="0" y="197"/>
                </a:lnTo>
                <a:lnTo>
                  <a:pt x="9" y="197"/>
                </a:lnTo>
                <a:lnTo>
                  <a:pt x="9" y="241"/>
                </a:lnTo>
                <a:lnTo>
                  <a:pt x="0" y="241"/>
                </a:lnTo>
                <a:moveTo>
                  <a:pt x="0" y="165"/>
                </a:moveTo>
                <a:lnTo>
                  <a:pt x="0" y="121"/>
                </a:lnTo>
                <a:lnTo>
                  <a:pt x="9" y="121"/>
                </a:lnTo>
                <a:lnTo>
                  <a:pt x="9" y="165"/>
                </a:lnTo>
                <a:lnTo>
                  <a:pt x="0" y="165"/>
                </a:lnTo>
                <a:moveTo>
                  <a:pt x="0" y="89"/>
                </a:moveTo>
                <a:lnTo>
                  <a:pt x="0" y="55"/>
                </a:lnTo>
                <a:cubicBezTo>
                  <a:pt x="0" y="52"/>
                  <a:pt x="1" y="48"/>
                  <a:pt x="1" y="45"/>
                </a:cubicBezTo>
                <a:lnTo>
                  <a:pt x="10" y="46"/>
                </a:lnTo>
                <a:cubicBezTo>
                  <a:pt x="9" y="49"/>
                  <a:pt x="9" y="52"/>
                  <a:pt x="9" y="55"/>
                </a:cubicBezTo>
                <a:lnTo>
                  <a:pt x="9" y="89"/>
                </a:lnTo>
                <a:lnTo>
                  <a:pt x="0" y="89"/>
                </a:lnTo>
                <a:moveTo>
                  <a:pt x="18" y="15"/>
                </a:moveTo>
                <a:cubicBezTo>
                  <a:pt x="29" y="5"/>
                  <a:pt x="41" y="0"/>
                  <a:pt x="55" y="0"/>
                </a:cubicBezTo>
                <a:lnTo>
                  <a:pt x="100" y="0"/>
                </a:lnTo>
                <a:lnTo>
                  <a:pt x="100" y="9"/>
                </a:lnTo>
                <a:lnTo>
                  <a:pt x="55" y="9"/>
                </a:lnTo>
                <a:cubicBezTo>
                  <a:pt x="43" y="9"/>
                  <a:pt x="33" y="13"/>
                  <a:pt x="24" y="21"/>
                </a:cubicBezTo>
                <a:lnTo>
                  <a:pt x="18" y="15"/>
                </a:lnTo>
                <a:close/>
              </a:path>
            </a:pathLst>
          </a:custGeom>
          <a:solidFill>
            <a:srgbClr val="9aa5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904920" y="688680"/>
            <a:ext cx="366480" cy="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90" spc="-1" strike="noStrike">
                <a:solidFill>
                  <a:srgbClr val="5b6663"/>
                </a:solidFill>
                <a:latin typeface="DejaVuSans"/>
                <a:ea typeface="DejaVuSans"/>
              </a:rPr>
              <a:t>Planning elementen</a:t>
            </a:r>
            <a:endParaRPr b="0" lang="en-US" sz="2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" name=""/>
          <p:cNvSpPr/>
          <p:nvPr/>
        </p:nvSpPr>
        <p:spPr>
          <a:xfrm>
            <a:off x="4217040" y="3716640"/>
            <a:ext cx="1657080" cy="357480"/>
          </a:xfrm>
          <a:custGeom>
            <a:avLst/>
            <a:gdLst/>
            <a:ahLst/>
            <a:rect l="0" t="0" r="r" b="b"/>
            <a:pathLst>
              <a:path w="4603" h="993">
                <a:moveTo>
                  <a:pt x="50" y="0"/>
                </a:moveTo>
                <a:lnTo>
                  <a:pt x="4552" y="0"/>
                </a:lnTo>
                <a:cubicBezTo>
                  <a:pt x="4559" y="0"/>
                  <a:pt x="4566" y="1"/>
                  <a:pt x="4572" y="4"/>
                </a:cubicBezTo>
                <a:cubicBezTo>
                  <a:pt x="4578" y="7"/>
                  <a:pt x="4584" y="10"/>
                  <a:pt x="4588" y="15"/>
                </a:cubicBezTo>
                <a:cubicBezTo>
                  <a:pt x="4593" y="20"/>
                  <a:pt x="4597" y="25"/>
                  <a:pt x="4599" y="31"/>
                </a:cubicBezTo>
                <a:cubicBezTo>
                  <a:pt x="4602" y="37"/>
                  <a:pt x="4603" y="44"/>
                  <a:pt x="4603" y="51"/>
                </a:cubicBezTo>
                <a:lnTo>
                  <a:pt x="4603" y="943"/>
                </a:lnTo>
                <a:cubicBezTo>
                  <a:pt x="4603" y="950"/>
                  <a:pt x="4602" y="956"/>
                  <a:pt x="4599" y="962"/>
                </a:cubicBezTo>
                <a:cubicBezTo>
                  <a:pt x="4597" y="968"/>
                  <a:pt x="4593" y="974"/>
                  <a:pt x="4588" y="979"/>
                </a:cubicBezTo>
                <a:cubicBezTo>
                  <a:pt x="4584" y="983"/>
                  <a:pt x="4578" y="987"/>
                  <a:pt x="4572" y="990"/>
                </a:cubicBezTo>
                <a:cubicBezTo>
                  <a:pt x="4566" y="992"/>
                  <a:pt x="4559" y="993"/>
                  <a:pt x="4552" y="993"/>
                </a:cubicBezTo>
                <a:lnTo>
                  <a:pt x="50" y="993"/>
                </a:lnTo>
                <a:cubicBezTo>
                  <a:pt x="44" y="993"/>
                  <a:pt x="37" y="992"/>
                  <a:pt x="31" y="990"/>
                </a:cubicBezTo>
                <a:cubicBezTo>
                  <a:pt x="25" y="987"/>
                  <a:pt x="19" y="983"/>
                  <a:pt x="15" y="979"/>
                </a:cubicBezTo>
                <a:cubicBezTo>
                  <a:pt x="10" y="974"/>
                  <a:pt x="6" y="968"/>
                  <a:pt x="4" y="962"/>
                </a:cubicBezTo>
                <a:cubicBezTo>
                  <a:pt x="1" y="956"/>
                  <a:pt x="0" y="950"/>
                  <a:pt x="0" y="943"/>
                </a:cubicBezTo>
                <a:lnTo>
                  <a:pt x="0" y="51"/>
                </a:lnTo>
                <a:cubicBezTo>
                  <a:pt x="0" y="44"/>
                  <a:pt x="1" y="37"/>
                  <a:pt x="4" y="31"/>
                </a:cubicBezTo>
                <a:cubicBezTo>
                  <a:pt x="6" y="25"/>
                  <a:pt x="10" y="20"/>
                  <a:pt x="15" y="15"/>
                </a:cubicBezTo>
                <a:cubicBezTo>
                  <a:pt x="19" y="10"/>
                  <a:pt x="25" y="7"/>
                  <a:pt x="31" y="4"/>
                </a:cubicBezTo>
                <a:cubicBezTo>
                  <a:pt x="37" y="1"/>
                  <a:pt x="44" y="0"/>
                  <a:pt x="50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" name=""/>
          <p:cNvSpPr/>
          <p:nvPr/>
        </p:nvSpPr>
        <p:spPr>
          <a:xfrm>
            <a:off x="4215240" y="3715200"/>
            <a:ext cx="1660680" cy="360720"/>
          </a:xfrm>
          <a:custGeom>
            <a:avLst/>
            <a:gdLst/>
            <a:ahLst/>
            <a:rect l="0" t="0" r="r" b="b"/>
            <a:pathLst>
              <a:path w="4613" h="1002">
                <a:moveTo>
                  <a:pt x="131" y="0"/>
                </a:moveTo>
                <a:lnTo>
                  <a:pt x="176" y="0"/>
                </a:lnTo>
                <a:lnTo>
                  <a:pt x="176" y="9"/>
                </a:lnTo>
                <a:lnTo>
                  <a:pt x="131" y="9"/>
                </a:lnTo>
                <a:lnTo>
                  <a:pt x="131" y="0"/>
                </a:lnTo>
                <a:moveTo>
                  <a:pt x="207" y="0"/>
                </a:moveTo>
                <a:lnTo>
                  <a:pt x="252" y="0"/>
                </a:lnTo>
                <a:lnTo>
                  <a:pt x="252" y="9"/>
                </a:lnTo>
                <a:lnTo>
                  <a:pt x="207" y="9"/>
                </a:lnTo>
                <a:lnTo>
                  <a:pt x="207" y="0"/>
                </a:lnTo>
                <a:moveTo>
                  <a:pt x="283" y="0"/>
                </a:moveTo>
                <a:lnTo>
                  <a:pt x="328" y="0"/>
                </a:lnTo>
                <a:lnTo>
                  <a:pt x="328" y="9"/>
                </a:lnTo>
                <a:lnTo>
                  <a:pt x="283" y="9"/>
                </a:lnTo>
                <a:lnTo>
                  <a:pt x="283" y="0"/>
                </a:lnTo>
                <a:moveTo>
                  <a:pt x="359" y="0"/>
                </a:moveTo>
                <a:lnTo>
                  <a:pt x="404" y="0"/>
                </a:lnTo>
                <a:lnTo>
                  <a:pt x="404" y="9"/>
                </a:lnTo>
                <a:lnTo>
                  <a:pt x="359" y="9"/>
                </a:lnTo>
                <a:lnTo>
                  <a:pt x="359" y="0"/>
                </a:lnTo>
                <a:moveTo>
                  <a:pt x="435" y="0"/>
                </a:moveTo>
                <a:lnTo>
                  <a:pt x="480" y="0"/>
                </a:lnTo>
                <a:lnTo>
                  <a:pt x="480" y="9"/>
                </a:lnTo>
                <a:lnTo>
                  <a:pt x="435" y="9"/>
                </a:lnTo>
                <a:lnTo>
                  <a:pt x="435" y="0"/>
                </a:lnTo>
                <a:moveTo>
                  <a:pt x="511" y="0"/>
                </a:moveTo>
                <a:lnTo>
                  <a:pt x="556" y="0"/>
                </a:lnTo>
                <a:lnTo>
                  <a:pt x="556" y="9"/>
                </a:lnTo>
                <a:lnTo>
                  <a:pt x="511" y="9"/>
                </a:lnTo>
                <a:lnTo>
                  <a:pt x="511" y="0"/>
                </a:lnTo>
                <a:moveTo>
                  <a:pt x="587" y="0"/>
                </a:moveTo>
                <a:lnTo>
                  <a:pt x="632" y="0"/>
                </a:lnTo>
                <a:lnTo>
                  <a:pt x="632" y="9"/>
                </a:lnTo>
                <a:lnTo>
                  <a:pt x="587" y="9"/>
                </a:lnTo>
                <a:lnTo>
                  <a:pt x="587" y="0"/>
                </a:lnTo>
                <a:moveTo>
                  <a:pt x="663" y="0"/>
                </a:moveTo>
                <a:lnTo>
                  <a:pt x="707" y="0"/>
                </a:lnTo>
                <a:lnTo>
                  <a:pt x="707" y="9"/>
                </a:lnTo>
                <a:lnTo>
                  <a:pt x="663" y="9"/>
                </a:lnTo>
                <a:lnTo>
                  <a:pt x="663" y="0"/>
                </a:lnTo>
                <a:moveTo>
                  <a:pt x="739" y="0"/>
                </a:moveTo>
                <a:lnTo>
                  <a:pt x="783" y="0"/>
                </a:lnTo>
                <a:lnTo>
                  <a:pt x="783" y="9"/>
                </a:lnTo>
                <a:lnTo>
                  <a:pt x="739" y="9"/>
                </a:lnTo>
                <a:lnTo>
                  <a:pt x="739" y="0"/>
                </a:lnTo>
                <a:moveTo>
                  <a:pt x="815" y="0"/>
                </a:moveTo>
                <a:lnTo>
                  <a:pt x="859" y="0"/>
                </a:lnTo>
                <a:lnTo>
                  <a:pt x="859" y="9"/>
                </a:lnTo>
                <a:lnTo>
                  <a:pt x="815" y="9"/>
                </a:lnTo>
                <a:lnTo>
                  <a:pt x="815" y="0"/>
                </a:lnTo>
                <a:moveTo>
                  <a:pt x="891" y="0"/>
                </a:moveTo>
                <a:lnTo>
                  <a:pt x="935" y="0"/>
                </a:lnTo>
                <a:lnTo>
                  <a:pt x="935" y="9"/>
                </a:lnTo>
                <a:lnTo>
                  <a:pt x="891" y="9"/>
                </a:lnTo>
                <a:lnTo>
                  <a:pt x="891" y="0"/>
                </a:lnTo>
                <a:moveTo>
                  <a:pt x="967" y="0"/>
                </a:moveTo>
                <a:lnTo>
                  <a:pt x="1011" y="0"/>
                </a:lnTo>
                <a:lnTo>
                  <a:pt x="1011" y="9"/>
                </a:lnTo>
                <a:lnTo>
                  <a:pt x="967" y="9"/>
                </a:lnTo>
                <a:lnTo>
                  <a:pt x="967" y="0"/>
                </a:lnTo>
                <a:moveTo>
                  <a:pt x="1043" y="0"/>
                </a:moveTo>
                <a:lnTo>
                  <a:pt x="1087" y="0"/>
                </a:lnTo>
                <a:lnTo>
                  <a:pt x="1087" y="9"/>
                </a:lnTo>
                <a:lnTo>
                  <a:pt x="1043" y="9"/>
                </a:lnTo>
                <a:lnTo>
                  <a:pt x="1043" y="0"/>
                </a:lnTo>
                <a:moveTo>
                  <a:pt x="1119" y="0"/>
                </a:moveTo>
                <a:lnTo>
                  <a:pt x="1163" y="0"/>
                </a:lnTo>
                <a:lnTo>
                  <a:pt x="1163" y="9"/>
                </a:lnTo>
                <a:lnTo>
                  <a:pt x="1119" y="9"/>
                </a:lnTo>
                <a:lnTo>
                  <a:pt x="1119" y="0"/>
                </a:lnTo>
                <a:moveTo>
                  <a:pt x="1195" y="0"/>
                </a:moveTo>
                <a:lnTo>
                  <a:pt x="1239" y="0"/>
                </a:lnTo>
                <a:lnTo>
                  <a:pt x="1239" y="9"/>
                </a:lnTo>
                <a:lnTo>
                  <a:pt x="1195" y="9"/>
                </a:lnTo>
                <a:lnTo>
                  <a:pt x="1195" y="0"/>
                </a:lnTo>
                <a:moveTo>
                  <a:pt x="1271" y="0"/>
                </a:moveTo>
                <a:lnTo>
                  <a:pt x="1315" y="0"/>
                </a:lnTo>
                <a:lnTo>
                  <a:pt x="1315" y="9"/>
                </a:lnTo>
                <a:lnTo>
                  <a:pt x="1271" y="9"/>
                </a:lnTo>
                <a:lnTo>
                  <a:pt x="1271" y="0"/>
                </a:lnTo>
                <a:moveTo>
                  <a:pt x="1347" y="0"/>
                </a:moveTo>
                <a:lnTo>
                  <a:pt x="1391" y="0"/>
                </a:lnTo>
                <a:lnTo>
                  <a:pt x="1391" y="9"/>
                </a:lnTo>
                <a:lnTo>
                  <a:pt x="1347" y="9"/>
                </a:lnTo>
                <a:lnTo>
                  <a:pt x="1347" y="0"/>
                </a:lnTo>
                <a:moveTo>
                  <a:pt x="1423" y="0"/>
                </a:moveTo>
                <a:lnTo>
                  <a:pt x="1467" y="0"/>
                </a:lnTo>
                <a:lnTo>
                  <a:pt x="1467" y="9"/>
                </a:lnTo>
                <a:lnTo>
                  <a:pt x="1423" y="9"/>
                </a:lnTo>
                <a:lnTo>
                  <a:pt x="1423" y="0"/>
                </a:lnTo>
                <a:moveTo>
                  <a:pt x="1499" y="0"/>
                </a:moveTo>
                <a:lnTo>
                  <a:pt x="1543" y="0"/>
                </a:lnTo>
                <a:lnTo>
                  <a:pt x="1543" y="9"/>
                </a:lnTo>
                <a:lnTo>
                  <a:pt x="1499" y="9"/>
                </a:lnTo>
                <a:lnTo>
                  <a:pt x="1499" y="0"/>
                </a:lnTo>
                <a:moveTo>
                  <a:pt x="1575" y="0"/>
                </a:moveTo>
                <a:lnTo>
                  <a:pt x="1619" y="0"/>
                </a:lnTo>
                <a:lnTo>
                  <a:pt x="1619" y="9"/>
                </a:lnTo>
                <a:lnTo>
                  <a:pt x="1575" y="9"/>
                </a:lnTo>
                <a:lnTo>
                  <a:pt x="1575" y="0"/>
                </a:lnTo>
                <a:moveTo>
                  <a:pt x="1651" y="0"/>
                </a:moveTo>
                <a:lnTo>
                  <a:pt x="1695" y="0"/>
                </a:lnTo>
                <a:lnTo>
                  <a:pt x="1695" y="9"/>
                </a:lnTo>
                <a:lnTo>
                  <a:pt x="1651" y="9"/>
                </a:lnTo>
                <a:lnTo>
                  <a:pt x="1651" y="0"/>
                </a:lnTo>
                <a:moveTo>
                  <a:pt x="1727" y="0"/>
                </a:moveTo>
                <a:lnTo>
                  <a:pt x="1771" y="0"/>
                </a:lnTo>
                <a:lnTo>
                  <a:pt x="1771" y="9"/>
                </a:lnTo>
                <a:lnTo>
                  <a:pt x="1727" y="9"/>
                </a:lnTo>
                <a:lnTo>
                  <a:pt x="1727" y="0"/>
                </a:lnTo>
                <a:moveTo>
                  <a:pt x="1803" y="0"/>
                </a:moveTo>
                <a:lnTo>
                  <a:pt x="1847" y="0"/>
                </a:lnTo>
                <a:lnTo>
                  <a:pt x="1847" y="9"/>
                </a:lnTo>
                <a:lnTo>
                  <a:pt x="1803" y="9"/>
                </a:lnTo>
                <a:lnTo>
                  <a:pt x="1803" y="0"/>
                </a:lnTo>
                <a:moveTo>
                  <a:pt x="1879" y="0"/>
                </a:moveTo>
                <a:lnTo>
                  <a:pt x="1923" y="0"/>
                </a:lnTo>
                <a:lnTo>
                  <a:pt x="1923" y="9"/>
                </a:lnTo>
                <a:lnTo>
                  <a:pt x="1879" y="9"/>
                </a:lnTo>
                <a:lnTo>
                  <a:pt x="1879" y="0"/>
                </a:lnTo>
                <a:moveTo>
                  <a:pt x="1955" y="0"/>
                </a:moveTo>
                <a:lnTo>
                  <a:pt x="1999" y="0"/>
                </a:lnTo>
                <a:lnTo>
                  <a:pt x="1999" y="9"/>
                </a:lnTo>
                <a:lnTo>
                  <a:pt x="1955" y="9"/>
                </a:lnTo>
                <a:lnTo>
                  <a:pt x="1955" y="0"/>
                </a:lnTo>
                <a:moveTo>
                  <a:pt x="2031" y="0"/>
                </a:moveTo>
                <a:lnTo>
                  <a:pt x="2075" y="0"/>
                </a:lnTo>
                <a:lnTo>
                  <a:pt x="2075" y="9"/>
                </a:lnTo>
                <a:lnTo>
                  <a:pt x="2031" y="9"/>
                </a:lnTo>
                <a:lnTo>
                  <a:pt x="2031" y="0"/>
                </a:lnTo>
                <a:moveTo>
                  <a:pt x="2107" y="0"/>
                </a:moveTo>
                <a:lnTo>
                  <a:pt x="2151" y="0"/>
                </a:lnTo>
                <a:lnTo>
                  <a:pt x="2151" y="9"/>
                </a:lnTo>
                <a:lnTo>
                  <a:pt x="2107" y="9"/>
                </a:lnTo>
                <a:lnTo>
                  <a:pt x="2107" y="0"/>
                </a:lnTo>
                <a:moveTo>
                  <a:pt x="2183" y="0"/>
                </a:moveTo>
                <a:lnTo>
                  <a:pt x="2227" y="0"/>
                </a:lnTo>
                <a:lnTo>
                  <a:pt x="2227" y="9"/>
                </a:lnTo>
                <a:lnTo>
                  <a:pt x="2183" y="9"/>
                </a:lnTo>
                <a:lnTo>
                  <a:pt x="2183" y="0"/>
                </a:lnTo>
                <a:moveTo>
                  <a:pt x="2258" y="0"/>
                </a:moveTo>
                <a:lnTo>
                  <a:pt x="2303" y="0"/>
                </a:lnTo>
                <a:lnTo>
                  <a:pt x="2303" y="9"/>
                </a:lnTo>
                <a:lnTo>
                  <a:pt x="2258" y="9"/>
                </a:lnTo>
                <a:lnTo>
                  <a:pt x="2258" y="0"/>
                </a:lnTo>
                <a:moveTo>
                  <a:pt x="2334" y="0"/>
                </a:moveTo>
                <a:lnTo>
                  <a:pt x="2379" y="0"/>
                </a:lnTo>
                <a:lnTo>
                  <a:pt x="2379" y="9"/>
                </a:lnTo>
                <a:lnTo>
                  <a:pt x="2334" y="9"/>
                </a:lnTo>
                <a:lnTo>
                  <a:pt x="2334" y="0"/>
                </a:lnTo>
                <a:moveTo>
                  <a:pt x="2410" y="0"/>
                </a:moveTo>
                <a:lnTo>
                  <a:pt x="2455" y="0"/>
                </a:lnTo>
                <a:lnTo>
                  <a:pt x="2455" y="9"/>
                </a:lnTo>
                <a:lnTo>
                  <a:pt x="2410" y="9"/>
                </a:lnTo>
                <a:lnTo>
                  <a:pt x="2410" y="0"/>
                </a:lnTo>
                <a:moveTo>
                  <a:pt x="2486" y="0"/>
                </a:moveTo>
                <a:lnTo>
                  <a:pt x="2531" y="0"/>
                </a:lnTo>
                <a:lnTo>
                  <a:pt x="2531" y="9"/>
                </a:lnTo>
                <a:lnTo>
                  <a:pt x="2486" y="9"/>
                </a:lnTo>
                <a:lnTo>
                  <a:pt x="2486" y="0"/>
                </a:lnTo>
                <a:moveTo>
                  <a:pt x="2562" y="0"/>
                </a:moveTo>
                <a:lnTo>
                  <a:pt x="2607" y="0"/>
                </a:lnTo>
                <a:lnTo>
                  <a:pt x="2607" y="9"/>
                </a:lnTo>
                <a:lnTo>
                  <a:pt x="2562" y="9"/>
                </a:lnTo>
                <a:lnTo>
                  <a:pt x="2562" y="0"/>
                </a:lnTo>
                <a:moveTo>
                  <a:pt x="2638" y="0"/>
                </a:moveTo>
                <a:lnTo>
                  <a:pt x="2683" y="0"/>
                </a:lnTo>
                <a:lnTo>
                  <a:pt x="2683" y="9"/>
                </a:lnTo>
                <a:lnTo>
                  <a:pt x="2638" y="9"/>
                </a:lnTo>
                <a:lnTo>
                  <a:pt x="2638" y="0"/>
                </a:lnTo>
                <a:moveTo>
                  <a:pt x="2714" y="0"/>
                </a:moveTo>
                <a:lnTo>
                  <a:pt x="2759" y="0"/>
                </a:lnTo>
                <a:lnTo>
                  <a:pt x="2759" y="9"/>
                </a:lnTo>
                <a:lnTo>
                  <a:pt x="2714" y="9"/>
                </a:lnTo>
                <a:lnTo>
                  <a:pt x="2714" y="0"/>
                </a:lnTo>
                <a:moveTo>
                  <a:pt x="2790" y="0"/>
                </a:moveTo>
                <a:lnTo>
                  <a:pt x="2835" y="0"/>
                </a:lnTo>
                <a:lnTo>
                  <a:pt x="2835" y="9"/>
                </a:lnTo>
                <a:lnTo>
                  <a:pt x="2790" y="9"/>
                </a:lnTo>
                <a:lnTo>
                  <a:pt x="2790" y="0"/>
                </a:lnTo>
                <a:moveTo>
                  <a:pt x="2866" y="0"/>
                </a:moveTo>
                <a:lnTo>
                  <a:pt x="2911" y="0"/>
                </a:lnTo>
                <a:lnTo>
                  <a:pt x="2911" y="9"/>
                </a:lnTo>
                <a:lnTo>
                  <a:pt x="2866" y="9"/>
                </a:lnTo>
                <a:lnTo>
                  <a:pt x="2866" y="0"/>
                </a:lnTo>
                <a:moveTo>
                  <a:pt x="2942" y="0"/>
                </a:moveTo>
                <a:lnTo>
                  <a:pt x="2986" y="0"/>
                </a:lnTo>
                <a:lnTo>
                  <a:pt x="2986" y="9"/>
                </a:lnTo>
                <a:lnTo>
                  <a:pt x="2942" y="9"/>
                </a:lnTo>
                <a:lnTo>
                  <a:pt x="2942" y="0"/>
                </a:lnTo>
                <a:moveTo>
                  <a:pt x="3018" y="0"/>
                </a:moveTo>
                <a:lnTo>
                  <a:pt x="3062" y="0"/>
                </a:lnTo>
                <a:lnTo>
                  <a:pt x="3062" y="9"/>
                </a:lnTo>
                <a:lnTo>
                  <a:pt x="3018" y="9"/>
                </a:lnTo>
                <a:lnTo>
                  <a:pt x="3018" y="0"/>
                </a:lnTo>
                <a:moveTo>
                  <a:pt x="3094" y="0"/>
                </a:moveTo>
                <a:lnTo>
                  <a:pt x="3138" y="0"/>
                </a:lnTo>
                <a:lnTo>
                  <a:pt x="3138" y="9"/>
                </a:lnTo>
                <a:lnTo>
                  <a:pt x="3094" y="9"/>
                </a:lnTo>
                <a:lnTo>
                  <a:pt x="3094" y="0"/>
                </a:lnTo>
                <a:moveTo>
                  <a:pt x="3170" y="0"/>
                </a:moveTo>
                <a:lnTo>
                  <a:pt x="3214" y="0"/>
                </a:lnTo>
                <a:lnTo>
                  <a:pt x="3214" y="9"/>
                </a:lnTo>
                <a:lnTo>
                  <a:pt x="3170" y="9"/>
                </a:lnTo>
                <a:lnTo>
                  <a:pt x="3170" y="0"/>
                </a:lnTo>
                <a:moveTo>
                  <a:pt x="3246" y="0"/>
                </a:moveTo>
                <a:lnTo>
                  <a:pt x="3290" y="0"/>
                </a:lnTo>
                <a:lnTo>
                  <a:pt x="3290" y="9"/>
                </a:lnTo>
                <a:lnTo>
                  <a:pt x="3246" y="9"/>
                </a:lnTo>
                <a:lnTo>
                  <a:pt x="3246" y="0"/>
                </a:lnTo>
                <a:moveTo>
                  <a:pt x="3322" y="0"/>
                </a:moveTo>
                <a:lnTo>
                  <a:pt x="3366" y="0"/>
                </a:lnTo>
                <a:lnTo>
                  <a:pt x="3366" y="9"/>
                </a:lnTo>
                <a:lnTo>
                  <a:pt x="3322" y="9"/>
                </a:lnTo>
                <a:lnTo>
                  <a:pt x="3322" y="0"/>
                </a:lnTo>
                <a:moveTo>
                  <a:pt x="3398" y="0"/>
                </a:moveTo>
                <a:lnTo>
                  <a:pt x="3442" y="0"/>
                </a:lnTo>
                <a:lnTo>
                  <a:pt x="3442" y="9"/>
                </a:lnTo>
                <a:lnTo>
                  <a:pt x="3398" y="9"/>
                </a:lnTo>
                <a:lnTo>
                  <a:pt x="3398" y="0"/>
                </a:lnTo>
                <a:moveTo>
                  <a:pt x="3474" y="0"/>
                </a:moveTo>
                <a:lnTo>
                  <a:pt x="3518" y="0"/>
                </a:lnTo>
                <a:lnTo>
                  <a:pt x="3518" y="9"/>
                </a:lnTo>
                <a:lnTo>
                  <a:pt x="3474" y="9"/>
                </a:lnTo>
                <a:lnTo>
                  <a:pt x="3474" y="0"/>
                </a:lnTo>
                <a:moveTo>
                  <a:pt x="3550" y="0"/>
                </a:moveTo>
                <a:lnTo>
                  <a:pt x="3594" y="0"/>
                </a:lnTo>
                <a:lnTo>
                  <a:pt x="3594" y="9"/>
                </a:lnTo>
                <a:lnTo>
                  <a:pt x="3550" y="9"/>
                </a:lnTo>
                <a:lnTo>
                  <a:pt x="3550" y="0"/>
                </a:lnTo>
                <a:moveTo>
                  <a:pt x="3626" y="0"/>
                </a:moveTo>
                <a:lnTo>
                  <a:pt x="3670" y="0"/>
                </a:lnTo>
                <a:lnTo>
                  <a:pt x="3670" y="9"/>
                </a:lnTo>
                <a:lnTo>
                  <a:pt x="3626" y="9"/>
                </a:lnTo>
                <a:lnTo>
                  <a:pt x="3626" y="0"/>
                </a:lnTo>
                <a:moveTo>
                  <a:pt x="3702" y="0"/>
                </a:moveTo>
                <a:lnTo>
                  <a:pt x="3746" y="0"/>
                </a:lnTo>
                <a:lnTo>
                  <a:pt x="3746" y="9"/>
                </a:lnTo>
                <a:lnTo>
                  <a:pt x="3702" y="9"/>
                </a:lnTo>
                <a:lnTo>
                  <a:pt x="3702" y="0"/>
                </a:lnTo>
                <a:moveTo>
                  <a:pt x="3778" y="0"/>
                </a:moveTo>
                <a:lnTo>
                  <a:pt x="3822" y="0"/>
                </a:lnTo>
                <a:lnTo>
                  <a:pt x="3822" y="9"/>
                </a:lnTo>
                <a:lnTo>
                  <a:pt x="3778" y="9"/>
                </a:lnTo>
                <a:lnTo>
                  <a:pt x="3778" y="0"/>
                </a:lnTo>
                <a:moveTo>
                  <a:pt x="3854" y="0"/>
                </a:moveTo>
                <a:lnTo>
                  <a:pt x="3898" y="0"/>
                </a:lnTo>
                <a:lnTo>
                  <a:pt x="3898" y="9"/>
                </a:lnTo>
                <a:lnTo>
                  <a:pt x="3854" y="9"/>
                </a:lnTo>
                <a:lnTo>
                  <a:pt x="3854" y="0"/>
                </a:lnTo>
                <a:moveTo>
                  <a:pt x="3930" y="0"/>
                </a:moveTo>
                <a:lnTo>
                  <a:pt x="3974" y="0"/>
                </a:lnTo>
                <a:lnTo>
                  <a:pt x="3974" y="9"/>
                </a:lnTo>
                <a:lnTo>
                  <a:pt x="3930" y="9"/>
                </a:lnTo>
                <a:lnTo>
                  <a:pt x="3930" y="0"/>
                </a:lnTo>
                <a:moveTo>
                  <a:pt x="4006" y="0"/>
                </a:moveTo>
                <a:lnTo>
                  <a:pt x="4050" y="0"/>
                </a:lnTo>
                <a:lnTo>
                  <a:pt x="4050" y="9"/>
                </a:lnTo>
                <a:lnTo>
                  <a:pt x="4006" y="9"/>
                </a:lnTo>
                <a:lnTo>
                  <a:pt x="4006" y="0"/>
                </a:lnTo>
                <a:moveTo>
                  <a:pt x="4082" y="0"/>
                </a:moveTo>
                <a:lnTo>
                  <a:pt x="4126" y="0"/>
                </a:lnTo>
                <a:lnTo>
                  <a:pt x="4126" y="9"/>
                </a:lnTo>
                <a:lnTo>
                  <a:pt x="4082" y="9"/>
                </a:lnTo>
                <a:lnTo>
                  <a:pt x="4082" y="0"/>
                </a:lnTo>
                <a:moveTo>
                  <a:pt x="4158" y="0"/>
                </a:moveTo>
                <a:lnTo>
                  <a:pt x="4202" y="0"/>
                </a:lnTo>
                <a:lnTo>
                  <a:pt x="4202" y="9"/>
                </a:lnTo>
                <a:lnTo>
                  <a:pt x="4158" y="9"/>
                </a:lnTo>
                <a:lnTo>
                  <a:pt x="4158" y="0"/>
                </a:lnTo>
                <a:moveTo>
                  <a:pt x="4234" y="0"/>
                </a:moveTo>
                <a:lnTo>
                  <a:pt x="4278" y="0"/>
                </a:lnTo>
                <a:lnTo>
                  <a:pt x="4278" y="9"/>
                </a:lnTo>
                <a:lnTo>
                  <a:pt x="4234" y="9"/>
                </a:lnTo>
                <a:lnTo>
                  <a:pt x="4234" y="0"/>
                </a:lnTo>
                <a:moveTo>
                  <a:pt x="4310" y="0"/>
                </a:moveTo>
                <a:lnTo>
                  <a:pt x="4354" y="0"/>
                </a:lnTo>
                <a:lnTo>
                  <a:pt x="4354" y="9"/>
                </a:lnTo>
                <a:lnTo>
                  <a:pt x="4310" y="9"/>
                </a:lnTo>
                <a:lnTo>
                  <a:pt x="4310" y="0"/>
                </a:lnTo>
                <a:moveTo>
                  <a:pt x="4386" y="0"/>
                </a:moveTo>
                <a:lnTo>
                  <a:pt x="4431" y="0"/>
                </a:lnTo>
                <a:lnTo>
                  <a:pt x="4431" y="9"/>
                </a:lnTo>
                <a:lnTo>
                  <a:pt x="4386" y="9"/>
                </a:lnTo>
                <a:lnTo>
                  <a:pt x="4386" y="0"/>
                </a:lnTo>
                <a:moveTo>
                  <a:pt x="4463" y="0"/>
                </a:moveTo>
                <a:lnTo>
                  <a:pt x="4507" y="0"/>
                </a:lnTo>
                <a:lnTo>
                  <a:pt x="4507" y="9"/>
                </a:lnTo>
                <a:lnTo>
                  <a:pt x="4463" y="9"/>
                </a:lnTo>
                <a:lnTo>
                  <a:pt x="4463" y="0"/>
                </a:lnTo>
                <a:moveTo>
                  <a:pt x="4538" y="0"/>
                </a:moveTo>
                <a:lnTo>
                  <a:pt x="4557" y="0"/>
                </a:lnTo>
                <a:cubicBezTo>
                  <a:pt x="4567" y="0"/>
                  <a:pt x="4576" y="2"/>
                  <a:pt x="4584" y="6"/>
                </a:cubicBezTo>
                <a:lnTo>
                  <a:pt x="4580" y="14"/>
                </a:lnTo>
                <a:cubicBezTo>
                  <a:pt x="4573" y="10"/>
                  <a:pt x="4565" y="9"/>
                  <a:pt x="4557" y="9"/>
                </a:cubicBezTo>
                <a:lnTo>
                  <a:pt x="4538" y="9"/>
                </a:lnTo>
                <a:lnTo>
                  <a:pt x="4538" y="0"/>
                </a:lnTo>
                <a:moveTo>
                  <a:pt x="4607" y="31"/>
                </a:moveTo>
                <a:cubicBezTo>
                  <a:pt x="4611" y="39"/>
                  <a:pt x="4613" y="47"/>
                  <a:pt x="4613" y="55"/>
                </a:cubicBezTo>
                <a:lnTo>
                  <a:pt x="4613" y="77"/>
                </a:lnTo>
                <a:lnTo>
                  <a:pt x="4604" y="77"/>
                </a:lnTo>
                <a:lnTo>
                  <a:pt x="4604" y="55"/>
                </a:lnTo>
                <a:cubicBezTo>
                  <a:pt x="4604" y="48"/>
                  <a:pt x="4602" y="41"/>
                  <a:pt x="4599" y="35"/>
                </a:cubicBezTo>
                <a:lnTo>
                  <a:pt x="4607" y="31"/>
                </a:lnTo>
                <a:moveTo>
                  <a:pt x="4613" y="108"/>
                </a:moveTo>
                <a:lnTo>
                  <a:pt x="4613" y="153"/>
                </a:lnTo>
                <a:lnTo>
                  <a:pt x="4604" y="153"/>
                </a:lnTo>
                <a:lnTo>
                  <a:pt x="4604" y="108"/>
                </a:lnTo>
                <a:lnTo>
                  <a:pt x="4613" y="108"/>
                </a:lnTo>
                <a:moveTo>
                  <a:pt x="4613" y="184"/>
                </a:moveTo>
                <a:lnTo>
                  <a:pt x="4613" y="230"/>
                </a:lnTo>
                <a:lnTo>
                  <a:pt x="4604" y="230"/>
                </a:lnTo>
                <a:lnTo>
                  <a:pt x="4604" y="184"/>
                </a:lnTo>
                <a:lnTo>
                  <a:pt x="4613" y="184"/>
                </a:lnTo>
                <a:moveTo>
                  <a:pt x="4613" y="261"/>
                </a:moveTo>
                <a:lnTo>
                  <a:pt x="4613" y="305"/>
                </a:lnTo>
                <a:lnTo>
                  <a:pt x="4604" y="305"/>
                </a:lnTo>
                <a:lnTo>
                  <a:pt x="4604" y="261"/>
                </a:lnTo>
                <a:lnTo>
                  <a:pt x="4613" y="261"/>
                </a:lnTo>
                <a:moveTo>
                  <a:pt x="4613" y="337"/>
                </a:moveTo>
                <a:lnTo>
                  <a:pt x="4613" y="381"/>
                </a:lnTo>
                <a:lnTo>
                  <a:pt x="4604" y="381"/>
                </a:lnTo>
                <a:lnTo>
                  <a:pt x="4604" y="337"/>
                </a:lnTo>
                <a:lnTo>
                  <a:pt x="4613" y="337"/>
                </a:lnTo>
                <a:moveTo>
                  <a:pt x="4613" y="413"/>
                </a:moveTo>
                <a:lnTo>
                  <a:pt x="4613" y="457"/>
                </a:lnTo>
                <a:lnTo>
                  <a:pt x="4604" y="457"/>
                </a:lnTo>
                <a:lnTo>
                  <a:pt x="4604" y="413"/>
                </a:lnTo>
                <a:lnTo>
                  <a:pt x="4613" y="413"/>
                </a:lnTo>
                <a:moveTo>
                  <a:pt x="4613" y="489"/>
                </a:moveTo>
                <a:lnTo>
                  <a:pt x="4613" y="533"/>
                </a:lnTo>
                <a:lnTo>
                  <a:pt x="4604" y="533"/>
                </a:lnTo>
                <a:lnTo>
                  <a:pt x="4604" y="489"/>
                </a:lnTo>
                <a:lnTo>
                  <a:pt x="4613" y="489"/>
                </a:lnTo>
                <a:moveTo>
                  <a:pt x="4613" y="565"/>
                </a:moveTo>
                <a:lnTo>
                  <a:pt x="4613" y="609"/>
                </a:lnTo>
                <a:lnTo>
                  <a:pt x="4604" y="609"/>
                </a:lnTo>
                <a:lnTo>
                  <a:pt x="4604" y="565"/>
                </a:lnTo>
                <a:lnTo>
                  <a:pt x="4613" y="565"/>
                </a:lnTo>
                <a:moveTo>
                  <a:pt x="4613" y="640"/>
                </a:moveTo>
                <a:lnTo>
                  <a:pt x="4613" y="685"/>
                </a:lnTo>
                <a:lnTo>
                  <a:pt x="4604" y="685"/>
                </a:lnTo>
                <a:lnTo>
                  <a:pt x="4604" y="640"/>
                </a:lnTo>
                <a:lnTo>
                  <a:pt x="4613" y="640"/>
                </a:lnTo>
                <a:moveTo>
                  <a:pt x="4613" y="716"/>
                </a:moveTo>
                <a:lnTo>
                  <a:pt x="4613" y="760"/>
                </a:lnTo>
                <a:lnTo>
                  <a:pt x="4604" y="760"/>
                </a:lnTo>
                <a:lnTo>
                  <a:pt x="4604" y="716"/>
                </a:lnTo>
                <a:lnTo>
                  <a:pt x="4613" y="716"/>
                </a:lnTo>
                <a:moveTo>
                  <a:pt x="4613" y="792"/>
                </a:moveTo>
                <a:lnTo>
                  <a:pt x="4613" y="836"/>
                </a:lnTo>
                <a:lnTo>
                  <a:pt x="4604" y="836"/>
                </a:lnTo>
                <a:lnTo>
                  <a:pt x="4604" y="792"/>
                </a:lnTo>
                <a:lnTo>
                  <a:pt x="4613" y="792"/>
                </a:lnTo>
                <a:moveTo>
                  <a:pt x="4613" y="868"/>
                </a:moveTo>
                <a:lnTo>
                  <a:pt x="4613" y="912"/>
                </a:lnTo>
                <a:lnTo>
                  <a:pt x="4604" y="912"/>
                </a:lnTo>
                <a:lnTo>
                  <a:pt x="4604" y="868"/>
                </a:lnTo>
                <a:lnTo>
                  <a:pt x="4613" y="868"/>
                </a:lnTo>
                <a:moveTo>
                  <a:pt x="4613" y="944"/>
                </a:moveTo>
                <a:lnTo>
                  <a:pt x="4613" y="947"/>
                </a:lnTo>
                <a:cubicBezTo>
                  <a:pt x="4613" y="963"/>
                  <a:pt x="4607" y="976"/>
                  <a:pt x="4595" y="987"/>
                </a:cubicBezTo>
                <a:lnTo>
                  <a:pt x="4589" y="981"/>
                </a:lnTo>
                <a:cubicBezTo>
                  <a:pt x="4599" y="971"/>
                  <a:pt x="4604" y="960"/>
                  <a:pt x="4604" y="947"/>
                </a:cubicBezTo>
                <a:lnTo>
                  <a:pt x="4604" y="944"/>
                </a:lnTo>
                <a:lnTo>
                  <a:pt x="4613" y="944"/>
                </a:lnTo>
                <a:moveTo>
                  <a:pt x="4564" y="1001"/>
                </a:moveTo>
                <a:cubicBezTo>
                  <a:pt x="4562" y="1002"/>
                  <a:pt x="4560" y="1002"/>
                  <a:pt x="4557" y="1002"/>
                </a:cubicBezTo>
                <a:lnTo>
                  <a:pt x="4519" y="1002"/>
                </a:lnTo>
                <a:lnTo>
                  <a:pt x="4519" y="993"/>
                </a:lnTo>
                <a:lnTo>
                  <a:pt x="4557" y="993"/>
                </a:lnTo>
                <a:cubicBezTo>
                  <a:pt x="4559" y="993"/>
                  <a:pt x="4561" y="993"/>
                  <a:pt x="4563" y="993"/>
                </a:cubicBezTo>
                <a:lnTo>
                  <a:pt x="4564" y="1001"/>
                </a:lnTo>
                <a:moveTo>
                  <a:pt x="4488" y="1002"/>
                </a:moveTo>
                <a:lnTo>
                  <a:pt x="4443" y="1002"/>
                </a:lnTo>
                <a:lnTo>
                  <a:pt x="4443" y="993"/>
                </a:lnTo>
                <a:lnTo>
                  <a:pt x="4488" y="993"/>
                </a:lnTo>
                <a:lnTo>
                  <a:pt x="4488" y="1002"/>
                </a:lnTo>
                <a:moveTo>
                  <a:pt x="4411" y="1002"/>
                </a:moveTo>
                <a:lnTo>
                  <a:pt x="4366" y="1002"/>
                </a:lnTo>
                <a:lnTo>
                  <a:pt x="4366" y="993"/>
                </a:lnTo>
                <a:lnTo>
                  <a:pt x="4411" y="993"/>
                </a:lnTo>
                <a:lnTo>
                  <a:pt x="4411" y="1002"/>
                </a:lnTo>
                <a:moveTo>
                  <a:pt x="4335" y="1002"/>
                </a:moveTo>
                <a:lnTo>
                  <a:pt x="4290" y="1002"/>
                </a:lnTo>
                <a:lnTo>
                  <a:pt x="4290" y="993"/>
                </a:lnTo>
                <a:lnTo>
                  <a:pt x="4335" y="993"/>
                </a:lnTo>
                <a:lnTo>
                  <a:pt x="4335" y="1002"/>
                </a:lnTo>
                <a:moveTo>
                  <a:pt x="4259" y="1002"/>
                </a:moveTo>
                <a:lnTo>
                  <a:pt x="4214" y="1002"/>
                </a:lnTo>
                <a:lnTo>
                  <a:pt x="4214" y="993"/>
                </a:lnTo>
                <a:lnTo>
                  <a:pt x="4259" y="993"/>
                </a:lnTo>
                <a:lnTo>
                  <a:pt x="4259" y="1002"/>
                </a:lnTo>
                <a:moveTo>
                  <a:pt x="4183" y="1002"/>
                </a:moveTo>
                <a:lnTo>
                  <a:pt x="4138" y="1002"/>
                </a:lnTo>
                <a:lnTo>
                  <a:pt x="4138" y="993"/>
                </a:lnTo>
                <a:lnTo>
                  <a:pt x="4183" y="993"/>
                </a:lnTo>
                <a:lnTo>
                  <a:pt x="4183" y="1002"/>
                </a:lnTo>
                <a:moveTo>
                  <a:pt x="4107" y="1002"/>
                </a:moveTo>
                <a:lnTo>
                  <a:pt x="4063" y="1002"/>
                </a:lnTo>
                <a:lnTo>
                  <a:pt x="4063" y="993"/>
                </a:lnTo>
                <a:lnTo>
                  <a:pt x="4107" y="993"/>
                </a:lnTo>
                <a:lnTo>
                  <a:pt x="4107" y="1002"/>
                </a:lnTo>
                <a:moveTo>
                  <a:pt x="4031" y="1002"/>
                </a:moveTo>
                <a:lnTo>
                  <a:pt x="3987" y="1002"/>
                </a:lnTo>
                <a:lnTo>
                  <a:pt x="3987" y="993"/>
                </a:lnTo>
                <a:lnTo>
                  <a:pt x="4031" y="993"/>
                </a:lnTo>
                <a:lnTo>
                  <a:pt x="4031" y="1002"/>
                </a:lnTo>
                <a:moveTo>
                  <a:pt x="3955" y="1002"/>
                </a:moveTo>
                <a:lnTo>
                  <a:pt x="3911" y="1002"/>
                </a:lnTo>
                <a:lnTo>
                  <a:pt x="3911" y="993"/>
                </a:lnTo>
                <a:lnTo>
                  <a:pt x="3955" y="993"/>
                </a:lnTo>
                <a:lnTo>
                  <a:pt x="3955" y="1002"/>
                </a:lnTo>
                <a:moveTo>
                  <a:pt x="3879" y="1002"/>
                </a:moveTo>
                <a:lnTo>
                  <a:pt x="3835" y="1002"/>
                </a:lnTo>
                <a:lnTo>
                  <a:pt x="3835" y="993"/>
                </a:lnTo>
                <a:lnTo>
                  <a:pt x="3879" y="993"/>
                </a:lnTo>
                <a:lnTo>
                  <a:pt x="3879" y="1002"/>
                </a:lnTo>
                <a:moveTo>
                  <a:pt x="3803" y="1002"/>
                </a:moveTo>
                <a:lnTo>
                  <a:pt x="3759" y="1002"/>
                </a:lnTo>
                <a:lnTo>
                  <a:pt x="3759" y="993"/>
                </a:lnTo>
                <a:lnTo>
                  <a:pt x="3803" y="993"/>
                </a:lnTo>
                <a:lnTo>
                  <a:pt x="3803" y="1002"/>
                </a:lnTo>
                <a:moveTo>
                  <a:pt x="3727" y="1002"/>
                </a:moveTo>
                <a:lnTo>
                  <a:pt x="3683" y="1002"/>
                </a:lnTo>
                <a:lnTo>
                  <a:pt x="3683" y="993"/>
                </a:lnTo>
                <a:lnTo>
                  <a:pt x="3727" y="993"/>
                </a:lnTo>
                <a:lnTo>
                  <a:pt x="3727" y="1002"/>
                </a:lnTo>
                <a:moveTo>
                  <a:pt x="3651" y="1002"/>
                </a:moveTo>
                <a:lnTo>
                  <a:pt x="3607" y="1002"/>
                </a:lnTo>
                <a:lnTo>
                  <a:pt x="3607" y="993"/>
                </a:lnTo>
                <a:lnTo>
                  <a:pt x="3651" y="993"/>
                </a:lnTo>
                <a:lnTo>
                  <a:pt x="3651" y="1002"/>
                </a:lnTo>
                <a:moveTo>
                  <a:pt x="3575" y="1002"/>
                </a:moveTo>
                <a:lnTo>
                  <a:pt x="3531" y="1002"/>
                </a:lnTo>
                <a:lnTo>
                  <a:pt x="3531" y="993"/>
                </a:lnTo>
                <a:lnTo>
                  <a:pt x="3575" y="993"/>
                </a:lnTo>
                <a:lnTo>
                  <a:pt x="3575" y="1002"/>
                </a:lnTo>
                <a:moveTo>
                  <a:pt x="3499" y="1002"/>
                </a:moveTo>
                <a:lnTo>
                  <a:pt x="3455" y="1002"/>
                </a:lnTo>
                <a:lnTo>
                  <a:pt x="3455" y="993"/>
                </a:lnTo>
                <a:lnTo>
                  <a:pt x="3499" y="993"/>
                </a:lnTo>
                <a:lnTo>
                  <a:pt x="3499" y="1002"/>
                </a:lnTo>
                <a:moveTo>
                  <a:pt x="3423" y="1002"/>
                </a:moveTo>
                <a:lnTo>
                  <a:pt x="3379" y="1002"/>
                </a:lnTo>
                <a:lnTo>
                  <a:pt x="3379" y="993"/>
                </a:lnTo>
                <a:lnTo>
                  <a:pt x="3423" y="993"/>
                </a:lnTo>
                <a:lnTo>
                  <a:pt x="3423" y="1002"/>
                </a:lnTo>
                <a:moveTo>
                  <a:pt x="3347" y="1002"/>
                </a:moveTo>
                <a:lnTo>
                  <a:pt x="3303" y="1002"/>
                </a:lnTo>
                <a:lnTo>
                  <a:pt x="3303" y="993"/>
                </a:lnTo>
                <a:lnTo>
                  <a:pt x="3347" y="993"/>
                </a:lnTo>
                <a:lnTo>
                  <a:pt x="3347" y="1002"/>
                </a:lnTo>
                <a:moveTo>
                  <a:pt x="3271" y="1002"/>
                </a:moveTo>
                <a:lnTo>
                  <a:pt x="3227" y="1002"/>
                </a:lnTo>
                <a:lnTo>
                  <a:pt x="3227" y="993"/>
                </a:lnTo>
                <a:lnTo>
                  <a:pt x="3271" y="993"/>
                </a:lnTo>
                <a:lnTo>
                  <a:pt x="3271" y="1002"/>
                </a:lnTo>
                <a:moveTo>
                  <a:pt x="3195" y="1002"/>
                </a:moveTo>
                <a:lnTo>
                  <a:pt x="3151" y="1002"/>
                </a:lnTo>
                <a:lnTo>
                  <a:pt x="3151" y="993"/>
                </a:lnTo>
                <a:lnTo>
                  <a:pt x="3195" y="993"/>
                </a:lnTo>
                <a:lnTo>
                  <a:pt x="3195" y="1002"/>
                </a:lnTo>
                <a:moveTo>
                  <a:pt x="3119" y="1002"/>
                </a:moveTo>
                <a:lnTo>
                  <a:pt x="3075" y="1002"/>
                </a:lnTo>
                <a:lnTo>
                  <a:pt x="3075" y="993"/>
                </a:lnTo>
                <a:lnTo>
                  <a:pt x="3119" y="993"/>
                </a:lnTo>
                <a:lnTo>
                  <a:pt x="3119" y="1002"/>
                </a:lnTo>
                <a:moveTo>
                  <a:pt x="3043" y="1002"/>
                </a:moveTo>
                <a:lnTo>
                  <a:pt x="2999" y="1002"/>
                </a:lnTo>
                <a:lnTo>
                  <a:pt x="2999" y="993"/>
                </a:lnTo>
                <a:lnTo>
                  <a:pt x="3043" y="993"/>
                </a:lnTo>
                <a:lnTo>
                  <a:pt x="3043" y="1002"/>
                </a:lnTo>
                <a:moveTo>
                  <a:pt x="2967" y="1002"/>
                </a:moveTo>
                <a:lnTo>
                  <a:pt x="2923" y="1002"/>
                </a:lnTo>
                <a:lnTo>
                  <a:pt x="2923" y="993"/>
                </a:lnTo>
                <a:lnTo>
                  <a:pt x="2967" y="993"/>
                </a:lnTo>
                <a:lnTo>
                  <a:pt x="2967" y="1002"/>
                </a:lnTo>
                <a:moveTo>
                  <a:pt x="2891" y="1002"/>
                </a:moveTo>
                <a:lnTo>
                  <a:pt x="2847" y="1002"/>
                </a:lnTo>
                <a:lnTo>
                  <a:pt x="2847" y="993"/>
                </a:lnTo>
                <a:lnTo>
                  <a:pt x="2891" y="993"/>
                </a:lnTo>
                <a:lnTo>
                  <a:pt x="2891" y="1002"/>
                </a:lnTo>
                <a:moveTo>
                  <a:pt x="2815" y="1002"/>
                </a:moveTo>
                <a:lnTo>
                  <a:pt x="2771" y="1002"/>
                </a:lnTo>
                <a:lnTo>
                  <a:pt x="2771" y="993"/>
                </a:lnTo>
                <a:lnTo>
                  <a:pt x="2815" y="993"/>
                </a:lnTo>
                <a:lnTo>
                  <a:pt x="2815" y="1002"/>
                </a:lnTo>
                <a:moveTo>
                  <a:pt x="2739" y="1002"/>
                </a:moveTo>
                <a:lnTo>
                  <a:pt x="2695" y="1002"/>
                </a:lnTo>
                <a:lnTo>
                  <a:pt x="2695" y="993"/>
                </a:lnTo>
                <a:lnTo>
                  <a:pt x="2739" y="993"/>
                </a:lnTo>
                <a:lnTo>
                  <a:pt x="2739" y="1002"/>
                </a:lnTo>
                <a:moveTo>
                  <a:pt x="2663" y="1002"/>
                </a:moveTo>
                <a:lnTo>
                  <a:pt x="2619" y="1002"/>
                </a:lnTo>
                <a:lnTo>
                  <a:pt x="2619" y="993"/>
                </a:lnTo>
                <a:lnTo>
                  <a:pt x="2663" y="993"/>
                </a:lnTo>
                <a:lnTo>
                  <a:pt x="2663" y="1002"/>
                </a:lnTo>
                <a:moveTo>
                  <a:pt x="2587" y="1002"/>
                </a:moveTo>
                <a:lnTo>
                  <a:pt x="2543" y="1002"/>
                </a:lnTo>
                <a:lnTo>
                  <a:pt x="2543" y="993"/>
                </a:lnTo>
                <a:lnTo>
                  <a:pt x="2587" y="993"/>
                </a:lnTo>
                <a:lnTo>
                  <a:pt x="2587" y="1002"/>
                </a:lnTo>
                <a:moveTo>
                  <a:pt x="2512" y="1002"/>
                </a:moveTo>
                <a:lnTo>
                  <a:pt x="2467" y="1002"/>
                </a:lnTo>
                <a:lnTo>
                  <a:pt x="2467" y="993"/>
                </a:lnTo>
                <a:lnTo>
                  <a:pt x="2512" y="993"/>
                </a:lnTo>
                <a:lnTo>
                  <a:pt x="2512" y="1002"/>
                </a:lnTo>
                <a:moveTo>
                  <a:pt x="2436" y="1002"/>
                </a:moveTo>
                <a:lnTo>
                  <a:pt x="2391" y="1002"/>
                </a:lnTo>
                <a:lnTo>
                  <a:pt x="2391" y="993"/>
                </a:lnTo>
                <a:lnTo>
                  <a:pt x="2436" y="993"/>
                </a:lnTo>
                <a:lnTo>
                  <a:pt x="2436" y="1002"/>
                </a:lnTo>
                <a:moveTo>
                  <a:pt x="2360" y="1002"/>
                </a:moveTo>
                <a:lnTo>
                  <a:pt x="2315" y="1002"/>
                </a:lnTo>
                <a:lnTo>
                  <a:pt x="2315" y="993"/>
                </a:lnTo>
                <a:lnTo>
                  <a:pt x="2360" y="993"/>
                </a:lnTo>
                <a:lnTo>
                  <a:pt x="2360" y="1002"/>
                </a:lnTo>
                <a:moveTo>
                  <a:pt x="2284" y="1002"/>
                </a:moveTo>
                <a:lnTo>
                  <a:pt x="2239" y="1002"/>
                </a:lnTo>
                <a:lnTo>
                  <a:pt x="2239" y="993"/>
                </a:lnTo>
                <a:lnTo>
                  <a:pt x="2284" y="993"/>
                </a:lnTo>
                <a:lnTo>
                  <a:pt x="2284" y="1002"/>
                </a:lnTo>
                <a:moveTo>
                  <a:pt x="2208" y="1002"/>
                </a:moveTo>
                <a:lnTo>
                  <a:pt x="2163" y="1002"/>
                </a:lnTo>
                <a:lnTo>
                  <a:pt x="2163" y="993"/>
                </a:lnTo>
                <a:lnTo>
                  <a:pt x="2208" y="993"/>
                </a:lnTo>
                <a:lnTo>
                  <a:pt x="2208" y="1002"/>
                </a:lnTo>
                <a:moveTo>
                  <a:pt x="2132" y="1002"/>
                </a:moveTo>
                <a:lnTo>
                  <a:pt x="2087" y="1002"/>
                </a:lnTo>
                <a:lnTo>
                  <a:pt x="2087" y="993"/>
                </a:lnTo>
                <a:lnTo>
                  <a:pt x="2132" y="993"/>
                </a:lnTo>
                <a:lnTo>
                  <a:pt x="2132" y="1002"/>
                </a:lnTo>
                <a:moveTo>
                  <a:pt x="2056" y="1002"/>
                </a:moveTo>
                <a:lnTo>
                  <a:pt x="2011" y="1002"/>
                </a:lnTo>
                <a:lnTo>
                  <a:pt x="2011" y="993"/>
                </a:lnTo>
                <a:lnTo>
                  <a:pt x="2056" y="993"/>
                </a:lnTo>
                <a:lnTo>
                  <a:pt x="2056" y="1002"/>
                </a:lnTo>
                <a:moveTo>
                  <a:pt x="1980" y="1002"/>
                </a:moveTo>
                <a:lnTo>
                  <a:pt x="1935" y="1002"/>
                </a:lnTo>
                <a:lnTo>
                  <a:pt x="1935" y="993"/>
                </a:lnTo>
                <a:lnTo>
                  <a:pt x="1980" y="993"/>
                </a:lnTo>
                <a:lnTo>
                  <a:pt x="1980" y="1002"/>
                </a:lnTo>
                <a:moveTo>
                  <a:pt x="1904" y="1002"/>
                </a:moveTo>
                <a:lnTo>
                  <a:pt x="1859" y="1002"/>
                </a:lnTo>
                <a:lnTo>
                  <a:pt x="1859" y="993"/>
                </a:lnTo>
                <a:lnTo>
                  <a:pt x="1904" y="993"/>
                </a:lnTo>
                <a:lnTo>
                  <a:pt x="1904" y="1002"/>
                </a:lnTo>
                <a:moveTo>
                  <a:pt x="1828" y="1002"/>
                </a:moveTo>
                <a:lnTo>
                  <a:pt x="1784" y="1002"/>
                </a:lnTo>
                <a:lnTo>
                  <a:pt x="1784" y="993"/>
                </a:lnTo>
                <a:lnTo>
                  <a:pt x="1828" y="993"/>
                </a:lnTo>
                <a:lnTo>
                  <a:pt x="1828" y="1002"/>
                </a:lnTo>
                <a:moveTo>
                  <a:pt x="1752" y="1002"/>
                </a:moveTo>
                <a:lnTo>
                  <a:pt x="1708" y="1002"/>
                </a:lnTo>
                <a:lnTo>
                  <a:pt x="1708" y="993"/>
                </a:lnTo>
                <a:lnTo>
                  <a:pt x="1752" y="993"/>
                </a:lnTo>
                <a:lnTo>
                  <a:pt x="1752" y="1002"/>
                </a:lnTo>
                <a:moveTo>
                  <a:pt x="1676" y="1002"/>
                </a:moveTo>
                <a:lnTo>
                  <a:pt x="1632" y="1002"/>
                </a:lnTo>
                <a:lnTo>
                  <a:pt x="1632" y="993"/>
                </a:lnTo>
                <a:lnTo>
                  <a:pt x="1676" y="993"/>
                </a:lnTo>
                <a:lnTo>
                  <a:pt x="1676" y="1002"/>
                </a:lnTo>
                <a:moveTo>
                  <a:pt x="1600" y="1002"/>
                </a:moveTo>
                <a:lnTo>
                  <a:pt x="1556" y="1002"/>
                </a:lnTo>
                <a:lnTo>
                  <a:pt x="1556" y="993"/>
                </a:lnTo>
                <a:lnTo>
                  <a:pt x="1600" y="993"/>
                </a:lnTo>
                <a:lnTo>
                  <a:pt x="1600" y="1002"/>
                </a:lnTo>
                <a:moveTo>
                  <a:pt x="1524" y="1002"/>
                </a:moveTo>
                <a:lnTo>
                  <a:pt x="1480" y="1002"/>
                </a:lnTo>
                <a:lnTo>
                  <a:pt x="1480" y="993"/>
                </a:lnTo>
                <a:lnTo>
                  <a:pt x="1524" y="993"/>
                </a:lnTo>
                <a:lnTo>
                  <a:pt x="1524" y="1002"/>
                </a:lnTo>
                <a:moveTo>
                  <a:pt x="1448" y="1002"/>
                </a:moveTo>
                <a:lnTo>
                  <a:pt x="1404" y="1002"/>
                </a:lnTo>
                <a:lnTo>
                  <a:pt x="1404" y="993"/>
                </a:lnTo>
                <a:lnTo>
                  <a:pt x="1448" y="993"/>
                </a:lnTo>
                <a:lnTo>
                  <a:pt x="1448" y="1002"/>
                </a:lnTo>
                <a:moveTo>
                  <a:pt x="1372" y="1002"/>
                </a:moveTo>
                <a:lnTo>
                  <a:pt x="1328" y="1002"/>
                </a:lnTo>
                <a:lnTo>
                  <a:pt x="1328" y="993"/>
                </a:lnTo>
                <a:lnTo>
                  <a:pt x="1372" y="993"/>
                </a:lnTo>
                <a:lnTo>
                  <a:pt x="1372" y="1002"/>
                </a:lnTo>
                <a:moveTo>
                  <a:pt x="1296" y="1002"/>
                </a:moveTo>
                <a:lnTo>
                  <a:pt x="1252" y="1002"/>
                </a:lnTo>
                <a:lnTo>
                  <a:pt x="1252" y="993"/>
                </a:lnTo>
                <a:lnTo>
                  <a:pt x="1296" y="993"/>
                </a:lnTo>
                <a:lnTo>
                  <a:pt x="1296" y="1002"/>
                </a:lnTo>
                <a:moveTo>
                  <a:pt x="1220" y="1002"/>
                </a:moveTo>
                <a:lnTo>
                  <a:pt x="1176" y="1002"/>
                </a:lnTo>
                <a:lnTo>
                  <a:pt x="1176" y="993"/>
                </a:lnTo>
                <a:lnTo>
                  <a:pt x="1220" y="993"/>
                </a:lnTo>
                <a:lnTo>
                  <a:pt x="1220" y="1002"/>
                </a:lnTo>
                <a:moveTo>
                  <a:pt x="1144" y="1002"/>
                </a:moveTo>
                <a:lnTo>
                  <a:pt x="1100" y="1002"/>
                </a:lnTo>
                <a:lnTo>
                  <a:pt x="1100" y="993"/>
                </a:lnTo>
                <a:lnTo>
                  <a:pt x="1144" y="993"/>
                </a:lnTo>
                <a:lnTo>
                  <a:pt x="1144" y="1002"/>
                </a:lnTo>
                <a:moveTo>
                  <a:pt x="1068" y="1002"/>
                </a:moveTo>
                <a:lnTo>
                  <a:pt x="1024" y="1002"/>
                </a:lnTo>
                <a:lnTo>
                  <a:pt x="1024" y="993"/>
                </a:lnTo>
                <a:lnTo>
                  <a:pt x="1068" y="993"/>
                </a:lnTo>
                <a:lnTo>
                  <a:pt x="1068" y="1002"/>
                </a:lnTo>
                <a:moveTo>
                  <a:pt x="992" y="1002"/>
                </a:moveTo>
                <a:lnTo>
                  <a:pt x="948" y="1002"/>
                </a:lnTo>
                <a:lnTo>
                  <a:pt x="948" y="993"/>
                </a:lnTo>
                <a:lnTo>
                  <a:pt x="992" y="993"/>
                </a:lnTo>
                <a:lnTo>
                  <a:pt x="992" y="1002"/>
                </a:lnTo>
                <a:moveTo>
                  <a:pt x="916" y="1002"/>
                </a:moveTo>
                <a:lnTo>
                  <a:pt x="872" y="1002"/>
                </a:lnTo>
                <a:lnTo>
                  <a:pt x="872" y="993"/>
                </a:lnTo>
                <a:lnTo>
                  <a:pt x="916" y="993"/>
                </a:lnTo>
                <a:lnTo>
                  <a:pt x="916" y="1002"/>
                </a:lnTo>
                <a:moveTo>
                  <a:pt x="840" y="1002"/>
                </a:moveTo>
                <a:lnTo>
                  <a:pt x="796" y="1002"/>
                </a:lnTo>
                <a:lnTo>
                  <a:pt x="796" y="993"/>
                </a:lnTo>
                <a:lnTo>
                  <a:pt x="840" y="993"/>
                </a:lnTo>
                <a:lnTo>
                  <a:pt x="840" y="1002"/>
                </a:lnTo>
                <a:moveTo>
                  <a:pt x="764" y="1002"/>
                </a:moveTo>
                <a:lnTo>
                  <a:pt x="720" y="1002"/>
                </a:lnTo>
                <a:lnTo>
                  <a:pt x="720" y="993"/>
                </a:lnTo>
                <a:lnTo>
                  <a:pt x="764" y="993"/>
                </a:lnTo>
                <a:lnTo>
                  <a:pt x="764" y="1002"/>
                </a:lnTo>
                <a:moveTo>
                  <a:pt x="688" y="1002"/>
                </a:moveTo>
                <a:lnTo>
                  <a:pt x="644" y="1002"/>
                </a:lnTo>
                <a:lnTo>
                  <a:pt x="644" y="993"/>
                </a:lnTo>
                <a:lnTo>
                  <a:pt x="688" y="993"/>
                </a:lnTo>
                <a:lnTo>
                  <a:pt x="688" y="1002"/>
                </a:lnTo>
                <a:moveTo>
                  <a:pt x="612" y="1002"/>
                </a:moveTo>
                <a:lnTo>
                  <a:pt x="568" y="1002"/>
                </a:lnTo>
                <a:lnTo>
                  <a:pt x="568" y="993"/>
                </a:lnTo>
                <a:lnTo>
                  <a:pt x="612" y="993"/>
                </a:lnTo>
                <a:lnTo>
                  <a:pt x="612" y="1002"/>
                </a:lnTo>
                <a:moveTo>
                  <a:pt x="536" y="1002"/>
                </a:moveTo>
                <a:lnTo>
                  <a:pt x="492" y="1002"/>
                </a:lnTo>
                <a:lnTo>
                  <a:pt x="492" y="993"/>
                </a:lnTo>
                <a:lnTo>
                  <a:pt x="536" y="993"/>
                </a:lnTo>
                <a:lnTo>
                  <a:pt x="536" y="1002"/>
                </a:lnTo>
                <a:moveTo>
                  <a:pt x="460" y="1002"/>
                </a:moveTo>
                <a:lnTo>
                  <a:pt x="416" y="1002"/>
                </a:lnTo>
                <a:lnTo>
                  <a:pt x="416" y="993"/>
                </a:lnTo>
                <a:lnTo>
                  <a:pt x="460" y="993"/>
                </a:lnTo>
                <a:lnTo>
                  <a:pt x="460" y="1002"/>
                </a:lnTo>
                <a:moveTo>
                  <a:pt x="384" y="1002"/>
                </a:moveTo>
                <a:lnTo>
                  <a:pt x="340" y="1002"/>
                </a:lnTo>
                <a:lnTo>
                  <a:pt x="340" y="993"/>
                </a:lnTo>
                <a:lnTo>
                  <a:pt x="384" y="993"/>
                </a:lnTo>
                <a:lnTo>
                  <a:pt x="384" y="1002"/>
                </a:lnTo>
                <a:moveTo>
                  <a:pt x="308" y="1002"/>
                </a:moveTo>
                <a:lnTo>
                  <a:pt x="264" y="1002"/>
                </a:lnTo>
                <a:lnTo>
                  <a:pt x="264" y="993"/>
                </a:lnTo>
                <a:lnTo>
                  <a:pt x="308" y="993"/>
                </a:lnTo>
                <a:lnTo>
                  <a:pt x="308" y="1002"/>
                </a:lnTo>
                <a:moveTo>
                  <a:pt x="233" y="1002"/>
                </a:moveTo>
                <a:lnTo>
                  <a:pt x="188" y="1002"/>
                </a:lnTo>
                <a:lnTo>
                  <a:pt x="188" y="993"/>
                </a:lnTo>
                <a:lnTo>
                  <a:pt x="233" y="993"/>
                </a:lnTo>
                <a:lnTo>
                  <a:pt x="233" y="1002"/>
                </a:lnTo>
                <a:moveTo>
                  <a:pt x="157" y="1002"/>
                </a:moveTo>
                <a:lnTo>
                  <a:pt x="112" y="1002"/>
                </a:lnTo>
                <a:lnTo>
                  <a:pt x="112" y="993"/>
                </a:lnTo>
                <a:lnTo>
                  <a:pt x="157" y="993"/>
                </a:lnTo>
                <a:lnTo>
                  <a:pt x="157" y="1002"/>
                </a:lnTo>
                <a:moveTo>
                  <a:pt x="81" y="1002"/>
                </a:moveTo>
                <a:lnTo>
                  <a:pt x="55" y="1002"/>
                </a:lnTo>
                <a:cubicBezTo>
                  <a:pt x="48" y="1002"/>
                  <a:pt x="42" y="1001"/>
                  <a:pt x="35" y="998"/>
                </a:cubicBezTo>
                <a:lnTo>
                  <a:pt x="38" y="990"/>
                </a:lnTo>
                <a:cubicBezTo>
                  <a:pt x="44" y="992"/>
                  <a:pt x="50" y="993"/>
                  <a:pt x="55" y="993"/>
                </a:cubicBezTo>
                <a:lnTo>
                  <a:pt x="81" y="993"/>
                </a:lnTo>
                <a:lnTo>
                  <a:pt x="81" y="1002"/>
                </a:lnTo>
                <a:moveTo>
                  <a:pt x="9" y="976"/>
                </a:moveTo>
                <a:cubicBezTo>
                  <a:pt x="3" y="967"/>
                  <a:pt x="0" y="957"/>
                  <a:pt x="0" y="947"/>
                </a:cubicBezTo>
                <a:lnTo>
                  <a:pt x="0" y="931"/>
                </a:lnTo>
                <a:lnTo>
                  <a:pt x="9" y="931"/>
                </a:lnTo>
                <a:lnTo>
                  <a:pt x="9" y="947"/>
                </a:lnTo>
                <a:cubicBezTo>
                  <a:pt x="9" y="956"/>
                  <a:pt x="12" y="964"/>
                  <a:pt x="16" y="971"/>
                </a:cubicBezTo>
                <a:lnTo>
                  <a:pt x="9" y="976"/>
                </a:lnTo>
                <a:moveTo>
                  <a:pt x="0" y="899"/>
                </a:moveTo>
                <a:lnTo>
                  <a:pt x="0" y="855"/>
                </a:lnTo>
                <a:lnTo>
                  <a:pt x="9" y="855"/>
                </a:lnTo>
                <a:lnTo>
                  <a:pt x="9" y="899"/>
                </a:lnTo>
                <a:lnTo>
                  <a:pt x="0" y="899"/>
                </a:lnTo>
                <a:moveTo>
                  <a:pt x="0" y="823"/>
                </a:moveTo>
                <a:lnTo>
                  <a:pt x="0" y="779"/>
                </a:lnTo>
                <a:lnTo>
                  <a:pt x="9" y="779"/>
                </a:lnTo>
                <a:lnTo>
                  <a:pt x="9" y="823"/>
                </a:lnTo>
                <a:lnTo>
                  <a:pt x="0" y="823"/>
                </a:lnTo>
                <a:moveTo>
                  <a:pt x="0" y="747"/>
                </a:moveTo>
                <a:lnTo>
                  <a:pt x="0" y="703"/>
                </a:lnTo>
                <a:lnTo>
                  <a:pt x="9" y="703"/>
                </a:lnTo>
                <a:lnTo>
                  <a:pt x="9" y="747"/>
                </a:lnTo>
                <a:lnTo>
                  <a:pt x="0" y="747"/>
                </a:lnTo>
                <a:moveTo>
                  <a:pt x="0" y="672"/>
                </a:moveTo>
                <a:lnTo>
                  <a:pt x="0" y="627"/>
                </a:lnTo>
                <a:lnTo>
                  <a:pt x="9" y="627"/>
                </a:lnTo>
                <a:lnTo>
                  <a:pt x="9" y="672"/>
                </a:lnTo>
                <a:lnTo>
                  <a:pt x="0" y="672"/>
                </a:lnTo>
                <a:moveTo>
                  <a:pt x="0" y="596"/>
                </a:moveTo>
                <a:lnTo>
                  <a:pt x="0" y="552"/>
                </a:lnTo>
                <a:lnTo>
                  <a:pt x="9" y="552"/>
                </a:lnTo>
                <a:lnTo>
                  <a:pt x="9" y="596"/>
                </a:lnTo>
                <a:lnTo>
                  <a:pt x="0" y="596"/>
                </a:lnTo>
                <a:moveTo>
                  <a:pt x="0" y="520"/>
                </a:moveTo>
                <a:lnTo>
                  <a:pt x="0" y="476"/>
                </a:lnTo>
                <a:lnTo>
                  <a:pt x="9" y="476"/>
                </a:lnTo>
                <a:lnTo>
                  <a:pt x="9" y="520"/>
                </a:lnTo>
                <a:lnTo>
                  <a:pt x="0" y="520"/>
                </a:lnTo>
                <a:moveTo>
                  <a:pt x="0" y="444"/>
                </a:moveTo>
                <a:lnTo>
                  <a:pt x="0" y="400"/>
                </a:lnTo>
                <a:lnTo>
                  <a:pt x="9" y="400"/>
                </a:lnTo>
                <a:lnTo>
                  <a:pt x="9" y="444"/>
                </a:lnTo>
                <a:lnTo>
                  <a:pt x="0" y="444"/>
                </a:lnTo>
                <a:moveTo>
                  <a:pt x="0" y="368"/>
                </a:moveTo>
                <a:lnTo>
                  <a:pt x="0" y="324"/>
                </a:lnTo>
                <a:lnTo>
                  <a:pt x="9" y="324"/>
                </a:lnTo>
                <a:lnTo>
                  <a:pt x="9" y="368"/>
                </a:lnTo>
                <a:lnTo>
                  <a:pt x="0" y="368"/>
                </a:lnTo>
                <a:moveTo>
                  <a:pt x="0" y="292"/>
                </a:moveTo>
                <a:lnTo>
                  <a:pt x="0" y="248"/>
                </a:lnTo>
                <a:lnTo>
                  <a:pt x="9" y="248"/>
                </a:lnTo>
                <a:lnTo>
                  <a:pt x="9" y="292"/>
                </a:lnTo>
                <a:lnTo>
                  <a:pt x="0" y="292"/>
                </a:lnTo>
                <a:moveTo>
                  <a:pt x="0" y="217"/>
                </a:moveTo>
                <a:lnTo>
                  <a:pt x="0" y="171"/>
                </a:lnTo>
                <a:lnTo>
                  <a:pt x="9" y="171"/>
                </a:lnTo>
                <a:lnTo>
                  <a:pt x="9" y="217"/>
                </a:lnTo>
                <a:lnTo>
                  <a:pt x="0" y="217"/>
                </a:lnTo>
                <a:moveTo>
                  <a:pt x="0" y="140"/>
                </a:moveTo>
                <a:lnTo>
                  <a:pt x="0" y="95"/>
                </a:lnTo>
                <a:lnTo>
                  <a:pt x="9" y="95"/>
                </a:lnTo>
                <a:lnTo>
                  <a:pt x="9" y="140"/>
                </a:lnTo>
                <a:lnTo>
                  <a:pt x="0" y="140"/>
                </a:lnTo>
                <a:moveTo>
                  <a:pt x="0" y="64"/>
                </a:moveTo>
                <a:lnTo>
                  <a:pt x="0" y="55"/>
                </a:lnTo>
                <a:cubicBezTo>
                  <a:pt x="0" y="41"/>
                  <a:pt x="5" y="30"/>
                  <a:pt x="13" y="19"/>
                </a:cubicBezTo>
                <a:lnTo>
                  <a:pt x="20" y="25"/>
                </a:lnTo>
                <a:cubicBezTo>
                  <a:pt x="13" y="34"/>
                  <a:pt x="9" y="43"/>
                  <a:pt x="9" y="55"/>
                </a:cubicBezTo>
                <a:lnTo>
                  <a:pt x="9" y="64"/>
                </a:lnTo>
                <a:lnTo>
                  <a:pt x="0" y="64"/>
                </a:lnTo>
                <a:moveTo>
                  <a:pt x="42" y="1"/>
                </a:moveTo>
                <a:cubicBezTo>
                  <a:pt x="47" y="0"/>
                  <a:pt x="51" y="0"/>
                  <a:pt x="55" y="0"/>
                </a:cubicBezTo>
                <a:lnTo>
                  <a:pt x="100" y="0"/>
                </a:lnTo>
                <a:lnTo>
                  <a:pt x="100" y="9"/>
                </a:lnTo>
                <a:lnTo>
                  <a:pt x="55" y="9"/>
                </a:lnTo>
                <a:cubicBezTo>
                  <a:pt x="52" y="9"/>
                  <a:pt x="48" y="9"/>
                  <a:pt x="44" y="10"/>
                </a:cubicBezTo>
                <a:lnTo>
                  <a:pt x="42" y="1"/>
                </a:lnTo>
                <a:close/>
              </a:path>
            </a:pathLst>
          </a:custGeom>
          <a:solidFill>
            <a:srgbClr val="9aa5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4030200" y="2961720"/>
            <a:ext cx="514440" cy="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90" spc="-1" strike="noStrike">
                <a:solidFill>
                  <a:srgbClr val="5b6663"/>
                </a:solidFill>
                <a:latin typeface="DejaVuSans"/>
                <a:ea typeface="DejaVuSans"/>
              </a:rPr>
              <a:t>Student Informatie Systeem</a:t>
            </a:r>
            <a:endParaRPr b="0" lang="en-US" sz="2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" name=""/>
          <p:cNvSpPr/>
          <p:nvPr/>
        </p:nvSpPr>
        <p:spPr>
          <a:xfrm>
            <a:off x="3030120" y="781560"/>
            <a:ext cx="3600" cy="104760"/>
          </a:xfrm>
          <a:custGeom>
            <a:avLst/>
            <a:gdLst/>
            <a:ahLst/>
            <a:rect l="0" t="0" r="r" b="b"/>
            <a:pathLst>
              <a:path w="10" h="291">
                <a:moveTo>
                  <a:pt x="0" y="291"/>
                </a:moveTo>
                <a:lnTo>
                  <a:pt x="0" y="260"/>
                </a:lnTo>
                <a:lnTo>
                  <a:pt x="10" y="260"/>
                </a:lnTo>
                <a:lnTo>
                  <a:pt x="10" y="291"/>
                </a:lnTo>
                <a:lnTo>
                  <a:pt x="0" y="291"/>
                </a:lnTo>
                <a:moveTo>
                  <a:pt x="0" y="234"/>
                </a:moveTo>
                <a:lnTo>
                  <a:pt x="0" y="203"/>
                </a:lnTo>
                <a:lnTo>
                  <a:pt x="10" y="203"/>
                </a:lnTo>
                <a:lnTo>
                  <a:pt x="10" y="234"/>
                </a:lnTo>
                <a:lnTo>
                  <a:pt x="0" y="234"/>
                </a:lnTo>
                <a:moveTo>
                  <a:pt x="0" y="178"/>
                </a:moveTo>
                <a:lnTo>
                  <a:pt x="0" y="146"/>
                </a:lnTo>
                <a:lnTo>
                  <a:pt x="10" y="146"/>
                </a:lnTo>
                <a:lnTo>
                  <a:pt x="10" y="178"/>
                </a:lnTo>
                <a:lnTo>
                  <a:pt x="0" y="178"/>
                </a:lnTo>
                <a:moveTo>
                  <a:pt x="0" y="121"/>
                </a:moveTo>
                <a:lnTo>
                  <a:pt x="0" y="89"/>
                </a:lnTo>
                <a:lnTo>
                  <a:pt x="10" y="89"/>
                </a:lnTo>
                <a:lnTo>
                  <a:pt x="10" y="121"/>
                </a:lnTo>
                <a:lnTo>
                  <a:pt x="0" y="121"/>
                </a:lnTo>
                <a:moveTo>
                  <a:pt x="0" y="64"/>
                </a:moveTo>
                <a:lnTo>
                  <a:pt x="0" y="32"/>
                </a:lnTo>
                <a:lnTo>
                  <a:pt x="10" y="32"/>
                </a:lnTo>
                <a:lnTo>
                  <a:pt x="10" y="64"/>
                </a:lnTo>
                <a:lnTo>
                  <a:pt x="0" y="64"/>
                </a:lnTo>
                <a:moveTo>
                  <a:pt x="0" y="7"/>
                </a:moveTo>
                <a:lnTo>
                  <a:pt x="0" y="0"/>
                </a:lnTo>
                <a:lnTo>
                  <a:pt x="10" y="0"/>
                </a:lnTo>
                <a:lnTo>
                  <a:pt x="10" y="7"/>
                </a:lnTo>
                <a:lnTo>
                  <a:pt x="0" y="7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" name=""/>
          <p:cNvSpPr/>
          <p:nvPr/>
        </p:nvSpPr>
        <p:spPr>
          <a:xfrm>
            <a:off x="1621080" y="1411200"/>
            <a:ext cx="235080" cy="3600"/>
          </a:xfrm>
          <a:custGeom>
            <a:avLst/>
            <a:gdLst/>
            <a:ahLst/>
            <a:rect l="0" t="0" r="r" b="b"/>
            <a:pathLst>
              <a:path w="653" h="10">
                <a:moveTo>
                  <a:pt x="0" y="0"/>
                </a:moveTo>
                <a:lnTo>
                  <a:pt x="32" y="0"/>
                </a:lnTo>
                <a:lnTo>
                  <a:pt x="32" y="10"/>
                </a:lnTo>
                <a:lnTo>
                  <a:pt x="0" y="10"/>
                </a:lnTo>
                <a:lnTo>
                  <a:pt x="0" y="0"/>
                </a:lnTo>
                <a:moveTo>
                  <a:pt x="57" y="0"/>
                </a:moveTo>
                <a:lnTo>
                  <a:pt x="89" y="0"/>
                </a:lnTo>
                <a:lnTo>
                  <a:pt x="89" y="10"/>
                </a:lnTo>
                <a:lnTo>
                  <a:pt x="57" y="10"/>
                </a:lnTo>
                <a:lnTo>
                  <a:pt x="57" y="0"/>
                </a:lnTo>
                <a:moveTo>
                  <a:pt x="114" y="0"/>
                </a:moveTo>
                <a:lnTo>
                  <a:pt x="146" y="0"/>
                </a:lnTo>
                <a:lnTo>
                  <a:pt x="146" y="10"/>
                </a:lnTo>
                <a:lnTo>
                  <a:pt x="114" y="10"/>
                </a:lnTo>
                <a:lnTo>
                  <a:pt x="114" y="0"/>
                </a:lnTo>
                <a:moveTo>
                  <a:pt x="171" y="0"/>
                </a:moveTo>
                <a:lnTo>
                  <a:pt x="203" y="0"/>
                </a:lnTo>
                <a:lnTo>
                  <a:pt x="203" y="10"/>
                </a:lnTo>
                <a:lnTo>
                  <a:pt x="171" y="10"/>
                </a:lnTo>
                <a:lnTo>
                  <a:pt x="171" y="0"/>
                </a:lnTo>
                <a:moveTo>
                  <a:pt x="228" y="0"/>
                </a:moveTo>
                <a:lnTo>
                  <a:pt x="260" y="0"/>
                </a:lnTo>
                <a:lnTo>
                  <a:pt x="260" y="10"/>
                </a:lnTo>
                <a:lnTo>
                  <a:pt x="228" y="10"/>
                </a:lnTo>
                <a:lnTo>
                  <a:pt x="228" y="0"/>
                </a:lnTo>
                <a:moveTo>
                  <a:pt x="285" y="0"/>
                </a:moveTo>
                <a:lnTo>
                  <a:pt x="317" y="0"/>
                </a:lnTo>
                <a:lnTo>
                  <a:pt x="317" y="10"/>
                </a:lnTo>
                <a:lnTo>
                  <a:pt x="285" y="10"/>
                </a:lnTo>
                <a:lnTo>
                  <a:pt x="285" y="0"/>
                </a:lnTo>
                <a:moveTo>
                  <a:pt x="342" y="0"/>
                </a:moveTo>
                <a:lnTo>
                  <a:pt x="374" y="0"/>
                </a:lnTo>
                <a:lnTo>
                  <a:pt x="374" y="10"/>
                </a:lnTo>
                <a:lnTo>
                  <a:pt x="342" y="10"/>
                </a:lnTo>
                <a:lnTo>
                  <a:pt x="342" y="0"/>
                </a:lnTo>
                <a:moveTo>
                  <a:pt x="400" y="0"/>
                </a:moveTo>
                <a:lnTo>
                  <a:pt x="432" y="0"/>
                </a:lnTo>
                <a:lnTo>
                  <a:pt x="432" y="10"/>
                </a:lnTo>
                <a:lnTo>
                  <a:pt x="400" y="10"/>
                </a:lnTo>
                <a:lnTo>
                  <a:pt x="400" y="0"/>
                </a:lnTo>
                <a:moveTo>
                  <a:pt x="457" y="0"/>
                </a:moveTo>
                <a:lnTo>
                  <a:pt x="489" y="0"/>
                </a:lnTo>
                <a:lnTo>
                  <a:pt x="489" y="10"/>
                </a:lnTo>
                <a:lnTo>
                  <a:pt x="457" y="10"/>
                </a:lnTo>
                <a:lnTo>
                  <a:pt x="457" y="0"/>
                </a:lnTo>
                <a:moveTo>
                  <a:pt x="514" y="0"/>
                </a:moveTo>
                <a:lnTo>
                  <a:pt x="546" y="0"/>
                </a:lnTo>
                <a:lnTo>
                  <a:pt x="546" y="10"/>
                </a:lnTo>
                <a:lnTo>
                  <a:pt x="514" y="10"/>
                </a:lnTo>
                <a:lnTo>
                  <a:pt x="514" y="0"/>
                </a:lnTo>
                <a:moveTo>
                  <a:pt x="571" y="0"/>
                </a:moveTo>
                <a:lnTo>
                  <a:pt x="603" y="0"/>
                </a:lnTo>
                <a:lnTo>
                  <a:pt x="603" y="10"/>
                </a:lnTo>
                <a:lnTo>
                  <a:pt x="571" y="10"/>
                </a:lnTo>
                <a:lnTo>
                  <a:pt x="571" y="0"/>
                </a:lnTo>
                <a:moveTo>
                  <a:pt x="628" y="0"/>
                </a:moveTo>
                <a:lnTo>
                  <a:pt x="653" y="0"/>
                </a:lnTo>
                <a:lnTo>
                  <a:pt x="653" y="10"/>
                </a:lnTo>
                <a:lnTo>
                  <a:pt x="628" y="10"/>
                </a:lnTo>
                <a:lnTo>
                  <a:pt x="628" y="0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" name=""/>
          <p:cNvSpPr/>
          <p:nvPr/>
        </p:nvSpPr>
        <p:spPr>
          <a:xfrm>
            <a:off x="1440720" y="1588680"/>
            <a:ext cx="411120" cy="198720"/>
          </a:xfrm>
          <a:custGeom>
            <a:avLst/>
            <a:gdLst/>
            <a:ahLst/>
            <a:rect l="0" t="0" r="r" b="b"/>
            <a:pathLst>
              <a:path w="1142" h="552">
                <a:moveTo>
                  <a:pt x="0" y="552"/>
                </a:moveTo>
                <a:lnTo>
                  <a:pt x="0" y="521"/>
                </a:lnTo>
                <a:lnTo>
                  <a:pt x="9" y="521"/>
                </a:lnTo>
                <a:lnTo>
                  <a:pt x="9" y="552"/>
                </a:lnTo>
                <a:lnTo>
                  <a:pt x="0" y="552"/>
                </a:lnTo>
                <a:moveTo>
                  <a:pt x="0" y="495"/>
                </a:moveTo>
                <a:lnTo>
                  <a:pt x="0" y="464"/>
                </a:lnTo>
                <a:lnTo>
                  <a:pt x="9" y="464"/>
                </a:lnTo>
                <a:lnTo>
                  <a:pt x="9" y="495"/>
                </a:lnTo>
                <a:lnTo>
                  <a:pt x="0" y="495"/>
                </a:lnTo>
                <a:moveTo>
                  <a:pt x="0" y="439"/>
                </a:moveTo>
                <a:lnTo>
                  <a:pt x="0" y="407"/>
                </a:lnTo>
                <a:lnTo>
                  <a:pt x="9" y="407"/>
                </a:lnTo>
                <a:lnTo>
                  <a:pt x="9" y="439"/>
                </a:lnTo>
                <a:lnTo>
                  <a:pt x="0" y="439"/>
                </a:lnTo>
                <a:moveTo>
                  <a:pt x="0" y="382"/>
                </a:moveTo>
                <a:lnTo>
                  <a:pt x="0" y="350"/>
                </a:lnTo>
                <a:lnTo>
                  <a:pt x="9" y="350"/>
                </a:lnTo>
                <a:lnTo>
                  <a:pt x="9" y="382"/>
                </a:lnTo>
                <a:lnTo>
                  <a:pt x="0" y="382"/>
                </a:lnTo>
                <a:moveTo>
                  <a:pt x="0" y="325"/>
                </a:moveTo>
                <a:lnTo>
                  <a:pt x="0" y="293"/>
                </a:lnTo>
                <a:lnTo>
                  <a:pt x="9" y="293"/>
                </a:lnTo>
                <a:lnTo>
                  <a:pt x="9" y="325"/>
                </a:lnTo>
                <a:lnTo>
                  <a:pt x="0" y="325"/>
                </a:lnTo>
                <a:moveTo>
                  <a:pt x="0" y="267"/>
                </a:moveTo>
                <a:lnTo>
                  <a:pt x="0" y="235"/>
                </a:lnTo>
                <a:lnTo>
                  <a:pt x="9" y="235"/>
                </a:lnTo>
                <a:lnTo>
                  <a:pt x="9" y="267"/>
                </a:lnTo>
                <a:lnTo>
                  <a:pt x="0" y="267"/>
                </a:lnTo>
                <a:moveTo>
                  <a:pt x="0" y="210"/>
                </a:moveTo>
                <a:lnTo>
                  <a:pt x="0" y="178"/>
                </a:lnTo>
                <a:lnTo>
                  <a:pt x="9" y="178"/>
                </a:lnTo>
                <a:lnTo>
                  <a:pt x="9" y="210"/>
                </a:lnTo>
                <a:lnTo>
                  <a:pt x="0" y="210"/>
                </a:lnTo>
                <a:moveTo>
                  <a:pt x="0" y="153"/>
                </a:moveTo>
                <a:lnTo>
                  <a:pt x="0" y="121"/>
                </a:lnTo>
                <a:lnTo>
                  <a:pt x="9" y="121"/>
                </a:lnTo>
                <a:lnTo>
                  <a:pt x="9" y="153"/>
                </a:lnTo>
                <a:lnTo>
                  <a:pt x="0" y="153"/>
                </a:lnTo>
                <a:moveTo>
                  <a:pt x="0" y="96"/>
                </a:moveTo>
                <a:lnTo>
                  <a:pt x="0" y="65"/>
                </a:lnTo>
                <a:lnTo>
                  <a:pt x="9" y="65"/>
                </a:lnTo>
                <a:lnTo>
                  <a:pt x="9" y="96"/>
                </a:lnTo>
                <a:lnTo>
                  <a:pt x="0" y="96"/>
                </a:lnTo>
                <a:moveTo>
                  <a:pt x="0" y="39"/>
                </a:moveTo>
                <a:lnTo>
                  <a:pt x="0" y="8"/>
                </a:lnTo>
                <a:lnTo>
                  <a:pt x="9" y="8"/>
                </a:lnTo>
                <a:lnTo>
                  <a:pt x="9" y="39"/>
                </a:lnTo>
                <a:lnTo>
                  <a:pt x="0" y="39"/>
                </a:lnTo>
                <a:moveTo>
                  <a:pt x="26" y="0"/>
                </a:moveTo>
                <a:lnTo>
                  <a:pt x="58" y="0"/>
                </a:lnTo>
                <a:lnTo>
                  <a:pt x="58" y="9"/>
                </a:lnTo>
                <a:lnTo>
                  <a:pt x="26" y="9"/>
                </a:lnTo>
                <a:lnTo>
                  <a:pt x="26" y="0"/>
                </a:lnTo>
                <a:moveTo>
                  <a:pt x="83" y="0"/>
                </a:moveTo>
                <a:lnTo>
                  <a:pt x="115" y="0"/>
                </a:lnTo>
                <a:lnTo>
                  <a:pt x="115" y="9"/>
                </a:lnTo>
                <a:lnTo>
                  <a:pt x="83" y="9"/>
                </a:lnTo>
                <a:lnTo>
                  <a:pt x="83" y="0"/>
                </a:lnTo>
                <a:moveTo>
                  <a:pt x="140" y="0"/>
                </a:moveTo>
                <a:lnTo>
                  <a:pt x="172" y="0"/>
                </a:lnTo>
                <a:lnTo>
                  <a:pt x="172" y="9"/>
                </a:lnTo>
                <a:lnTo>
                  <a:pt x="140" y="9"/>
                </a:lnTo>
                <a:lnTo>
                  <a:pt x="140" y="0"/>
                </a:lnTo>
                <a:moveTo>
                  <a:pt x="197" y="0"/>
                </a:moveTo>
                <a:lnTo>
                  <a:pt x="229" y="0"/>
                </a:lnTo>
                <a:lnTo>
                  <a:pt x="229" y="9"/>
                </a:lnTo>
                <a:lnTo>
                  <a:pt x="197" y="9"/>
                </a:lnTo>
                <a:lnTo>
                  <a:pt x="197" y="0"/>
                </a:lnTo>
                <a:moveTo>
                  <a:pt x="254" y="0"/>
                </a:moveTo>
                <a:lnTo>
                  <a:pt x="286" y="0"/>
                </a:lnTo>
                <a:lnTo>
                  <a:pt x="286" y="9"/>
                </a:lnTo>
                <a:lnTo>
                  <a:pt x="254" y="9"/>
                </a:lnTo>
                <a:lnTo>
                  <a:pt x="254" y="0"/>
                </a:lnTo>
                <a:moveTo>
                  <a:pt x="311" y="0"/>
                </a:moveTo>
                <a:lnTo>
                  <a:pt x="343" y="0"/>
                </a:lnTo>
                <a:lnTo>
                  <a:pt x="343" y="9"/>
                </a:lnTo>
                <a:lnTo>
                  <a:pt x="311" y="9"/>
                </a:lnTo>
                <a:lnTo>
                  <a:pt x="311" y="0"/>
                </a:lnTo>
                <a:moveTo>
                  <a:pt x="368" y="0"/>
                </a:moveTo>
                <a:lnTo>
                  <a:pt x="400" y="0"/>
                </a:lnTo>
                <a:lnTo>
                  <a:pt x="400" y="9"/>
                </a:lnTo>
                <a:lnTo>
                  <a:pt x="368" y="9"/>
                </a:lnTo>
                <a:lnTo>
                  <a:pt x="368" y="0"/>
                </a:lnTo>
                <a:moveTo>
                  <a:pt x="425" y="0"/>
                </a:moveTo>
                <a:lnTo>
                  <a:pt x="457" y="0"/>
                </a:lnTo>
                <a:lnTo>
                  <a:pt x="457" y="9"/>
                </a:lnTo>
                <a:lnTo>
                  <a:pt x="425" y="9"/>
                </a:lnTo>
                <a:lnTo>
                  <a:pt x="425" y="0"/>
                </a:lnTo>
                <a:moveTo>
                  <a:pt x="482" y="0"/>
                </a:moveTo>
                <a:lnTo>
                  <a:pt x="514" y="0"/>
                </a:lnTo>
                <a:lnTo>
                  <a:pt x="514" y="9"/>
                </a:lnTo>
                <a:lnTo>
                  <a:pt x="482" y="9"/>
                </a:lnTo>
                <a:lnTo>
                  <a:pt x="482" y="0"/>
                </a:lnTo>
                <a:moveTo>
                  <a:pt x="539" y="0"/>
                </a:moveTo>
                <a:lnTo>
                  <a:pt x="571" y="0"/>
                </a:lnTo>
                <a:lnTo>
                  <a:pt x="571" y="9"/>
                </a:lnTo>
                <a:lnTo>
                  <a:pt x="539" y="9"/>
                </a:lnTo>
                <a:lnTo>
                  <a:pt x="539" y="0"/>
                </a:lnTo>
                <a:moveTo>
                  <a:pt x="596" y="0"/>
                </a:moveTo>
                <a:lnTo>
                  <a:pt x="628" y="0"/>
                </a:lnTo>
                <a:lnTo>
                  <a:pt x="628" y="9"/>
                </a:lnTo>
                <a:lnTo>
                  <a:pt x="596" y="9"/>
                </a:lnTo>
                <a:lnTo>
                  <a:pt x="596" y="0"/>
                </a:lnTo>
                <a:moveTo>
                  <a:pt x="653" y="0"/>
                </a:moveTo>
                <a:lnTo>
                  <a:pt x="685" y="0"/>
                </a:lnTo>
                <a:lnTo>
                  <a:pt x="685" y="9"/>
                </a:lnTo>
                <a:lnTo>
                  <a:pt x="653" y="9"/>
                </a:lnTo>
                <a:lnTo>
                  <a:pt x="653" y="0"/>
                </a:lnTo>
                <a:moveTo>
                  <a:pt x="710" y="0"/>
                </a:moveTo>
                <a:lnTo>
                  <a:pt x="742" y="0"/>
                </a:lnTo>
                <a:lnTo>
                  <a:pt x="742" y="9"/>
                </a:lnTo>
                <a:lnTo>
                  <a:pt x="710" y="9"/>
                </a:lnTo>
                <a:lnTo>
                  <a:pt x="710" y="0"/>
                </a:lnTo>
                <a:moveTo>
                  <a:pt x="767" y="0"/>
                </a:moveTo>
                <a:lnTo>
                  <a:pt x="799" y="0"/>
                </a:lnTo>
                <a:lnTo>
                  <a:pt x="799" y="9"/>
                </a:lnTo>
                <a:lnTo>
                  <a:pt x="767" y="9"/>
                </a:lnTo>
                <a:lnTo>
                  <a:pt x="767" y="0"/>
                </a:lnTo>
                <a:moveTo>
                  <a:pt x="824" y="0"/>
                </a:moveTo>
                <a:lnTo>
                  <a:pt x="856" y="0"/>
                </a:lnTo>
                <a:lnTo>
                  <a:pt x="856" y="9"/>
                </a:lnTo>
                <a:lnTo>
                  <a:pt x="824" y="9"/>
                </a:lnTo>
                <a:lnTo>
                  <a:pt x="824" y="0"/>
                </a:lnTo>
                <a:moveTo>
                  <a:pt x="881" y="0"/>
                </a:moveTo>
                <a:lnTo>
                  <a:pt x="913" y="0"/>
                </a:lnTo>
                <a:lnTo>
                  <a:pt x="913" y="9"/>
                </a:lnTo>
                <a:lnTo>
                  <a:pt x="881" y="9"/>
                </a:lnTo>
                <a:lnTo>
                  <a:pt x="881" y="0"/>
                </a:lnTo>
                <a:moveTo>
                  <a:pt x="938" y="0"/>
                </a:moveTo>
                <a:lnTo>
                  <a:pt x="970" y="0"/>
                </a:lnTo>
                <a:lnTo>
                  <a:pt x="970" y="9"/>
                </a:lnTo>
                <a:lnTo>
                  <a:pt x="938" y="9"/>
                </a:lnTo>
                <a:lnTo>
                  <a:pt x="938" y="0"/>
                </a:lnTo>
                <a:moveTo>
                  <a:pt x="995" y="0"/>
                </a:moveTo>
                <a:lnTo>
                  <a:pt x="1027" y="0"/>
                </a:lnTo>
                <a:lnTo>
                  <a:pt x="1027" y="9"/>
                </a:lnTo>
                <a:lnTo>
                  <a:pt x="995" y="9"/>
                </a:lnTo>
                <a:lnTo>
                  <a:pt x="995" y="0"/>
                </a:lnTo>
                <a:moveTo>
                  <a:pt x="1052" y="0"/>
                </a:moveTo>
                <a:lnTo>
                  <a:pt x="1084" y="0"/>
                </a:lnTo>
                <a:lnTo>
                  <a:pt x="1084" y="9"/>
                </a:lnTo>
                <a:lnTo>
                  <a:pt x="1052" y="9"/>
                </a:lnTo>
                <a:lnTo>
                  <a:pt x="1052" y="0"/>
                </a:lnTo>
                <a:moveTo>
                  <a:pt x="1109" y="0"/>
                </a:moveTo>
                <a:lnTo>
                  <a:pt x="1142" y="0"/>
                </a:lnTo>
                <a:lnTo>
                  <a:pt x="1142" y="9"/>
                </a:lnTo>
                <a:lnTo>
                  <a:pt x="1109" y="9"/>
                </a:lnTo>
                <a:lnTo>
                  <a:pt x="1109" y="0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" name=""/>
          <p:cNvSpPr/>
          <p:nvPr/>
        </p:nvSpPr>
        <p:spPr>
          <a:xfrm>
            <a:off x="5933880" y="920160"/>
            <a:ext cx="3240" cy="360000"/>
          </a:xfrm>
          <a:custGeom>
            <a:avLst/>
            <a:gdLst/>
            <a:ahLst/>
            <a:rect l="0" t="0" r="r" b="b"/>
            <a:pathLst>
              <a:path w="9" h="1000">
                <a:moveTo>
                  <a:pt x="0" y="1000"/>
                </a:moveTo>
                <a:lnTo>
                  <a:pt x="0" y="968"/>
                </a:lnTo>
                <a:lnTo>
                  <a:pt x="9" y="968"/>
                </a:lnTo>
                <a:lnTo>
                  <a:pt x="9" y="1000"/>
                </a:lnTo>
                <a:lnTo>
                  <a:pt x="0" y="1000"/>
                </a:lnTo>
                <a:moveTo>
                  <a:pt x="0" y="943"/>
                </a:moveTo>
                <a:lnTo>
                  <a:pt x="0" y="910"/>
                </a:lnTo>
                <a:lnTo>
                  <a:pt x="9" y="910"/>
                </a:lnTo>
                <a:lnTo>
                  <a:pt x="9" y="943"/>
                </a:lnTo>
                <a:lnTo>
                  <a:pt x="0" y="943"/>
                </a:lnTo>
                <a:moveTo>
                  <a:pt x="0" y="885"/>
                </a:moveTo>
                <a:lnTo>
                  <a:pt x="0" y="853"/>
                </a:lnTo>
                <a:lnTo>
                  <a:pt x="9" y="853"/>
                </a:lnTo>
                <a:lnTo>
                  <a:pt x="9" y="885"/>
                </a:lnTo>
                <a:lnTo>
                  <a:pt x="0" y="885"/>
                </a:lnTo>
                <a:moveTo>
                  <a:pt x="0" y="828"/>
                </a:moveTo>
                <a:lnTo>
                  <a:pt x="0" y="797"/>
                </a:lnTo>
                <a:lnTo>
                  <a:pt x="9" y="797"/>
                </a:lnTo>
                <a:lnTo>
                  <a:pt x="9" y="828"/>
                </a:lnTo>
                <a:lnTo>
                  <a:pt x="0" y="828"/>
                </a:lnTo>
                <a:moveTo>
                  <a:pt x="0" y="771"/>
                </a:moveTo>
                <a:lnTo>
                  <a:pt x="0" y="740"/>
                </a:lnTo>
                <a:lnTo>
                  <a:pt x="9" y="740"/>
                </a:lnTo>
                <a:lnTo>
                  <a:pt x="9" y="771"/>
                </a:lnTo>
                <a:lnTo>
                  <a:pt x="0" y="771"/>
                </a:lnTo>
                <a:moveTo>
                  <a:pt x="0" y="714"/>
                </a:moveTo>
                <a:lnTo>
                  <a:pt x="0" y="683"/>
                </a:lnTo>
                <a:lnTo>
                  <a:pt x="9" y="683"/>
                </a:lnTo>
                <a:lnTo>
                  <a:pt x="9" y="714"/>
                </a:lnTo>
                <a:lnTo>
                  <a:pt x="0" y="714"/>
                </a:lnTo>
                <a:moveTo>
                  <a:pt x="0" y="657"/>
                </a:moveTo>
                <a:lnTo>
                  <a:pt x="0" y="626"/>
                </a:lnTo>
                <a:lnTo>
                  <a:pt x="9" y="626"/>
                </a:lnTo>
                <a:lnTo>
                  <a:pt x="9" y="657"/>
                </a:lnTo>
                <a:lnTo>
                  <a:pt x="0" y="657"/>
                </a:lnTo>
                <a:moveTo>
                  <a:pt x="0" y="601"/>
                </a:moveTo>
                <a:lnTo>
                  <a:pt x="0" y="569"/>
                </a:lnTo>
                <a:lnTo>
                  <a:pt x="9" y="569"/>
                </a:lnTo>
                <a:lnTo>
                  <a:pt x="9" y="601"/>
                </a:lnTo>
                <a:lnTo>
                  <a:pt x="0" y="601"/>
                </a:lnTo>
                <a:moveTo>
                  <a:pt x="0" y="544"/>
                </a:moveTo>
                <a:lnTo>
                  <a:pt x="0" y="512"/>
                </a:lnTo>
                <a:lnTo>
                  <a:pt x="9" y="512"/>
                </a:lnTo>
                <a:lnTo>
                  <a:pt x="9" y="544"/>
                </a:lnTo>
                <a:lnTo>
                  <a:pt x="0" y="544"/>
                </a:lnTo>
                <a:moveTo>
                  <a:pt x="0" y="487"/>
                </a:moveTo>
                <a:lnTo>
                  <a:pt x="0" y="455"/>
                </a:lnTo>
                <a:lnTo>
                  <a:pt x="9" y="455"/>
                </a:lnTo>
                <a:lnTo>
                  <a:pt x="9" y="487"/>
                </a:lnTo>
                <a:lnTo>
                  <a:pt x="0" y="487"/>
                </a:lnTo>
                <a:moveTo>
                  <a:pt x="0" y="430"/>
                </a:moveTo>
                <a:lnTo>
                  <a:pt x="0" y="398"/>
                </a:lnTo>
                <a:lnTo>
                  <a:pt x="9" y="398"/>
                </a:lnTo>
                <a:lnTo>
                  <a:pt x="9" y="430"/>
                </a:lnTo>
                <a:lnTo>
                  <a:pt x="0" y="430"/>
                </a:lnTo>
                <a:moveTo>
                  <a:pt x="0" y="373"/>
                </a:moveTo>
                <a:lnTo>
                  <a:pt x="0" y="341"/>
                </a:lnTo>
                <a:lnTo>
                  <a:pt x="9" y="341"/>
                </a:lnTo>
                <a:lnTo>
                  <a:pt x="9" y="373"/>
                </a:lnTo>
                <a:lnTo>
                  <a:pt x="0" y="373"/>
                </a:lnTo>
                <a:moveTo>
                  <a:pt x="0" y="316"/>
                </a:moveTo>
                <a:lnTo>
                  <a:pt x="0" y="285"/>
                </a:lnTo>
                <a:lnTo>
                  <a:pt x="9" y="285"/>
                </a:lnTo>
                <a:lnTo>
                  <a:pt x="9" y="316"/>
                </a:lnTo>
                <a:lnTo>
                  <a:pt x="0" y="316"/>
                </a:lnTo>
                <a:moveTo>
                  <a:pt x="0" y="259"/>
                </a:moveTo>
                <a:lnTo>
                  <a:pt x="0" y="228"/>
                </a:lnTo>
                <a:lnTo>
                  <a:pt x="9" y="228"/>
                </a:lnTo>
                <a:lnTo>
                  <a:pt x="9" y="259"/>
                </a:lnTo>
                <a:lnTo>
                  <a:pt x="0" y="259"/>
                </a:lnTo>
                <a:moveTo>
                  <a:pt x="0" y="202"/>
                </a:moveTo>
                <a:lnTo>
                  <a:pt x="0" y="171"/>
                </a:lnTo>
                <a:lnTo>
                  <a:pt x="9" y="171"/>
                </a:lnTo>
                <a:lnTo>
                  <a:pt x="9" y="202"/>
                </a:lnTo>
                <a:lnTo>
                  <a:pt x="0" y="202"/>
                </a:lnTo>
                <a:moveTo>
                  <a:pt x="0" y="146"/>
                </a:moveTo>
                <a:lnTo>
                  <a:pt x="0" y="114"/>
                </a:lnTo>
                <a:lnTo>
                  <a:pt x="9" y="114"/>
                </a:lnTo>
                <a:lnTo>
                  <a:pt x="9" y="146"/>
                </a:lnTo>
                <a:lnTo>
                  <a:pt x="0" y="146"/>
                </a:lnTo>
                <a:moveTo>
                  <a:pt x="0" y="89"/>
                </a:moveTo>
                <a:lnTo>
                  <a:pt x="0" y="57"/>
                </a:lnTo>
                <a:lnTo>
                  <a:pt x="9" y="57"/>
                </a:lnTo>
                <a:lnTo>
                  <a:pt x="9" y="89"/>
                </a:lnTo>
                <a:lnTo>
                  <a:pt x="0" y="89"/>
                </a:lnTo>
                <a:moveTo>
                  <a:pt x="0" y="32"/>
                </a:moveTo>
                <a:lnTo>
                  <a:pt x="0" y="0"/>
                </a:lnTo>
                <a:lnTo>
                  <a:pt x="9" y="0"/>
                </a:lnTo>
                <a:lnTo>
                  <a:pt x="9" y="32"/>
                </a:lnTo>
                <a:lnTo>
                  <a:pt x="0" y="32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" name=""/>
          <p:cNvSpPr/>
          <p:nvPr/>
        </p:nvSpPr>
        <p:spPr>
          <a:xfrm>
            <a:off x="5563440" y="913320"/>
            <a:ext cx="1221480" cy="1224720"/>
          </a:xfrm>
          <a:custGeom>
            <a:avLst/>
            <a:gdLst/>
            <a:ahLst/>
            <a:rect l="0" t="0" r="r" b="b"/>
            <a:pathLst>
              <a:path w="3393" h="3402">
                <a:moveTo>
                  <a:pt x="0" y="3402"/>
                </a:moveTo>
                <a:lnTo>
                  <a:pt x="0" y="3370"/>
                </a:lnTo>
                <a:lnTo>
                  <a:pt x="9" y="3370"/>
                </a:lnTo>
                <a:lnTo>
                  <a:pt x="9" y="3402"/>
                </a:lnTo>
                <a:lnTo>
                  <a:pt x="0" y="3402"/>
                </a:lnTo>
                <a:moveTo>
                  <a:pt x="0" y="3345"/>
                </a:moveTo>
                <a:lnTo>
                  <a:pt x="0" y="3313"/>
                </a:lnTo>
                <a:lnTo>
                  <a:pt x="9" y="3313"/>
                </a:lnTo>
                <a:lnTo>
                  <a:pt x="9" y="3345"/>
                </a:lnTo>
                <a:lnTo>
                  <a:pt x="0" y="3345"/>
                </a:lnTo>
                <a:moveTo>
                  <a:pt x="0" y="3288"/>
                </a:moveTo>
                <a:lnTo>
                  <a:pt x="0" y="3256"/>
                </a:lnTo>
                <a:lnTo>
                  <a:pt x="9" y="3256"/>
                </a:lnTo>
                <a:lnTo>
                  <a:pt x="9" y="3288"/>
                </a:lnTo>
                <a:lnTo>
                  <a:pt x="0" y="3288"/>
                </a:lnTo>
                <a:moveTo>
                  <a:pt x="0" y="3231"/>
                </a:moveTo>
                <a:lnTo>
                  <a:pt x="0" y="3199"/>
                </a:lnTo>
                <a:lnTo>
                  <a:pt x="9" y="3199"/>
                </a:lnTo>
                <a:lnTo>
                  <a:pt x="9" y="3231"/>
                </a:lnTo>
                <a:lnTo>
                  <a:pt x="0" y="3231"/>
                </a:lnTo>
                <a:moveTo>
                  <a:pt x="0" y="3174"/>
                </a:moveTo>
                <a:lnTo>
                  <a:pt x="0" y="3142"/>
                </a:lnTo>
                <a:lnTo>
                  <a:pt x="9" y="3142"/>
                </a:lnTo>
                <a:lnTo>
                  <a:pt x="9" y="3174"/>
                </a:lnTo>
                <a:lnTo>
                  <a:pt x="0" y="3174"/>
                </a:lnTo>
                <a:moveTo>
                  <a:pt x="0" y="3117"/>
                </a:moveTo>
                <a:lnTo>
                  <a:pt x="0" y="3086"/>
                </a:lnTo>
                <a:lnTo>
                  <a:pt x="9" y="3086"/>
                </a:lnTo>
                <a:lnTo>
                  <a:pt x="9" y="3117"/>
                </a:lnTo>
                <a:lnTo>
                  <a:pt x="0" y="3117"/>
                </a:lnTo>
                <a:moveTo>
                  <a:pt x="0" y="3060"/>
                </a:moveTo>
                <a:lnTo>
                  <a:pt x="0" y="3029"/>
                </a:lnTo>
                <a:lnTo>
                  <a:pt x="9" y="3029"/>
                </a:lnTo>
                <a:lnTo>
                  <a:pt x="9" y="3060"/>
                </a:lnTo>
                <a:lnTo>
                  <a:pt x="0" y="3060"/>
                </a:lnTo>
                <a:moveTo>
                  <a:pt x="0" y="3003"/>
                </a:moveTo>
                <a:lnTo>
                  <a:pt x="0" y="2972"/>
                </a:lnTo>
                <a:lnTo>
                  <a:pt x="9" y="2972"/>
                </a:lnTo>
                <a:lnTo>
                  <a:pt x="9" y="3003"/>
                </a:lnTo>
                <a:lnTo>
                  <a:pt x="0" y="3003"/>
                </a:lnTo>
                <a:moveTo>
                  <a:pt x="0" y="2947"/>
                </a:moveTo>
                <a:lnTo>
                  <a:pt x="0" y="2915"/>
                </a:lnTo>
                <a:lnTo>
                  <a:pt x="9" y="2915"/>
                </a:lnTo>
                <a:lnTo>
                  <a:pt x="9" y="2947"/>
                </a:lnTo>
                <a:lnTo>
                  <a:pt x="0" y="2947"/>
                </a:lnTo>
                <a:moveTo>
                  <a:pt x="0" y="2890"/>
                </a:moveTo>
                <a:lnTo>
                  <a:pt x="0" y="2858"/>
                </a:lnTo>
                <a:lnTo>
                  <a:pt x="9" y="2858"/>
                </a:lnTo>
                <a:lnTo>
                  <a:pt x="9" y="2890"/>
                </a:lnTo>
                <a:lnTo>
                  <a:pt x="0" y="2890"/>
                </a:lnTo>
                <a:moveTo>
                  <a:pt x="0" y="2833"/>
                </a:moveTo>
                <a:lnTo>
                  <a:pt x="0" y="2801"/>
                </a:lnTo>
                <a:lnTo>
                  <a:pt x="9" y="2801"/>
                </a:lnTo>
                <a:lnTo>
                  <a:pt x="9" y="2833"/>
                </a:lnTo>
                <a:lnTo>
                  <a:pt x="0" y="2833"/>
                </a:lnTo>
                <a:moveTo>
                  <a:pt x="0" y="2776"/>
                </a:moveTo>
                <a:lnTo>
                  <a:pt x="0" y="2744"/>
                </a:lnTo>
                <a:lnTo>
                  <a:pt x="9" y="2744"/>
                </a:lnTo>
                <a:lnTo>
                  <a:pt x="9" y="2776"/>
                </a:lnTo>
                <a:lnTo>
                  <a:pt x="0" y="2776"/>
                </a:lnTo>
                <a:moveTo>
                  <a:pt x="0" y="2719"/>
                </a:moveTo>
                <a:lnTo>
                  <a:pt x="0" y="2687"/>
                </a:lnTo>
                <a:lnTo>
                  <a:pt x="9" y="2687"/>
                </a:lnTo>
                <a:lnTo>
                  <a:pt x="9" y="2719"/>
                </a:lnTo>
                <a:lnTo>
                  <a:pt x="0" y="2719"/>
                </a:lnTo>
                <a:moveTo>
                  <a:pt x="0" y="2662"/>
                </a:moveTo>
                <a:lnTo>
                  <a:pt x="0" y="2631"/>
                </a:lnTo>
                <a:lnTo>
                  <a:pt x="9" y="2631"/>
                </a:lnTo>
                <a:lnTo>
                  <a:pt x="9" y="2662"/>
                </a:lnTo>
                <a:lnTo>
                  <a:pt x="0" y="2662"/>
                </a:lnTo>
                <a:moveTo>
                  <a:pt x="0" y="2605"/>
                </a:moveTo>
                <a:lnTo>
                  <a:pt x="0" y="2574"/>
                </a:lnTo>
                <a:lnTo>
                  <a:pt x="9" y="2574"/>
                </a:lnTo>
                <a:lnTo>
                  <a:pt x="9" y="2605"/>
                </a:lnTo>
                <a:lnTo>
                  <a:pt x="0" y="2605"/>
                </a:lnTo>
                <a:moveTo>
                  <a:pt x="0" y="2547"/>
                </a:moveTo>
                <a:lnTo>
                  <a:pt x="0" y="2516"/>
                </a:lnTo>
                <a:lnTo>
                  <a:pt x="9" y="2516"/>
                </a:lnTo>
                <a:lnTo>
                  <a:pt x="9" y="2547"/>
                </a:lnTo>
                <a:lnTo>
                  <a:pt x="0" y="2547"/>
                </a:lnTo>
                <a:moveTo>
                  <a:pt x="0" y="2490"/>
                </a:moveTo>
                <a:lnTo>
                  <a:pt x="0" y="2459"/>
                </a:lnTo>
                <a:lnTo>
                  <a:pt x="9" y="2459"/>
                </a:lnTo>
                <a:lnTo>
                  <a:pt x="9" y="2490"/>
                </a:lnTo>
                <a:lnTo>
                  <a:pt x="0" y="2490"/>
                </a:lnTo>
                <a:moveTo>
                  <a:pt x="0" y="2434"/>
                </a:moveTo>
                <a:lnTo>
                  <a:pt x="0" y="2402"/>
                </a:lnTo>
                <a:lnTo>
                  <a:pt x="9" y="2402"/>
                </a:lnTo>
                <a:lnTo>
                  <a:pt x="9" y="2434"/>
                </a:lnTo>
                <a:lnTo>
                  <a:pt x="0" y="2434"/>
                </a:lnTo>
                <a:moveTo>
                  <a:pt x="0" y="2377"/>
                </a:moveTo>
                <a:lnTo>
                  <a:pt x="0" y="2345"/>
                </a:lnTo>
                <a:lnTo>
                  <a:pt x="9" y="2345"/>
                </a:lnTo>
                <a:lnTo>
                  <a:pt x="9" y="2377"/>
                </a:lnTo>
                <a:lnTo>
                  <a:pt x="0" y="2377"/>
                </a:lnTo>
                <a:moveTo>
                  <a:pt x="0" y="2320"/>
                </a:moveTo>
                <a:lnTo>
                  <a:pt x="0" y="2288"/>
                </a:lnTo>
                <a:lnTo>
                  <a:pt x="9" y="2288"/>
                </a:lnTo>
                <a:lnTo>
                  <a:pt x="9" y="2320"/>
                </a:lnTo>
                <a:lnTo>
                  <a:pt x="0" y="2320"/>
                </a:lnTo>
                <a:moveTo>
                  <a:pt x="0" y="2263"/>
                </a:moveTo>
                <a:lnTo>
                  <a:pt x="0" y="2231"/>
                </a:lnTo>
                <a:lnTo>
                  <a:pt x="9" y="2231"/>
                </a:lnTo>
                <a:lnTo>
                  <a:pt x="9" y="2263"/>
                </a:lnTo>
                <a:lnTo>
                  <a:pt x="0" y="2263"/>
                </a:lnTo>
                <a:moveTo>
                  <a:pt x="0" y="2206"/>
                </a:moveTo>
                <a:lnTo>
                  <a:pt x="0" y="2174"/>
                </a:lnTo>
                <a:lnTo>
                  <a:pt x="9" y="2174"/>
                </a:lnTo>
                <a:lnTo>
                  <a:pt x="9" y="2206"/>
                </a:lnTo>
                <a:lnTo>
                  <a:pt x="0" y="2206"/>
                </a:lnTo>
                <a:moveTo>
                  <a:pt x="0" y="2149"/>
                </a:moveTo>
                <a:lnTo>
                  <a:pt x="0" y="2118"/>
                </a:lnTo>
                <a:lnTo>
                  <a:pt x="9" y="2118"/>
                </a:lnTo>
                <a:lnTo>
                  <a:pt x="9" y="2149"/>
                </a:lnTo>
                <a:lnTo>
                  <a:pt x="0" y="2149"/>
                </a:lnTo>
                <a:moveTo>
                  <a:pt x="0" y="2092"/>
                </a:moveTo>
                <a:lnTo>
                  <a:pt x="0" y="2061"/>
                </a:lnTo>
                <a:lnTo>
                  <a:pt x="9" y="2061"/>
                </a:lnTo>
                <a:lnTo>
                  <a:pt x="9" y="2092"/>
                </a:lnTo>
                <a:lnTo>
                  <a:pt x="0" y="2092"/>
                </a:lnTo>
                <a:moveTo>
                  <a:pt x="0" y="2035"/>
                </a:moveTo>
                <a:lnTo>
                  <a:pt x="0" y="2004"/>
                </a:lnTo>
                <a:lnTo>
                  <a:pt x="9" y="2004"/>
                </a:lnTo>
                <a:lnTo>
                  <a:pt x="9" y="2035"/>
                </a:lnTo>
                <a:lnTo>
                  <a:pt x="0" y="2035"/>
                </a:lnTo>
                <a:moveTo>
                  <a:pt x="0" y="1979"/>
                </a:moveTo>
                <a:lnTo>
                  <a:pt x="0" y="1947"/>
                </a:lnTo>
                <a:lnTo>
                  <a:pt x="9" y="1947"/>
                </a:lnTo>
                <a:lnTo>
                  <a:pt x="9" y="1979"/>
                </a:lnTo>
                <a:lnTo>
                  <a:pt x="0" y="1979"/>
                </a:lnTo>
                <a:moveTo>
                  <a:pt x="0" y="1922"/>
                </a:moveTo>
                <a:lnTo>
                  <a:pt x="0" y="1890"/>
                </a:lnTo>
                <a:lnTo>
                  <a:pt x="9" y="1890"/>
                </a:lnTo>
                <a:lnTo>
                  <a:pt x="9" y="1922"/>
                </a:lnTo>
                <a:lnTo>
                  <a:pt x="0" y="1922"/>
                </a:lnTo>
                <a:moveTo>
                  <a:pt x="0" y="1865"/>
                </a:moveTo>
                <a:lnTo>
                  <a:pt x="0" y="1833"/>
                </a:lnTo>
                <a:lnTo>
                  <a:pt x="9" y="1833"/>
                </a:lnTo>
                <a:lnTo>
                  <a:pt x="9" y="1865"/>
                </a:lnTo>
                <a:lnTo>
                  <a:pt x="0" y="1865"/>
                </a:lnTo>
                <a:moveTo>
                  <a:pt x="0" y="1808"/>
                </a:moveTo>
                <a:lnTo>
                  <a:pt x="0" y="1776"/>
                </a:lnTo>
                <a:lnTo>
                  <a:pt x="9" y="1776"/>
                </a:lnTo>
                <a:lnTo>
                  <a:pt x="9" y="1808"/>
                </a:lnTo>
                <a:lnTo>
                  <a:pt x="0" y="1808"/>
                </a:lnTo>
                <a:moveTo>
                  <a:pt x="0" y="1751"/>
                </a:moveTo>
                <a:lnTo>
                  <a:pt x="0" y="1719"/>
                </a:lnTo>
                <a:lnTo>
                  <a:pt x="9" y="1719"/>
                </a:lnTo>
                <a:lnTo>
                  <a:pt x="9" y="1751"/>
                </a:lnTo>
                <a:lnTo>
                  <a:pt x="0" y="1751"/>
                </a:lnTo>
                <a:moveTo>
                  <a:pt x="11" y="1696"/>
                </a:moveTo>
                <a:lnTo>
                  <a:pt x="42" y="1696"/>
                </a:lnTo>
                <a:lnTo>
                  <a:pt x="42" y="1705"/>
                </a:lnTo>
                <a:lnTo>
                  <a:pt x="11" y="1705"/>
                </a:lnTo>
                <a:lnTo>
                  <a:pt x="11" y="1696"/>
                </a:lnTo>
                <a:moveTo>
                  <a:pt x="68" y="1696"/>
                </a:moveTo>
                <a:lnTo>
                  <a:pt x="99" y="1696"/>
                </a:lnTo>
                <a:lnTo>
                  <a:pt x="99" y="1705"/>
                </a:lnTo>
                <a:lnTo>
                  <a:pt x="68" y="1705"/>
                </a:lnTo>
                <a:lnTo>
                  <a:pt x="68" y="1696"/>
                </a:lnTo>
                <a:moveTo>
                  <a:pt x="125" y="1696"/>
                </a:moveTo>
                <a:lnTo>
                  <a:pt x="156" y="1696"/>
                </a:lnTo>
                <a:lnTo>
                  <a:pt x="156" y="1705"/>
                </a:lnTo>
                <a:lnTo>
                  <a:pt x="125" y="1705"/>
                </a:lnTo>
                <a:lnTo>
                  <a:pt x="125" y="1696"/>
                </a:lnTo>
                <a:moveTo>
                  <a:pt x="182" y="1696"/>
                </a:moveTo>
                <a:lnTo>
                  <a:pt x="213" y="1696"/>
                </a:lnTo>
                <a:lnTo>
                  <a:pt x="213" y="1705"/>
                </a:lnTo>
                <a:lnTo>
                  <a:pt x="182" y="1705"/>
                </a:lnTo>
                <a:lnTo>
                  <a:pt x="182" y="1696"/>
                </a:lnTo>
                <a:moveTo>
                  <a:pt x="239" y="1696"/>
                </a:moveTo>
                <a:lnTo>
                  <a:pt x="270" y="1696"/>
                </a:lnTo>
                <a:lnTo>
                  <a:pt x="270" y="1705"/>
                </a:lnTo>
                <a:lnTo>
                  <a:pt x="239" y="1705"/>
                </a:lnTo>
                <a:lnTo>
                  <a:pt x="239" y="1696"/>
                </a:lnTo>
                <a:moveTo>
                  <a:pt x="296" y="1696"/>
                </a:moveTo>
                <a:lnTo>
                  <a:pt x="327" y="1696"/>
                </a:lnTo>
                <a:lnTo>
                  <a:pt x="327" y="1705"/>
                </a:lnTo>
                <a:lnTo>
                  <a:pt x="296" y="1705"/>
                </a:lnTo>
                <a:lnTo>
                  <a:pt x="296" y="1696"/>
                </a:lnTo>
                <a:moveTo>
                  <a:pt x="353" y="1696"/>
                </a:moveTo>
                <a:lnTo>
                  <a:pt x="384" y="1696"/>
                </a:lnTo>
                <a:lnTo>
                  <a:pt x="384" y="1705"/>
                </a:lnTo>
                <a:lnTo>
                  <a:pt x="353" y="1705"/>
                </a:lnTo>
                <a:lnTo>
                  <a:pt x="353" y="1696"/>
                </a:lnTo>
                <a:moveTo>
                  <a:pt x="409" y="1696"/>
                </a:moveTo>
                <a:lnTo>
                  <a:pt x="441" y="1696"/>
                </a:lnTo>
                <a:lnTo>
                  <a:pt x="441" y="1705"/>
                </a:lnTo>
                <a:lnTo>
                  <a:pt x="409" y="1705"/>
                </a:lnTo>
                <a:lnTo>
                  <a:pt x="409" y="1696"/>
                </a:lnTo>
                <a:moveTo>
                  <a:pt x="466" y="1696"/>
                </a:moveTo>
                <a:lnTo>
                  <a:pt x="498" y="1696"/>
                </a:lnTo>
                <a:lnTo>
                  <a:pt x="498" y="1705"/>
                </a:lnTo>
                <a:lnTo>
                  <a:pt x="466" y="1705"/>
                </a:lnTo>
                <a:lnTo>
                  <a:pt x="466" y="1696"/>
                </a:lnTo>
                <a:moveTo>
                  <a:pt x="523" y="1696"/>
                </a:moveTo>
                <a:lnTo>
                  <a:pt x="555" y="1696"/>
                </a:lnTo>
                <a:lnTo>
                  <a:pt x="555" y="1705"/>
                </a:lnTo>
                <a:lnTo>
                  <a:pt x="523" y="1705"/>
                </a:lnTo>
                <a:lnTo>
                  <a:pt x="523" y="1696"/>
                </a:lnTo>
                <a:moveTo>
                  <a:pt x="580" y="1696"/>
                </a:moveTo>
                <a:lnTo>
                  <a:pt x="612" y="1696"/>
                </a:lnTo>
                <a:lnTo>
                  <a:pt x="612" y="1705"/>
                </a:lnTo>
                <a:lnTo>
                  <a:pt x="580" y="1705"/>
                </a:lnTo>
                <a:lnTo>
                  <a:pt x="580" y="1696"/>
                </a:lnTo>
                <a:moveTo>
                  <a:pt x="637" y="1696"/>
                </a:moveTo>
                <a:lnTo>
                  <a:pt x="669" y="1696"/>
                </a:lnTo>
                <a:lnTo>
                  <a:pt x="669" y="1705"/>
                </a:lnTo>
                <a:lnTo>
                  <a:pt x="637" y="1705"/>
                </a:lnTo>
                <a:lnTo>
                  <a:pt x="637" y="1696"/>
                </a:lnTo>
                <a:moveTo>
                  <a:pt x="694" y="1696"/>
                </a:moveTo>
                <a:lnTo>
                  <a:pt x="726" y="1696"/>
                </a:lnTo>
                <a:lnTo>
                  <a:pt x="726" y="1705"/>
                </a:lnTo>
                <a:lnTo>
                  <a:pt x="694" y="1705"/>
                </a:lnTo>
                <a:lnTo>
                  <a:pt x="694" y="1696"/>
                </a:lnTo>
                <a:moveTo>
                  <a:pt x="751" y="1696"/>
                </a:moveTo>
                <a:lnTo>
                  <a:pt x="783" y="1696"/>
                </a:lnTo>
                <a:lnTo>
                  <a:pt x="783" y="1705"/>
                </a:lnTo>
                <a:lnTo>
                  <a:pt x="751" y="1705"/>
                </a:lnTo>
                <a:lnTo>
                  <a:pt x="751" y="1696"/>
                </a:lnTo>
                <a:moveTo>
                  <a:pt x="808" y="1696"/>
                </a:moveTo>
                <a:lnTo>
                  <a:pt x="840" y="1696"/>
                </a:lnTo>
                <a:lnTo>
                  <a:pt x="840" y="1705"/>
                </a:lnTo>
                <a:lnTo>
                  <a:pt x="808" y="1705"/>
                </a:lnTo>
                <a:lnTo>
                  <a:pt x="808" y="1696"/>
                </a:lnTo>
                <a:moveTo>
                  <a:pt x="865" y="1696"/>
                </a:moveTo>
                <a:lnTo>
                  <a:pt x="897" y="1696"/>
                </a:lnTo>
                <a:lnTo>
                  <a:pt x="897" y="1705"/>
                </a:lnTo>
                <a:lnTo>
                  <a:pt x="865" y="1705"/>
                </a:lnTo>
                <a:lnTo>
                  <a:pt x="865" y="1696"/>
                </a:lnTo>
                <a:moveTo>
                  <a:pt x="922" y="1696"/>
                </a:moveTo>
                <a:lnTo>
                  <a:pt x="954" y="1696"/>
                </a:lnTo>
                <a:lnTo>
                  <a:pt x="954" y="1705"/>
                </a:lnTo>
                <a:lnTo>
                  <a:pt x="922" y="1705"/>
                </a:lnTo>
                <a:lnTo>
                  <a:pt x="922" y="1696"/>
                </a:lnTo>
                <a:moveTo>
                  <a:pt x="979" y="1696"/>
                </a:moveTo>
                <a:lnTo>
                  <a:pt x="1011" y="1696"/>
                </a:lnTo>
                <a:lnTo>
                  <a:pt x="1011" y="1705"/>
                </a:lnTo>
                <a:lnTo>
                  <a:pt x="979" y="1705"/>
                </a:lnTo>
                <a:lnTo>
                  <a:pt x="979" y="1696"/>
                </a:lnTo>
                <a:moveTo>
                  <a:pt x="1036" y="1696"/>
                </a:moveTo>
                <a:lnTo>
                  <a:pt x="1068" y="1696"/>
                </a:lnTo>
                <a:lnTo>
                  <a:pt x="1068" y="1705"/>
                </a:lnTo>
                <a:lnTo>
                  <a:pt x="1036" y="1705"/>
                </a:lnTo>
                <a:lnTo>
                  <a:pt x="1036" y="1696"/>
                </a:lnTo>
                <a:moveTo>
                  <a:pt x="1093" y="1696"/>
                </a:moveTo>
                <a:lnTo>
                  <a:pt x="1125" y="1696"/>
                </a:lnTo>
                <a:lnTo>
                  <a:pt x="1125" y="1705"/>
                </a:lnTo>
                <a:lnTo>
                  <a:pt x="1093" y="1705"/>
                </a:lnTo>
                <a:lnTo>
                  <a:pt x="1093" y="1696"/>
                </a:lnTo>
                <a:moveTo>
                  <a:pt x="1150" y="1696"/>
                </a:moveTo>
                <a:lnTo>
                  <a:pt x="1182" y="1696"/>
                </a:lnTo>
                <a:lnTo>
                  <a:pt x="1182" y="1705"/>
                </a:lnTo>
                <a:lnTo>
                  <a:pt x="1150" y="1705"/>
                </a:lnTo>
                <a:lnTo>
                  <a:pt x="1150" y="1696"/>
                </a:lnTo>
                <a:moveTo>
                  <a:pt x="1207" y="1696"/>
                </a:moveTo>
                <a:lnTo>
                  <a:pt x="1239" y="1696"/>
                </a:lnTo>
                <a:lnTo>
                  <a:pt x="1239" y="1705"/>
                </a:lnTo>
                <a:lnTo>
                  <a:pt x="1207" y="1705"/>
                </a:lnTo>
                <a:lnTo>
                  <a:pt x="1207" y="1696"/>
                </a:lnTo>
                <a:moveTo>
                  <a:pt x="1264" y="1696"/>
                </a:moveTo>
                <a:lnTo>
                  <a:pt x="1296" y="1696"/>
                </a:lnTo>
                <a:lnTo>
                  <a:pt x="1296" y="1705"/>
                </a:lnTo>
                <a:lnTo>
                  <a:pt x="1264" y="1705"/>
                </a:lnTo>
                <a:lnTo>
                  <a:pt x="1264" y="1696"/>
                </a:lnTo>
                <a:moveTo>
                  <a:pt x="1321" y="1696"/>
                </a:moveTo>
                <a:lnTo>
                  <a:pt x="1353" y="1696"/>
                </a:lnTo>
                <a:lnTo>
                  <a:pt x="1353" y="1705"/>
                </a:lnTo>
                <a:lnTo>
                  <a:pt x="1321" y="1705"/>
                </a:lnTo>
                <a:lnTo>
                  <a:pt x="1321" y="1696"/>
                </a:lnTo>
                <a:moveTo>
                  <a:pt x="1378" y="1696"/>
                </a:moveTo>
                <a:lnTo>
                  <a:pt x="1410" y="1696"/>
                </a:lnTo>
                <a:lnTo>
                  <a:pt x="1410" y="1705"/>
                </a:lnTo>
                <a:lnTo>
                  <a:pt x="1378" y="1705"/>
                </a:lnTo>
                <a:lnTo>
                  <a:pt x="1378" y="1696"/>
                </a:lnTo>
                <a:moveTo>
                  <a:pt x="1435" y="1696"/>
                </a:moveTo>
                <a:lnTo>
                  <a:pt x="1467" y="1696"/>
                </a:lnTo>
                <a:lnTo>
                  <a:pt x="1467" y="1705"/>
                </a:lnTo>
                <a:lnTo>
                  <a:pt x="1435" y="1705"/>
                </a:lnTo>
                <a:lnTo>
                  <a:pt x="1435" y="1696"/>
                </a:lnTo>
                <a:moveTo>
                  <a:pt x="1492" y="1696"/>
                </a:moveTo>
                <a:lnTo>
                  <a:pt x="1524" y="1696"/>
                </a:lnTo>
                <a:lnTo>
                  <a:pt x="1524" y="1705"/>
                </a:lnTo>
                <a:lnTo>
                  <a:pt x="1492" y="1705"/>
                </a:lnTo>
                <a:lnTo>
                  <a:pt x="1492" y="1696"/>
                </a:lnTo>
                <a:moveTo>
                  <a:pt x="1549" y="1696"/>
                </a:moveTo>
                <a:lnTo>
                  <a:pt x="1581" y="1696"/>
                </a:lnTo>
                <a:lnTo>
                  <a:pt x="1581" y="1705"/>
                </a:lnTo>
                <a:lnTo>
                  <a:pt x="1549" y="1705"/>
                </a:lnTo>
                <a:lnTo>
                  <a:pt x="1549" y="1696"/>
                </a:lnTo>
                <a:moveTo>
                  <a:pt x="1606" y="1696"/>
                </a:moveTo>
                <a:lnTo>
                  <a:pt x="1638" y="1696"/>
                </a:lnTo>
                <a:lnTo>
                  <a:pt x="1638" y="1705"/>
                </a:lnTo>
                <a:lnTo>
                  <a:pt x="1606" y="1705"/>
                </a:lnTo>
                <a:lnTo>
                  <a:pt x="1606" y="1696"/>
                </a:lnTo>
                <a:moveTo>
                  <a:pt x="1663" y="1696"/>
                </a:moveTo>
                <a:lnTo>
                  <a:pt x="1695" y="1696"/>
                </a:lnTo>
                <a:lnTo>
                  <a:pt x="1695" y="1705"/>
                </a:lnTo>
                <a:lnTo>
                  <a:pt x="1663" y="1705"/>
                </a:lnTo>
                <a:lnTo>
                  <a:pt x="1663" y="1696"/>
                </a:lnTo>
                <a:moveTo>
                  <a:pt x="1720" y="1696"/>
                </a:moveTo>
                <a:lnTo>
                  <a:pt x="1752" y="1696"/>
                </a:lnTo>
                <a:lnTo>
                  <a:pt x="1752" y="1705"/>
                </a:lnTo>
                <a:lnTo>
                  <a:pt x="1720" y="1705"/>
                </a:lnTo>
                <a:lnTo>
                  <a:pt x="1720" y="1696"/>
                </a:lnTo>
                <a:moveTo>
                  <a:pt x="1777" y="1696"/>
                </a:moveTo>
                <a:lnTo>
                  <a:pt x="1809" y="1696"/>
                </a:lnTo>
                <a:lnTo>
                  <a:pt x="1809" y="1705"/>
                </a:lnTo>
                <a:lnTo>
                  <a:pt x="1777" y="1705"/>
                </a:lnTo>
                <a:lnTo>
                  <a:pt x="1777" y="1696"/>
                </a:lnTo>
                <a:moveTo>
                  <a:pt x="1834" y="1696"/>
                </a:moveTo>
                <a:lnTo>
                  <a:pt x="1866" y="1696"/>
                </a:lnTo>
                <a:lnTo>
                  <a:pt x="1866" y="1705"/>
                </a:lnTo>
                <a:lnTo>
                  <a:pt x="1834" y="1705"/>
                </a:lnTo>
                <a:lnTo>
                  <a:pt x="1834" y="1696"/>
                </a:lnTo>
                <a:moveTo>
                  <a:pt x="1891" y="1696"/>
                </a:moveTo>
                <a:lnTo>
                  <a:pt x="1922" y="1696"/>
                </a:lnTo>
                <a:lnTo>
                  <a:pt x="1922" y="1705"/>
                </a:lnTo>
                <a:lnTo>
                  <a:pt x="1891" y="1705"/>
                </a:lnTo>
                <a:lnTo>
                  <a:pt x="1891" y="1696"/>
                </a:lnTo>
                <a:moveTo>
                  <a:pt x="1948" y="1696"/>
                </a:moveTo>
                <a:lnTo>
                  <a:pt x="1979" y="1696"/>
                </a:lnTo>
                <a:lnTo>
                  <a:pt x="1979" y="1705"/>
                </a:lnTo>
                <a:lnTo>
                  <a:pt x="1948" y="1705"/>
                </a:lnTo>
                <a:lnTo>
                  <a:pt x="1948" y="1696"/>
                </a:lnTo>
                <a:moveTo>
                  <a:pt x="2005" y="1696"/>
                </a:moveTo>
                <a:lnTo>
                  <a:pt x="2036" y="1696"/>
                </a:lnTo>
                <a:lnTo>
                  <a:pt x="2036" y="1705"/>
                </a:lnTo>
                <a:lnTo>
                  <a:pt x="2005" y="1705"/>
                </a:lnTo>
                <a:lnTo>
                  <a:pt x="2005" y="1696"/>
                </a:lnTo>
                <a:moveTo>
                  <a:pt x="2062" y="1696"/>
                </a:moveTo>
                <a:lnTo>
                  <a:pt x="2093" y="1696"/>
                </a:lnTo>
                <a:lnTo>
                  <a:pt x="2093" y="1705"/>
                </a:lnTo>
                <a:lnTo>
                  <a:pt x="2062" y="1705"/>
                </a:lnTo>
                <a:lnTo>
                  <a:pt x="2062" y="1696"/>
                </a:lnTo>
                <a:moveTo>
                  <a:pt x="2119" y="1696"/>
                </a:moveTo>
                <a:lnTo>
                  <a:pt x="2150" y="1696"/>
                </a:lnTo>
                <a:lnTo>
                  <a:pt x="2150" y="1705"/>
                </a:lnTo>
                <a:lnTo>
                  <a:pt x="2119" y="1705"/>
                </a:lnTo>
                <a:lnTo>
                  <a:pt x="2119" y="1696"/>
                </a:lnTo>
                <a:moveTo>
                  <a:pt x="2176" y="1696"/>
                </a:moveTo>
                <a:lnTo>
                  <a:pt x="2207" y="1696"/>
                </a:lnTo>
                <a:lnTo>
                  <a:pt x="2207" y="1705"/>
                </a:lnTo>
                <a:lnTo>
                  <a:pt x="2176" y="1705"/>
                </a:lnTo>
                <a:lnTo>
                  <a:pt x="2176" y="1696"/>
                </a:lnTo>
                <a:moveTo>
                  <a:pt x="2233" y="1696"/>
                </a:moveTo>
                <a:lnTo>
                  <a:pt x="2264" y="1696"/>
                </a:lnTo>
                <a:lnTo>
                  <a:pt x="2264" y="1705"/>
                </a:lnTo>
                <a:lnTo>
                  <a:pt x="2233" y="1705"/>
                </a:lnTo>
                <a:lnTo>
                  <a:pt x="2233" y="1696"/>
                </a:lnTo>
                <a:moveTo>
                  <a:pt x="2290" y="1696"/>
                </a:moveTo>
                <a:lnTo>
                  <a:pt x="2321" y="1696"/>
                </a:lnTo>
                <a:lnTo>
                  <a:pt x="2321" y="1705"/>
                </a:lnTo>
                <a:lnTo>
                  <a:pt x="2290" y="1705"/>
                </a:lnTo>
                <a:lnTo>
                  <a:pt x="2290" y="1696"/>
                </a:lnTo>
                <a:moveTo>
                  <a:pt x="2347" y="1696"/>
                </a:moveTo>
                <a:lnTo>
                  <a:pt x="2378" y="1696"/>
                </a:lnTo>
                <a:lnTo>
                  <a:pt x="2378" y="1705"/>
                </a:lnTo>
                <a:lnTo>
                  <a:pt x="2347" y="1705"/>
                </a:lnTo>
                <a:lnTo>
                  <a:pt x="2347" y="1696"/>
                </a:lnTo>
                <a:moveTo>
                  <a:pt x="2404" y="1696"/>
                </a:moveTo>
                <a:lnTo>
                  <a:pt x="2435" y="1696"/>
                </a:lnTo>
                <a:lnTo>
                  <a:pt x="2435" y="1705"/>
                </a:lnTo>
                <a:lnTo>
                  <a:pt x="2404" y="1705"/>
                </a:lnTo>
                <a:lnTo>
                  <a:pt x="2404" y="1696"/>
                </a:lnTo>
                <a:moveTo>
                  <a:pt x="2461" y="1696"/>
                </a:moveTo>
                <a:lnTo>
                  <a:pt x="2492" y="1696"/>
                </a:lnTo>
                <a:lnTo>
                  <a:pt x="2492" y="1705"/>
                </a:lnTo>
                <a:lnTo>
                  <a:pt x="2461" y="1705"/>
                </a:lnTo>
                <a:lnTo>
                  <a:pt x="2461" y="1696"/>
                </a:lnTo>
                <a:moveTo>
                  <a:pt x="2518" y="1696"/>
                </a:moveTo>
                <a:lnTo>
                  <a:pt x="2549" y="1696"/>
                </a:lnTo>
                <a:lnTo>
                  <a:pt x="2549" y="1705"/>
                </a:lnTo>
                <a:lnTo>
                  <a:pt x="2518" y="1705"/>
                </a:lnTo>
                <a:lnTo>
                  <a:pt x="2518" y="1696"/>
                </a:lnTo>
                <a:moveTo>
                  <a:pt x="2575" y="1696"/>
                </a:moveTo>
                <a:lnTo>
                  <a:pt x="2606" y="1696"/>
                </a:lnTo>
                <a:lnTo>
                  <a:pt x="2606" y="1705"/>
                </a:lnTo>
                <a:lnTo>
                  <a:pt x="2575" y="1705"/>
                </a:lnTo>
                <a:lnTo>
                  <a:pt x="2575" y="1696"/>
                </a:lnTo>
                <a:moveTo>
                  <a:pt x="2632" y="1696"/>
                </a:moveTo>
                <a:lnTo>
                  <a:pt x="2663" y="1696"/>
                </a:lnTo>
                <a:lnTo>
                  <a:pt x="2663" y="1705"/>
                </a:lnTo>
                <a:lnTo>
                  <a:pt x="2632" y="1705"/>
                </a:lnTo>
                <a:lnTo>
                  <a:pt x="2632" y="1696"/>
                </a:lnTo>
                <a:moveTo>
                  <a:pt x="2688" y="1696"/>
                </a:moveTo>
                <a:lnTo>
                  <a:pt x="2720" y="1696"/>
                </a:lnTo>
                <a:lnTo>
                  <a:pt x="2720" y="1705"/>
                </a:lnTo>
                <a:lnTo>
                  <a:pt x="2688" y="1705"/>
                </a:lnTo>
                <a:lnTo>
                  <a:pt x="2688" y="1696"/>
                </a:lnTo>
                <a:moveTo>
                  <a:pt x="2745" y="1696"/>
                </a:moveTo>
                <a:lnTo>
                  <a:pt x="2777" y="1696"/>
                </a:lnTo>
                <a:lnTo>
                  <a:pt x="2777" y="1705"/>
                </a:lnTo>
                <a:lnTo>
                  <a:pt x="2745" y="1705"/>
                </a:lnTo>
                <a:lnTo>
                  <a:pt x="2745" y="1696"/>
                </a:lnTo>
                <a:moveTo>
                  <a:pt x="2802" y="1696"/>
                </a:moveTo>
                <a:lnTo>
                  <a:pt x="2834" y="1696"/>
                </a:lnTo>
                <a:lnTo>
                  <a:pt x="2834" y="1705"/>
                </a:lnTo>
                <a:lnTo>
                  <a:pt x="2802" y="1705"/>
                </a:lnTo>
                <a:lnTo>
                  <a:pt x="2802" y="1696"/>
                </a:lnTo>
                <a:moveTo>
                  <a:pt x="2859" y="1696"/>
                </a:moveTo>
                <a:lnTo>
                  <a:pt x="2891" y="1696"/>
                </a:lnTo>
                <a:lnTo>
                  <a:pt x="2891" y="1705"/>
                </a:lnTo>
                <a:lnTo>
                  <a:pt x="2859" y="1705"/>
                </a:lnTo>
                <a:lnTo>
                  <a:pt x="2859" y="1696"/>
                </a:lnTo>
                <a:moveTo>
                  <a:pt x="2916" y="1696"/>
                </a:moveTo>
                <a:lnTo>
                  <a:pt x="2948" y="1696"/>
                </a:lnTo>
                <a:lnTo>
                  <a:pt x="2948" y="1705"/>
                </a:lnTo>
                <a:lnTo>
                  <a:pt x="2916" y="1705"/>
                </a:lnTo>
                <a:lnTo>
                  <a:pt x="2916" y="1696"/>
                </a:lnTo>
                <a:moveTo>
                  <a:pt x="2973" y="1696"/>
                </a:moveTo>
                <a:lnTo>
                  <a:pt x="3005" y="1696"/>
                </a:lnTo>
                <a:lnTo>
                  <a:pt x="3005" y="1705"/>
                </a:lnTo>
                <a:lnTo>
                  <a:pt x="2973" y="1705"/>
                </a:lnTo>
                <a:lnTo>
                  <a:pt x="2973" y="1696"/>
                </a:lnTo>
                <a:moveTo>
                  <a:pt x="3030" y="1696"/>
                </a:moveTo>
                <a:lnTo>
                  <a:pt x="3062" y="1696"/>
                </a:lnTo>
                <a:lnTo>
                  <a:pt x="3062" y="1705"/>
                </a:lnTo>
                <a:lnTo>
                  <a:pt x="3030" y="1705"/>
                </a:lnTo>
                <a:lnTo>
                  <a:pt x="3030" y="1696"/>
                </a:lnTo>
                <a:moveTo>
                  <a:pt x="3087" y="1696"/>
                </a:moveTo>
                <a:lnTo>
                  <a:pt x="3119" y="1696"/>
                </a:lnTo>
                <a:lnTo>
                  <a:pt x="3119" y="1705"/>
                </a:lnTo>
                <a:lnTo>
                  <a:pt x="3087" y="1705"/>
                </a:lnTo>
                <a:lnTo>
                  <a:pt x="3087" y="1696"/>
                </a:lnTo>
                <a:moveTo>
                  <a:pt x="3144" y="1696"/>
                </a:moveTo>
                <a:lnTo>
                  <a:pt x="3176" y="1696"/>
                </a:lnTo>
                <a:lnTo>
                  <a:pt x="3176" y="1705"/>
                </a:lnTo>
                <a:lnTo>
                  <a:pt x="3144" y="1705"/>
                </a:lnTo>
                <a:lnTo>
                  <a:pt x="3144" y="1696"/>
                </a:lnTo>
                <a:moveTo>
                  <a:pt x="3201" y="1696"/>
                </a:moveTo>
                <a:lnTo>
                  <a:pt x="3234" y="1696"/>
                </a:lnTo>
                <a:lnTo>
                  <a:pt x="3234" y="1705"/>
                </a:lnTo>
                <a:lnTo>
                  <a:pt x="3201" y="1705"/>
                </a:lnTo>
                <a:lnTo>
                  <a:pt x="3201" y="1696"/>
                </a:lnTo>
                <a:moveTo>
                  <a:pt x="3259" y="1696"/>
                </a:moveTo>
                <a:lnTo>
                  <a:pt x="3291" y="1696"/>
                </a:lnTo>
                <a:lnTo>
                  <a:pt x="3291" y="1705"/>
                </a:lnTo>
                <a:lnTo>
                  <a:pt x="3259" y="1705"/>
                </a:lnTo>
                <a:lnTo>
                  <a:pt x="3259" y="1696"/>
                </a:lnTo>
                <a:moveTo>
                  <a:pt x="3316" y="1696"/>
                </a:moveTo>
                <a:lnTo>
                  <a:pt x="3348" y="1696"/>
                </a:lnTo>
                <a:lnTo>
                  <a:pt x="3348" y="1705"/>
                </a:lnTo>
                <a:lnTo>
                  <a:pt x="3316" y="1705"/>
                </a:lnTo>
                <a:lnTo>
                  <a:pt x="3316" y="1696"/>
                </a:lnTo>
                <a:moveTo>
                  <a:pt x="3373" y="1696"/>
                </a:moveTo>
                <a:lnTo>
                  <a:pt x="3389" y="1696"/>
                </a:lnTo>
                <a:lnTo>
                  <a:pt x="3389" y="1700"/>
                </a:lnTo>
                <a:lnTo>
                  <a:pt x="3385" y="1700"/>
                </a:lnTo>
                <a:lnTo>
                  <a:pt x="3385" y="1685"/>
                </a:lnTo>
                <a:lnTo>
                  <a:pt x="3393" y="1685"/>
                </a:lnTo>
                <a:lnTo>
                  <a:pt x="3393" y="1700"/>
                </a:lnTo>
                <a:cubicBezTo>
                  <a:pt x="3393" y="1703"/>
                  <a:pt x="3392" y="1705"/>
                  <a:pt x="3389" y="1705"/>
                </a:cubicBezTo>
                <a:lnTo>
                  <a:pt x="3373" y="1705"/>
                </a:lnTo>
                <a:lnTo>
                  <a:pt x="3373" y="1696"/>
                </a:lnTo>
                <a:moveTo>
                  <a:pt x="3385" y="1659"/>
                </a:moveTo>
                <a:lnTo>
                  <a:pt x="3385" y="1628"/>
                </a:lnTo>
                <a:lnTo>
                  <a:pt x="3393" y="1628"/>
                </a:lnTo>
                <a:lnTo>
                  <a:pt x="3393" y="1659"/>
                </a:lnTo>
                <a:lnTo>
                  <a:pt x="3385" y="1659"/>
                </a:lnTo>
                <a:moveTo>
                  <a:pt x="3385" y="1602"/>
                </a:moveTo>
                <a:lnTo>
                  <a:pt x="3385" y="1571"/>
                </a:lnTo>
                <a:lnTo>
                  <a:pt x="3393" y="1571"/>
                </a:lnTo>
                <a:lnTo>
                  <a:pt x="3393" y="1602"/>
                </a:lnTo>
                <a:lnTo>
                  <a:pt x="3385" y="1602"/>
                </a:lnTo>
                <a:moveTo>
                  <a:pt x="3385" y="1546"/>
                </a:moveTo>
                <a:lnTo>
                  <a:pt x="3385" y="1514"/>
                </a:lnTo>
                <a:lnTo>
                  <a:pt x="3393" y="1514"/>
                </a:lnTo>
                <a:lnTo>
                  <a:pt x="3393" y="1546"/>
                </a:lnTo>
                <a:lnTo>
                  <a:pt x="3385" y="1546"/>
                </a:lnTo>
                <a:moveTo>
                  <a:pt x="3385" y="1489"/>
                </a:moveTo>
                <a:lnTo>
                  <a:pt x="3385" y="1457"/>
                </a:lnTo>
                <a:lnTo>
                  <a:pt x="3393" y="1457"/>
                </a:lnTo>
                <a:lnTo>
                  <a:pt x="3393" y="1489"/>
                </a:lnTo>
                <a:lnTo>
                  <a:pt x="3385" y="1489"/>
                </a:lnTo>
                <a:moveTo>
                  <a:pt x="3385" y="1432"/>
                </a:moveTo>
                <a:lnTo>
                  <a:pt x="3385" y="1400"/>
                </a:lnTo>
                <a:lnTo>
                  <a:pt x="3393" y="1400"/>
                </a:lnTo>
                <a:lnTo>
                  <a:pt x="3393" y="1432"/>
                </a:lnTo>
                <a:lnTo>
                  <a:pt x="3385" y="1432"/>
                </a:lnTo>
                <a:moveTo>
                  <a:pt x="3385" y="1375"/>
                </a:moveTo>
                <a:lnTo>
                  <a:pt x="3385" y="1343"/>
                </a:lnTo>
                <a:lnTo>
                  <a:pt x="3393" y="1343"/>
                </a:lnTo>
                <a:lnTo>
                  <a:pt x="3393" y="1375"/>
                </a:lnTo>
                <a:lnTo>
                  <a:pt x="3385" y="1375"/>
                </a:lnTo>
                <a:moveTo>
                  <a:pt x="3385" y="1318"/>
                </a:moveTo>
                <a:lnTo>
                  <a:pt x="3385" y="1286"/>
                </a:lnTo>
                <a:lnTo>
                  <a:pt x="3393" y="1286"/>
                </a:lnTo>
                <a:lnTo>
                  <a:pt x="3393" y="1318"/>
                </a:lnTo>
                <a:lnTo>
                  <a:pt x="3385" y="1318"/>
                </a:lnTo>
                <a:moveTo>
                  <a:pt x="3385" y="1261"/>
                </a:moveTo>
                <a:lnTo>
                  <a:pt x="3385" y="1230"/>
                </a:lnTo>
                <a:lnTo>
                  <a:pt x="3393" y="1230"/>
                </a:lnTo>
                <a:lnTo>
                  <a:pt x="3393" y="1261"/>
                </a:lnTo>
                <a:lnTo>
                  <a:pt x="3385" y="1261"/>
                </a:lnTo>
                <a:moveTo>
                  <a:pt x="3385" y="1204"/>
                </a:moveTo>
                <a:lnTo>
                  <a:pt x="3385" y="1173"/>
                </a:lnTo>
                <a:lnTo>
                  <a:pt x="3393" y="1173"/>
                </a:lnTo>
                <a:lnTo>
                  <a:pt x="3393" y="1204"/>
                </a:lnTo>
                <a:lnTo>
                  <a:pt x="3385" y="1204"/>
                </a:lnTo>
                <a:moveTo>
                  <a:pt x="3385" y="1147"/>
                </a:moveTo>
                <a:lnTo>
                  <a:pt x="3385" y="1116"/>
                </a:lnTo>
                <a:lnTo>
                  <a:pt x="3393" y="1116"/>
                </a:lnTo>
                <a:lnTo>
                  <a:pt x="3393" y="1147"/>
                </a:lnTo>
                <a:lnTo>
                  <a:pt x="3385" y="1147"/>
                </a:lnTo>
                <a:moveTo>
                  <a:pt x="3385" y="1090"/>
                </a:moveTo>
                <a:lnTo>
                  <a:pt x="3385" y="1059"/>
                </a:lnTo>
                <a:lnTo>
                  <a:pt x="3393" y="1059"/>
                </a:lnTo>
                <a:lnTo>
                  <a:pt x="3393" y="1090"/>
                </a:lnTo>
                <a:lnTo>
                  <a:pt x="3385" y="1090"/>
                </a:lnTo>
                <a:moveTo>
                  <a:pt x="3385" y="1034"/>
                </a:moveTo>
                <a:lnTo>
                  <a:pt x="3385" y="1002"/>
                </a:lnTo>
                <a:lnTo>
                  <a:pt x="3393" y="1002"/>
                </a:lnTo>
                <a:lnTo>
                  <a:pt x="3393" y="1034"/>
                </a:lnTo>
                <a:lnTo>
                  <a:pt x="3385" y="1034"/>
                </a:lnTo>
                <a:moveTo>
                  <a:pt x="3385" y="977"/>
                </a:moveTo>
                <a:lnTo>
                  <a:pt x="3385" y="945"/>
                </a:lnTo>
                <a:lnTo>
                  <a:pt x="3393" y="945"/>
                </a:lnTo>
                <a:lnTo>
                  <a:pt x="3393" y="977"/>
                </a:lnTo>
                <a:lnTo>
                  <a:pt x="3385" y="977"/>
                </a:lnTo>
                <a:moveTo>
                  <a:pt x="3385" y="920"/>
                </a:moveTo>
                <a:lnTo>
                  <a:pt x="3385" y="888"/>
                </a:lnTo>
                <a:lnTo>
                  <a:pt x="3393" y="888"/>
                </a:lnTo>
                <a:lnTo>
                  <a:pt x="3393" y="920"/>
                </a:lnTo>
                <a:lnTo>
                  <a:pt x="3385" y="920"/>
                </a:lnTo>
                <a:moveTo>
                  <a:pt x="3385" y="863"/>
                </a:moveTo>
                <a:lnTo>
                  <a:pt x="3385" y="831"/>
                </a:lnTo>
                <a:lnTo>
                  <a:pt x="3393" y="831"/>
                </a:lnTo>
                <a:lnTo>
                  <a:pt x="3393" y="863"/>
                </a:lnTo>
                <a:lnTo>
                  <a:pt x="3385" y="863"/>
                </a:lnTo>
                <a:moveTo>
                  <a:pt x="3385" y="806"/>
                </a:moveTo>
                <a:lnTo>
                  <a:pt x="3385" y="774"/>
                </a:lnTo>
                <a:lnTo>
                  <a:pt x="3393" y="774"/>
                </a:lnTo>
                <a:lnTo>
                  <a:pt x="3393" y="806"/>
                </a:lnTo>
                <a:lnTo>
                  <a:pt x="3385" y="806"/>
                </a:lnTo>
                <a:moveTo>
                  <a:pt x="3385" y="749"/>
                </a:moveTo>
                <a:lnTo>
                  <a:pt x="3385" y="718"/>
                </a:lnTo>
                <a:lnTo>
                  <a:pt x="3393" y="718"/>
                </a:lnTo>
                <a:lnTo>
                  <a:pt x="3393" y="749"/>
                </a:lnTo>
                <a:lnTo>
                  <a:pt x="3385" y="749"/>
                </a:lnTo>
                <a:moveTo>
                  <a:pt x="3385" y="692"/>
                </a:moveTo>
                <a:lnTo>
                  <a:pt x="3385" y="661"/>
                </a:lnTo>
                <a:lnTo>
                  <a:pt x="3393" y="661"/>
                </a:lnTo>
                <a:lnTo>
                  <a:pt x="3393" y="692"/>
                </a:lnTo>
                <a:lnTo>
                  <a:pt x="3385" y="692"/>
                </a:lnTo>
                <a:moveTo>
                  <a:pt x="3385" y="635"/>
                </a:moveTo>
                <a:lnTo>
                  <a:pt x="3385" y="604"/>
                </a:lnTo>
                <a:lnTo>
                  <a:pt x="3393" y="604"/>
                </a:lnTo>
                <a:lnTo>
                  <a:pt x="3393" y="635"/>
                </a:lnTo>
                <a:lnTo>
                  <a:pt x="3385" y="635"/>
                </a:lnTo>
                <a:moveTo>
                  <a:pt x="3385" y="579"/>
                </a:moveTo>
                <a:lnTo>
                  <a:pt x="3385" y="547"/>
                </a:lnTo>
                <a:lnTo>
                  <a:pt x="3393" y="547"/>
                </a:lnTo>
                <a:lnTo>
                  <a:pt x="3393" y="579"/>
                </a:lnTo>
                <a:lnTo>
                  <a:pt x="3385" y="579"/>
                </a:lnTo>
                <a:moveTo>
                  <a:pt x="3385" y="522"/>
                </a:moveTo>
                <a:lnTo>
                  <a:pt x="3385" y="490"/>
                </a:lnTo>
                <a:lnTo>
                  <a:pt x="3393" y="490"/>
                </a:lnTo>
                <a:lnTo>
                  <a:pt x="3393" y="522"/>
                </a:lnTo>
                <a:lnTo>
                  <a:pt x="3385" y="522"/>
                </a:lnTo>
                <a:moveTo>
                  <a:pt x="3385" y="465"/>
                </a:moveTo>
                <a:lnTo>
                  <a:pt x="3385" y="433"/>
                </a:lnTo>
                <a:lnTo>
                  <a:pt x="3393" y="433"/>
                </a:lnTo>
                <a:lnTo>
                  <a:pt x="3393" y="465"/>
                </a:lnTo>
                <a:lnTo>
                  <a:pt x="3385" y="465"/>
                </a:lnTo>
                <a:moveTo>
                  <a:pt x="3385" y="408"/>
                </a:moveTo>
                <a:lnTo>
                  <a:pt x="3385" y="376"/>
                </a:lnTo>
                <a:lnTo>
                  <a:pt x="3393" y="376"/>
                </a:lnTo>
                <a:lnTo>
                  <a:pt x="3393" y="408"/>
                </a:lnTo>
                <a:lnTo>
                  <a:pt x="3385" y="408"/>
                </a:lnTo>
                <a:moveTo>
                  <a:pt x="3385" y="351"/>
                </a:moveTo>
                <a:lnTo>
                  <a:pt x="3385" y="319"/>
                </a:lnTo>
                <a:lnTo>
                  <a:pt x="3393" y="319"/>
                </a:lnTo>
                <a:lnTo>
                  <a:pt x="3393" y="351"/>
                </a:lnTo>
                <a:lnTo>
                  <a:pt x="3385" y="351"/>
                </a:lnTo>
                <a:moveTo>
                  <a:pt x="3385" y="294"/>
                </a:moveTo>
                <a:lnTo>
                  <a:pt x="3385" y="262"/>
                </a:lnTo>
                <a:lnTo>
                  <a:pt x="3393" y="262"/>
                </a:lnTo>
                <a:lnTo>
                  <a:pt x="3393" y="294"/>
                </a:lnTo>
                <a:lnTo>
                  <a:pt x="3385" y="294"/>
                </a:lnTo>
                <a:moveTo>
                  <a:pt x="3385" y="237"/>
                </a:moveTo>
                <a:lnTo>
                  <a:pt x="3385" y="206"/>
                </a:lnTo>
                <a:lnTo>
                  <a:pt x="3393" y="206"/>
                </a:lnTo>
                <a:lnTo>
                  <a:pt x="3393" y="237"/>
                </a:lnTo>
                <a:lnTo>
                  <a:pt x="3385" y="237"/>
                </a:lnTo>
                <a:moveTo>
                  <a:pt x="3385" y="180"/>
                </a:moveTo>
                <a:lnTo>
                  <a:pt x="3385" y="149"/>
                </a:lnTo>
                <a:lnTo>
                  <a:pt x="3393" y="149"/>
                </a:lnTo>
                <a:lnTo>
                  <a:pt x="3393" y="180"/>
                </a:lnTo>
                <a:lnTo>
                  <a:pt x="3385" y="180"/>
                </a:lnTo>
                <a:moveTo>
                  <a:pt x="3385" y="123"/>
                </a:moveTo>
                <a:lnTo>
                  <a:pt x="3385" y="92"/>
                </a:lnTo>
                <a:lnTo>
                  <a:pt x="3393" y="92"/>
                </a:lnTo>
                <a:lnTo>
                  <a:pt x="3393" y="123"/>
                </a:lnTo>
                <a:lnTo>
                  <a:pt x="3385" y="123"/>
                </a:lnTo>
                <a:moveTo>
                  <a:pt x="3385" y="67"/>
                </a:moveTo>
                <a:lnTo>
                  <a:pt x="3385" y="35"/>
                </a:lnTo>
                <a:lnTo>
                  <a:pt x="3393" y="35"/>
                </a:lnTo>
                <a:lnTo>
                  <a:pt x="3393" y="67"/>
                </a:lnTo>
                <a:lnTo>
                  <a:pt x="3385" y="67"/>
                </a:lnTo>
                <a:moveTo>
                  <a:pt x="3385" y="10"/>
                </a:moveTo>
                <a:lnTo>
                  <a:pt x="3385" y="0"/>
                </a:lnTo>
                <a:lnTo>
                  <a:pt x="3393" y="0"/>
                </a:lnTo>
                <a:lnTo>
                  <a:pt x="3393" y="10"/>
                </a:lnTo>
                <a:lnTo>
                  <a:pt x="3385" y="10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" name=""/>
          <p:cNvSpPr/>
          <p:nvPr/>
        </p:nvSpPr>
        <p:spPr>
          <a:xfrm>
            <a:off x="5344560" y="922320"/>
            <a:ext cx="459360" cy="1215720"/>
          </a:xfrm>
          <a:custGeom>
            <a:avLst/>
            <a:gdLst/>
            <a:ahLst/>
            <a:rect l="0" t="0" r="r" b="b"/>
            <a:pathLst>
              <a:path w="1276" h="3377">
                <a:moveTo>
                  <a:pt x="0" y="3377"/>
                </a:moveTo>
                <a:lnTo>
                  <a:pt x="0" y="3345"/>
                </a:lnTo>
                <a:lnTo>
                  <a:pt x="9" y="3345"/>
                </a:lnTo>
                <a:lnTo>
                  <a:pt x="9" y="3377"/>
                </a:lnTo>
                <a:lnTo>
                  <a:pt x="0" y="3377"/>
                </a:lnTo>
                <a:moveTo>
                  <a:pt x="0" y="3320"/>
                </a:moveTo>
                <a:lnTo>
                  <a:pt x="0" y="3288"/>
                </a:lnTo>
                <a:lnTo>
                  <a:pt x="9" y="3288"/>
                </a:lnTo>
                <a:lnTo>
                  <a:pt x="9" y="3320"/>
                </a:lnTo>
                <a:lnTo>
                  <a:pt x="0" y="3320"/>
                </a:lnTo>
                <a:moveTo>
                  <a:pt x="0" y="3263"/>
                </a:moveTo>
                <a:lnTo>
                  <a:pt x="0" y="3231"/>
                </a:lnTo>
                <a:lnTo>
                  <a:pt x="9" y="3231"/>
                </a:lnTo>
                <a:lnTo>
                  <a:pt x="9" y="3263"/>
                </a:lnTo>
                <a:lnTo>
                  <a:pt x="0" y="3263"/>
                </a:lnTo>
                <a:moveTo>
                  <a:pt x="0" y="3206"/>
                </a:moveTo>
                <a:lnTo>
                  <a:pt x="0" y="3174"/>
                </a:lnTo>
                <a:lnTo>
                  <a:pt x="9" y="3174"/>
                </a:lnTo>
                <a:lnTo>
                  <a:pt x="9" y="3206"/>
                </a:lnTo>
                <a:lnTo>
                  <a:pt x="0" y="3206"/>
                </a:lnTo>
                <a:moveTo>
                  <a:pt x="0" y="3149"/>
                </a:moveTo>
                <a:lnTo>
                  <a:pt x="0" y="3117"/>
                </a:lnTo>
                <a:lnTo>
                  <a:pt x="9" y="3117"/>
                </a:lnTo>
                <a:lnTo>
                  <a:pt x="9" y="3149"/>
                </a:lnTo>
                <a:lnTo>
                  <a:pt x="0" y="3149"/>
                </a:lnTo>
                <a:moveTo>
                  <a:pt x="0" y="3092"/>
                </a:moveTo>
                <a:lnTo>
                  <a:pt x="0" y="3061"/>
                </a:lnTo>
                <a:lnTo>
                  <a:pt x="9" y="3061"/>
                </a:lnTo>
                <a:lnTo>
                  <a:pt x="9" y="3092"/>
                </a:lnTo>
                <a:lnTo>
                  <a:pt x="0" y="3092"/>
                </a:lnTo>
                <a:moveTo>
                  <a:pt x="0" y="3035"/>
                </a:moveTo>
                <a:lnTo>
                  <a:pt x="0" y="3004"/>
                </a:lnTo>
                <a:lnTo>
                  <a:pt x="9" y="3004"/>
                </a:lnTo>
                <a:lnTo>
                  <a:pt x="9" y="3035"/>
                </a:lnTo>
                <a:lnTo>
                  <a:pt x="0" y="3035"/>
                </a:lnTo>
                <a:moveTo>
                  <a:pt x="0" y="2978"/>
                </a:moveTo>
                <a:lnTo>
                  <a:pt x="0" y="2947"/>
                </a:lnTo>
                <a:lnTo>
                  <a:pt x="9" y="2947"/>
                </a:lnTo>
                <a:lnTo>
                  <a:pt x="9" y="2978"/>
                </a:lnTo>
                <a:lnTo>
                  <a:pt x="0" y="2978"/>
                </a:lnTo>
                <a:moveTo>
                  <a:pt x="0" y="2922"/>
                </a:moveTo>
                <a:lnTo>
                  <a:pt x="0" y="2890"/>
                </a:lnTo>
                <a:lnTo>
                  <a:pt x="9" y="2890"/>
                </a:lnTo>
                <a:lnTo>
                  <a:pt x="9" y="2922"/>
                </a:lnTo>
                <a:lnTo>
                  <a:pt x="0" y="2922"/>
                </a:lnTo>
                <a:moveTo>
                  <a:pt x="0" y="2865"/>
                </a:moveTo>
                <a:lnTo>
                  <a:pt x="0" y="2833"/>
                </a:lnTo>
                <a:lnTo>
                  <a:pt x="9" y="2833"/>
                </a:lnTo>
                <a:lnTo>
                  <a:pt x="9" y="2865"/>
                </a:lnTo>
                <a:lnTo>
                  <a:pt x="0" y="2865"/>
                </a:lnTo>
                <a:moveTo>
                  <a:pt x="0" y="2808"/>
                </a:moveTo>
                <a:lnTo>
                  <a:pt x="0" y="2776"/>
                </a:lnTo>
                <a:lnTo>
                  <a:pt x="9" y="2776"/>
                </a:lnTo>
                <a:lnTo>
                  <a:pt x="9" y="2808"/>
                </a:lnTo>
                <a:lnTo>
                  <a:pt x="0" y="2808"/>
                </a:lnTo>
                <a:moveTo>
                  <a:pt x="0" y="2751"/>
                </a:moveTo>
                <a:lnTo>
                  <a:pt x="0" y="2719"/>
                </a:lnTo>
                <a:lnTo>
                  <a:pt x="9" y="2719"/>
                </a:lnTo>
                <a:lnTo>
                  <a:pt x="9" y="2751"/>
                </a:lnTo>
                <a:lnTo>
                  <a:pt x="0" y="2751"/>
                </a:lnTo>
                <a:moveTo>
                  <a:pt x="0" y="2694"/>
                </a:moveTo>
                <a:lnTo>
                  <a:pt x="0" y="2662"/>
                </a:lnTo>
                <a:lnTo>
                  <a:pt x="9" y="2662"/>
                </a:lnTo>
                <a:lnTo>
                  <a:pt x="9" y="2694"/>
                </a:lnTo>
                <a:lnTo>
                  <a:pt x="0" y="2694"/>
                </a:lnTo>
                <a:moveTo>
                  <a:pt x="0" y="2637"/>
                </a:moveTo>
                <a:lnTo>
                  <a:pt x="0" y="2606"/>
                </a:lnTo>
                <a:lnTo>
                  <a:pt x="9" y="2606"/>
                </a:lnTo>
                <a:lnTo>
                  <a:pt x="9" y="2637"/>
                </a:lnTo>
                <a:lnTo>
                  <a:pt x="0" y="2637"/>
                </a:lnTo>
                <a:moveTo>
                  <a:pt x="0" y="2580"/>
                </a:moveTo>
                <a:lnTo>
                  <a:pt x="0" y="2549"/>
                </a:lnTo>
                <a:lnTo>
                  <a:pt x="9" y="2549"/>
                </a:lnTo>
                <a:lnTo>
                  <a:pt x="9" y="2580"/>
                </a:lnTo>
                <a:lnTo>
                  <a:pt x="0" y="2580"/>
                </a:lnTo>
                <a:moveTo>
                  <a:pt x="0" y="2523"/>
                </a:moveTo>
                <a:lnTo>
                  <a:pt x="0" y="2491"/>
                </a:lnTo>
                <a:lnTo>
                  <a:pt x="9" y="2491"/>
                </a:lnTo>
                <a:lnTo>
                  <a:pt x="9" y="2523"/>
                </a:lnTo>
                <a:lnTo>
                  <a:pt x="0" y="2523"/>
                </a:lnTo>
                <a:moveTo>
                  <a:pt x="0" y="2465"/>
                </a:moveTo>
                <a:lnTo>
                  <a:pt x="0" y="2434"/>
                </a:lnTo>
                <a:lnTo>
                  <a:pt x="9" y="2434"/>
                </a:lnTo>
                <a:lnTo>
                  <a:pt x="9" y="2465"/>
                </a:lnTo>
                <a:lnTo>
                  <a:pt x="0" y="2465"/>
                </a:lnTo>
                <a:moveTo>
                  <a:pt x="0" y="2409"/>
                </a:moveTo>
                <a:lnTo>
                  <a:pt x="0" y="2377"/>
                </a:lnTo>
                <a:lnTo>
                  <a:pt x="9" y="2377"/>
                </a:lnTo>
                <a:lnTo>
                  <a:pt x="9" y="2409"/>
                </a:lnTo>
                <a:lnTo>
                  <a:pt x="0" y="2409"/>
                </a:lnTo>
                <a:moveTo>
                  <a:pt x="0" y="2352"/>
                </a:moveTo>
                <a:lnTo>
                  <a:pt x="0" y="2320"/>
                </a:lnTo>
                <a:lnTo>
                  <a:pt x="9" y="2320"/>
                </a:lnTo>
                <a:lnTo>
                  <a:pt x="9" y="2352"/>
                </a:lnTo>
                <a:lnTo>
                  <a:pt x="0" y="2352"/>
                </a:lnTo>
                <a:moveTo>
                  <a:pt x="0" y="2295"/>
                </a:moveTo>
                <a:lnTo>
                  <a:pt x="0" y="2263"/>
                </a:lnTo>
                <a:lnTo>
                  <a:pt x="9" y="2263"/>
                </a:lnTo>
                <a:lnTo>
                  <a:pt x="9" y="2295"/>
                </a:lnTo>
                <a:lnTo>
                  <a:pt x="0" y="2295"/>
                </a:lnTo>
                <a:moveTo>
                  <a:pt x="0" y="2238"/>
                </a:moveTo>
                <a:lnTo>
                  <a:pt x="0" y="2206"/>
                </a:lnTo>
                <a:lnTo>
                  <a:pt x="9" y="2206"/>
                </a:lnTo>
                <a:lnTo>
                  <a:pt x="9" y="2238"/>
                </a:lnTo>
                <a:lnTo>
                  <a:pt x="0" y="2238"/>
                </a:lnTo>
                <a:moveTo>
                  <a:pt x="0" y="2181"/>
                </a:moveTo>
                <a:lnTo>
                  <a:pt x="0" y="2149"/>
                </a:lnTo>
                <a:lnTo>
                  <a:pt x="9" y="2149"/>
                </a:lnTo>
                <a:lnTo>
                  <a:pt x="9" y="2181"/>
                </a:lnTo>
                <a:lnTo>
                  <a:pt x="0" y="2181"/>
                </a:lnTo>
                <a:moveTo>
                  <a:pt x="0" y="2124"/>
                </a:moveTo>
                <a:lnTo>
                  <a:pt x="0" y="2093"/>
                </a:lnTo>
                <a:lnTo>
                  <a:pt x="9" y="2093"/>
                </a:lnTo>
                <a:lnTo>
                  <a:pt x="9" y="2124"/>
                </a:lnTo>
                <a:lnTo>
                  <a:pt x="0" y="2124"/>
                </a:lnTo>
                <a:moveTo>
                  <a:pt x="0" y="2067"/>
                </a:moveTo>
                <a:lnTo>
                  <a:pt x="0" y="2036"/>
                </a:lnTo>
                <a:lnTo>
                  <a:pt x="9" y="2036"/>
                </a:lnTo>
                <a:lnTo>
                  <a:pt x="9" y="2067"/>
                </a:lnTo>
                <a:lnTo>
                  <a:pt x="0" y="2067"/>
                </a:lnTo>
                <a:moveTo>
                  <a:pt x="0" y="2010"/>
                </a:moveTo>
                <a:lnTo>
                  <a:pt x="0" y="1979"/>
                </a:lnTo>
                <a:lnTo>
                  <a:pt x="9" y="1979"/>
                </a:lnTo>
                <a:lnTo>
                  <a:pt x="9" y="2010"/>
                </a:lnTo>
                <a:lnTo>
                  <a:pt x="0" y="2010"/>
                </a:lnTo>
                <a:moveTo>
                  <a:pt x="0" y="1954"/>
                </a:moveTo>
                <a:lnTo>
                  <a:pt x="0" y="1922"/>
                </a:lnTo>
                <a:lnTo>
                  <a:pt x="9" y="1922"/>
                </a:lnTo>
                <a:lnTo>
                  <a:pt x="9" y="1954"/>
                </a:lnTo>
                <a:lnTo>
                  <a:pt x="0" y="1954"/>
                </a:lnTo>
                <a:moveTo>
                  <a:pt x="0" y="1897"/>
                </a:moveTo>
                <a:lnTo>
                  <a:pt x="0" y="1865"/>
                </a:lnTo>
                <a:lnTo>
                  <a:pt x="9" y="1865"/>
                </a:lnTo>
                <a:lnTo>
                  <a:pt x="9" y="1897"/>
                </a:lnTo>
                <a:lnTo>
                  <a:pt x="0" y="1897"/>
                </a:lnTo>
                <a:moveTo>
                  <a:pt x="0" y="1840"/>
                </a:moveTo>
                <a:lnTo>
                  <a:pt x="0" y="1808"/>
                </a:lnTo>
                <a:lnTo>
                  <a:pt x="9" y="1808"/>
                </a:lnTo>
                <a:lnTo>
                  <a:pt x="9" y="1840"/>
                </a:lnTo>
                <a:lnTo>
                  <a:pt x="0" y="1840"/>
                </a:lnTo>
                <a:moveTo>
                  <a:pt x="0" y="1783"/>
                </a:moveTo>
                <a:lnTo>
                  <a:pt x="0" y="1751"/>
                </a:lnTo>
                <a:lnTo>
                  <a:pt x="9" y="1751"/>
                </a:lnTo>
                <a:lnTo>
                  <a:pt x="9" y="1783"/>
                </a:lnTo>
                <a:lnTo>
                  <a:pt x="0" y="1783"/>
                </a:lnTo>
                <a:moveTo>
                  <a:pt x="0" y="1726"/>
                </a:moveTo>
                <a:lnTo>
                  <a:pt x="0" y="1694"/>
                </a:lnTo>
                <a:lnTo>
                  <a:pt x="9" y="1694"/>
                </a:lnTo>
                <a:lnTo>
                  <a:pt x="9" y="1726"/>
                </a:lnTo>
                <a:lnTo>
                  <a:pt x="0" y="1726"/>
                </a:lnTo>
                <a:moveTo>
                  <a:pt x="0" y="1669"/>
                </a:moveTo>
                <a:lnTo>
                  <a:pt x="0" y="1637"/>
                </a:lnTo>
                <a:lnTo>
                  <a:pt x="9" y="1637"/>
                </a:lnTo>
                <a:lnTo>
                  <a:pt x="9" y="1669"/>
                </a:lnTo>
                <a:lnTo>
                  <a:pt x="0" y="1669"/>
                </a:lnTo>
                <a:moveTo>
                  <a:pt x="0" y="1612"/>
                </a:moveTo>
                <a:lnTo>
                  <a:pt x="0" y="1581"/>
                </a:lnTo>
                <a:lnTo>
                  <a:pt x="9" y="1581"/>
                </a:lnTo>
                <a:lnTo>
                  <a:pt x="9" y="1612"/>
                </a:lnTo>
                <a:lnTo>
                  <a:pt x="0" y="1612"/>
                </a:lnTo>
                <a:moveTo>
                  <a:pt x="0" y="1555"/>
                </a:moveTo>
                <a:lnTo>
                  <a:pt x="0" y="1524"/>
                </a:lnTo>
                <a:lnTo>
                  <a:pt x="9" y="1524"/>
                </a:lnTo>
                <a:lnTo>
                  <a:pt x="9" y="1555"/>
                </a:lnTo>
                <a:lnTo>
                  <a:pt x="0" y="1555"/>
                </a:lnTo>
                <a:moveTo>
                  <a:pt x="0" y="1498"/>
                </a:moveTo>
                <a:lnTo>
                  <a:pt x="0" y="1467"/>
                </a:lnTo>
                <a:lnTo>
                  <a:pt x="9" y="1467"/>
                </a:lnTo>
                <a:lnTo>
                  <a:pt x="9" y="1498"/>
                </a:lnTo>
                <a:lnTo>
                  <a:pt x="0" y="1498"/>
                </a:lnTo>
                <a:moveTo>
                  <a:pt x="0" y="1442"/>
                </a:moveTo>
                <a:lnTo>
                  <a:pt x="0" y="1410"/>
                </a:lnTo>
                <a:lnTo>
                  <a:pt x="9" y="1410"/>
                </a:lnTo>
                <a:lnTo>
                  <a:pt x="9" y="1442"/>
                </a:lnTo>
                <a:lnTo>
                  <a:pt x="0" y="1442"/>
                </a:lnTo>
                <a:moveTo>
                  <a:pt x="0" y="1385"/>
                </a:moveTo>
                <a:lnTo>
                  <a:pt x="0" y="1353"/>
                </a:lnTo>
                <a:lnTo>
                  <a:pt x="9" y="1353"/>
                </a:lnTo>
                <a:lnTo>
                  <a:pt x="9" y="1385"/>
                </a:lnTo>
                <a:lnTo>
                  <a:pt x="0" y="1385"/>
                </a:lnTo>
                <a:moveTo>
                  <a:pt x="0" y="1328"/>
                </a:moveTo>
                <a:lnTo>
                  <a:pt x="0" y="1296"/>
                </a:lnTo>
                <a:lnTo>
                  <a:pt x="9" y="1296"/>
                </a:lnTo>
                <a:lnTo>
                  <a:pt x="9" y="1328"/>
                </a:lnTo>
                <a:lnTo>
                  <a:pt x="0" y="1328"/>
                </a:lnTo>
                <a:moveTo>
                  <a:pt x="0" y="1271"/>
                </a:moveTo>
                <a:lnTo>
                  <a:pt x="0" y="1239"/>
                </a:lnTo>
                <a:lnTo>
                  <a:pt x="9" y="1239"/>
                </a:lnTo>
                <a:lnTo>
                  <a:pt x="9" y="1271"/>
                </a:lnTo>
                <a:lnTo>
                  <a:pt x="0" y="1271"/>
                </a:lnTo>
                <a:moveTo>
                  <a:pt x="0" y="1214"/>
                </a:moveTo>
                <a:lnTo>
                  <a:pt x="0" y="1182"/>
                </a:lnTo>
                <a:lnTo>
                  <a:pt x="9" y="1182"/>
                </a:lnTo>
                <a:lnTo>
                  <a:pt x="9" y="1214"/>
                </a:lnTo>
                <a:lnTo>
                  <a:pt x="0" y="1214"/>
                </a:lnTo>
                <a:moveTo>
                  <a:pt x="0" y="1157"/>
                </a:moveTo>
                <a:lnTo>
                  <a:pt x="0" y="1126"/>
                </a:lnTo>
                <a:lnTo>
                  <a:pt x="9" y="1126"/>
                </a:lnTo>
                <a:lnTo>
                  <a:pt x="9" y="1157"/>
                </a:lnTo>
                <a:lnTo>
                  <a:pt x="0" y="1157"/>
                </a:lnTo>
                <a:moveTo>
                  <a:pt x="0" y="1100"/>
                </a:moveTo>
                <a:lnTo>
                  <a:pt x="0" y="1069"/>
                </a:lnTo>
                <a:lnTo>
                  <a:pt x="9" y="1069"/>
                </a:lnTo>
                <a:lnTo>
                  <a:pt x="9" y="1100"/>
                </a:lnTo>
                <a:lnTo>
                  <a:pt x="0" y="1100"/>
                </a:lnTo>
                <a:moveTo>
                  <a:pt x="0" y="1043"/>
                </a:moveTo>
                <a:lnTo>
                  <a:pt x="0" y="1012"/>
                </a:lnTo>
                <a:lnTo>
                  <a:pt x="9" y="1012"/>
                </a:lnTo>
                <a:lnTo>
                  <a:pt x="9" y="1043"/>
                </a:lnTo>
                <a:lnTo>
                  <a:pt x="0" y="1043"/>
                </a:lnTo>
                <a:moveTo>
                  <a:pt x="0" y="986"/>
                </a:moveTo>
                <a:lnTo>
                  <a:pt x="0" y="955"/>
                </a:lnTo>
                <a:lnTo>
                  <a:pt x="9" y="955"/>
                </a:lnTo>
                <a:lnTo>
                  <a:pt x="9" y="986"/>
                </a:lnTo>
                <a:lnTo>
                  <a:pt x="0" y="986"/>
                </a:lnTo>
                <a:moveTo>
                  <a:pt x="0" y="930"/>
                </a:moveTo>
                <a:lnTo>
                  <a:pt x="0" y="898"/>
                </a:lnTo>
                <a:lnTo>
                  <a:pt x="9" y="898"/>
                </a:lnTo>
                <a:lnTo>
                  <a:pt x="9" y="930"/>
                </a:lnTo>
                <a:lnTo>
                  <a:pt x="0" y="930"/>
                </a:lnTo>
                <a:moveTo>
                  <a:pt x="0" y="873"/>
                </a:moveTo>
                <a:lnTo>
                  <a:pt x="0" y="841"/>
                </a:lnTo>
                <a:lnTo>
                  <a:pt x="9" y="841"/>
                </a:lnTo>
                <a:lnTo>
                  <a:pt x="9" y="873"/>
                </a:lnTo>
                <a:lnTo>
                  <a:pt x="0" y="873"/>
                </a:lnTo>
                <a:moveTo>
                  <a:pt x="0" y="816"/>
                </a:moveTo>
                <a:lnTo>
                  <a:pt x="0" y="784"/>
                </a:lnTo>
                <a:lnTo>
                  <a:pt x="9" y="784"/>
                </a:lnTo>
                <a:lnTo>
                  <a:pt x="9" y="816"/>
                </a:lnTo>
                <a:lnTo>
                  <a:pt x="0" y="816"/>
                </a:lnTo>
                <a:moveTo>
                  <a:pt x="14" y="764"/>
                </a:moveTo>
                <a:lnTo>
                  <a:pt x="46" y="764"/>
                </a:lnTo>
                <a:lnTo>
                  <a:pt x="46" y="773"/>
                </a:lnTo>
                <a:lnTo>
                  <a:pt x="14" y="773"/>
                </a:lnTo>
                <a:lnTo>
                  <a:pt x="14" y="764"/>
                </a:lnTo>
                <a:moveTo>
                  <a:pt x="71" y="764"/>
                </a:moveTo>
                <a:lnTo>
                  <a:pt x="103" y="764"/>
                </a:lnTo>
                <a:lnTo>
                  <a:pt x="103" y="773"/>
                </a:lnTo>
                <a:lnTo>
                  <a:pt x="71" y="773"/>
                </a:lnTo>
                <a:lnTo>
                  <a:pt x="71" y="764"/>
                </a:lnTo>
                <a:moveTo>
                  <a:pt x="128" y="764"/>
                </a:moveTo>
                <a:lnTo>
                  <a:pt x="160" y="764"/>
                </a:lnTo>
                <a:lnTo>
                  <a:pt x="160" y="773"/>
                </a:lnTo>
                <a:lnTo>
                  <a:pt x="128" y="773"/>
                </a:lnTo>
                <a:lnTo>
                  <a:pt x="128" y="764"/>
                </a:lnTo>
                <a:moveTo>
                  <a:pt x="185" y="764"/>
                </a:moveTo>
                <a:lnTo>
                  <a:pt x="217" y="764"/>
                </a:lnTo>
                <a:lnTo>
                  <a:pt x="217" y="773"/>
                </a:lnTo>
                <a:lnTo>
                  <a:pt x="185" y="773"/>
                </a:lnTo>
                <a:lnTo>
                  <a:pt x="185" y="764"/>
                </a:lnTo>
                <a:moveTo>
                  <a:pt x="242" y="764"/>
                </a:moveTo>
                <a:lnTo>
                  <a:pt x="274" y="764"/>
                </a:lnTo>
                <a:lnTo>
                  <a:pt x="274" y="773"/>
                </a:lnTo>
                <a:lnTo>
                  <a:pt x="242" y="773"/>
                </a:lnTo>
                <a:lnTo>
                  <a:pt x="242" y="764"/>
                </a:lnTo>
                <a:moveTo>
                  <a:pt x="299" y="764"/>
                </a:moveTo>
                <a:lnTo>
                  <a:pt x="331" y="764"/>
                </a:lnTo>
                <a:lnTo>
                  <a:pt x="331" y="773"/>
                </a:lnTo>
                <a:lnTo>
                  <a:pt x="299" y="773"/>
                </a:lnTo>
                <a:lnTo>
                  <a:pt x="299" y="764"/>
                </a:lnTo>
                <a:moveTo>
                  <a:pt x="356" y="764"/>
                </a:moveTo>
                <a:lnTo>
                  <a:pt x="388" y="764"/>
                </a:lnTo>
                <a:lnTo>
                  <a:pt x="388" y="773"/>
                </a:lnTo>
                <a:lnTo>
                  <a:pt x="356" y="773"/>
                </a:lnTo>
                <a:lnTo>
                  <a:pt x="356" y="764"/>
                </a:lnTo>
                <a:moveTo>
                  <a:pt x="413" y="764"/>
                </a:moveTo>
                <a:lnTo>
                  <a:pt x="445" y="764"/>
                </a:lnTo>
                <a:lnTo>
                  <a:pt x="445" y="773"/>
                </a:lnTo>
                <a:lnTo>
                  <a:pt x="413" y="773"/>
                </a:lnTo>
                <a:lnTo>
                  <a:pt x="413" y="764"/>
                </a:lnTo>
                <a:moveTo>
                  <a:pt x="470" y="764"/>
                </a:moveTo>
                <a:lnTo>
                  <a:pt x="502" y="764"/>
                </a:lnTo>
                <a:lnTo>
                  <a:pt x="502" y="773"/>
                </a:lnTo>
                <a:lnTo>
                  <a:pt x="470" y="773"/>
                </a:lnTo>
                <a:lnTo>
                  <a:pt x="470" y="764"/>
                </a:lnTo>
                <a:moveTo>
                  <a:pt x="527" y="764"/>
                </a:moveTo>
                <a:lnTo>
                  <a:pt x="559" y="764"/>
                </a:lnTo>
                <a:lnTo>
                  <a:pt x="559" y="773"/>
                </a:lnTo>
                <a:lnTo>
                  <a:pt x="527" y="773"/>
                </a:lnTo>
                <a:lnTo>
                  <a:pt x="527" y="764"/>
                </a:lnTo>
                <a:moveTo>
                  <a:pt x="584" y="764"/>
                </a:moveTo>
                <a:lnTo>
                  <a:pt x="615" y="764"/>
                </a:lnTo>
                <a:lnTo>
                  <a:pt x="615" y="773"/>
                </a:lnTo>
                <a:lnTo>
                  <a:pt x="584" y="773"/>
                </a:lnTo>
                <a:lnTo>
                  <a:pt x="584" y="764"/>
                </a:lnTo>
                <a:moveTo>
                  <a:pt x="641" y="764"/>
                </a:moveTo>
                <a:lnTo>
                  <a:pt x="672" y="764"/>
                </a:lnTo>
                <a:lnTo>
                  <a:pt x="672" y="773"/>
                </a:lnTo>
                <a:lnTo>
                  <a:pt x="641" y="773"/>
                </a:lnTo>
                <a:lnTo>
                  <a:pt x="641" y="764"/>
                </a:lnTo>
                <a:moveTo>
                  <a:pt x="698" y="764"/>
                </a:moveTo>
                <a:lnTo>
                  <a:pt x="729" y="764"/>
                </a:lnTo>
                <a:lnTo>
                  <a:pt x="729" y="773"/>
                </a:lnTo>
                <a:lnTo>
                  <a:pt x="698" y="773"/>
                </a:lnTo>
                <a:lnTo>
                  <a:pt x="698" y="764"/>
                </a:lnTo>
                <a:moveTo>
                  <a:pt x="755" y="764"/>
                </a:moveTo>
                <a:lnTo>
                  <a:pt x="786" y="764"/>
                </a:lnTo>
                <a:lnTo>
                  <a:pt x="786" y="773"/>
                </a:lnTo>
                <a:lnTo>
                  <a:pt x="755" y="773"/>
                </a:lnTo>
                <a:lnTo>
                  <a:pt x="755" y="764"/>
                </a:lnTo>
                <a:moveTo>
                  <a:pt x="812" y="764"/>
                </a:moveTo>
                <a:lnTo>
                  <a:pt x="843" y="764"/>
                </a:lnTo>
                <a:lnTo>
                  <a:pt x="843" y="773"/>
                </a:lnTo>
                <a:lnTo>
                  <a:pt x="812" y="773"/>
                </a:lnTo>
                <a:lnTo>
                  <a:pt x="812" y="764"/>
                </a:lnTo>
                <a:moveTo>
                  <a:pt x="869" y="764"/>
                </a:moveTo>
                <a:lnTo>
                  <a:pt x="900" y="764"/>
                </a:lnTo>
                <a:lnTo>
                  <a:pt x="900" y="773"/>
                </a:lnTo>
                <a:lnTo>
                  <a:pt x="869" y="773"/>
                </a:lnTo>
                <a:lnTo>
                  <a:pt x="869" y="764"/>
                </a:lnTo>
                <a:moveTo>
                  <a:pt x="926" y="764"/>
                </a:moveTo>
                <a:lnTo>
                  <a:pt x="957" y="764"/>
                </a:lnTo>
                <a:lnTo>
                  <a:pt x="957" y="773"/>
                </a:lnTo>
                <a:lnTo>
                  <a:pt x="926" y="773"/>
                </a:lnTo>
                <a:lnTo>
                  <a:pt x="926" y="764"/>
                </a:lnTo>
                <a:moveTo>
                  <a:pt x="983" y="764"/>
                </a:moveTo>
                <a:lnTo>
                  <a:pt x="1014" y="764"/>
                </a:lnTo>
                <a:lnTo>
                  <a:pt x="1014" y="773"/>
                </a:lnTo>
                <a:lnTo>
                  <a:pt x="983" y="773"/>
                </a:lnTo>
                <a:lnTo>
                  <a:pt x="983" y="764"/>
                </a:lnTo>
                <a:moveTo>
                  <a:pt x="1040" y="764"/>
                </a:moveTo>
                <a:lnTo>
                  <a:pt x="1071" y="764"/>
                </a:lnTo>
                <a:lnTo>
                  <a:pt x="1071" y="773"/>
                </a:lnTo>
                <a:lnTo>
                  <a:pt x="1040" y="773"/>
                </a:lnTo>
                <a:lnTo>
                  <a:pt x="1040" y="764"/>
                </a:lnTo>
                <a:moveTo>
                  <a:pt x="1098" y="764"/>
                </a:moveTo>
                <a:lnTo>
                  <a:pt x="1129" y="764"/>
                </a:lnTo>
                <a:lnTo>
                  <a:pt x="1129" y="773"/>
                </a:lnTo>
                <a:lnTo>
                  <a:pt x="1098" y="773"/>
                </a:lnTo>
                <a:lnTo>
                  <a:pt x="1098" y="764"/>
                </a:lnTo>
                <a:moveTo>
                  <a:pt x="1155" y="764"/>
                </a:moveTo>
                <a:lnTo>
                  <a:pt x="1186" y="764"/>
                </a:lnTo>
                <a:lnTo>
                  <a:pt x="1186" y="773"/>
                </a:lnTo>
                <a:lnTo>
                  <a:pt x="1155" y="773"/>
                </a:lnTo>
                <a:lnTo>
                  <a:pt x="1155" y="764"/>
                </a:lnTo>
                <a:moveTo>
                  <a:pt x="1212" y="764"/>
                </a:moveTo>
                <a:lnTo>
                  <a:pt x="1243" y="764"/>
                </a:lnTo>
                <a:lnTo>
                  <a:pt x="1243" y="773"/>
                </a:lnTo>
                <a:lnTo>
                  <a:pt x="1212" y="773"/>
                </a:lnTo>
                <a:lnTo>
                  <a:pt x="1212" y="764"/>
                </a:lnTo>
                <a:moveTo>
                  <a:pt x="1269" y="764"/>
                </a:moveTo>
                <a:lnTo>
                  <a:pt x="1272" y="764"/>
                </a:lnTo>
                <a:lnTo>
                  <a:pt x="1272" y="768"/>
                </a:lnTo>
                <a:lnTo>
                  <a:pt x="1267" y="768"/>
                </a:lnTo>
                <a:lnTo>
                  <a:pt x="1267" y="740"/>
                </a:lnTo>
                <a:lnTo>
                  <a:pt x="1276" y="740"/>
                </a:lnTo>
                <a:lnTo>
                  <a:pt x="1276" y="768"/>
                </a:lnTo>
                <a:cubicBezTo>
                  <a:pt x="1276" y="771"/>
                  <a:pt x="1275" y="773"/>
                  <a:pt x="1272" y="773"/>
                </a:cubicBezTo>
                <a:lnTo>
                  <a:pt x="1269" y="773"/>
                </a:lnTo>
                <a:lnTo>
                  <a:pt x="1269" y="764"/>
                </a:lnTo>
                <a:moveTo>
                  <a:pt x="1267" y="715"/>
                </a:moveTo>
                <a:lnTo>
                  <a:pt x="1267" y="683"/>
                </a:lnTo>
                <a:lnTo>
                  <a:pt x="1276" y="683"/>
                </a:lnTo>
                <a:lnTo>
                  <a:pt x="1276" y="715"/>
                </a:lnTo>
                <a:lnTo>
                  <a:pt x="1267" y="715"/>
                </a:lnTo>
                <a:moveTo>
                  <a:pt x="1267" y="658"/>
                </a:moveTo>
                <a:lnTo>
                  <a:pt x="1267" y="626"/>
                </a:lnTo>
                <a:lnTo>
                  <a:pt x="1276" y="626"/>
                </a:lnTo>
                <a:lnTo>
                  <a:pt x="1276" y="658"/>
                </a:lnTo>
                <a:lnTo>
                  <a:pt x="1267" y="658"/>
                </a:lnTo>
                <a:moveTo>
                  <a:pt x="1267" y="601"/>
                </a:moveTo>
                <a:lnTo>
                  <a:pt x="1267" y="569"/>
                </a:lnTo>
                <a:lnTo>
                  <a:pt x="1276" y="569"/>
                </a:lnTo>
                <a:lnTo>
                  <a:pt x="1276" y="601"/>
                </a:lnTo>
                <a:lnTo>
                  <a:pt x="1267" y="601"/>
                </a:lnTo>
                <a:moveTo>
                  <a:pt x="1267" y="544"/>
                </a:moveTo>
                <a:lnTo>
                  <a:pt x="1267" y="512"/>
                </a:lnTo>
                <a:lnTo>
                  <a:pt x="1276" y="512"/>
                </a:lnTo>
                <a:lnTo>
                  <a:pt x="1276" y="544"/>
                </a:lnTo>
                <a:lnTo>
                  <a:pt x="1267" y="544"/>
                </a:lnTo>
                <a:moveTo>
                  <a:pt x="1267" y="487"/>
                </a:moveTo>
                <a:lnTo>
                  <a:pt x="1267" y="456"/>
                </a:lnTo>
                <a:lnTo>
                  <a:pt x="1276" y="456"/>
                </a:lnTo>
                <a:lnTo>
                  <a:pt x="1276" y="487"/>
                </a:lnTo>
                <a:lnTo>
                  <a:pt x="1267" y="487"/>
                </a:lnTo>
                <a:moveTo>
                  <a:pt x="1267" y="430"/>
                </a:moveTo>
                <a:lnTo>
                  <a:pt x="1267" y="399"/>
                </a:lnTo>
                <a:lnTo>
                  <a:pt x="1276" y="399"/>
                </a:lnTo>
                <a:lnTo>
                  <a:pt x="1276" y="430"/>
                </a:lnTo>
                <a:lnTo>
                  <a:pt x="1267" y="430"/>
                </a:lnTo>
                <a:moveTo>
                  <a:pt x="1267" y="373"/>
                </a:moveTo>
                <a:lnTo>
                  <a:pt x="1267" y="342"/>
                </a:lnTo>
                <a:lnTo>
                  <a:pt x="1276" y="342"/>
                </a:lnTo>
                <a:lnTo>
                  <a:pt x="1276" y="373"/>
                </a:lnTo>
                <a:lnTo>
                  <a:pt x="1267" y="373"/>
                </a:lnTo>
                <a:moveTo>
                  <a:pt x="1267" y="316"/>
                </a:moveTo>
                <a:lnTo>
                  <a:pt x="1267" y="285"/>
                </a:lnTo>
                <a:lnTo>
                  <a:pt x="1276" y="285"/>
                </a:lnTo>
                <a:lnTo>
                  <a:pt x="1276" y="316"/>
                </a:lnTo>
                <a:lnTo>
                  <a:pt x="1267" y="316"/>
                </a:lnTo>
                <a:moveTo>
                  <a:pt x="1267" y="260"/>
                </a:moveTo>
                <a:lnTo>
                  <a:pt x="1267" y="228"/>
                </a:lnTo>
                <a:lnTo>
                  <a:pt x="1276" y="228"/>
                </a:lnTo>
                <a:lnTo>
                  <a:pt x="1276" y="260"/>
                </a:lnTo>
                <a:lnTo>
                  <a:pt x="1267" y="260"/>
                </a:lnTo>
                <a:moveTo>
                  <a:pt x="1267" y="203"/>
                </a:moveTo>
                <a:lnTo>
                  <a:pt x="1267" y="171"/>
                </a:lnTo>
                <a:lnTo>
                  <a:pt x="1276" y="171"/>
                </a:lnTo>
                <a:lnTo>
                  <a:pt x="1276" y="203"/>
                </a:lnTo>
                <a:lnTo>
                  <a:pt x="1267" y="203"/>
                </a:lnTo>
                <a:moveTo>
                  <a:pt x="1267" y="146"/>
                </a:moveTo>
                <a:lnTo>
                  <a:pt x="1267" y="114"/>
                </a:lnTo>
                <a:lnTo>
                  <a:pt x="1276" y="114"/>
                </a:lnTo>
                <a:lnTo>
                  <a:pt x="1276" y="146"/>
                </a:lnTo>
                <a:lnTo>
                  <a:pt x="1267" y="146"/>
                </a:lnTo>
                <a:moveTo>
                  <a:pt x="1267" y="89"/>
                </a:moveTo>
                <a:lnTo>
                  <a:pt x="1267" y="57"/>
                </a:lnTo>
                <a:lnTo>
                  <a:pt x="1276" y="57"/>
                </a:lnTo>
                <a:lnTo>
                  <a:pt x="1276" y="89"/>
                </a:lnTo>
                <a:lnTo>
                  <a:pt x="1267" y="89"/>
                </a:lnTo>
                <a:moveTo>
                  <a:pt x="1267" y="32"/>
                </a:moveTo>
                <a:lnTo>
                  <a:pt x="1267" y="0"/>
                </a:lnTo>
                <a:lnTo>
                  <a:pt x="1276" y="0"/>
                </a:lnTo>
                <a:lnTo>
                  <a:pt x="1276" y="32"/>
                </a:lnTo>
                <a:lnTo>
                  <a:pt x="1267" y="32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" name=""/>
          <p:cNvSpPr/>
          <p:nvPr/>
        </p:nvSpPr>
        <p:spPr>
          <a:xfrm>
            <a:off x="3216600" y="967680"/>
            <a:ext cx="741240" cy="312480"/>
          </a:xfrm>
          <a:custGeom>
            <a:avLst/>
            <a:gdLst/>
            <a:ahLst/>
            <a:rect l="0" t="0" r="r" b="b"/>
            <a:pathLst>
              <a:path w="2059" h="868">
                <a:moveTo>
                  <a:pt x="2051" y="868"/>
                </a:moveTo>
                <a:lnTo>
                  <a:pt x="2051" y="836"/>
                </a:lnTo>
                <a:lnTo>
                  <a:pt x="2059" y="836"/>
                </a:lnTo>
                <a:lnTo>
                  <a:pt x="2059" y="868"/>
                </a:lnTo>
                <a:lnTo>
                  <a:pt x="2051" y="868"/>
                </a:lnTo>
                <a:moveTo>
                  <a:pt x="2051" y="811"/>
                </a:moveTo>
                <a:lnTo>
                  <a:pt x="2051" y="779"/>
                </a:lnTo>
                <a:lnTo>
                  <a:pt x="2059" y="779"/>
                </a:lnTo>
                <a:lnTo>
                  <a:pt x="2059" y="811"/>
                </a:lnTo>
                <a:lnTo>
                  <a:pt x="2051" y="811"/>
                </a:lnTo>
                <a:moveTo>
                  <a:pt x="2051" y="754"/>
                </a:moveTo>
                <a:lnTo>
                  <a:pt x="2051" y="722"/>
                </a:lnTo>
                <a:lnTo>
                  <a:pt x="2059" y="722"/>
                </a:lnTo>
                <a:lnTo>
                  <a:pt x="2059" y="754"/>
                </a:lnTo>
                <a:lnTo>
                  <a:pt x="2051" y="754"/>
                </a:lnTo>
                <a:moveTo>
                  <a:pt x="2051" y="697"/>
                </a:moveTo>
                <a:lnTo>
                  <a:pt x="2051" y="666"/>
                </a:lnTo>
                <a:lnTo>
                  <a:pt x="2059" y="666"/>
                </a:lnTo>
                <a:lnTo>
                  <a:pt x="2059" y="697"/>
                </a:lnTo>
                <a:lnTo>
                  <a:pt x="2051" y="697"/>
                </a:lnTo>
                <a:moveTo>
                  <a:pt x="2051" y="640"/>
                </a:moveTo>
                <a:lnTo>
                  <a:pt x="2051" y="609"/>
                </a:lnTo>
                <a:lnTo>
                  <a:pt x="2059" y="609"/>
                </a:lnTo>
                <a:lnTo>
                  <a:pt x="2059" y="640"/>
                </a:lnTo>
                <a:lnTo>
                  <a:pt x="2051" y="640"/>
                </a:lnTo>
                <a:moveTo>
                  <a:pt x="2051" y="583"/>
                </a:moveTo>
                <a:lnTo>
                  <a:pt x="2051" y="552"/>
                </a:lnTo>
                <a:lnTo>
                  <a:pt x="2059" y="552"/>
                </a:lnTo>
                <a:lnTo>
                  <a:pt x="2059" y="583"/>
                </a:lnTo>
                <a:lnTo>
                  <a:pt x="2051" y="583"/>
                </a:lnTo>
                <a:moveTo>
                  <a:pt x="2051" y="526"/>
                </a:moveTo>
                <a:lnTo>
                  <a:pt x="2051" y="495"/>
                </a:lnTo>
                <a:lnTo>
                  <a:pt x="2059" y="495"/>
                </a:lnTo>
                <a:lnTo>
                  <a:pt x="2059" y="526"/>
                </a:lnTo>
                <a:lnTo>
                  <a:pt x="2051" y="526"/>
                </a:lnTo>
                <a:moveTo>
                  <a:pt x="2051" y="470"/>
                </a:moveTo>
                <a:lnTo>
                  <a:pt x="2051" y="438"/>
                </a:lnTo>
                <a:lnTo>
                  <a:pt x="2059" y="438"/>
                </a:lnTo>
                <a:lnTo>
                  <a:pt x="2059" y="470"/>
                </a:lnTo>
                <a:lnTo>
                  <a:pt x="2051" y="470"/>
                </a:lnTo>
                <a:moveTo>
                  <a:pt x="2051" y="413"/>
                </a:moveTo>
                <a:lnTo>
                  <a:pt x="2051" y="381"/>
                </a:lnTo>
                <a:lnTo>
                  <a:pt x="2059" y="381"/>
                </a:lnTo>
                <a:lnTo>
                  <a:pt x="2059" y="413"/>
                </a:lnTo>
                <a:lnTo>
                  <a:pt x="2051" y="413"/>
                </a:lnTo>
                <a:moveTo>
                  <a:pt x="2051" y="356"/>
                </a:moveTo>
                <a:lnTo>
                  <a:pt x="2051" y="323"/>
                </a:lnTo>
                <a:lnTo>
                  <a:pt x="2059" y="323"/>
                </a:lnTo>
                <a:lnTo>
                  <a:pt x="2059" y="356"/>
                </a:lnTo>
                <a:lnTo>
                  <a:pt x="2051" y="356"/>
                </a:lnTo>
                <a:moveTo>
                  <a:pt x="2051" y="298"/>
                </a:moveTo>
                <a:lnTo>
                  <a:pt x="2051" y="266"/>
                </a:lnTo>
                <a:lnTo>
                  <a:pt x="2059" y="266"/>
                </a:lnTo>
                <a:lnTo>
                  <a:pt x="2059" y="298"/>
                </a:lnTo>
                <a:lnTo>
                  <a:pt x="2051" y="298"/>
                </a:lnTo>
                <a:moveTo>
                  <a:pt x="2051" y="241"/>
                </a:moveTo>
                <a:lnTo>
                  <a:pt x="2051" y="209"/>
                </a:lnTo>
                <a:lnTo>
                  <a:pt x="2059" y="209"/>
                </a:lnTo>
                <a:lnTo>
                  <a:pt x="2059" y="241"/>
                </a:lnTo>
                <a:lnTo>
                  <a:pt x="2051" y="241"/>
                </a:lnTo>
                <a:moveTo>
                  <a:pt x="2051" y="184"/>
                </a:moveTo>
                <a:lnTo>
                  <a:pt x="2051" y="153"/>
                </a:lnTo>
                <a:lnTo>
                  <a:pt x="2059" y="153"/>
                </a:lnTo>
                <a:lnTo>
                  <a:pt x="2059" y="184"/>
                </a:lnTo>
                <a:lnTo>
                  <a:pt x="2051" y="184"/>
                </a:lnTo>
                <a:moveTo>
                  <a:pt x="2051" y="127"/>
                </a:moveTo>
                <a:lnTo>
                  <a:pt x="2051" y="96"/>
                </a:lnTo>
                <a:lnTo>
                  <a:pt x="2059" y="96"/>
                </a:lnTo>
                <a:lnTo>
                  <a:pt x="2059" y="127"/>
                </a:lnTo>
                <a:lnTo>
                  <a:pt x="2051" y="127"/>
                </a:lnTo>
                <a:moveTo>
                  <a:pt x="2051" y="70"/>
                </a:moveTo>
                <a:lnTo>
                  <a:pt x="2051" y="39"/>
                </a:lnTo>
                <a:lnTo>
                  <a:pt x="2059" y="39"/>
                </a:lnTo>
                <a:lnTo>
                  <a:pt x="2059" y="70"/>
                </a:lnTo>
                <a:lnTo>
                  <a:pt x="2051" y="70"/>
                </a:lnTo>
                <a:moveTo>
                  <a:pt x="2051" y="14"/>
                </a:moveTo>
                <a:lnTo>
                  <a:pt x="2051" y="4"/>
                </a:lnTo>
                <a:lnTo>
                  <a:pt x="2055" y="4"/>
                </a:lnTo>
                <a:lnTo>
                  <a:pt x="2055" y="8"/>
                </a:lnTo>
                <a:lnTo>
                  <a:pt x="2033" y="8"/>
                </a:lnTo>
                <a:lnTo>
                  <a:pt x="2033" y="0"/>
                </a:lnTo>
                <a:lnTo>
                  <a:pt x="2055" y="0"/>
                </a:lnTo>
                <a:cubicBezTo>
                  <a:pt x="2058" y="0"/>
                  <a:pt x="2059" y="1"/>
                  <a:pt x="2059" y="4"/>
                </a:cubicBezTo>
                <a:lnTo>
                  <a:pt x="2059" y="14"/>
                </a:lnTo>
                <a:lnTo>
                  <a:pt x="2051" y="14"/>
                </a:lnTo>
                <a:moveTo>
                  <a:pt x="2007" y="8"/>
                </a:moveTo>
                <a:lnTo>
                  <a:pt x="1976" y="8"/>
                </a:lnTo>
                <a:lnTo>
                  <a:pt x="1976" y="0"/>
                </a:lnTo>
                <a:lnTo>
                  <a:pt x="2007" y="0"/>
                </a:lnTo>
                <a:lnTo>
                  <a:pt x="2007" y="8"/>
                </a:lnTo>
                <a:moveTo>
                  <a:pt x="1950" y="8"/>
                </a:moveTo>
                <a:lnTo>
                  <a:pt x="1919" y="8"/>
                </a:lnTo>
                <a:lnTo>
                  <a:pt x="1919" y="0"/>
                </a:lnTo>
                <a:lnTo>
                  <a:pt x="1950" y="0"/>
                </a:lnTo>
                <a:lnTo>
                  <a:pt x="1950" y="8"/>
                </a:lnTo>
                <a:moveTo>
                  <a:pt x="1894" y="8"/>
                </a:moveTo>
                <a:lnTo>
                  <a:pt x="1862" y="8"/>
                </a:lnTo>
                <a:lnTo>
                  <a:pt x="1862" y="0"/>
                </a:lnTo>
                <a:lnTo>
                  <a:pt x="1894" y="0"/>
                </a:lnTo>
                <a:lnTo>
                  <a:pt x="1894" y="8"/>
                </a:lnTo>
                <a:moveTo>
                  <a:pt x="1837" y="8"/>
                </a:moveTo>
                <a:lnTo>
                  <a:pt x="1805" y="8"/>
                </a:lnTo>
                <a:lnTo>
                  <a:pt x="1805" y="0"/>
                </a:lnTo>
                <a:lnTo>
                  <a:pt x="1837" y="0"/>
                </a:lnTo>
                <a:lnTo>
                  <a:pt x="1837" y="8"/>
                </a:lnTo>
                <a:moveTo>
                  <a:pt x="1780" y="8"/>
                </a:moveTo>
                <a:lnTo>
                  <a:pt x="1748" y="8"/>
                </a:lnTo>
                <a:lnTo>
                  <a:pt x="1748" y="0"/>
                </a:lnTo>
                <a:lnTo>
                  <a:pt x="1780" y="0"/>
                </a:lnTo>
                <a:lnTo>
                  <a:pt x="1780" y="8"/>
                </a:lnTo>
                <a:moveTo>
                  <a:pt x="1723" y="8"/>
                </a:moveTo>
                <a:lnTo>
                  <a:pt x="1691" y="8"/>
                </a:lnTo>
                <a:lnTo>
                  <a:pt x="1691" y="0"/>
                </a:lnTo>
                <a:lnTo>
                  <a:pt x="1723" y="0"/>
                </a:lnTo>
                <a:lnTo>
                  <a:pt x="1723" y="8"/>
                </a:lnTo>
                <a:moveTo>
                  <a:pt x="1666" y="8"/>
                </a:moveTo>
                <a:lnTo>
                  <a:pt x="1634" y="8"/>
                </a:lnTo>
                <a:lnTo>
                  <a:pt x="1634" y="0"/>
                </a:lnTo>
                <a:lnTo>
                  <a:pt x="1666" y="0"/>
                </a:lnTo>
                <a:lnTo>
                  <a:pt x="1666" y="8"/>
                </a:lnTo>
                <a:moveTo>
                  <a:pt x="1609" y="8"/>
                </a:moveTo>
                <a:lnTo>
                  <a:pt x="1577" y="8"/>
                </a:lnTo>
                <a:lnTo>
                  <a:pt x="1577" y="0"/>
                </a:lnTo>
                <a:lnTo>
                  <a:pt x="1609" y="0"/>
                </a:lnTo>
                <a:lnTo>
                  <a:pt x="1609" y="8"/>
                </a:lnTo>
                <a:moveTo>
                  <a:pt x="1552" y="8"/>
                </a:moveTo>
                <a:lnTo>
                  <a:pt x="1520" y="8"/>
                </a:lnTo>
                <a:lnTo>
                  <a:pt x="1520" y="0"/>
                </a:lnTo>
                <a:lnTo>
                  <a:pt x="1552" y="0"/>
                </a:lnTo>
                <a:lnTo>
                  <a:pt x="1552" y="8"/>
                </a:lnTo>
                <a:moveTo>
                  <a:pt x="1495" y="8"/>
                </a:moveTo>
                <a:lnTo>
                  <a:pt x="1463" y="8"/>
                </a:lnTo>
                <a:lnTo>
                  <a:pt x="1463" y="0"/>
                </a:lnTo>
                <a:lnTo>
                  <a:pt x="1495" y="0"/>
                </a:lnTo>
                <a:lnTo>
                  <a:pt x="1495" y="8"/>
                </a:lnTo>
                <a:moveTo>
                  <a:pt x="1438" y="8"/>
                </a:moveTo>
                <a:lnTo>
                  <a:pt x="1406" y="8"/>
                </a:lnTo>
                <a:lnTo>
                  <a:pt x="1406" y="0"/>
                </a:lnTo>
                <a:lnTo>
                  <a:pt x="1438" y="0"/>
                </a:lnTo>
                <a:lnTo>
                  <a:pt x="1438" y="8"/>
                </a:lnTo>
                <a:moveTo>
                  <a:pt x="1381" y="8"/>
                </a:moveTo>
                <a:lnTo>
                  <a:pt x="1349" y="8"/>
                </a:lnTo>
                <a:lnTo>
                  <a:pt x="1349" y="0"/>
                </a:lnTo>
                <a:lnTo>
                  <a:pt x="1381" y="0"/>
                </a:lnTo>
                <a:lnTo>
                  <a:pt x="1381" y="8"/>
                </a:lnTo>
                <a:moveTo>
                  <a:pt x="1324" y="8"/>
                </a:moveTo>
                <a:lnTo>
                  <a:pt x="1292" y="8"/>
                </a:lnTo>
                <a:lnTo>
                  <a:pt x="1292" y="0"/>
                </a:lnTo>
                <a:lnTo>
                  <a:pt x="1324" y="0"/>
                </a:lnTo>
                <a:lnTo>
                  <a:pt x="1324" y="8"/>
                </a:lnTo>
                <a:moveTo>
                  <a:pt x="1267" y="8"/>
                </a:moveTo>
                <a:lnTo>
                  <a:pt x="1235" y="8"/>
                </a:lnTo>
                <a:lnTo>
                  <a:pt x="1235" y="0"/>
                </a:lnTo>
                <a:lnTo>
                  <a:pt x="1267" y="0"/>
                </a:lnTo>
                <a:lnTo>
                  <a:pt x="1267" y="8"/>
                </a:lnTo>
                <a:moveTo>
                  <a:pt x="1210" y="8"/>
                </a:moveTo>
                <a:lnTo>
                  <a:pt x="1178" y="8"/>
                </a:lnTo>
                <a:lnTo>
                  <a:pt x="1178" y="0"/>
                </a:lnTo>
                <a:lnTo>
                  <a:pt x="1210" y="0"/>
                </a:lnTo>
                <a:lnTo>
                  <a:pt x="1210" y="8"/>
                </a:lnTo>
                <a:moveTo>
                  <a:pt x="1153" y="8"/>
                </a:moveTo>
                <a:lnTo>
                  <a:pt x="1121" y="8"/>
                </a:lnTo>
                <a:lnTo>
                  <a:pt x="1121" y="0"/>
                </a:lnTo>
                <a:lnTo>
                  <a:pt x="1153" y="0"/>
                </a:lnTo>
                <a:lnTo>
                  <a:pt x="1153" y="8"/>
                </a:lnTo>
                <a:moveTo>
                  <a:pt x="1096" y="8"/>
                </a:moveTo>
                <a:lnTo>
                  <a:pt x="1064" y="8"/>
                </a:lnTo>
                <a:lnTo>
                  <a:pt x="1064" y="0"/>
                </a:lnTo>
                <a:lnTo>
                  <a:pt x="1096" y="0"/>
                </a:lnTo>
                <a:lnTo>
                  <a:pt x="1096" y="8"/>
                </a:lnTo>
                <a:moveTo>
                  <a:pt x="1039" y="8"/>
                </a:moveTo>
                <a:lnTo>
                  <a:pt x="1007" y="8"/>
                </a:lnTo>
                <a:lnTo>
                  <a:pt x="1007" y="0"/>
                </a:lnTo>
                <a:lnTo>
                  <a:pt x="1039" y="0"/>
                </a:lnTo>
                <a:lnTo>
                  <a:pt x="1039" y="8"/>
                </a:lnTo>
                <a:moveTo>
                  <a:pt x="982" y="8"/>
                </a:moveTo>
                <a:lnTo>
                  <a:pt x="950" y="8"/>
                </a:lnTo>
                <a:lnTo>
                  <a:pt x="950" y="0"/>
                </a:lnTo>
                <a:lnTo>
                  <a:pt x="982" y="0"/>
                </a:lnTo>
                <a:lnTo>
                  <a:pt x="982" y="8"/>
                </a:lnTo>
                <a:moveTo>
                  <a:pt x="925" y="8"/>
                </a:moveTo>
                <a:lnTo>
                  <a:pt x="893" y="8"/>
                </a:lnTo>
                <a:lnTo>
                  <a:pt x="893" y="0"/>
                </a:lnTo>
                <a:lnTo>
                  <a:pt x="925" y="0"/>
                </a:lnTo>
                <a:lnTo>
                  <a:pt x="925" y="8"/>
                </a:lnTo>
                <a:moveTo>
                  <a:pt x="868" y="8"/>
                </a:moveTo>
                <a:lnTo>
                  <a:pt x="836" y="8"/>
                </a:lnTo>
                <a:lnTo>
                  <a:pt x="836" y="0"/>
                </a:lnTo>
                <a:lnTo>
                  <a:pt x="868" y="0"/>
                </a:lnTo>
                <a:lnTo>
                  <a:pt x="868" y="8"/>
                </a:lnTo>
                <a:moveTo>
                  <a:pt x="811" y="8"/>
                </a:moveTo>
                <a:lnTo>
                  <a:pt x="779" y="8"/>
                </a:lnTo>
                <a:lnTo>
                  <a:pt x="779" y="0"/>
                </a:lnTo>
                <a:lnTo>
                  <a:pt x="811" y="0"/>
                </a:lnTo>
                <a:lnTo>
                  <a:pt x="811" y="8"/>
                </a:lnTo>
                <a:moveTo>
                  <a:pt x="754" y="8"/>
                </a:moveTo>
                <a:lnTo>
                  <a:pt x="722" y="8"/>
                </a:lnTo>
                <a:lnTo>
                  <a:pt x="722" y="0"/>
                </a:lnTo>
                <a:lnTo>
                  <a:pt x="754" y="0"/>
                </a:lnTo>
                <a:lnTo>
                  <a:pt x="754" y="8"/>
                </a:lnTo>
                <a:moveTo>
                  <a:pt x="697" y="8"/>
                </a:moveTo>
                <a:lnTo>
                  <a:pt x="665" y="8"/>
                </a:lnTo>
                <a:lnTo>
                  <a:pt x="665" y="0"/>
                </a:lnTo>
                <a:lnTo>
                  <a:pt x="697" y="0"/>
                </a:lnTo>
                <a:lnTo>
                  <a:pt x="697" y="8"/>
                </a:lnTo>
                <a:moveTo>
                  <a:pt x="640" y="8"/>
                </a:moveTo>
                <a:lnTo>
                  <a:pt x="608" y="8"/>
                </a:lnTo>
                <a:lnTo>
                  <a:pt x="608" y="0"/>
                </a:lnTo>
                <a:lnTo>
                  <a:pt x="640" y="0"/>
                </a:lnTo>
                <a:lnTo>
                  <a:pt x="640" y="8"/>
                </a:lnTo>
                <a:moveTo>
                  <a:pt x="583" y="8"/>
                </a:moveTo>
                <a:lnTo>
                  <a:pt x="551" y="8"/>
                </a:lnTo>
                <a:lnTo>
                  <a:pt x="551" y="0"/>
                </a:lnTo>
                <a:lnTo>
                  <a:pt x="583" y="0"/>
                </a:lnTo>
                <a:lnTo>
                  <a:pt x="583" y="8"/>
                </a:lnTo>
                <a:moveTo>
                  <a:pt x="526" y="8"/>
                </a:moveTo>
                <a:lnTo>
                  <a:pt x="494" y="8"/>
                </a:lnTo>
                <a:lnTo>
                  <a:pt x="494" y="0"/>
                </a:lnTo>
                <a:lnTo>
                  <a:pt x="526" y="0"/>
                </a:lnTo>
                <a:lnTo>
                  <a:pt x="526" y="8"/>
                </a:lnTo>
                <a:moveTo>
                  <a:pt x="469" y="8"/>
                </a:moveTo>
                <a:lnTo>
                  <a:pt x="437" y="8"/>
                </a:lnTo>
                <a:lnTo>
                  <a:pt x="437" y="0"/>
                </a:lnTo>
                <a:lnTo>
                  <a:pt x="469" y="0"/>
                </a:lnTo>
                <a:lnTo>
                  <a:pt x="469" y="8"/>
                </a:lnTo>
                <a:moveTo>
                  <a:pt x="412" y="8"/>
                </a:moveTo>
                <a:lnTo>
                  <a:pt x="381" y="8"/>
                </a:lnTo>
                <a:lnTo>
                  <a:pt x="381" y="0"/>
                </a:lnTo>
                <a:lnTo>
                  <a:pt x="412" y="0"/>
                </a:lnTo>
                <a:lnTo>
                  <a:pt x="412" y="8"/>
                </a:lnTo>
                <a:moveTo>
                  <a:pt x="355" y="8"/>
                </a:moveTo>
                <a:lnTo>
                  <a:pt x="323" y="8"/>
                </a:lnTo>
                <a:lnTo>
                  <a:pt x="323" y="0"/>
                </a:lnTo>
                <a:lnTo>
                  <a:pt x="355" y="0"/>
                </a:lnTo>
                <a:lnTo>
                  <a:pt x="355" y="8"/>
                </a:lnTo>
                <a:moveTo>
                  <a:pt x="297" y="8"/>
                </a:moveTo>
                <a:lnTo>
                  <a:pt x="266" y="8"/>
                </a:lnTo>
                <a:lnTo>
                  <a:pt x="266" y="0"/>
                </a:lnTo>
                <a:lnTo>
                  <a:pt x="297" y="0"/>
                </a:lnTo>
                <a:lnTo>
                  <a:pt x="297" y="8"/>
                </a:lnTo>
                <a:moveTo>
                  <a:pt x="240" y="8"/>
                </a:moveTo>
                <a:lnTo>
                  <a:pt x="209" y="8"/>
                </a:lnTo>
                <a:lnTo>
                  <a:pt x="209" y="0"/>
                </a:lnTo>
                <a:lnTo>
                  <a:pt x="240" y="0"/>
                </a:lnTo>
                <a:lnTo>
                  <a:pt x="240" y="8"/>
                </a:lnTo>
                <a:moveTo>
                  <a:pt x="183" y="8"/>
                </a:moveTo>
                <a:lnTo>
                  <a:pt x="152" y="8"/>
                </a:lnTo>
                <a:lnTo>
                  <a:pt x="152" y="0"/>
                </a:lnTo>
                <a:lnTo>
                  <a:pt x="183" y="0"/>
                </a:lnTo>
                <a:lnTo>
                  <a:pt x="183" y="8"/>
                </a:lnTo>
                <a:moveTo>
                  <a:pt x="126" y="8"/>
                </a:moveTo>
                <a:lnTo>
                  <a:pt x="95" y="8"/>
                </a:lnTo>
                <a:lnTo>
                  <a:pt x="95" y="0"/>
                </a:lnTo>
                <a:lnTo>
                  <a:pt x="126" y="0"/>
                </a:lnTo>
                <a:lnTo>
                  <a:pt x="126" y="8"/>
                </a:lnTo>
                <a:moveTo>
                  <a:pt x="69" y="8"/>
                </a:moveTo>
                <a:lnTo>
                  <a:pt x="38" y="8"/>
                </a:lnTo>
                <a:lnTo>
                  <a:pt x="38" y="0"/>
                </a:lnTo>
                <a:lnTo>
                  <a:pt x="69" y="0"/>
                </a:lnTo>
                <a:lnTo>
                  <a:pt x="69" y="8"/>
                </a:lnTo>
                <a:moveTo>
                  <a:pt x="12" y="8"/>
                </a:moveTo>
                <a:lnTo>
                  <a:pt x="0" y="8"/>
                </a:lnTo>
                <a:lnTo>
                  <a:pt x="0" y="0"/>
                </a:lnTo>
                <a:lnTo>
                  <a:pt x="12" y="0"/>
                </a:lnTo>
                <a:lnTo>
                  <a:pt x="12" y="8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" name=""/>
          <p:cNvSpPr/>
          <p:nvPr/>
        </p:nvSpPr>
        <p:spPr>
          <a:xfrm>
            <a:off x="7950600" y="2385720"/>
            <a:ext cx="3600" cy="1117440"/>
          </a:xfrm>
          <a:custGeom>
            <a:avLst/>
            <a:gdLst/>
            <a:ahLst/>
            <a:rect l="0" t="0" r="r" b="b"/>
            <a:pathLst>
              <a:path w="10" h="3104">
                <a:moveTo>
                  <a:pt x="0" y="3104"/>
                </a:moveTo>
                <a:lnTo>
                  <a:pt x="0" y="3072"/>
                </a:lnTo>
                <a:lnTo>
                  <a:pt x="10" y="3072"/>
                </a:lnTo>
                <a:lnTo>
                  <a:pt x="10" y="3104"/>
                </a:lnTo>
                <a:lnTo>
                  <a:pt x="0" y="3104"/>
                </a:lnTo>
                <a:moveTo>
                  <a:pt x="0" y="3047"/>
                </a:moveTo>
                <a:lnTo>
                  <a:pt x="0" y="3015"/>
                </a:lnTo>
                <a:lnTo>
                  <a:pt x="10" y="3015"/>
                </a:lnTo>
                <a:lnTo>
                  <a:pt x="10" y="3047"/>
                </a:lnTo>
                <a:lnTo>
                  <a:pt x="0" y="3047"/>
                </a:lnTo>
                <a:moveTo>
                  <a:pt x="0" y="2990"/>
                </a:moveTo>
                <a:lnTo>
                  <a:pt x="0" y="2959"/>
                </a:lnTo>
                <a:lnTo>
                  <a:pt x="10" y="2959"/>
                </a:lnTo>
                <a:lnTo>
                  <a:pt x="10" y="2990"/>
                </a:lnTo>
                <a:lnTo>
                  <a:pt x="0" y="2990"/>
                </a:lnTo>
                <a:moveTo>
                  <a:pt x="0" y="2933"/>
                </a:moveTo>
                <a:lnTo>
                  <a:pt x="0" y="2902"/>
                </a:lnTo>
                <a:lnTo>
                  <a:pt x="10" y="2902"/>
                </a:lnTo>
                <a:lnTo>
                  <a:pt x="10" y="2933"/>
                </a:lnTo>
                <a:lnTo>
                  <a:pt x="0" y="2933"/>
                </a:lnTo>
                <a:moveTo>
                  <a:pt x="0" y="2876"/>
                </a:moveTo>
                <a:lnTo>
                  <a:pt x="0" y="2845"/>
                </a:lnTo>
                <a:lnTo>
                  <a:pt x="10" y="2845"/>
                </a:lnTo>
                <a:lnTo>
                  <a:pt x="10" y="2876"/>
                </a:lnTo>
                <a:lnTo>
                  <a:pt x="0" y="2876"/>
                </a:lnTo>
                <a:moveTo>
                  <a:pt x="0" y="2820"/>
                </a:moveTo>
                <a:lnTo>
                  <a:pt x="0" y="2788"/>
                </a:lnTo>
                <a:lnTo>
                  <a:pt x="10" y="2788"/>
                </a:lnTo>
                <a:lnTo>
                  <a:pt x="10" y="2820"/>
                </a:lnTo>
                <a:lnTo>
                  <a:pt x="0" y="2820"/>
                </a:lnTo>
                <a:moveTo>
                  <a:pt x="0" y="2763"/>
                </a:moveTo>
                <a:lnTo>
                  <a:pt x="0" y="2731"/>
                </a:lnTo>
                <a:lnTo>
                  <a:pt x="10" y="2731"/>
                </a:lnTo>
                <a:lnTo>
                  <a:pt x="10" y="2763"/>
                </a:lnTo>
                <a:lnTo>
                  <a:pt x="0" y="2763"/>
                </a:lnTo>
                <a:moveTo>
                  <a:pt x="0" y="2706"/>
                </a:moveTo>
                <a:lnTo>
                  <a:pt x="0" y="2674"/>
                </a:lnTo>
                <a:lnTo>
                  <a:pt x="10" y="2674"/>
                </a:lnTo>
                <a:lnTo>
                  <a:pt x="10" y="2706"/>
                </a:lnTo>
                <a:lnTo>
                  <a:pt x="0" y="2706"/>
                </a:lnTo>
                <a:moveTo>
                  <a:pt x="0" y="2649"/>
                </a:moveTo>
                <a:lnTo>
                  <a:pt x="0" y="2617"/>
                </a:lnTo>
                <a:lnTo>
                  <a:pt x="10" y="2617"/>
                </a:lnTo>
                <a:lnTo>
                  <a:pt x="10" y="2649"/>
                </a:lnTo>
                <a:lnTo>
                  <a:pt x="0" y="2649"/>
                </a:lnTo>
                <a:moveTo>
                  <a:pt x="0" y="2592"/>
                </a:moveTo>
                <a:lnTo>
                  <a:pt x="0" y="2560"/>
                </a:lnTo>
                <a:lnTo>
                  <a:pt x="10" y="2560"/>
                </a:lnTo>
                <a:lnTo>
                  <a:pt x="10" y="2592"/>
                </a:lnTo>
                <a:lnTo>
                  <a:pt x="0" y="2592"/>
                </a:lnTo>
                <a:moveTo>
                  <a:pt x="0" y="2535"/>
                </a:moveTo>
                <a:lnTo>
                  <a:pt x="0" y="2504"/>
                </a:lnTo>
                <a:lnTo>
                  <a:pt x="10" y="2504"/>
                </a:lnTo>
                <a:lnTo>
                  <a:pt x="10" y="2535"/>
                </a:lnTo>
                <a:lnTo>
                  <a:pt x="0" y="2535"/>
                </a:lnTo>
                <a:moveTo>
                  <a:pt x="0" y="2478"/>
                </a:moveTo>
                <a:lnTo>
                  <a:pt x="0" y="2447"/>
                </a:lnTo>
                <a:lnTo>
                  <a:pt x="10" y="2447"/>
                </a:lnTo>
                <a:lnTo>
                  <a:pt x="10" y="2478"/>
                </a:lnTo>
                <a:lnTo>
                  <a:pt x="0" y="2478"/>
                </a:lnTo>
                <a:moveTo>
                  <a:pt x="0" y="2421"/>
                </a:moveTo>
                <a:lnTo>
                  <a:pt x="0" y="2390"/>
                </a:lnTo>
                <a:lnTo>
                  <a:pt x="10" y="2390"/>
                </a:lnTo>
                <a:lnTo>
                  <a:pt x="10" y="2421"/>
                </a:lnTo>
                <a:lnTo>
                  <a:pt x="0" y="2421"/>
                </a:lnTo>
                <a:moveTo>
                  <a:pt x="0" y="2364"/>
                </a:moveTo>
                <a:lnTo>
                  <a:pt x="0" y="2333"/>
                </a:lnTo>
                <a:lnTo>
                  <a:pt x="10" y="2333"/>
                </a:lnTo>
                <a:lnTo>
                  <a:pt x="10" y="2364"/>
                </a:lnTo>
                <a:lnTo>
                  <a:pt x="0" y="2364"/>
                </a:lnTo>
                <a:moveTo>
                  <a:pt x="0" y="2308"/>
                </a:moveTo>
                <a:lnTo>
                  <a:pt x="0" y="2276"/>
                </a:lnTo>
                <a:lnTo>
                  <a:pt x="10" y="2276"/>
                </a:lnTo>
                <a:lnTo>
                  <a:pt x="10" y="2308"/>
                </a:lnTo>
                <a:lnTo>
                  <a:pt x="0" y="2308"/>
                </a:lnTo>
                <a:moveTo>
                  <a:pt x="0" y="2251"/>
                </a:moveTo>
                <a:lnTo>
                  <a:pt x="0" y="2219"/>
                </a:lnTo>
                <a:lnTo>
                  <a:pt x="10" y="2219"/>
                </a:lnTo>
                <a:lnTo>
                  <a:pt x="10" y="2251"/>
                </a:lnTo>
                <a:lnTo>
                  <a:pt x="0" y="2251"/>
                </a:lnTo>
                <a:moveTo>
                  <a:pt x="0" y="2194"/>
                </a:moveTo>
                <a:lnTo>
                  <a:pt x="0" y="2162"/>
                </a:lnTo>
                <a:lnTo>
                  <a:pt x="10" y="2162"/>
                </a:lnTo>
                <a:lnTo>
                  <a:pt x="10" y="2194"/>
                </a:lnTo>
                <a:lnTo>
                  <a:pt x="0" y="2194"/>
                </a:lnTo>
                <a:moveTo>
                  <a:pt x="0" y="2137"/>
                </a:moveTo>
                <a:lnTo>
                  <a:pt x="0" y="2105"/>
                </a:lnTo>
                <a:lnTo>
                  <a:pt x="10" y="2105"/>
                </a:lnTo>
                <a:lnTo>
                  <a:pt x="10" y="2137"/>
                </a:lnTo>
                <a:lnTo>
                  <a:pt x="0" y="2137"/>
                </a:lnTo>
                <a:moveTo>
                  <a:pt x="0" y="2080"/>
                </a:moveTo>
                <a:lnTo>
                  <a:pt x="0" y="2048"/>
                </a:lnTo>
                <a:lnTo>
                  <a:pt x="10" y="2048"/>
                </a:lnTo>
                <a:lnTo>
                  <a:pt x="10" y="2080"/>
                </a:lnTo>
                <a:lnTo>
                  <a:pt x="0" y="2080"/>
                </a:lnTo>
                <a:moveTo>
                  <a:pt x="0" y="2023"/>
                </a:moveTo>
                <a:lnTo>
                  <a:pt x="0" y="1992"/>
                </a:lnTo>
                <a:lnTo>
                  <a:pt x="10" y="1992"/>
                </a:lnTo>
                <a:lnTo>
                  <a:pt x="10" y="2023"/>
                </a:lnTo>
                <a:lnTo>
                  <a:pt x="0" y="2023"/>
                </a:lnTo>
                <a:moveTo>
                  <a:pt x="0" y="1966"/>
                </a:moveTo>
                <a:lnTo>
                  <a:pt x="0" y="1935"/>
                </a:lnTo>
                <a:lnTo>
                  <a:pt x="10" y="1935"/>
                </a:lnTo>
                <a:lnTo>
                  <a:pt x="10" y="1966"/>
                </a:lnTo>
                <a:lnTo>
                  <a:pt x="0" y="1966"/>
                </a:lnTo>
                <a:moveTo>
                  <a:pt x="0" y="1909"/>
                </a:moveTo>
                <a:lnTo>
                  <a:pt x="0" y="1878"/>
                </a:lnTo>
                <a:lnTo>
                  <a:pt x="10" y="1878"/>
                </a:lnTo>
                <a:lnTo>
                  <a:pt x="10" y="1909"/>
                </a:lnTo>
                <a:lnTo>
                  <a:pt x="0" y="1909"/>
                </a:lnTo>
                <a:moveTo>
                  <a:pt x="0" y="1852"/>
                </a:moveTo>
                <a:lnTo>
                  <a:pt x="0" y="1821"/>
                </a:lnTo>
                <a:lnTo>
                  <a:pt x="10" y="1821"/>
                </a:lnTo>
                <a:lnTo>
                  <a:pt x="10" y="1852"/>
                </a:lnTo>
                <a:lnTo>
                  <a:pt x="0" y="1852"/>
                </a:lnTo>
                <a:moveTo>
                  <a:pt x="0" y="1796"/>
                </a:moveTo>
                <a:lnTo>
                  <a:pt x="0" y="1764"/>
                </a:lnTo>
                <a:lnTo>
                  <a:pt x="10" y="1764"/>
                </a:lnTo>
                <a:lnTo>
                  <a:pt x="10" y="1796"/>
                </a:lnTo>
                <a:lnTo>
                  <a:pt x="0" y="1796"/>
                </a:lnTo>
                <a:moveTo>
                  <a:pt x="0" y="1739"/>
                </a:moveTo>
                <a:lnTo>
                  <a:pt x="0" y="1707"/>
                </a:lnTo>
                <a:lnTo>
                  <a:pt x="10" y="1707"/>
                </a:lnTo>
                <a:lnTo>
                  <a:pt x="10" y="1739"/>
                </a:lnTo>
                <a:lnTo>
                  <a:pt x="0" y="1739"/>
                </a:lnTo>
                <a:moveTo>
                  <a:pt x="0" y="1682"/>
                </a:moveTo>
                <a:lnTo>
                  <a:pt x="0" y="1650"/>
                </a:lnTo>
                <a:lnTo>
                  <a:pt x="10" y="1650"/>
                </a:lnTo>
                <a:lnTo>
                  <a:pt x="10" y="1682"/>
                </a:lnTo>
                <a:lnTo>
                  <a:pt x="0" y="1682"/>
                </a:lnTo>
                <a:moveTo>
                  <a:pt x="0" y="1625"/>
                </a:moveTo>
                <a:lnTo>
                  <a:pt x="0" y="1593"/>
                </a:lnTo>
                <a:lnTo>
                  <a:pt x="10" y="1593"/>
                </a:lnTo>
                <a:lnTo>
                  <a:pt x="10" y="1625"/>
                </a:lnTo>
                <a:lnTo>
                  <a:pt x="0" y="1625"/>
                </a:lnTo>
                <a:moveTo>
                  <a:pt x="0" y="1568"/>
                </a:moveTo>
                <a:lnTo>
                  <a:pt x="0" y="1536"/>
                </a:lnTo>
                <a:lnTo>
                  <a:pt x="10" y="1536"/>
                </a:lnTo>
                <a:lnTo>
                  <a:pt x="10" y="1568"/>
                </a:lnTo>
                <a:lnTo>
                  <a:pt x="0" y="1568"/>
                </a:lnTo>
                <a:moveTo>
                  <a:pt x="0" y="1511"/>
                </a:moveTo>
                <a:lnTo>
                  <a:pt x="0" y="1480"/>
                </a:lnTo>
                <a:lnTo>
                  <a:pt x="10" y="1480"/>
                </a:lnTo>
                <a:lnTo>
                  <a:pt x="10" y="1511"/>
                </a:lnTo>
                <a:lnTo>
                  <a:pt x="0" y="1511"/>
                </a:lnTo>
                <a:moveTo>
                  <a:pt x="0" y="1454"/>
                </a:moveTo>
                <a:lnTo>
                  <a:pt x="0" y="1423"/>
                </a:lnTo>
                <a:lnTo>
                  <a:pt x="10" y="1423"/>
                </a:lnTo>
                <a:lnTo>
                  <a:pt x="10" y="1454"/>
                </a:lnTo>
                <a:lnTo>
                  <a:pt x="0" y="1454"/>
                </a:lnTo>
                <a:moveTo>
                  <a:pt x="0" y="1397"/>
                </a:moveTo>
                <a:lnTo>
                  <a:pt x="0" y="1366"/>
                </a:lnTo>
                <a:lnTo>
                  <a:pt x="10" y="1366"/>
                </a:lnTo>
                <a:lnTo>
                  <a:pt x="10" y="1397"/>
                </a:lnTo>
                <a:lnTo>
                  <a:pt x="0" y="1397"/>
                </a:lnTo>
                <a:moveTo>
                  <a:pt x="0" y="1341"/>
                </a:moveTo>
                <a:lnTo>
                  <a:pt x="0" y="1309"/>
                </a:lnTo>
                <a:lnTo>
                  <a:pt x="10" y="1309"/>
                </a:lnTo>
                <a:lnTo>
                  <a:pt x="10" y="1341"/>
                </a:lnTo>
                <a:lnTo>
                  <a:pt x="0" y="1341"/>
                </a:lnTo>
                <a:moveTo>
                  <a:pt x="0" y="1284"/>
                </a:moveTo>
                <a:lnTo>
                  <a:pt x="0" y="1252"/>
                </a:lnTo>
                <a:lnTo>
                  <a:pt x="10" y="1252"/>
                </a:lnTo>
                <a:lnTo>
                  <a:pt x="10" y="1284"/>
                </a:lnTo>
                <a:lnTo>
                  <a:pt x="0" y="1284"/>
                </a:lnTo>
                <a:moveTo>
                  <a:pt x="0" y="1227"/>
                </a:moveTo>
                <a:lnTo>
                  <a:pt x="0" y="1195"/>
                </a:lnTo>
                <a:lnTo>
                  <a:pt x="10" y="1195"/>
                </a:lnTo>
                <a:lnTo>
                  <a:pt x="10" y="1227"/>
                </a:lnTo>
                <a:lnTo>
                  <a:pt x="0" y="1227"/>
                </a:lnTo>
                <a:moveTo>
                  <a:pt x="0" y="1170"/>
                </a:moveTo>
                <a:lnTo>
                  <a:pt x="0" y="1138"/>
                </a:lnTo>
                <a:lnTo>
                  <a:pt x="10" y="1138"/>
                </a:lnTo>
                <a:lnTo>
                  <a:pt x="10" y="1170"/>
                </a:lnTo>
                <a:lnTo>
                  <a:pt x="0" y="1170"/>
                </a:lnTo>
                <a:moveTo>
                  <a:pt x="0" y="1112"/>
                </a:moveTo>
                <a:lnTo>
                  <a:pt x="0" y="1080"/>
                </a:lnTo>
                <a:lnTo>
                  <a:pt x="10" y="1080"/>
                </a:lnTo>
                <a:lnTo>
                  <a:pt x="10" y="1112"/>
                </a:lnTo>
                <a:lnTo>
                  <a:pt x="0" y="1112"/>
                </a:lnTo>
                <a:moveTo>
                  <a:pt x="0" y="1055"/>
                </a:moveTo>
                <a:lnTo>
                  <a:pt x="0" y="1024"/>
                </a:lnTo>
                <a:lnTo>
                  <a:pt x="10" y="1024"/>
                </a:lnTo>
                <a:lnTo>
                  <a:pt x="10" y="1055"/>
                </a:lnTo>
                <a:lnTo>
                  <a:pt x="0" y="1055"/>
                </a:lnTo>
                <a:moveTo>
                  <a:pt x="0" y="998"/>
                </a:moveTo>
                <a:lnTo>
                  <a:pt x="0" y="967"/>
                </a:lnTo>
                <a:lnTo>
                  <a:pt x="10" y="967"/>
                </a:lnTo>
                <a:lnTo>
                  <a:pt x="10" y="998"/>
                </a:lnTo>
                <a:lnTo>
                  <a:pt x="0" y="998"/>
                </a:lnTo>
                <a:moveTo>
                  <a:pt x="0" y="941"/>
                </a:moveTo>
                <a:lnTo>
                  <a:pt x="0" y="910"/>
                </a:lnTo>
                <a:lnTo>
                  <a:pt x="10" y="910"/>
                </a:lnTo>
                <a:lnTo>
                  <a:pt x="10" y="941"/>
                </a:lnTo>
                <a:lnTo>
                  <a:pt x="0" y="941"/>
                </a:lnTo>
                <a:moveTo>
                  <a:pt x="0" y="884"/>
                </a:moveTo>
                <a:lnTo>
                  <a:pt x="0" y="853"/>
                </a:lnTo>
                <a:lnTo>
                  <a:pt x="10" y="853"/>
                </a:lnTo>
                <a:lnTo>
                  <a:pt x="10" y="884"/>
                </a:lnTo>
                <a:lnTo>
                  <a:pt x="0" y="884"/>
                </a:lnTo>
                <a:moveTo>
                  <a:pt x="0" y="828"/>
                </a:moveTo>
                <a:lnTo>
                  <a:pt x="0" y="796"/>
                </a:lnTo>
                <a:lnTo>
                  <a:pt x="10" y="796"/>
                </a:lnTo>
                <a:lnTo>
                  <a:pt x="10" y="828"/>
                </a:lnTo>
                <a:lnTo>
                  <a:pt x="0" y="828"/>
                </a:lnTo>
                <a:moveTo>
                  <a:pt x="0" y="771"/>
                </a:moveTo>
                <a:lnTo>
                  <a:pt x="0" y="739"/>
                </a:lnTo>
                <a:lnTo>
                  <a:pt x="10" y="739"/>
                </a:lnTo>
                <a:lnTo>
                  <a:pt x="10" y="771"/>
                </a:lnTo>
                <a:lnTo>
                  <a:pt x="0" y="771"/>
                </a:lnTo>
                <a:moveTo>
                  <a:pt x="0" y="714"/>
                </a:moveTo>
                <a:lnTo>
                  <a:pt x="0" y="682"/>
                </a:lnTo>
                <a:lnTo>
                  <a:pt x="10" y="682"/>
                </a:lnTo>
                <a:lnTo>
                  <a:pt x="10" y="714"/>
                </a:lnTo>
                <a:lnTo>
                  <a:pt x="0" y="714"/>
                </a:lnTo>
                <a:moveTo>
                  <a:pt x="0" y="657"/>
                </a:moveTo>
                <a:lnTo>
                  <a:pt x="0" y="625"/>
                </a:lnTo>
                <a:lnTo>
                  <a:pt x="10" y="625"/>
                </a:lnTo>
                <a:lnTo>
                  <a:pt x="10" y="657"/>
                </a:lnTo>
                <a:lnTo>
                  <a:pt x="0" y="657"/>
                </a:lnTo>
                <a:moveTo>
                  <a:pt x="0" y="600"/>
                </a:moveTo>
                <a:lnTo>
                  <a:pt x="0" y="568"/>
                </a:lnTo>
                <a:lnTo>
                  <a:pt x="10" y="568"/>
                </a:lnTo>
                <a:lnTo>
                  <a:pt x="10" y="600"/>
                </a:lnTo>
                <a:lnTo>
                  <a:pt x="0" y="600"/>
                </a:lnTo>
                <a:moveTo>
                  <a:pt x="0" y="543"/>
                </a:moveTo>
                <a:lnTo>
                  <a:pt x="0" y="512"/>
                </a:lnTo>
                <a:lnTo>
                  <a:pt x="10" y="512"/>
                </a:lnTo>
                <a:lnTo>
                  <a:pt x="10" y="543"/>
                </a:lnTo>
                <a:lnTo>
                  <a:pt x="0" y="543"/>
                </a:lnTo>
                <a:moveTo>
                  <a:pt x="0" y="486"/>
                </a:moveTo>
                <a:lnTo>
                  <a:pt x="0" y="455"/>
                </a:lnTo>
                <a:lnTo>
                  <a:pt x="10" y="455"/>
                </a:lnTo>
                <a:lnTo>
                  <a:pt x="10" y="486"/>
                </a:lnTo>
                <a:lnTo>
                  <a:pt x="0" y="486"/>
                </a:lnTo>
                <a:moveTo>
                  <a:pt x="0" y="429"/>
                </a:moveTo>
                <a:lnTo>
                  <a:pt x="0" y="398"/>
                </a:lnTo>
                <a:lnTo>
                  <a:pt x="10" y="398"/>
                </a:lnTo>
                <a:lnTo>
                  <a:pt x="10" y="429"/>
                </a:lnTo>
                <a:lnTo>
                  <a:pt x="0" y="429"/>
                </a:lnTo>
                <a:moveTo>
                  <a:pt x="0" y="372"/>
                </a:moveTo>
                <a:lnTo>
                  <a:pt x="0" y="341"/>
                </a:lnTo>
                <a:lnTo>
                  <a:pt x="10" y="341"/>
                </a:lnTo>
                <a:lnTo>
                  <a:pt x="10" y="372"/>
                </a:lnTo>
                <a:lnTo>
                  <a:pt x="0" y="372"/>
                </a:lnTo>
                <a:moveTo>
                  <a:pt x="0" y="316"/>
                </a:moveTo>
                <a:lnTo>
                  <a:pt x="0" y="284"/>
                </a:lnTo>
                <a:lnTo>
                  <a:pt x="10" y="284"/>
                </a:lnTo>
                <a:lnTo>
                  <a:pt x="10" y="316"/>
                </a:lnTo>
                <a:lnTo>
                  <a:pt x="0" y="316"/>
                </a:lnTo>
                <a:moveTo>
                  <a:pt x="0" y="259"/>
                </a:moveTo>
                <a:lnTo>
                  <a:pt x="0" y="227"/>
                </a:lnTo>
                <a:lnTo>
                  <a:pt x="10" y="227"/>
                </a:lnTo>
                <a:lnTo>
                  <a:pt x="10" y="259"/>
                </a:lnTo>
                <a:lnTo>
                  <a:pt x="0" y="259"/>
                </a:lnTo>
                <a:moveTo>
                  <a:pt x="0" y="202"/>
                </a:moveTo>
                <a:lnTo>
                  <a:pt x="0" y="170"/>
                </a:lnTo>
                <a:lnTo>
                  <a:pt x="10" y="170"/>
                </a:lnTo>
                <a:lnTo>
                  <a:pt x="10" y="202"/>
                </a:lnTo>
                <a:lnTo>
                  <a:pt x="0" y="202"/>
                </a:lnTo>
                <a:moveTo>
                  <a:pt x="0" y="145"/>
                </a:moveTo>
                <a:lnTo>
                  <a:pt x="0" y="113"/>
                </a:lnTo>
                <a:lnTo>
                  <a:pt x="10" y="113"/>
                </a:lnTo>
                <a:lnTo>
                  <a:pt x="10" y="145"/>
                </a:lnTo>
                <a:lnTo>
                  <a:pt x="0" y="145"/>
                </a:lnTo>
                <a:moveTo>
                  <a:pt x="0" y="88"/>
                </a:moveTo>
                <a:lnTo>
                  <a:pt x="0" y="56"/>
                </a:lnTo>
                <a:lnTo>
                  <a:pt x="10" y="56"/>
                </a:lnTo>
                <a:lnTo>
                  <a:pt x="10" y="88"/>
                </a:lnTo>
                <a:lnTo>
                  <a:pt x="0" y="88"/>
                </a:lnTo>
                <a:moveTo>
                  <a:pt x="0" y="31"/>
                </a:moveTo>
                <a:lnTo>
                  <a:pt x="0" y="0"/>
                </a:lnTo>
                <a:lnTo>
                  <a:pt x="10" y="0"/>
                </a:lnTo>
                <a:lnTo>
                  <a:pt x="10" y="31"/>
                </a:lnTo>
                <a:lnTo>
                  <a:pt x="0" y="31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" name=""/>
          <p:cNvSpPr/>
          <p:nvPr/>
        </p:nvSpPr>
        <p:spPr>
          <a:xfrm>
            <a:off x="6313320" y="913320"/>
            <a:ext cx="3600" cy="360000"/>
          </a:xfrm>
          <a:custGeom>
            <a:avLst/>
            <a:gdLst/>
            <a:ahLst/>
            <a:rect l="0" t="0" r="r" b="b"/>
            <a:pathLst>
              <a:path w="10" h="1000">
                <a:moveTo>
                  <a:pt x="10" y="0"/>
                </a:moveTo>
                <a:lnTo>
                  <a:pt x="10" y="32"/>
                </a:lnTo>
                <a:lnTo>
                  <a:pt x="0" y="32"/>
                </a:lnTo>
                <a:lnTo>
                  <a:pt x="0" y="0"/>
                </a:lnTo>
                <a:lnTo>
                  <a:pt x="10" y="0"/>
                </a:lnTo>
                <a:moveTo>
                  <a:pt x="10" y="57"/>
                </a:moveTo>
                <a:lnTo>
                  <a:pt x="10" y="89"/>
                </a:lnTo>
                <a:lnTo>
                  <a:pt x="0" y="89"/>
                </a:lnTo>
                <a:lnTo>
                  <a:pt x="0" y="57"/>
                </a:lnTo>
                <a:lnTo>
                  <a:pt x="10" y="57"/>
                </a:lnTo>
                <a:moveTo>
                  <a:pt x="10" y="114"/>
                </a:moveTo>
                <a:lnTo>
                  <a:pt x="10" y="146"/>
                </a:lnTo>
                <a:lnTo>
                  <a:pt x="0" y="146"/>
                </a:lnTo>
                <a:lnTo>
                  <a:pt x="0" y="114"/>
                </a:lnTo>
                <a:lnTo>
                  <a:pt x="10" y="114"/>
                </a:lnTo>
                <a:moveTo>
                  <a:pt x="10" y="171"/>
                </a:moveTo>
                <a:lnTo>
                  <a:pt x="10" y="202"/>
                </a:lnTo>
                <a:lnTo>
                  <a:pt x="0" y="202"/>
                </a:lnTo>
                <a:lnTo>
                  <a:pt x="0" y="171"/>
                </a:lnTo>
                <a:lnTo>
                  <a:pt x="10" y="171"/>
                </a:lnTo>
                <a:moveTo>
                  <a:pt x="10" y="228"/>
                </a:moveTo>
                <a:lnTo>
                  <a:pt x="10" y="259"/>
                </a:lnTo>
                <a:lnTo>
                  <a:pt x="0" y="259"/>
                </a:lnTo>
                <a:lnTo>
                  <a:pt x="0" y="228"/>
                </a:lnTo>
                <a:lnTo>
                  <a:pt x="10" y="228"/>
                </a:lnTo>
                <a:moveTo>
                  <a:pt x="10" y="285"/>
                </a:moveTo>
                <a:lnTo>
                  <a:pt x="10" y="316"/>
                </a:lnTo>
                <a:lnTo>
                  <a:pt x="0" y="316"/>
                </a:lnTo>
                <a:lnTo>
                  <a:pt x="0" y="285"/>
                </a:lnTo>
                <a:lnTo>
                  <a:pt x="10" y="285"/>
                </a:lnTo>
                <a:moveTo>
                  <a:pt x="10" y="341"/>
                </a:moveTo>
                <a:lnTo>
                  <a:pt x="10" y="373"/>
                </a:lnTo>
                <a:lnTo>
                  <a:pt x="0" y="373"/>
                </a:lnTo>
                <a:lnTo>
                  <a:pt x="0" y="341"/>
                </a:lnTo>
                <a:lnTo>
                  <a:pt x="10" y="341"/>
                </a:lnTo>
                <a:moveTo>
                  <a:pt x="10" y="398"/>
                </a:moveTo>
                <a:lnTo>
                  <a:pt x="10" y="430"/>
                </a:lnTo>
                <a:lnTo>
                  <a:pt x="0" y="430"/>
                </a:lnTo>
                <a:lnTo>
                  <a:pt x="0" y="398"/>
                </a:lnTo>
                <a:lnTo>
                  <a:pt x="10" y="398"/>
                </a:lnTo>
                <a:moveTo>
                  <a:pt x="10" y="455"/>
                </a:moveTo>
                <a:lnTo>
                  <a:pt x="10" y="487"/>
                </a:lnTo>
                <a:lnTo>
                  <a:pt x="0" y="487"/>
                </a:lnTo>
                <a:lnTo>
                  <a:pt x="0" y="455"/>
                </a:lnTo>
                <a:lnTo>
                  <a:pt x="10" y="455"/>
                </a:lnTo>
                <a:moveTo>
                  <a:pt x="10" y="512"/>
                </a:moveTo>
                <a:lnTo>
                  <a:pt x="10" y="544"/>
                </a:lnTo>
                <a:lnTo>
                  <a:pt x="0" y="544"/>
                </a:lnTo>
                <a:lnTo>
                  <a:pt x="0" y="512"/>
                </a:lnTo>
                <a:lnTo>
                  <a:pt x="10" y="512"/>
                </a:lnTo>
                <a:moveTo>
                  <a:pt x="10" y="569"/>
                </a:moveTo>
                <a:lnTo>
                  <a:pt x="10" y="601"/>
                </a:lnTo>
                <a:lnTo>
                  <a:pt x="0" y="601"/>
                </a:lnTo>
                <a:lnTo>
                  <a:pt x="0" y="569"/>
                </a:lnTo>
                <a:lnTo>
                  <a:pt x="10" y="569"/>
                </a:lnTo>
                <a:moveTo>
                  <a:pt x="10" y="626"/>
                </a:moveTo>
                <a:lnTo>
                  <a:pt x="10" y="658"/>
                </a:lnTo>
                <a:lnTo>
                  <a:pt x="0" y="658"/>
                </a:lnTo>
                <a:lnTo>
                  <a:pt x="0" y="626"/>
                </a:lnTo>
                <a:lnTo>
                  <a:pt x="10" y="626"/>
                </a:lnTo>
                <a:moveTo>
                  <a:pt x="10" y="683"/>
                </a:moveTo>
                <a:lnTo>
                  <a:pt x="10" y="714"/>
                </a:lnTo>
                <a:lnTo>
                  <a:pt x="0" y="714"/>
                </a:lnTo>
                <a:lnTo>
                  <a:pt x="0" y="683"/>
                </a:lnTo>
                <a:lnTo>
                  <a:pt x="10" y="683"/>
                </a:lnTo>
                <a:moveTo>
                  <a:pt x="10" y="740"/>
                </a:moveTo>
                <a:lnTo>
                  <a:pt x="10" y="771"/>
                </a:lnTo>
                <a:lnTo>
                  <a:pt x="0" y="771"/>
                </a:lnTo>
                <a:lnTo>
                  <a:pt x="0" y="740"/>
                </a:lnTo>
                <a:lnTo>
                  <a:pt x="10" y="740"/>
                </a:lnTo>
                <a:moveTo>
                  <a:pt x="10" y="797"/>
                </a:moveTo>
                <a:lnTo>
                  <a:pt x="10" y="828"/>
                </a:lnTo>
                <a:lnTo>
                  <a:pt x="0" y="828"/>
                </a:lnTo>
                <a:lnTo>
                  <a:pt x="0" y="797"/>
                </a:lnTo>
                <a:lnTo>
                  <a:pt x="10" y="797"/>
                </a:lnTo>
                <a:moveTo>
                  <a:pt x="10" y="853"/>
                </a:moveTo>
                <a:lnTo>
                  <a:pt x="10" y="885"/>
                </a:lnTo>
                <a:lnTo>
                  <a:pt x="0" y="885"/>
                </a:lnTo>
                <a:lnTo>
                  <a:pt x="0" y="853"/>
                </a:lnTo>
                <a:lnTo>
                  <a:pt x="10" y="853"/>
                </a:lnTo>
                <a:moveTo>
                  <a:pt x="10" y="910"/>
                </a:moveTo>
                <a:lnTo>
                  <a:pt x="10" y="942"/>
                </a:lnTo>
                <a:lnTo>
                  <a:pt x="0" y="942"/>
                </a:lnTo>
                <a:lnTo>
                  <a:pt x="0" y="910"/>
                </a:lnTo>
                <a:lnTo>
                  <a:pt x="10" y="910"/>
                </a:lnTo>
                <a:moveTo>
                  <a:pt x="10" y="968"/>
                </a:moveTo>
                <a:lnTo>
                  <a:pt x="10" y="1000"/>
                </a:lnTo>
                <a:lnTo>
                  <a:pt x="0" y="1000"/>
                </a:lnTo>
                <a:lnTo>
                  <a:pt x="0" y="968"/>
                </a:lnTo>
                <a:lnTo>
                  <a:pt x="10" y="968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" name=""/>
          <p:cNvSpPr/>
          <p:nvPr/>
        </p:nvSpPr>
        <p:spPr>
          <a:xfrm>
            <a:off x="4289400" y="1161360"/>
            <a:ext cx="3960" cy="114120"/>
          </a:xfrm>
          <a:custGeom>
            <a:avLst/>
            <a:gdLst/>
            <a:ahLst/>
            <a:rect l="0" t="0" r="r" b="b"/>
            <a:pathLst>
              <a:path w="11" h="317">
                <a:moveTo>
                  <a:pt x="11" y="0"/>
                </a:moveTo>
                <a:lnTo>
                  <a:pt x="11" y="32"/>
                </a:lnTo>
                <a:lnTo>
                  <a:pt x="0" y="32"/>
                </a:lnTo>
                <a:lnTo>
                  <a:pt x="0" y="0"/>
                </a:lnTo>
                <a:lnTo>
                  <a:pt x="11" y="0"/>
                </a:lnTo>
                <a:moveTo>
                  <a:pt x="11" y="57"/>
                </a:moveTo>
                <a:lnTo>
                  <a:pt x="11" y="89"/>
                </a:lnTo>
                <a:lnTo>
                  <a:pt x="0" y="89"/>
                </a:lnTo>
                <a:lnTo>
                  <a:pt x="0" y="57"/>
                </a:lnTo>
                <a:lnTo>
                  <a:pt x="11" y="57"/>
                </a:lnTo>
                <a:moveTo>
                  <a:pt x="11" y="115"/>
                </a:moveTo>
                <a:lnTo>
                  <a:pt x="11" y="146"/>
                </a:lnTo>
                <a:lnTo>
                  <a:pt x="0" y="146"/>
                </a:lnTo>
                <a:lnTo>
                  <a:pt x="0" y="115"/>
                </a:lnTo>
                <a:lnTo>
                  <a:pt x="11" y="115"/>
                </a:lnTo>
                <a:moveTo>
                  <a:pt x="11" y="172"/>
                </a:moveTo>
                <a:lnTo>
                  <a:pt x="11" y="203"/>
                </a:lnTo>
                <a:lnTo>
                  <a:pt x="0" y="203"/>
                </a:lnTo>
                <a:lnTo>
                  <a:pt x="0" y="172"/>
                </a:lnTo>
                <a:lnTo>
                  <a:pt x="11" y="172"/>
                </a:lnTo>
                <a:moveTo>
                  <a:pt x="11" y="229"/>
                </a:moveTo>
                <a:lnTo>
                  <a:pt x="11" y="260"/>
                </a:lnTo>
                <a:lnTo>
                  <a:pt x="0" y="260"/>
                </a:lnTo>
                <a:lnTo>
                  <a:pt x="0" y="229"/>
                </a:lnTo>
                <a:lnTo>
                  <a:pt x="11" y="229"/>
                </a:lnTo>
                <a:moveTo>
                  <a:pt x="11" y="286"/>
                </a:moveTo>
                <a:lnTo>
                  <a:pt x="11" y="317"/>
                </a:lnTo>
                <a:lnTo>
                  <a:pt x="0" y="317"/>
                </a:lnTo>
                <a:lnTo>
                  <a:pt x="0" y="286"/>
                </a:lnTo>
                <a:lnTo>
                  <a:pt x="11" y="286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" name=""/>
          <p:cNvSpPr/>
          <p:nvPr/>
        </p:nvSpPr>
        <p:spPr>
          <a:xfrm>
            <a:off x="5184000" y="2331000"/>
            <a:ext cx="3600" cy="191520"/>
          </a:xfrm>
          <a:custGeom>
            <a:avLst/>
            <a:gdLst/>
            <a:ahLst/>
            <a:rect l="0" t="0" r="r" b="b"/>
            <a:pathLst>
              <a:path w="10" h="532">
                <a:moveTo>
                  <a:pt x="0" y="532"/>
                </a:moveTo>
                <a:lnTo>
                  <a:pt x="0" y="500"/>
                </a:lnTo>
                <a:lnTo>
                  <a:pt x="10" y="500"/>
                </a:lnTo>
                <a:lnTo>
                  <a:pt x="10" y="532"/>
                </a:lnTo>
                <a:lnTo>
                  <a:pt x="0" y="532"/>
                </a:lnTo>
                <a:moveTo>
                  <a:pt x="0" y="475"/>
                </a:moveTo>
                <a:lnTo>
                  <a:pt x="0" y="443"/>
                </a:lnTo>
                <a:lnTo>
                  <a:pt x="10" y="443"/>
                </a:lnTo>
                <a:lnTo>
                  <a:pt x="10" y="475"/>
                </a:lnTo>
                <a:lnTo>
                  <a:pt x="0" y="475"/>
                </a:lnTo>
                <a:moveTo>
                  <a:pt x="0" y="418"/>
                </a:moveTo>
                <a:lnTo>
                  <a:pt x="0" y="386"/>
                </a:lnTo>
                <a:lnTo>
                  <a:pt x="10" y="386"/>
                </a:lnTo>
                <a:lnTo>
                  <a:pt x="10" y="418"/>
                </a:lnTo>
                <a:lnTo>
                  <a:pt x="0" y="418"/>
                </a:lnTo>
                <a:moveTo>
                  <a:pt x="0" y="361"/>
                </a:moveTo>
                <a:lnTo>
                  <a:pt x="0" y="330"/>
                </a:lnTo>
                <a:lnTo>
                  <a:pt x="10" y="330"/>
                </a:lnTo>
                <a:lnTo>
                  <a:pt x="10" y="361"/>
                </a:lnTo>
                <a:lnTo>
                  <a:pt x="0" y="361"/>
                </a:lnTo>
                <a:moveTo>
                  <a:pt x="0" y="304"/>
                </a:moveTo>
                <a:lnTo>
                  <a:pt x="0" y="273"/>
                </a:lnTo>
                <a:lnTo>
                  <a:pt x="10" y="273"/>
                </a:lnTo>
                <a:lnTo>
                  <a:pt x="10" y="304"/>
                </a:lnTo>
                <a:lnTo>
                  <a:pt x="0" y="304"/>
                </a:lnTo>
                <a:moveTo>
                  <a:pt x="0" y="247"/>
                </a:moveTo>
                <a:lnTo>
                  <a:pt x="0" y="216"/>
                </a:lnTo>
                <a:lnTo>
                  <a:pt x="10" y="216"/>
                </a:lnTo>
                <a:lnTo>
                  <a:pt x="10" y="247"/>
                </a:lnTo>
                <a:lnTo>
                  <a:pt x="0" y="247"/>
                </a:lnTo>
                <a:moveTo>
                  <a:pt x="0" y="190"/>
                </a:moveTo>
                <a:lnTo>
                  <a:pt x="0" y="159"/>
                </a:lnTo>
                <a:lnTo>
                  <a:pt x="10" y="159"/>
                </a:lnTo>
                <a:lnTo>
                  <a:pt x="10" y="190"/>
                </a:lnTo>
                <a:lnTo>
                  <a:pt x="0" y="190"/>
                </a:lnTo>
                <a:moveTo>
                  <a:pt x="0" y="133"/>
                </a:moveTo>
                <a:lnTo>
                  <a:pt x="0" y="101"/>
                </a:lnTo>
                <a:lnTo>
                  <a:pt x="10" y="101"/>
                </a:lnTo>
                <a:lnTo>
                  <a:pt x="10" y="133"/>
                </a:lnTo>
                <a:lnTo>
                  <a:pt x="0" y="133"/>
                </a:lnTo>
                <a:moveTo>
                  <a:pt x="0" y="76"/>
                </a:moveTo>
                <a:lnTo>
                  <a:pt x="0" y="44"/>
                </a:lnTo>
                <a:lnTo>
                  <a:pt x="10" y="44"/>
                </a:lnTo>
                <a:lnTo>
                  <a:pt x="10" y="76"/>
                </a:lnTo>
                <a:lnTo>
                  <a:pt x="0" y="76"/>
                </a:lnTo>
                <a:moveTo>
                  <a:pt x="0" y="19"/>
                </a:moveTo>
                <a:lnTo>
                  <a:pt x="0" y="0"/>
                </a:lnTo>
                <a:lnTo>
                  <a:pt x="10" y="0"/>
                </a:lnTo>
                <a:lnTo>
                  <a:pt x="10" y="19"/>
                </a:lnTo>
                <a:lnTo>
                  <a:pt x="0" y="19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" name=""/>
          <p:cNvSpPr/>
          <p:nvPr/>
        </p:nvSpPr>
        <p:spPr>
          <a:xfrm>
            <a:off x="6836400" y="913320"/>
            <a:ext cx="750240" cy="412920"/>
          </a:xfrm>
          <a:custGeom>
            <a:avLst/>
            <a:gdLst/>
            <a:ahLst/>
            <a:rect l="0" t="0" r="r" b="b"/>
            <a:pathLst>
              <a:path w="2084" h="1147">
                <a:moveTo>
                  <a:pt x="8" y="0"/>
                </a:moveTo>
                <a:lnTo>
                  <a:pt x="8" y="32"/>
                </a:lnTo>
                <a:lnTo>
                  <a:pt x="0" y="32"/>
                </a:lnTo>
                <a:lnTo>
                  <a:pt x="0" y="0"/>
                </a:lnTo>
                <a:lnTo>
                  <a:pt x="8" y="0"/>
                </a:lnTo>
                <a:moveTo>
                  <a:pt x="8" y="57"/>
                </a:moveTo>
                <a:lnTo>
                  <a:pt x="8" y="89"/>
                </a:lnTo>
                <a:lnTo>
                  <a:pt x="0" y="89"/>
                </a:lnTo>
                <a:lnTo>
                  <a:pt x="0" y="57"/>
                </a:lnTo>
                <a:lnTo>
                  <a:pt x="8" y="57"/>
                </a:lnTo>
                <a:moveTo>
                  <a:pt x="8" y="114"/>
                </a:moveTo>
                <a:lnTo>
                  <a:pt x="8" y="146"/>
                </a:lnTo>
                <a:lnTo>
                  <a:pt x="0" y="146"/>
                </a:lnTo>
                <a:lnTo>
                  <a:pt x="0" y="114"/>
                </a:lnTo>
                <a:lnTo>
                  <a:pt x="8" y="114"/>
                </a:lnTo>
                <a:moveTo>
                  <a:pt x="8" y="171"/>
                </a:moveTo>
                <a:lnTo>
                  <a:pt x="8" y="202"/>
                </a:lnTo>
                <a:lnTo>
                  <a:pt x="0" y="202"/>
                </a:lnTo>
                <a:lnTo>
                  <a:pt x="0" y="171"/>
                </a:lnTo>
                <a:lnTo>
                  <a:pt x="8" y="171"/>
                </a:lnTo>
                <a:moveTo>
                  <a:pt x="8" y="228"/>
                </a:moveTo>
                <a:lnTo>
                  <a:pt x="8" y="259"/>
                </a:lnTo>
                <a:lnTo>
                  <a:pt x="0" y="259"/>
                </a:lnTo>
                <a:lnTo>
                  <a:pt x="0" y="228"/>
                </a:lnTo>
                <a:lnTo>
                  <a:pt x="8" y="228"/>
                </a:lnTo>
                <a:moveTo>
                  <a:pt x="8" y="285"/>
                </a:moveTo>
                <a:lnTo>
                  <a:pt x="8" y="316"/>
                </a:lnTo>
                <a:lnTo>
                  <a:pt x="0" y="316"/>
                </a:lnTo>
                <a:lnTo>
                  <a:pt x="0" y="285"/>
                </a:lnTo>
                <a:lnTo>
                  <a:pt x="8" y="285"/>
                </a:lnTo>
                <a:moveTo>
                  <a:pt x="8" y="342"/>
                </a:moveTo>
                <a:lnTo>
                  <a:pt x="8" y="374"/>
                </a:lnTo>
                <a:lnTo>
                  <a:pt x="0" y="374"/>
                </a:lnTo>
                <a:lnTo>
                  <a:pt x="0" y="342"/>
                </a:lnTo>
                <a:lnTo>
                  <a:pt x="8" y="342"/>
                </a:lnTo>
                <a:moveTo>
                  <a:pt x="8" y="399"/>
                </a:moveTo>
                <a:lnTo>
                  <a:pt x="8" y="431"/>
                </a:lnTo>
                <a:lnTo>
                  <a:pt x="0" y="431"/>
                </a:lnTo>
                <a:lnTo>
                  <a:pt x="0" y="399"/>
                </a:lnTo>
                <a:lnTo>
                  <a:pt x="8" y="399"/>
                </a:lnTo>
                <a:moveTo>
                  <a:pt x="8" y="456"/>
                </a:moveTo>
                <a:lnTo>
                  <a:pt x="8" y="488"/>
                </a:lnTo>
                <a:lnTo>
                  <a:pt x="0" y="488"/>
                </a:lnTo>
                <a:lnTo>
                  <a:pt x="0" y="456"/>
                </a:lnTo>
                <a:lnTo>
                  <a:pt x="8" y="456"/>
                </a:lnTo>
                <a:moveTo>
                  <a:pt x="8" y="513"/>
                </a:moveTo>
                <a:lnTo>
                  <a:pt x="8" y="545"/>
                </a:lnTo>
                <a:lnTo>
                  <a:pt x="0" y="545"/>
                </a:lnTo>
                <a:lnTo>
                  <a:pt x="0" y="513"/>
                </a:lnTo>
                <a:lnTo>
                  <a:pt x="8" y="513"/>
                </a:lnTo>
                <a:moveTo>
                  <a:pt x="8" y="570"/>
                </a:moveTo>
                <a:lnTo>
                  <a:pt x="8" y="602"/>
                </a:lnTo>
                <a:lnTo>
                  <a:pt x="0" y="602"/>
                </a:lnTo>
                <a:lnTo>
                  <a:pt x="0" y="570"/>
                </a:lnTo>
                <a:lnTo>
                  <a:pt x="8" y="570"/>
                </a:lnTo>
                <a:moveTo>
                  <a:pt x="8" y="627"/>
                </a:moveTo>
                <a:lnTo>
                  <a:pt x="8" y="659"/>
                </a:lnTo>
                <a:lnTo>
                  <a:pt x="0" y="659"/>
                </a:lnTo>
                <a:lnTo>
                  <a:pt x="0" y="627"/>
                </a:lnTo>
                <a:lnTo>
                  <a:pt x="8" y="627"/>
                </a:lnTo>
                <a:moveTo>
                  <a:pt x="8" y="684"/>
                </a:moveTo>
                <a:lnTo>
                  <a:pt x="8" y="715"/>
                </a:lnTo>
                <a:lnTo>
                  <a:pt x="0" y="715"/>
                </a:lnTo>
                <a:lnTo>
                  <a:pt x="0" y="684"/>
                </a:lnTo>
                <a:lnTo>
                  <a:pt x="8" y="684"/>
                </a:lnTo>
                <a:moveTo>
                  <a:pt x="8" y="741"/>
                </a:moveTo>
                <a:lnTo>
                  <a:pt x="8" y="772"/>
                </a:lnTo>
                <a:lnTo>
                  <a:pt x="0" y="772"/>
                </a:lnTo>
                <a:lnTo>
                  <a:pt x="0" y="741"/>
                </a:lnTo>
                <a:lnTo>
                  <a:pt x="8" y="741"/>
                </a:lnTo>
                <a:moveTo>
                  <a:pt x="8" y="798"/>
                </a:moveTo>
                <a:lnTo>
                  <a:pt x="8" y="829"/>
                </a:lnTo>
                <a:lnTo>
                  <a:pt x="0" y="829"/>
                </a:lnTo>
                <a:lnTo>
                  <a:pt x="0" y="798"/>
                </a:lnTo>
                <a:lnTo>
                  <a:pt x="8" y="798"/>
                </a:lnTo>
                <a:moveTo>
                  <a:pt x="8" y="854"/>
                </a:moveTo>
                <a:lnTo>
                  <a:pt x="8" y="886"/>
                </a:lnTo>
                <a:lnTo>
                  <a:pt x="0" y="886"/>
                </a:lnTo>
                <a:lnTo>
                  <a:pt x="0" y="854"/>
                </a:lnTo>
                <a:lnTo>
                  <a:pt x="8" y="854"/>
                </a:lnTo>
                <a:moveTo>
                  <a:pt x="8" y="911"/>
                </a:moveTo>
                <a:lnTo>
                  <a:pt x="8" y="943"/>
                </a:lnTo>
                <a:lnTo>
                  <a:pt x="0" y="943"/>
                </a:lnTo>
                <a:lnTo>
                  <a:pt x="0" y="911"/>
                </a:lnTo>
                <a:lnTo>
                  <a:pt x="8" y="911"/>
                </a:lnTo>
                <a:moveTo>
                  <a:pt x="8" y="968"/>
                </a:moveTo>
                <a:lnTo>
                  <a:pt x="8" y="1000"/>
                </a:lnTo>
                <a:lnTo>
                  <a:pt x="0" y="1000"/>
                </a:lnTo>
                <a:lnTo>
                  <a:pt x="0" y="968"/>
                </a:lnTo>
                <a:lnTo>
                  <a:pt x="8" y="968"/>
                </a:lnTo>
                <a:moveTo>
                  <a:pt x="8" y="1025"/>
                </a:moveTo>
                <a:lnTo>
                  <a:pt x="8" y="1057"/>
                </a:lnTo>
                <a:lnTo>
                  <a:pt x="0" y="1057"/>
                </a:lnTo>
                <a:lnTo>
                  <a:pt x="0" y="1025"/>
                </a:lnTo>
                <a:lnTo>
                  <a:pt x="8" y="1025"/>
                </a:lnTo>
                <a:moveTo>
                  <a:pt x="8" y="1082"/>
                </a:moveTo>
                <a:lnTo>
                  <a:pt x="8" y="1114"/>
                </a:lnTo>
                <a:lnTo>
                  <a:pt x="0" y="1114"/>
                </a:lnTo>
                <a:lnTo>
                  <a:pt x="0" y="1082"/>
                </a:lnTo>
                <a:lnTo>
                  <a:pt x="8" y="1082"/>
                </a:lnTo>
                <a:moveTo>
                  <a:pt x="8" y="1139"/>
                </a:moveTo>
                <a:lnTo>
                  <a:pt x="8" y="1143"/>
                </a:lnTo>
                <a:lnTo>
                  <a:pt x="4" y="1143"/>
                </a:lnTo>
                <a:lnTo>
                  <a:pt x="4" y="1138"/>
                </a:lnTo>
                <a:lnTo>
                  <a:pt x="32" y="1138"/>
                </a:lnTo>
                <a:lnTo>
                  <a:pt x="32" y="1147"/>
                </a:lnTo>
                <a:lnTo>
                  <a:pt x="4" y="1147"/>
                </a:lnTo>
                <a:cubicBezTo>
                  <a:pt x="1" y="1147"/>
                  <a:pt x="0" y="1146"/>
                  <a:pt x="0" y="1143"/>
                </a:cubicBezTo>
                <a:lnTo>
                  <a:pt x="0" y="1139"/>
                </a:lnTo>
                <a:lnTo>
                  <a:pt x="8" y="1139"/>
                </a:lnTo>
                <a:moveTo>
                  <a:pt x="57" y="1138"/>
                </a:moveTo>
                <a:lnTo>
                  <a:pt x="89" y="1138"/>
                </a:lnTo>
                <a:lnTo>
                  <a:pt x="89" y="1147"/>
                </a:lnTo>
                <a:lnTo>
                  <a:pt x="57" y="1147"/>
                </a:lnTo>
                <a:lnTo>
                  <a:pt x="57" y="1138"/>
                </a:lnTo>
                <a:moveTo>
                  <a:pt x="114" y="1138"/>
                </a:moveTo>
                <a:lnTo>
                  <a:pt x="146" y="1138"/>
                </a:lnTo>
                <a:lnTo>
                  <a:pt x="146" y="1147"/>
                </a:lnTo>
                <a:lnTo>
                  <a:pt x="114" y="1147"/>
                </a:lnTo>
                <a:lnTo>
                  <a:pt x="114" y="1138"/>
                </a:lnTo>
                <a:moveTo>
                  <a:pt x="171" y="1138"/>
                </a:moveTo>
                <a:lnTo>
                  <a:pt x="203" y="1138"/>
                </a:lnTo>
                <a:lnTo>
                  <a:pt x="203" y="1147"/>
                </a:lnTo>
                <a:lnTo>
                  <a:pt x="171" y="1147"/>
                </a:lnTo>
                <a:lnTo>
                  <a:pt x="171" y="1138"/>
                </a:lnTo>
                <a:moveTo>
                  <a:pt x="228" y="1138"/>
                </a:moveTo>
                <a:lnTo>
                  <a:pt x="260" y="1138"/>
                </a:lnTo>
                <a:lnTo>
                  <a:pt x="260" y="1147"/>
                </a:lnTo>
                <a:lnTo>
                  <a:pt x="228" y="1147"/>
                </a:lnTo>
                <a:lnTo>
                  <a:pt x="228" y="1138"/>
                </a:lnTo>
                <a:moveTo>
                  <a:pt x="285" y="1138"/>
                </a:moveTo>
                <a:lnTo>
                  <a:pt x="317" y="1138"/>
                </a:lnTo>
                <a:lnTo>
                  <a:pt x="317" y="1147"/>
                </a:lnTo>
                <a:lnTo>
                  <a:pt x="285" y="1147"/>
                </a:lnTo>
                <a:lnTo>
                  <a:pt x="285" y="1138"/>
                </a:lnTo>
                <a:moveTo>
                  <a:pt x="342" y="1138"/>
                </a:moveTo>
                <a:lnTo>
                  <a:pt x="374" y="1138"/>
                </a:lnTo>
                <a:lnTo>
                  <a:pt x="374" y="1147"/>
                </a:lnTo>
                <a:lnTo>
                  <a:pt x="342" y="1147"/>
                </a:lnTo>
                <a:lnTo>
                  <a:pt x="342" y="1138"/>
                </a:lnTo>
                <a:moveTo>
                  <a:pt x="399" y="1138"/>
                </a:moveTo>
                <a:lnTo>
                  <a:pt x="431" y="1138"/>
                </a:lnTo>
                <a:lnTo>
                  <a:pt x="431" y="1147"/>
                </a:lnTo>
                <a:lnTo>
                  <a:pt x="399" y="1147"/>
                </a:lnTo>
                <a:lnTo>
                  <a:pt x="399" y="1138"/>
                </a:lnTo>
                <a:moveTo>
                  <a:pt x="456" y="1138"/>
                </a:moveTo>
                <a:lnTo>
                  <a:pt x="488" y="1138"/>
                </a:lnTo>
                <a:lnTo>
                  <a:pt x="488" y="1147"/>
                </a:lnTo>
                <a:lnTo>
                  <a:pt x="456" y="1147"/>
                </a:lnTo>
                <a:lnTo>
                  <a:pt x="456" y="1138"/>
                </a:lnTo>
                <a:moveTo>
                  <a:pt x="513" y="1138"/>
                </a:moveTo>
                <a:lnTo>
                  <a:pt x="545" y="1138"/>
                </a:lnTo>
                <a:lnTo>
                  <a:pt x="545" y="1147"/>
                </a:lnTo>
                <a:lnTo>
                  <a:pt x="513" y="1147"/>
                </a:lnTo>
                <a:lnTo>
                  <a:pt x="513" y="1138"/>
                </a:lnTo>
                <a:moveTo>
                  <a:pt x="570" y="1138"/>
                </a:moveTo>
                <a:lnTo>
                  <a:pt x="602" y="1138"/>
                </a:lnTo>
                <a:lnTo>
                  <a:pt x="602" y="1147"/>
                </a:lnTo>
                <a:lnTo>
                  <a:pt x="570" y="1147"/>
                </a:lnTo>
                <a:lnTo>
                  <a:pt x="570" y="1138"/>
                </a:lnTo>
                <a:moveTo>
                  <a:pt x="627" y="1138"/>
                </a:moveTo>
                <a:lnTo>
                  <a:pt x="659" y="1138"/>
                </a:lnTo>
                <a:lnTo>
                  <a:pt x="659" y="1147"/>
                </a:lnTo>
                <a:lnTo>
                  <a:pt x="627" y="1147"/>
                </a:lnTo>
                <a:lnTo>
                  <a:pt x="627" y="1138"/>
                </a:lnTo>
                <a:moveTo>
                  <a:pt x="684" y="1138"/>
                </a:moveTo>
                <a:lnTo>
                  <a:pt x="716" y="1138"/>
                </a:lnTo>
                <a:lnTo>
                  <a:pt x="716" y="1147"/>
                </a:lnTo>
                <a:lnTo>
                  <a:pt x="684" y="1147"/>
                </a:lnTo>
                <a:lnTo>
                  <a:pt x="684" y="1138"/>
                </a:lnTo>
                <a:moveTo>
                  <a:pt x="741" y="1138"/>
                </a:moveTo>
                <a:lnTo>
                  <a:pt x="772" y="1138"/>
                </a:lnTo>
                <a:lnTo>
                  <a:pt x="772" y="1147"/>
                </a:lnTo>
                <a:lnTo>
                  <a:pt x="741" y="1147"/>
                </a:lnTo>
                <a:lnTo>
                  <a:pt x="741" y="1138"/>
                </a:lnTo>
                <a:moveTo>
                  <a:pt x="798" y="1138"/>
                </a:moveTo>
                <a:lnTo>
                  <a:pt x="830" y="1138"/>
                </a:lnTo>
                <a:lnTo>
                  <a:pt x="830" y="1147"/>
                </a:lnTo>
                <a:lnTo>
                  <a:pt x="798" y="1147"/>
                </a:lnTo>
                <a:lnTo>
                  <a:pt x="798" y="1138"/>
                </a:lnTo>
                <a:moveTo>
                  <a:pt x="856" y="1138"/>
                </a:moveTo>
                <a:lnTo>
                  <a:pt x="887" y="1138"/>
                </a:lnTo>
                <a:lnTo>
                  <a:pt x="887" y="1147"/>
                </a:lnTo>
                <a:lnTo>
                  <a:pt x="856" y="1147"/>
                </a:lnTo>
                <a:lnTo>
                  <a:pt x="856" y="1138"/>
                </a:lnTo>
                <a:moveTo>
                  <a:pt x="913" y="1138"/>
                </a:moveTo>
                <a:lnTo>
                  <a:pt x="944" y="1138"/>
                </a:lnTo>
                <a:lnTo>
                  <a:pt x="944" y="1147"/>
                </a:lnTo>
                <a:lnTo>
                  <a:pt x="913" y="1147"/>
                </a:lnTo>
                <a:lnTo>
                  <a:pt x="913" y="1138"/>
                </a:lnTo>
                <a:moveTo>
                  <a:pt x="970" y="1138"/>
                </a:moveTo>
                <a:lnTo>
                  <a:pt x="1001" y="1138"/>
                </a:lnTo>
                <a:lnTo>
                  <a:pt x="1001" y="1147"/>
                </a:lnTo>
                <a:lnTo>
                  <a:pt x="970" y="1147"/>
                </a:lnTo>
                <a:lnTo>
                  <a:pt x="970" y="1138"/>
                </a:lnTo>
                <a:moveTo>
                  <a:pt x="1027" y="1138"/>
                </a:moveTo>
                <a:lnTo>
                  <a:pt x="1058" y="1138"/>
                </a:lnTo>
                <a:lnTo>
                  <a:pt x="1058" y="1147"/>
                </a:lnTo>
                <a:lnTo>
                  <a:pt x="1027" y="1147"/>
                </a:lnTo>
                <a:lnTo>
                  <a:pt x="1027" y="1138"/>
                </a:lnTo>
                <a:moveTo>
                  <a:pt x="1084" y="1138"/>
                </a:moveTo>
                <a:lnTo>
                  <a:pt x="1115" y="1138"/>
                </a:lnTo>
                <a:lnTo>
                  <a:pt x="1115" y="1147"/>
                </a:lnTo>
                <a:lnTo>
                  <a:pt x="1084" y="1147"/>
                </a:lnTo>
                <a:lnTo>
                  <a:pt x="1084" y="1138"/>
                </a:lnTo>
                <a:moveTo>
                  <a:pt x="1141" y="1138"/>
                </a:moveTo>
                <a:lnTo>
                  <a:pt x="1172" y="1138"/>
                </a:lnTo>
                <a:lnTo>
                  <a:pt x="1172" y="1147"/>
                </a:lnTo>
                <a:lnTo>
                  <a:pt x="1141" y="1147"/>
                </a:lnTo>
                <a:lnTo>
                  <a:pt x="1141" y="1138"/>
                </a:lnTo>
                <a:moveTo>
                  <a:pt x="1198" y="1138"/>
                </a:moveTo>
                <a:lnTo>
                  <a:pt x="1229" y="1138"/>
                </a:lnTo>
                <a:lnTo>
                  <a:pt x="1229" y="1147"/>
                </a:lnTo>
                <a:lnTo>
                  <a:pt x="1198" y="1147"/>
                </a:lnTo>
                <a:lnTo>
                  <a:pt x="1198" y="1138"/>
                </a:lnTo>
                <a:moveTo>
                  <a:pt x="1255" y="1138"/>
                </a:moveTo>
                <a:lnTo>
                  <a:pt x="1286" y="1138"/>
                </a:lnTo>
                <a:lnTo>
                  <a:pt x="1286" y="1147"/>
                </a:lnTo>
                <a:lnTo>
                  <a:pt x="1255" y="1147"/>
                </a:lnTo>
                <a:lnTo>
                  <a:pt x="1255" y="1138"/>
                </a:lnTo>
                <a:moveTo>
                  <a:pt x="1312" y="1138"/>
                </a:moveTo>
                <a:lnTo>
                  <a:pt x="1343" y="1138"/>
                </a:lnTo>
                <a:lnTo>
                  <a:pt x="1343" y="1147"/>
                </a:lnTo>
                <a:lnTo>
                  <a:pt x="1312" y="1147"/>
                </a:lnTo>
                <a:lnTo>
                  <a:pt x="1312" y="1138"/>
                </a:lnTo>
                <a:moveTo>
                  <a:pt x="1369" y="1138"/>
                </a:moveTo>
                <a:lnTo>
                  <a:pt x="1400" y="1138"/>
                </a:lnTo>
                <a:lnTo>
                  <a:pt x="1400" y="1147"/>
                </a:lnTo>
                <a:lnTo>
                  <a:pt x="1369" y="1147"/>
                </a:lnTo>
                <a:lnTo>
                  <a:pt x="1369" y="1138"/>
                </a:lnTo>
                <a:moveTo>
                  <a:pt x="1426" y="1138"/>
                </a:moveTo>
                <a:lnTo>
                  <a:pt x="1457" y="1138"/>
                </a:lnTo>
                <a:lnTo>
                  <a:pt x="1457" y="1147"/>
                </a:lnTo>
                <a:lnTo>
                  <a:pt x="1426" y="1147"/>
                </a:lnTo>
                <a:lnTo>
                  <a:pt x="1426" y="1138"/>
                </a:lnTo>
                <a:moveTo>
                  <a:pt x="1483" y="1138"/>
                </a:moveTo>
                <a:lnTo>
                  <a:pt x="1514" y="1138"/>
                </a:lnTo>
                <a:lnTo>
                  <a:pt x="1514" y="1147"/>
                </a:lnTo>
                <a:lnTo>
                  <a:pt x="1483" y="1147"/>
                </a:lnTo>
                <a:lnTo>
                  <a:pt x="1483" y="1138"/>
                </a:lnTo>
                <a:moveTo>
                  <a:pt x="1539" y="1138"/>
                </a:moveTo>
                <a:lnTo>
                  <a:pt x="1571" y="1138"/>
                </a:lnTo>
                <a:lnTo>
                  <a:pt x="1571" y="1147"/>
                </a:lnTo>
                <a:lnTo>
                  <a:pt x="1539" y="1147"/>
                </a:lnTo>
                <a:lnTo>
                  <a:pt x="1539" y="1138"/>
                </a:lnTo>
                <a:moveTo>
                  <a:pt x="1596" y="1138"/>
                </a:moveTo>
                <a:lnTo>
                  <a:pt x="1628" y="1138"/>
                </a:lnTo>
                <a:lnTo>
                  <a:pt x="1628" y="1147"/>
                </a:lnTo>
                <a:lnTo>
                  <a:pt x="1596" y="1147"/>
                </a:lnTo>
                <a:lnTo>
                  <a:pt x="1596" y="1138"/>
                </a:lnTo>
                <a:moveTo>
                  <a:pt x="1653" y="1138"/>
                </a:moveTo>
                <a:lnTo>
                  <a:pt x="1685" y="1138"/>
                </a:lnTo>
                <a:lnTo>
                  <a:pt x="1685" y="1147"/>
                </a:lnTo>
                <a:lnTo>
                  <a:pt x="1653" y="1147"/>
                </a:lnTo>
                <a:lnTo>
                  <a:pt x="1653" y="1138"/>
                </a:lnTo>
                <a:moveTo>
                  <a:pt x="1710" y="1138"/>
                </a:moveTo>
                <a:lnTo>
                  <a:pt x="1742" y="1138"/>
                </a:lnTo>
                <a:lnTo>
                  <a:pt x="1742" y="1147"/>
                </a:lnTo>
                <a:lnTo>
                  <a:pt x="1710" y="1147"/>
                </a:lnTo>
                <a:lnTo>
                  <a:pt x="1710" y="1138"/>
                </a:lnTo>
                <a:moveTo>
                  <a:pt x="1767" y="1138"/>
                </a:moveTo>
                <a:lnTo>
                  <a:pt x="1799" y="1138"/>
                </a:lnTo>
                <a:lnTo>
                  <a:pt x="1799" y="1147"/>
                </a:lnTo>
                <a:lnTo>
                  <a:pt x="1767" y="1147"/>
                </a:lnTo>
                <a:lnTo>
                  <a:pt x="1767" y="1138"/>
                </a:lnTo>
                <a:moveTo>
                  <a:pt x="1824" y="1138"/>
                </a:moveTo>
                <a:lnTo>
                  <a:pt x="1856" y="1138"/>
                </a:lnTo>
                <a:lnTo>
                  <a:pt x="1856" y="1147"/>
                </a:lnTo>
                <a:lnTo>
                  <a:pt x="1824" y="1147"/>
                </a:lnTo>
                <a:lnTo>
                  <a:pt x="1824" y="1138"/>
                </a:lnTo>
                <a:moveTo>
                  <a:pt x="1881" y="1138"/>
                </a:moveTo>
                <a:lnTo>
                  <a:pt x="1913" y="1138"/>
                </a:lnTo>
                <a:lnTo>
                  <a:pt x="1913" y="1147"/>
                </a:lnTo>
                <a:lnTo>
                  <a:pt x="1881" y="1147"/>
                </a:lnTo>
                <a:lnTo>
                  <a:pt x="1881" y="1138"/>
                </a:lnTo>
                <a:moveTo>
                  <a:pt x="1938" y="1138"/>
                </a:moveTo>
                <a:lnTo>
                  <a:pt x="1970" y="1138"/>
                </a:lnTo>
                <a:lnTo>
                  <a:pt x="1970" y="1147"/>
                </a:lnTo>
                <a:lnTo>
                  <a:pt x="1938" y="1147"/>
                </a:lnTo>
                <a:lnTo>
                  <a:pt x="1938" y="1138"/>
                </a:lnTo>
                <a:moveTo>
                  <a:pt x="1995" y="1138"/>
                </a:moveTo>
                <a:lnTo>
                  <a:pt x="2027" y="1138"/>
                </a:lnTo>
                <a:lnTo>
                  <a:pt x="2027" y="1147"/>
                </a:lnTo>
                <a:lnTo>
                  <a:pt x="1995" y="1147"/>
                </a:lnTo>
                <a:lnTo>
                  <a:pt x="1995" y="1138"/>
                </a:lnTo>
                <a:moveTo>
                  <a:pt x="2052" y="1138"/>
                </a:moveTo>
                <a:lnTo>
                  <a:pt x="2084" y="1138"/>
                </a:lnTo>
                <a:lnTo>
                  <a:pt x="2084" y="1147"/>
                </a:lnTo>
                <a:lnTo>
                  <a:pt x="2052" y="1147"/>
                </a:lnTo>
                <a:lnTo>
                  <a:pt x="2052" y="1138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" name=""/>
          <p:cNvSpPr/>
          <p:nvPr/>
        </p:nvSpPr>
        <p:spPr>
          <a:xfrm>
            <a:off x="4636440" y="902160"/>
            <a:ext cx="298080" cy="222480"/>
          </a:xfrm>
          <a:custGeom>
            <a:avLst/>
            <a:gdLst/>
            <a:ahLst/>
            <a:rect l="0" t="0" r="r" b="b"/>
            <a:pathLst>
              <a:path w="828" h="618">
                <a:moveTo>
                  <a:pt x="828" y="0"/>
                </a:moveTo>
                <a:lnTo>
                  <a:pt x="828" y="31"/>
                </a:lnTo>
                <a:lnTo>
                  <a:pt x="819" y="31"/>
                </a:lnTo>
                <a:lnTo>
                  <a:pt x="819" y="0"/>
                </a:lnTo>
                <a:lnTo>
                  <a:pt x="828" y="0"/>
                </a:lnTo>
                <a:moveTo>
                  <a:pt x="828" y="56"/>
                </a:moveTo>
                <a:lnTo>
                  <a:pt x="828" y="88"/>
                </a:lnTo>
                <a:lnTo>
                  <a:pt x="819" y="88"/>
                </a:lnTo>
                <a:lnTo>
                  <a:pt x="819" y="56"/>
                </a:lnTo>
                <a:lnTo>
                  <a:pt x="828" y="56"/>
                </a:lnTo>
                <a:moveTo>
                  <a:pt x="828" y="113"/>
                </a:moveTo>
                <a:lnTo>
                  <a:pt x="828" y="145"/>
                </a:lnTo>
                <a:lnTo>
                  <a:pt x="819" y="145"/>
                </a:lnTo>
                <a:lnTo>
                  <a:pt x="819" y="113"/>
                </a:lnTo>
                <a:lnTo>
                  <a:pt x="828" y="113"/>
                </a:lnTo>
                <a:moveTo>
                  <a:pt x="828" y="170"/>
                </a:moveTo>
                <a:lnTo>
                  <a:pt x="828" y="202"/>
                </a:lnTo>
                <a:lnTo>
                  <a:pt x="819" y="202"/>
                </a:lnTo>
                <a:lnTo>
                  <a:pt x="819" y="170"/>
                </a:lnTo>
                <a:lnTo>
                  <a:pt x="828" y="170"/>
                </a:lnTo>
                <a:moveTo>
                  <a:pt x="828" y="227"/>
                </a:moveTo>
                <a:lnTo>
                  <a:pt x="828" y="259"/>
                </a:lnTo>
                <a:lnTo>
                  <a:pt x="819" y="259"/>
                </a:lnTo>
                <a:lnTo>
                  <a:pt x="819" y="227"/>
                </a:lnTo>
                <a:lnTo>
                  <a:pt x="828" y="227"/>
                </a:lnTo>
                <a:moveTo>
                  <a:pt x="828" y="285"/>
                </a:moveTo>
                <a:lnTo>
                  <a:pt x="828" y="317"/>
                </a:lnTo>
                <a:lnTo>
                  <a:pt x="819" y="317"/>
                </a:lnTo>
                <a:lnTo>
                  <a:pt x="819" y="285"/>
                </a:lnTo>
                <a:lnTo>
                  <a:pt x="828" y="285"/>
                </a:lnTo>
                <a:moveTo>
                  <a:pt x="828" y="342"/>
                </a:moveTo>
                <a:lnTo>
                  <a:pt x="828" y="373"/>
                </a:lnTo>
                <a:lnTo>
                  <a:pt x="819" y="373"/>
                </a:lnTo>
                <a:lnTo>
                  <a:pt x="819" y="342"/>
                </a:lnTo>
                <a:lnTo>
                  <a:pt x="828" y="342"/>
                </a:lnTo>
                <a:moveTo>
                  <a:pt x="828" y="399"/>
                </a:moveTo>
                <a:lnTo>
                  <a:pt x="828" y="430"/>
                </a:lnTo>
                <a:lnTo>
                  <a:pt x="819" y="430"/>
                </a:lnTo>
                <a:lnTo>
                  <a:pt x="819" y="399"/>
                </a:lnTo>
                <a:lnTo>
                  <a:pt x="828" y="399"/>
                </a:lnTo>
                <a:moveTo>
                  <a:pt x="828" y="456"/>
                </a:moveTo>
                <a:lnTo>
                  <a:pt x="828" y="487"/>
                </a:lnTo>
                <a:lnTo>
                  <a:pt x="819" y="487"/>
                </a:lnTo>
                <a:lnTo>
                  <a:pt x="819" y="456"/>
                </a:lnTo>
                <a:lnTo>
                  <a:pt x="828" y="456"/>
                </a:lnTo>
                <a:moveTo>
                  <a:pt x="828" y="513"/>
                </a:moveTo>
                <a:lnTo>
                  <a:pt x="828" y="544"/>
                </a:lnTo>
                <a:lnTo>
                  <a:pt x="819" y="544"/>
                </a:lnTo>
                <a:lnTo>
                  <a:pt x="819" y="513"/>
                </a:lnTo>
                <a:lnTo>
                  <a:pt x="828" y="513"/>
                </a:lnTo>
                <a:moveTo>
                  <a:pt x="828" y="569"/>
                </a:moveTo>
                <a:lnTo>
                  <a:pt x="828" y="601"/>
                </a:lnTo>
                <a:lnTo>
                  <a:pt x="819" y="601"/>
                </a:lnTo>
                <a:lnTo>
                  <a:pt x="819" y="569"/>
                </a:lnTo>
                <a:lnTo>
                  <a:pt x="828" y="569"/>
                </a:lnTo>
                <a:moveTo>
                  <a:pt x="811" y="618"/>
                </a:moveTo>
                <a:lnTo>
                  <a:pt x="779" y="618"/>
                </a:lnTo>
                <a:lnTo>
                  <a:pt x="779" y="609"/>
                </a:lnTo>
                <a:lnTo>
                  <a:pt x="811" y="609"/>
                </a:lnTo>
                <a:lnTo>
                  <a:pt x="811" y="618"/>
                </a:lnTo>
                <a:moveTo>
                  <a:pt x="753" y="618"/>
                </a:moveTo>
                <a:lnTo>
                  <a:pt x="721" y="618"/>
                </a:lnTo>
                <a:lnTo>
                  <a:pt x="721" y="609"/>
                </a:lnTo>
                <a:lnTo>
                  <a:pt x="753" y="609"/>
                </a:lnTo>
                <a:lnTo>
                  <a:pt x="753" y="618"/>
                </a:lnTo>
                <a:moveTo>
                  <a:pt x="696" y="618"/>
                </a:moveTo>
                <a:lnTo>
                  <a:pt x="664" y="618"/>
                </a:lnTo>
                <a:lnTo>
                  <a:pt x="664" y="609"/>
                </a:lnTo>
                <a:lnTo>
                  <a:pt x="696" y="609"/>
                </a:lnTo>
                <a:lnTo>
                  <a:pt x="696" y="618"/>
                </a:lnTo>
                <a:moveTo>
                  <a:pt x="639" y="618"/>
                </a:moveTo>
                <a:lnTo>
                  <a:pt x="607" y="618"/>
                </a:lnTo>
                <a:lnTo>
                  <a:pt x="607" y="609"/>
                </a:lnTo>
                <a:lnTo>
                  <a:pt x="639" y="609"/>
                </a:lnTo>
                <a:lnTo>
                  <a:pt x="639" y="618"/>
                </a:lnTo>
                <a:moveTo>
                  <a:pt x="582" y="618"/>
                </a:moveTo>
                <a:lnTo>
                  <a:pt x="550" y="618"/>
                </a:lnTo>
                <a:lnTo>
                  <a:pt x="550" y="609"/>
                </a:lnTo>
                <a:lnTo>
                  <a:pt x="582" y="609"/>
                </a:lnTo>
                <a:lnTo>
                  <a:pt x="582" y="618"/>
                </a:lnTo>
                <a:moveTo>
                  <a:pt x="525" y="618"/>
                </a:moveTo>
                <a:lnTo>
                  <a:pt x="493" y="618"/>
                </a:lnTo>
                <a:lnTo>
                  <a:pt x="493" y="609"/>
                </a:lnTo>
                <a:lnTo>
                  <a:pt x="525" y="609"/>
                </a:lnTo>
                <a:lnTo>
                  <a:pt x="525" y="618"/>
                </a:lnTo>
                <a:moveTo>
                  <a:pt x="468" y="618"/>
                </a:moveTo>
                <a:lnTo>
                  <a:pt x="436" y="618"/>
                </a:lnTo>
                <a:lnTo>
                  <a:pt x="436" y="609"/>
                </a:lnTo>
                <a:lnTo>
                  <a:pt x="468" y="609"/>
                </a:lnTo>
                <a:lnTo>
                  <a:pt x="468" y="618"/>
                </a:lnTo>
                <a:moveTo>
                  <a:pt x="411" y="618"/>
                </a:moveTo>
                <a:lnTo>
                  <a:pt x="379" y="618"/>
                </a:lnTo>
                <a:lnTo>
                  <a:pt x="379" y="609"/>
                </a:lnTo>
                <a:lnTo>
                  <a:pt x="411" y="609"/>
                </a:lnTo>
                <a:lnTo>
                  <a:pt x="411" y="618"/>
                </a:lnTo>
                <a:moveTo>
                  <a:pt x="354" y="618"/>
                </a:moveTo>
                <a:lnTo>
                  <a:pt x="322" y="618"/>
                </a:lnTo>
                <a:lnTo>
                  <a:pt x="322" y="609"/>
                </a:lnTo>
                <a:lnTo>
                  <a:pt x="354" y="609"/>
                </a:lnTo>
                <a:lnTo>
                  <a:pt x="354" y="618"/>
                </a:lnTo>
                <a:moveTo>
                  <a:pt x="297" y="618"/>
                </a:moveTo>
                <a:lnTo>
                  <a:pt x="266" y="618"/>
                </a:lnTo>
                <a:lnTo>
                  <a:pt x="266" y="609"/>
                </a:lnTo>
                <a:lnTo>
                  <a:pt x="297" y="609"/>
                </a:lnTo>
                <a:lnTo>
                  <a:pt x="297" y="618"/>
                </a:lnTo>
                <a:moveTo>
                  <a:pt x="240" y="618"/>
                </a:moveTo>
                <a:lnTo>
                  <a:pt x="209" y="618"/>
                </a:lnTo>
                <a:lnTo>
                  <a:pt x="209" y="609"/>
                </a:lnTo>
                <a:lnTo>
                  <a:pt x="240" y="609"/>
                </a:lnTo>
                <a:lnTo>
                  <a:pt x="240" y="618"/>
                </a:lnTo>
                <a:moveTo>
                  <a:pt x="183" y="618"/>
                </a:moveTo>
                <a:lnTo>
                  <a:pt x="152" y="618"/>
                </a:lnTo>
                <a:lnTo>
                  <a:pt x="152" y="609"/>
                </a:lnTo>
                <a:lnTo>
                  <a:pt x="183" y="609"/>
                </a:lnTo>
                <a:lnTo>
                  <a:pt x="183" y="618"/>
                </a:lnTo>
                <a:moveTo>
                  <a:pt x="126" y="618"/>
                </a:moveTo>
                <a:lnTo>
                  <a:pt x="95" y="618"/>
                </a:lnTo>
                <a:lnTo>
                  <a:pt x="95" y="609"/>
                </a:lnTo>
                <a:lnTo>
                  <a:pt x="126" y="609"/>
                </a:lnTo>
                <a:lnTo>
                  <a:pt x="126" y="618"/>
                </a:lnTo>
                <a:moveTo>
                  <a:pt x="69" y="618"/>
                </a:moveTo>
                <a:lnTo>
                  <a:pt x="38" y="618"/>
                </a:lnTo>
                <a:lnTo>
                  <a:pt x="38" y="609"/>
                </a:lnTo>
                <a:lnTo>
                  <a:pt x="69" y="609"/>
                </a:lnTo>
                <a:lnTo>
                  <a:pt x="69" y="618"/>
                </a:lnTo>
                <a:moveTo>
                  <a:pt x="12" y="618"/>
                </a:moveTo>
                <a:lnTo>
                  <a:pt x="0" y="618"/>
                </a:lnTo>
                <a:lnTo>
                  <a:pt x="0" y="609"/>
                </a:lnTo>
                <a:lnTo>
                  <a:pt x="12" y="609"/>
                </a:lnTo>
                <a:lnTo>
                  <a:pt x="12" y="618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" name=""/>
          <p:cNvSpPr/>
          <p:nvPr/>
        </p:nvSpPr>
        <p:spPr>
          <a:xfrm>
            <a:off x="4462560" y="902160"/>
            <a:ext cx="3600" cy="175320"/>
          </a:xfrm>
          <a:custGeom>
            <a:avLst/>
            <a:gdLst/>
            <a:ahLst/>
            <a:rect l="0" t="0" r="r" b="b"/>
            <a:pathLst>
              <a:path w="10" h="487">
                <a:moveTo>
                  <a:pt x="10" y="0"/>
                </a:moveTo>
                <a:lnTo>
                  <a:pt x="10" y="31"/>
                </a:lnTo>
                <a:lnTo>
                  <a:pt x="0" y="31"/>
                </a:lnTo>
                <a:lnTo>
                  <a:pt x="0" y="0"/>
                </a:lnTo>
                <a:lnTo>
                  <a:pt x="10" y="0"/>
                </a:lnTo>
                <a:moveTo>
                  <a:pt x="10" y="56"/>
                </a:moveTo>
                <a:lnTo>
                  <a:pt x="10" y="88"/>
                </a:lnTo>
                <a:lnTo>
                  <a:pt x="0" y="88"/>
                </a:lnTo>
                <a:lnTo>
                  <a:pt x="0" y="56"/>
                </a:lnTo>
                <a:lnTo>
                  <a:pt x="10" y="56"/>
                </a:lnTo>
                <a:moveTo>
                  <a:pt x="10" y="113"/>
                </a:moveTo>
                <a:lnTo>
                  <a:pt x="10" y="145"/>
                </a:lnTo>
                <a:lnTo>
                  <a:pt x="0" y="145"/>
                </a:lnTo>
                <a:lnTo>
                  <a:pt x="0" y="113"/>
                </a:lnTo>
                <a:lnTo>
                  <a:pt x="10" y="113"/>
                </a:lnTo>
                <a:moveTo>
                  <a:pt x="10" y="171"/>
                </a:moveTo>
                <a:lnTo>
                  <a:pt x="10" y="203"/>
                </a:lnTo>
                <a:lnTo>
                  <a:pt x="0" y="203"/>
                </a:lnTo>
                <a:lnTo>
                  <a:pt x="0" y="171"/>
                </a:lnTo>
                <a:lnTo>
                  <a:pt x="10" y="171"/>
                </a:lnTo>
                <a:moveTo>
                  <a:pt x="10" y="228"/>
                </a:moveTo>
                <a:lnTo>
                  <a:pt x="10" y="260"/>
                </a:lnTo>
                <a:lnTo>
                  <a:pt x="0" y="260"/>
                </a:lnTo>
                <a:lnTo>
                  <a:pt x="0" y="228"/>
                </a:lnTo>
                <a:lnTo>
                  <a:pt x="10" y="228"/>
                </a:lnTo>
                <a:moveTo>
                  <a:pt x="10" y="285"/>
                </a:moveTo>
                <a:lnTo>
                  <a:pt x="10" y="317"/>
                </a:lnTo>
                <a:lnTo>
                  <a:pt x="0" y="317"/>
                </a:lnTo>
                <a:lnTo>
                  <a:pt x="0" y="285"/>
                </a:lnTo>
                <a:lnTo>
                  <a:pt x="10" y="285"/>
                </a:lnTo>
                <a:moveTo>
                  <a:pt x="10" y="342"/>
                </a:moveTo>
                <a:lnTo>
                  <a:pt x="10" y="373"/>
                </a:lnTo>
                <a:lnTo>
                  <a:pt x="0" y="373"/>
                </a:lnTo>
                <a:lnTo>
                  <a:pt x="0" y="342"/>
                </a:lnTo>
                <a:lnTo>
                  <a:pt x="10" y="342"/>
                </a:lnTo>
                <a:moveTo>
                  <a:pt x="10" y="399"/>
                </a:moveTo>
                <a:lnTo>
                  <a:pt x="10" y="430"/>
                </a:lnTo>
                <a:lnTo>
                  <a:pt x="0" y="430"/>
                </a:lnTo>
                <a:lnTo>
                  <a:pt x="0" y="399"/>
                </a:lnTo>
                <a:lnTo>
                  <a:pt x="10" y="399"/>
                </a:lnTo>
                <a:moveTo>
                  <a:pt x="10" y="456"/>
                </a:moveTo>
                <a:lnTo>
                  <a:pt x="10" y="487"/>
                </a:lnTo>
                <a:lnTo>
                  <a:pt x="0" y="487"/>
                </a:lnTo>
                <a:lnTo>
                  <a:pt x="0" y="456"/>
                </a:lnTo>
                <a:lnTo>
                  <a:pt x="10" y="456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" name=""/>
          <p:cNvSpPr/>
          <p:nvPr/>
        </p:nvSpPr>
        <p:spPr>
          <a:xfrm>
            <a:off x="4041000" y="902160"/>
            <a:ext cx="3600" cy="175320"/>
          </a:xfrm>
          <a:custGeom>
            <a:avLst/>
            <a:gdLst/>
            <a:ahLst/>
            <a:rect l="0" t="0" r="r" b="b"/>
            <a:pathLst>
              <a:path w="10" h="487">
                <a:moveTo>
                  <a:pt x="10" y="0"/>
                </a:moveTo>
                <a:lnTo>
                  <a:pt x="10" y="31"/>
                </a:lnTo>
                <a:lnTo>
                  <a:pt x="0" y="31"/>
                </a:lnTo>
                <a:lnTo>
                  <a:pt x="0" y="0"/>
                </a:lnTo>
                <a:lnTo>
                  <a:pt x="10" y="0"/>
                </a:lnTo>
                <a:moveTo>
                  <a:pt x="10" y="56"/>
                </a:moveTo>
                <a:lnTo>
                  <a:pt x="10" y="88"/>
                </a:lnTo>
                <a:lnTo>
                  <a:pt x="0" y="88"/>
                </a:lnTo>
                <a:lnTo>
                  <a:pt x="0" y="56"/>
                </a:lnTo>
                <a:lnTo>
                  <a:pt x="10" y="56"/>
                </a:lnTo>
                <a:moveTo>
                  <a:pt x="10" y="113"/>
                </a:moveTo>
                <a:lnTo>
                  <a:pt x="10" y="145"/>
                </a:lnTo>
                <a:lnTo>
                  <a:pt x="0" y="145"/>
                </a:lnTo>
                <a:lnTo>
                  <a:pt x="0" y="113"/>
                </a:lnTo>
                <a:lnTo>
                  <a:pt x="10" y="113"/>
                </a:lnTo>
                <a:moveTo>
                  <a:pt x="10" y="171"/>
                </a:moveTo>
                <a:lnTo>
                  <a:pt x="10" y="203"/>
                </a:lnTo>
                <a:lnTo>
                  <a:pt x="0" y="203"/>
                </a:lnTo>
                <a:lnTo>
                  <a:pt x="0" y="171"/>
                </a:lnTo>
                <a:lnTo>
                  <a:pt x="10" y="171"/>
                </a:lnTo>
                <a:moveTo>
                  <a:pt x="10" y="228"/>
                </a:moveTo>
                <a:lnTo>
                  <a:pt x="10" y="260"/>
                </a:lnTo>
                <a:lnTo>
                  <a:pt x="0" y="260"/>
                </a:lnTo>
                <a:lnTo>
                  <a:pt x="0" y="228"/>
                </a:lnTo>
                <a:lnTo>
                  <a:pt x="10" y="228"/>
                </a:lnTo>
                <a:moveTo>
                  <a:pt x="10" y="285"/>
                </a:moveTo>
                <a:lnTo>
                  <a:pt x="10" y="317"/>
                </a:lnTo>
                <a:lnTo>
                  <a:pt x="0" y="317"/>
                </a:lnTo>
                <a:lnTo>
                  <a:pt x="0" y="285"/>
                </a:lnTo>
                <a:lnTo>
                  <a:pt x="10" y="285"/>
                </a:lnTo>
                <a:moveTo>
                  <a:pt x="10" y="342"/>
                </a:moveTo>
                <a:lnTo>
                  <a:pt x="10" y="373"/>
                </a:lnTo>
                <a:lnTo>
                  <a:pt x="0" y="373"/>
                </a:lnTo>
                <a:lnTo>
                  <a:pt x="0" y="342"/>
                </a:lnTo>
                <a:lnTo>
                  <a:pt x="10" y="342"/>
                </a:lnTo>
                <a:moveTo>
                  <a:pt x="10" y="399"/>
                </a:moveTo>
                <a:lnTo>
                  <a:pt x="10" y="430"/>
                </a:lnTo>
                <a:lnTo>
                  <a:pt x="0" y="430"/>
                </a:lnTo>
                <a:lnTo>
                  <a:pt x="0" y="399"/>
                </a:lnTo>
                <a:lnTo>
                  <a:pt x="10" y="399"/>
                </a:lnTo>
                <a:moveTo>
                  <a:pt x="10" y="456"/>
                </a:moveTo>
                <a:lnTo>
                  <a:pt x="10" y="487"/>
                </a:lnTo>
                <a:lnTo>
                  <a:pt x="0" y="487"/>
                </a:lnTo>
                <a:lnTo>
                  <a:pt x="0" y="456"/>
                </a:lnTo>
                <a:lnTo>
                  <a:pt x="10" y="456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" name=""/>
          <p:cNvSpPr/>
          <p:nvPr/>
        </p:nvSpPr>
        <p:spPr>
          <a:xfrm>
            <a:off x="5017680" y="2674440"/>
            <a:ext cx="3600" cy="401040"/>
          </a:xfrm>
          <a:custGeom>
            <a:avLst/>
            <a:gdLst/>
            <a:ahLst/>
            <a:rect l="0" t="0" r="r" b="b"/>
            <a:pathLst>
              <a:path w="10" h="1114">
                <a:moveTo>
                  <a:pt x="0" y="1114"/>
                </a:moveTo>
                <a:lnTo>
                  <a:pt x="0" y="1082"/>
                </a:lnTo>
                <a:lnTo>
                  <a:pt x="10" y="1082"/>
                </a:lnTo>
                <a:lnTo>
                  <a:pt x="10" y="1114"/>
                </a:lnTo>
                <a:lnTo>
                  <a:pt x="0" y="1114"/>
                </a:lnTo>
                <a:moveTo>
                  <a:pt x="0" y="1057"/>
                </a:moveTo>
                <a:lnTo>
                  <a:pt x="0" y="1025"/>
                </a:lnTo>
                <a:lnTo>
                  <a:pt x="10" y="1025"/>
                </a:lnTo>
                <a:lnTo>
                  <a:pt x="10" y="1057"/>
                </a:lnTo>
                <a:lnTo>
                  <a:pt x="0" y="1057"/>
                </a:lnTo>
                <a:moveTo>
                  <a:pt x="0" y="1000"/>
                </a:moveTo>
                <a:lnTo>
                  <a:pt x="0" y="968"/>
                </a:lnTo>
                <a:lnTo>
                  <a:pt x="10" y="968"/>
                </a:lnTo>
                <a:lnTo>
                  <a:pt x="10" y="1000"/>
                </a:lnTo>
                <a:lnTo>
                  <a:pt x="0" y="1000"/>
                </a:lnTo>
                <a:moveTo>
                  <a:pt x="0" y="943"/>
                </a:moveTo>
                <a:lnTo>
                  <a:pt x="0" y="910"/>
                </a:lnTo>
                <a:lnTo>
                  <a:pt x="10" y="910"/>
                </a:lnTo>
                <a:lnTo>
                  <a:pt x="10" y="943"/>
                </a:lnTo>
                <a:lnTo>
                  <a:pt x="0" y="943"/>
                </a:lnTo>
                <a:moveTo>
                  <a:pt x="0" y="885"/>
                </a:moveTo>
                <a:lnTo>
                  <a:pt x="0" y="854"/>
                </a:lnTo>
                <a:lnTo>
                  <a:pt x="10" y="854"/>
                </a:lnTo>
                <a:lnTo>
                  <a:pt x="10" y="885"/>
                </a:lnTo>
                <a:lnTo>
                  <a:pt x="0" y="885"/>
                </a:lnTo>
                <a:moveTo>
                  <a:pt x="0" y="828"/>
                </a:moveTo>
                <a:lnTo>
                  <a:pt x="0" y="797"/>
                </a:lnTo>
                <a:lnTo>
                  <a:pt x="10" y="797"/>
                </a:lnTo>
                <a:lnTo>
                  <a:pt x="10" y="828"/>
                </a:lnTo>
                <a:lnTo>
                  <a:pt x="0" y="828"/>
                </a:lnTo>
                <a:moveTo>
                  <a:pt x="0" y="771"/>
                </a:moveTo>
                <a:lnTo>
                  <a:pt x="0" y="740"/>
                </a:lnTo>
                <a:lnTo>
                  <a:pt x="10" y="740"/>
                </a:lnTo>
                <a:lnTo>
                  <a:pt x="10" y="771"/>
                </a:lnTo>
                <a:lnTo>
                  <a:pt x="0" y="771"/>
                </a:lnTo>
                <a:moveTo>
                  <a:pt x="0" y="715"/>
                </a:moveTo>
                <a:lnTo>
                  <a:pt x="0" y="683"/>
                </a:lnTo>
                <a:lnTo>
                  <a:pt x="10" y="683"/>
                </a:lnTo>
                <a:lnTo>
                  <a:pt x="10" y="715"/>
                </a:lnTo>
                <a:lnTo>
                  <a:pt x="0" y="715"/>
                </a:lnTo>
                <a:moveTo>
                  <a:pt x="0" y="658"/>
                </a:moveTo>
                <a:lnTo>
                  <a:pt x="0" y="626"/>
                </a:lnTo>
                <a:lnTo>
                  <a:pt x="10" y="626"/>
                </a:lnTo>
                <a:lnTo>
                  <a:pt x="10" y="658"/>
                </a:lnTo>
                <a:lnTo>
                  <a:pt x="0" y="658"/>
                </a:lnTo>
                <a:moveTo>
                  <a:pt x="0" y="601"/>
                </a:moveTo>
                <a:lnTo>
                  <a:pt x="0" y="569"/>
                </a:lnTo>
                <a:lnTo>
                  <a:pt x="10" y="569"/>
                </a:lnTo>
                <a:lnTo>
                  <a:pt x="10" y="601"/>
                </a:lnTo>
                <a:lnTo>
                  <a:pt x="0" y="601"/>
                </a:lnTo>
                <a:moveTo>
                  <a:pt x="0" y="544"/>
                </a:moveTo>
                <a:lnTo>
                  <a:pt x="0" y="512"/>
                </a:lnTo>
                <a:lnTo>
                  <a:pt x="10" y="512"/>
                </a:lnTo>
                <a:lnTo>
                  <a:pt x="10" y="544"/>
                </a:lnTo>
                <a:lnTo>
                  <a:pt x="0" y="544"/>
                </a:lnTo>
                <a:moveTo>
                  <a:pt x="0" y="487"/>
                </a:moveTo>
                <a:lnTo>
                  <a:pt x="0" y="455"/>
                </a:lnTo>
                <a:lnTo>
                  <a:pt x="10" y="455"/>
                </a:lnTo>
                <a:lnTo>
                  <a:pt x="10" y="487"/>
                </a:lnTo>
                <a:lnTo>
                  <a:pt x="0" y="487"/>
                </a:lnTo>
                <a:moveTo>
                  <a:pt x="0" y="430"/>
                </a:moveTo>
                <a:lnTo>
                  <a:pt x="0" y="398"/>
                </a:lnTo>
                <a:lnTo>
                  <a:pt x="10" y="398"/>
                </a:lnTo>
                <a:lnTo>
                  <a:pt x="10" y="430"/>
                </a:lnTo>
                <a:lnTo>
                  <a:pt x="0" y="430"/>
                </a:lnTo>
                <a:moveTo>
                  <a:pt x="0" y="373"/>
                </a:moveTo>
                <a:lnTo>
                  <a:pt x="0" y="342"/>
                </a:lnTo>
                <a:lnTo>
                  <a:pt x="10" y="342"/>
                </a:lnTo>
                <a:lnTo>
                  <a:pt x="10" y="373"/>
                </a:lnTo>
                <a:lnTo>
                  <a:pt x="0" y="373"/>
                </a:lnTo>
                <a:moveTo>
                  <a:pt x="0" y="316"/>
                </a:moveTo>
                <a:lnTo>
                  <a:pt x="0" y="285"/>
                </a:lnTo>
                <a:lnTo>
                  <a:pt x="10" y="285"/>
                </a:lnTo>
                <a:lnTo>
                  <a:pt x="10" y="316"/>
                </a:lnTo>
                <a:lnTo>
                  <a:pt x="0" y="316"/>
                </a:lnTo>
                <a:moveTo>
                  <a:pt x="0" y="259"/>
                </a:moveTo>
                <a:lnTo>
                  <a:pt x="0" y="228"/>
                </a:lnTo>
                <a:lnTo>
                  <a:pt x="10" y="228"/>
                </a:lnTo>
                <a:lnTo>
                  <a:pt x="10" y="259"/>
                </a:lnTo>
                <a:lnTo>
                  <a:pt x="0" y="259"/>
                </a:lnTo>
                <a:moveTo>
                  <a:pt x="0" y="203"/>
                </a:moveTo>
                <a:lnTo>
                  <a:pt x="0" y="171"/>
                </a:lnTo>
                <a:lnTo>
                  <a:pt x="10" y="171"/>
                </a:lnTo>
                <a:lnTo>
                  <a:pt x="10" y="203"/>
                </a:lnTo>
                <a:lnTo>
                  <a:pt x="0" y="203"/>
                </a:lnTo>
                <a:moveTo>
                  <a:pt x="0" y="146"/>
                </a:moveTo>
                <a:lnTo>
                  <a:pt x="0" y="114"/>
                </a:lnTo>
                <a:lnTo>
                  <a:pt x="10" y="114"/>
                </a:lnTo>
                <a:lnTo>
                  <a:pt x="10" y="146"/>
                </a:lnTo>
                <a:lnTo>
                  <a:pt x="0" y="146"/>
                </a:lnTo>
                <a:moveTo>
                  <a:pt x="0" y="89"/>
                </a:moveTo>
                <a:lnTo>
                  <a:pt x="0" y="57"/>
                </a:lnTo>
                <a:lnTo>
                  <a:pt x="10" y="57"/>
                </a:lnTo>
                <a:lnTo>
                  <a:pt x="10" y="89"/>
                </a:lnTo>
                <a:lnTo>
                  <a:pt x="0" y="89"/>
                </a:lnTo>
                <a:moveTo>
                  <a:pt x="0" y="32"/>
                </a:moveTo>
                <a:lnTo>
                  <a:pt x="0" y="0"/>
                </a:lnTo>
                <a:lnTo>
                  <a:pt x="10" y="0"/>
                </a:lnTo>
                <a:lnTo>
                  <a:pt x="1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" name=""/>
          <p:cNvSpPr/>
          <p:nvPr/>
        </p:nvSpPr>
        <p:spPr>
          <a:xfrm>
            <a:off x="5126400" y="3135960"/>
            <a:ext cx="1094040" cy="3600"/>
          </a:xfrm>
          <a:custGeom>
            <a:avLst/>
            <a:gdLst/>
            <a:ahLst/>
            <a:rect l="0" t="0" r="r" b="b"/>
            <a:pathLst>
              <a:path w="3039" h="10">
                <a:moveTo>
                  <a:pt x="0" y="0"/>
                </a:moveTo>
                <a:lnTo>
                  <a:pt x="31" y="0"/>
                </a:lnTo>
                <a:lnTo>
                  <a:pt x="31" y="10"/>
                </a:lnTo>
                <a:lnTo>
                  <a:pt x="0" y="10"/>
                </a:lnTo>
                <a:lnTo>
                  <a:pt x="0" y="0"/>
                </a:lnTo>
                <a:moveTo>
                  <a:pt x="57" y="0"/>
                </a:moveTo>
                <a:lnTo>
                  <a:pt x="88" y="0"/>
                </a:lnTo>
                <a:lnTo>
                  <a:pt x="88" y="10"/>
                </a:lnTo>
                <a:lnTo>
                  <a:pt x="57" y="10"/>
                </a:lnTo>
                <a:lnTo>
                  <a:pt x="57" y="0"/>
                </a:lnTo>
                <a:moveTo>
                  <a:pt x="114" y="0"/>
                </a:moveTo>
                <a:lnTo>
                  <a:pt x="145" y="0"/>
                </a:lnTo>
                <a:lnTo>
                  <a:pt x="145" y="10"/>
                </a:lnTo>
                <a:lnTo>
                  <a:pt x="114" y="10"/>
                </a:lnTo>
                <a:lnTo>
                  <a:pt x="114" y="0"/>
                </a:lnTo>
                <a:moveTo>
                  <a:pt x="171" y="0"/>
                </a:moveTo>
                <a:lnTo>
                  <a:pt x="202" y="0"/>
                </a:lnTo>
                <a:lnTo>
                  <a:pt x="202" y="10"/>
                </a:lnTo>
                <a:lnTo>
                  <a:pt x="171" y="10"/>
                </a:lnTo>
                <a:lnTo>
                  <a:pt x="171" y="0"/>
                </a:lnTo>
                <a:moveTo>
                  <a:pt x="228" y="0"/>
                </a:moveTo>
                <a:lnTo>
                  <a:pt x="259" y="0"/>
                </a:lnTo>
                <a:lnTo>
                  <a:pt x="259" y="10"/>
                </a:lnTo>
                <a:lnTo>
                  <a:pt x="228" y="10"/>
                </a:lnTo>
                <a:lnTo>
                  <a:pt x="228" y="0"/>
                </a:lnTo>
                <a:moveTo>
                  <a:pt x="285" y="0"/>
                </a:moveTo>
                <a:lnTo>
                  <a:pt x="316" y="0"/>
                </a:lnTo>
                <a:lnTo>
                  <a:pt x="316" y="10"/>
                </a:lnTo>
                <a:lnTo>
                  <a:pt x="285" y="10"/>
                </a:lnTo>
                <a:lnTo>
                  <a:pt x="285" y="0"/>
                </a:lnTo>
                <a:moveTo>
                  <a:pt x="342" y="0"/>
                </a:moveTo>
                <a:lnTo>
                  <a:pt x="373" y="0"/>
                </a:lnTo>
                <a:lnTo>
                  <a:pt x="373" y="10"/>
                </a:lnTo>
                <a:lnTo>
                  <a:pt x="342" y="10"/>
                </a:lnTo>
                <a:lnTo>
                  <a:pt x="342" y="0"/>
                </a:lnTo>
                <a:moveTo>
                  <a:pt x="399" y="0"/>
                </a:moveTo>
                <a:lnTo>
                  <a:pt x="430" y="0"/>
                </a:lnTo>
                <a:lnTo>
                  <a:pt x="430" y="10"/>
                </a:lnTo>
                <a:lnTo>
                  <a:pt x="399" y="10"/>
                </a:lnTo>
                <a:lnTo>
                  <a:pt x="399" y="0"/>
                </a:lnTo>
                <a:moveTo>
                  <a:pt x="455" y="0"/>
                </a:moveTo>
                <a:lnTo>
                  <a:pt x="487" y="0"/>
                </a:lnTo>
                <a:lnTo>
                  <a:pt x="487" y="10"/>
                </a:lnTo>
                <a:lnTo>
                  <a:pt x="455" y="10"/>
                </a:lnTo>
                <a:lnTo>
                  <a:pt x="455" y="0"/>
                </a:lnTo>
                <a:moveTo>
                  <a:pt x="512" y="0"/>
                </a:moveTo>
                <a:lnTo>
                  <a:pt x="544" y="0"/>
                </a:lnTo>
                <a:lnTo>
                  <a:pt x="544" y="10"/>
                </a:lnTo>
                <a:lnTo>
                  <a:pt x="512" y="10"/>
                </a:lnTo>
                <a:lnTo>
                  <a:pt x="512" y="0"/>
                </a:lnTo>
                <a:moveTo>
                  <a:pt x="569" y="0"/>
                </a:moveTo>
                <a:lnTo>
                  <a:pt x="601" y="0"/>
                </a:lnTo>
                <a:lnTo>
                  <a:pt x="601" y="10"/>
                </a:lnTo>
                <a:lnTo>
                  <a:pt x="569" y="10"/>
                </a:lnTo>
                <a:lnTo>
                  <a:pt x="569" y="0"/>
                </a:lnTo>
                <a:moveTo>
                  <a:pt x="626" y="0"/>
                </a:moveTo>
                <a:lnTo>
                  <a:pt x="658" y="0"/>
                </a:lnTo>
                <a:lnTo>
                  <a:pt x="658" y="10"/>
                </a:lnTo>
                <a:lnTo>
                  <a:pt x="626" y="10"/>
                </a:lnTo>
                <a:lnTo>
                  <a:pt x="626" y="0"/>
                </a:lnTo>
                <a:moveTo>
                  <a:pt x="683" y="0"/>
                </a:moveTo>
                <a:lnTo>
                  <a:pt x="715" y="0"/>
                </a:lnTo>
                <a:lnTo>
                  <a:pt x="715" y="10"/>
                </a:lnTo>
                <a:lnTo>
                  <a:pt x="683" y="10"/>
                </a:lnTo>
                <a:lnTo>
                  <a:pt x="683" y="0"/>
                </a:lnTo>
                <a:moveTo>
                  <a:pt x="740" y="0"/>
                </a:moveTo>
                <a:lnTo>
                  <a:pt x="772" y="0"/>
                </a:lnTo>
                <a:lnTo>
                  <a:pt x="772" y="10"/>
                </a:lnTo>
                <a:lnTo>
                  <a:pt x="740" y="10"/>
                </a:lnTo>
                <a:lnTo>
                  <a:pt x="740" y="0"/>
                </a:lnTo>
                <a:moveTo>
                  <a:pt x="797" y="0"/>
                </a:moveTo>
                <a:lnTo>
                  <a:pt x="829" y="0"/>
                </a:lnTo>
                <a:lnTo>
                  <a:pt x="829" y="10"/>
                </a:lnTo>
                <a:lnTo>
                  <a:pt x="797" y="10"/>
                </a:lnTo>
                <a:lnTo>
                  <a:pt x="797" y="0"/>
                </a:lnTo>
                <a:moveTo>
                  <a:pt x="854" y="0"/>
                </a:moveTo>
                <a:lnTo>
                  <a:pt x="886" y="0"/>
                </a:lnTo>
                <a:lnTo>
                  <a:pt x="886" y="10"/>
                </a:lnTo>
                <a:lnTo>
                  <a:pt x="854" y="10"/>
                </a:lnTo>
                <a:lnTo>
                  <a:pt x="854" y="0"/>
                </a:lnTo>
                <a:moveTo>
                  <a:pt x="911" y="0"/>
                </a:moveTo>
                <a:lnTo>
                  <a:pt x="943" y="0"/>
                </a:lnTo>
                <a:lnTo>
                  <a:pt x="943" y="10"/>
                </a:lnTo>
                <a:lnTo>
                  <a:pt x="911" y="10"/>
                </a:lnTo>
                <a:lnTo>
                  <a:pt x="911" y="0"/>
                </a:lnTo>
                <a:moveTo>
                  <a:pt x="968" y="0"/>
                </a:moveTo>
                <a:lnTo>
                  <a:pt x="1000" y="0"/>
                </a:lnTo>
                <a:lnTo>
                  <a:pt x="1000" y="10"/>
                </a:lnTo>
                <a:lnTo>
                  <a:pt x="968" y="10"/>
                </a:lnTo>
                <a:lnTo>
                  <a:pt x="968" y="0"/>
                </a:lnTo>
                <a:moveTo>
                  <a:pt x="1025" y="0"/>
                </a:moveTo>
                <a:lnTo>
                  <a:pt x="1057" y="0"/>
                </a:lnTo>
                <a:lnTo>
                  <a:pt x="1057" y="10"/>
                </a:lnTo>
                <a:lnTo>
                  <a:pt x="1025" y="10"/>
                </a:lnTo>
                <a:lnTo>
                  <a:pt x="1025" y="0"/>
                </a:lnTo>
                <a:moveTo>
                  <a:pt x="1082" y="0"/>
                </a:moveTo>
                <a:lnTo>
                  <a:pt x="1114" y="0"/>
                </a:lnTo>
                <a:lnTo>
                  <a:pt x="1114" y="10"/>
                </a:lnTo>
                <a:lnTo>
                  <a:pt x="1082" y="10"/>
                </a:lnTo>
                <a:lnTo>
                  <a:pt x="1082" y="0"/>
                </a:lnTo>
                <a:moveTo>
                  <a:pt x="1139" y="0"/>
                </a:moveTo>
                <a:lnTo>
                  <a:pt x="1171" y="0"/>
                </a:lnTo>
                <a:lnTo>
                  <a:pt x="1171" y="10"/>
                </a:lnTo>
                <a:lnTo>
                  <a:pt x="1139" y="10"/>
                </a:lnTo>
                <a:lnTo>
                  <a:pt x="1139" y="0"/>
                </a:lnTo>
                <a:moveTo>
                  <a:pt x="1196" y="0"/>
                </a:moveTo>
                <a:lnTo>
                  <a:pt x="1228" y="0"/>
                </a:lnTo>
                <a:lnTo>
                  <a:pt x="1228" y="10"/>
                </a:lnTo>
                <a:lnTo>
                  <a:pt x="1196" y="10"/>
                </a:lnTo>
                <a:lnTo>
                  <a:pt x="1196" y="0"/>
                </a:lnTo>
                <a:moveTo>
                  <a:pt x="1253" y="0"/>
                </a:moveTo>
                <a:lnTo>
                  <a:pt x="1285" y="0"/>
                </a:lnTo>
                <a:lnTo>
                  <a:pt x="1285" y="10"/>
                </a:lnTo>
                <a:lnTo>
                  <a:pt x="1253" y="10"/>
                </a:lnTo>
                <a:lnTo>
                  <a:pt x="1253" y="0"/>
                </a:lnTo>
                <a:moveTo>
                  <a:pt x="1310" y="0"/>
                </a:moveTo>
                <a:lnTo>
                  <a:pt x="1342" y="0"/>
                </a:lnTo>
                <a:lnTo>
                  <a:pt x="1342" y="10"/>
                </a:lnTo>
                <a:lnTo>
                  <a:pt x="1310" y="10"/>
                </a:lnTo>
                <a:lnTo>
                  <a:pt x="1310" y="0"/>
                </a:lnTo>
                <a:moveTo>
                  <a:pt x="1367" y="0"/>
                </a:moveTo>
                <a:lnTo>
                  <a:pt x="1399" y="0"/>
                </a:lnTo>
                <a:lnTo>
                  <a:pt x="1399" y="10"/>
                </a:lnTo>
                <a:lnTo>
                  <a:pt x="1367" y="10"/>
                </a:lnTo>
                <a:lnTo>
                  <a:pt x="1367" y="0"/>
                </a:lnTo>
                <a:moveTo>
                  <a:pt x="1424" y="0"/>
                </a:moveTo>
                <a:lnTo>
                  <a:pt x="1456" y="0"/>
                </a:lnTo>
                <a:lnTo>
                  <a:pt x="1456" y="10"/>
                </a:lnTo>
                <a:lnTo>
                  <a:pt x="1424" y="10"/>
                </a:lnTo>
                <a:lnTo>
                  <a:pt x="1424" y="0"/>
                </a:lnTo>
                <a:moveTo>
                  <a:pt x="1481" y="0"/>
                </a:moveTo>
                <a:lnTo>
                  <a:pt x="1513" y="0"/>
                </a:lnTo>
                <a:lnTo>
                  <a:pt x="1513" y="10"/>
                </a:lnTo>
                <a:lnTo>
                  <a:pt x="1481" y="10"/>
                </a:lnTo>
                <a:lnTo>
                  <a:pt x="1481" y="0"/>
                </a:lnTo>
                <a:moveTo>
                  <a:pt x="1538" y="0"/>
                </a:moveTo>
                <a:lnTo>
                  <a:pt x="1570" y="0"/>
                </a:lnTo>
                <a:lnTo>
                  <a:pt x="1570" y="10"/>
                </a:lnTo>
                <a:lnTo>
                  <a:pt x="1538" y="10"/>
                </a:lnTo>
                <a:lnTo>
                  <a:pt x="1538" y="0"/>
                </a:lnTo>
                <a:moveTo>
                  <a:pt x="1595" y="0"/>
                </a:moveTo>
                <a:lnTo>
                  <a:pt x="1627" y="0"/>
                </a:lnTo>
                <a:lnTo>
                  <a:pt x="1627" y="10"/>
                </a:lnTo>
                <a:lnTo>
                  <a:pt x="1595" y="10"/>
                </a:lnTo>
                <a:lnTo>
                  <a:pt x="1595" y="0"/>
                </a:lnTo>
                <a:moveTo>
                  <a:pt x="1652" y="0"/>
                </a:moveTo>
                <a:lnTo>
                  <a:pt x="1684" y="0"/>
                </a:lnTo>
                <a:lnTo>
                  <a:pt x="1684" y="10"/>
                </a:lnTo>
                <a:lnTo>
                  <a:pt x="1652" y="10"/>
                </a:lnTo>
                <a:lnTo>
                  <a:pt x="1652" y="0"/>
                </a:lnTo>
                <a:moveTo>
                  <a:pt x="1709" y="0"/>
                </a:moveTo>
                <a:lnTo>
                  <a:pt x="1741" y="0"/>
                </a:lnTo>
                <a:lnTo>
                  <a:pt x="1741" y="10"/>
                </a:lnTo>
                <a:lnTo>
                  <a:pt x="1709" y="10"/>
                </a:lnTo>
                <a:lnTo>
                  <a:pt x="1709" y="0"/>
                </a:lnTo>
                <a:moveTo>
                  <a:pt x="1766" y="0"/>
                </a:moveTo>
                <a:lnTo>
                  <a:pt x="1798" y="0"/>
                </a:lnTo>
                <a:lnTo>
                  <a:pt x="1798" y="10"/>
                </a:lnTo>
                <a:lnTo>
                  <a:pt x="1766" y="10"/>
                </a:lnTo>
                <a:lnTo>
                  <a:pt x="1766" y="0"/>
                </a:lnTo>
                <a:moveTo>
                  <a:pt x="1823" y="0"/>
                </a:moveTo>
                <a:lnTo>
                  <a:pt x="1855" y="0"/>
                </a:lnTo>
                <a:lnTo>
                  <a:pt x="1855" y="10"/>
                </a:lnTo>
                <a:lnTo>
                  <a:pt x="1823" y="10"/>
                </a:lnTo>
                <a:lnTo>
                  <a:pt x="1823" y="0"/>
                </a:lnTo>
                <a:moveTo>
                  <a:pt x="1880" y="0"/>
                </a:moveTo>
                <a:lnTo>
                  <a:pt x="1912" y="0"/>
                </a:lnTo>
                <a:lnTo>
                  <a:pt x="1912" y="10"/>
                </a:lnTo>
                <a:lnTo>
                  <a:pt x="1880" y="10"/>
                </a:lnTo>
                <a:lnTo>
                  <a:pt x="1880" y="0"/>
                </a:lnTo>
                <a:moveTo>
                  <a:pt x="1937" y="0"/>
                </a:moveTo>
                <a:lnTo>
                  <a:pt x="1969" y="0"/>
                </a:lnTo>
                <a:lnTo>
                  <a:pt x="1969" y="10"/>
                </a:lnTo>
                <a:lnTo>
                  <a:pt x="1937" y="10"/>
                </a:lnTo>
                <a:lnTo>
                  <a:pt x="1937" y="0"/>
                </a:lnTo>
                <a:moveTo>
                  <a:pt x="1994" y="0"/>
                </a:moveTo>
                <a:lnTo>
                  <a:pt x="2025" y="0"/>
                </a:lnTo>
                <a:lnTo>
                  <a:pt x="2025" y="10"/>
                </a:lnTo>
                <a:lnTo>
                  <a:pt x="1994" y="10"/>
                </a:lnTo>
                <a:lnTo>
                  <a:pt x="1994" y="0"/>
                </a:lnTo>
                <a:moveTo>
                  <a:pt x="2051" y="0"/>
                </a:moveTo>
                <a:lnTo>
                  <a:pt x="2082" y="0"/>
                </a:lnTo>
                <a:lnTo>
                  <a:pt x="2082" y="10"/>
                </a:lnTo>
                <a:lnTo>
                  <a:pt x="2051" y="10"/>
                </a:lnTo>
                <a:lnTo>
                  <a:pt x="2051" y="0"/>
                </a:lnTo>
                <a:moveTo>
                  <a:pt x="2108" y="0"/>
                </a:moveTo>
                <a:lnTo>
                  <a:pt x="2139" y="0"/>
                </a:lnTo>
                <a:lnTo>
                  <a:pt x="2139" y="10"/>
                </a:lnTo>
                <a:lnTo>
                  <a:pt x="2108" y="10"/>
                </a:lnTo>
                <a:lnTo>
                  <a:pt x="2108" y="0"/>
                </a:lnTo>
                <a:moveTo>
                  <a:pt x="2165" y="0"/>
                </a:moveTo>
                <a:lnTo>
                  <a:pt x="2196" y="0"/>
                </a:lnTo>
                <a:lnTo>
                  <a:pt x="2196" y="10"/>
                </a:lnTo>
                <a:lnTo>
                  <a:pt x="2165" y="10"/>
                </a:lnTo>
                <a:lnTo>
                  <a:pt x="2165" y="0"/>
                </a:lnTo>
                <a:moveTo>
                  <a:pt x="2222" y="0"/>
                </a:moveTo>
                <a:lnTo>
                  <a:pt x="2253" y="0"/>
                </a:lnTo>
                <a:lnTo>
                  <a:pt x="2253" y="10"/>
                </a:lnTo>
                <a:lnTo>
                  <a:pt x="2222" y="10"/>
                </a:lnTo>
                <a:lnTo>
                  <a:pt x="2222" y="0"/>
                </a:lnTo>
                <a:moveTo>
                  <a:pt x="2279" y="0"/>
                </a:moveTo>
                <a:lnTo>
                  <a:pt x="2310" y="0"/>
                </a:lnTo>
                <a:lnTo>
                  <a:pt x="2310" y="10"/>
                </a:lnTo>
                <a:lnTo>
                  <a:pt x="2279" y="10"/>
                </a:lnTo>
                <a:lnTo>
                  <a:pt x="2279" y="0"/>
                </a:lnTo>
                <a:moveTo>
                  <a:pt x="2336" y="0"/>
                </a:moveTo>
                <a:lnTo>
                  <a:pt x="2367" y="0"/>
                </a:lnTo>
                <a:lnTo>
                  <a:pt x="2367" y="10"/>
                </a:lnTo>
                <a:lnTo>
                  <a:pt x="2336" y="10"/>
                </a:lnTo>
                <a:lnTo>
                  <a:pt x="2336" y="0"/>
                </a:lnTo>
                <a:moveTo>
                  <a:pt x="2393" y="0"/>
                </a:moveTo>
                <a:lnTo>
                  <a:pt x="2424" y="0"/>
                </a:lnTo>
                <a:lnTo>
                  <a:pt x="2424" y="10"/>
                </a:lnTo>
                <a:lnTo>
                  <a:pt x="2393" y="10"/>
                </a:lnTo>
                <a:lnTo>
                  <a:pt x="2393" y="0"/>
                </a:lnTo>
                <a:moveTo>
                  <a:pt x="2450" y="0"/>
                </a:moveTo>
                <a:lnTo>
                  <a:pt x="2482" y="0"/>
                </a:lnTo>
                <a:lnTo>
                  <a:pt x="2482" y="10"/>
                </a:lnTo>
                <a:lnTo>
                  <a:pt x="2450" y="10"/>
                </a:lnTo>
                <a:lnTo>
                  <a:pt x="2450" y="0"/>
                </a:lnTo>
                <a:moveTo>
                  <a:pt x="2508" y="0"/>
                </a:moveTo>
                <a:lnTo>
                  <a:pt x="2539" y="0"/>
                </a:lnTo>
                <a:lnTo>
                  <a:pt x="2539" y="10"/>
                </a:lnTo>
                <a:lnTo>
                  <a:pt x="2508" y="10"/>
                </a:lnTo>
                <a:lnTo>
                  <a:pt x="2508" y="0"/>
                </a:lnTo>
                <a:moveTo>
                  <a:pt x="2565" y="0"/>
                </a:moveTo>
                <a:lnTo>
                  <a:pt x="2596" y="0"/>
                </a:lnTo>
                <a:lnTo>
                  <a:pt x="2596" y="10"/>
                </a:lnTo>
                <a:lnTo>
                  <a:pt x="2565" y="10"/>
                </a:lnTo>
                <a:lnTo>
                  <a:pt x="2565" y="0"/>
                </a:lnTo>
                <a:moveTo>
                  <a:pt x="2622" y="0"/>
                </a:moveTo>
                <a:lnTo>
                  <a:pt x="2653" y="0"/>
                </a:lnTo>
                <a:lnTo>
                  <a:pt x="2653" y="10"/>
                </a:lnTo>
                <a:lnTo>
                  <a:pt x="2622" y="10"/>
                </a:lnTo>
                <a:lnTo>
                  <a:pt x="2622" y="0"/>
                </a:lnTo>
                <a:moveTo>
                  <a:pt x="2679" y="0"/>
                </a:moveTo>
                <a:lnTo>
                  <a:pt x="2710" y="0"/>
                </a:lnTo>
                <a:lnTo>
                  <a:pt x="2710" y="10"/>
                </a:lnTo>
                <a:lnTo>
                  <a:pt x="2679" y="10"/>
                </a:lnTo>
                <a:lnTo>
                  <a:pt x="2679" y="0"/>
                </a:lnTo>
                <a:moveTo>
                  <a:pt x="2735" y="0"/>
                </a:moveTo>
                <a:lnTo>
                  <a:pt x="2767" y="0"/>
                </a:lnTo>
                <a:lnTo>
                  <a:pt x="2767" y="10"/>
                </a:lnTo>
                <a:lnTo>
                  <a:pt x="2735" y="10"/>
                </a:lnTo>
                <a:lnTo>
                  <a:pt x="2735" y="0"/>
                </a:lnTo>
                <a:moveTo>
                  <a:pt x="2792" y="0"/>
                </a:moveTo>
                <a:lnTo>
                  <a:pt x="2824" y="0"/>
                </a:lnTo>
                <a:lnTo>
                  <a:pt x="2824" y="10"/>
                </a:lnTo>
                <a:lnTo>
                  <a:pt x="2792" y="10"/>
                </a:lnTo>
                <a:lnTo>
                  <a:pt x="2792" y="0"/>
                </a:lnTo>
                <a:moveTo>
                  <a:pt x="2849" y="0"/>
                </a:moveTo>
                <a:lnTo>
                  <a:pt x="2881" y="0"/>
                </a:lnTo>
                <a:lnTo>
                  <a:pt x="2881" y="10"/>
                </a:lnTo>
                <a:lnTo>
                  <a:pt x="2849" y="10"/>
                </a:lnTo>
                <a:lnTo>
                  <a:pt x="2849" y="0"/>
                </a:lnTo>
                <a:moveTo>
                  <a:pt x="2906" y="0"/>
                </a:moveTo>
                <a:lnTo>
                  <a:pt x="2938" y="0"/>
                </a:lnTo>
                <a:lnTo>
                  <a:pt x="2938" y="10"/>
                </a:lnTo>
                <a:lnTo>
                  <a:pt x="2906" y="10"/>
                </a:lnTo>
                <a:lnTo>
                  <a:pt x="2906" y="0"/>
                </a:lnTo>
                <a:moveTo>
                  <a:pt x="2963" y="0"/>
                </a:moveTo>
                <a:lnTo>
                  <a:pt x="2995" y="0"/>
                </a:lnTo>
                <a:lnTo>
                  <a:pt x="2995" y="10"/>
                </a:lnTo>
                <a:lnTo>
                  <a:pt x="2963" y="10"/>
                </a:lnTo>
                <a:lnTo>
                  <a:pt x="2963" y="0"/>
                </a:lnTo>
                <a:moveTo>
                  <a:pt x="3020" y="0"/>
                </a:moveTo>
                <a:lnTo>
                  <a:pt x="3039" y="0"/>
                </a:lnTo>
                <a:lnTo>
                  <a:pt x="3039" y="10"/>
                </a:lnTo>
                <a:lnTo>
                  <a:pt x="3020" y="10"/>
                </a:lnTo>
                <a:lnTo>
                  <a:pt x="3020" y="0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" name=""/>
          <p:cNvSpPr/>
          <p:nvPr/>
        </p:nvSpPr>
        <p:spPr>
          <a:xfrm>
            <a:off x="5860800" y="2335680"/>
            <a:ext cx="3600" cy="728280"/>
          </a:xfrm>
          <a:custGeom>
            <a:avLst/>
            <a:gdLst/>
            <a:ahLst/>
            <a:rect l="0" t="0" r="r" b="b"/>
            <a:pathLst>
              <a:path w="10" h="2023">
                <a:moveTo>
                  <a:pt x="0" y="2023"/>
                </a:moveTo>
                <a:lnTo>
                  <a:pt x="0" y="1991"/>
                </a:lnTo>
                <a:lnTo>
                  <a:pt x="10" y="1991"/>
                </a:lnTo>
                <a:lnTo>
                  <a:pt x="10" y="2023"/>
                </a:lnTo>
                <a:lnTo>
                  <a:pt x="0" y="2023"/>
                </a:lnTo>
                <a:moveTo>
                  <a:pt x="0" y="1966"/>
                </a:moveTo>
                <a:lnTo>
                  <a:pt x="0" y="1935"/>
                </a:lnTo>
                <a:lnTo>
                  <a:pt x="10" y="1935"/>
                </a:lnTo>
                <a:lnTo>
                  <a:pt x="10" y="1966"/>
                </a:lnTo>
                <a:lnTo>
                  <a:pt x="0" y="1966"/>
                </a:lnTo>
                <a:moveTo>
                  <a:pt x="0" y="1909"/>
                </a:moveTo>
                <a:lnTo>
                  <a:pt x="0" y="1878"/>
                </a:lnTo>
                <a:lnTo>
                  <a:pt x="10" y="1878"/>
                </a:lnTo>
                <a:lnTo>
                  <a:pt x="10" y="1909"/>
                </a:lnTo>
                <a:lnTo>
                  <a:pt x="0" y="1909"/>
                </a:lnTo>
                <a:moveTo>
                  <a:pt x="0" y="1852"/>
                </a:moveTo>
                <a:lnTo>
                  <a:pt x="0" y="1821"/>
                </a:lnTo>
                <a:lnTo>
                  <a:pt x="10" y="1821"/>
                </a:lnTo>
                <a:lnTo>
                  <a:pt x="10" y="1852"/>
                </a:lnTo>
                <a:lnTo>
                  <a:pt x="0" y="1852"/>
                </a:lnTo>
                <a:moveTo>
                  <a:pt x="0" y="1796"/>
                </a:moveTo>
                <a:lnTo>
                  <a:pt x="0" y="1764"/>
                </a:lnTo>
                <a:lnTo>
                  <a:pt x="10" y="1764"/>
                </a:lnTo>
                <a:lnTo>
                  <a:pt x="10" y="1796"/>
                </a:lnTo>
                <a:lnTo>
                  <a:pt x="0" y="1796"/>
                </a:lnTo>
                <a:moveTo>
                  <a:pt x="0" y="1739"/>
                </a:moveTo>
                <a:lnTo>
                  <a:pt x="0" y="1707"/>
                </a:lnTo>
                <a:lnTo>
                  <a:pt x="10" y="1707"/>
                </a:lnTo>
                <a:lnTo>
                  <a:pt x="10" y="1739"/>
                </a:lnTo>
                <a:lnTo>
                  <a:pt x="0" y="1739"/>
                </a:lnTo>
                <a:moveTo>
                  <a:pt x="0" y="1682"/>
                </a:moveTo>
                <a:lnTo>
                  <a:pt x="0" y="1650"/>
                </a:lnTo>
                <a:lnTo>
                  <a:pt x="10" y="1650"/>
                </a:lnTo>
                <a:lnTo>
                  <a:pt x="10" y="1682"/>
                </a:lnTo>
                <a:lnTo>
                  <a:pt x="0" y="1682"/>
                </a:lnTo>
                <a:moveTo>
                  <a:pt x="0" y="1625"/>
                </a:moveTo>
                <a:lnTo>
                  <a:pt x="0" y="1593"/>
                </a:lnTo>
                <a:lnTo>
                  <a:pt x="10" y="1593"/>
                </a:lnTo>
                <a:lnTo>
                  <a:pt x="10" y="1625"/>
                </a:lnTo>
                <a:lnTo>
                  <a:pt x="0" y="1625"/>
                </a:lnTo>
                <a:moveTo>
                  <a:pt x="0" y="1568"/>
                </a:moveTo>
                <a:lnTo>
                  <a:pt x="0" y="1536"/>
                </a:lnTo>
                <a:lnTo>
                  <a:pt x="10" y="1536"/>
                </a:lnTo>
                <a:lnTo>
                  <a:pt x="10" y="1568"/>
                </a:lnTo>
                <a:lnTo>
                  <a:pt x="0" y="1568"/>
                </a:lnTo>
                <a:moveTo>
                  <a:pt x="0" y="1511"/>
                </a:moveTo>
                <a:lnTo>
                  <a:pt x="0" y="1480"/>
                </a:lnTo>
                <a:lnTo>
                  <a:pt x="10" y="1480"/>
                </a:lnTo>
                <a:lnTo>
                  <a:pt x="10" y="1511"/>
                </a:lnTo>
                <a:lnTo>
                  <a:pt x="0" y="1511"/>
                </a:lnTo>
                <a:moveTo>
                  <a:pt x="0" y="1454"/>
                </a:moveTo>
                <a:lnTo>
                  <a:pt x="0" y="1423"/>
                </a:lnTo>
                <a:lnTo>
                  <a:pt x="10" y="1423"/>
                </a:lnTo>
                <a:lnTo>
                  <a:pt x="10" y="1454"/>
                </a:lnTo>
                <a:lnTo>
                  <a:pt x="0" y="1454"/>
                </a:lnTo>
                <a:moveTo>
                  <a:pt x="0" y="1397"/>
                </a:moveTo>
                <a:lnTo>
                  <a:pt x="0" y="1366"/>
                </a:lnTo>
                <a:lnTo>
                  <a:pt x="10" y="1366"/>
                </a:lnTo>
                <a:lnTo>
                  <a:pt x="10" y="1397"/>
                </a:lnTo>
                <a:lnTo>
                  <a:pt x="0" y="1397"/>
                </a:lnTo>
                <a:moveTo>
                  <a:pt x="0" y="1340"/>
                </a:moveTo>
                <a:lnTo>
                  <a:pt x="0" y="1309"/>
                </a:lnTo>
                <a:lnTo>
                  <a:pt x="10" y="1309"/>
                </a:lnTo>
                <a:lnTo>
                  <a:pt x="10" y="1340"/>
                </a:lnTo>
                <a:lnTo>
                  <a:pt x="0" y="1340"/>
                </a:lnTo>
                <a:moveTo>
                  <a:pt x="0" y="1284"/>
                </a:moveTo>
                <a:lnTo>
                  <a:pt x="0" y="1252"/>
                </a:lnTo>
                <a:lnTo>
                  <a:pt x="10" y="1252"/>
                </a:lnTo>
                <a:lnTo>
                  <a:pt x="10" y="1284"/>
                </a:lnTo>
                <a:lnTo>
                  <a:pt x="0" y="1284"/>
                </a:lnTo>
                <a:moveTo>
                  <a:pt x="0" y="1227"/>
                </a:moveTo>
                <a:lnTo>
                  <a:pt x="0" y="1195"/>
                </a:lnTo>
                <a:lnTo>
                  <a:pt x="10" y="1195"/>
                </a:lnTo>
                <a:lnTo>
                  <a:pt x="10" y="1227"/>
                </a:lnTo>
                <a:lnTo>
                  <a:pt x="0" y="1227"/>
                </a:lnTo>
                <a:moveTo>
                  <a:pt x="0" y="1170"/>
                </a:moveTo>
                <a:lnTo>
                  <a:pt x="0" y="1138"/>
                </a:lnTo>
                <a:lnTo>
                  <a:pt x="10" y="1138"/>
                </a:lnTo>
                <a:lnTo>
                  <a:pt x="10" y="1170"/>
                </a:lnTo>
                <a:lnTo>
                  <a:pt x="0" y="1170"/>
                </a:lnTo>
                <a:moveTo>
                  <a:pt x="0" y="1113"/>
                </a:moveTo>
                <a:lnTo>
                  <a:pt x="0" y="1081"/>
                </a:lnTo>
                <a:lnTo>
                  <a:pt x="10" y="1081"/>
                </a:lnTo>
                <a:lnTo>
                  <a:pt x="10" y="1113"/>
                </a:lnTo>
                <a:lnTo>
                  <a:pt x="0" y="1113"/>
                </a:lnTo>
                <a:moveTo>
                  <a:pt x="0" y="1056"/>
                </a:moveTo>
                <a:lnTo>
                  <a:pt x="0" y="1024"/>
                </a:lnTo>
                <a:lnTo>
                  <a:pt x="10" y="1024"/>
                </a:lnTo>
                <a:lnTo>
                  <a:pt x="10" y="1056"/>
                </a:lnTo>
                <a:lnTo>
                  <a:pt x="0" y="1056"/>
                </a:lnTo>
                <a:moveTo>
                  <a:pt x="0" y="999"/>
                </a:moveTo>
                <a:lnTo>
                  <a:pt x="0" y="968"/>
                </a:lnTo>
                <a:lnTo>
                  <a:pt x="10" y="968"/>
                </a:lnTo>
                <a:lnTo>
                  <a:pt x="10" y="999"/>
                </a:lnTo>
                <a:lnTo>
                  <a:pt x="0" y="999"/>
                </a:lnTo>
                <a:moveTo>
                  <a:pt x="0" y="942"/>
                </a:moveTo>
                <a:lnTo>
                  <a:pt x="0" y="911"/>
                </a:lnTo>
                <a:lnTo>
                  <a:pt x="10" y="911"/>
                </a:lnTo>
                <a:lnTo>
                  <a:pt x="10" y="942"/>
                </a:lnTo>
                <a:lnTo>
                  <a:pt x="0" y="942"/>
                </a:lnTo>
                <a:moveTo>
                  <a:pt x="0" y="885"/>
                </a:moveTo>
                <a:lnTo>
                  <a:pt x="0" y="854"/>
                </a:lnTo>
                <a:lnTo>
                  <a:pt x="10" y="854"/>
                </a:lnTo>
                <a:lnTo>
                  <a:pt x="10" y="885"/>
                </a:lnTo>
                <a:lnTo>
                  <a:pt x="0" y="885"/>
                </a:lnTo>
                <a:moveTo>
                  <a:pt x="0" y="829"/>
                </a:moveTo>
                <a:lnTo>
                  <a:pt x="0" y="797"/>
                </a:lnTo>
                <a:lnTo>
                  <a:pt x="10" y="797"/>
                </a:lnTo>
                <a:lnTo>
                  <a:pt x="10" y="829"/>
                </a:lnTo>
                <a:lnTo>
                  <a:pt x="0" y="829"/>
                </a:lnTo>
                <a:moveTo>
                  <a:pt x="0" y="772"/>
                </a:moveTo>
                <a:lnTo>
                  <a:pt x="0" y="740"/>
                </a:lnTo>
                <a:lnTo>
                  <a:pt x="10" y="740"/>
                </a:lnTo>
                <a:lnTo>
                  <a:pt x="10" y="772"/>
                </a:lnTo>
                <a:lnTo>
                  <a:pt x="0" y="772"/>
                </a:lnTo>
                <a:moveTo>
                  <a:pt x="0" y="715"/>
                </a:moveTo>
                <a:lnTo>
                  <a:pt x="0" y="683"/>
                </a:lnTo>
                <a:lnTo>
                  <a:pt x="10" y="683"/>
                </a:lnTo>
                <a:lnTo>
                  <a:pt x="10" y="715"/>
                </a:lnTo>
                <a:lnTo>
                  <a:pt x="0" y="715"/>
                </a:lnTo>
                <a:moveTo>
                  <a:pt x="0" y="658"/>
                </a:moveTo>
                <a:lnTo>
                  <a:pt x="0" y="626"/>
                </a:lnTo>
                <a:lnTo>
                  <a:pt x="10" y="626"/>
                </a:lnTo>
                <a:lnTo>
                  <a:pt x="10" y="658"/>
                </a:lnTo>
                <a:lnTo>
                  <a:pt x="0" y="658"/>
                </a:lnTo>
                <a:moveTo>
                  <a:pt x="0" y="601"/>
                </a:moveTo>
                <a:lnTo>
                  <a:pt x="0" y="568"/>
                </a:lnTo>
                <a:lnTo>
                  <a:pt x="10" y="568"/>
                </a:lnTo>
                <a:lnTo>
                  <a:pt x="10" y="601"/>
                </a:lnTo>
                <a:lnTo>
                  <a:pt x="0" y="601"/>
                </a:lnTo>
                <a:moveTo>
                  <a:pt x="0" y="543"/>
                </a:moveTo>
                <a:lnTo>
                  <a:pt x="0" y="511"/>
                </a:lnTo>
                <a:lnTo>
                  <a:pt x="10" y="511"/>
                </a:lnTo>
                <a:lnTo>
                  <a:pt x="10" y="543"/>
                </a:lnTo>
                <a:lnTo>
                  <a:pt x="0" y="543"/>
                </a:lnTo>
                <a:moveTo>
                  <a:pt x="0" y="486"/>
                </a:moveTo>
                <a:lnTo>
                  <a:pt x="0" y="455"/>
                </a:lnTo>
                <a:lnTo>
                  <a:pt x="10" y="455"/>
                </a:lnTo>
                <a:lnTo>
                  <a:pt x="10" y="486"/>
                </a:lnTo>
                <a:lnTo>
                  <a:pt x="0" y="486"/>
                </a:lnTo>
                <a:moveTo>
                  <a:pt x="0" y="429"/>
                </a:moveTo>
                <a:lnTo>
                  <a:pt x="0" y="398"/>
                </a:lnTo>
                <a:lnTo>
                  <a:pt x="10" y="398"/>
                </a:lnTo>
                <a:lnTo>
                  <a:pt x="10" y="429"/>
                </a:lnTo>
                <a:lnTo>
                  <a:pt x="0" y="429"/>
                </a:lnTo>
                <a:moveTo>
                  <a:pt x="0" y="372"/>
                </a:moveTo>
                <a:lnTo>
                  <a:pt x="0" y="341"/>
                </a:lnTo>
                <a:lnTo>
                  <a:pt x="10" y="341"/>
                </a:lnTo>
                <a:lnTo>
                  <a:pt x="10" y="372"/>
                </a:lnTo>
                <a:lnTo>
                  <a:pt x="0" y="372"/>
                </a:lnTo>
                <a:moveTo>
                  <a:pt x="0" y="316"/>
                </a:moveTo>
                <a:lnTo>
                  <a:pt x="0" y="284"/>
                </a:lnTo>
                <a:lnTo>
                  <a:pt x="10" y="284"/>
                </a:lnTo>
                <a:lnTo>
                  <a:pt x="10" y="316"/>
                </a:lnTo>
                <a:lnTo>
                  <a:pt x="0" y="316"/>
                </a:lnTo>
                <a:moveTo>
                  <a:pt x="0" y="259"/>
                </a:moveTo>
                <a:lnTo>
                  <a:pt x="0" y="227"/>
                </a:lnTo>
                <a:lnTo>
                  <a:pt x="10" y="227"/>
                </a:lnTo>
                <a:lnTo>
                  <a:pt x="10" y="259"/>
                </a:lnTo>
                <a:lnTo>
                  <a:pt x="0" y="259"/>
                </a:lnTo>
                <a:moveTo>
                  <a:pt x="0" y="202"/>
                </a:moveTo>
                <a:lnTo>
                  <a:pt x="0" y="170"/>
                </a:lnTo>
                <a:lnTo>
                  <a:pt x="10" y="170"/>
                </a:lnTo>
                <a:lnTo>
                  <a:pt x="10" y="202"/>
                </a:lnTo>
                <a:lnTo>
                  <a:pt x="0" y="202"/>
                </a:lnTo>
                <a:moveTo>
                  <a:pt x="0" y="145"/>
                </a:moveTo>
                <a:lnTo>
                  <a:pt x="0" y="113"/>
                </a:lnTo>
                <a:lnTo>
                  <a:pt x="10" y="113"/>
                </a:lnTo>
                <a:lnTo>
                  <a:pt x="10" y="145"/>
                </a:lnTo>
                <a:lnTo>
                  <a:pt x="0" y="145"/>
                </a:lnTo>
                <a:moveTo>
                  <a:pt x="0" y="88"/>
                </a:moveTo>
                <a:lnTo>
                  <a:pt x="0" y="56"/>
                </a:lnTo>
                <a:lnTo>
                  <a:pt x="10" y="56"/>
                </a:lnTo>
                <a:lnTo>
                  <a:pt x="10" y="88"/>
                </a:lnTo>
                <a:lnTo>
                  <a:pt x="0" y="88"/>
                </a:lnTo>
                <a:moveTo>
                  <a:pt x="0" y="31"/>
                </a:moveTo>
                <a:lnTo>
                  <a:pt x="0" y="0"/>
                </a:lnTo>
                <a:lnTo>
                  <a:pt x="10" y="0"/>
                </a:lnTo>
                <a:lnTo>
                  <a:pt x="10" y="31"/>
                </a:lnTo>
                <a:lnTo>
                  <a:pt x="0" y="31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" name=""/>
          <p:cNvSpPr/>
          <p:nvPr/>
        </p:nvSpPr>
        <p:spPr>
          <a:xfrm>
            <a:off x="6026400" y="3155400"/>
            <a:ext cx="194040" cy="3600"/>
          </a:xfrm>
          <a:custGeom>
            <a:avLst/>
            <a:gdLst/>
            <a:ahLst/>
            <a:rect l="0" t="0" r="r" b="b"/>
            <a:pathLst>
              <a:path w="539" h="10">
                <a:moveTo>
                  <a:pt x="0" y="0"/>
                </a:moveTo>
                <a:lnTo>
                  <a:pt x="32" y="0"/>
                </a:lnTo>
                <a:lnTo>
                  <a:pt x="32" y="10"/>
                </a:lnTo>
                <a:lnTo>
                  <a:pt x="0" y="10"/>
                </a:lnTo>
                <a:lnTo>
                  <a:pt x="0" y="0"/>
                </a:lnTo>
                <a:moveTo>
                  <a:pt x="57" y="0"/>
                </a:moveTo>
                <a:lnTo>
                  <a:pt x="89" y="0"/>
                </a:lnTo>
                <a:lnTo>
                  <a:pt x="89" y="10"/>
                </a:lnTo>
                <a:lnTo>
                  <a:pt x="57" y="10"/>
                </a:lnTo>
                <a:lnTo>
                  <a:pt x="57" y="0"/>
                </a:lnTo>
                <a:moveTo>
                  <a:pt x="114" y="0"/>
                </a:moveTo>
                <a:lnTo>
                  <a:pt x="146" y="0"/>
                </a:lnTo>
                <a:lnTo>
                  <a:pt x="146" y="10"/>
                </a:lnTo>
                <a:lnTo>
                  <a:pt x="114" y="10"/>
                </a:lnTo>
                <a:lnTo>
                  <a:pt x="114" y="0"/>
                </a:lnTo>
                <a:moveTo>
                  <a:pt x="171" y="0"/>
                </a:moveTo>
                <a:lnTo>
                  <a:pt x="203" y="0"/>
                </a:lnTo>
                <a:lnTo>
                  <a:pt x="203" y="10"/>
                </a:lnTo>
                <a:lnTo>
                  <a:pt x="171" y="10"/>
                </a:lnTo>
                <a:lnTo>
                  <a:pt x="171" y="0"/>
                </a:lnTo>
                <a:moveTo>
                  <a:pt x="229" y="0"/>
                </a:moveTo>
                <a:lnTo>
                  <a:pt x="261" y="0"/>
                </a:lnTo>
                <a:lnTo>
                  <a:pt x="261" y="10"/>
                </a:lnTo>
                <a:lnTo>
                  <a:pt x="229" y="10"/>
                </a:lnTo>
                <a:lnTo>
                  <a:pt x="229" y="0"/>
                </a:lnTo>
                <a:moveTo>
                  <a:pt x="286" y="0"/>
                </a:moveTo>
                <a:lnTo>
                  <a:pt x="318" y="0"/>
                </a:lnTo>
                <a:lnTo>
                  <a:pt x="318" y="10"/>
                </a:lnTo>
                <a:lnTo>
                  <a:pt x="286" y="10"/>
                </a:lnTo>
                <a:lnTo>
                  <a:pt x="286" y="0"/>
                </a:lnTo>
                <a:moveTo>
                  <a:pt x="343" y="0"/>
                </a:moveTo>
                <a:lnTo>
                  <a:pt x="375" y="0"/>
                </a:lnTo>
                <a:lnTo>
                  <a:pt x="375" y="10"/>
                </a:lnTo>
                <a:lnTo>
                  <a:pt x="343" y="10"/>
                </a:lnTo>
                <a:lnTo>
                  <a:pt x="343" y="0"/>
                </a:lnTo>
                <a:moveTo>
                  <a:pt x="400" y="0"/>
                </a:moveTo>
                <a:lnTo>
                  <a:pt x="432" y="0"/>
                </a:lnTo>
                <a:lnTo>
                  <a:pt x="432" y="10"/>
                </a:lnTo>
                <a:lnTo>
                  <a:pt x="400" y="10"/>
                </a:lnTo>
                <a:lnTo>
                  <a:pt x="400" y="0"/>
                </a:lnTo>
                <a:moveTo>
                  <a:pt x="457" y="0"/>
                </a:moveTo>
                <a:lnTo>
                  <a:pt x="489" y="0"/>
                </a:lnTo>
                <a:lnTo>
                  <a:pt x="489" y="10"/>
                </a:lnTo>
                <a:lnTo>
                  <a:pt x="457" y="10"/>
                </a:lnTo>
                <a:lnTo>
                  <a:pt x="457" y="0"/>
                </a:lnTo>
                <a:moveTo>
                  <a:pt x="514" y="0"/>
                </a:moveTo>
                <a:lnTo>
                  <a:pt x="539" y="0"/>
                </a:lnTo>
                <a:lnTo>
                  <a:pt x="539" y="10"/>
                </a:lnTo>
                <a:lnTo>
                  <a:pt x="514" y="10"/>
                </a:lnTo>
                <a:lnTo>
                  <a:pt x="514" y="0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" name=""/>
          <p:cNvSpPr/>
          <p:nvPr/>
        </p:nvSpPr>
        <p:spPr>
          <a:xfrm>
            <a:off x="5452920" y="3636000"/>
            <a:ext cx="90720" cy="293040"/>
          </a:xfrm>
          <a:custGeom>
            <a:avLst/>
            <a:gdLst/>
            <a:ahLst/>
            <a:rect l="0" t="0" r="r" b="b"/>
            <a:pathLst>
              <a:path w="252" h="814">
                <a:moveTo>
                  <a:pt x="252" y="814"/>
                </a:moveTo>
                <a:lnTo>
                  <a:pt x="221" y="814"/>
                </a:lnTo>
                <a:lnTo>
                  <a:pt x="221" y="805"/>
                </a:lnTo>
                <a:lnTo>
                  <a:pt x="252" y="805"/>
                </a:lnTo>
                <a:lnTo>
                  <a:pt x="252" y="814"/>
                </a:lnTo>
                <a:moveTo>
                  <a:pt x="195" y="814"/>
                </a:moveTo>
                <a:lnTo>
                  <a:pt x="164" y="814"/>
                </a:lnTo>
                <a:lnTo>
                  <a:pt x="164" y="805"/>
                </a:lnTo>
                <a:lnTo>
                  <a:pt x="195" y="805"/>
                </a:lnTo>
                <a:lnTo>
                  <a:pt x="195" y="814"/>
                </a:lnTo>
                <a:moveTo>
                  <a:pt x="138" y="814"/>
                </a:moveTo>
                <a:lnTo>
                  <a:pt x="107" y="814"/>
                </a:lnTo>
                <a:lnTo>
                  <a:pt x="107" y="805"/>
                </a:lnTo>
                <a:lnTo>
                  <a:pt x="138" y="805"/>
                </a:lnTo>
                <a:lnTo>
                  <a:pt x="138" y="814"/>
                </a:lnTo>
                <a:moveTo>
                  <a:pt x="81" y="814"/>
                </a:moveTo>
                <a:lnTo>
                  <a:pt x="50" y="814"/>
                </a:lnTo>
                <a:lnTo>
                  <a:pt x="50" y="805"/>
                </a:lnTo>
                <a:lnTo>
                  <a:pt x="81" y="805"/>
                </a:lnTo>
                <a:lnTo>
                  <a:pt x="81" y="814"/>
                </a:lnTo>
                <a:moveTo>
                  <a:pt x="23" y="814"/>
                </a:moveTo>
                <a:lnTo>
                  <a:pt x="4" y="814"/>
                </a:lnTo>
                <a:cubicBezTo>
                  <a:pt x="1" y="814"/>
                  <a:pt x="0" y="813"/>
                  <a:pt x="0" y="810"/>
                </a:cubicBezTo>
                <a:lnTo>
                  <a:pt x="0" y="797"/>
                </a:lnTo>
                <a:lnTo>
                  <a:pt x="9" y="797"/>
                </a:lnTo>
                <a:lnTo>
                  <a:pt x="9" y="810"/>
                </a:lnTo>
                <a:lnTo>
                  <a:pt x="4" y="810"/>
                </a:lnTo>
                <a:lnTo>
                  <a:pt x="4" y="805"/>
                </a:lnTo>
                <a:lnTo>
                  <a:pt x="23" y="805"/>
                </a:lnTo>
                <a:lnTo>
                  <a:pt x="23" y="814"/>
                </a:lnTo>
                <a:moveTo>
                  <a:pt x="0" y="772"/>
                </a:moveTo>
                <a:lnTo>
                  <a:pt x="0" y="740"/>
                </a:lnTo>
                <a:lnTo>
                  <a:pt x="9" y="740"/>
                </a:lnTo>
                <a:lnTo>
                  <a:pt x="9" y="772"/>
                </a:lnTo>
                <a:lnTo>
                  <a:pt x="0" y="772"/>
                </a:lnTo>
                <a:moveTo>
                  <a:pt x="0" y="715"/>
                </a:moveTo>
                <a:lnTo>
                  <a:pt x="0" y="683"/>
                </a:lnTo>
                <a:lnTo>
                  <a:pt x="9" y="683"/>
                </a:lnTo>
                <a:lnTo>
                  <a:pt x="9" y="715"/>
                </a:lnTo>
                <a:lnTo>
                  <a:pt x="0" y="715"/>
                </a:lnTo>
                <a:moveTo>
                  <a:pt x="0" y="658"/>
                </a:moveTo>
                <a:lnTo>
                  <a:pt x="0" y="626"/>
                </a:lnTo>
                <a:lnTo>
                  <a:pt x="9" y="626"/>
                </a:lnTo>
                <a:lnTo>
                  <a:pt x="9" y="658"/>
                </a:lnTo>
                <a:lnTo>
                  <a:pt x="0" y="658"/>
                </a:lnTo>
                <a:moveTo>
                  <a:pt x="0" y="601"/>
                </a:moveTo>
                <a:lnTo>
                  <a:pt x="0" y="570"/>
                </a:lnTo>
                <a:lnTo>
                  <a:pt x="9" y="570"/>
                </a:lnTo>
                <a:lnTo>
                  <a:pt x="9" y="601"/>
                </a:lnTo>
                <a:lnTo>
                  <a:pt x="0" y="601"/>
                </a:lnTo>
                <a:moveTo>
                  <a:pt x="0" y="544"/>
                </a:moveTo>
                <a:lnTo>
                  <a:pt x="0" y="513"/>
                </a:lnTo>
                <a:lnTo>
                  <a:pt x="9" y="513"/>
                </a:lnTo>
                <a:lnTo>
                  <a:pt x="9" y="544"/>
                </a:lnTo>
                <a:lnTo>
                  <a:pt x="0" y="544"/>
                </a:lnTo>
                <a:moveTo>
                  <a:pt x="0" y="487"/>
                </a:moveTo>
                <a:lnTo>
                  <a:pt x="0" y="456"/>
                </a:lnTo>
                <a:lnTo>
                  <a:pt x="9" y="456"/>
                </a:lnTo>
                <a:lnTo>
                  <a:pt x="9" y="487"/>
                </a:lnTo>
                <a:lnTo>
                  <a:pt x="0" y="487"/>
                </a:lnTo>
                <a:moveTo>
                  <a:pt x="0" y="431"/>
                </a:moveTo>
                <a:lnTo>
                  <a:pt x="0" y="399"/>
                </a:lnTo>
                <a:lnTo>
                  <a:pt x="9" y="399"/>
                </a:lnTo>
                <a:lnTo>
                  <a:pt x="9" y="431"/>
                </a:lnTo>
                <a:lnTo>
                  <a:pt x="0" y="431"/>
                </a:lnTo>
                <a:moveTo>
                  <a:pt x="0" y="374"/>
                </a:moveTo>
                <a:lnTo>
                  <a:pt x="0" y="342"/>
                </a:lnTo>
                <a:lnTo>
                  <a:pt x="9" y="342"/>
                </a:lnTo>
                <a:lnTo>
                  <a:pt x="9" y="374"/>
                </a:lnTo>
                <a:lnTo>
                  <a:pt x="0" y="374"/>
                </a:lnTo>
                <a:moveTo>
                  <a:pt x="0" y="317"/>
                </a:moveTo>
                <a:lnTo>
                  <a:pt x="0" y="285"/>
                </a:lnTo>
                <a:lnTo>
                  <a:pt x="9" y="285"/>
                </a:lnTo>
                <a:lnTo>
                  <a:pt x="9" y="317"/>
                </a:lnTo>
                <a:lnTo>
                  <a:pt x="0" y="317"/>
                </a:lnTo>
                <a:moveTo>
                  <a:pt x="0" y="260"/>
                </a:moveTo>
                <a:lnTo>
                  <a:pt x="0" y="228"/>
                </a:lnTo>
                <a:lnTo>
                  <a:pt x="9" y="228"/>
                </a:lnTo>
                <a:lnTo>
                  <a:pt x="9" y="260"/>
                </a:lnTo>
                <a:lnTo>
                  <a:pt x="0" y="260"/>
                </a:lnTo>
                <a:moveTo>
                  <a:pt x="0" y="203"/>
                </a:moveTo>
                <a:lnTo>
                  <a:pt x="0" y="171"/>
                </a:lnTo>
                <a:lnTo>
                  <a:pt x="9" y="171"/>
                </a:lnTo>
                <a:lnTo>
                  <a:pt x="9" y="203"/>
                </a:lnTo>
                <a:lnTo>
                  <a:pt x="0" y="203"/>
                </a:lnTo>
                <a:moveTo>
                  <a:pt x="0" y="146"/>
                </a:moveTo>
                <a:lnTo>
                  <a:pt x="0" y="114"/>
                </a:lnTo>
                <a:lnTo>
                  <a:pt x="9" y="114"/>
                </a:lnTo>
                <a:lnTo>
                  <a:pt x="9" y="146"/>
                </a:lnTo>
                <a:lnTo>
                  <a:pt x="0" y="146"/>
                </a:lnTo>
                <a:moveTo>
                  <a:pt x="0" y="89"/>
                </a:moveTo>
                <a:lnTo>
                  <a:pt x="0" y="57"/>
                </a:lnTo>
                <a:lnTo>
                  <a:pt x="9" y="57"/>
                </a:lnTo>
                <a:lnTo>
                  <a:pt x="9" y="89"/>
                </a:lnTo>
                <a:lnTo>
                  <a:pt x="0" y="89"/>
                </a:lnTo>
                <a:moveTo>
                  <a:pt x="0" y="31"/>
                </a:moveTo>
                <a:lnTo>
                  <a:pt x="0" y="0"/>
                </a:lnTo>
                <a:lnTo>
                  <a:pt x="9" y="0"/>
                </a:lnTo>
                <a:lnTo>
                  <a:pt x="9" y="31"/>
                </a:lnTo>
                <a:lnTo>
                  <a:pt x="0" y="31"/>
                </a:lnTo>
                <a:close/>
              </a:path>
            </a:pathLst>
          </a:custGeom>
          <a:solidFill>
            <a:srgbClr val="b6c2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" name=""/>
          <p:cNvSpPr/>
          <p:nvPr/>
        </p:nvSpPr>
        <p:spPr>
          <a:xfrm>
            <a:off x="2157840" y="994680"/>
            <a:ext cx="564480" cy="287640"/>
          </a:xfrm>
          <a:custGeom>
            <a:avLst/>
            <a:gdLst/>
            <a:ahLst/>
            <a:rect l="0" t="0" r="r" b="b"/>
            <a:pathLst>
              <a:path fill="none" w="1568" h="799">
                <a:moveTo>
                  <a:pt x="1568" y="0"/>
                </a:moveTo>
                <a:lnTo>
                  <a:pt x="0" y="0"/>
                </a:lnTo>
                <a:lnTo>
                  <a:pt x="0" y="799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" name=""/>
          <p:cNvSpPr/>
          <p:nvPr/>
        </p:nvSpPr>
        <p:spPr>
          <a:xfrm>
            <a:off x="2157840" y="994680"/>
            <a:ext cx="564480" cy="287640"/>
          </a:xfrm>
          <a:custGeom>
            <a:avLst/>
            <a:gdLst/>
            <a:ahLst/>
            <a:rect l="0" t="0" r="r" b="b"/>
            <a:pathLst>
              <a:path fill="none" w="1568" h="799">
                <a:moveTo>
                  <a:pt x="1568" y="0"/>
                </a:moveTo>
                <a:lnTo>
                  <a:pt x="0" y="0"/>
                </a:lnTo>
                <a:lnTo>
                  <a:pt x="0" y="799"/>
                </a:lnTo>
              </a:path>
            </a:pathLst>
          </a:custGeom>
          <a:ln w="25920">
            <a:solidFill>
              <a:srgbClr val="3d68ec"/>
            </a:solidFill>
            <a:round/>
          </a:ln>
        </p:spPr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" name=""/>
          <p:cNvSpPr/>
          <p:nvPr/>
        </p:nvSpPr>
        <p:spPr>
          <a:xfrm>
            <a:off x="2131920" y="1238040"/>
            <a:ext cx="52200" cy="52200"/>
          </a:xfrm>
          <a:custGeom>
            <a:avLst/>
            <a:gdLst/>
            <a:ahLst/>
            <a:rect l="0" t="0" r="r" b="b"/>
            <a:pathLst>
              <a:path w="145" h="145">
                <a:moveTo>
                  <a:pt x="145" y="0"/>
                </a:moveTo>
                <a:lnTo>
                  <a:pt x="73" y="145"/>
                </a:lnTo>
                <a:lnTo>
                  <a:pt x="0" y="0"/>
                </a:lnTo>
                <a:lnTo>
                  <a:pt x="145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" name=""/>
          <p:cNvSpPr/>
          <p:nvPr/>
        </p:nvSpPr>
        <p:spPr>
          <a:xfrm>
            <a:off x="2241000" y="1052280"/>
            <a:ext cx="701280" cy="320040"/>
          </a:xfrm>
          <a:custGeom>
            <a:avLst/>
            <a:gdLst/>
            <a:ahLst/>
            <a:rect l="0" t="0" r="r" b="b"/>
            <a:pathLst>
              <a:path fill="none" w="1948" h="889">
                <a:moveTo>
                  <a:pt x="1948" y="0"/>
                </a:moveTo>
                <a:lnTo>
                  <a:pt x="1948" y="889"/>
                </a:lnTo>
                <a:lnTo>
                  <a:pt x="0" y="889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" name=""/>
          <p:cNvSpPr/>
          <p:nvPr/>
        </p:nvSpPr>
        <p:spPr>
          <a:xfrm>
            <a:off x="2241000" y="1052280"/>
            <a:ext cx="701280" cy="320040"/>
          </a:xfrm>
          <a:custGeom>
            <a:avLst/>
            <a:gdLst/>
            <a:ahLst/>
            <a:rect l="0" t="0" r="r" b="b"/>
            <a:pathLst>
              <a:path fill="none" w="1948" h="889">
                <a:moveTo>
                  <a:pt x="1948" y="0"/>
                </a:moveTo>
                <a:lnTo>
                  <a:pt x="1948" y="889"/>
                </a:lnTo>
                <a:lnTo>
                  <a:pt x="0" y="889"/>
                </a:lnTo>
              </a:path>
            </a:pathLst>
          </a:custGeom>
          <a:ln w="25920">
            <a:solidFill>
              <a:srgbClr val="3d68ec"/>
            </a:solidFill>
            <a:round/>
          </a:ln>
        </p:spPr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" name=""/>
          <p:cNvSpPr/>
          <p:nvPr/>
        </p:nvSpPr>
        <p:spPr>
          <a:xfrm>
            <a:off x="2233440" y="1346040"/>
            <a:ext cx="52200" cy="52200"/>
          </a:xfrm>
          <a:custGeom>
            <a:avLst/>
            <a:gdLst/>
            <a:ahLst/>
            <a:rect l="0" t="0" r="r" b="b"/>
            <a:pathLst>
              <a:path w="145" h="145">
                <a:moveTo>
                  <a:pt x="145" y="145"/>
                </a:moveTo>
                <a:lnTo>
                  <a:pt x="0" y="72"/>
                </a:lnTo>
                <a:lnTo>
                  <a:pt x="145" y="0"/>
                </a:lnTo>
                <a:lnTo>
                  <a:pt x="145" y="145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" name=""/>
          <p:cNvSpPr/>
          <p:nvPr/>
        </p:nvSpPr>
        <p:spPr>
          <a:xfrm>
            <a:off x="2743200" y="2233080"/>
            <a:ext cx="202320" cy="371160"/>
          </a:xfrm>
          <a:custGeom>
            <a:avLst/>
            <a:gdLst/>
            <a:ahLst/>
            <a:rect l="0" t="0" r="r" b="b"/>
            <a:pathLst>
              <a:path fill="none" w="562" h="1031">
                <a:moveTo>
                  <a:pt x="0" y="0"/>
                </a:moveTo>
                <a:lnTo>
                  <a:pt x="0" y="1031"/>
                </a:lnTo>
                <a:lnTo>
                  <a:pt x="562" y="1031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" name=""/>
          <p:cNvSpPr/>
          <p:nvPr/>
        </p:nvSpPr>
        <p:spPr>
          <a:xfrm>
            <a:off x="2743200" y="2233080"/>
            <a:ext cx="202320" cy="371160"/>
          </a:xfrm>
          <a:custGeom>
            <a:avLst/>
            <a:gdLst/>
            <a:ahLst/>
            <a:rect l="0" t="0" r="r" b="b"/>
            <a:pathLst>
              <a:path fill="none" w="562" h="1031">
                <a:moveTo>
                  <a:pt x="0" y="0"/>
                </a:moveTo>
                <a:lnTo>
                  <a:pt x="0" y="1031"/>
                </a:lnTo>
                <a:lnTo>
                  <a:pt x="562" y="1031"/>
                </a:lnTo>
              </a:path>
            </a:pathLst>
          </a:custGeom>
          <a:ln w="25920">
            <a:solidFill>
              <a:srgbClr val="00af81"/>
            </a:solidFill>
            <a:round/>
          </a:ln>
        </p:spPr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" name=""/>
          <p:cNvSpPr/>
          <p:nvPr/>
        </p:nvSpPr>
        <p:spPr>
          <a:xfrm>
            <a:off x="2901240" y="2577960"/>
            <a:ext cx="52200" cy="52200"/>
          </a:xfrm>
          <a:custGeom>
            <a:avLst/>
            <a:gdLst/>
            <a:ahLst/>
            <a:rect l="0" t="0" r="r" b="b"/>
            <a:pathLst>
              <a:path w="145" h="145">
                <a:moveTo>
                  <a:pt x="0" y="0"/>
                </a:moveTo>
                <a:lnTo>
                  <a:pt x="145" y="72"/>
                </a:lnTo>
                <a:lnTo>
                  <a:pt x="0" y="145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" name=""/>
          <p:cNvSpPr/>
          <p:nvPr/>
        </p:nvSpPr>
        <p:spPr>
          <a:xfrm>
            <a:off x="2514600" y="2216160"/>
            <a:ext cx="207720" cy="1051560"/>
          </a:xfrm>
          <a:custGeom>
            <a:avLst/>
            <a:gdLst/>
            <a:ahLst/>
            <a:rect l="0" t="0" r="r" b="b"/>
            <a:pathLst>
              <a:path fill="none" w="577" h="2921">
                <a:moveTo>
                  <a:pt x="577" y="0"/>
                </a:moveTo>
                <a:lnTo>
                  <a:pt x="289" y="0"/>
                </a:lnTo>
                <a:lnTo>
                  <a:pt x="289" y="2921"/>
                </a:lnTo>
                <a:lnTo>
                  <a:pt x="0" y="2921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" name=""/>
          <p:cNvSpPr/>
          <p:nvPr/>
        </p:nvSpPr>
        <p:spPr>
          <a:xfrm>
            <a:off x="2514600" y="2216160"/>
            <a:ext cx="207720" cy="1051560"/>
          </a:xfrm>
          <a:custGeom>
            <a:avLst/>
            <a:gdLst/>
            <a:ahLst/>
            <a:rect l="0" t="0" r="r" b="b"/>
            <a:pathLst>
              <a:path fill="none" w="577" h="2921">
                <a:moveTo>
                  <a:pt x="577" y="0"/>
                </a:moveTo>
                <a:lnTo>
                  <a:pt x="289" y="0"/>
                </a:lnTo>
                <a:lnTo>
                  <a:pt x="289" y="2921"/>
                </a:lnTo>
                <a:lnTo>
                  <a:pt x="0" y="2921"/>
                </a:lnTo>
              </a:path>
            </a:pathLst>
          </a:custGeom>
          <a:ln w="9360">
            <a:solidFill>
              <a:srgbClr val="c0392b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" name=""/>
          <p:cNvSpPr/>
          <p:nvPr/>
        </p:nvSpPr>
        <p:spPr>
          <a:xfrm>
            <a:off x="2506680" y="324108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147" y="147"/>
                </a:moveTo>
                <a:lnTo>
                  <a:pt x="0" y="73"/>
                </a:lnTo>
                <a:lnTo>
                  <a:pt x="147" y="0"/>
                </a:lnTo>
                <a:lnTo>
                  <a:pt x="147" y="147"/>
                </a:lnTo>
                <a:close/>
              </a:path>
            </a:pathLst>
          </a:custGeom>
          <a:solidFill>
            <a:srgbClr val="c039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" name=""/>
          <p:cNvSpPr/>
          <p:nvPr/>
        </p:nvSpPr>
        <p:spPr>
          <a:xfrm>
            <a:off x="2263680" y="2217240"/>
            <a:ext cx="458640" cy="512280"/>
          </a:xfrm>
          <a:custGeom>
            <a:avLst/>
            <a:gdLst/>
            <a:ahLst/>
            <a:rect l="0" t="0" r="r" b="b"/>
            <a:pathLst>
              <a:path fill="none" w="1274" h="1423">
                <a:moveTo>
                  <a:pt x="1274" y="0"/>
                </a:moveTo>
                <a:lnTo>
                  <a:pt x="0" y="0"/>
                </a:lnTo>
                <a:lnTo>
                  <a:pt x="0" y="1423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" name=""/>
          <p:cNvSpPr/>
          <p:nvPr/>
        </p:nvSpPr>
        <p:spPr>
          <a:xfrm>
            <a:off x="2263680" y="2217240"/>
            <a:ext cx="458640" cy="512280"/>
          </a:xfrm>
          <a:custGeom>
            <a:avLst/>
            <a:gdLst/>
            <a:ahLst/>
            <a:rect l="0" t="0" r="r" b="b"/>
            <a:pathLst>
              <a:path fill="none" w="1274" h="1423">
                <a:moveTo>
                  <a:pt x="1274" y="0"/>
                </a:moveTo>
                <a:lnTo>
                  <a:pt x="0" y="0"/>
                </a:lnTo>
                <a:lnTo>
                  <a:pt x="0" y="1423"/>
                </a:lnTo>
              </a:path>
            </a:pathLst>
          </a:custGeom>
          <a:ln w="9360">
            <a:solidFill>
              <a:srgbClr val="93a3ae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" name=""/>
          <p:cNvSpPr/>
          <p:nvPr/>
        </p:nvSpPr>
        <p:spPr>
          <a:xfrm>
            <a:off x="2237400" y="2684520"/>
            <a:ext cx="53280" cy="52920"/>
          </a:xfrm>
          <a:custGeom>
            <a:avLst/>
            <a:gdLst/>
            <a:ahLst/>
            <a:rect l="0" t="0" r="r" b="b"/>
            <a:pathLst>
              <a:path w="148" h="147">
                <a:moveTo>
                  <a:pt x="148" y="0"/>
                </a:moveTo>
                <a:lnTo>
                  <a:pt x="73" y="147"/>
                </a:lnTo>
                <a:lnTo>
                  <a:pt x="0" y="0"/>
                </a:lnTo>
                <a:lnTo>
                  <a:pt x="148" y="0"/>
                </a:lnTo>
                <a:close/>
              </a:path>
            </a:pathLst>
          </a:custGeom>
          <a:solidFill>
            <a:srgbClr val="93a3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" name=""/>
          <p:cNvSpPr/>
          <p:nvPr/>
        </p:nvSpPr>
        <p:spPr>
          <a:xfrm>
            <a:off x="2048400" y="1680120"/>
            <a:ext cx="0" cy="721440"/>
          </a:xfrm>
          <a:prstGeom prst="line">
            <a:avLst/>
          </a:prstGeom>
          <a:ln w="15840">
            <a:solidFill>
              <a:srgbClr val="ffff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" name=""/>
          <p:cNvSpPr/>
          <p:nvPr/>
        </p:nvSpPr>
        <p:spPr>
          <a:xfrm>
            <a:off x="2048400" y="1680120"/>
            <a:ext cx="0" cy="721440"/>
          </a:xfrm>
          <a:prstGeom prst="line">
            <a:avLst/>
          </a:prstGeom>
          <a:ln w="25920">
            <a:solidFill>
              <a:srgbClr val="dd7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" name=""/>
          <p:cNvSpPr/>
          <p:nvPr/>
        </p:nvSpPr>
        <p:spPr>
          <a:xfrm>
            <a:off x="2022480" y="2357280"/>
            <a:ext cx="52200" cy="52200"/>
          </a:xfrm>
          <a:custGeom>
            <a:avLst/>
            <a:gdLst/>
            <a:ahLst/>
            <a:rect l="0" t="0" r="r" b="b"/>
            <a:pathLst>
              <a:path w="145" h="145">
                <a:moveTo>
                  <a:pt x="145" y="0"/>
                </a:moveTo>
                <a:lnTo>
                  <a:pt x="73" y="145"/>
                </a:lnTo>
                <a:lnTo>
                  <a:pt x="0" y="0"/>
                </a:lnTo>
                <a:lnTo>
                  <a:pt x="145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" name=""/>
          <p:cNvSpPr/>
          <p:nvPr/>
        </p:nvSpPr>
        <p:spPr>
          <a:xfrm>
            <a:off x="2103120" y="940320"/>
            <a:ext cx="619200" cy="342000"/>
          </a:xfrm>
          <a:custGeom>
            <a:avLst/>
            <a:gdLst/>
            <a:ahLst/>
            <a:rect l="0" t="0" r="r" b="b"/>
            <a:pathLst>
              <a:path fill="none" w="1720" h="950">
                <a:moveTo>
                  <a:pt x="0" y="950"/>
                </a:moveTo>
                <a:lnTo>
                  <a:pt x="0" y="0"/>
                </a:lnTo>
                <a:lnTo>
                  <a:pt x="1720" y="0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" name=""/>
          <p:cNvSpPr/>
          <p:nvPr/>
        </p:nvSpPr>
        <p:spPr>
          <a:xfrm>
            <a:off x="2103120" y="940320"/>
            <a:ext cx="619200" cy="342000"/>
          </a:xfrm>
          <a:custGeom>
            <a:avLst/>
            <a:gdLst/>
            <a:ahLst/>
            <a:rect l="0" t="0" r="r" b="b"/>
            <a:pathLst>
              <a:path fill="none" w="1720" h="950">
                <a:moveTo>
                  <a:pt x="0" y="950"/>
                </a:moveTo>
                <a:lnTo>
                  <a:pt x="0" y="0"/>
                </a:lnTo>
                <a:lnTo>
                  <a:pt x="1720" y="0"/>
                </a:lnTo>
              </a:path>
            </a:pathLst>
          </a:custGeom>
          <a:ln w="25920">
            <a:solidFill>
              <a:srgbClr val="3d68ec"/>
            </a:solidFill>
            <a:round/>
          </a:ln>
        </p:spPr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" name=""/>
          <p:cNvSpPr/>
          <p:nvPr/>
        </p:nvSpPr>
        <p:spPr>
          <a:xfrm>
            <a:off x="2677680" y="914400"/>
            <a:ext cx="52560" cy="52200"/>
          </a:xfrm>
          <a:custGeom>
            <a:avLst/>
            <a:gdLst/>
            <a:ahLst/>
            <a:rect l="0" t="0" r="r" b="b"/>
            <a:pathLst>
              <a:path w="146" h="145">
                <a:moveTo>
                  <a:pt x="0" y="0"/>
                </a:moveTo>
                <a:lnTo>
                  <a:pt x="146" y="72"/>
                </a:lnTo>
                <a:lnTo>
                  <a:pt x="0" y="145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" name=""/>
          <p:cNvSpPr/>
          <p:nvPr/>
        </p:nvSpPr>
        <p:spPr>
          <a:xfrm>
            <a:off x="2241000" y="1535760"/>
            <a:ext cx="493920" cy="663480"/>
          </a:xfrm>
          <a:custGeom>
            <a:avLst/>
            <a:gdLst/>
            <a:ahLst/>
            <a:rect l="0" t="0" r="r" b="b"/>
            <a:pathLst>
              <a:path fill="none" w="1372" h="1843">
                <a:moveTo>
                  <a:pt x="0" y="0"/>
                </a:moveTo>
                <a:lnTo>
                  <a:pt x="1372" y="0"/>
                </a:lnTo>
                <a:lnTo>
                  <a:pt x="1372" y="1843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" name=""/>
          <p:cNvSpPr/>
          <p:nvPr/>
        </p:nvSpPr>
        <p:spPr>
          <a:xfrm>
            <a:off x="2241000" y="1535760"/>
            <a:ext cx="493920" cy="663480"/>
          </a:xfrm>
          <a:custGeom>
            <a:avLst/>
            <a:gdLst/>
            <a:ahLst/>
            <a:rect l="0" t="0" r="r" b="b"/>
            <a:pathLst>
              <a:path fill="none" w="1372" h="1843">
                <a:moveTo>
                  <a:pt x="0" y="0"/>
                </a:moveTo>
                <a:lnTo>
                  <a:pt x="1372" y="0"/>
                </a:lnTo>
                <a:lnTo>
                  <a:pt x="1372" y="1843"/>
                </a:lnTo>
              </a:path>
            </a:pathLst>
          </a:custGeom>
          <a:ln w="25920">
            <a:solidFill>
              <a:srgbClr val="00af81"/>
            </a:solidFill>
            <a:round/>
          </a:ln>
        </p:spPr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" name=""/>
          <p:cNvSpPr/>
          <p:nvPr/>
        </p:nvSpPr>
        <p:spPr>
          <a:xfrm>
            <a:off x="2708640" y="2154960"/>
            <a:ext cx="52560" cy="52200"/>
          </a:xfrm>
          <a:custGeom>
            <a:avLst/>
            <a:gdLst/>
            <a:ahLst/>
            <a:rect l="0" t="0" r="r" b="b"/>
            <a:pathLst>
              <a:path w="146" h="145">
                <a:moveTo>
                  <a:pt x="146" y="0"/>
                </a:moveTo>
                <a:lnTo>
                  <a:pt x="73" y="145"/>
                </a:lnTo>
                <a:lnTo>
                  <a:pt x="0" y="0"/>
                </a:lnTo>
                <a:lnTo>
                  <a:pt x="146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" name=""/>
          <p:cNvSpPr/>
          <p:nvPr/>
        </p:nvSpPr>
        <p:spPr>
          <a:xfrm>
            <a:off x="6040080" y="1445760"/>
            <a:ext cx="0" cy="691920"/>
          </a:xfrm>
          <a:prstGeom prst="line">
            <a:avLst/>
          </a:prstGeom>
          <a:ln w="15840">
            <a:solidFill>
              <a:srgbClr val="ffff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" name=""/>
          <p:cNvSpPr/>
          <p:nvPr/>
        </p:nvSpPr>
        <p:spPr>
          <a:xfrm>
            <a:off x="6040080" y="1445760"/>
            <a:ext cx="0" cy="691920"/>
          </a:xfrm>
          <a:prstGeom prst="line">
            <a:avLst/>
          </a:prstGeom>
          <a:ln w="9360">
            <a:solidFill>
              <a:srgbClr val="7b3f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" name=""/>
          <p:cNvSpPr/>
          <p:nvPr/>
        </p:nvSpPr>
        <p:spPr>
          <a:xfrm>
            <a:off x="6013800" y="209304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147" y="0"/>
                </a:moveTo>
                <a:lnTo>
                  <a:pt x="74" y="147"/>
                </a:lnTo>
                <a:lnTo>
                  <a:pt x="0" y="0"/>
                </a:lnTo>
                <a:lnTo>
                  <a:pt x="147" y="0"/>
                </a:lnTo>
                <a:close/>
              </a:path>
            </a:pathLst>
          </a:custGeom>
          <a:solidFill>
            <a:srgbClr val="7b3f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" name=""/>
          <p:cNvSpPr/>
          <p:nvPr/>
        </p:nvSpPr>
        <p:spPr>
          <a:xfrm>
            <a:off x="5727960" y="1445760"/>
            <a:ext cx="0" cy="691920"/>
          </a:xfrm>
          <a:prstGeom prst="line">
            <a:avLst/>
          </a:prstGeom>
          <a:ln w="15840">
            <a:solidFill>
              <a:srgbClr val="ffff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" name=""/>
          <p:cNvSpPr/>
          <p:nvPr/>
        </p:nvSpPr>
        <p:spPr>
          <a:xfrm>
            <a:off x="5727960" y="1445760"/>
            <a:ext cx="0" cy="691920"/>
          </a:xfrm>
          <a:prstGeom prst="line">
            <a:avLst/>
          </a:prstGeom>
          <a:ln w="9360">
            <a:solidFill>
              <a:srgbClr val="7b3f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" name=""/>
          <p:cNvSpPr/>
          <p:nvPr/>
        </p:nvSpPr>
        <p:spPr>
          <a:xfrm>
            <a:off x="5701680" y="209304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147" y="0"/>
                </a:moveTo>
                <a:lnTo>
                  <a:pt x="74" y="147"/>
                </a:lnTo>
                <a:lnTo>
                  <a:pt x="0" y="0"/>
                </a:lnTo>
                <a:lnTo>
                  <a:pt x="147" y="0"/>
                </a:lnTo>
                <a:close/>
              </a:path>
            </a:pathLst>
          </a:custGeom>
          <a:solidFill>
            <a:srgbClr val="7b3f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" name=""/>
          <p:cNvSpPr/>
          <p:nvPr/>
        </p:nvSpPr>
        <p:spPr>
          <a:xfrm>
            <a:off x="4591800" y="1349280"/>
            <a:ext cx="1104480" cy="1726200"/>
          </a:xfrm>
          <a:custGeom>
            <a:avLst/>
            <a:gdLst/>
            <a:ahLst/>
            <a:rect l="0" t="0" r="r" b="b"/>
            <a:pathLst>
              <a:path fill="none" w="3068" h="4795">
                <a:moveTo>
                  <a:pt x="3068" y="0"/>
                </a:moveTo>
                <a:lnTo>
                  <a:pt x="0" y="0"/>
                </a:lnTo>
                <a:lnTo>
                  <a:pt x="0" y="4795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" name=""/>
          <p:cNvSpPr/>
          <p:nvPr/>
        </p:nvSpPr>
        <p:spPr>
          <a:xfrm>
            <a:off x="4591800" y="1349280"/>
            <a:ext cx="1104480" cy="1726200"/>
          </a:xfrm>
          <a:custGeom>
            <a:avLst/>
            <a:gdLst/>
            <a:ahLst/>
            <a:rect l="0" t="0" r="r" b="b"/>
            <a:pathLst>
              <a:path fill="none" w="3068" h="4795">
                <a:moveTo>
                  <a:pt x="3068" y="0"/>
                </a:moveTo>
                <a:lnTo>
                  <a:pt x="0" y="0"/>
                </a:lnTo>
                <a:lnTo>
                  <a:pt x="0" y="4795"/>
                </a:lnTo>
              </a:path>
            </a:pathLst>
          </a:custGeom>
          <a:ln w="9360">
            <a:solidFill>
              <a:srgbClr val="b1268b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" name=""/>
          <p:cNvSpPr/>
          <p:nvPr/>
        </p:nvSpPr>
        <p:spPr>
          <a:xfrm>
            <a:off x="4565520" y="303048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147" y="0"/>
                </a:moveTo>
                <a:lnTo>
                  <a:pt x="73" y="147"/>
                </a:lnTo>
                <a:lnTo>
                  <a:pt x="0" y="0"/>
                </a:lnTo>
                <a:lnTo>
                  <a:pt x="147" y="0"/>
                </a:lnTo>
                <a:close/>
              </a:path>
            </a:pathLst>
          </a:custGeom>
          <a:solidFill>
            <a:srgbClr val="b1268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" name=""/>
          <p:cNvSpPr/>
          <p:nvPr/>
        </p:nvSpPr>
        <p:spPr>
          <a:xfrm>
            <a:off x="6170040" y="2293200"/>
            <a:ext cx="366120" cy="782280"/>
          </a:xfrm>
          <a:custGeom>
            <a:avLst/>
            <a:gdLst/>
            <a:ahLst/>
            <a:rect l="0" t="0" r="r" b="b"/>
            <a:pathLst>
              <a:path fill="none" w="1017" h="2173">
                <a:moveTo>
                  <a:pt x="0" y="0"/>
                </a:moveTo>
                <a:lnTo>
                  <a:pt x="1017" y="0"/>
                </a:lnTo>
                <a:lnTo>
                  <a:pt x="1017" y="2173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" name=""/>
          <p:cNvSpPr/>
          <p:nvPr/>
        </p:nvSpPr>
        <p:spPr>
          <a:xfrm>
            <a:off x="6170040" y="2293200"/>
            <a:ext cx="366120" cy="782280"/>
          </a:xfrm>
          <a:custGeom>
            <a:avLst/>
            <a:gdLst/>
            <a:ahLst/>
            <a:rect l="0" t="0" r="r" b="b"/>
            <a:pathLst>
              <a:path fill="none" w="1017" h="2173">
                <a:moveTo>
                  <a:pt x="0" y="0"/>
                </a:moveTo>
                <a:lnTo>
                  <a:pt x="1017" y="0"/>
                </a:lnTo>
                <a:lnTo>
                  <a:pt x="1017" y="2173"/>
                </a:lnTo>
              </a:path>
            </a:pathLst>
          </a:custGeom>
          <a:ln w="9360">
            <a:solidFill>
              <a:srgbClr val="3f7d20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" name=""/>
          <p:cNvSpPr/>
          <p:nvPr/>
        </p:nvSpPr>
        <p:spPr>
          <a:xfrm>
            <a:off x="6509520" y="303048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147" y="0"/>
                </a:moveTo>
                <a:lnTo>
                  <a:pt x="73" y="147"/>
                </a:lnTo>
                <a:lnTo>
                  <a:pt x="0" y="0"/>
                </a:lnTo>
                <a:lnTo>
                  <a:pt x="147" y="0"/>
                </a:lnTo>
                <a:close/>
              </a:path>
            </a:pathLst>
          </a:custGeom>
          <a:solidFill>
            <a:srgbClr val="3f7d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" name=""/>
          <p:cNvSpPr/>
          <p:nvPr/>
        </p:nvSpPr>
        <p:spPr>
          <a:xfrm>
            <a:off x="6170040" y="2234160"/>
            <a:ext cx="1419840" cy="0"/>
          </a:xfrm>
          <a:prstGeom prst="line">
            <a:avLst/>
          </a:prstGeom>
          <a:ln w="15840">
            <a:solidFill>
              <a:srgbClr val="ffff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rIns="7920" tIns="-7920" bIns="-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" name=""/>
          <p:cNvSpPr/>
          <p:nvPr/>
        </p:nvSpPr>
        <p:spPr>
          <a:xfrm>
            <a:off x="6170040" y="2234160"/>
            <a:ext cx="1419840" cy="0"/>
          </a:xfrm>
          <a:prstGeom prst="line">
            <a:avLst/>
          </a:prstGeom>
          <a:ln w="9360">
            <a:solidFill>
              <a:srgbClr val="6b4b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" name=""/>
          <p:cNvSpPr/>
          <p:nvPr/>
        </p:nvSpPr>
        <p:spPr>
          <a:xfrm>
            <a:off x="7545240" y="220788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0" y="0"/>
                </a:moveTo>
                <a:lnTo>
                  <a:pt x="147" y="74"/>
                </a:lnTo>
                <a:lnTo>
                  <a:pt x="0" y="147"/>
                </a:lnTo>
                <a:lnTo>
                  <a:pt x="0" y="0"/>
                </a:lnTo>
                <a:close/>
              </a:path>
            </a:pathLst>
          </a:custGeom>
          <a:solidFill>
            <a:srgbClr val="6b4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" name=""/>
          <p:cNvSpPr/>
          <p:nvPr/>
        </p:nvSpPr>
        <p:spPr>
          <a:xfrm flipV="1">
            <a:off x="5782680" y="1445760"/>
            <a:ext cx="0" cy="691920"/>
          </a:xfrm>
          <a:prstGeom prst="line">
            <a:avLst/>
          </a:prstGeom>
          <a:ln w="15840">
            <a:solidFill>
              <a:srgbClr val="ffff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" name=""/>
          <p:cNvSpPr/>
          <p:nvPr/>
        </p:nvSpPr>
        <p:spPr>
          <a:xfrm flipV="1">
            <a:off x="5782680" y="1445760"/>
            <a:ext cx="0" cy="691920"/>
          </a:xfrm>
          <a:prstGeom prst="line">
            <a:avLst/>
          </a:prstGeom>
          <a:ln w="9360">
            <a:solidFill>
              <a:srgbClr val="7b3f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" name=""/>
          <p:cNvSpPr/>
          <p:nvPr/>
        </p:nvSpPr>
        <p:spPr>
          <a:xfrm>
            <a:off x="5756400" y="143784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0" y="147"/>
                </a:moveTo>
                <a:lnTo>
                  <a:pt x="73" y="0"/>
                </a:lnTo>
                <a:lnTo>
                  <a:pt x="147" y="147"/>
                </a:lnTo>
                <a:lnTo>
                  <a:pt x="0" y="147"/>
                </a:lnTo>
                <a:close/>
              </a:path>
            </a:pathLst>
          </a:custGeom>
          <a:solidFill>
            <a:srgbClr val="7b3f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" name=""/>
          <p:cNvSpPr/>
          <p:nvPr/>
        </p:nvSpPr>
        <p:spPr>
          <a:xfrm>
            <a:off x="4503960" y="1383120"/>
            <a:ext cx="623880" cy="754920"/>
          </a:xfrm>
          <a:custGeom>
            <a:avLst/>
            <a:gdLst/>
            <a:ahLst/>
            <a:rect l="0" t="0" r="r" b="b"/>
            <a:pathLst>
              <a:path fill="none" w="1733" h="2097">
                <a:moveTo>
                  <a:pt x="1733" y="2097"/>
                </a:moveTo>
                <a:lnTo>
                  <a:pt x="1733" y="0"/>
                </a:lnTo>
                <a:lnTo>
                  <a:pt x="0" y="0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" name=""/>
          <p:cNvSpPr/>
          <p:nvPr/>
        </p:nvSpPr>
        <p:spPr>
          <a:xfrm>
            <a:off x="4503960" y="1383120"/>
            <a:ext cx="623880" cy="754920"/>
          </a:xfrm>
          <a:custGeom>
            <a:avLst/>
            <a:gdLst/>
            <a:ahLst/>
            <a:rect l="0" t="0" r="r" b="b"/>
            <a:pathLst>
              <a:path fill="none" w="1733" h="2097">
                <a:moveTo>
                  <a:pt x="1733" y="2097"/>
                </a:moveTo>
                <a:lnTo>
                  <a:pt x="1733" y="0"/>
                </a:lnTo>
                <a:lnTo>
                  <a:pt x="0" y="0"/>
                </a:lnTo>
              </a:path>
            </a:pathLst>
          </a:custGeom>
          <a:ln w="9360">
            <a:solidFill>
              <a:srgbClr val="b5651d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" name=""/>
          <p:cNvSpPr/>
          <p:nvPr/>
        </p:nvSpPr>
        <p:spPr>
          <a:xfrm>
            <a:off x="4496400" y="135684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147" y="147"/>
                </a:moveTo>
                <a:lnTo>
                  <a:pt x="0" y="73"/>
                </a:lnTo>
                <a:lnTo>
                  <a:pt x="147" y="0"/>
                </a:lnTo>
                <a:lnTo>
                  <a:pt x="147" y="147"/>
                </a:lnTo>
                <a:close/>
              </a:path>
            </a:pathLst>
          </a:custGeom>
          <a:solidFill>
            <a:srgbClr val="b565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" name=""/>
          <p:cNvSpPr/>
          <p:nvPr/>
        </p:nvSpPr>
        <p:spPr>
          <a:xfrm>
            <a:off x="4663800" y="2331000"/>
            <a:ext cx="0" cy="744120"/>
          </a:xfrm>
          <a:prstGeom prst="line">
            <a:avLst/>
          </a:prstGeom>
          <a:ln w="15840">
            <a:solidFill>
              <a:srgbClr val="ffff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" name=""/>
          <p:cNvSpPr/>
          <p:nvPr/>
        </p:nvSpPr>
        <p:spPr>
          <a:xfrm>
            <a:off x="4663800" y="2331000"/>
            <a:ext cx="0" cy="744120"/>
          </a:xfrm>
          <a:prstGeom prst="line">
            <a:avLst/>
          </a:prstGeom>
          <a:ln w="9360">
            <a:solidFill>
              <a:srgbClr val="a87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" name=""/>
          <p:cNvSpPr/>
          <p:nvPr/>
        </p:nvSpPr>
        <p:spPr>
          <a:xfrm>
            <a:off x="4637160" y="3030480"/>
            <a:ext cx="53280" cy="52920"/>
          </a:xfrm>
          <a:custGeom>
            <a:avLst/>
            <a:gdLst/>
            <a:ahLst/>
            <a:rect l="0" t="0" r="r" b="b"/>
            <a:pathLst>
              <a:path w="148" h="147">
                <a:moveTo>
                  <a:pt x="148" y="0"/>
                </a:moveTo>
                <a:lnTo>
                  <a:pt x="75" y="147"/>
                </a:lnTo>
                <a:lnTo>
                  <a:pt x="0" y="0"/>
                </a:lnTo>
                <a:lnTo>
                  <a:pt x="148" y="0"/>
                </a:lnTo>
                <a:close/>
              </a:path>
            </a:pathLst>
          </a:custGeom>
          <a:solidFill>
            <a:srgbClr val="a870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" name=""/>
          <p:cNvSpPr/>
          <p:nvPr/>
        </p:nvSpPr>
        <p:spPr>
          <a:xfrm>
            <a:off x="4503960" y="1311480"/>
            <a:ext cx="1191960" cy="0"/>
          </a:xfrm>
          <a:prstGeom prst="line">
            <a:avLst/>
          </a:prstGeom>
          <a:ln w="15840">
            <a:solidFill>
              <a:srgbClr val="ffff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rIns="7920" tIns="-7920" bIns="-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" name=""/>
          <p:cNvSpPr/>
          <p:nvPr/>
        </p:nvSpPr>
        <p:spPr>
          <a:xfrm>
            <a:off x="4503960" y="1311480"/>
            <a:ext cx="1191960" cy="0"/>
          </a:xfrm>
          <a:prstGeom prst="line">
            <a:avLst/>
          </a:prstGeom>
          <a:ln w="9360">
            <a:solidFill>
              <a:srgbClr val="0068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" name=""/>
          <p:cNvSpPr/>
          <p:nvPr/>
        </p:nvSpPr>
        <p:spPr>
          <a:xfrm>
            <a:off x="5651280" y="128520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0" y="0"/>
                </a:moveTo>
                <a:lnTo>
                  <a:pt x="147" y="74"/>
                </a:lnTo>
                <a:lnTo>
                  <a:pt x="0" y="147"/>
                </a:lnTo>
                <a:lnTo>
                  <a:pt x="0" y="0"/>
                </a:lnTo>
                <a:close/>
              </a:path>
            </a:pathLst>
          </a:custGeom>
          <a:solidFill>
            <a:srgbClr val="00688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" name=""/>
          <p:cNvSpPr/>
          <p:nvPr/>
        </p:nvSpPr>
        <p:spPr>
          <a:xfrm>
            <a:off x="4120200" y="1445760"/>
            <a:ext cx="511920" cy="753480"/>
          </a:xfrm>
          <a:custGeom>
            <a:avLst/>
            <a:gdLst/>
            <a:ahLst/>
            <a:rect l="0" t="0" r="r" b="b"/>
            <a:pathLst>
              <a:path fill="none" w="1422" h="2093">
                <a:moveTo>
                  <a:pt x="0" y="0"/>
                </a:moveTo>
                <a:lnTo>
                  <a:pt x="0" y="2093"/>
                </a:lnTo>
                <a:lnTo>
                  <a:pt x="1422" y="2093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" name=""/>
          <p:cNvSpPr/>
          <p:nvPr/>
        </p:nvSpPr>
        <p:spPr>
          <a:xfrm>
            <a:off x="4120200" y="1445760"/>
            <a:ext cx="511920" cy="753480"/>
          </a:xfrm>
          <a:custGeom>
            <a:avLst/>
            <a:gdLst/>
            <a:ahLst/>
            <a:rect l="0" t="0" r="r" b="b"/>
            <a:pathLst>
              <a:path fill="none" w="1422" h="2093">
                <a:moveTo>
                  <a:pt x="0" y="0"/>
                </a:moveTo>
                <a:lnTo>
                  <a:pt x="0" y="2093"/>
                </a:lnTo>
                <a:lnTo>
                  <a:pt x="1422" y="2093"/>
                </a:lnTo>
              </a:path>
            </a:pathLst>
          </a:custGeom>
          <a:ln w="9360">
            <a:solidFill>
              <a:srgbClr val="b5651d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" name=""/>
          <p:cNvSpPr/>
          <p:nvPr/>
        </p:nvSpPr>
        <p:spPr>
          <a:xfrm>
            <a:off x="4587120" y="217260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0" y="0"/>
                </a:moveTo>
                <a:lnTo>
                  <a:pt x="147" y="74"/>
                </a:lnTo>
                <a:lnTo>
                  <a:pt x="0" y="147"/>
                </a:lnTo>
                <a:lnTo>
                  <a:pt x="0" y="0"/>
                </a:lnTo>
                <a:close/>
              </a:path>
            </a:pathLst>
          </a:custGeom>
          <a:solidFill>
            <a:srgbClr val="b565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" name=""/>
          <p:cNvSpPr/>
          <p:nvPr/>
        </p:nvSpPr>
        <p:spPr>
          <a:xfrm>
            <a:off x="8205120" y="1375560"/>
            <a:ext cx="97200" cy="459720"/>
          </a:xfrm>
          <a:custGeom>
            <a:avLst/>
            <a:gdLst/>
            <a:ahLst/>
            <a:rect l="0" t="0" r="r" b="b"/>
            <a:pathLst>
              <a:path fill="none" w="270" h="1277">
                <a:moveTo>
                  <a:pt x="0" y="0"/>
                </a:moveTo>
                <a:lnTo>
                  <a:pt x="270" y="0"/>
                </a:lnTo>
                <a:lnTo>
                  <a:pt x="270" y="1277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" name=""/>
          <p:cNvSpPr/>
          <p:nvPr/>
        </p:nvSpPr>
        <p:spPr>
          <a:xfrm>
            <a:off x="8205120" y="1375560"/>
            <a:ext cx="97200" cy="459720"/>
          </a:xfrm>
          <a:custGeom>
            <a:avLst/>
            <a:gdLst/>
            <a:ahLst/>
            <a:rect l="0" t="0" r="r" b="b"/>
            <a:pathLst>
              <a:path fill="none" w="270" h="1277">
                <a:moveTo>
                  <a:pt x="0" y="0"/>
                </a:moveTo>
                <a:lnTo>
                  <a:pt x="270" y="0"/>
                </a:lnTo>
                <a:lnTo>
                  <a:pt x="270" y="1277"/>
                </a:lnTo>
              </a:path>
            </a:pathLst>
          </a:custGeom>
          <a:ln w="9360">
            <a:solidFill>
              <a:srgbClr val="93a3ae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" name=""/>
          <p:cNvSpPr/>
          <p:nvPr/>
        </p:nvSpPr>
        <p:spPr>
          <a:xfrm>
            <a:off x="8275680" y="179028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147" y="0"/>
                </a:moveTo>
                <a:lnTo>
                  <a:pt x="74" y="147"/>
                </a:lnTo>
                <a:lnTo>
                  <a:pt x="0" y="0"/>
                </a:lnTo>
                <a:lnTo>
                  <a:pt x="147" y="0"/>
                </a:lnTo>
                <a:close/>
              </a:path>
            </a:pathLst>
          </a:custGeom>
          <a:solidFill>
            <a:srgbClr val="93a3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" name=""/>
          <p:cNvSpPr/>
          <p:nvPr/>
        </p:nvSpPr>
        <p:spPr>
          <a:xfrm>
            <a:off x="6170040" y="1401120"/>
            <a:ext cx="1420200" cy="768600"/>
          </a:xfrm>
          <a:custGeom>
            <a:avLst/>
            <a:gdLst/>
            <a:ahLst/>
            <a:rect l="0" t="0" r="r" b="b"/>
            <a:pathLst>
              <a:path fill="none" w="3945" h="2135">
                <a:moveTo>
                  <a:pt x="3945" y="0"/>
                </a:moveTo>
                <a:lnTo>
                  <a:pt x="1365" y="0"/>
                </a:lnTo>
                <a:lnTo>
                  <a:pt x="1365" y="2135"/>
                </a:lnTo>
                <a:lnTo>
                  <a:pt x="0" y="2135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" name=""/>
          <p:cNvSpPr/>
          <p:nvPr/>
        </p:nvSpPr>
        <p:spPr>
          <a:xfrm>
            <a:off x="6170040" y="1401120"/>
            <a:ext cx="1420200" cy="768600"/>
          </a:xfrm>
          <a:custGeom>
            <a:avLst/>
            <a:gdLst/>
            <a:ahLst/>
            <a:rect l="0" t="0" r="r" b="b"/>
            <a:pathLst>
              <a:path fill="none" w="3945" h="2135">
                <a:moveTo>
                  <a:pt x="3945" y="0"/>
                </a:moveTo>
                <a:lnTo>
                  <a:pt x="1365" y="0"/>
                </a:lnTo>
                <a:lnTo>
                  <a:pt x="1365" y="2135"/>
                </a:lnTo>
                <a:lnTo>
                  <a:pt x="0" y="2135"/>
                </a:lnTo>
              </a:path>
            </a:pathLst>
          </a:custGeom>
          <a:ln w="9360">
            <a:solidFill>
              <a:srgbClr val="12855f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" name=""/>
          <p:cNvSpPr/>
          <p:nvPr/>
        </p:nvSpPr>
        <p:spPr>
          <a:xfrm>
            <a:off x="6162120" y="214308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147" y="147"/>
                </a:moveTo>
                <a:lnTo>
                  <a:pt x="0" y="73"/>
                </a:lnTo>
                <a:lnTo>
                  <a:pt x="147" y="0"/>
                </a:lnTo>
                <a:lnTo>
                  <a:pt x="147" y="147"/>
                </a:lnTo>
                <a:close/>
              </a:path>
            </a:pathLst>
          </a:custGeom>
          <a:solidFill>
            <a:srgbClr val="1285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" name=""/>
          <p:cNvSpPr/>
          <p:nvPr/>
        </p:nvSpPr>
        <p:spPr>
          <a:xfrm>
            <a:off x="7015680" y="2385720"/>
            <a:ext cx="882360" cy="747000"/>
          </a:xfrm>
          <a:custGeom>
            <a:avLst/>
            <a:gdLst/>
            <a:ahLst/>
            <a:rect l="0" t="0" r="r" b="b"/>
            <a:pathLst>
              <a:path fill="none" w="2451" h="2075">
                <a:moveTo>
                  <a:pt x="2451" y="0"/>
                </a:moveTo>
                <a:lnTo>
                  <a:pt x="2451" y="2075"/>
                </a:lnTo>
                <a:lnTo>
                  <a:pt x="0" y="2075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" name=""/>
          <p:cNvSpPr/>
          <p:nvPr/>
        </p:nvSpPr>
        <p:spPr>
          <a:xfrm>
            <a:off x="7015680" y="2385720"/>
            <a:ext cx="882360" cy="747000"/>
          </a:xfrm>
          <a:custGeom>
            <a:avLst/>
            <a:gdLst/>
            <a:ahLst/>
            <a:rect l="0" t="0" r="r" b="b"/>
            <a:pathLst>
              <a:path fill="none" w="2451" h="2075">
                <a:moveTo>
                  <a:pt x="2451" y="0"/>
                </a:moveTo>
                <a:lnTo>
                  <a:pt x="2451" y="2075"/>
                </a:lnTo>
                <a:lnTo>
                  <a:pt x="0" y="2075"/>
                </a:lnTo>
              </a:path>
            </a:pathLst>
          </a:custGeom>
          <a:ln w="9360">
            <a:solidFill>
              <a:srgbClr val="0d7070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" name=""/>
          <p:cNvSpPr/>
          <p:nvPr/>
        </p:nvSpPr>
        <p:spPr>
          <a:xfrm>
            <a:off x="7007760" y="310608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147" y="147"/>
                </a:moveTo>
                <a:lnTo>
                  <a:pt x="0" y="74"/>
                </a:lnTo>
                <a:lnTo>
                  <a:pt x="147" y="0"/>
                </a:lnTo>
                <a:lnTo>
                  <a:pt x="147" y="147"/>
                </a:lnTo>
                <a:close/>
              </a:path>
            </a:pathLst>
          </a:custGeom>
          <a:solidFill>
            <a:srgbClr val="0d70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" name=""/>
          <p:cNvSpPr/>
          <p:nvPr/>
        </p:nvSpPr>
        <p:spPr>
          <a:xfrm flipH="1">
            <a:off x="7284600" y="3580560"/>
            <a:ext cx="321120" cy="0"/>
          </a:xfrm>
          <a:prstGeom prst="line">
            <a:avLst/>
          </a:prstGeom>
          <a:ln w="15840">
            <a:solidFill>
              <a:srgbClr val="ffff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rIns="7920" tIns="-7920" bIns="-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" name=""/>
          <p:cNvSpPr/>
          <p:nvPr/>
        </p:nvSpPr>
        <p:spPr>
          <a:xfrm flipH="1">
            <a:off x="7284600" y="3580560"/>
            <a:ext cx="321120" cy="0"/>
          </a:xfrm>
          <a:prstGeom prst="line">
            <a:avLst/>
          </a:prstGeom>
          <a:ln w="9360">
            <a:solidFill>
              <a:srgbClr val="93a3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" name=""/>
          <p:cNvSpPr/>
          <p:nvPr/>
        </p:nvSpPr>
        <p:spPr>
          <a:xfrm>
            <a:off x="7276680" y="355428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147" y="147"/>
                </a:moveTo>
                <a:lnTo>
                  <a:pt x="0" y="73"/>
                </a:lnTo>
                <a:lnTo>
                  <a:pt x="147" y="0"/>
                </a:lnTo>
                <a:lnTo>
                  <a:pt x="147" y="147"/>
                </a:lnTo>
                <a:close/>
              </a:path>
            </a:pathLst>
          </a:custGeom>
          <a:solidFill>
            <a:srgbClr val="93a3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" name=""/>
          <p:cNvSpPr/>
          <p:nvPr/>
        </p:nvSpPr>
        <p:spPr>
          <a:xfrm>
            <a:off x="7284600" y="3538080"/>
            <a:ext cx="321120" cy="0"/>
          </a:xfrm>
          <a:prstGeom prst="line">
            <a:avLst/>
          </a:prstGeom>
          <a:ln w="15840">
            <a:solidFill>
              <a:srgbClr val="ffff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rIns="7920" tIns="-7920" bIns="-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" name=""/>
          <p:cNvSpPr/>
          <p:nvPr/>
        </p:nvSpPr>
        <p:spPr>
          <a:xfrm>
            <a:off x="7284600" y="3538080"/>
            <a:ext cx="321120" cy="0"/>
          </a:xfrm>
          <a:prstGeom prst="line">
            <a:avLst/>
          </a:prstGeom>
          <a:ln w="9360">
            <a:solidFill>
              <a:srgbClr val="93a3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rIns="468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" name=""/>
          <p:cNvSpPr/>
          <p:nvPr/>
        </p:nvSpPr>
        <p:spPr>
          <a:xfrm>
            <a:off x="7561080" y="351180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0" y="0"/>
                </a:moveTo>
                <a:lnTo>
                  <a:pt x="147" y="73"/>
                </a:lnTo>
                <a:lnTo>
                  <a:pt x="0" y="147"/>
                </a:lnTo>
                <a:lnTo>
                  <a:pt x="0" y="0"/>
                </a:lnTo>
                <a:close/>
              </a:path>
            </a:pathLst>
          </a:custGeom>
          <a:solidFill>
            <a:srgbClr val="93a3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" name=""/>
          <p:cNvSpPr/>
          <p:nvPr/>
        </p:nvSpPr>
        <p:spPr>
          <a:xfrm flipV="1">
            <a:off x="6983640" y="3200040"/>
            <a:ext cx="0" cy="273240"/>
          </a:xfrm>
          <a:prstGeom prst="line">
            <a:avLst/>
          </a:prstGeom>
          <a:ln w="15840">
            <a:solidFill>
              <a:srgbClr val="ffff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" name=""/>
          <p:cNvSpPr/>
          <p:nvPr/>
        </p:nvSpPr>
        <p:spPr>
          <a:xfrm flipV="1">
            <a:off x="6983640" y="3200040"/>
            <a:ext cx="0" cy="273240"/>
          </a:xfrm>
          <a:prstGeom prst="line">
            <a:avLst/>
          </a:prstGeom>
          <a:ln w="9360">
            <a:solidFill>
              <a:srgbClr val="93a3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" name=""/>
          <p:cNvSpPr/>
          <p:nvPr/>
        </p:nvSpPr>
        <p:spPr>
          <a:xfrm>
            <a:off x="6957360" y="319212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0" y="147"/>
                </a:moveTo>
                <a:lnTo>
                  <a:pt x="74" y="0"/>
                </a:lnTo>
                <a:lnTo>
                  <a:pt x="147" y="147"/>
                </a:lnTo>
                <a:lnTo>
                  <a:pt x="0" y="147"/>
                </a:lnTo>
                <a:close/>
              </a:path>
            </a:pathLst>
          </a:custGeom>
          <a:solidFill>
            <a:srgbClr val="93a3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" name=""/>
          <p:cNvSpPr/>
          <p:nvPr/>
        </p:nvSpPr>
        <p:spPr>
          <a:xfrm flipV="1">
            <a:off x="5663160" y="2331000"/>
            <a:ext cx="0" cy="261720"/>
          </a:xfrm>
          <a:prstGeom prst="line">
            <a:avLst/>
          </a:prstGeom>
          <a:ln w="15840">
            <a:solidFill>
              <a:srgbClr val="ffff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" name=""/>
          <p:cNvSpPr/>
          <p:nvPr/>
        </p:nvSpPr>
        <p:spPr>
          <a:xfrm flipV="1">
            <a:off x="5663160" y="2331000"/>
            <a:ext cx="0" cy="261720"/>
          </a:xfrm>
          <a:prstGeom prst="line">
            <a:avLst/>
          </a:prstGeom>
          <a:ln w="9360">
            <a:solidFill>
              <a:srgbClr val="a87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" name=""/>
          <p:cNvSpPr/>
          <p:nvPr/>
        </p:nvSpPr>
        <p:spPr>
          <a:xfrm>
            <a:off x="5636520" y="2323080"/>
            <a:ext cx="53280" cy="52920"/>
          </a:xfrm>
          <a:custGeom>
            <a:avLst/>
            <a:gdLst/>
            <a:ahLst/>
            <a:rect l="0" t="0" r="r" b="b"/>
            <a:pathLst>
              <a:path w="148" h="147">
                <a:moveTo>
                  <a:pt x="0" y="147"/>
                </a:moveTo>
                <a:lnTo>
                  <a:pt x="75" y="0"/>
                </a:lnTo>
                <a:lnTo>
                  <a:pt x="148" y="147"/>
                </a:lnTo>
                <a:lnTo>
                  <a:pt x="0" y="147"/>
                </a:lnTo>
                <a:close/>
              </a:path>
            </a:pathLst>
          </a:custGeom>
          <a:solidFill>
            <a:srgbClr val="a870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" name=""/>
          <p:cNvSpPr/>
          <p:nvPr/>
        </p:nvSpPr>
        <p:spPr>
          <a:xfrm>
            <a:off x="5680080" y="2385720"/>
            <a:ext cx="2163240" cy="224280"/>
          </a:xfrm>
          <a:custGeom>
            <a:avLst/>
            <a:gdLst/>
            <a:ahLst/>
            <a:rect l="0" t="0" r="r" b="b"/>
            <a:pathLst>
              <a:path fill="none" w="6009" h="623">
                <a:moveTo>
                  <a:pt x="0" y="623"/>
                </a:moveTo>
                <a:lnTo>
                  <a:pt x="6009" y="623"/>
                </a:lnTo>
                <a:lnTo>
                  <a:pt x="6009" y="0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" name=""/>
          <p:cNvSpPr/>
          <p:nvPr/>
        </p:nvSpPr>
        <p:spPr>
          <a:xfrm>
            <a:off x="5680080" y="2385720"/>
            <a:ext cx="2163240" cy="224280"/>
          </a:xfrm>
          <a:custGeom>
            <a:avLst/>
            <a:gdLst/>
            <a:ahLst/>
            <a:rect l="0" t="0" r="r" b="b"/>
            <a:pathLst>
              <a:path fill="none" w="6009" h="623">
                <a:moveTo>
                  <a:pt x="0" y="623"/>
                </a:moveTo>
                <a:lnTo>
                  <a:pt x="6009" y="623"/>
                </a:lnTo>
                <a:lnTo>
                  <a:pt x="6009" y="0"/>
                </a:lnTo>
              </a:path>
            </a:pathLst>
          </a:custGeom>
          <a:ln w="9360">
            <a:solidFill>
              <a:srgbClr val="1f5fd0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" name=""/>
          <p:cNvSpPr/>
          <p:nvPr/>
        </p:nvSpPr>
        <p:spPr>
          <a:xfrm>
            <a:off x="7816680" y="237780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0" y="147"/>
                </a:moveTo>
                <a:lnTo>
                  <a:pt x="73" y="0"/>
                </a:lnTo>
                <a:lnTo>
                  <a:pt x="147" y="147"/>
                </a:lnTo>
                <a:lnTo>
                  <a:pt x="0" y="147"/>
                </a:lnTo>
                <a:close/>
              </a:path>
            </a:pathLst>
          </a:custGeom>
          <a:solidFill>
            <a:srgbClr val="1f5f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" name=""/>
          <p:cNvSpPr/>
          <p:nvPr/>
        </p:nvSpPr>
        <p:spPr>
          <a:xfrm>
            <a:off x="8205120" y="1869120"/>
            <a:ext cx="101160" cy="318960"/>
          </a:xfrm>
          <a:custGeom>
            <a:avLst/>
            <a:gdLst/>
            <a:ahLst/>
            <a:rect l="0" t="0" r="r" b="b"/>
            <a:pathLst>
              <a:path fill="none" w="281" h="886">
                <a:moveTo>
                  <a:pt x="281" y="0"/>
                </a:moveTo>
                <a:lnTo>
                  <a:pt x="281" y="886"/>
                </a:lnTo>
                <a:lnTo>
                  <a:pt x="0" y="886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" name=""/>
          <p:cNvSpPr/>
          <p:nvPr/>
        </p:nvSpPr>
        <p:spPr>
          <a:xfrm>
            <a:off x="8205120" y="1869120"/>
            <a:ext cx="101160" cy="318960"/>
          </a:xfrm>
          <a:custGeom>
            <a:avLst/>
            <a:gdLst/>
            <a:ahLst/>
            <a:rect l="0" t="0" r="r" b="b"/>
            <a:pathLst>
              <a:path fill="none" w="281" h="886">
                <a:moveTo>
                  <a:pt x="281" y="0"/>
                </a:moveTo>
                <a:lnTo>
                  <a:pt x="281" y="886"/>
                </a:lnTo>
                <a:lnTo>
                  <a:pt x="0" y="886"/>
                </a:lnTo>
              </a:path>
            </a:pathLst>
          </a:custGeom>
          <a:ln w="9360">
            <a:solidFill>
              <a:srgbClr val="2a2f8f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" name=""/>
          <p:cNvSpPr/>
          <p:nvPr/>
        </p:nvSpPr>
        <p:spPr>
          <a:xfrm>
            <a:off x="8197200" y="2161440"/>
            <a:ext cx="53280" cy="52920"/>
          </a:xfrm>
          <a:custGeom>
            <a:avLst/>
            <a:gdLst/>
            <a:ahLst/>
            <a:rect l="0" t="0" r="r" b="b"/>
            <a:pathLst>
              <a:path w="148" h="147">
                <a:moveTo>
                  <a:pt x="148" y="147"/>
                </a:moveTo>
                <a:lnTo>
                  <a:pt x="0" y="74"/>
                </a:lnTo>
                <a:lnTo>
                  <a:pt x="148" y="0"/>
                </a:lnTo>
                <a:lnTo>
                  <a:pt x="148" y="147"/>
                </a:lnTo>
                <a:close/>
              </a:path>
            </a:pathLst>
          </a:custGeom>
          <a:solidFill>
            <a:srgbClr val="2a2f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1" name=""/>
          <p:cNvSpPr/>
          <p:nvPr/>
        </p:nvSpPr>
        <p:spPr>
          <a:xfrm>
            <a:off x="6754680" y="1855800"/>
            <a:ext cx="1530720" cy="1219680"/>
          </a:xfrm>
          <a:custGeom>
            <a:avLst/>
            <a:gdLst/>
            <a:ahLst/>
            <a:rect l="0" t="0" r="r" b="b"/>
            <a:pathLst>
              <a:path fill="none" w="4252" h="3388">
                <a:moveTo>
                  <a:pt x="4252" y="0"/>
                </a:moveTo>
                <a:lnTo>
                  <a:pt x="0" y="0"/>
                </a:lnTo>
                <a:lnTo>
                  <a:pt x="0" y="3388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" name=""/>
          <p:cNvSpPr/>
          <p:nvPr/>
        </p:nvSpPr>
        <p:spPr>
          <a:xfrm>
            <a:off x="6754680" y="1855800"/>
            <a:ext cx="1530720" cy="1219680"/>
          </a:xfrm>
          <a:custGeom>
            <a:avLst/>
            <a:gdLst/>
            <a:ahLst/>
            <a:rect l="0" t="0" r="r" b="b"/>
            <a:pathLst>
              <a:path fill="none" w="4252" h="3388">
                <a:moveTo>
                  <a:pt x="4252" y="0"/>
                </a:moveTo>
                <a:lnTo>
                  <a:pt x="0" y="0"/>
                </a:lnTo>
                <a:lnTo>
                  <a:pt x="0" y="3388"/>
                </a:lnTo>
              </a:path>
            </a:pathLst>
          </a:custGeom>
          <a:ln w="9360">
            <a:solidFill>
              <a:srgbClr val="7a2f5e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" name=""/>
          <p:cNvSpPr/>
          <p:nvPr/>
        </p:nvSpPr>
        <p:spPr>
          <a:xfrm>
            <a:off x="6728400" y="303048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147" y="0"/>
                </a:moveTo>
                <a:lnTo>
                  <a:pt x="74" y="147"/>
                </a:lnTo>
                <a:lnTo>
                  <a:pt x="0" y="0"/>
                </a:lnTo>
                <a:lnTo>
                  <a:pt x="147" y="0"/>
                </a:lnTo>
                <a:close/>
              </a:path>
            </a:pathLst>
          </a:custGeom>
          <a:solidFill>
            <a:srgbClr val="7a2f5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" name=""/>
          <p:cNvSpPr/>
          <p:nvPr/>
        </p:nvSpPr>
        <p:spPr>
          <a:xfrm flipV="1">
            <a:off x="4089240" y="1445760"/>
            <a:ext cx="0" cy="1629360"/>
          </a:xfrm>
          <a:prstGeom prst="line">
            <a:avLst/>
          </a:prstGeom>
          <a:ln w="15840">
            <a:solidFill>
              <a:srgbClr val="ffff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" name=""/>
          <p:cNvSpPr/>
          <p:nvPr/>
        </p:nvSpPr>
        <p:spPr>
          <a:xfrm flipV="1">
            <a:off x="4089240" y="1445760"/>
            <a:ext cx="0" cy="1629360"/>
          </a:xfrm>
          <a:prstGeom prst="line">
            <a:avLst/>
          </a:prstGeom>
          <a:ln w="936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" name=""/>
          <p:cNvSpPr/>
          <p:nvPr/>
        </p:nvSpPr>
        <p:spPr>
          <a:xfrm>
            <a:off x="4062960" y="143784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0" y="147"/>
                </a:moveTo>
                <a:lnTo>
                  <a:pt x="74" y="0"/>
                </a:lnTo>
                <a:lnTo>
                  <a:pt x="147" y="147"/>
                </a:lnTo>
                <a:lnTo>
                  <a:pt x="0" y="147"/>
                </a:lnTo>
                <a:close/>
              </a:path>
            </a:pathLst>
          </a:custGeom>
          <a:solidFill>
            <a:srgbClr val="2e7d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" name=""/>
          <p:cNvSpPr/>
          <p:nvPr/>
        </p:nvSpPr>
        <p:spPr>
          <a:xfrm>
            <a:off x="5126400" y="2626920"/>
            <a:ext cx="533160" cy="519840"/>
          </a:xfrm>
          <a:custGeom>
            <a:avLst/>
            <a:gdLst/>
            <a:ahLst/>
            <a:rect l="0" t="0" r="r" b="b"/>
            <a:pathLst>
              <a:path fill="none" w="1481" h="1444">
                <a:moveTo>
                  <a:pt x="0" y="1444"/>
                </a:moveTo>
                <a:lnTo>
                  <a:pt x="1481" y="1444"/>
                </a:lnTo>
                <a:lnTo>
                  <a:pt x="1481" y="0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" name=""/>
          <p:cNvSpPr/>
          <p:nvPr/>
        </p:nvSpPr>
        <p:spPr>
          <a:xfrm>
            <a:off x="5126400" y="2626920"/>
            <a:ext cx="533160" cy="519840"/>
          </a:xfrm>
          <a:custGeom>
            <a:avLst/>
            <a:gdLst/>
            <a:ahLst/>
            <a:rect l="0" t="0" r="r" b="b"/>
            <a:pathLst>
              <a:path fill="none" w="1481" h="1444">
                <a:moveTo>
                  <a:pt x="0" y="1444"/>
                </a:moveTo>
                <a:lnTo>
                  <a:pt x="1481" y="1444"/>
                </a:lnTo>
                <a:lnTo>
                  <a:pt x="1481" y="0"/>
                </a:lnTo>
              </a:path>
            </a:pathLst>
          </a:custGeom>
          <a:ln w="9360">
            <a:solidFill>
              <a:srgbClr val="93a3ae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" name=""/>
          <p:cNvSpPr/>
          <p:nvPr/>
        </p:nvSpPr>
        <p:spPr>
          <a:xfrm>
            <a:off x="5632920" y="261900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0" y="147"/>
                </a:moveTo>
                <a:lnTo>
                  <a:pt x="74" y="0"/>
                </a:lnTo>
                <a:lnTo>
                  <a:pt x="147" y="147"/>
                </a:lnTo>
                <a:lnTo>
                  <a:pt x="0" y="147"/>
                </a:lnTo>
                <a:close/>
              </a:path>
            </a:pathLst>
          </a:custGeom>
          <a:solidFill>
            <a:srgbClr val="93a3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" name=""/>
          <p:cNvSpPr/>
          <p:nvPr/>
        </p:nvSpPr>
        <p:spPr>
          <a:xfrm>
            <a:off x="6960960" y="3200040"/>
            <a:ext cx="0" cy="273240"/>
          </a:xfrm>
          <a:prstGeom prst="line">
            <a:avLst/>
          </a:prstGeom>
          <a:ln w="15840">
            <a:solidFill>
              <a:srgbClr val="ffff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" name=""/>
          <p:cNvSpPr/>
          <p:nvPr/>
        </p:nvSpPr>
        <p:spPr>
          <a:xfrm>
            <a:off x="6960960" y="3200040"/>
            <a:ext cx="0" cy="273240"/>
          </a:xfrm>
          <a:prstGeom prst="line">
            <a:avLst/>
          </a:prstGeom>
          <a:ln w="9360">
            <a:solidFill>
              <a:srgbClr val="93a3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" name=""/>
          <p:cNvSpPr/>
          <p:nvPr/>
        </p:nvSpPr>
        <p:spPr>
          <a:xfrm>
            <a:off x="6934680" y="342864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147" y="0"/>
                </a:moveTo>
                <a:lnTo>
                  <a:pt x="73" y="147"/>
                </a:lnTo>
                <a:lnTo>
                  <a:pt x="0" y="0"/>
                </a:lnTo>
                <a:lnTo>
                  <a:pt x="147" y="0"/>
                </a:lnTo>
                <a:close/>
              </a:path>
            </a:pathLst>
          </a:custGeom>
          <a:solidFill>
            <a:srgbClr val="93a3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" name=""/>
          <p:cNvSpPr/>
          <p:nvPr/>
        </p:nvSpPr>
        <p:spPr>
          <a:xfrm>
            <a:off x="6138000" y="2331000"/>
            <a:ext cx="82440" cy="791640"/>
          </a:xfrm>
          <a:custGeom>
            <a:avLst/>
            <a:gdLst/>
            <a:ahLst/>
            <a:rect l="0" t="0" r="r" b="b"/>
            <a:pathLst>
              <a:path fill="none" w="229" h="2199">
                <a:moveTo>
                  <a:pt x="229" y="2199"/>
                </a:moveTo>
                <a:lnTo>
                  <a:pt x="0" y="2199"/>
                </a:lnTo>
                <a:lnTo>
                  <a:pt x="0" y="0"/>
                </a:lnTo>
              </a:path>
            </a:pathLst>
          </a:custGeom>
          <a:ln w="15840">
            <a:solidFill>
              <a:srgbClr val="ffffff">
                <a:alpha val="90000"/>
              </a:srgbClr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" name=""/>
          <p:cNvSpPr/>
          <p:nvPr/>
        </p:nvSpPr>
        <p:spPr>
          <a:xfrm>
            <a:off x="6138000" y="2331000"/>
            <a:ext cx="82440" cy="791640"/>
          </a:xfrm>
          <a:custGeom>
            <a:avLst/>
            <a:gdLst/>
            <a:ahLst/>
            <a:rect l="0" t="0" r="r" b="b"/>
            <a:pathLst>
              <a:path fill="none" w="229" h="2199">
                <a:moveTo>
                  <a:pt x="229" y="2199"/>
                </a:moveTo>
                <a:lnTo>
                  <a:pt x="0" y="2199"/>
                </a:lnTo>
                <a:lnTo>
                  <a:pt x="0" y="0"/>
                </a:lnTo>
              </a:path>
            </a:pathLst>
          </a:custGeom>
          <a:ln w="9360">
            <a:solidFill>
              <a:srgbClr val="3f7d20"/>
            </a:solidFill>
            <a:round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" name=""/>
          <p:cNvSpPr/>
          <p:nvPr/>
        </p:nvSpPr>
        <p:spPr>
          <a:xfrm>
            <a:off x="6111720" y="2323080"/>
            <a:ext cx="53280" cy="52920"/>
          </a:xfrm>
          <a:custGeom>
            <a:avLst/>
            <a:gdLst/>
            <a:ahLst/>
            <a:rect l="0" t="0" r="r" b="b"/>
            <a:pathLst>
              <a:path w="148" h="147">
                <a:moveTo>
                  <a:pt x="0" y="147"/>
                </a:moveTo>
                <a:lnTo>
                  <a:pt x="74" y="0"/>
                </a:lnTo>
                <a:lnTo>
                  <a:pt x="148" y="147"/>
                </a:lnTo>
                <a:lnTo>
                  <a:pt x="0" y="147"/>
                </a:lnTo>
                <a:close/>
              </a:path>
            </a:pathLst>
          </a:custGeom>
          <a:solidFill>
            <a:srgbClr val="3f7d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" name=""/>
          <p:cNvSpPr/>
          <p:nvPr/>
        </p:nvSpPr>
        <p:spPr>
          <a:xfrm flipV="1">
            <a:off x="4394880" y="3200040"/>
            <a:ext cx="0" cy="635040"/>
          </a:xfrm>
          <a:prstGeom prst="line">
            <a:avLst/>
          </a:prstGeom>
          <a:ln w="15840">
            <a:solidFill>
              <a:srgbClr val="ffff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" name=""/>
          <p:cNvSpPr/>
          <p:nvPr/>
        </p:nvSpPr>
        <p:spPr>
          <a:xfrm flipV="1">
            <a:off x="4394880" y="3200040"/>
            <a:ext cx="0" cy="635040"/>
          </a:xfrm>
          <a:prstGeom prst="line">
            <a:avLst/>
          </a:prstGeom>
          <a:ln w="9360">
            <a:solidFill>
              <a:srgbClr val="d953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" name=""/>
          <p:cNvSpPr/>
          <p:nvPr/>
        </p:nvSpPr>
        <p:spPr>
          <a:xfrm>
            <a:off x="4368240" y="3192120"/>
            <a:ext cx="53280" cy="52920"/>
          </a:xfrm>
          <a:custGeom>
            <a:avLst/>
            <a:gdLst/>
            <a:ahLst/>
            <a:rect l="0" t="0" r="r" b="b"/>
            <a:pathLst>
              <a:path w="148" h="147">
                <a:moveTo>
                  <a:pt x="0" y="147"/>
                </a:moveTo>
                <a:lnTo>
                  <a:pt x="75" y="0"/>
                </a:lnTo>
                <a:lnTo>
                  <a:pt x="148" y="147"/>
                </a:lnTo>
                <a:lnTo>
                  <a:pt x="0" y="147"/>
                </a:lnTo>
                <a:close/>
              </a:path>
            </a:pathLst>
          </a:custGeom>
          <a:solidFill>
            <a:srgbClr val="d95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" name=""/>
          <p:cNvSpPr/>
          <p:nvPr/>
        </p:nvSpPr>
        <p:spPr>
          <a:xfrm>
            <a:off x="8173440" y="911160"/>
            <a:ext cx="0" cy="368640"/>
          </a:xfrm>
          <a:prstGeom prst="line">
            <a:avLst/>
          </a:prstGeom>
          <a:ln w="15840">
            <a:solidFill>
              <a:srgbClr val="ffff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" name=""/>
          <p:cNvSpPr/>
          <p:nvPr/>
        </p:nvSpPr>
        <p:spPr>
          <a:xfrm>
            <a:off x="8173440" y="911160"/>
            <a:ext cx="0" cy="368640"/>
          </a:xfrm>
          <a:prstGeom prst="line">
            <a:avLst/>
          </a:prstGeom>
          <a:ln w="9360">
            <a:solidFill>
              <a:srgbClr val="93a3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" name=""/>
          <p:cNvSpPr/>
          <p:nvPr/>
        </p:nvSpPr>
        <p:spPr>
          <a:xfrm>
            <a:off x="8147160" y="123516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147" y="0"/>
                </a:moveTo>
                <a:lnTo>
                  <a:pt x="74" y="147"/>
                </a:lnTo>
                <a:lnTo>
                  <a:pt x="0" y="0"/>
                </a:lnTo>
                <a:lnTo>
                  <a:pt x="147" y="0"/>
                </a:lnTo>
                <a:close/>
              </a:path>
            </a:pathLst>
          </a:custGeom>
          <a:solidFill>
            <a:srgbClr val="93a3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" name=""/>
          <p:cNvSpPr/>
          <p:nvPr/>
        </p:nvSpPr>
        <p:spPr>
          <a:xfrm>
            <a:off x="2721960" y="885960"/>
            <a:ext cx="495000" cy="166680"/>
          </a:xfrm>
          <a:custGeom>
            <a:avLst/>
            <a:gdLst/>
            <a:ahLst/>
            <a:rect l="0" t="0" r="r" b="b"/>
            <a:pathLst>
              <a:path w="1375" h="463">
                <a:moveTo>
                  <a:pt x="25" y="0"/>
                </a:moveTo>
                <a:lnTo>
                  <a:pt x="1348" y="0"/>
                </a:lnTo>
                <a:cubicBezTo>
                  <a:pt x="1355" y="0"/>
                  <a:pt x="1361" y="3"/>
                  <a:pt x="1367" y="8"/>
                </a:cubicBezTo>
                <a:cubicBezTo>
                  <a:pt x="1372" y="13"/>
                  <a:pt x="1375" y="19"/>
                  <a:pt x="1375" y="26"/>
                </a:cubicBezTo>
                <a:lnTo>
                  <a:pt x="1375" y="437"/>
                </a:lnTo>
                <a:cubicBezTo>
                  <a:pt x="1375" y="444"/>
                  <a:pt x="1372" y="450"/>
                  <a:pt x="1367" y="455"/>
                </a:cubicBezTo>
                <a:cubicBezTo>
                  <a:pt x="1361" y="460"/>
                  <a:pt x="1355" y="463"/>
                  <a:pt x="1348" y="463"/>
                </a:cubicBezTo>
                <a:lnTo>
                  <a:pt x="25" y="463"/>
                </a:lnTo>
                <a:cubicBezTo>
                  <a:pt x="18" y="463"/>
                  <a:pt x="12" y="460"/>
                  <a:pt x="7" y="455"/>
                </a:cubicBezTo>
                <a:cubicBezTo>
                  <a:pt x="2" y="450"/>
                  <a:pt x="0" y="444"/>
                  <a:pt x="0" y="437"/>
                </a:cubicBezTo>
                <a:lnTo>
                  <a:pt x="0" y="26"/>
                </a:lnTo>
                <a:cubicBezTo>
                  <a:pt x="0" y="19"/>
                  <a:pt x="2" y="13"/>
                  <a:pt x="7" y="8"/>
                </a:cubicBezTo>
                <a:cubicBezTo>
                  <a:pt x="12" y="3"/>
                  <a:pt x="18" y="0"/>
                  <a:pt x="25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" name=""/>
          <p:cNvSpPr/>
          <p:nvPr/>
        </p:nvSpPr>
        <p:spPr>
          <a:xfrm>
            <a:off x="2721960" y="885960"/>
            <a:ext cx="495000" cy="166680"/>
          </a:xfrm>
          <a:custGeom>
            <a:avLst/>
            <a:gdLst/>
            <a:ahLst/>
            <a:rect l="0" t="0" r="r" b="b"/>
            <a:pathLst>
              <a:path w="1375" h="463">
                <a:moveTo>
                  <a:pt x="25" y="0"/>
                </a:moveTo>
                <a:lnTo>
                  <a:pt x="1348" y="0"/>
                </a:lnTo>
                <a:cubicBezTo>
                  <a:pt x="1355" y="0"/>
                  <a:pt x="1361" y="3"/>
                  <a:pt x="1367" y="8"/>
                </a:cubicBezTo>
                <a:cubicBezTo>
                  <a:pt x="1372" y="13"/>
                  <a:pt x="1375" y="19"/>
                  <a:pt x="1375" y="26"/>
                </a:cubicBezTo>
                <a:lnTo>
                  <a:pt x="1375" y="437"/>
                </a:lnTo>
                <a:cubicBezTo>
                  <a:pt x="1375" y="444"/>
                  <a:pt x="1372" y="450"/>
                  <a:pt x="1367" y="455"/>
                </a:cubicBezTo>
                <a:cubicBezTo>
                  <a:pt x="1361" y="460"/>
                  <a:pt x="1355" y="463"/>
                  <a:pt x="1348" y="463"/>
                </a:cubicBezTo>
                <a:lnTo>
                  <a:pt x="25" y="463"/>
                </a:lnTo>
                <a:cubicBezTo>
                  <a:pt x="18" y="463"/>
                  <a:pt x="12" y="460"/>
                  <a:pt x="7" y="455"/>
                </a:cubicBezTo>
                <a:cubicBezTo>
                  <a:pt x="2" y="450"/>
                  <a:pt x="0" y="444"/>
                  <a:pt x="0" y="437"/>
                </a:cubicBezTo>
                <a:lnTo>
                  <a:pt x="0" y="26"/>
                </a:lnTo>
                <a:cubicBezTo>
                  <a:pt x="0" y="19"/>
                  <a:pt x="2" y="13"/>
                  <a:pt x="7" y="8"/>
                </a:cubicBezTo>
                <a:cubicBezTo>
                  <a:pt x="12" y="3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5aa8a8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4" name=""/>
          <p:cNvSpPr/>
          <p:nvPr/>
        </p:nvSpPr>
        <p:spPr>
          <a:xfrm>
            <a:off x="3170880" y="90432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" name=""/>
          <p:cNvSpPr/>
          <p:nvPr/>
        </p:nvSpPr>
        <p:spPr>
          <a:xfrm>
            <a:off x="3170880" y="90432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" name=""/>
          <p:cNvSpPr/>
          <p:nvPr/>
        </p:nvSpPr>
        <p:spPr>
          <a:xfrm>
            <a:off x="3161880" y="91008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" name=""/>
          <p:cNvSpPr/>
          <p:nvPr/>
        </p:nvSpPr>
        <p:spPr>
          <a:xfrm>
            <a:off x="3161880" y="91008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8" name=""/>
          <p:cNvSpPr/>
          <p:nvPr/>
        </p:nvSpPr>
        <p:spPr>
          <a:xfrm>
            <a:off x="3161880" y="9212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" name=""/>
          <p:cNvSpPr/>
          <p:nvPr/>
        </p:nvSpPr>
        <p:spPr>
          <a:xfrm>
            <a:off x="3161880" y="9212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4244400" y="3733200"/>
            <a:ext cx="272160" cy="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90" spc="-1" strike="noStrike">
                <a:solidFill>
                  <a:srgbClr val="5b6663"/>
                </a:solidFill>
                <a:latin typeface="DejaVuSans"/>
                <a:ea typeface="DejaVuSans"/>
              </a:rPr>
              <a:t>RIO/CAMBO/AII</a:t>
            </a:r>
            <a:endParaRPr b="0" lang="en-US" sz="2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" name=""/>
          <p:cNvSpPr/>
          <p:nvPr/>
        </p:nvSpPr>
        <p:spPr>
          <a:xfrm>
            <a:off x="2749320" y="940680"/>
            <a:ext cx="440280" cy="82440"/>
          </a:xfrm>
          <a:custGeom>
            <a:avLst/>
            <a:gdLst/>
            <a:ahLst/>
            <a:rect l="0" t="0" r="r" b="b"/>
            <a:pathLst>
              <a:path w="1223" h="229">
                <a:moveTo>
                  <a:pt x="89" y="0"/>
                </a:moveTo>
                <a:lnTo>
                  <a:pt x="1134" y="0"/>
                </a:lnTo>
                <a:cubicBezTo>
                  <a:pt x="1146" y="0"/>
                  <a:pt x="1157" y="2"/>
                  <a:pt x="1168" y="7"/>
                </a:cubicBezTo>
                <a:cubicBezTo>
                  <a:pt x="1179" y="11"/>
                  <a:pt x="1188" y="18"/>
                  <a:pt x="1197" y="26"/>
                </a:cubicBezTo>
                <a:cubicBezTo>
                  <a:pt x="1205" y="34"/>
                  <a:pt x="1211" y="44"/>
                  <a:pt x="1216" y="55"/>
                </a:cubicBezTo>
                <a:cubicBezTo>
                  <a:pt x="1220" y="65"/>
                  <a:pt x="1223" y="77"/>
                  <a:pt x="1223" y="89"/>
                </a:cubicBezTo>
                <a:lnTo>
                  <a:pt x="1223" y="139"/>
                </a:lnTo>
                <a:cubicBezTo>
                  <a:pt x="1223" y="151"/>
                  <a:pt x="1220" y="162"/>
                  <a:pt x="1216" y="173"/>
                </a:cubicBezTo>
                <a:cubicBezTo>
                  <a:pt x="1211" y="184"/>
                  <a:pt x="1205" y="193"/>
                  <a:pt x="1197" y="202"/>
                </a:cubicBezTo>
                <a:cubicBezTo>
                  <a:pt x="1188" y="210"/>
                  <a:pt x="1179" y="216"/>
                  <a:pt x="1168" y="221"/>
                </a:cubicBezTo>
                <a:cubicBezTo>
                  <a:pt x="1157" y="226"/>
                  <a:pt x="1146" y="229"/>
                  <a:pt x="1134" y="229"/>
                </a:cubicBezTo>
                <a:lnTo>
                  <a:pt x="89" y="229"/>
                </a:lnTo>
                <a:cubicBezTo>
                  <a:pt x="77" y="229"/>
                  <a:pt x="65" y="226"/>
                  <a:pt x="55" y="221"/>
                </a:cubicBezTo>
                <a:cubicBezTo>
                  <a:pt x="44" y="216"/>
                  <a:pt x="34" y="210"/>
                  <a:pt x="26" y="202"/>
                </a:cubicBezTo>
                <a:cubicBezTo>
                  <a:pt x="18" y="193"/>
                  <a:pt x="11" y="184"/>
                  <a:pt x="7" y="173"/>
                </a:cubicBezTo>
                <a:cubicBezTo>
                  <a:pt x="2" y="162"/>
                  <a:pt x="0" y="151"/>
                  <a:pt x="0" y="139"/>
                </a:cubicBezTo>
                <a:lnTo>
                  <a:pt x="0" y="89"/>
                </a:lnTo>
                <a:cubicBezTo>
                  <a:pt x="0" y="77"/>
                  <a:pt x="2" y="65"/>
                  <a:pt x="7" y="55"/>
                </a:cubicBezTo>
                <a:cubicBezTo>
                  <a:pt x="11" y="44"/>
                  <a:pt x="18" y="34"/>
                  <a:pt x="26" y="26"/>
                </a:cubicBezTo>
                <a:cubicBezTo>
                  <a:pt x="34" y="18"/>
                  <a:pt x="44" y="11"/>
                  <a:pt x="55" y="7"/>
                </a:cubicBezTo>
                <a:cubicBezTo>
                  <a:pt x="65" y="2"/>
                  <a:pt x="77" y="0"/>
                  <a:pt x="89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" name=""/>
          <p:cNvSpPr/>
          <p:nvPr/>
        </p:nvSpPr>
        <p:spPr>
          <a:xfrm>
            <a:off x="2749320" y="940680"/>
            <a:ext cx="440280" cy="82440"/>
          </a:xfrm>
          <a:custGeom>
            <a:avLst/>
            <a:gdLst/>
            <a:ahLst/>
            <a:rect l="0" t="0" r="r" b="b"/>
            <a:pathLst>
              <a:path w="1223" h="229">
                <a:moveTo>
                  <a:pt x="89" y="0"/>
                </a:moveTo>
                <a:lnTo>
                  <a:pt x="1134" y="0"/>
                </a:lnTo>
                <a:cubicBezTo>
                  <a:pt x="1146" y="0"/>
                  <a:pt x="1157" y="2"/>
                  <a:pt x="1168" y="7"/>
                </a:cubicBezTo>
                <a:cubicBezTo>
                  <a:pt x="1179" y="11"/>
                  <a:pt x="1188" y="18"/>
                  <a:pt x="1197" y="26"/>
                </a:cubicBezTo>
                <a:cubicBezTo>
                  <a:pt x="1205" y="34"/>
                  <a:pt x="1211" y="44"/>
                  <a:pt x="1216" y="55"/>
                </a:cubicBezTo>
                <a:cubicBezTo>
                  <a:pt x="1220" y="65"/>
                  <a:pt x="1223" y="77"/>
                  <a:pt x="1223" y="89"/>
                </a:cubicBezTo>
                <a:lnTo>
                  <a:pt x="1223" y="139"/>
                </a:lnTo>
                <a:cubicBezTo>
                  <a:pt x="1223" y="151"/>
                  <a:pt x="1220" y="162"/>
                  <a:pt x="1216" y="173"/>
                </a:cubicBezTo>
                <a:cubicBezTo>
                  <a:pt x="1211" y="184"/>
                  <a:pt x="1205" y="193"/>
                  <a:pt x="1197" y="202"/>
                </a:cubicBezTo>
                <a:cubicBezTo>
                  <a:pt x="1188" y="210"/>
                  <a:pt x="1179" y="216"/>
                  <a:pt x="1168" y="221"/>
                </a:cubicBezTo>
                <a:cubicBezTo>
                  <a:pt x="1157" y="226"/>
                  <a:pt x="1146" y="229"/>
                  <a:pt x="1134" y="229"/>
                </a:cubicBezTo>
                <a:lnTo>
                  <a:pt x="89" y="229"/>
                </a:lnTo>
                <a:cubicBezTo>
                  <a:pt x="77" y="229"/>
                  <a:pt x="65" y="226"/>
                  <a:pt x="55" y="221"/>
                </a:cubicBezTo>
                <a:cubicBezTo>
                  <a:pt x="44" y="216"/>
                  <a:pt x="34" y="210"/>
                  <a:pt x="26" y="202"/>
                </a:cubicBezTo>
                <a:cubicBezTo>
                  <a:pt x="18" y="193"/>
                  <a:pt x="11" y="184"/>
                  <a:pt x="7" y="173"/>
                </a:cubicBezTo>
                <a:cubicBezTo>
                  <a:pt x="2" y="162"/>
                  <a:pt x="0" y="151"/>
                  <a:pt x="0" y="139"/>
                </a:cubicBezTo>
                <a:lnTo>
                  <a:pt x="0" y="89"/>
                </a:lnTo>
                <a:cubicBezTo>
                  <a:pt x="0" y="77"/>
                  <a:pt x="2" y="65"/>
                  <a:pt x="7" y="55"/>
                </a:cubicBezTo>
                <a:cubicBezTo>
                  <a:pt x="11" y="44"/>
                  <a:pt x="18" y="34"/>
                  <a:pt x="26" y="26"/>
                </a:cubicBezTo>
                <a:cubicBezTo>
                  <a:pt x="34" y="18"/>
                  <a:pt x="44" y="11"/>
                  <a:pt x="55" y="7"/>
                </a:cubicBezTo>
                <a:cubicBezTo>
                  <a:pt x="65" y="2"/>
                  <a:pt x="77" y="0"/>
                  <a:pt x="89" y="0"/>
                </a:cubicBezTo>
                <a:close/>
              </a:path>
            </a:pathLst>
          </a:custGeom>
          <a:noFill/>
          <a:ln w="216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2819160" y="899640"/>
            <a:ext cx="30096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" spc="-1" strike="noStrike">
                <a:solidFill>
                  <a:srgbClr val="2a5a5a"/>
                </a:solidFill>
                <a:latin typeface="DejaVuSans"/>
                <a:ea typeface="DejaVuSans"/>
              </a:rPr>
              <a:t>Planningssysteem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2816640" y="953280"/>
            <a:ext cx="31464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20" spc="-1" strike="noStrike">
                <a:solidFill>
                  <a:srgbClr val="2a5a5a"/>
                </a:solidFill>
                <a:latin typeface="DejaVuSans"/>
                <a:ea typeface="DejaVuSans"/>
              </a:rPr>
              <a:t>(meer) jaar capaciteit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" name=""/>
          <p:cNvSpPr/>
          <p:nvPr/>
        </p:nvSpPr>
        <p:spPr>
          <a:xfrm>
            <a:off x="1746360" y="2401560"/>
            <a:ext cx="385560" cy="138960"/>
          </a:xfrm>
          <a:custGeom>
            <a:avLst/>
            <a:gdLst/>
            <a:ahLst/>
            <a:rect l="0" t="0" r="r" b="b"/>
            <a:pathLst>
              <a:path w="1071" h="386">
                <a:moveTo>
                  <a:pt x="26" y="0"/>
                </a:moveTo>
                <a:lnTo>
                  <a:pt x="1046" y="0"/>
                </a:lnTo>
                <a:cubicBezTo>
                  <a:pt x="1053" y="0"/>
                  <a:pt x="1059" y="2"/>
                  <a:pt x="1064" y="7"/>
                </a:cubicBezTo>
                <a:cubicBezTo>
                  <a:pt x="1069" y="12"/>
                  <a:pt x="1071" y="18"/>
                  <a:pt x="1071" y="25"/>
                </a:cubicBezTo>
                <a:lnTo>
                  <a:pt x="1071" y="361"/>
                </a:lnTo>
                <a:cubicBezTo>
                  <a:pt x="1071" y="368"/>
                  <a:pt x="1069" y="374"/>
                  <a:pt x="1064" y="379"/>
                </a:cubicBezTo>
                <a:cubicBezTo>
                  <a:pt x="1059" y="384"/>
                  <a:pt x="1053" y="386"/>
                  <a:pt x="1046" y="386"/>
                </a:cubicBezTo>
                <a:lnTo>
                  <a:pt x="26" y="386"/>
                </a:lnTo>
                <a:cubicBezTo>
                  <a:pt x="19" y="386"/>
                  <a:pt x="13" y="384"/>
                  <a:pt x="8" y="379"/>
                </a:cubicBezTo>
                <a:cubicBezTo>
                  <a:pt x="3" y="374"/>
                  <a:pt x="0" y="368"/>
                  <a:pt x="0" y="361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" name=""/>
          <p:cNvSpPr/>
          <p:nvPr/>
        </p:nvSpPr>
        <p:spPr>
          <a:xfrm>
            <a:off x="1746360" y="2401560"/>
            <a:ext cx="385560" cy="138960"/>
          </a:xfrm>
          <a:custGeom>
            <a:avLst/>
            <a:gdLst/>
            <a:ahLst/>
            <a:rect l="0" t="0" r="r" b="b"/>
            <a:pathLst>
              <a:path w="1071" h="386">
                <a:moveTo>
                  <a:pt x="26" y="0"/>
                </a:moveTo>
                <a:lnTo>
                  <a:pt x="1046" y="0"/>
                </a:lnTo>
                <a:cubicBezTo>
                  <a:pt x="1053" y="0"/>
                  <a:pt x="1059" y="2"/>
                  <a:pt x="1064" y="7"/>
                </a:cubicBezTo>
                <a:cubicBezTo>
                  <a:pt x="1069" y="12"/>
                  <a:pt x="1071" y="18"/>
                  <a:pt x="1071" y="25"/>
                </a:cubicBezTo>
                <a:lnTo>
                  <a:pt x="1071" y="361"/>
                </a:lnTo>
                <a:cubicBezTo>
                  <a:pt x="1071" y="368"/>
                  <a:pt x="1069" y="374"/>
                  <a:pt x="1064" y="379"/>
                </a:cubicBezTo>
                <a:cubicBezTo>
                  <a:pt x="1059" y="384"/>
                  <a:pt x="1053" y="386"/>
                  <a:pt x="1046" y="386"/>
                </a:cubicBezTo>
                <a:lnTo>
                  <a:pt x="26" y="386"/>
                </a:lnTo>
                <a:cubicBezTo>
                  <a:pt x="19" y="386"/>
                  <a:pt x="13" y="384"/>
                  <a:pt x="8" y="379"/>
                </a:cubicBezTo>
                <a:cubicBezTo>
                  <a:pt x="3" y="374"/>
                  <a:pt x="0" y="368"/>
                  <a:pt x="0" y="361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noFill/>
          <a:ln w="3600">
            <a:solidFill>
              <a:srgbClr val="5aa8a8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7" name=""/>
          <p:cNvSpPr/>
          <p:nvPr/>
        </p:nvSpPr>
        <p:spPr>
          <a:xfrm>
            <a:off x="2086200" y="2419560"/>
            <a:ext cx="25200" cy="30240"/>
          </a:xfrm>
          <a:custGeom>
            <a:avLst/>
            <a:gdLst/>
            <a:ahLst/>
            <a:rect l="0" t="0" r="r" b="b"/>
            <a:pathLst>
              <a:path w="70" h="84">
                <a:moveTo>
                  <a:pt x="0" y="0"/>
                </a:moveTo>
                <a:lnTo>
                  <a:pt x="70" y="0"/>
                </a:lnTo>
                <a:lnTo>
                  <a:pt x="70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" name=""/>
          <p:cNvSpPr/>
          <p:nvPr/>
        </p:nvSpPr>
        <p:spPr>
          <a:xfrm>
            <a:off x="2086200" y="2419560"/>
            <a:ext cx="25200" cy="30240"/>
          </a:xfrm>
          <a:custGeom>
            <a:avLst/>
            <a:gdLst/>
            <a:ahLst/>
            <a:rect l="0" t="0" r="r" b="b"/>
            <a:pathLst>
              <a:path w="70" h="84">
                <a:moveTo>
                  <a:pt x="0" y="0"/>
                </a:moveTo>
                <a:lnTo>
                  <a:pt x="70" y="0"/>
                </a:lnTo>
                <a:lnTo>
                  <a:pt x="70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" name=""/>
          <p:cNvSpPr/>
          <p:nvPr/>
        </p:nvSpPr>
        <p:spPr>
          <a:xfrm>
            <a:off x="2076840" y="24253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" name=""/>
          <p:cNvSpPr/>
          <p:nvPr/>
        </p:nvSpPr>
        <p:spPr>
          <a:xfrm>
            <a:off x="2076840" y="24253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" name=""/>
          <p:cNvSpPr/>
          <p:nvPr/>
        </p:nvSpPr>
        <p:spPr>
          <a:xfrm>
            <a:off x="2076840" y="24368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2" name=""/>
          <p:cNvSpPr/>
          <p:nvPr/>
        </p:nvSpPr>
        <p:spPr>
          <a:xfrm>
            <a:off x="2076840" y="24368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2909160" y="987120"/>
            <a:ext cx="12564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20" spc="-1" strike="noStrike">
                <a:solidFill>
                  <a:srgbClr val="2a5a5a"/>
                </a:solidFill>
                <a:latin typeface="DejaVuSans"/>
                <a:ea typeface="DejaVuSans"/>
              </a:rPr>
              <a:t>planning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765440" y="2436120"/>
            <a:ext cx="34812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" spc="-1" strike="noStrike">
                <a:solidFill>
                  <a:srgbClr val="2a5a5a"/>
                </a:solidFill>
                <a:latin typeface="DejaVuSans"/>
                <a:ea typeface="DejaVuSans"/>
              </a:rPr>
              <a:t>Leer management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5" name=""/>
          <p:cNvSpPr/>
          <p:nvPr/>
        </p:nvSpPr>
        <p:spPr>
          <a:xfrm>
            <a:off x="942120" y="2856600"/>
            <a:ext cx="740880" cy="466920"/>
          </a:xfrm>
          <a:custGeom>
            <a:avLst/>
            <a:gdLst/>
            <a:ahLst/>
            <a:rect l="0" t="0" r="r" b="b"/>
            <a:pathLst>
              <a:path w="2058" h="1297">
                <a:moveTo>
                  <a:pt x="25" y="0"/>
                </a:moveTo>
                <a:lnTo>
                  <a:pt x="2033" y="0"/>
                </a:lnTo>
                <a:cubicBezTo>
                  <a:pt x="2040" y="0"/>
                  <a:pt x="2046" y="2"/>
                  <a:pt x="2051" y="7"/>
                </a:cubicBezTo>
                <a:cubicBezTo>
                  <a:pt x="2056" y="12"/>
                  <a:pt x="2058" y="18"/>
                  <a:pt x="2058" y="25"/>
                </a:cubicBezTo>
                <a:lnTo>
                  <a:pt x="2058" y="1271"/>
                </a:lnTo>
                <a:cubicBezTo>
                  <a:pt x="2058" y="1278"/>
                  <a:pt x="2056" y="1284"/>
                  <a:pt x="2051" y="1289"/>
                </a:cubicBezTo>
                <a:cubicBezTo>
                  <a:pt x="2046" y="1294"/>
                  <a:pt x="2040" y="1297"/>
                  <a:pt x="2033" y="1297"/>
                </a:cubicBezTo>
                <a:lnTo>
                  <a:pt x="25" y="1297"/>
                </a:lnTo>
                <a:cubicBezTo>
                  <a:pt x="18" y="1297"/>
                  <a:pt x="12" y="1294"/>
                  <a:pt x="7" y="1289"/>
                </a:cubicBezTo>
                <a:cubicBezTo>
                  <a:pt x="2" y="1284"/>
                  <a:pt x="0" y="1278"/>
                  <a:pt x="0" y="1271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solidFill>
            <a:srgbClr val="fdfb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" name=""/>
          <p:cNvSpPr/>
          <p:nvPr/>
        </p:nvSpPr>
        <p:spPr>
          <a:xfrm>
            <a:off x="942120" y="2856600"/>
            <a:ext cx="740880" cy="466920"/>
          </a:xfrm>
          <a:custGeom>
            <a:avLst/>
            <a:gdLst/>
            <a:ahLst/>
            <a:rect l="0" t="0" r="r" b="b"/>
            <a:pathLst>
              <a:path w="2058" h="1297">
                <a:moveTo>
                  <a:pt x="25" y="0"/>
                </a:moveTo>
                <a:lnTo>
                  <a:pt x="2033" y="0"/>
                </a:lnTo>
                <a:cubicBezTo>
                  <a:pt x="2040" y="0"/>
                  <a:pt x="2046" y="2"/>
                  <a:pt x="2051" y="7"/>
                </a:cubicBezTo>
                <a:cubicBezTo>
                  <a:pt x="2056" y="12"/>
                  <a:pt x="2058" y="18"/>
                  <a:pt x="2058" y="25"/>
                </a:cubicBezTo>
                <a:lnTo>
                  <a:pt x="2058" y="1271"/>
                </a:lnTo>
                <a:cubicBezTo>
                  <a:pt x="2058" y="1278"/>
                  <a:pt x="2056" y="1284"/>
                  <a:pt x="2051" y="1289"/>
                </a:cubicBezTo>
                <a:cubicBezTo>
                  <a:pt x="2046" y="1294"/>
                  <a:pt x="2040" y="1297"/>
                  <a:pt x="2033" y="1297"/>
                </a:cubicBezTo>
                <a:lnTo>
                  <a:pt x="25" y="1297"/>
                </a:lnTo>
                <a:cubicBezTo>
                  <a:pt x="18" y="1297"/>
                  <a:pt x="12" y="1294"/>
                  <a:pt x="7" y="1289"/>
                </a:cubicBezTo>
                <a:cubicBezTo>
                  <a:pt x="2" y="1284"/>
                  <a:pt x="0" y="1278"/>
                  <a:pt x="0" y="1271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noFill/>
          <a:ln w="2160">
            <a:solidFill>
              <a:srgbClr val="c5c4b6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1798200" y="2476800"/>
            <a:ext cx="28116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" spc="-1" strike="noStrike">
                <a:solidFill>
                  <a:srgbClr val="2a5a5a"/>
                </a:solidFill>
                <a:latin typeface="DejaVuSans"/>
                <a:ea typeface="DejaVuSans"/>
              </a:rPr>
              <a:t>systeem (LMS)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960480" y="2877480"/>
            <a:ext cx="56160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" spc="-1" strike="noStrike">
                <a:solidFill>
                  <a:srgbClr val="5b6663"/>
                </a:solidFill>
                <a:latin typeface="DejaVuSans"/>
                <a:ea typeface="DejaVuSans"/>
              </a:rPr>
              <a:t>Okx hoofdplaat 1.7a &lt;concept&gt; -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960480" y="2920680"/>
            <a:ext cx="48996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" spc="-1" strike="noStrike">
                <a:solidFill>
                  <a:srgbClr val="5b6663"/>
                </a:solidFill>
                <a:latin typeface="DejaVuSans"/>
                <a:ea typeface="DejaVuSans"/>
              </a:rPr>
              <a:t>SVS -&gt; SKS informatiestroom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960480" y="2961720"/>
            <a:ext cx="57672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" spc="-1" strike="noStrike">
                <a:solidFill>
                  <a:srgbClr val="5b6663"/>
                </a:solidFill>
                <a:latin typeface="DejaVuSans"/>
                <a:ea typeface="DejaVuSans"/>
              </a:rPr>
              <a:t>toegevoegd - Onderwijs Catalogus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960480" y="3004920"/>
            <a:ext cx="20808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" spc="-1" strike="noStrike">
                <a:solidFill>
                  <a:srgbClr val="5b6663"/>
                </a:solidFill>
                <a:latin typeface="DejaVuSans"/>
                <a:ea typeface="DejaVuSans"/>
              </a:rPr>
              <a:t>groepering -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960480" y="3048120"/>
            <a:ext cx="54648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" spc="-1" strike="noStrike">
                <a:solidFill>
                  <a:srgbClr val="5b6663"/>
                </a:solidFill>
                <a:latin typeface="DejaVuSans"/>
                <a:ea typeface="DejaVuSans"/>
              </a:rPr>
              <a:t>PlanningMeerjarenplanning links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960480" y="3091320"/>
            <a:ext cx="49140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" spc="-1" strike="noStrike">
                <a:solidFill>
                  <a:srgbClr val="5b6663"/>
                </a:solidFill>
                <a:latin typeface="DejaVuSans"/>
                <a:ea typeface="DejaVuSans"/>
              </a:rPr>
              <a:t>focus op capaciteit, nominale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960480" y="3134520"/>
            <a:ext cx="57240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" spc="-1" strike="noStrike">
                <a:solidFill>
                  <a:srgbClr val="5b6663"/>
                </a:solidFill>
                <a:latin typeface="DejaVuSans"/>
                <a:ea typeface="DejaVuSans"/>
              </a:rPr>
              <a:t>route uitwerking in OC - KRS+SVS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960480" y="3175560"/>
            <a:ext cx="39528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" spc="-1" strike="noStrike">
                <a:solidFill>
                  <a:srgbClr val="5b6663"/>
                </a:solidFill>
                <a:latin typeface="DejaVuSans"/>
                <a:ea typeface="DejaVuSans"/>
              </a:rPr>
              <a:t>groepering - SKS keuze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960480" y="3218760"/>
            <a:ext cx="49140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" spc="-1" strike="noStrike">
                <a:solidFill>
                  <a:srgbClr val="5b6663"/>
                </a:solidFill>
                <a:latin typeface="DejaVuSans"/>
                <a:ea typeface="DejaVuSans"/>
              </a:rPr>
              <a:t>diﬀerentiatie op wat en hoe -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7" name=""/>
          <p:cNvSpPr/>
          <p:nvPr/>
        </p:nvSpPr>
        <p:spPr>
          <a:xfrm>
            <a:off x="2268360" y="3457440"/>
            <a:ext cx="246600" cy="125280"/>
          </a:xfrm>
          <a:custGeom>
            <a:avLst/>
            <a:gdLst/>
            <a:ahLst/>
            <a:rect l="0" t="0" r="r" b="b"/>
            <a:pathLst>
              <a:path w="685" h="348">
                <a:moveTo>
                  <a:pt x="25" y="0"/>
                </a:moveTo>
                <a:lnTo>
                  <a:pt x="660" y="0"/>
                </a:lnTo>
                <a:cubicBezTo>
                  <a:pt x="667" y="0"/>
                  <a:pt x="672" y="2"/>
                  <a:pt x="677" y="7"/>
                </a:cubicBezTo>
                <a:cubicBezTo>
                  <a:pt x="682" y="12"/>
                  <a:pt x="685" y="18"/>
                  <a:pt x="685" y="25"/>
                </a:cubicBezTo>
                <a:lnTo>
                  <a:pt x="685" y="323"/>
                </a:lnTo>
                <a:cubicBezTo>
                  <a:pt x="685" y="330"/>
                  <a:pt x="682" y="336"/>
                  <a:pt x="677" y="341"/>
                </a:cubicBezTo>
                <a:cubicBezTo>
                  <a:pt x="672" y="346"/>
                  <a:pt x="667" y="348"/>
                  <a:pt x="660" y="348"/>
                </a:cubicBezTo>
                <a:lnTo>
                  <a:pt x="25" y="348"/>
                </a:lnTo>
                <a:cubicBezTo>
                  <a:pt x="18" y="348"/>
                  <a:pt x="13" y="346"/>
                  <a:pt x="8" y="341"/>
                </a:cubicBezTo>
                <a:cubicBezTo>
                  <a:pt x="3" y="336"/>
                  <a:pt x="0" y="330"/>
                  <a:pt x="0" y="323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8" y="0"/>
                  <a:pt x="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8" name=""/>
          <p:cNvSpPr/>
          <p:nvPr/>
        </p:nvSpPr>
        <p:spPr>
          <a:xfrm>
            <a:off x="2268360" y="3457440"/>
            <a:ext cx="246600" cy="125280"/>
          </a:xfrm>
          <a:custGeom>
            <a:avLst/>
            <a:gdLst/>
            <a:ahLst/>
            <a:rect l="0" t="0" r="r" b="b"/>
            <a:pathLst>
              <a:path w="685" h="348">
                <a:moveTo>
                  <a:pt x="25" y="0"/>
                </a:moveTo>
                <a:lnTo>
                  <a:pt x="660" y="0"/>
                </a:lnTo>
                <a:cubicBezTo>
                  <a:pt x="667" y="0"/>
                  <a:pt x="672" y="2"/>
                  <a:pt x="677" y="7"/>
                </a:cubicBezTo>
                <a:cubicBezTo>
                  <a:pt x="682" y="12"/>
                  <a:pt x="685" y="18"/>
                  <a:pt x="685" y="25"/>
                </a:cubicBezTo>
                <a:lnTo>
                  <a:pt x="685" y="323"/>
                </a:lnTo>
                <a:cubicBezTo>
                  <a:pt x="685" y="330"/>
                  <a:pt x="682" y="336"/>
                  <a:pt x="677" y="341"/>
                </a:cubicBezTo>
                <a:cubicBezTo>
                  <a:pt x="672" y="346"/>
                  <a:pt x="667" y="348"/>
                  <a:pt x="660" y="348"/>
                </a:cubicBezTo>
                <a:lnTo>
                  <a:pt x="25" y="348"/>
                </a:lnTo>
                <a:cubicBezTo>
                  <a:pt x="18" y="348"/>
                  <a:pt x="13" y="346"/>
                  <a:pt x="8" y="341"/>
                </a:cubicBezTo>
                <a:cubicBezTo>
                  <a:pt x="3" y="336"/>
                  <a:pt x="0" y="330"/>
                  <a:pt x="0" y="323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" name=""/>
          <p:cNvSpPr/>
          <p:nvPr/>
        </p:nvSpPr>
        <p:spPr>
          <a:xfrm>
            <a:off x="2468880" y="347544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" name=""/>
          <p:cNvSpPr/>
          <p:nvPr/>
        </p:nvSpPr>
        <p:spPr>
          <a:xfrm>
            <a:off x="2468880" y="347544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1" name=""/>
          <p:cNvSpPr/>
          <p:nvPr/>
        </p:nvSpPr>
        <p:spPr>
          <a:xfrm>
            <a:off x="2459880" y="34812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2" name=""/>
          <p:cNvSpPr/>
          <p:nvPr/>
        </p:nvSpPr>
        <p:spPr>
          <a:xfrm>
            <a:off x="2459880" y="34812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" name=""/>
          <p:cNvSpPr/>
          <p:nvPr/>
        </p:nvSpPr>
        <p:spPr>
          <a:xfrm>
            <a:off x="2459880" y="3492720"/>
            <a:ext cx="14040" cy="6840"/>
          </a:xfrm>
          <a:custGeom>
            <a:avLst/>
            <a:gdLst/>
            <a:ahLst/>
            <a:rect l="0" t="0" r="r" b="b"/>
            <a:pathLst>
              <a:path w="39" h="19">
                <a:moveTo>
                  <a:pt x="0" y="0"/>
                </a:moveTo>
                <a:lnTo>
                  <a:pt x="39" y="0"/>
                </a:lnTo>
                <a:lnTo>
                  <a:pt x="39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" name=""/>
          <p:cNvSpPr/>
          <p:nvPr/>
        </p:nvSpPr>
        <p:spPr>
          <a:xfrm>
            <a:off x="2459880" y="3492720"/>
            <a:ext cx="14040" cy="6840"/>
          </a:xfrm>
          <a:custGeom>
            <a:avLst/>
            <a:gdLst/>
            <a:ahLst/>
            <a:rect l="0" t="0" r="r" b="b"/>
            <a:pathLst>
              <a:path w="39" h="19">
                <a:moveTo>
                  <a:pt x="0" y="0"/>
                </a:moveTo>
                <a:lnTo>
                  <a:pt x="39" y="0"/>
                </a:lnTo>
                <a:lnTo>
                  <a:pt x="39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960480" y="3261960"/>
            <a:ext cx="52200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" spc="-1" strike="noStrike">
                <a:solidFill>
                  <a:srgbClr val="5b6663"/>
                </a:solidFill>
                <a:latin typeface="DejaVuSans"/>
                <a:ea typeface="DejaVuSans"/>
              </a:rPr>
              <a:t>EduHub toevoeging - LLO in AII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2293200" y="3479760"/>
            <a:ext cx="198720" cy="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10" spc="-1" strike="noStrike">
                <a:solidFill>
                  <a:srgbClr val="408080"/>
                </a:solidFill>
                <a:latin typeface="DejaVuSans"/>
                <a:ea typeface="DejaVuSans"/>
              </a:rPr>
              <a:t>Aanmeld</a:t>
            </a:r>
            <a:endParaRPr b="0" lang="en-US" sz="3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7" name=""/>
          <p:cNvSpPr/>
          <p:nvPr/>
        </p:nvSpPr>
        <p:spPr>
          <a:xfrm>
            <a:off x="2692440" y="3427560"/>
            <a:ext cx="276120" cy="184680"/>
          </a:xfrm>
          <a:custGeom>
            <a:avLst/>
            <a:gdLst/>
            <a:ahLst/>
            <a:rect l="0" t="0" r="r" b="b"/>
            <a:pathLst>
              <a:path w="767" h="513">
                <a:moveTo>
                  <a:pt x="25" y="0"/>
                </a:moveTo>
                <a:lnTo>
                  <a:pt x="741" y="0"/>
                </a:lnTo>
                <a:cubicBezTo>
                  <a:pt x="748" y="0"/>
                  <a:pt x="754" y="3"/>
                  <a:pt x="759" y="8"/>
                </a:cubicBezTo>
                <a:cubicBezTo>
                  <a:pt x="764" y="13"/>
                  <a:pt x="767" y="19"/>
                  <a:pt x="767" y="26"/>
                </a:cubicBezTo>
                <a:lnTo>
                  <a:pt x="767" y="488"/>
                </a:lnTo>
                <a:cubicBezTo>
                  <a:pt x="767" y="495"/>
                  <a:pt x="764" y="501"/>
                  <a:pt x="759" y="506"/>
                </a:cubicBezTo>
                <a:cubicBezTo>
                  <a:pt x="754" y="511"/>
                  <a:pt x="748" y="513"/>
                  <a:pt x="741" y="513"/>
                </a:cubicBezTo>
                <a:lnTo>
                  <a:pt x="25" y="513"/>
                </a:lnTo>
                <a:cubicBezTo>
                  <a:pt x="18" y="513"/>
                  <a:pt x="12" y="511"/>
                  <a:pt x="7" y="506"/>
                </a:cubicBezTo>
                <a:cubicBezTo>
                  <a:pt x="2" y="501"/>
                  <a:pt x="0" y="495"/>
                  <a:pt x="0" y="488"/>
                </a:cubicBezTo>
                <a:lnTo>
                  <a:pt x="0" y="26"/>
                </a:lnTo>
                <a:cubicBezTo>
                  <a:pt x="0" y="19"/>
                  <a:pt x="2" y="13"/>
                  <a:pt x="7" y="8"/>
                </a:cubicBezTo>
                <a:cubicBezTo>
                  <a:pt x="12" y="3"/>
                  <a:pt x="18" y="0"/>
                  <a:pt x="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" name=""/>
          <p:cNvSpPr/>
          <p:nvPr/>
        </p:nvSpPr>
        <p:spPr>
          <a:xfrm>
            <a:off x="2692440" y="3427560"/>
            <a:ext cx="276120" cy="184680"/>
          </a:xfrm>
          <a:custGeom>
            <a:avLst/>
            <a:gdLst/>
            <a:ahLst/>
            <a:rect l="0" t="0" r="r" b="b"/>
            <a:pathLst>
              <a:path w="767" h="513">
                <a:moveTo>
                  <a:pt x="25" y="0"/>
                </a:moveTo>
                <a:lnTo>
                  <a:pt x="741" y="0"/>
                </a:lnTo>
                <a:cubicBezTo>
                  <a:pt x="748" y="0"/>
                  <a:pt x="754" y="3"/>
                  <a:pt x="759" y="8"/>
                </a:cubicBezTo>
                <a:cubicBezTo>
                  <a:pt x="764" y="13"/>
                  <a:pt x="767" y="19"/>
                  <a:pt x="767" y="26"/>
                </a:cubicBezTo>
                <a:lnTo>
                  <a:pt x="767" y="488"/>
                </a:lnTo>
                <a:cubicBezTo>
                  <a:pt x="767" y="495"/>
                  <a:pt x="764" y="501"/>
                  <a:pt x="759" y="506"/>
                </a:cubicBezTo>
                <a:cubicBezTo>
                  <a:pt x="754" y="511"/>
                  <a:pt x="748" y="513"/>
                  <a:pt x="741" y="513"/>
                </a:cubicBezTo>
                <a:lnTo>
                  <a:pt x="25" y="513"/>
                </a:lnTo>
                <a:cubicBezTo>
                  <a:pt x="18" y="513"/>
                  <a:pt x="12" y="511"/>
                  <a:pt x="7" y="506"/>
                </a:cubicBezTo>
                <a:cubicBezTo>
                  <a:pt x="2" y="501"/>
                  <a:pt x="0" y="495"/>
                  <a:pt x="0" y="488"/>
                </a:cubicBezTo>
                <a:lnTo>
                  <a:pt x="0" y="26"/>
                </a:lnTo>
                <a:cubicBezTo>
                  <a:pt x="0" y="19"/>
                  <a:pt x="2" y="13"/>
                  <a:pt x="7" y="8"/>
                </a:cubicBezTo>
                <a:cubicBezTo>
                  <a:pt x="12" y="3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" name=""/>
          <p:cNvSpPr/>
          <p:nvPr/>
        </p:nvSpPr>
        <p:spPr>
          <a:xfrm>
            <a:off x="2922480" y="344592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0" name=""/>
          <p:cNvSpPr/>
          <p:nvPr/>
        </p:nvSpPr>
        <p:spPr>
          <a:xfrm>
            <a:off x="2922480" y="344592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" name=""/>
          <p:cNvSpPr/>
          <p:nvPr/>
        </p:nvSpPr>
        <p:spPr>
          <a:xfrm>
            <a:off x="2913480" y="34516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" name=""/>
          <p:cNvSpPr/>
          <p:nvPr/>
        </p:nvSpPr>
        <p:spPr>
          <a:xfrm>
            <a:off x="2913480" y="34516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" name=""/>
          <p:cNvSpPr/>
          <p:nvPr/>
        </p:nvSpPr>
        <p:spPr>
          <a:xfrm>
            <a:off x="2913480" y="34628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4" name=""/>
          <p:cNvSpPr/>
          <p:nvPr/>
        </p:nvSpPr>
        <p:spPr>
          <a:xfrm>
            <a:off x="2913480" y="34628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2297520" y="3527280"/>
            <a:ext cx="186480" cy="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10" spc="-1" strike="noStrike">
                <a:solidFill>
                  <a:srgbClr val="408080"/>
                </a:solidFill>
                <a:latin typeface="DejaVuSans"/>
                <a:ea typeface="DejaVuSans"/>
              </a:rPr>
              <a:t>systeem</a:t>
            </a:r>
            <a:endParaRPr b="0" lang="en-US" sz="3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2764440" y="3443400"/>
            <a:ext cx="131760" cy="3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Register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2738160" y="3475440"/>
            <a:ext cx="185040" cy="3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Instellingen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2810160" y="3509640"/>
            <a:ext cx="38880" cy="3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en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2736360" y="3543480"/>
            <a:ext cx="186480" cy="3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Opleidingen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0" name=""/>
          <p:cNvSpPr/>
          <p:nvPr/>
        </p:nvSpPr>
        <p:spPr>
          <a:xfrm>
            <a:off x="2268360" y="3175200"/>
            <a:ext cx="246600" cy="184680"/>
          </a:xfrm>
          <a:custGeom>
            <a:avLst/>
            <a:gdLst/>
            <a:ahLst/>
            <a:rect l="0" t="0" r="r" b="b"/>
            <a:pathLst>
              <a:path w="685" h="513">
                <a:moveTo>
                  <a:pt x="25" y="0"/>
                </a:moveTo>
                <a:lnTo>
                  <a:pt x="660" y="0"/>
                </a:lnTo>
                <a:cubicBezTo>
                  <a:pt x="667" y="0"/>
                  <a:pt x="672" y="2"/>
                  <a:pt x="677" y="7"/>
                </a:cubicBezTo>
                <a:cubicBezTo>
                  <a:pt x="682" y="12"/>
                  <a:pt x="685" y="18"/>
                  <a:pt x="685" y="25"/>
                </a:cubicBezTo>
                <a:lnTo>
                  <a:pt x="685" y="487"/>
                </a:lnTo>
                <a:cubicBezTo>
                  <a:pt x="685" y="494"/>
                  <a:pt x="682" y="500"/>
                  <a:pt x="677" y="505"/>
                </a:cubicBezTo>
                <a:cubicBezTo>
                  <a:pt x="672" y="510"/>
                  <a:pt x="667" y="513"/>
                  <a:pt x="660" y="513"/>
                </a:cubicBezTo>
                <a:lnTo>
                  <a:pt x="25" y="513"/>
                </a:lnTo>
                <a:cubicBezTo>
                  <a:pt x="18" y="513"/>
                  <a:pt x="13" y="510"/>
                  <a:pt x="8" y="505"/>
                </a:cubicBezTo>
                <a:cubicBezTo>
                  <a:pt x="3" y="500"/>
                  <a:pt x="0" y="494"/>
                  <a:pt x="0" y="487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8" y="0"/>
                  <a:pt x="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1" name=""/>
          <p:cNvSpPr/>
          <p:nvPr/>
        </p:nvSpPr>
        <p:spPr>
          <a:xfrm>
            <a:off x="2268360" y="3175200"/>
            <a:ext cx="246600" cy="184680"/>
          </a:xfrm>
          <a:custGeom>
            <a:avLst/>
            <a:gdLst/>
            <a:ahLst/>
            <a:rect l="0" t="0" r="r" b="b"/>
            <a:pathLst>
              <a:path w="685" h="513">
                <a:moveTo>
                  <a:pt x="25" y="0"/>
                </a:moveTo>
                <a:lnTo>
                  <a:pt x="660" y="0"/>
                </a:lnTo>
                <a:cubicBezTo>
                  <a:pt x="667" y="0"/>
                  <a:pt x="672" y="2"/>
                  <a:pt x="677" y="7"/>
                </a:cubicBezTo>
                <a:cubicBezTo>
                  <a:pt x="682" y="12"/>
                  <a:pt x="685" y="18"/>
                  <a:pt x="685" y="25"/>
                </a:cubicBezTo>
                <a:lnTo>
                  <a:pt x="685" y="487"/>
                </a:lnTo>
                <a:cubicBezTo>
                  <a:pt x="685" y="494"/>
                  <a:pt x="682" y="500"/>
                  <a:pt x="677" y="505"/>
                </a:cubicBezTo>
                <a:cubicBezTo>
                  <a:pt x="672" y="510"/>
                  <a:pt x="667" y="513"/>
                  <a:pt x="660" y="513"/>
                </a:cubicBezTo>
                <a:lnTo>
                  <a:pt x="25" y="513"/>
                </a:lnTo>
                <a:cubicBezTo>
                  <a:pt x="18" y="513"/>
                  <a:pt x="13" y="510"/>
                  <a:pt x="8" y="505"/>
                </a:cubicBezTo>
                <a:cubicBezTo>
                  <a:pt x="3" y="500"/>
                  <a:pt x="0" y="494"/>
                  <a:pt x="0" y="487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2" name=""/>
          <p:cNvSpPr/>
          <p:nvPr/>
        </p:nvSpPr>
        <p:spPr>
          <a:xfrm>
            <a:off x="2468880" y="3193200"/>
            <a:ext cx="25560" cy="30240"/>
          </a:xfrm>
          <a:custGeom>
            <a:avLst/>
            <a:gdLst/>
            <a:ahLst/>
            <a:rect l="0" t="0" r="r" b="b"/>
            <a:pathLst>
              <a:path w="71" h="84">
                <a:moveTo>
                  <a:pt x="0" y="0"/>
                </a:moveTo>
                <a:lnTo>
                  <a:pt x="71" y="0"/>
                </a:lnTo>
                <a:lnTo>
                  <a:pt x="71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3" name=""/>
          <p:cNvSpPr/>
          <p:nvPr/>
        </p:nvSpPr>
        <p:spPr>
          <a:xfrm>
            <a:off x="2468880" y="3193200"/>
            <a:ext cx="25560" cy="30240"/>
          </a:xfrm>
          <a:custGeom>
            <a:avLst/>
            <a:gdLst/>
            <a:ahLst/>
            <a:rect l="0" t="0" r="r" b="b"/>
            <a:pathLst>
              <a:path w="71" h="84">
                <a:moveTo>
                  <a:pt x="0" y="0"/>
                </a:moveTo>
                <a:lnTo>
                  <a:pt x="71" y="0"/>
                </a:lnTo>
                <a:lnTo>
                  <a:pt x="71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" name=""/>
          <p:cNvSpPr/>
          <p:nvPr/>
        </p:nvSpPr>
        <p:spPr>
          <a:xfrm>
            <a:off x="2459880" y="31989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5" name=""/>
          <p:cNvSpPr/>
          <p:nvPr/>
        </p:nvSpPr>
        <p:spPr>
          <a:xfrm>
            <a:off x="2459880" y="31989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6" name=""/>
          <p:cNvSpPr/>
          <p:nvPr/>
        </p:nvSpPr>
        <p:spPr>
          <a:xfrm>
            <a:off x="2459880" y="321048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7" name=""/>
          <p:cNvSpPr/>
          <p:nvPr/>
        </p:nvSpPr>
        <p:spPr>
          <a:xfrm>
            <a:off x="2459880" y="321048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2789640" y="3575520"/>
            <a:ext cx="79920" cy="3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(RIO)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2308680" y="3211200"/>
            <a:ext cx="160920" cy="2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" spc="-1" strike="noStrike">
                <a:solidFill>
                  <a:srgbClr val="408080"/>
                </a:solidFill>
                <a:latin typeface="DejaVuSans"/>
                <a:ea typeface="DejaVuSans"/>
              </a:rPr>
              <a:t>Voorziening</a:t>
            </a:r>
            <a:endParaRPr b="0" lang="en-US" sz="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2332080" y="3243240"/>
            <a:ext cx="118080" cy="2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" spc="-1" strike="noStrike">
                <a:solidFill>
                  <a:srgbClr val="408080"/>
                </a:solidFill>
                <a:latin typeface="DejaVuSans"/>
                <a:ea typeface="DejaVuSans"/>
              </a:rPr>
              <a:t>Centraal</a:t>
            </a:r>
            <a:endParaRPr b="0" lang="en-US" sz="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2312640" y="3272760"/>
            <a:ext cx="153000" cy="2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" spc="-1" strike="noStrike">
                <a:solidFill>
                  <a:srgbClr val="408080"/>
                </a:solidFill>
                <a:latin typeface="DejaVuSans"/>
                <a:ea typeface="DejaVuSans"/>
              </a:rPr>
              <a:t>Aanmelden</a:t>
            </a:r>
            <a:endParaRPr b="0" lang="en-US" sz="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2" name=""/>
          <p:cNvSpPr/>
          <p:nvPr/>
        </p:nvSpPr>
        <p:spPr>
          <a:xfrm>
            <a:off x="2692440" y="3175200"/>
            <a:ext cx="276120" cy="184680"/>
          </a:xfrm>
          <a:custGeom>
            <a:avLst/>
            <a:gdLst/>
            <a:ahLst/>
            <a:rect l="0" t="0" r="r" b="b"/>
            <a:pathLst>
              <a:path w="767" h="513">
                <a:moveTo>
                  <a:pt x="25" y="0"/>
                </a:moveTo>
                <a:lnTo>
                  <a:pt x="741" y="0"/>
                </a:lnTo>
                <a:cubicBezTo>
                  <a:pt x="748" y="0"/>
                  <a:pt x="754" y="2"/>
                  <a:pt x="759" y="7"/>
                </a:cubicBezTo>
                <a:cubicBezTo>
                  <a:pt x="764" y="12"/>
                  <a:pt x="767" y="18"/>
                  <a:pt x="767" y="25"/>
                </a:cubicBezTo>
                <a:lnTo>
                  <a:pt x="767" y="487"/>
                </a:lnTo>
                <a:cubicBezTo>
                  <a:pt x="767" y="494"/>
                  <a:pt x="764" y="500"/>
                  <a:pt x="759" y="505"/>
                </a:cubicBezTo>
                <a:cubicBezTo>
                  <a:pt x="754" y="510"/>
                  <a:pt x="748" y="513"/>
                  <a:pt x="741" y="513"/>
                </a:cubicBezTo>
                <a:lnTo>
                  <a:pt x="25" y="513"/>
                </a:lnTo>
                <a:cubicBezTo>
                  <a:pt x="18" y="513"/>
                  <a:pt x="12" y="510"/>
                  <a:pt x="7" y="505"/>
                </a:cubicBezTo>
                <a:cubicBezTo>
                  <a:pt x="2" y="500"/>
                  <a:pt x="0" y="494"/>
                  <a:pt x="0" y="487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3" name=""/>
          <p:cNvSpPr/>
          <p:nvPr/>
        </p:nvSpPr>
        <p:spPr>
          <a:xfrm>
            <a:off x="2692440" y="3175200"/>
            <a:ext cx="276120" cy="184680"/>
          </a:xfrm>
          <a:custGeom>
            <a:avLst/>
            <a:gdLst/>
            <a:ahLst/>
            <a:rect l="0" t="0" r="r" b="b"/>
            <a:pathLst>
              <a:path w="767" h="513">
                <a:moveTo>
                  <a:pt x="25" y="0"/>
                </a:moveTo>
                <a:lnTo>
                  <a:pt x="741" y="0"/>
                </a:lnTo>
                <a:cubicBezTo>
                  <a:pt x="748" y="0"/>
                  <a:pt x="754" y="2"/>
                  <a:pt x="759" y="7"/>
                </a:cubicBezTo>
                <a:cubicBezTo>
                  <a:pt x="764" y="12"/>
                  <a:pt x="767" y="18"/>
                  <a:pt x="767" y="25"/>
                </a:cubicBezTo>
                <a:lnTo>
                  <a:pt x="767" y="487"/>
                </a:lnTo>
                <a:cubicBezTo>
                  <a:pt x="767" y="494"/>
                  <a:pt x="764" y="500"/>
                  <a:pt x="759" y="505"/>
                </a:cubicBezTo>
                <a:cubicBezTo>
                  <a:pt x="754" y="510"/>
                  <a:pt x="748" y="513"/>
                  <a:pt x="741" y="513"/>
                </a:cubicBezTo>
                <a:lnTo>
                  <a:pt x="25" y="513"/>
                </a:lnTo>
                <a:cubicBezTo>
                  <a:pt x="18" y="513"/>
                  <a:pt x="12" y="510"/>
                  <a:pt x="7" y="505"/>
                </a:cubicBezTo>
                <a:cubicBezTo>
                  <a:pt x="2" y="500"/>
                  <a:pt x="0" y="494"/>
                  <a:pt x="0" y="487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4" name=""/>
          <p:cNvSpPr/>
          <p:nvPr/>
        </p:nvSpPr>
        <p:spPr>
          <a:xfrm>
            <a:off x="2922480" y="3193200"/>
            <a:ext cx="25560" cy="30240"/>
          </a:xfrm>
          <a:custGeom>
            <a:avLst/>
            <a:gdLst/>
            <a:ahLst/>
            <a:rect l="0" t="0" r="r" b="b"/>
            <a:pathLst>
              <a:path w="71" h="84">
                <a:moveTo>
                  <a:pt x="0" y="0"/>
                </a:moveTo>
                <a:lnTo>
                  <a:pt x="71" y="0"/>
                </a:lnTo>
                <a:lnTo>
                  <a:pt x="71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" name=""/>
          <p:cNvSpPr/>
          <p:nvPr/>
        </p:nvSpPr>
        <p:spPr>
          <a:xfrm>
            <a:off x="2922480" y="3193200"/>
            <a:ext cx="25560" cy="30240"/>
          </a:xfrm>
          <a:custGeom>
            <a:avLst/>
            <a:gdLst/>
            <a:ahLst/>
            <a:rect l="0" t="0" r="r" b="b"/>
            <a:pathLst>
              <a:path w="71" h="84">
                <a:moveTo>
                  <a:pt x="0" y="0"/>
                </a:moveTo>
                <a:lnTo>
                  <a:pt x="71" y="0"/>
                </a:lnTo>
                <a:lnTo>
                  <a:pt x="71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" name=""/>
          <p:cNvSpPr/>
          <p:nvPr/>
        </p:nvSpPr>
        <p:spPr>
          <a:xfrm>
            <a:off x="2913480" y="31989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" name=""/>
          <p:cNvSpPr/>
          <p:nvPr/>
        </p:nvSpPr>
        <p:spPr>
          <a:xfrm>
            <a:off x="2913480" y="31989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8" name=""/>
          <p:cNvSpPr/>
          <p:nvPr/>
        </p:nvSpPr>
        <p:spPr>
          <a:xfrm>
            <a:off x="2913480" y="321048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" name=""/>
          <p:cNvSpPr/>
          <p:nvPr/>
        </p:nvSpPr>
        <p:spPr>
          <a:xfrm>
            <a:off x="2913480" y="321048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2328840" y="3302280"/>
            <a:ext cx="122760" cy="2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" spc="-1" strike="noStrike">
                <a:solidFill>
                  <a:srgbClr val="408080"/>
                </a:solidFill>
                <a:latin typeface="DejaVuSans"/>
                <a:ea typeface="DejaVuSans"/>
              </a:rPr>
              <a:t>(CAMBO)</a:t>
            </a:r>
            <a:endParaRPr b="0" lang="en-US" sz="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2721240" y="3202560"/>
            <a:ext cx="21420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" spc="-1" strike="noStrike">
                <a:solidFill>
                  <a:srgbClr val="408080"/>
                </a:solidFill>
                <a:latin typeface="DejaVuSans"/>
                <a:ea typeface="DejaVuSans"/>
              </a:rPr>
              <a:t>Commercieel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2735640" y="3236400"/>
            <a:ext cx="18648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" spc="-1" strike="noStrike">
                <a:solidFill>
                  <a:srgbClr val="408080"/>
                </a:solidFill>
                <a:latin typeface="DejaVuSans"/>
                <a:ea typeface="DejaVuSans"/>
              </a:rPr>
              <a:t>maatwerk /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2798280" y="3273120"/>
            <a:ext cx="6156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" spc="-1" strike="noStrike">
                <a:solidFill>
                  <a:srgbClr val="408080"/>
                </a:solidFill>
                <a:latin typeface="DejaVuSans"/>
                <a:ea typeface="DejaVuSans"/>
              </a:rPr>
              <a:t>LLO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4" name=""/>
          <p:cNvSpPr/>
          <p:nvPr/>
        </p:nvSpPr>
        <p:spPr>
          <a:xfrm>
            <a:off x="2719800" y="2196720"/>
            <a:ext cx="36720" cy="36720"/>
          </a:xfrm>
          <a:custGeom>
            <a:avLst/>
            <a:gdLst/>
            <a:ahLst/>
            <a:rect l="0" t="0" r="r" b="b"/>
            <a:pathLst>
              <a:path w="102" h="102">
                <a:moveTo>
                  <a:pt x="102" y="52"/>
                </a:moveTo>
                <a:cubicBezTo>
                  <a:pt x="102" y="58"/>
                  <a:pt x="101" y="65"/>
                  <a:pt x="98" y="71"/>
                </a:cubicBezTo>
                <a:cubicBezTo>
                  <a:pt x="95" y="77"/>
                  <a:pt x="92" y="83"/>
                  <a:pt x="87" y="87"/>
                </a:cubicBezTo>
                <a:cubicBezTo>
                  <a:pt x="82" y="92"/>
                  <a:pt x="77" y="96"/>
                  <a:pt x="70" y="98"/>
                </a:cubicBezTo>
                <a:cubicBezTo>
                  <a:pt x="63" y="101"/>
                  <a:pt x="57" y="102"/>
                  <a:pt x="50" y="102"/>
                </a:cubicBezTo>
                <a:cubicBezTo>
                  <a:pt x="44" y="102"/>
                  <a:pt x="37" y="101"/>
                  <a:pt x="31" y="98"/>
                </a:cubicBezTo>
                <a:cubicBezTo>
                  <a:pt x="25" y="96"/>
                  <a:pt x="19" y="92"/>
                  <a:pt x="14" y="87"/>
                </a:cubicBezTo>
                <a:cubicBezTo>
                  <a:pt x="10" y="83"/>
                  <a:pt x="6" y="77"/>
                  <a:pt x="3" y="71"/>
                </a:cubicBezTo>
                <a:cubicBezTo>
                  <a:pt x="1" y="65"/>
                  <a:pt x="0" y="58"/>
                  <a:pt x="0" y="52"/>
                </a:cubicBezTo>
                <a:cubicBezTo>
                  <a:pt x="0" y="45"/>
                  <a:pt x="1" y="38"/>
                  <a:pt x="3" y="32"/>
                </a:cubicBezTo>
                <a:cubicBezTo>
                  <a:pt x="6" y="26"/>
                  <a:pt x="10" y="21"/>
                  <a:pt x="14" y="16"/>
                </a:cubicBezTo>
                <a:cubicBezTo>
                  <a:pt x="19" y="11"/>
                  <a:pt x="25" y="6"/>
                  <a:pt x="31" y="4"/>
                </a:cubicBezTo>
                <a:cubicBezTo>
                  <a:pt x="37" y="1"/>
                  <a:pt x="44" y="0"/>
                  <a:pt x="50" y="0"/>
                </a:cubicBezTo>
                <a:cubicBezTo>
                  <a:pt x="57" y="0"/>
                  <a:pt x="63" y="1"/>
                  <a:pt x="70" y="4"/>
                </a:cubicBezTo>
                <a:cubicBezTo>
                  <a:pt x="77" y="6"/>
                  <a:pt x="82" y="11"/>
                  <a:pt x="87" y="16"/>
                </a:cubicBezTo>
                <a:cubicBezTo>
                  <a:pt x="92" y="21"/>
                  <a:pt x="95" y="26"/>
                  <a:pt x="98" y="32"/>
                </a:cubicBezTo>
                <a:cubicBezTo>
                  <a:pt x="101" y="38"/>
                  <a:pt x="102" y="45"/>
                  <a:pt x="102" y="52"/>
                </a:cubicBezTo>
                <a:close/>
              </a:path>
            </a:pathLst>
          </a:custGeom>
          <a:solidFill>
            <a:srgbClr val="5b66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" name=""/>
          <p:cNvSpPr/>
          <p:nvPr/>
        </p:nvSpPr>
        <p:spPr>
          <a:xfrm>
            <a:off x="2999880" y="672120"/>
            <a:ext cx="315000" cy="109800"/>
          </a:xfrm>
          <a:custGeom>
            <a:avLst/>
            <a:gdLst/>
            <a:ahLst/>
            <a:rect l="0" t="0" r="r" b="b"/>
            <a:pathLst>
              <a:path w="875" h="305">
                <a:moveTo>
                  <a:pt x="26" y="0"/>
                </a:moveTo>
                <a:lnTo>
                  <a:pt x="850" y="0"/>
                </a:lnTo>
                <a:cubicBezTo>
                  <a:pt x="857" y="0"/>
                  <a:pt x="863" y="3"/>
                  <a:pt x="867" y="8"/>
                </a:cubicBezTo>
                <a:cubicBezTo>
                  <a:pt x="872" y="13"/>
                  <a:pt x="875" y="19"/>
                  <a:pt x="875" y="25"/>
                </a:cubicBezTo>
                <a:lnTo>
                  <a:pt x="875" y="279"/>
                </a:lnTo>
                <a:cubicBezTo>
                  <a:pt x="875" y="286"/>
                  <a:pt x="872" y="292"/>
                  <a:pt x="867" y="297"/>
                </a:cubicBezTo>
                <a:cubicBezTo>
                  <a:pt x="863" y="302"/>
                  <a:pt x="857" y="305"/>
                  <a:pt x="850" y="305"/>
                </a:cubicBezTo>
                <a:lnTo>
                  <a:pt x="26" y="305"/>
                </a:lnTo>
                <a:cubicBezTo>
                  <a:pt x="19" y="305"/>
                  <a:pt x="13" y="302"/>
                  <a:pt x="8" y="297"/>
                </a:cubicBezTo>
                <a:cubicBezTo>
                  <a:pt x="3" y="292"/>
                  <a:pt x="0" y="286"/>
                  <a:pt x="0" y="279"/>
                </a:cubicBezTo>
                <a:lnTo>
                  <a:pt x="0" y="25"/>
                </a:ln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6" name=""/>
          <p:cNvSpPr/>
          <p:nvPr/>
        </p:nvSpPr>
        <p:spPr>
          <a:xfrm>
            <a:off x="2999880" y="672120"/>
            <a:ext cx="315000" cy="109800"/>
          </a:xfrm>
          <a:custGeom>
            <a:avLst/>
            <a:gdLst/>
            <a:ahLst/>
            <a:rect l="0" t="0" r="r" b="b"/>
            <a:pathLst>
              <a:path w="875" h="305">
                <a:moveTo>
                  <a:pt x="26" y="0"/>
                </a:moveTo>
                <a:lnTo>
                  <a:pt x="850" y="0"/>
                </a:lnTo>
                <a:cubicBezTo>
                  <a:pt x="857" y="0"/>
                  <a:pt x="863" y="3"/>
                  <a:pt x="867" y="8"/>
                </a:cubicBezTo>
                <a:cubicBezTo>
                  <a:pt x="872" y="13"/>
                  <a:pt x="875" y="19"/>
                  <a:pt x="875" y="25"/>
                </a:cubicBezTo>
                <a:lnTo>
                  <a:pt x="875" y="279"/>
                </a:lnTo>
                <a:cubicBezTo>
                  <a:pt x="875" y="286"/>
                  <a:pt x="872" y="292"/>
                  <a:pt x="867" y="297"/>
                </a:cubicBezTo>
                <a:cubicBezTo>
                  <a:pt x="863" y="302"/>
                  <a:pt x="857" y="305"/>
                  <a:pt x="850" y="305"/>
                </a:cubicBezTo>
                <a:lnTo>
                  <a:pt x="26" y="305"/>
                </a:lnTo>
                <a:cubicBezTo>
                  <a:pt x="19" y="305"/>
                  <a:pt x="13" y="302"/>
                  <a:pt x="8" y="297"/>
                </a:cubicBezTo>
                <a:cubicBezTo>
                  <a:pt x="3" y="292"/>
                  <a:pt x="0" y="286"/>
                  <a:pt x="0" y="279"/>
                </a:cubicBezTo>
                <a:lnTo>
                  <a:pt x="0" y="25"/>
                </a:ln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7" name=""/>
          <p:cNvSpPr/>
          <p:nvPr/>
        </p:nvSpPr>
        <p:spPr>
          <a:xfrm>
            <a:off x="3268800" y="69048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" name=""/>
          <p:cNvSpPr/>
          <p:nvPr/>
        </p:nvSpPr>
        <p:spPr>
          <a:xfrm>
            <a:off x="3268800" y="69048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9" name=""/>
          <p:cNvSpPr/>
          <p:nvPr/>
        </p:nvSpPr>
        <p:spPr>
          <a:xfrm>
            <a:off x="3259800" y="69624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0" name=""/>
          <p:cNvSpPr/>
          <p:nvPr/>
        </p:nvSpPr>
        <p:spPr>
          <a:xfrm>
            <a:off x="3259800" y="69624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" name=""/>
          <p:cNvSpPr/>
          <p:nvPr/>
        </p:nvSpPr>
        <p:spPr>
          <a:xfrm>
            <a:off x="3259800" y="7074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" name=""/>
          <p:cNvSpPr/>
          <p:nvPr/>
        </p:nvSpPr>
        <p:spPr>
          <a:xfrm>
            <a:off x="3259800" y="7074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2749680" y="3309480"/>
            <a:ext cx="15912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" spc="-1" strike="noStrike">
                <a:solidFill>
                  <a:srgbClr val="408080"/>
                </a:solidFill>
                <a:latin typeface="DejaVuSans"/>
                <a:ea typeface="DejaVuSans"/>
              </a:rPr>
              <a:t>oplossing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3057840" y="687600"/>
            <a:ext cx="201960" cy="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90" spc="-1" strike="noStrike">
                <a:solidFill>
                  <a:srgbClr val="408080"/>
                </a:solidFill>
                <a:latin typeface="DejaVuSans"/>
                <a:ea typeface="DejaVuSans"/>
              </a:rPr>
              <a:t>Prognose</a:t>
            </a:r>
            <a:endParaRPr b="0" lang="en-US" sz="2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5" name=""/>
          <p:cNvSpPr/>
          <p:nvPr/>
        </p:nvSpPr>
        <p:spPr>
          <a:xfrm>
            <a:off x="1263240" y="1281960"/>
            <a:ext cx="358200" cy="262080"/>
          </a:xfrm>
          <a:custGeom>
            <a:avLst/>
            <a:gdLst/>
            <a:ahLst/>
            <a:rect l="0" t="0" r="r" b="b"/>
            <a:pathLst>
              <a:path w="995" h="728">
                <a:moveTo>
                  <a:pt x="26" y="0"/>
                </a:moveTo>
                <a:lnTo>
                  <a:pt x="970" y="0"/>
                </a:lnTo>
                <a:cubicBezTo>
                  <a:pt x="977" y="0"/>
                  <a:pt x="983" y="3"/>
                  <a:pt x="988" y="8"/>
                </a:cubicBezTo>
                <a:cubicBezTo>
                  <a:pt x="993" y="12"/>
                  <a:pt x="995" y="18"/>
                  <a:pt x="995" y="25"/>
                </a:cubicBezTo>
                <a:lnTo>
                  <a:pt x="995" y="703"/>
                </a:lnTo>
                <a:cubicBezTo>
                  <a:pt x="995" y="710"/>
                  <a:pt x="993" y="716"/>
                  <a:pt x="988" y="721"/>
                </a:cubicBezTo>
                <a:cubicBezTo>
                  <a:pt x="983" y="726"/>
                  <a:pt x="977" y="728"/>
                  <a:pt x="970" y="728"/>
                </a:cubicBezTo>
                <a:lnTo>
                  <a:pt x="26" y="728"/>
                </a:lnTo>
                <a:cubicBezTo>
                  <a:pt x="19" y="728"/>
                  <a:pt x="13" y="726"/>
                  <a:pt x="8" y="721"/>
                </a:cubicBezTo>
                <a:cubicBezTo>
                  <a:pt x="3" y="716"/>
                  <a:pt x="0" y="710"/>
                  <a:pt x="0" y="703"/>
                </a:cubicBezTo>
                <a:lnTo>
                  <a:pt x="0" y="25"/>
                </a:lnTo>
                <a:cubicBezTo>
                  <a:pt x="0" y="18"/>
                  <a:pt x="3" y="12"/>
                  <a:pt x="8" y="8"/>
                </a:cubicBezTo>
                <a:cubicBezTo>
                  <a:pt x="13" y="3"/>
                  <a:pt x="19" y="0"/>
                  <a:pt x="26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6" name=""/>
          <p:cNvSpPr/>
          <p:nvPr/>
        </p:nvSpPr>
        <p:spPr>
          <a:xfrm>
            <a:off x="1263240" y="1281960"/>
            <a:ext cx="358200" cy="262080"/>
          </a:xfrm>
          <a:custGeom>
            <a:avLst/>
            <a:gdLst/>
            <a:ahLst/>
            <a:rect l="0" t="0" r="r" b="b"/>
            <a:pathLst>
              <a:path w="995" h="728">
                <a:moveTo>
                  <a:pt x="26" y="0"/>
                </a:moveTo>
                <a:lnTo>
                  <a:pt x="970" y="0"/>
                </a:lnTo>
                <a:cubicBezTo>
                  <a:pt x="977" y="0"/>
                  <a:pt x="983" y="3"/>
                  <a:pt x="988" y="8"/>
                </a:cubicBezTo>
                <a:cubicBezTo>
                  <a:pt x="993" y="12"/>
                  <a:pt x="995" y="18"/>
                  <a:pt x="995" y="25"/>
                </a:cubicBezTo>
                <a:lnTo>
                  <a:pt x="995" y="703"/>
                </a:lnTo>
                <a:cubicBezTo>
                  <a:pt x="995" y="710"/>
                  <a:pt x="993" y="716"/>
                  <a:pt x="988" y="721"/>
                </a:cubicBezTo>
                <a:cubicBezTo>
                  <a:pt x="983" y="726"/>
                  <a:pt x="977" y="728"/>
                  <a:pt x="970" y="728"/>
                </a:cubicBezTo>
                <a:lnTo>
                  <a:pt x="26" y="728"/>
                </a:lnTo>
                <a:cubicBezTo>
                  <a:pt x="19" y="728"/>
                  <a:pt x="13" y="726"/>
                  <a:pt x="8" y="721"/>
                </a:cubicBezTo>
                <a:cubicBezTo>
                  <a:pt x="3" y="716"/>
                  <a:pt x="0" y="710"/>
                  <a:pt x="0" y="703"/>
                </a:cubicBezTo>
                <a:lnTo>
                  <a:pt x="0" y="25"/>
                </a:lnTo>
                <a:cubicBezTo>
                  <a:pt x="0" y="18"/>
                  <a:pt x="3" y="12"/>
                  <a:pt x="8" y="8"/>
                </a:cubicBezTo>
                <a:cubicBezTo>
                  <a:pt x="13" y="3"/>
                  <a:pt x="19" y="0"/>
                  <a:pt x="26" y="0"/>
                </a:cubicBezTo>
                <a:close/>
              </a:path>
            </a:pathLst>
          </a:custGeom>
          <a:noFill/>
          <a:ln w="3600">
            <a:solidFill>
              <a:srgbClr val="5aa8a8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" name=""/>
          <p:cNvSpPr/>
          <p:nvPr/>
        </p:nvSpPr>
        <p:spPr>
          <a:xfrm>
            <a:off x="1575720" y="130032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" name=""/>
          <p:cNvSpPr/>
          <p:nvPr/>
        </p:nvSpPr>
        <p:spPr>
          <a:xfrm>
            <a:off x="1575720" y="130032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9" name=""/>
          <p:cNvSpPr/>
          <p:nvPr/>
        </p:nvSpPr>
        <p:spPr>
          <a:xfrm>
            <a:off x="1566360" y="13057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0" name=""/>
          <p:cNvSpPr/>
          <p:nvPr/>
        </p:nvSpPr>
        <p:spPr>
          <a:xfrm>
            <a:off x="1566360" y="13057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1" name=""/>
          <p:cNvSpPr/>
          <p:nvPr/>
        </p:nvSpPr>
        <p:spPr>
          <a:xfrm>
            <a:off x="1566360" y="13172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2" name=""/>
          <p:cNvSpPr/>
          <p:nvPr/>
        </p:nvSpPr>
        <p:spPr>
          <a:xfrm>
            <a:off x="1566360" y="13172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3068640" y="732960"/>
            <a:ext cx="180720" cy="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90" spc="-1" strike="noStrike">
                <a:solidFill>
                  <a:srgbClr val="408080"/>
                </a:solidFill>
                <a:latin typeface="DejaVuSans"/>
                <a:ea typeface="DejaVuSans"/>
              </a:rPr>
              <a:t>systeem</a:t>
            </a:r>
            <a:endParaRPr b="0" lang="en-US" sz="2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1327680" y="1297440"/>
            <a:ext cx="236880" cy="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90" spc="-1" strike="noStrike">
                <a:solidFill>
                  <a:srgbClr val="2a5a5a"/>
                </a:solidFill>
                <a:latin typeface="DejaVuSans"/>
                <a:ea typeface="DejaVuSans"/>
              </a:rPr>
              <a:t>Curriculum</a:t>
            </a:r>
            <a:endParaRPr b="0" lang="en-US" sz="2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5" name=""/>
          <p:cNvSpPr/>
          <p:nvPr/>
        </p:nvSpPr>
        <p:spPr>
          <a:xfrm>
            <a:off x="1290600" y="1391040"/>
            <a:ext cx="308160" cy="125640"/>
          </a:xfrm>
          <a:custGeom>
            <a:avLst/>
            <a:gdLst/>
            <a:ahLst/>
            <a:rect l="0" t="0" r="r" b="b"/>
            <a:pathLst>
              <a:path w="856" h="349">
                <a:moveTo>
                  <a:pt x="89" y="0"/>
                </a:moveTo>
                <a:lnTo>
                  <a:pt x="767" y="0"/>
                </a:lnTo>
                <a:cubicBezTo>
                  <a:pt x="779" y="0"/>
                  <a:pt x="790" y="3"/>
                  <a:pt x="801" y="7"/>
                </a:cubicBezTo>
                <a:cubicBezTo>
                  <a:pt x="812" y="12"/>
                  <a:pt x="822" y="18"/>
                  <a:pt x="830" y="26"/>
                </a:cubicBezTo>
                <a:cubicBezTo>
                  <a:pt x="838" y="35"/>
                  <a:pt x="845" y="44"/>
                  <a:pt x="849" y="55"/>
                </a:cubicBezTo>
                <a:cubicBezTo>
                  <a:pt x="854" y="66"/>
                  <a:pt x="856" y="77"/>
                  <a:pt x="856" y="89"/>
                </a:cubicBezTo>
                <a:lnTo>
                  <a:pt x="856" y="261"/>
                </a:lnTo>
                <a:cubicBezTo>
                  <a:pt x="856" y="272"/>
                  <a:pt x="854" y="284"/>
                  <a:pt x="849" y="295"/>
                </a:cubicBezTo>
                <a:cubicBezTo>
                  <a:pt x="845" y="305"/>
                  <a:pt x="838" y="315"/>
                  <a:pt x="830" y="323"/>
                </a:cubicBezTo>
                <a:cubicBezTo>
                  <a:pt x="822" y="332"/>
                  <a:pt x="812" y="338"/>
                  <a:pt x="801" y="342"/>
                </a:cubicBezTo>
                <a:cubicBezTo>
                  <a:pt x="790" y="347"/>
                  <a:pt x="779" y="349"/>
                  <a:pt x="767" y="349"/>
                </a:cubicBezTo>
                <a:lnTo>
                  <a:pt x="89" y="349"/>
                </a:lnTo>
                <a:cubicBezTo>
                  <a:pt x="77" y="349"/>
                  <a:pt x="66" y="347"/>
                  <a:pt x="55" y="342"/>
                </a:cubicBezTo>
                <a:cubicBezTo>
                  <a:pt x="44" y="338"/>
                  <a:pt x="35" y="332"/>
                  <a:pt x="26" y="323"/>
                </a:cubicBezTo>
                <a:cubicBezTo>
                  <a:pt x="18" y="315"/>
                  <a:pt x="12" y="305"/>
                  <a:pt x="7" y="295"/>
                </a:cubicBezTo>
                <a:cubicBezTo>
                  <a:pt x="3" y="284"/>
                  <a:pt x="0" y="272"/>
                  <a:pt x="0" y="261"/>
                </a:cubicBezTo>
                <a:lnTo>
                  <a:pt x="0" y="89"/>
                </a:lnTo>
                <a:cubicBezTo>
                  <a:pt x="0" y="77"/>
                  <a:pt x="3" y="66"/>
                  <a:pt x="7" y="55"/>
                </a:cubicBezTo>
                <a:cubicBezTo>
                  <a:pt x="12" y="44"/>
                  <a:pt x="18" y="35"/>
                  <a:pt x="26" y="26"/>
                </a:cubicBezTo>
                <a:cubicBezTo>
                  <a:pt x="35" y="18"/>
                  <a:pt x="44" y="12"/>
                  <a:pt x="55" y="7"/>
                </a:cubicBezTo>
                <a:cubicBezTo>
                  <a:pt x="66" y="3"/>
                  <a:pt x="77" y="0"/>
                  <a:pt x="89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6" name=""/>
          <p:cNvSpPr/>
          <p:nvPr/>
        </p:nvSpPr>
        <p:spPr>
          <a:xfrm>
            <a:off x="1290600" y="1391040"/>
            <a:ext cx="308160" cy="125640"/>
          </a:xfrm>
          <a:custGeom>
            <a:avLst/>
            <a:gdLst/>
            <a:ahLst/>
            <a:rect l="0" t="0" r="r" b="b"/>
            <a:pathLst>
              <a:path w="856" h="349">
                <a:moveTo>
                  <a:pt x="89" y="0"/>
                </a:moveTo>
                <a:lnTo>
                  <a:pt x="767" y="0"/>
                </a:lnTo>
                <a:cubicBezTo>
                  <a:pt x="779" y="0"/>
                  <a:pt x="790" y="3"/>
                  <a:pt x="801" y="7"/>
                </a:cubicBezTo>
                <a:cubicBezTo>
                  <a:pt x="812" y="12"/>
                  <a:pt x="822" y="18"/>
                  <a:pt x="830" y="26"/>
                </a:cubicBezTo>
                <a:cubicBezTo>
                  <a:pt x="838" y="35"/>
                  <a:pt x="845" y="44"/>
                  <a:pt x="849" y="55"/>
                </a:cubicBezTo>
                <a:cubicBezTo>
                  <a:pt x="854" y="66"/>
                  <a:pt x="856" y="77"/>
                  <a:pt x="856" y="89"/>
                </a:cubicBezTo>
                <a:lnTo>
                  <a:pt x="856" y="261"/>
                </a:lnTo>
                <a:cubicBezTo>
                  <a:pt x="856" y="272"/>
                  <a:pt x="854" y="284"/>
                  <a:pt x="849" y="295"/>
                </a:cubicBezTo>
                <a:cubicBezTo>
                  <a:pt x="845" y="305"/>
                  <a:pt x="838" y="315"/>
                  <a:pt x="830" y="323"/>
                </a:cubicBezTo>
                <a:cubicBezTo>
                  <a:pt x="822" y="332"/>
                  <a:pt x="812" y="338"/>
                  <a:pt x="801" y="342"/>
                </a:cubicBezTo>
                <a:cubicBezTo>
                  <a:pt x="790" y="347"/>
                  <a:pt x="779" y="349"/>
                  <a:pt x="767" y="349"/>
                </a:cubicBezTo>
                <a:lnTo>
                  <a:pt x="89" y="349"/>
                </a:lnTo>
                <a:cubicBezTo>
                  <a:pt x="77" y="349"/>
                  <a:pt x="66" y="347"/>
                  <a:pt x="55" y="342"/>
                </a:cubicBezTo>
                <a:cubicBezTo>
                  <a:pt x="44" y="338"/>
                  <a:pt x="35" y="332"/>
                  <a:pt x="26" y="323"/>
                </a:cubicBezTo>
                <a:cubicBezTo>
                  <a:pt x="18" y="315"/>
                  <a:pt x="12" y="305"/>
                  <a:pt x="7" y="295"/>
                </a:cubicBezTo>
                <a:cubicBezTo>
                  <a:pt x="3" y="284"/>
                  <a:pt x="0" y="272"/>
                  <a:pt x="0" y="261"/>
                </a:cubicBezTo>
                <a:lnTo>
                  <a:pt x="0" y="89"/>
                </a:lnTo>
                <a:cubicBezTo>
                  <a:pt x="0" y="77"/>
                  <a:pt x="3" y="66"/>
                  <a:pt x="7" y="55"/>
                </a:cubicBezTo>
                <a:cubicBezTo>
                  <a:pt x="12" y="44"/>
                  <a:pt x="18" y="35"/>
                  <a:pt x="26" y="26"/>
                </a:cubicBezTo>
                <a:cubicBezTo>
                  <a:pt x="35" y="18"/>
                  <a:pt x="44" y="12"/>
                  <a:pt x="55" y="7"/>
                </a:cubicBezTo>
                <a:cubicBezTo>
                  <a:pt x="66" y="3"/>
                  <a:pt x="77" y="0"/>
                  <a:pt x="89" y="0"/>
                </a:cubicBezTo>
                <a:close/>
              </a:path>
            </a:pathLst>
          </a:custGeom>
          <a:noFill/>
          <a:ln w="216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314360" y="1342800"/>
            <a:ext cx="262800" cy="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90" spc="-1" strike="noStrike">
                <a:solidFill>
                  <a:srgbClr val="2a5a5a"/>
                </a:solidFill>
                <a:latin typeface="DejaVuSans"/>
                <a:ea typeface="DejaVuSans"/>
              </a:rPr>
              <a:t>ontwerptool</a:t>
            </a:r>
            <a:endParaRPr b="0" lang="en-US" sz="2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1325160" y="1403640"/>
            <a:ext cx="235440" cy="3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40" spc="-1" strike="noStrike">
                <a:solidFill>
                  <a:srgbClr val="2a5a5a"/>
                </a:solidFill>
                <a:latin typeface="DejaVuSans"/>
                <a:ea typeface="DejaVuSans"/>
              </a:rPr>
              <a:t>Nominale route</a:t>
            </a:r>
            <a:endParaRPr b="0" lang="en-US" sz="2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373760" y="1440360"/>
            <a:ext cx="136440" cy="3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40" spc="-1" strike="noStrike">
                <a:solidFill>
                  <a:srgbClr val="2a5a5a"/>
                </a:solidFill>
                <a:latin typeface="DejaVuSans"/>
                <a:ea typeface="DejaVuSans"/>
              </a:rPr>
              <a:t>meerjaar</a:t>
            </a:r>
            <a:endParaRPr b="0" lang="en-US" sz="2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0" name=""/>
          <p:cNvSpPr/>
          <p:nvPr/>
        </p:nvSpPr>
        <p:spPr>
          <a:xfrm>
            <a:off x="1855800" y="1281960"/>
            <a:ext cx="385560" cy="398520"/>
          </a:xfrm>
          <a:custGeom>
            <a:avLst/>
            <a:gdLst/>
            <a:ahLst/>
            <a:rect l="0" t="0" r="r" b="b"/>
            <a:pathLst>
              <a:path w="1071" h="1107">
                <a:moveTo>
                  <a:pt x="26" y="0"/>
                </a:moveTo>
                <a:lnTo>
                  <a:pt x="1046" y="0"/>
                </a:lnTo>
                <a:cubicBezTo>
                  <a:pt x="1053" y="0"/>
                  <a:pt x="1059" y="3"/>
                  <a:pt x="1064" y="8"/>
                </a:cubicBezTo>
                <a:cubicBezTo>
                  <a:pt x="1069" y="12"/>
                  <a:pt x="1071" y="18"/>
                  <a:pt x="1071" y="25"/>
                </a:cubicBezTo>
                <a:lnTo>
                  <a:pt x="1071" y="1082"/>
                </a:lnTo>
                <a:cubicBezTo>
                  <a:pt x="1071" y="1089"/>
                  <a:pt x="1069" y="1095"/>
                  <a:pt x="1064" y="1100"/>
                </a:cubicBezTo>
                <a:cubicBezTo>
                  <a:pt x="1059" y="1105"/>
                  <a:pt x="1053" y="1107"/>
                  <a:pt x="1046" y="1107"/>
                </a:cubicBezTo>
                <a:lnTo>
                  <a:pt x="26" y="1107"/>
                </a:lnTo>
                <a:cubicBezTo>
                  <a:pt x="19" y="1107"/>
                  <a:pt x="13" y="1105"/>
                  <a:pt x="8" y="1100"/>
                </a:cubicBezTo>
                <a:cubicBezTo>
                  <a:pt x="3" y="1095"/>
                  <a:pt x="0" y="1089"/>
                  <a:pt x="0" y="1082"/>
                </a:cubicBezTo>
                <a:lnTo>
                  <a:pt x="0" y="25"/>
                </a:lnTo>
                <a:cubicBezTo>
                  <a:pt x="0" y="18"/>
                  <a:pt x="3" y="12"/>
                  <a:pt x="8" y="8"/>
                </a:cubicBezTo>
                <a:cubicBezTo>
                  <a:pt x="13" y="3"/>
                  <a:pt x="19" y="0"/>
                  <a:pt x="26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1" name=""/>
          <p:cNvSpPr/>
          <p:nvPr/>
        </p:nvSpPr>
        <p:spPr>
          <a:xfrm>
            <a:off x="1855800" y="1281960"/>
            <a:ext cx="385560" cy="398520"/>
          </a:xfrm>
          <a:custGeom>
            <a:avLst/>
            <a:gdLst/>
            <a:ahLst/>
            <a:rect l="0" t="0" r="r" b="b"/>
            <a:pathLst>
              <a:path w="1071" h="1107">
                <a:moveTo>
                  <a:pt x="26" y="0"/>
                </a:moveTo>
                <a:lnTo>
                  <a:pt x="1046" y="0"/>
                </a:lnTo>
                <a:cubicBezTo>
                  <a:pt x="1053" y="0"/>
                  <a:pt x="1059" y="3"/>
                  <a:pt x="1064" y="8"/>
                </a:cubicBezTo>
                <a:cubicBezTo>
                  <a:pt x="1069" y="12"/>
                  <a:pt x="1071" y="18"/>
                  <a:pt x="1071" y="25"/>
                </a:cubicBezTo>
                <a:lnTo>
                  <a:pt x="1071" y="1082"/>
                </a:lnTo>
                <a:cubicBezTo>
                  <a:pt x="1071" y="1089"/>
                  <a:pt x="1069" y="1095"/>
                  <a:pt x="1064" y="1100"/>
                </a:cubicBezTo>
                <a:cubicBezTo>
                  <a:pt x="1059" y="1105"/>
                  <a:pt x="1053" y="1107"/>
                  <a:pt x="1046" y="1107"/>
                </a:cubicBezTo>
                <a:lnTo>
                  <a:pt x="26" y="1107"/>
                </a:lnTo>
                <a:cubicBezTo>
                  <a:pt x="19" y="1107"/>
                  <a:pt x="13" y="1105"/>
                  <a:pt x="8" y="1100"/>
                </a:cubicBezTo>
                <a:cubicBezTo>
                  <a:pt x="3" y="1095"/>
                  <a:pt x="0" y="1089"/>
                  <a:pt x="0" y="1082"/>
                </a:cubicBezTo>
                <a:lnTo>
                  <a:pt x="0" y="25"/>
                </a:lnTo>
                <a:cubicBezTo>
                  <a:pt x="0" y="18"/>
                  <a:pt x="3" y="12"/>
                  <a:pt x="8" y="8"/>
                </a:cubicBezTo>
                <a:cubicBezTo>
                  <a:pt x="13" y="3"/>
                  <a:pt x="19" y="0"/>
                  <a:pt x="26" y="0"/>
                </a:cubicBezTo>
                <a:close/>
              </a:path>
            </a:pathLst>
          </a:custGeom>
          <a:noFill/>
          <a:ln w="3600">
            <a:solidFill>
              <a:srgbClr val="5aa8a8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2" name=""/>
          <p:cNvSpPr/>
          <p:nvPr/>
        </p:nvSpPr>
        <p:spPr>
          <a:xfrm>
            <a:off x="2195640" y="130032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3" name=""/>
          <p:cNvSpPr/>
          <p:nvPr/>
        </p:nvSpPr>
        <p:spPr>
          <a:xfrm>
            <a:off x="2195640" y="130032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4" name=""/>
          <p:cNvSpPr/>
          <p:nvPr/>
        </p:nvSpPr>
        <p:spPr>
          <a:xfrm>
            <a:off x="2186280" y="13057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5" name=""/>
          <p:cNvSpPr/>
          <p:nvPr/>
        </p:nvSpPr>
        <p:spPr>
          <a:xfrm>
            <a:off x="2186280" y="13057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6" name=""/>
          <p:cNvSpPr/>
          <p:nvPr/>
        </p:nvSpPr>
        <p:spPr>
          <a:xfrm>
            <a:off x="2186280" y="13172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7" name=""/>
          <p:cNvSpPr/>
          <p:nvPr/>
        </p:nvSpPr>
        <p:spPr>
          <a:xfrm>
            <a:off x="2186280" y="13172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1362600" y="1476720"/>
            <a:ext cx="163800" cy="3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40" spc="-1" strike="noStrike">
                <a:solidFill>
                  <a:srgbClr val="2a5a5a"/>
                </a:solidFill>
                <a:latin typeface="DejaVuSans"/>
                <a:ea typeface="DejaVuSans"/>
              </a:rPr>
              <a:t>uitwerking</a:t>
            </a:r>
            <a:endParaRPr b="0" lang="en-US" sz="2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9" name=""/>
          <p:cNvSpPr/>
          <p:nvPr/>
        </p:nvSpPr>
        <p:spPr>
          <a:xfrm>
            <a:off x="1883160" y="1391040"/>
            <a:ext cx="330840" cy="125640"/>
          </a:xfrm>
          <a:custGeom>
            <a:avLst/>
            <a:gdLst/>
            <a:ahLst/>
            <a:rect l="0" t="0" r="r" b="b"/>
            <a:pathLst>
              <a:path w="919" h="349">
                <a:moveTo>
                  <a:pt x="89" y="0"/>
                </a:moveTo>
                <a:lnTo>
                  <a:pt x="831" y="0"/>
                </a:lnTo>
                <a:cubicBezTo>
                  <a:pt x="842" y="0"/>
                  <a:pt x="854" y="3"/>
                  <a:pt x="865" y="7"/>
                </a:cubicBezTo>
                <a:cubicBezTo>
                  <a:pt x="875" y="12"/>
                  <a:pt x="885" y="18"/>
                  <a:pt x="893" y="26"/>
                </a:cubicBezTo>
                <a:cubicBezTo>
                  <a:pt x="902" y="35"/>
                  <a:pt x="908" y="44"/>
                  <a:pt x="912" y="55"/>
                </a:cubicBezTo>
                <a:cubicBezTo>
                  <a:pt x="917" y="66"/>
                  <a:pt x="919" y="77"/>
                  <a:pt x="919" y="89"/>
                </a:cubicBezTo>
                <a:lnTo>
                  <a:pt x="919" y="261"/>
                </a:lnTo>
                <a:cubicBezTo>
                  <a:pt x="919" y="272"/>
                  <a:pt x="917" y="284"/>
                  <a:pt x="912" y="295"/>
                </a:cubicBezTo>
                <a:cubicBezTo>
                  <a:pt x="908" y="305"/>
                  <a:pt x="902" y="315"/>
                  <a:pt x="893" y="323"/>
                </a:cubicBezTo>
                <a:cubicBezTo>
                  <a:pt x="885" y="332"/>
                  <a:pt x="875" y="338"/>
                  <a:pt x="865" y="342"/>
                </a:cubicBezTo>
                <a:cubicBezTo>
                  <a:pt x="854" y="347"/>
                  <a:pt x="842" y="349"/>
                  <a:pt x="831" y="349"/>
                </a:cubicBezTo>
                <a:lnTo>
                  <a:pt x="89" y="349"/>
                </a:lnTo>
                <a:cubicBezTo>
                  <a:pt x="77" y="349"/>
                  <a:pt x="66" y="347"/>
                  <a:pt x="55" y="342"/>
                </a:cubicBezTo>
                <a:cubicBezTo>
                  <a:pt x="44" y="338"/>
                  <a:pt x="35" y="332"/>
                  <a:pt x="26" y="323"/>
                </a:cubicBezTo>
                <a:cubicBezTo>
                  <a:pt x="18" y="315"/>
                  <a:pt x="12" y="305"/>
                  <a:pt x="7" y="295"/>
                </a:cubicBezTo>
                <a:cubicBezTo>
                  <a:pt x="3" y="284"/>
                  <a:pt x="0" y="272"/>
                  <a:pt x="0" y="261"/>
                </a:cubicBezTo>
                <a:lnTo>
                  <a:pt x="0" y="89"/>
                </a:lnTo>
                <a:cubicBezTo>
                  <a:pt x="0" y="77"/>
                  <a:pt x="3" y="66"/>
                  <a:pt x="7" y="55"/>
                </a:cubicBezTo>
                <a:cubicBezTo>
                  <a:pt x="12" y="44"/>
                  <a:pt x="18" y="35"/>
                  <a:pt x="26" y="26"/>
                </a:cubicBezTo>
                <a:cubicBezTo>
                  <a:pt x="35" y="18"/>
                  <a:pt x="44" y="12"/>
                  <a:pt x="55" y="7"/>
                </a:cubicBezTo>
                <a:cubicBezTo>
                  <a:pt x="66" y="3"/>
                  <a:pt x="77" y="0"/>
                  <a:pt x="89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0" name=""/>
          <p:cNvSpPr/>
          <p:nvPr/>
        </p:nvSpPr>
        <p:spPr>
          <a:xfrm>
            <a:off x="1883160" y="1391040"/>
            <a:ext cx="330840" cy="125640"/>
          </a:xfrm>
          <a:custGeom>
            <a:avLst/>
            <a:gdLst/>
            <a:ahLst/>
            <a:rect l="0" t="0" r="r" b="b"/>
            <a:pathLst>
              <a:path w="919" h="349">
                <a:moveTo>
                  <a:pt x="89" y="0"/>
                </a:moveTo>
                <a:lnTo>
                  <a:pt x="831" y="0"/>
                </a:lnTo>
                <a:cubicBezTo>
                  <a:pt x="842" y="0"/>
                  <a:pt x="854" y="3"/>
                  <a:pt x="865" y="7"/>
                </a:cubicBezTo>
                <a:cubicBezTo>
                  <a:pt x="875" y="12"/>
                  <a:pt x="885" y="18"/>
                  <a:pt x="893" y="26"/>
                </a:cubicBezTo>
                <a:cubicBezTo>
                  <a:pt x="902" y="35"/>
                  <a:pt x="908" y="44"/>
                  <a:pt x="912" y="55"/>
                </a:cubicBezTo>
                <a:cubicBezTo>
                  <a:pt x="917" y="66"/>
                  <a:pt x="919" y="77"/>
                  <a:pt x="919" y="89"/>
                </a:cubicBezTo>
                <a:lnTo>
                  <a:pt x="919" y="261"/>
                </a:lnTo>
                <a:cubicBezTo>
                  <a:pt x="919" y="272"/>
                  <a:pt x="917" y="284"/>
                  <a:pt x="912" y="295"/>
                </a:cubicBezTo>
                <a:cubicBezTo>
                  <a:pt x="908" y="305"/>
                  <a:pt x="902" y="315"/>
                  <a:pt x="893" y="323"/>
                </a:cubicBezTo>
                <a:cubicBezTo>
                  <a:pt x="885" y="332"/>
                  <a:pt x="875" y="338"/>
                  <a:pt x="865" y="342"/>
                </a:cubicBezTo>
                <a:cubicBezTo>
                  <a:pt x="854" y="347"/>
                  <a:pt x="842" y="349"/>
                  <a:pt x="831" y="349"/>
                </a:cubicBezTo>
                <a:lnTo>
                  <a:pt x="89" y="349"/>
                </a:lnTo>
                <a:cubicBezTo>
                  <a:pt x="77" y="349"/>
                  <a:pt x="66" y="347"/>
                  <a:pt x="55" y="342"/>
                </a:cubicBezTo>
                <a:cubicBezTo>
                  <a:pt x="44" y="338"/>
                  <a:pt x="35" y="332"/>
                  <a:pt x="26" y="323"/>
                </a:cubicBezTo>
                <a:cubicBezTo>
                  <a:pt x="18" y="315"/>
                  <a:pt x="12" y="305"/>
                  <a:pt x="7" y="295"/>
                </a:cubicBezTo>
                <a:cubicBezTo>
                  <a:pt x="3" y="284"/>
                  <a:pt x="0" y="272"/>
                  <a:pt x="0" y="261"/>
                </a:cubicBezTo>
                <a:lnTo>
                  <a:pt x="0" y="89"/>
                </a:lnTo>
                <a:cubicBezTo>
                  <a:pt x="0" y="77"/>
                  <a:pt x="3" y="66"/>
                  <a:pt x="7" y="55"/>
                </a:cubicBezTo>
                <a:cubicBezTo>
                  <a:pt x="12" y="44"/>
                  <a:pt x="18" y="35"/>
                  <a:pt x="26" y="26"/>
                </a:cubicBezTo>
                <a:cubicBezTo>
                  <a:pt x="35" y="18"/>
                  <a:pt x="44" y="12"/>
                  <a:pt x="55" y="7"/>
                </a:cubicBezTo>
                <a:cubicBezTo>
                  <a:pt x="66" y="3"/>
                  <a:pt x="77" y="0"/>
                  <a:pt x="89" y="0"/>
                </a:cubicBezTo>
                <a:close/>
              </a:path>
            </a:pathLst>
          </a:custGeom>
          <a:noFill/>
          <a:ln w="216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1892160" y="1324080"/>
            <a:ext cx="32688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2a5a5a"/>
                </a:solidFill>
                <a:latin typeface="DejaVuSans"/>
                <a:ea typeface="DejaVuSans"/>
              </a:rPr>
              <a:t>Onderwijscatalogus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922760" y="1428480"/>
            <a:ext cx="243000" cy="2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" spc="-1" strike="noStrike">
                <a:solidFill>
                  <a:srgbClr val="2a5a5a"/>
                </a:solidFill>
                <a:latin typeface="DejaVuSans"/>
                <a:ea typeface="DejaVuSans"/>
              </a:rPr>
              <a:t>Onderwijsspeciﬁcatie</a:t>
            </a:r>
            <a:endParaRPr b="0" lang="en-US" sz="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3" name=""/>
          <p:cNvSpPr/>
          <p:nvPr/>
        </p:nvSpPr>
        <p:spPr>
          <a:xfrm>
            <a:off x="1165320" y="1787040"/>
            <a:ext cx="554040" cy="125640"/>
          </a:xfrm>
          <a:custGeom>
            <a:avLst/>
            <a:gdLst/>
            <a:ahLst/>
            <a:rect l="0" t="0" r="r" b="b"/>
            <a:pathLst>
              <a:path w="1539" h="349">
                <a:moveTo>
                  <a:pt x="25" y="0"/>
                </a:moveTo>
                <a:lnTo>
                  <a:pt x="1514" y="0"/>
                </a:lnTo>
                <a:cubicBezTo>
                  <a:pt x="1521" y="0"/>
                  <a:pt x="1527" y="3"/>
                  <a:pt x="1532" y="8"/>
                </a:cubicBezTo>
                <a:cubicBezTo>
                  <a:pt x="1537" y="13"/>
                  <a:pt x="1539" y="19"/>
                  <a:pt x="1539" y="26"/>
                </a:cubicBezTo>
                <a:lnTo>
                  <a:pt x="1539" y="324"/>
                </a:lnTo>
                <a:cubicBezTo>
                  <a:pt x="1539" y="331"/>
                  <a:pt x="1537" y="337"/>
                  <a:pt x="1532" y="341"/>
                </a:cubicBezTo>
                <a:cubicBezTo>
                  <a:pt x="1527" y="346"/>
                  <a:pt x="1521" y="349"/>
                  <a:pt x="1514" y="349"/>
                </a:cubicBezTo>
                <a:lnTo>
                  <a:pt x="25" y="349"/>
                </a:lnTo>
                <a:cubicBezTo>
                  <a:pt x="18" y="349"/>
                  <a:pt x="13" y="346"/>
                  <a:pt x="8" y="341"/>
                </a:cubicBezTo>
                <a:cubicBezTo>
                  <a:pt x="3" y="337"/>
                  <a:pt x="0" y="331"/>
                  <a:pt x="0" y="324"/>
                </a:cubicBezTo>
                <a:lnTo>
                  <a:pt x="0" y="26"/>
                </a:ln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8" y="0"/>
                  <a:pt x="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4" name=""/>
          <p:cNvSpPr/>
          <p:nvPr/>
        </p:nvSpPr>
        <p:spPr>
          <a:xfrm>
            <a:off x="1165320" y="1787040"/>
            <a:ext cx="554040" cy="125640"/>
          </a:xfrm>
          <a:custGeom>
            <a:avLst/>
            <a:gdLst/>
            <a:ahLst/>
            <a:rect l="0" t="0" r="r" b="b"/>
            <a:pathLst>
              <a:path w="1539" h="349">
                <a:moveTo>
                  <a:pt x="25" y="0"/>
                </a:moveTo>
                <a:lnTo>
                  <a:pt x="1514" y="0"/>
                </a:lnTo>
                <a:cubicBezTo>
                  <a:pt x="1521" y="0"/>
                  <a:pt x="1527" y="3"/>
                  <a:pt x="1532" y="8"/>
                </a:cubicBezTo>
                <a:cubicBezTo>
                  <a:pt x="1537" y="13"/>
                  <a:pt x="1539" y="19"/>
                  <a:pt x="1539" y="26"/>
                </a:cubicBezTo>
                <a:lnTo>
                  <a:pt x="1539" y="324"/>
                </a:lnTo>
                <a:cubicBezTo>
                  <a:pt x="1539" y="331"/>
                  <a:pt x="1537" y="337"/>
                  <a:pt x="1532" y="341"/>
                </a:cubicBezTo>
                <a:cubicBezTo>
                  <a:pt x="1527" y="346"/>
                  <a:pt x="1521" y="349"/>
                  <a:pt x="1514" y="349"/>
                </a:cubicBezTo>
                <a:lnTo>
                  <a:pt x="25" y="349"/>
                </a:lnTo>
                <a:cubicBezTo>
                  <a:pt x="18" y="349"/>
                  <a:pt x="13" y="346"/>
                  <a:pt x="8" y="341"/>
                </a:cubicBezTo>
                <a:cubicBezTo>
                  <a:pt x="3" y="337"/>
                  <a:pt x="0" y="331"/>
                  <a:pt x="0" y="324"/>
                </a:cubicBezTo>
                <a:lnTo>
                  <a:pt x="0" y="26"/>
                </a:ln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5" name=""/>
          <p:cNvSpPr/>
          <p:nvPr/>
        </p:nvSpPr>
        <p:spPr>
          <a:xfrm>
            <a:off x="1673640" y="180540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6" name=""/>
          <p:cNvSpPr/>
          <p:nvPr/>
        </p:nvSpPr>
        <p:spPr>
          <a:xfrm>
            <a:off x="1673640" y="180540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7" name=""/>
          <p:cNvSpPr/>
          <p:nvPr/>
        </p:nvSpPr>
        <p:spPr>
          <a:xfrm>
            <a:off x="1664640" y="18111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8" name=""/>
          <p:cNvSpPr/>
          <p:nvPr/>
        </p:nvSpPr>
        <p:spPr>
          <a:xfrm>
            <a:off x="1664640" y="18111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9" name=""/>
          <p:cNvSpPr/>
          <p:nvPr/>
        </p:nvSpPr>
        <p:spPr>
          <a:xfrm>
            <a:off x="1664640" y="18223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0" name=""/>
          <p:cNvSpPr/>
          <p:nvPr/>
        </p:nvSpPr>
        <p:spPr>
          <a:xfrm>
            <a:off x="1664640" y="18223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986840" y="1458000"/>
            <a:ext cx="122760" cy="2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" spc="-1" strike="noStrike">
                <a:solidFill>
                  <a:srgbClr val="2a5a5a"/>
                </a:solidFill>
                <a:latin typeface="DejaVuSans"/>
                <a:ea typeface="DejaVuSans"/>
              </a:rPr>
              <a:t>uitwerking</a:t>
            </a:r>
            <a:endParaRPr b="0" lang="en-US" sz="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2" name=""/>
          <p:cNvSpPr/>
          <p:nvPr/>
        </p:nvSpPr>
        <p:spPr>
          <a:xfrm>
            <a:off x="2945160" y="2531160"/>
            <a:ext cx="358200" cy="146160"/>
          </a:xfrm>
          <a:custGeom>
            <a:avLst/>
            <a:gdLst/>
            <a:ahLst/>
            <a:rect l="0" t="0" r="r" b="b"/>
            <a:pathLst>
              <a:path w="995" h="406">
                <a:moveTo>
                  <a:pt x="26" y="0"/>
                </a:moveTo>
                <a:lnTo>
                  <a:pt x="970" y="0"/>
                </a:lnTo>
                <a:cubicBezTo>
                  <a:pt x="977" y="0"/>
                  <a:pt x="983" y="3"/>
                  <a:pt x="988" y="7"/>
                </a:cubicBezTo>
                <a:cubicBezTo>
                  <a:pt x="993" y="12"/>
                  <a:pt x="995" y="18"/>
                  <a:pt x="995" y="25"/>
                </a:cubicBezTo>
                <a:lnTo>
                  <a:pt x="995" y="380"/>
                </a:lnTo>
                <a:cubicBezTo>
                  <a:pt x="995" y="387"/>
                  <a:pt x="993" y="393"/>
                  <a:pt x="988" y="398"/>
                </a:cubicBezTo>
                <a:cubicBezTo>
                  <a:pt x="983" y="403"/>
                  <a:pt x="977" y="406"/>
                  <a:pt x="970" y="406"/>
                </a:cubicBezTo>
                <a:lnTo>
                  <a:pt x="26" y="406"/>
                </a:lnTo>
                <a:cubicBezTo>
                  <a:pt x="19" y="406"/>
                  <a:pt x="13" y="403"/>
                  <a:pt x="8" y="398"/>
                </a:cubicBezTo>
                <a:cubicBezTo>
                  <a:pt x="3" y="393"/>
                  <a:pt x="0" y="387"/>
                  <a:pt x="0" y="380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3"/>
                  <a:pt x="19" y="0"/>
                  <a:pt x="26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3" name=""/>
          <p:cNvSpPr/>
          <p:nvPr/>
        </p:nvSpPr>
        <p:spPr>
          <a:xfrm>
            <a:off x="2945160" y="2531160"/>
            <a:ext cx="358200" cy="146160"/>
          </a:xfrm>
          <a:custGeom>
            <a:avLst/>
            <a:gdLst/>
            <a:ahLst/>
            <a:rect l="0" t="0" r="r" b="b"/>
            <a:pathLst>
              <a:path w="995" h="406">
                <a:moveTo>
                  <a:pt x="26" y="0"/>
                </a:moveTo>
                <a:lnTo>
                  <a:pt x="970" y="0"/>
                </a:lnTo>
                <a:cubicBezTo>
                  <a:pt x="977" y="0"/>
                  <a:pt x="983" y="3"/>
                  <a:pt x="988" y="7"/>
                </a:cubicBezTo>
                <a:cubicBezTo>
                  <a:pt x="993" y="12"/>
                  <a:pt x="995" y="18"/>
                  <a:pt x="995" y="25"/>
                </a:cubicBezTo>
                <a:lnTo>
                  <a:pt x="995" y="380"/>
                </a:lnTo>
                <a:cubicBezTo>
                  <a:pt x="995" y="387"/>
                  <a:pt x="993" y="393"/>
                  <a:pt x="988" y="398"/>
                </a:cubicBezTo>
                <a:cubicBezTo>
                  <a:pt x="983" y="403"/>
                  <a:pt x="977" y="406"/>
                  <a:pt x="970" y="406"/>
                </a:cubicBezTo>
                <a:lnTo>
                  <a:pt x="26" y="406"/>
                </a:lnTo>
                <a:cubicBezTo>
                  <a:pt x="19" y="406"/>
                  <a:pt x="13" y="403"/>
                  <a:pt x="8" y="398"/>
                </a:cubicBezTo>
                <a:cubicBezTo>
                  <a:pt x="3" y="393"/>
                  <a:pt x="0" y="387"/>
                  <a:pt x="0" y="380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3"/>
                  <a:pt x="19" y="0"/>
                  <a:pt x="26" y="0"/>
                </a:cubicBezTo>
                <a:close/>
              </a:path>
            </a:pathLst>
          </a:custGeom>
          <a:noFill/>
          <a:ln w="3600">
            <a:solidFill>
              <a:srgbClr val="5aa8a8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4" name=""/>
          <p:cNvSpPr/>
          <p:nvPr/>
        </p:nvSpPr>
        <p:spPr>
          <a:xfrm>
            <a:off x="3257640" y="254952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5" name=""/>
          <p:cNvSpPr/>
          <p:nvPr/>
        </p:nvSpPr>
        <p:spPr>
          <a:xfrm>
            <a:off x="3257640" y="254952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6" name=""/>
          <p:cNvSpPr/>
          <p:nvPr/>
        </p:nvSpPr>
        <p:spPr>
          <a:xfrm>
            <a:off x="3248280" y="25549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7" name=""/>
          <p:cNvSpPr/>
          <p:nvPr/>
        </p:nvSpPr>
        <p:spPr>
          <a:xfrm>
            <a:off x="3248280" y="25549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8" name=""/>
          <p:cNvSpPr/>
          <p:nvPr/>
        </p:nvSpPr>
        <p:spPr>
          <a:xfrm>
            <a:off x="3248280" y="25664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9" name=""/>
          <p:cNvSpPr/>
          <p:nvPr/>
        </p:nvSpPr>
        <p:spPr>
          <a:xfrm>
            <a:off x="3248280" y="25664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1193400" y="1838160"/>
            <a:ext cx="51732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Onderwijsprogrammacatalogus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2993400" y="2555280"/>
            <a:ext cx="266040" cy="3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" spc="-1" strike="noStrike">
                <a:solidFill>
                  <a:srgbClr val="2a5a5a"/>
                </a:solidFill>
                <a:latin typeface="DejaVuSans"/>
                <a:ea typeface="DejaVuSans"/>
              </a:rPr>
              <a:t>Kernregistratie</a:t>
            </a:r>
            <a:endParaRPr b="0" lang="en-US" sz="2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3052800" y="2591640"/>
            <a:ext cx="146880" cy="3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" spc="-1" strike="noStrike">
                <a:solidFill>
                  <a:srgbClr val="2a5a5a"/>
                </a:solidFill>
                <a:latin typeface="DejaVuSans"/>
                <a:ea typeface="DejaVuSans"/>
              </a:rPr>
              <a:t>systeem</a:t>
            </a:r>
            <a:endParaRPr b="0" lang="en-US" sz="2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3" name=""/>
          <p:cNvSpPr/>
          <p:nvPr/>
        </p:nvSpPr>
        <p:spPr>
          <a:xfrm>
            <a:off x="2945160" y="2795040"/>
            <a:ext cx="358200" cy="125640"/>
          </a:xfrm>
          <a:custGeom>
            <a:avLst/>
            <a:gdLst/>
            <a:ahLst/>
            <a:rect l="0" t="0" r="r" b="b"/>
            <a:pathLst>
              <a:path w="995" h="349">
                <a:moveTo>
                  <a:pt x="26" y="0"/>
                </a:moveTo>
                <a:lnTo>
                  <a:pt x="970" y="0"/>
                </a:lnTo>
                <a:cubicBezTo>
                  <a:pt x="977" y="0"/>
                  <a:pt x="983" y="3"/>
                  <a:pt x="988" y="8"/>
                </a:cubicBezTo>
                <a:cubicBezTo>
                  <a:pt x="993" y="13"/>
                  <a:pt x="995" y="19"/>
                  <a:pt x="995" y="26"/>
                </a:cubicBezTo>
                <a:lnTo>
                  <a:pt x="995" y="324"/>
                </a:lnTo>
                <a:cubicBezTo>
                  <a:pt x="995" y="331"/>
                  <a:pt x="993" y="337"/>
                  <a:pt x="988" y="341"/>
                </a:cubicBezTo>
                <a:cubicBezTo>
                  <a:pt x="983" y="346"/>
                  <a:pt x="977" y="349"/>
                  <a:pt x="970" y="349"/>
                </a:cubicBezTo>
                <a:lnTo>
                  <a:pt x="26" y="349"/>
                </a:lnTo>
                <a:cubicBezTo>
                  <a:pt x="19" y="349"/>
                  <a:pt x="13" y="346"/>
                  <a:pt x="8" y="341"/>
                </a:cubicBezTo>
                <a:cubicBezTo>
                  <a:pt x="3" y="337"/>
                  <a:pt x="0" y="331"/>
                  <a:pt x="0" y="324"/>
                </a:cubicBezTo>
                <a:lnTo>
                  <a:pt x="0" y="26"/>
                </a:ln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4" name=""/>
          <p:cNvSpPr/>
          <p:nvPr/>
        </p:nvSpPr>
        <p:spPr>
          <a:xfrm>
            <a:off x="2945160" y="2795040"/>
            <a:ext cx="358200" cy="125640"/>
          </a:xfrm>
          <a:custGeom>
            <a:avLst/>
            <a:gdLst/>
            <a:ahLst/>
            <a:rect l="0" t="0" r="r" b="b"/>
            <a:pathLst>
              <a:path w="995" h="349">
                <a:moveTo>
                  <a:pt x="26" y="0"/>
                </a:moveTo>
                <a:lnTo>
                  <a:pt x="970" y="0"/>
                </a:lnTo>
                <a:cubicBezTo>
                  <a:pt x="977" y="0"/>
                  <a:pt x="983" y="3"/>
                  <a:pt x="988" y="8"/>
                </a:cubicBezTo>
                <a:cubicBezTo>
                  <a:pt x="993" y="13"/>
                  <a:pt x="995" y="19"/>
                  <a:pt x="995" y="26"/>
                </a:cubicBezTo>
                <a:lnTo>
                  <a:pt x="995" y="324"/>
                </a:lnTo>
                <a:cubicBezTo>
                  <a:pt x="995" y="331"/>
                  <a:pt x="993" y="337"/>
                  <a:pt x="988" y="341"/>
                </a:cubicBezTo>
                <a:cubicBezTo>
                  <a:pt x="983" y="346"/>
                  <a:pt x="977" y="349"/>
                  <a:pt x="970" y="349"/>
                </a:cubicBezTo>
                <a:lnTo>
                  <a:pt x="26" y="349"/>
                </a:lnTo>
                <a:cubicBezTo>
                  <a:pt x="19" y="349"/>
                  <a:pt x="13" y="346"/>
                  <a:pt x="8" y="341"/>
                </a:cubicBezTo>
                <a:cubicBezTo>
                  <a:pt x="3" y="337"/>
                  <a:pt x="0" y="331"/>
                  <a:pt x="0" y="324"/>
                </a:cubicBezTo>
                <a:lnTo>
                  <a:pt x="0" y="26"/>
                </a:ln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lose/>
              </a:path>
            </a:pathLst>
          </a:custGeom>
          <a:noFill/>
          <a:ln w="3600">
            <a:solidFill>
              <a:srgbClr val="5aa8a8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5" name=""/>
          <p:cNvSpPr/>
          <p:nvPr/>
        </p:nvSpPr>
        <p:spPr>
          <a:xfrm>
            <a:off x="3257640" y="281340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6" name=""/>
          <p:cNvSpPr/>
          <p:nvPr/>
        </p:nvSpPr>
        <p:spPr>
          <a:xfrm>
            <a:off x="3257640" y="281340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7" name=""/>
          <p:cNvSpPr/>
          <p:nvPr/>
        </p:nvSpPr>
        <p:spPr>
          <a:xfrm>
            <a:off x="3248280" y="28191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8" name=""/>
          <p:cNvSpPr/>
          <p:nvPr/>
        </p:nvSpPr>
        <p:spPr>
          <a:xfrm>
            <a:off x="3248280" y="28191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9" name=""/>
          <p:cNvSpPr/>
          <p:nvPr/>
        </p:nvSpPr>
        <p:spPr>
          <a:xfrm>
            <a:off x="3248280" y="28303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0" name=""/>
          <p:cNvSpPr/>
          <p:nvPr/>
        </p:nvSpPr>
        <p:spPr>
          <a:xfrm>
            <a:off x="3248280" y="28303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2982960" y="2628000"/>
            <a:ext cx="282600" cy="3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" spc="-1" strike="noStrike">
                <a:solidFill>
                  <a:srgbClr val="2a5a5a"/>
                </a:solidFill>
                <a:latin typeface="DejaVuSans"/>
                <a:ea typeface="DejaVuSans"/>
              </a:rPr>
              <a:t>studenten (KRS)</a:t>
            </a:r>
            <a:endParaRPr b="0" lang="en-US" sz="2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2998080" y="2821680"/>
            <a:ext cx="253800" cy="3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" spc="-1" strike="noStrike">
                <a:solidFill>
                  <a:srgbClr val="2a5a5a"/>
                </a:solidFill>
                <a:latin typeface="DejaVuSans"/>
                <a:ea typeface="DejaVuSans"/>
              </a:rPr>
              <a:t>Student volg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3" name=""/>
          <p:cNvSpPr/>
          <p:nvPr/>
        </p:nvSpPr>
        <p:spPr>
          <a:xfrm>
            <a:off x="2127240" y="2729160"/>
            <a:ext cx="273600" cy="125640"/>
          </a:xfrm>
          <a:custGeom>
            <a:avLst/>
            <a:gdLst/>
            <a:ahLst/>
            <a:rect l="0" t="0" r="r" b="b"/>
            <a:pathLst>
              <a:path w="760" h="349">
                <a:moveTo>
                  <a:pt x="25" y="0"/>
                </a:moveTo>
                <a:lnTo>
                  <a:pt x="735" y="0"/>
                </a:lnTo>
                <a:cubicBezTo>
                  <a:pt x="742" y="0"/>
                  <a:pt x="748" y="2"/>
                  <a:pt x="753" y="7"/>
                </a:cubicBezTo>
                <a:cubicBezTo>
                  <a:pt x="758" y="12"/>
                  <a:pt x="760" y="18"/>
                  <a:pt x="760" y="25"/>
                </a:cubicBezTo>
                <a:lnTo>
                  <a:pt x="760" y="323"/>
                </a:lnTo>
                <a:cubicBezTo>
                  <a:pt x="760" y="330"/>
                  <a:pt x="758" y="336"/>
                  <a:pt x="753" y="341"/>
                </a:cubicBezTo>
                <a:cubicBezTo>
                  <a:pt x="748" y="346"/>
                  <a:pt x="742" y="349"/>
                  <a:pt x="735" y="349"/>
                </a:cubicBezTo>
                <a:lnTo>
                  <a:pt x="25" y="349"/>
                </a:lnTo>
                <a:cubicBezTo>
                  <a:pt x="18" y="349"/>
                  <a:pt x="12" y="346"/>
                  <a:pt x="7" y="341"/>
                </a:cubicBezTo>
                <a:cubicBezTo>
                  <a:pt x="2" y="336"/>
                  <a:pt x="0" y="330"/>
                  <a:pt x="0" y="323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4" name=""/>
          <p:cNvSpPr/>
          <p:nvPr/>
        </p:nvSpPr>
        <p:spPr>
          <a:xfrm>
            <a:off x="2127240" y="2729160"/>
            <a:ext cx="273600" cy="125640"/>
          </a:xfrm>
          <a:custGeom>
            <a:avLst/>
            <a:gdLst/>
            <a:ahLst/>
            <a:rect l="0" t="0" r="r" b="b"/>
            <a:pathLst>
              <a:path w="760" h="349">
                <a:moveTo>
                  <a:pt x="25" y="0"/>
                </a:moveTo>
                <a:lnTo>
                  <a:pt x="735" y="0"/>
                </a:lnTo>
                <a:cubicBezTo>
                  <a:pt x="742" y="0"/>
                  <a:pt x="748" y="2"/>
                  <a:pt x="753" y="7"/>
                </a:cubicBezTo>
                <a:cubicBezTo>
                  <a:pt x="758" y="12"/>
                  <a:pt x="760" y="18"/>
                  <a:pt x="760" y="25"/>
                </a:cubicBezTo>
                <a:lnTo>
                  <a:pt x="760" y="323"/>
                </a:lnTo>
                <a:cubicBezTo>
                  <a:pt x="760" y="330"/>
                  <a:pt x="758" y="336"/>
                  <a:pt x="753" y="341"/>
                </a:cubicBezTo>
                <a:cubicBezTo>
                  <a:pt x="748" y="346"/>
                  <a:pt x="742" y="349"/>
                  <a:pt x="735" y="349"/>
                </a:cubicBezTo>
                <a:lnTo>
                  <a:pt x="25" y="349"/>
                </a:lnTo>
                <a:cubicBezTo>
                  <a:pt x="18" y="349"/>
                  <a:pt x="12" y="346"/>
                  <a:pt x="7" y="341"/>
                </a:cubicBezTo>
                <a:cubicBezTo>
                  <a:pt x="2" y="336"/>
                  <a:pt x="0" y="330"/>
                  <a:pt x="0" y="323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5" name=""/>
          <p:cNvSpPr/>
          <p:nvPr/>
        </p:nvSpPr>
        <p:spPr>
          <a:xfrm>
            <a:off x="2355120" y="274752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6" name=""/>
          <p:cNvSpPr/>
          <p:nvPr/>
        </p:nvSpPr>
        <p:spPr>
          <a:xfrm>
            <a:off x="2355120" y="274752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7" name=""/>
          <p:cNvSpPr/>
          <p:nvPr/>
        </p:nvSpPr>
        <p:spPr>
          <a:xfrm>
            <a:off x="2345760" y="27529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8" name=""/>
          <p:cNvSpPr/>
          <p:nvPr/>
        </p:nvSpPr>
        <p:spPr>
          <a:xfrm>
            <a:off x="2345760" y="27529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9" name=""/>
          <p:cNvSpPr/>
          <p:nvPr/>
        </p:nvSpPr>
        <p:spPr>
          <a:xfrm>
            <a:off x="2345760" y="27644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0" name=""/>
          <p:cNvSpPr/>
          <p:nvPr/>
        </p:nvSpPr>
        <p:spPr>
          <a:xfrm>
            <a:off x="2345760" y="27644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2981160" y="2864880"/>
            <a:ext cx="293400" cy="3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" spc="-1" strike="noStrike">
                <a:solidFill>
                  <a:srgbClr val="2a5a5a"/>
                </a:solidFill>
                <a:latin typeface="DejaVuSans"/>
                <a:ea typeface="DejaVuSans"/>
              </a:rPr>
              <a:t>systeem (SVS)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2" name=""/>
          <p:cNvSpPr/>
          <p:nvPr/>
        </p:nvSpPr>
        <p:spPr>
          <a:xfrm>
            <a:off x="5695920" y="1279800"/>
            <a:ext cx="688680" cy="166320"/>
          </a:xfrm>
          <a:custGeom>
            <a:avLst/>
            <a:gdLst/>
            <a:ahLst/>
            <a:rect l="0" t="0" r="r" b="b"/>
            <a:pathLst>
              <a:path w="1913" h="462">
                <a:moveTo>
                  <a:pt x="26" y="0"/>
                </a:moveTo>
                <a:lnTo>
                  <a:pt x="1888" y="0"/>
                </a:lnTo>
                <a:cubicBezTo>
                  <a:pt x="1895" y="0"/>
                  <a:pt x="1901" y="2"/>
                  <a:pt x="1906" y="7"/>
                </a:cubicBezTo>
                <a:cubicBezTo>
                  <a:pt x="1911" y="12"/>
                  <a:pt x="1913" y="18"/>
                  <a:pt x="1913" y="25"/>
                </a:cubicBezTo>
                <a:lnTo>
                  <a:pt x="1913" y="437"/>
                </a:lnTo>
                <a:cubicBezTo>
                  <a:pt x="1913" y="444"/>
                  <a:pt x="1911" y="450"/>
                  <a:pt x="1906" y="455"/>
                </a:cubicBezTo>
                <a:cubicBezTo>
                  <a:pt x="1901" y="460"/>
                  <a:pt x="1895" y="462"/>
                  <a:pt x="1888" y="462"/>
                </a:cubicBezTo>
                <a:lnTo>
                  <a:pt x="26" y="462"/>
                </a:lnTo>
                <a:cubicBezTo>
                  <a:pt x="19" y="462"/>
                  <a:pt x="13" y="460"/>
                  <a:pt x="8" y="455"/>
                </a:cubicBezTo>
                <a:cubicBezTo>
                  <a:pt x="3" y="450"/>
                  <a:pt x="0" y="444"/>
                  <a:pt x="0" y="437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3" name=""/>
          <p:cNvSpPr/>
          <p:nvPr/>
        </p:nvSpPr>
        <p:spPr>
          <a:xfrm>
            <a:off x="5695920" y="1279800"/>
            <a:ext cx="688680" cy="166320"/>
          </a:xfrm>
          <a:custGeom>
            <a:avLst/>
            <a:gdLst/>
            <a:ahLst/>
            <a:rect l="0" t="0" r="r" b="b"/>
            <a:pathLst>
              <a:path w="1913" h="462">
                <a:moveTo>
                  <a:pt x="26" y="0"/>
                </a:moveTo>
                <a:lnTo>
                  <a:pt x="1888" y="0"/>
                </a:lnTo>
                <a:cubicBezTo>
                  <a:pt x="1895" y="0"/>
                  <a:pt x="1901" y="2"/>
                  <a:pt x="1906" y="7"/>
                </a:cubicBezTo>
                <a:cubicBezTo>
                  <a:pt x="1911" y="12"/>
                  <a:pt x="1913" y="18"/>
                  <a:pt x="1913" y="25"/>
                </a:cubicBezTo>
                <a:lnTo>
                  <a:pt x="1913" y="437"/>
                </a:lnTo>
                <a:cubicBezTo>
                  <a:pt x="1913" y="444"/>
                  <a:pt x="1911" y="450"/>
                  <a:pt x="1906" y="455"/>
                </a:cubicBezTo>
                <a:cubicBezTo>
                  <a:pt x="1901" y="460"/>
                  <a:pt x="1895" y="462"/>
                  <a:pt x="1888" y="462"/>
                </a:cubicBezTo>
                <a:lnTo>
                  <a:pt x="26" y="462"/>
                </a:lnTo>
                <a:cubicBezTo>
                  <a:pt x="19" y="462"/>
                  <a:pt x="13" y="460"/>
                  <a:pt x="8" y="455"/>
                </a:cubicBezTo>
                <a:cubicBezTo>
                  <a:pt x="3" y="450"/>
                  <a:pt x="0" y="444"/>
                  <a:pt x="0" y="437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noFill/>
          <a:ln w="3600">
            <a:solidFill>
              <a:srgbClr val="5aa8a8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4" name=""/>
          <p:cNvSpPr/>
          <p:nvPr/>
        </p:nvSpPr>
        <p:spPr>
          <a:xfrm>
            <a:off x="6338880" y="1297800"/>
            <a:ext cx="25200" cy="30240"/>
          </a:xfrm>
          <a:custGeom>
            <a:avLst/>
            <a:gdLst/>
            <a:ahLst/>
            <a:rect l="0" t="0" r="r" b="b"/>
            <a:pathLst>
              <a:path w="70" h="84">
                <a:moveTo>
                  <a:pt x="0" y="0"/>
                </a:moveTo>
                <a:lnTo>
                  <a:pt x="70" y="0"/>
                </a:lnTo>
                <a:lnTo>
                  <a:pt x="70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5" name=""/>
          <p:cNvSpPr/>
          <p:nvPr/>
        </p:nvSpPr>
        <p:spPr>
          <a:xfrm>
            <a:off x="6338880" y="1297800"/>
            <a:ext cx="25200" cy="30240"/>
          </a:xfrm>
          <a:custGeom>
            <a:avLst/>
            <a:gdLst/>
            <a:ahLst/>
            <a:rect l="0" t="0" r="r" b="b"/>
            <a:pathLst>
              <a:path w="70" h="84">
                <a:moveTo>
                  <a:pt x="0" y="0"/>
                </a:moveTo>
                <a:lnTo>
                  <a:pt x="70" y="0"/>
                </a:lnTo>
                <a:lnTo>
                  <a:pt x="70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6" name=""/>
          <p:cNvSpPr/>
          <p:nvPr/>
        </p:nvSpPr>
        <p:spPr>
          <a:xfrm>
            <a:off x="6329520" y="13035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7" name=""/>
          <p:cNvSpPr/>
          <p:nvPr/>
        </p:nvSpPr>
        <p:spPr>
          <a:xfrm>
            <a:off x="6329520" y="13035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8" name=""/>
          <p:cNvSpPr/>
          <p:nvPr/>
        </p:nvSpPr>
        <p:spPr>
          <a:xfrm>
            <a:off x="6329520" y="13150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9" name=""/>
          <p:cNvSpPr/>
          <p:nvPr/>
        </p:nvSpPr>
        <p:spPr>
          <a:xfrm>
            <a:off x="6329520" y="13150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2164320" y="2773440"/>
            <a:ext cx="19728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2a5a5a"/>
                </a:solidFill>
                <a:latin typeface="DejaVuSans"/>
                <a:ea typeface="DejaVuSans"/>
              </a:rPr>
              <a:t>EduHub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1" name=""/>
          <p:cNvSpPr/>
          <p:nvPr/>
        </p:nvSpPr>
        <p:spPr>
          <a:xfrm>
            <a:off x="4631760" y="2137680"/>
            <a:ext cx="1538640" cy="193680"/>
          </a:xfrm>
          <a:custGeom>
            <a:avLst/>
            <a:gdLst/>
            <a:ahLst/>
            <a:rect l="0" t="0" r="r" b="b"/>
            <a:pathLst>
              <a:path w="4274" h="538">
                <a:moveTo>
                  <a:pt x="25" y="0"/>
                </a:moveTo>
                <a:lnTo>
                  <a:pt x="4249" y="0"/>
                </a:lnTo>
                <a:cubicBezTo>
                  <a:pt x="4256" y="0"/>
                  <a:pt x="4262" y="2"/>
                  <a:pt x="4267" y="7"/>
                </a:cubicBezTo>
                <a:cubicBezTo>
                  <a:pt x="4272" y="12"/>
                  <a:pt x="4274" y="18"/>
                  <a:pt x="4274" y="25"/>
                </a:cubicBezTo>
                <a:lnTo>
                  <a:pt x="4274" y="513"/>
                </a:lnTo>
                <a:cubicBezTo>
                  <a:pt x="4274" y="520"/>
                  <a:pt x="4272" y="526"/>
                  <a:pt x="4267" y="530"/>
                </a:cubicBezTo>
                <a:cubicBezTo>
                  <a:pt x="4262" y="535"/>
                  <a:pt x="4256" y="538"/>
                  <a:pt x="4249" y="538"/>
                </a:cubicBezTo>
                <a:lnTo>
                  <a:pt x="25" y="538"/>
                </a:lnTo>
                <a:cubicBezTo>
                  <a:pt x="18" y="538"/>
                  <a:pt x="12" y="535"/>
                  <a:pt x="7" y="530"/>
                </a:cubicBezTo>
                <a:cubicBezTo>
                  <a:pt x="2" y="526"/>
                  <a:pt x="0" y="520"/>
                  <a:pt x="0" y="513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2" name=""/>
          <p:cNvSpPr/>
          <p:nvPr/>
        </p:nvSpPr>
        <p:spPr>
          <a:xfrm>
            <a:off x="4631760" y="2137680"/>
            <a:ext cx="1538640" cy="193680"/>
          </a:xfrm>
          <a:custGeom>
            <a:avLst/>
            <a:gdLst/>
            <a:ahLst/>
            <a:rect l="0" t="0" r="r" b="b"/>
            <a:pathLst>
              <a:path w="4274" h="538">
                <a:moveTo>
                  <a:pt x="25" y="0"/>
                </a:moveTo>
                <a:lnTo>
                  <a:pt x="4249" y="0"/>
                </a:lnTo>
                <a:cubicBezTo>
                  <a:pt x="4256" y="0"/>
                  <a:pt x="4262" y="2"/>
                  <a:pt x="4267" y="7"/>
                </a:cubicBezTo>
                <a:cubicBezTo>
                  <a:pt x="4272" y="12"/>
                  <a:pt x="4274" y="18"/>
                  <a:pt x="4274" y="25"/>
                </a:cubicBezTo>
                <a:lnTo>
                  <a:pt x="4274" y="513"/>
                </a:lnTo>
                <a:cubicBezTo>
                  <a:pt x="4274" y="520"/>
                  <a:pt x="4272" y="526"/>
                  <a:pt x="4267" y="530"/>
                </a:cubicBezTo>
                <a:cubicBezTo>
                  <a:pt x="4262" y="535"/>
                  <a:pt x="4256" y="538"/>
                  <a:pt x="4249" y="538"/>
                </a:cubicBezTo>
                <a:lnTo>
                  <a:pt x="25" y="538"/>
                </a:lnTo>
                <a:cubicBezTo>
                  <a:pt x="18" y="538"/>
                  <a:pt x="12" y="535"/>
                  <a:pt x="7" y="530"/>
                </a:cubicBezTo>
                <a:cubicBezTo>
                  <a:pt x="2" y="526"/>
                  <a:pt x="0" y="520"/>
                  <a:pt x="0" y="513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5aa8a8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3" name=""/>
          <p:cNvSpPr/>
          <p:nvPr/>
        </p:nvSpPr>
        <p:spPr>
          <a:xfrm>
            <a:off x="6124320" y="215568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4" name=""/>
          <p:cNvSpPr/>
          <p:nvPr/>
        </p:nvSpPr>
        <p:spPr>
          <a:xfrm>
            <a:off x="6124320" y="215568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5" name=""/>
          <p:cNvSpPr/>
          <p:nvPr/>
        </p:nvSpPr>
        <p:spPr>
          <a:xfrm>
            <a:off x="6115320" y="21614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6" name=""/>
          <p:cNvSpPr/>
          <p:nvPr/>
        </p:nvSpPr>
        <p:spPr>
          <a:xfrm>
            <a:off x="6115320" y="21614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7" name=""/>
          <p:cNvSpPr/>
          <p:nvPr/>
        </p:nvSpPr>
        <p:spPr>
          <a:xfrm>
            <a:off x="6115320" y="21729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8" name=""/>
          <p:cNvSpPr/>
          <p:nvPr/>
        </p:nvSpPr>
        <p:spPr>
          <a:xfrm>
            <a:off x="6115320" y="21729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5833440" y="1344600"/>
            <a:ext cx="41688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2a5a5a"/>
                </a:solidFill>
                <a:latin typeface="DejaVuSans"/>
                <a:ea typeface="DejaVuSans"/>
              </a:rPr>
              <a:t>Roostersysteem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0" name=""/>
          <p:cNvSpPr/>
          <p:nvPr/>
        </p:nvSpPr>
        <p:spPr>
          <a:xfrm>
            <a:off x="4987440" y="2187720"/>
            <a:ext cx="303120" cy="109440"/>
          </a:xfrm>
          <a:custGeom>
            <a:avLst/>
            <a:gdLst/>
            <a:ahLst/>
            <a:rect l="0" t="0" r="r" b="b"/>
            <a:pathLst>
              <a:path w="842" h="304">
                <a:moveTo>
                  <a:pt x="89" y="0"/>
                </a:moveTo>
                <a:lnTo>
                  <a:pt x="754" y="0"/>
                </a:lnTo>
                <a:cubicBezTo>
                  <a:pt x="766" y="0"/>
                  <a:pt x="777" y="2"/>
                  <a:pt x="788" y="6"/>
                </a:cubicBezTo>
                <a:cubicBezTo>
                  <a:pt x="799" y="11"/>
                  <a:pt x="808" y="17"/>
                  <a:pt x="817" y="26"/>
                </a:cubicBezTo>
                <a:cubicBezTo>
                  <a:pt x="825" y="34"/>
                  <a:pt x="831" y="43"/>
                  <a:pt x="836" y="54"/>
                </a:cubicBezTo>
                <a:cubicBezTo>
                  <a:pt x="840" y="65"/>
                  <a:pt x="842" y="76"/>
                  <a:pt x="842" y="88"/>
                </a:cubicBezTo>
                <a:lnTo>
                  <a:pt x="842" y="216"/>
                </a:lnTo>
                <a:cubicBezTo>
                  <a:pt x="842" y="227"/>
                  <a:pt x="840" y="239"/>
                  <a:pt x="836" y="249"/>
                </a:cubicBezTo>
                <a:cubicBezTo>
                  <a:pt x="831" y="260"/>
                  <a:pt x="825" y="270"/>
                  <a:pt x="817" y="278"/>
                </a:cubicBezTo>
                <a:cubicBezTo>
                  <a:pt x="808" y="286"/>
                  <a:pt x="799" y="293"/>
                  <a:pt x="788" y="297"/>
                </a:cubicBezTo>
                <a:cubicBezTo>
                  <a:pt x="777" y="302"/>
                  <a:pt x="766" y="304"/>
                  <a:pt x="754" y="304"/>
                </a:cubicBezTo>
                <a:lnTo>
                  <a:pt x="89" y="304"/>
                </a:lnTo>
                <a:cubicBezTo>
                  <a:pt x="77" y="304"/>
                  <a:pt x="66" y="302"/>
                  <a:pt x="55" y="297"/>
                </a:cubicBezTo>
                <a:cubicBezTo>
                  <a:pt x="44" y="293"/>
                  <a:pt x="35" y="286"/>
                  <a:pt x="26" y="278"/>
                </a:cubicBezTo>
                <a:cubicBezTo>
                  <a:pt x="17" y="270"/>
                  <a:pt x="11" y="260"/>
                  <a:pt x="6" y="249"/>
                </a:cubicBezTo>
                <a:cubicBezTo>
                  <a:pt x="2" y="239"/>
                  <a:pt x="0" y="227"/>
                  <a:pt x="0" y="216"/>
                </a:cubicBezTo>
                <a:lnTo>
                  <a:pt x="0" y="88"/>
                </a:lnTo>
                <a:cubicBezTo>
                  <a:pt x="0" y="76"/>
                  <a:pt x="2" y="65"/>
                  <a:pt x="6" y="54"/>
                </a:cubicBezTo>
                <a:cubicBezTo>
                  <a:pt x="11" y="43"/>
                  <a:pt x="17" y="34"/>
                  <a:pt x="26" y="26"/>
                </a:cubicBezTo>
                <a:cubicBezTo>
                  <a:pt x="35" y="17"/>
                  <a:pt x="44" y="11"/>
                  <a:pt x="55" y="6"/>
                </a:cubicBezTo>
                <a:cubicBezTo>
                  <a:pt x="66" y="2"/>
                  <a:pt x="77" y="0"/>
                  <a:pt x="89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1" name=""/>
          <p:cNvSpPr/>
          <p:nvPr/>
        </p:nvSpPr>
        <p:spPr>
          <a:xfrm>
            <a:off x="4987440" y="2187720"/>
            <a:ext cx="303120" cy="109440"/>
          </a:xfrm>
          <a:custGeom>
            <a:avLst/>
            <a:gdLst/>
            <a:ahLst/>
            <a:rect l="0" t="0" r="r" b="b"/>
            <a:pathLst>
              <a:path w="842" h="304">
                <a:moveTo>
                  <a:pt x="89" y="0"/>
                </a:moveTo>
                <a:lnTo>
                  <a:pt x="754" y="0"/>
                </a:lnTo>
                <a:cubicBezTo>
                  <a:pt x="766" y="0"/>
                  <a:pt x="777" y="2"/>
                  <a:pt x="788" y="6"/>
                </a:cubicBezTo>
                <a:cubicBezTo>
                  <a:pt x="799" y="11"/>
                  <a:pt x="808" y="17"/>
                  <a:pt x="817" y="26"/>
                </a:cubicBezTo>
                <a:cubicBezTo>
                  <a:pt x="825" y="34"/>
                  <a:pt x="831" y="43"/>
                  <a:pt x="836" y="54"/>
                </a:cubicBezTo>
                <a:cubicBezTo>
                  <a:pt x="840" y="65"/>
                  <a:pt x="842" y="76"/>
                  <a:pt x="842" y="88"/>
                </a:cubicBezTo>
                <a:lnTo>
                  <a:pt x="842" y="216"/>
                </a:lnTo>
                <a:cubicBezTo>
                  <a:pt x="842" y="227"/>
                  <a:pt x="840" y="239"/>
                  <a:pt x="836" y="249"/>
                </a:cubicBezTo>
                <a:cubicBezTo>
                  <a:pt x="831" y="260"/>
                  <a:pt x="825" y="270"/>
                  <a:pt x="817" y="278"/>
                </a:cubicBezTo>
                <a:cubicBezTo>
                  <a:pt x="808" y="286"/>
                  <a:pt x="799" y="293"/>
                  <a:pt x="788" y="297"/>
                </a:cubicBezTo>
                <a:cubicBezTo>
                  <a:pt x="777" y="302"/>
                  <a:pt x="766" y="304"/>
                  <a:pt x="754" y="304"/>
                </a:cubicBezTo>
                <a:lnTo>
                  <a:pt x="89" y="304"/>
                </a:lnTo>
                <a:cubicBezTo>
                  <a:pt x="77" y="304"/>
                  <a:pt x="66" y="302"/>
                  <a:pt x="55" y="297"/>
                </a:cubicBezTo>
                <a:cubicBezTo>
                  <a:pt x="44" y="293"/>
                  <a:pt x="35" y="286"/>
                  <a:pt x="26" y="278"/>
                </a:cubicBezTo>
                <a:cubicBezTo>
                  <a:pt x="17" y="270"/>
                  <a:pt x="11" y="260"/>
                  <a:pt x="6" y="249"/>
                </a:cubicBezTo>
                <a:cubicBezTo>
                  <a:pt x="2" y="239"/>
                  <a:pt x="0" y="227"/>
                  <a:pt x="0" y="216"/>
                </a:cubicBezTo>
                <a:lnTo>
                  <a:pt x="0" y="88"/>
                </a:lnTo>
                <a:cubicBezTo>
                  <a:pt x="0" y="76"/>
                  <a:pt x="2" y="65"/>
                  <a:pt x="6" y="54"/>
                </a:cubicBezTo>
                <a:cubicBezTo>
                  <a:pt x="11" y="43"/>
                  <a:pt x="17" y="34"/>
                  <a:pt x="26" y="26"/>
                </a:cubicBezTo>
                <a:cubicBezTo>
                  <a:pt x="35" y="17"/>
                  <a:pt x="44" y="11"/>
                  <a:pt x="55" y="6"/>
                </a:cubicBezTo>
                <a:cubicBezTo>
                  <a:pt x="66" y="2"/>
                  <a:pt x="77" y="0"/>
                  <a:pt x="89" y="0"/>
                </a:cubicBezTo>
                <a:close/>
              </a:path>
            </a:pathLst>
          </a:custGeom>
          <a:noFill/>
          <a:ln w="216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5150160" y="2151000"/>
            <a:ext cx="49896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" spc="-1" strike="noStrike">
                <a:solidFill>
                  <a:srgbClr val="2a5a5a"/>
                </a:solidFill>
                <a:latin typeface="DejaVuSans"/>
                <a:ea typeface="DejaVuSans"/>
              </a:rPr>
              <a:t>Student Keuze Systeem (SKS)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5070240" y="2211480"/>
            <a:ext cx="139320" cy="3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40" spc="-1" strike="noStrike">
                <a:solidFill>
                  <a:srgbClr val="2a5a5a"/>
                </a:solidFill>
                <a:latin typeface="DejaVuSans"/>
                <a:ea typeface="DejaVuSans"/>
              </a:rPr>
              <a:t>Keuze op</a:t>
            </a:r>
            <a:endParaRPr b="0" lang="en-US" sz="2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4" name=""/>
          <p:cNvSpPr/>
          <p:nvPr/>
        </p:nvSpPr>
        <p:spPr>
          <a:xfrm>
            <a:off x="4659120" y="2187720"/>
            <a:ext cx="330840" cy="109440"/>
          </a:xfrm>
          <a:custGeom>
            <a:avLst/>
            <a:gdLst/>
            <a:ahLst/>
            <a:rect l="0" t="0" r="r" b="b"/>
            <a:pathLst>
              <a:path w="919" h="304">
                <a:moveTo>
                  <a:pt x="89" y="0"/>
                </a:moveTo>
                <a:lnTo>
                  <a:pt x="830" y="0"/>
                </a:lnTo>
                <a:cubicBezTo>
                  <a:pt x="842" y="0"/>
                  <a:pt x="853" y="2"/>
                  <a:pt x="864" y="6"/>
                </a:cubicBezTo>
                <a:cubicBezTo>
                  <a:pt x="875" y="11"/>
                  <a:pt x="885" y="17"/>
                  <a:pt x="893" y="26"/>
                </a:cubicBezTo>
                <a:cubicBezTo>
                  <a:pt x="901" y="34"/>
                  <a:pt x="908" y="43"/>
                  <a:pt x="912" y="54"/>
                </a:cubicBezTo>
                <a:cubicBezTo>
                  <a:pt x="917" y="65"/>
                  <a:pt x="919" y="76"/>
                  <a:pt x="919" y="88"/>
                </a:cubicBezTo>
                <a:lnTo>
                  <a:pt x="919" y="216"/>
                </a:lnTo>
                <a:cubicBezTo>
                  <a:pt x="919" y="227"/>
                  <a:pt x="917" y="239"/>
                  <a:pt x="912" y="249"/>
                </a:cubicBezTo>
                <a:cubicBezTo>
                  <a:pt x="908" y="260"/>
                  <a:pt x="901" y="270"/>
                  <a:pt x="893" y="278"/>
                </a:cubicBezTo>
                <a:cubicBezTo>
                  <a:pt x="885" y="286"/>
                  <a:pt x="875" y="293"/>
                  <a:pt x="864" y="297"/>
                </a:cubicBezTo>
                <a:cubicBezTo>
                  <a:pt x="853" y="302"/>
                  <a:pt x="842" y="304"/>
                  <a:pt x="830" y="304"/>
                </a:cubicBezTo>
                <a:lnTo>
                  <a:pt x="89" y="304"/>
                </a:lnTo>
                <a:cubicBezTo>
                  <a:pt x="77" y="304"/>
                  <a:pt x="65" y="302"/>
                  <a:pt x="55" y="297"/>
                </a:cubicBezTo>
                <a:cubicBezTo>
                  <a:pt x="44" y="293"/>
                  <a:pt x="34" y="286"/>
                  <a:pt x="26" y="278"/>
                </a:cubicBezTo>
                <a:cubicBezTo>
                  <a:pt x="18" y="270"/>
                  <a:pt x="11" y="260"/>
                  <a:pt x="7" y="249"/>
                </a:cubicBezTo>
                <a:cubicBezTo>
                  <a:pt x="2" y="239"/>
                  <a:pt x="0" y="227"/>
                  <a:pt x="0" y="216"/>
                </a:cubicBezTo>
                <a:lnTo>
                  <a:pt x="0" y="88"/>
                </a:lnTo>
                <a:cubicBezTo>
                  <a:pt x="0" y="76"/>
                  <a:pt x="2" y="65"/>
                  <a:pt x="7" y="54"/>
                </a:cubicBezTo>
                <a:cubicBezTo>
                  <a:pt x="11" y="43"/>
                  <a:pt x="18" y="34"/>
                  <a:pt x="26" y="26"/>
                </a:cubicBezTo>
                <a:cubicBezTo>
                  <a:pt x="34" y="17"/>
                  <a:pt x="44" y="11"/>
                  <a:pt x="55" y="6"/>
                </a:cubicBezTo>
                <a:cubicBezTo>
                  <a:pt x="65" y="2"/>
                  <a:pt x="77" y="0"/>
                  <a:pt x="89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5" name=""/>
          <p:cNvSpPr/>
          <p:nvPr/>
        </p:nvSpPr>
        <p:spPr>
          <a:xfrm>
            <a:off x="4659120" y="2187720"/>
            <a:ext cx="330840" cy="109440"/>
          </a:xfrm>
          <a:custGeom>
            <a:avLst/>
            <a:gdLst/>
            <a:ahLst/>
            <a:rect l="0" t="0" r="r" b="b"/>
            <a:pathLst>
              <a:path w="919" h="304">
                <a:moveTo>
                  <a:pt x="89" y="0"/>
                </a:moveTo>
                <a:lnTo>
                  <a:pt x="830" y="0"/>
                </a:lnTo>
                <a:cubicBezTo>
                  <a:pt x="842" y="0"/>
                  <a:pt x="853" y="2"/>
                  <a:pt x="864" y="6"/>
                </a:cubicBezTo>
                <a:cubicBezTo>
                  <a:pt x="875" y="11"/>
                  <a:pt x="885" y="17"/>
                  <a:pt x="893" y="26"/>
                </a:cubicBezTo>
                <a:cubicBezTo>
                  <a:pt x="901" y="34"/>
                  <a:pt x="908" y="43"/>
                  <a:pt x="912" y="54"/>
                </a:cubicBezTo>
                <a:cubicBezTo>
                  <a:pt x="917" y="65"/>
                  <a:pt x="919" y="76"/>
                  <a:pt x="919" y="88"/>
                </a:cubicBezTo>
                <a:lnTo>
                  <a:pt x="919" y="216"/>
                </a:lnTo>
                <a:cubicBezTo>
                  <a:pt x="919" y="227"/>
                  <a:pt x="917" y="239"/>
                  <a:pt x="912" y="249"/>
                </a:cubicBezTo>
                <a:cubicBezTo>
                  <a:pt x="908" y="260"/>
                  <a:pt x="901" y="270"/>
                  <a:pt x="893" y="278"/>
                </a:cubicBezTo>
                <a:cubicBezTo>
                  <a:pt x="885" y="286"/>
                  <a:pt x="875" y="293"/>
                  <a:pt x="864" y="297"/>
                </a:cubicBezTo>
                <a:cubicBezTo>
                  <a:pt x="853" y="302"/>
                  <a:pt x="842" y="304"/>
                  <a:pt x="830" y="304"/>
                </a:cubicBezTo>
                <a:lnTo>
                  <a:pt x="89" y="304"/>
                </a:lnTo>
                <a:cubicBezTo>
                  <a:pt x="77" y="304"/>
                  <a:pt x="65" y="302"/>
                  <a:pt x="55" y="297"/>
                </a:cubicBezTo>
                <a:cubicBezTo>
                  <a:pt x="44" y="293"/>
                  <a:pt x="34" y="286"/>
                  <a:pt x="26" y="278"/>
                </a:cubicBezTo>
                <a:cubicBezTo>
                  <a:pt x="18" y="270"/>
                  <a:pt x="11" y="260"/>
                  <a:pt x="7" y="249"/>
                </a:cubicBezTo>
                <a:cubicBezTo>
                  <a:pt x="2" y="239"/>
                  <a:pt x="0" y="227"/>
                  <a:pt x="0" y="216"/>
                </a:cubicBezTo>
                <a:lnTo>
                  <a:pt x="0" y="88"/>
                </a:lnTo>
                <a:cubicBezTo>
                  <a:pt x="0" y="76"/>
                  <a:pt x="2" y="65"/>
                  <a:pt x="7" y="54"/>
                </a:cubicBezTo>
                <a:cubicBezTo>
                  <a:pt x="11" y="43"/>
                  <a:pt x="18" y="34"/>
                  <a:pt x="26" y="26"/>
                </a:cubicBezTo>
                <a:cubicBezTo>
                  <a:pt x="34" y="17"/>
                  <a:pt x="44" y="11"/>
                  <a:pt x="55" y="6"/>
                </a:cubicBezTo>
                <a:cubicBezTo>
                  <a:pt x="65" y="2"/>
                  <a:pt x="77" y="0"/>
                  <a:pt x="89" y="0"/>
                </a:cubicBezTo>
                <a:close/>
              </a:path>
            </a:pathLst>
          </a:custGeom>
          <a:noFill/>
          <a:ln w="216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5015880" y="2247840"/>
            <a:ext cx="249120" cy="3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40" spc="-1" strike="noStrike">
                <a:solidFill>
                  <a:srgbClr val="2a5a5a"/>
                </a:solidFill>
                <a:latin typeface="DejaVuSans"/>
                <a:ea typeface="DejaVuSans"/>
              </a:rPr>
              <a:t>leergelegenheid</a:t>
            </a:r>
            <a:endParaRPr b="0" lang="en-US" sz="2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4758480" y="2212560"/>
            <a:ext cx="13500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30" spc="-1" strike="noStrike">
                <a:solidFill>
                  <a:srgbClr val="2a5a5a"/>
                </a:solidFill>
                <a:latin typeface="DejaVuSans"/>
                <a:ea typeface="DejaVuSans"/>
              </a:rPr>
              <a:t>Keuze op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8" name=""/>
          <p:cNvSpPr/>
          <p:nvPr/>
        </p:nvSpPr>
        <p:spPr>
          <a:xfrm>
            <a:off x="5860080" y="2192040"/>
            <a:ext cx="301320" cy="111960"/>
          </a:xfrm>
          <a:custGeom>
            <a:avLst/>
            <a:gdLst/>
            <a:ahLst/>
            <a:rect l="0" t="0" r="r" b="b"/>
            <a:pathLst>
              <a:path w="837" h="311">
                <a:moveTo>
                  <a:pt x="26" y="0"/>
                </a:moveTo>
                <a:lnTo>
                  <a:pt x="811" y="0"/>
                </a:lnTo>
                <a:cubicBezTo>
                  <a:pt x="818" y="0"/>
                  <a:pt x="824" y="3"/>
                  <a:pt x="829" y="8"/>
                </a:cubicBezTo>
                <a:cubicBezTo>
                  <a:pt x="834" y="13"/>
                  <a:pt x="837" y="19"/>
                  <a:pt x="837" y="26"/>
                </a:cubicBezTo>
                <a:lnTo>
                  <a:pt x="837" y="286"/>
                </a:lnTo>
                <a:cubicBezTo>
                  <a:pt x="837" y="293"/>
                  <a:pt x="834" y="299"/>
                  <a:pt x="829" y="304"/>
                </a:cubicBezTo>
                <a:cubicBezTo>
                  <a:pt x="824" y="309"/>
                  <a:pt x="818" y="311"/>
                  <a:pt x="811" y="311"/>
                </a:cubicBezTo>
                <a:lnTo>
                  <a:pt x="26" y="311"/>
                </a:lnTo>
                <a:cubicBezTo>
                  <a:pt x="19" y="311"/>
                  <a:pt x="13" y="309"/>
                  <a:pt x="9" y="304"/>
                </a:cubicBezTo>
                <a:cubicBezTo>
                  <a:pt x="3" y="299"/>
                  <a:pt x="0" y="293"/>
                  <a:pt x="0" y="286"/>
                </a:cubicBezTo>
                <a:lnTo>
                  <a:pt x="0" y="26"/>
                </a:lnTo>
                <a:cubicBezTo>
                  <a:pt x="0" y="19"/>
                  <a:pt x="3" y="13"/>
                  <a:pt x="9" y="8"/>
                </a:cubicBezTo>
                <a:cubicBezTo>
                  <a:pt x="13" y="3"/>
                  <a:pt x="19" y="0"/>
                  <a:pt x="26" y="0"/>
                </a:cubicBezTo>
                <a:close/>
              </a:path>
            </a:pathLst>
          </a:custGeom>
          <a:solidFill>
            <a:srgbClr val="80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9" name=""/>
          <p:cNvSpPr/>
          <p:nvPr/>
        </p:nvSpPr>
        <p:spPr>
          <a:xfrm>
            <a:off x="5860080" y="2192040"/>
            <a:ext cx="301320" cy="111960"/>
          </a:xfrm>
          <a:custGeom>
            <a:avLst/>
            <a:gdLst/>
            <a:ahLst/>
            <a:rect l="0" t="0" r="r" b="b"/>
            <a:pathLst>
              <a:path w="837" h="311">
                <a:moveTo>
                  <a:pt x="26" y="0"/>
                </a:moveTo>
                <a:lnTo>
                  <a:pt x="811" y="0"/>
                </a:lnTo>
                <a:cubicBezTo>
                  <a:pt x="818" y="0"/>
                  <a:pt x="824" y="3"/>
                  <a:pt x="829" y="8"/>
                </a:cubicBezTo>
                <a:cubicBezTo>
                  <a:pt x="834" y="13"/>
                  <a:pt x="837" y="19"/>
                  <a:pt x="837" y="26"/>
                </a:cubicBezTo>
                <a:lnTo>
                  <a:pt x="837" y="286"/>
                </a:lnTo>
                <a:cubicBezTo>
                  <a:pt x="837" y="293"/>
                  <a:pt x="834" y="299"/>
                  <a:pt x="829" y="304"/>
                </a:cubicBezTo>
                <a:cubicBezTo>
                  <a:pt x="824" y="309"/>
                  <a:pt x="818" y="311"/>
                  <a:pt x="811" y="311"/>
                </a:cubicBezTo>
                <a:lnTo>
                  <a:pt x="26" y="311"/>
                </a:lnTo>
                <a:cubicBezTo>
                  <a:pt x="19" y="311"/>
                  <a:pt x="13" y="309"/>
                  <a:pt x="9" y="304"/>
                </a:cubicBezTo>
                <a:cubicBezTo>
                  <a:pt x="3" y="299"/>
                  <a:pt x="0" y="293"/>
                  <a:pt x="0" y="286"/>
                </a:cubicBezTo>
                <a:lnTo>
                  <a:pt x="0" y="26"/>
                </a:lnTo>
                <a:cubicBezTo>
                  <a:pt x="0" y="19"/>
                  <a:pt x="3" y="13"/>
                  <a:pt x="9" y="8"/>
                </a:cubicBezTo>
                <a:cubicBezTo>
                  <a:pt x="13" y="3"/>
                  <a:pt x="19" y="0"/>
                  <a:pt x="26" y="0"/>
                </a:cubicBezTo>
                <a:close/>
              </a:path>
            </a:pathLst>
          </a:custGeom>
          <a:noFill/>
          <a:ln w="2160">
            <a:solidFill>
              <a:srgbClr val="64c7c7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4690800" y="2246760"/>
            <a:ext cx="26604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30" spc="-1" strike="noStrike">
                <a:solidFill>
                  <a:srgbClr val="2a5a5a"/>
                </a:solidFill>
                <a:latin typeface="DejaVuSans"/>
                <a:ea typeface="DejaVuSans"/>
              </a:rPr>
              <a:t>opleidingseenheid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5878440" y="2212920"/>
            <a:ext cx="212400" cy="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0" spc="-1" strike="noStrike">
                <a:solidFill>
                  <a:srgbClr val="5b6663"/>
                </a:solidFill>
                <a:latin typeface="DejaVuSans"/>
                <a:ea typeface="DejaVuSans"/>
              </a:rPr>
              <a:t>Meerdere SKS'en in</a:t>
            </a:r>
            <a:endParaRPr b="0" lang="en-US" sz="1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5878440" y="2238120"/>
            <a:ext cx="153000" cy="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0" spc="-1" strike="noStrike">
                <a:solidFill>
                  <a:srgbClr val="5b6663"/>
                </a:solidFill>
                <a:latin typeface="DejaVuSans"/>
                <a:ea typeface="DejaVuSans"/>
              </a:rPr>
              <a:t>het landschap</a:t>
            </a:r>
            <a:endParaRPr b="0" lang="en-US" sz="1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3" name=""/>
          <p:cNvSpPr/>
          <p:nvPr/>
        </p:nvSpPr>
        <p:spPr>
          <a:xfrm>
            <a:off x="5288040" y="2187720"/>
            <a:ext cx="303480" cy="109440"/>
          </a:xfrm>
          <a:custGeom>
            <a:avLst/>
            <a:gdLst/>
            <a:ahLst/>
            <a:rect l="0" t="0" r="r" b="b"/>
            <a:pathLst>
              <a:path w="843" h="304">
                <a:moveTo>
                  <a:pt x="90" y="0"/>
                </a:moveTo>
                <a:lnTo>
                  <a:pt x="755" y="0"/>
                </a:lnTo>
                <a:cubicBezTo>
                  <a:pt x="766" y="0"/>
                  <a:pt x="778" y="2"/>
                  <a:pt x="788" y="6"/>
                </a:cubicBezTo>
                <a:cubicBezTo>
                  <a:pt x="799" y="11"/>
                  <a:pt x="809" y="17"/>
                  <a:pt x="817" y="26"/>
                </a:cubicBezTo>
                <a:cubicBezTo>
                  <a:pt x="825" y="34"/>
                  <a:pt x="832" y="43"/>
                  <a:pt x="836" y="54"/>
                </a:cubicBezTo>
                <a:cubicBezTo>
                  <a:pt x="841" y="65"/>
                  <a:pt x="843" y="76"/>
                  <a:pt x="843" y="88"/>
                </a:cubicBezTo>
                <a:lnTo>
                  <a:pt x="843" y="216"/>
                </a:lnTo>
                <a:cubicBezTo>
                  <a:pt x="843" y="227"/>
                  <a:pt x="841" y="239"/>
                  <a:pt x="836" y="249"/>
                </a:cubicBezTo>
                <a:cubicBezTo>
                  <a:pt x="832" y="260"/>
                  <a:pt x="825" y="270"/>
                  <a:pt x="817" y="278"/>
                </a:cubicBezTo>
                <a:cubicBezTo>
                  <a:pt x="809" y="286"/>
                  <a:pt x="799" y="293"/>
                  <a:pt x="788" y="297"/>
                </a:cubicBezTo>
                <a:cubicBezTo>
                  <a:pt x="778" y="302"/>
                  <a:pt x="766" y="304"/>
                  <a:pt x="755" y="304"/>
                </a:cubicBezTo>
                <a:lnTo>
                  <a:pt x="90" y="304"/>
                </a:lnTo>
                <a:cubicBezTo>
                  <a:pt x="78" y="304"/>
                  <a:pt x="67" y="302"/>
                  <a:pt x="56" y="297"/>
                </a:cubicBezTo>
                <a:cubicBezTo>
                  <a:pt x="45" y="293"/>
                  <a:pt x="35" y="286"/>
                  <a:pt x="26" y="278"/>
                </a:cubicBezTo>
                <a:cubicBezTo>
                  <a:pt x="18" y="270"/>
                  <a:pt x="11" y="260"/>
                  <a:pt x="7" y="249"/>
                </a:cubicBezTo>
                <a:cubicBezTo>
                  <a:pt x="2" y="239"/>
                  <a:pt x="0" y="227"/>
                  <a:pt x="0" y="216"/>
                </a:cubicBezTo>
                <a:lnTo>
                  <a:pt x="0" y="88"/>
                </a:lnTo>
                <a:cubicBezTo>
                  <a:pt x="0" y="76"/>
                  <a:pt x="2" y="65"/>
                  <a:pt x="7" y="54"/>
                </a:cubicBezTo>
                <a:cubicBezTo>
                  <a:pt x="11" y="43"/>
                  <a:pt x="18" y="34"/>
                  <a:pt x="26" y="26"/>
                </a:cubicBezTo>
                <a:cubicBezTo>
                  <a:pt x="35" y="17"/>
                  <a:pt x="45" y="11"/>
                  <a:pt x="56" y="6"/>
                </a:cubicBezTo>
                <a:cubicBezTo>
                  <a:pt x="67" y="2"/>
                  <a:pt x="78" y="0"/>
                  <a:pt x="90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4" name=""/>
          <p:cNvSpPr/>
          <p:nvPr/>
        </p:nvSpPr>
        <p:spPr>
          <a:xfrm>
            <a:off x="5288040" y="2187720"/>
            <a:ext cx="303480" cy="109440"/>
          </a:xfrm>
          <a:custGeom>
            <a:avLst/>
            <a:gdLst/>
            <a:ahLst/>
            <a:rect l="0" t="0" r="r" b="b"/>
            <a:pathLst>
              <a:path w="843" h="304">
                <a:moveTo>
                  <a:pt x="90" y="0"/>
                </a:moveTo>
                <a:lnTo>
                  <a:pt x="755" y="0"/>
                </a:lnTo>
                <a:cubicBezTo>
                  <a:pt x="766" y="0"/>
                  <a:pt x="778" y="2"/>
                  <a:pt x="788" y="6"/>
                </a:cubicBezTo>
                <a:cubicBezTo>
                  <a:pt x="799" y="11"/>
                  <a:pt x="809" y="17"/>
                  <a:pt x="817" y="26"/>
                </a:cubicBezTo>
                <a:cubicBezTo>
                  <a:pt x="825" y="34"/>
                  <a:pt x="832" y="43"/>
                  <a:pt x="836" y="54"/>
                </a:cubicBezTo>
                <a:cubicBezTo>
                  <a:pt x="841" y="65"/>
                  <a:pt x="843" y="76"/>
                  <a:pt x="843" y="88"/>
                </a:cubicBezTo>
                <a:lnTo>
                  <a:pt x="843" y="216"/>
                </a:lnTo>
                <a:cubicBezTo>
                  <a:pt x="843" y="227"/>
                  <a:pt x="841" y="239"/>
                  <a:pt x="836" y="249"/>
                </a:cubicBezTo>
                <a:cubicBezTo>
                  <a:pt x="832" y="260"/>
                  <a:pt x="825" y="270"/>
                  <a:pt x="817" y="278"/>
                </a:cubicBezTo>
                <a:cubicBezTo>
                  <a:pt x="809" y="286"/>
                  <a:pt x="799" y="293"/>
                  <a:pt x="788" y="297"/>
                </a:cubicBezTo>
                <a:cubicBezTo>
                  <a:pt x="778" y="302"/>
                  <a:pt x="766" y="304"/>
                  <a:pt x="755" y="304"/>
                </a:cubicBezTo>
                <a:lnTo>
                  <a:pt x="90" y="304"/>
                </a:lnTo>
                <a:cubicBezTo>
                  <a:pt x="78" y="304"/>
                  <a:pt x="67" y="302"/>
                  <a:pt x="56" y="297"/>
                </a:cubicBezTo>
                <a:cubicBezTo>
                  <a:pt x="45" y="293"/>
                  <a:pt x="35" y="286"/>
                  <a:pt x="26" y="278"/>
                </a:cubicBezTo>
                <a:cubicBezTo>
                  <a:pt x="18" y="270"/>
                  <a:pt x="11" y="260"/>
                  <a:pt x="7" y="249"/>
                </a:cubicBezTo>
                <a:cubicBezTo>
                  <a:pt x="2" y="239"/>
                  <a:pt x="0" y="227"/>
                  <a:pt x="0" y="216"/>
                </a:cubicBezTo>
                <a:lnTo>
                  <a:pt x="0" y="88"/>
                </a:lnTo>
                <a:cubicBezTo>
                  <a:pt x="0" y="76"/>
                  <a:pt x="2" y="65"/>
                  <a:pt x="7" y="54"/>
                </a:cubicBezTo>
                <a:cubicBezTo>
                  <a:pt x="11" y="43"/>
                  <a:pt x="18" y="34"/>
                  <a:pt x="26" y="26"/>
                </a:cubicBezTo>
                <a:cubicBezTo>
                  <a:pt x="35" y="17"/>
                  <a:pt x="45" y="11"/>
                  <a:pt x="56" y="6"/>
                </a:cubicBezTo>
                <a:cubicBezTo>
                  <a:pt x="67" y="2"/>
                  <a:pt x="78" y="0"/>
                  <a:pt x="90" y="0"/>
                </a:cubicBezTo>
                <a:close/>
              </a:path>
            </a:pathLst>
          </a:custGeom>
          <a:noFill/>
          <a:ln w="216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5878440" y="2265480"/>
            <a:ext cx="93600" cy="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0" spc="-1" strike="noStrike">
                <a:solidFill>
                  <a:srgbClr val="5b6663"/>
                </a:solidFill>
                <a:latin typeface="DejaVuSans"/>
                <a:ea typeface="DejaVuSans"/>
              </a:rPr>
              <a:t>mogelijk</a:t>
            </a:r>
            <a:endParaRPr b="0" lang="en-US" sz="1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5365800" y="2209320"/>
            <a:ext cx="15624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60" spc="-1" strike="noStrike">
                <a:solidFill>
                  <a:srgbClr val="2a5a5a"/>
                </a:solidFill>
                <a:latin typeface="DejaVuSans"/>
                <a:ea typeface="DejaVuSans"/>
              </a:rPr>
              <a:t>Keuze op</a:t>
            </a:r>
            <a:endParaRPr b="0" lang="en-US" sz="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7" name=""/>
          <p:cNvSpPr/>
          <p:nvPr/>
        </p:nvSpPr>
        <p:spPr>
          <a:xfrm>
            <a:off x="5589000" y="2192040"/>
            <a:ext cx="273600" cy="105120"/>
          </a:xfrm>
          <a:custGeom>
            <a:avLst/>
            <a:gdLst/>
            <a:ahLst/>
            <a:rect l="0" t="0" r="r" b="b"/>
            <a:pathLst>
              <a:path w="760" h="292">
                <a:moveTo>
                  <a:pt x="89" y="0"/>
                </a:moveTo>
                <a:lnTo>
                  <a:pt x="672" y="0"/>
                </a:lnTo>
                <a:cubicBezTo>
                  <a:pt x="684" y="0"/>
                  <a:pt x="695" y="3"/>
                  <a:pt x="706" y="7"/>
                </a:cubicBezTo>
                <a:cubicBezTo>
                  <a:pt x="717" y="12"/>
                  <a:pt x="726" y="18"/>
                  <a:pt x="735" y="26"/>
                </a:cubicBezTo>
                <a:cubicBezTo>
                  <a:pt x="743" y="35"/>
                  <a:pt x="749" y="44"/>
                  <a:pt x="754" y="55"/>
                </a:cubicBezTo>
                <a:cubicBezTo>
                  <a:pt x="758" y="66"/>
                  <a:pt x="760" y="77"/>
                  <a:pt x="760" y="89"/>
                </a:cubicBezTo>
                <a:lnTo>
                  <a:pt x="760" y="204"/>
                </a:lnTo>
                <a:cubicBezTo>
                  <a:pt x="760" y="215"/>
                  <a:pt x="758" y="227"/>
                  <a:pt x="754" y="237"/>
                </a:cubicBezTo>
                <a:cubicBezTo>
                  <a:pt x="749" y="248"/>
                  <a:pt x="743" y="258"/>
                  <a:pt x="735" y="266"/>
                </a:cubicBezTo>
                <a:cubicBezTo>
                  <a:pt x="726" y="274"/>
                  <a:pt x="717" y="281"/>
                  <a:pt x="706" y="285"/>
                </a:cubicBezTo>
                <a:cubicBezTo>
                  <a:pt x="695" y="290"/>
                  <a:pt x="684" y="292"/>
                  <a:pt x="672" y="292"/>
                </a:cubicBezTo>
                <a:lnTo>
                  <a:pt x="89" y="292"/>
                </a:lnTo>
                <a:cubicBezTo>
                  <a:pt x="78" y="292"/>
                  <a:pt x="66" y="290"/>
                  <a:pt x="56" y="285"/>
                </a:cubicBezTo>
                <a:cubicBezTo>
                  <a:pt x="45" y="281"/>
                  <a:pt x="34" y="274"/>
                  <a:pt x="26" y="266"/>
                </a:cubicBezTo>
                <a:cubicBezTo>
                  <a:pt x="17" y="258"/>
                  <a:pt x="11" y="248"/>
                  <a:pt x="7" y="237"/>
                </a:cubicBezTo>
                <a:cubicBezTo>
                  <a:pt x="2" y="227"/>
                  <a:pt x="0" y="215"/>
                  <a:pt x="0" y="204"/>
                </a:cubicBezTo>
                <a:lnTo>
                  <a:pt x="0" y="89"/>
                </a:lnTo>
                <a:cubicBezTo>
                  <a:pt x="0" y="77"/>
                  <a:pt x="2" y="66"/>
                  <a:pt x="7" y="55"/>
                </a:cubicBezTo>
                <a:cubicBezTo>
                  <a:pt x="11" y="44"/>
                  <a:pt x="17" y="35"/>
                  <a:pt x="26" y="26"/>
                </a:cubicBezTo>
                <a:cubicBezTo>
                  <a:pt x="34" y="18"/>
                  <a:pt x="45" y="12"/>
                  <a:pt x="56" y="7"/>
                </a:cubicBezTo>
                <a:cubicBezTo>
                  <a:pt x="66" y="3"/>
                  <a:pt x="78" y="0"/>
                  <a:pt x="89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8" name=""/>
          <p:cNvSpPr/>
          <p:nvPr/>
        </p:nvSpPr>
        <p:spPr>
          <a:xfrm>
            <a:off x="5589000" y="2192040"/>
            <a:ext cx="273600" cy="105120"/>
          </a:xfrm>
          <a:custGeom>
            <a:avLst/>
            <a:gdLst/>
            <a:ahLst/>
            <a:rect l="0" t="0" r="r" b="b"/>
            <a:pathLst>
              <a:path w="760" h="292">
                <a:moveTo>
                  <a:pt x="89" y="0"/>
                </a:moveTo>
                <a:lnTo>
                  <a:pt x="672" y="0"/>
                </a:lnTo>
                <a:cubicBezTo>
                  <a:pt x="684" y="0"/>
                  <a:pt x="695" y="3"/>
                  <a:pt x="706" y="7"/>
                </a:cubicBezTo>
                <a:cubicBezTo>
                  <a:pt x="717" y="12"/>
                  <a:pt x="726" y="18"/>
                  <a:pt x="735" y="26"/>
                </a:cubicBezTo>
                <a:cubicBezTo>
                  <a:pt x="743" y="35"/>
                  <a:pt x="749" y="44"/>
                  <a:pt x="754" y="55"/>
                </a:cubicBezTo>
                <a:cubicBezTo>
                  <a:pt x="758" y="66"/>
                  <a:pt x="760" y="77"/>
                  <a:pt x="760" y="89"/>
                </a:cubicBezTo>
                <a:lnTo>
                  <a:pt x="760" y="204"/>
                </a:lnTo>
                <a:cubicBezTo>
                  <a:pt x="760" y="215"/>
                  <a:pt x="758" y="227"/>
                  <a:pt x="754" y="237"/>
                </a:cubicBezTo>
                <a:cubicBezTo>
                  <a:pt x="749" y="248"/>
                  <a:pt x="743" y="258"/>
                  <a:pt x="735" y="266"/>
                </a:cubicBezTo>
                <a:cubicBezTo>
                  <a:pt x="726" y="274"/>
                  <a:pt x="717" y="281"/>
                  <a:pt x="706" y="285"/>
                </a:cubicBezTo>
                <a:cubicBezTo>
                  <a:pt x="695" y="290"/>
                  <a:pt x="684" y="292"/>
                  <a:pt x="672" y="292"/>
                </a:cubicBezTo>
                <a:lnTo>
                  <a:pt x="89" y="292"/>
                </a:lnTo>
                <a:cubicBezTo>
                  <a:pt x="78" y="292"/>
                  <a:pt x="66" y="290"/>
                  <a:pt x="56" y="285"/>
                </a:cubicBezTo>
                <a:cubicBezTo>
                  <a:pt x="45" y="281"/>
                  <a:pt x="34" y="274"/>
                  <a:pt x="26" y="266"/>
                </a:cubicBezTo>
                <a:cubicBezTo>
                  <a:pt x="17" y="258"/>
                  <a:pt x="11" y="248"/>
                  <a:pt x="7" y="237"/>
                </a:cubicBezTo>
                <a:cubicBezTo>
                  <a:pt x="2" y="227"/>
                  <a:pt x="0" y="215"/>
                  <a:pt x="0" y="204"/>
                </a:cubicBezTo>
                <a:lnTo>
                  <a:pt x="0" y="89"/>
                </a:lnTo>
                <a:cubicBezTo>
                  <a:pt x="0" y="77"/>
                  <a:pt x="2" y="66"/>
                  <a:pt x="7" y="55"/>
                </a:cubicBezTo>
                <a:cubicBezTo>
                  <a:pt x="11" y="44"/>
                  <a:pt x="17" y="35"/>
                  <a:pt x="26" y="26"/>
                </a:cubicBezTo>
                <a:cubicBezTo>
                  <a:pt x="34" y="18"/>
                  <a:pt x="45" y="12"/>
                  <a:pt x="56" y="7"/>
                </a:cubicBezTo>
                <a:cubicBezTo>
                  <a:pt x="66" y="3"/>
                  <a:pt x="78" y="0"/>
                  <a:pt x="89" y="0"/>
                </a:cubicBezTo>
                <a:close/>
              </a:path>
            </a:pathLst>
          </a:custGeom>
          <a:noFill/>
          <a:ln w="216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5315760" y="2248200"/>
            <a:ext cx="25812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60" spc="-1" strike="noStrike">
                <a:solidFill>
                  <a:srgbClr val="2a5a5a"/>
                </a:solidFill>
                <a:latin typeface="DejaVuSans"/>
                <a:ea typeface="DejaVuSans"/>
              </a:rPr>
              <a:t>lesgelegenheid</a:t>
            </a:r>
            <a:endParaRPr b="0" lang="en-US" sz="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5628960" y="2210760"/>
            <a:ext cx="19260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" spc="-1" strike="noStrike">
                <a:solidFill>
                  <a:srgbClr val="2a5a5a"/>
                </a:solidFill>
                <a:latin typeface="DejaVuSans"/>
                <a:ea typeface="DejaVuSans"/>
              </a:rPr>
              <a:t>Accorderen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1" name=""/>
          <p:cNvSpPr/>
          <p:nvPr/>
        </p:nvSpPr>
        <p:spPr>
          <a:xfrm>
            <a:off x="3626640" y="1279800"/>
            <a:ext cx="877680" cy="166320"/>
          </a:xfrm>
          <a:custGeom>
            <a:avLst/>
            <a:gdLst/>
            <a:ahLst/>
            <a:rect l="0" t="0" r="r" b="b"/>
            <a:pathLst>
              <a:path w="2438" h="462">
                <a:moveTo>
                  <a:pt x="26" y="0"/>
                </a:moveTo>
                <a:lnTo>
                  <a:pt x="2413" y="0"/>
                </a:lnTo>
                <a:cubicBezTo>
                  <a:pt x="2420" y="0"/>
                  <a:pt x="2426" y="2"/>
                  <a:pt x="2431" y="7"/>
                </a:cubicBezTo>
                <a:cubicBezTo>
                  <a:pt x="2436" y="12"/>
                  <a:pt x="2438" y="18"/>
                  <a:pt x="2438" y="25"/>
                </a:cubicBezTo>
                <a:lnTo>
                  <a:pt x="2438" y="437"/>
                </a:lnTo>
                <a:cubicBezTo>
                  <a:pt x="2438" y="444"/>
                  <a:pt x="2436" y="450"/>
                  <a:pt x="2431" y="455"/>
                </a:cubicBezTo>
                <a:cubicBezTo>
                  <a:pt x="2426" y="460"/>
                  <a:pt x="2420" y="462"/>
                  <a:pt x="2413" y="462"/>
                </a:cubicBezTo>
                <a:lnTo>
                  <a:pt x="26" y="462"/>
                </a:lnTo>
                <a:cubicBezTo>
                  <a:pt x="19" y="462"/>
                  <a:pt x="13" y="460"/>
                  <a:pt x="8" y="455"/>
                </a:cubicBezTo>
                <a:cubicBezTo>
                  <a:pt x="3" y="450"/>
                  <a:pt x="0" y="444"/>
                  <a:pt x="0" y="437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2" name=""/>
          <p:cNvSpPr/>
          <p:nvPr/>
        </p:nvSpPr>
        <p:spPr>
          <a:xfrm>
            <a:off x="3626640" y="1279800"/>
            <a:ext cx="877680" cy="166320"/>
          </a:xfrm>
          <a:custGeom>
            <a:avLst/>
            <a:gdLst/>
            <a:ahLst/>
            <a:rect l="0" t="0" r="r" b="b"/>
            <a:pathLst>
              <a:path w="2438" h="462">
                <a:moveTo>
                  <a:pt x="26" y="0"/>
                </a:moveTo>
                <a:lnTo>
                  <a:pt x="2413" y="0"/>
                </a:lnTo>
                <a:cubicBezTo>
                  <a:pt x="2420" y="0"/>
                  <a:pt x="2426" y="2"/>
                  <a:pt x="2431" y="7"/>
                </a:cubicBezTo>
                <a:cubicBezTo>
                  <a:pt x="2436" y="12"/>
                  <a:pt x="2438" y="18"/>
                  <a:pt x="2438" y="25"/>
                </a:cubicBezTo>
                <a:lnTo>
                  <a:pt x="2438" y="437"/>
                </a:lnTo>
                <a:cubicBezTo>
                  <a:pt x="2438" y="444"/>
                  <a:pt x="2436" y="450"/>
                  <a:pt x="2431" y="455"/>
                </a:cubicBezTo>
                <a:cubicBezTo>
                  <a:pt x="2426" y="460"/>
                  <a:pt x="2420" y="462"/>
                  <a:pt x="2413" y="462"/>
                </a:cubicBezTo>
                <a:lnTo>
                  <a:pt x="26" y="462"/>
                </a:lnTo>
                <a:cubicBezTo>
                  <a:pt x="19" y="462"/>
                  <a:pt x="13" y="460"/>
                  <a:pt x="8" y="455"/>
                </a:cubicBezTo>
                <a:cubicBezTo>
                  <a:pt x="3" y="450"/>
                  <a:pt x="0" y="444"/>
                  <a:pt x="0" y="437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noFill/>
          <a:ln w="3600">
            <a:solidFill>
              <a:srgbClr val="5aa8a8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3" name=""/>
          <p:cNvSpPr/>
          <p:nvPr/>
        </p:nvSpPr>
        <p:spPr>
          <a:xfrm>
            <a:off x="4458600" y="1297800"/>
            <a:ext cx="25200" cy="30240"/>
          </a:xfrm>
          <a:custGeom>
            <a:avLst/>
            <a:gdLst/>
            <a:ahLst/>
            <a:rect l="0" t="0" r="r" b="b"/>
            <a:pathLst>
              <a:path w="70" h="84">
                <a:moveTo>
                  <a:pt x="0" y="0"/>
                </a:moveTo>
                <a:lnTo>
                  <a:pt x="70" y="0"/>
                </a:lnTo>
                <a:lnTo>
                  <a:pt x="70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4" name=""/>
          <p:cNvSpPr/>
          <p:nvPr/>
        </p:nvSpPr>
        <p:spPr>
          <a:xfrm>
            <a:off x="4458600" y="1297800"/>
            <a:ext cx="25200" cy="30240"/>
          </a:xfrm>
          <a:custGeom>
            <a:avLst/>
            <a:gdLst/>
            <a:ahLst/>
            <a:rect l="0" t="0" r="r" b="b"/>
            <a:pathLst>
              <a:path w="70" h="84">
                <a:moveTo>
                  <a:pt x="0" y="0"/>
                </a:moveTo>
                <a:lnTo>
                  <a:pt x="70" y="0"/>
                </a:lnTo>
                <a:lnTo>
                  <a:pt x="70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5" name=""/>
          <p:cNvSpPr/>
          <p:nvPr/>
        </p:nvSpPr>
        <p:spPr>
          <a:xfrm>
            <a:off x="4449600" y="1303560"/>
            <a:ext cx="13680" cy="7200"/>
          </a:xfrm>
          <a:custGeom>
            <a:avLst/>
            <a:gdLst/>
            <a:ahLst/>
            <a:rect l="0" t="0" r="r" b="b"/>
            <a:pathLst>
              <a:path w="38" h="20">
                <a:moveTo>
                  <a:pt x="0" y="0"/>
                </a:moveTo>
                <a:lnTo>
                  <a:pt x="38" y="0"/>
                </a:lnTo>
                <a:lnTo>
                  <a:pt x="38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6" name=""/>
          <p:cNvSpPr/>
          <p:nvPr/>
        </p:nvSpPr>
        <p:spPr>
          <a:xfrm>
            <a:off x="4449600" y="1303560"/>
            <a:ext cx="13680" cy="7200"/>
          </a:xfrm>
          <a:custGeom>
            <a:avLst/>
            <a:gdLst/>
            <a:ahLst/>
            <a:rect l="0" t="0" r="r" b="b"/>
            <a:pathLst>
              <a:path w="38" h="20">
                <a:moveTo>
                  <a:pt x="0" y="0"/>
                </a:moveTo>
                <a:lnTo>
                  <a:pt x="38" y="0"/>
                </a:lnTo>
                <a:lnTo>
                  <a:pt x="38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7" name=""/>
          <p:cNvSpPr/>
          <p:nvPr/>
        </p:nvSpPr>
        <p:spPr>
          <a:xfrm>
            <a:off x="4449600" y="1315080"/>
            <a:ext cx="13680" cy="7200"/>
          </a:xfrm>
          <a:custGeom>
            <a:avLst/>
            <a:gdLst/>
            <a:ahLst/>
            <a:rect l="0" t="0" r="r" b="b"/>
            <a:pathLst>
              <a:path w="38" h="20">
                <a:moveTo>
                  <a:pt x="0" y="0"/>
                </a:moveTo>
                <a:lnTo>
                  <a:pt x="38" y="0"/>
                </a:lnTo>
                <a:lnTo>
                  <a:pt x="38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8" name=""/>
          <p:cNvSpPr/>
          <p:nvPr/>
        </p:nvSpPr>
        <p:spPr>
          <a:xfrm>
            <a:off x="4449600" y="1315080"/>
            <a:ext cx="13680" cy="7200"/>
          </a:xfrm>
          <a:custGeom>
            <a:avLst/>
            <a:gdLst/>
            <a:ahLst/>
            <a:rect l="0" t="0" r="r" b="b"/>
            <a:pathLst>
              <a:path w="38" h="20">
                <a:moveTo>
                  <a:pt x="0" y="0"/>
                </a:moveTo>
                <a:lnTo>
                  <a:pt x="38" y="0"/>
                </a:lnTo>
                <a:lnTo>
                  <a:pt x="38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5630040" y="2251800"/>
            <a:ext cx="19116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" spc="-1" strike="noStrike">
                <a:solidFill>
                  <a:srgbClr val="2a5a5a"/>
                </a:solidFill>
                <a:latin typeface="DejaVuSans"/>
                <a:ea typeface="DejaVuSans"/>
              </a:rPr>
              <a:t>van keuzes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0" name=""/>
          <p:cNvSpPr/>
          <p:nvPr/>
        </p:nvSpPr>
        <p:spPr>
          <a:xfrm>
            <a:off x="3654000" y="1334160"/>
            <a:ext cx="273960" cy="84600"/>
          </a:xfrm>
          <a:custGeom>
            <a:avLst/>
            <a:gdLst/>
            <a:ahLst/>
            <a:rect l="0" t="0" r="r" b="b"/>
            <a:pathLst>
              <a:path w="761" h="235">
                <a:moveTo>
                  <a:pt x="89" y="0"/>
                </a:moveTo>
                <a:lnTo>
                  <a:pt x="672" y="0"/>
                </a:lnTo>
                <a:cubicBezTo>
                  <a:pt x="684" y="0"/>
                  <a:pt x="695" y="3"/>
                  <a:pt x="706" y="7"/>
                </a:cubicBezTo>
                <a:cubicBezTo>
                  <a:pt x="717" y="12"/>
                  <a:pt x="727" y="18"/>
                  <a:pt x="735" y="26"/>
                </a:cubicBezTo>
                <a:cubicBezTo>
                  <a:pt x="743" y="35"/>
                  <a:pt x="750" y="44"/>
                  <a:pt x="754" y="55"/>
                </a:cubicBezTo>
                <a:cubicBezTo>
                  <a:pt x="759" y="66"/>
                  <a:pt x="761" y="77"/>
                  <a:pt x="761" y="89"/>
                </a:cubicBezTo>
                <a:lnTo>
                  <a:pt x="761" y="147"/>
                </a:lnTo>
                <a:cubicBezTo>
                  <a:pt x="761" y="159"/>
                  <a:pt x="759" y="170"/>
                  <a:pt x="754" y="181"/>
                </a:cubicBezTo>
                <a:cubicBezTo>
                  <a:pt x="750" y="192"/>
                  <a:pt x="743" y="201"/>
                  <a:pt x="735" y="209"/>
                </a:cubicBezTo>
                <a:cubicBezTo>
                  <a:pt x="727" y="218"/>
                  <a:pt x="717" y="224"/>
                  <a:pt x="706" y="229"/>
                </a:cubicBezTo>
                <a:cubicBezTo>
                  <a:pt x="695" y="233"/>
                  <a:pt x="684" y="235"/>
                  <a:pt x="672" y="235"/>
                </a:cubicBezTo>
                <a:lnTo>
                  <a:pt x="89" y="235"/>
                </a:lnTo>
                <a:cubicBezTo>
                  <a:pt x="77" y="235"/>
                  <a:pt x="66" y="233"/>
                  <a:pt x="55" y="229"/>
                </a:cubicBezTo>
                <a:cubicBezTo>
                  <a:pt x="44" y="224"/>
                  <a:pt x="34" y="218"/>
                  <a:pt x="26" y="209"/>
                </a:cubicBezTo>
                <a:cubicBezTo>
                  <a:pt x="18" y="201"/>
                  <a:pt x="11" y="192"/>
                  <a:pt x="7" y="181"/>
                </a:cubicBezTo>
                <a:cubicBezTo>
                  <a:pt x="2" y="170"/>
                  <a:pt x="0" y="159"/>
                  <a:pt x="0" y="147"/>
                </a:cubicBezTo>
                <a:lnTo>
                  <a:pt x="0" y="89"/>
                </a:lnTo>
                <a:cubicBezTo>
                  <a:pt x="0" y="77"/>
                  <a:pt x="2" y="66"/>
                  <a:pt x="7" y="55"/>
                </a:cubicBezTo>
                <a:cubicBezTo>
                  <a:pt x="11" y="44"/>
                  <a:pt x="18" y="35"/>
                  <a:pt x="26" y="26"/>
                </a:cubicBezTo>
                <a:cubicBezTo>
                  <a:pt x="34" y="18"/>
                  <a:pt x="44" y="12"/>
                  <a:pt x="55" y="7"/>
                </a:cubicBezTo>
                <a:cubicBezTo>
                  <a:pt x="66" y="3"/>
                  <a:pt x="77" y="0"/>
                  <a:pt x="89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1" name=""/>
          <p:cNvSpPr/>
          <p:nvPr/>
        </p:nvSpPr>
        <p:spPr>
          <a:xfrm>
            <a:off x="3654000" y="1334160"/>
            <a:ext cx="273960" cy="84600"/>
          </a:xfrm>
          <a:custGeom>
            <a:avLst/>
            <a:gdLst/>
            <a:ahLst/>
            <a:rect l="0" t="0" r="r" b="b"/>
            <a:pathLst>
              <a:path w="761" h="235">
                <a:moveTo>
                  <a:pt x="89" y="0"/>
                </a:moveTo>
                <a:lnTo>
                  <a:pt x="672" y="0"/>
                </a:lnTo>
                <a:cubicBezTo>
                  <a:pt x="684" y="0"/>
                  <a:pt x="695" y="3"/>
                  <a:pt x="706" y="7"/>
                </a:cubicBezTo>
                <a:cubicBezTo>
                  <a:pt x="717" y="12"/>
                  <a:pt x="727" y="18"/>
                  <a:pt x="735" y="26"/>
                </a:cubicBezTo>
                <a:cubicBezTo>
                  <a:pt x="743" y="35"/>
                  <a:pt x="750" y="44"/>
                  <a:pt x="754" y="55"/>
                </a:cubicBezTo>
                <a:cubicBezTo>
                  <a:pt x="759" y="66"/>
                  <a:pt x="761" y="77"/>
                  <a:pt x="761" y="89"/>
                </a:cubicBezTo>
                <a:lnTo>
                  <a:pt x="761" y="147"/>
                </a:lnTo>
                <a:cubicBezTo>
                  <a:pt x="761" y="159"/>
                  <a:pt x="759" y="170"/>
                  <a:pt x="754" y="181"/>
                </a:cubicBezTo>
                <a:cubicBezTo>
                  <a:pt x="750" y="192"/>
                  <a:pt x="743" y="201"/>
                  <a:pt x="735" y="209"/>
                </a:cubicBezTo>
                <a:cubicBezTo>
                  <a:pt x="727" y="218"/>
                  <a:pt x="717" y="224"/>
                  <a:pt x="706" y="229"/>
                </a:cubicBezTo>
                <a:cubicBezTo>
                  <a:pt x="695" y="233"/>
                  <a:pt x="684" y="235"/>
                  <a:pt x="672" y="235"/>
                </a:cubicBezTo>
                <a:lnTo>
                  <a:pt x="89" y="235"/>
                </a:lnTo>
                <a:cubicBezTo>
                  <a:pt x="77" y="235"/>
                  <a:pt x="66" y="233"/>
                  <a:pt x="55" y="229"/>
                </a:cubicBezTo>
                <a:cubicBezTo>
                  <a:pt x="44" y="224"/>
                  <a:pt x="34" y="218"/>
                  <a:pt x="26" y="209"/>
                </a:cubicBezTo>
                <a:cubicBezTo>
                  <a:pt x="18" y="201"/>
                  <a:pt x="11" y="192"/>
                  <a:pt x="7" y="181"/>
                </a:cubicBezTo>
                <a:cubicBezTo>
                  <a:pt x="2" y="170"/>
                  <a:pt x="0" y="159"/>
                  <a:pt x="0" y="147"/>
                </a:cubicBezTo>
                <a:lnTo>
                  <a:pt x="0" y="89"/>
                </a:lnTo>
                <a:cubicBezTo>
                  <a:pt x="0" y="77"/>
                  <a:pt x="2" y="66"/>
                  <a:pt x="7" y="55"/>
                </a:cubicBezTo>
                <a:cubicBezTo>
                  <a:pt x="11" y="44"/>
                  <a:pt x="18" y="35"/>
                  <a:pt x="26" y="26"/>
                </a:cubicBezTo>
                <a:cubicBezTo>
                  <a:pt x="34" y="18"/>
                  <a:pt x="44" y="12"/>
                  <a:pt x="55" y="7"/>
                </a:cubicBezTo>
                <a:cubicBezTo>
                  <a:pt x="66" y="3"/>
                  <a:pt x="77" y="0"/>
                  <a:pt x="89" y="0"/>
                </a:cubicBezTo>
                <a:close/>
              </a:path>
            </a:pathLst>
          </a:custGeom>
          <a:noFill/>
          <a:ln w="216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3912840" y="1295640"/>
            <a:ext cx="30096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" spc="-1" strike="noStrike">
                <a:solidFill>
                  <a:srgbClr val="2a5a5a"/>
                </a:solidFill>
                <a:latin typeface="DejaVuSans"/>
                <a:ea typeface="DejaVuSans"/>
              </a:rPr>
              <a:t>Planningssysteem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3" name=""/>
          <p:cNvSpPr/>
          <p:nvPr/>
        </p:nvSpPr>
        <p:spPr>
          <a:xfrm>
            <a:off x="4255560" y="1334160"/>
            <a:ext cx="223920" cy="84600"/>
          </a:xfrm>
          <a:custGeom>
            <a:avLst/>
            <a:gdLst/>
            <a:ahLst/>
            <a:rect l="0" t="0" r="r" b="b"/>
            <a:pathLst>
              <a:path w="622" h="235">
                <a:moveTo>
                  <a:pt x="89" y="0"/>
                </a:moveTo>
                <a:lnTo>
                  <a:pt x="533" y="0"/>
                </a:lnTo>
                <a:cubicBezTo>
                  <a:pt x="545" y="0"/>
                  <a:pt x="556" y="3"/>
                  <a:pt x="567" y="7"/>
                </a:cubicBezTo>
                <a:cubicBezTo>
                  <a:pt x="578" y="12"/>
                  <a:pt x="588" y="18"/>
                  <a:pt x="596" y="26"/>
                </a:cubicBezTo>
                <a:cubicBezTo>
                  <a:pt x="604" y="35"/>
                  <a:pt x="611" y="44"/>
                  <a:pt x="615" y="55"/>
                </a:cubicBezTo>
                <a:cubicBezTo>
                  <a:pt x="620" y="66"/>
                  <a:pt x="622" y="77"/>
                  <a:pt x="622" y="89"/>
                </a:cubicBezTo>
                <a:lnTo>
                  <a:pt x="622" y="147"/>
                </a:lnTo>
                <a:cubicBezTo>
                  <a:pt x="622" y="159"/>
                  <a:pt x="620" y="170"/>
                  <a:pt x="615" y="181"/>
                </a:cubicBezTo>
                <a:cubicBezTo>
                  <a:pt x="611" y="192"/>
                  <a:pt x="604" y="201"/>
                  <a:pt x="596" y="209"/>
                </a:cubicBezTo>
                <a:cubicBezTo>
                  <a:pt x="588" y="218"/>
                  <a:pt x="578" y="224"/>
                  <a:pt x="567" y="229"/>
                </a:cubicBezTo>
                <a:cubicBezTo>
                  <a:pt x="556" y="233"/>
                  <a:pt x="545" y="235"/>
                  <a:pt x="533" y="235"/>
                </a:cubicBezTo>
                <a:lnTo>
                  <a:pt x="89" y="235"/>
                </a:lnTo>
                <a:cubicBezTo>
                  <a:pt x="77" y="235"/>
                  <a:pt x="66" y="233"/>
                  <a:pt x="55" y="229"/>
                </a:cubicBezTo>
                <a:cubicBezTo>
                  <a:pt x="44" y="224"/>
                  <a:pt x="35" y="218"/>
                  <a:pt x="26" y="209"/>
                </a:cubicBezTo>
                <a:cubicBezTo>
                  <a:pt x="18" y="201"/>
                  <a:pt x="12" y="192"/>
                  <a:pt x="7" y="181"/>
                </a:cubicBezTo>
                <a:cubicBezTo>
                  <a:pt x="3" y="170"/>
                  <a:pt x="0" y="159"/>
                  <a:pt x="0" y="147"/>
                </a:cubicBezTo>
                <a:lnTo>
                  <a:pt x="0" y="89"/>
                </a:lnTo>
                <a:cubicBezTo>
                  <a:pt x="0" y="77"/>
                  <a:pt x="3" y="66"/>
                  <a:pt x="7" y="55"/>
                </a:cubicBezTo>
                <a:cubicBezTo>
                  <a:pt x="12" y="44"/>
                  <a:pt x="18" y="35"/>
                  <a:pt x="26" y="26"/>
                </a:cubicBezTo>
                <a:cubicBezTo>
                  <a:pt x="35" y="18"/>
                  <a:pt x="44" y="12"/>
                  <a:pt x="55" y="7"/>
                </a:cubicBezTo>
                <a:cubicBezTo>
                  <a:pt x="66" y="3"/>
                  <a:pt x="77" y="0"/>
                  <a:pt x="89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4" name=""/>
          <p:cNvSpPr/>
          <p:nvPr/>
        </p:nvSpPr>
        <p:spPr>
          <a:xfrm>
            <a:off x="4255560" y="1334160"/>
            <a:ext cx="223920" cy="84600"/>
          </a:xfrm>
          <a:custGeom>
            <a:avLst/>
            <a:gdLst/>
            <a:ahLst/>
            <a:rect l="0" t="0" r="r" b="b"/>
            <a:pathLst>
              <a:path w="622" h="235">
                <a:moveTo>
                  <a:pt x="89" y="0"/>
                </a:moveTo>
                <a:lnTo>
                  <a:pt x="533" y="0"/>
                </a:lnTo>
                <a:cubicBezTo>
                  <a:pt x="545" y="0"/>
                  <a:pt x="556" y="3"/>
                  <a:pt x="567" y="7"/>
                </a:cubicBezTo>
                <a:cubicBezTo>
                  <a:pt x="578" y="12"/>
                  <a:pt x="588" y="18"/>
                  <a:pt x="596" y="26"/>
                </a:cubicBezTo>
                <a:cubicBezTo>
                  <a:pt x="604" y="35"/>
                  <a:pt x="611" y="44"/>
                  <a:pt x="615" y="55"/>
                </a:cubicBezTo>
                <a:cubicBezTo>
                  <a:pt x="620" y="66"/>
                  <a:pt x="622" y="77"/>
                  <a:pt x="622" y="89"/>
                </a:cubicBezTo>
                <a:lnTo>
                  <a:pt x="622" y="147"/>
                </a:lnTo>
                <a:cubicBezTo>
                  <a:pt x="622" y="159"/>
                  <a:pt x="620" y="170"/>
                  <a:pt x="615" y="181"/>
                </a:cubicBezTo>
                <a:cubicBezTo>
                  <a:pt x="611" y="192"/>
                  <a:pt x="604" y="201"/>
                  <a:pt x="596" y="209"/>
                </a:cubicBezTo>
                <a:cubicBezTo>
                  <a:pt x="588" y="218"/>
                  <a:pt x="578" y="224"/>
                  <a:pt x="567" y="229"/>
                </a:cubicBezTo>
                <a:cubicBezTo>
                  <a:pt x="556" y="233"/>
                  <a:pt x="545" y="235"/>
                  <a:pt x="533" y="235"/>
                </a:cubicBezTo>
                <a:lnTo>
                  <a:pt x="89" y="235"/>
                </a:lnTo>
                <a:cubicBezTo>
                  <a:pt x="77" y="235"/>
                  <a:pt x="66" y="233"/>
                  <a:pt x="55" y="229"/>
                </a:cubicBezTo>
                <a:cubicBezTo>
                  <a:pt x="44" y="224"/>
                  <a:pt x="35" y="218"/>
                  <a:pt x="26" y="209"/>
                </a:cubicBezTo>
                <a:cubicBezTo>
                  <a:pt x="18" y="201"/>
                  <a:pt x="12" y="192"/>
                  <a:pt x="7" y="181"/>
                </a:cubicBezTo>
                <a:cubicBezTo>
                  <a:pt x="3" y="170"/>
                  <a:pt x="0" y="159"/>
                  <a:pt x="0" y="147"/>
                </a:cubicBezTo>
                <a:lnTo>
                  <a:pt x="0" y="89"/>
                </a:lnTo>
                <a:cubicBezTo>
                  <a:pt x="0" y="77"/>
                  <a:pt x="3" y="66"/>
                  <a:pt x="7" y="55"/>
                </a:cubicBezTo>
                <a:cubicBezTo>
                  <a:pt x="12" y="44"/>
                  <a:pt x="18" y="35"/>
                  <a:pt x="26" y="26"/>
                </a:cubicBezTo>
                <a:cubicBezTo>
                  <a:pt x="35" y="18"/>
                  <a:pt x="44" y="12"/>
                  <a:pt x="55" y="7"/>
                </a:cubicBezTo>
                <a:cubicBezTo>
                  <a:pt x="66" y="3"/>
                  <a:pt x="77" y="0"/>
                  <a:pt x="89" y="0"/>
                </a:cubicBezTo>
                <a:close/>
              </a:path>
            </a:pathLst>
          </a:custGeom>
          <a:noFill/>
          <a:ln w="216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3683880" y="1361880"/>
            <a:ext cx="20808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" spc="-1" strike="noStrike">
                <a:solidFill>
                  <a:srgbClr val="2a5a5a"/>
                </a:solidFill>
                <a:latin typeface="DejaVuSans"/>
                <a:ea typeface="DejaVuSans"/>
              </a:rPr>
              <a:t>Jaarplanning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4314600" y="1346760"/>
            <a:ext cx="11052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20" spc="-1" strike="noStrike">
                <a:solidFill>
                  <a:srgbClr val="2a5a5a"/>
                </a:solidFill>
                <a:latin typeface="DejaVuSans"/>
                <a:ea typeface="DejaVuSans"/>
              </a:rPr>
              <a:t>Periode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7" name=""/>
          <p:cNvSpPr/>
          <p:nvPr/>
        </p:nvSpPr>
        <p:spPr>
          <a:xfrm>
            <a:off x="3925080" y="1334160"/>
            <a:ext cx="330840" cy="84600"/>
          </a:xfrm>
          <a:custGeom>
            <a:avLst/>
            <a:gdLst/>
            <a:ahLst/>
            <a:rect l="0" t="0" r="r" b="b"/>
            <a:pathLst>
              <a:path w="919" h="235">
                <a:moveTo>
                  <a:pt x="89" y="0"/>
                </a:moveTo>
                <a:lnTo>
                  <a:pt x="831" y="0"/>
                </a:lnTo>
                <a:cubicBezTo>
                  <a:pt x="843" y="0"/>
                  <a:pt x="854" y="3"/>
                  <a:pt x="865" y="7"/>
                </a:cubicBezTo>
                <a:cubicBezTo>
                  <a:pt x="876" y="12"/>
                  <a:pt x="885" y="18"/>
                  <a:pt x="893" y="26"/>
                </a:cubicBezTo>
                <a:cubicBezTo>
                  <a:pt x="902" y="35"/>
                  <a:pt x="908" y="44"/>
                  <a:pt x="913" y="55"/>
                </a:cubicBezTo>
                <a:cubicBezTo>
                  <a:pt x="917" y="66"/>
                  <a:pt x="919" y="77"/>
                  <a:pt x="919" y="89"/>
                </a:cubicBezTo>
                <a:lnTo>
                  <a:pt x="919" y="147"/>
                </a:lnTo>
                <a:cubicBezTo>
                  <a:pt x="919" y="159"/>
                  <a:pt x="917" y="170"/>
                  <a:pt x="913" y="181"/>
                </a:cubicBezTo>
                <a:cubicBezTo>
                  <a:pt x="908" y="192"/>
                  <a:pt x="902" y="201"/>
                  <a:pt x="893" y="209"/>
                </a:cubicBezTo>
                <a:cubicBezTo>
                  <a:pt x="885" y="218"/>
                  <a:pt x="876" y="224"/>
                  <a:pt x="865" y="229"/>
                </a:cubicBezTo>
                <a:cubicBezTo>
                  <a:pt x="854" y="233"/>
                  <a:pt x="843" y="235"/>
                  <a:pt x="831" y="235"/>
                </a:cubicBezTo>
                <a:lnTo>
                  <a:pt x="89" y="235"/>
                </a:lnTo>
                <a:cubicBezTo>
                  <a:pt x="77" y="235"/>
                  <a:pt x="66" y="233"/>
                  <a:pt x="55" y="229"/>
                </a:cubicBezTo>
                <a:cubicBezTo>
                  <a:pt x="44" y="224"/>
                  <a:pt x="35" y="218"/>
                  <a:pt x="26" y="209"/>
                </a:cubicBezTo>
                <a:cubicBezTo>
                  <a:pt x="18" y="201"/>
                  <a:pt x="12" y="192"/>
                  <a:pt x="7" y="181"/>
                </a:cubicBezTo>
                <a:cubicBezTo>
                  <a:pt x="3" y="170"/>
                  <a:pt x="0" y="159"/>
                  <a:pt x="0" y="147"/>
                </a:cubicBezTo>
                <a:lnTo>
                  <a:pt x="0" y="89"/>
                </a:lnTo>
                <a:cubicBezTo>
                  <a:pt x="0" y="77"/>
                  <a:pt x="3" y="66"/>
                  <a:pt x="7" y="55"/>
                </a:cubicBezTo>
                <a:cubicBezTo>
                  <a:pt x="12" y="44"/>
                  <a:pt x="18" y="35"/>
                  <a:pt x="26" y="26"/>
                </a:cubicBezTo>
                <a:cubicBezTo>
                  <a:pt x="35" y="18"/>
                  <a:pt x="44" y="12"/>
                  <a:pt x="55" y="7"/>
                </a:cubicBezTo>
                <a:cubicBezTo>
                  <a:pt x="66" y="3"/>
                  <a:pt x="77" y="0"/>
                  <a:pt x="89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8" name=""/>
          <p:cNvSpPr/>
          <p:nvPr/>
        </p:nvSpPr>
        <p:spPr>
          <a:xfrm>
            <a:off x="3925080" y="1334160"/>
            <a:ext cx="330840" cy="84600"/>
          </a:xfrm>
          <a:custGeom>
            <a:avLst/>
            <a:gdLst/>
            <a:ahLst/>
            <a:rect l="0" t="0" r="r" b="b"/>
            <a:pathLst>
              <a:path w="919" h="235">
                <a:moveTo>
                  <a:pt x="89" y="0"/>
                </a:moveTo>
                <a:lnTo>
                  <a:pt x="831" y="0"/>
                </a:lnTo>
                <a:cubicBezTo>
                  <a:pt x="843" y="0"/>
                  <a:pt x="854" y="3"/>
                  <a:pt x="865" y="7"/>
                </a:cubicBezTo>
                <a:cubicBezTo>
                  <a:pt x="876" y="12"/>
                  <a:pt x="885" y="18"/>
                  <a:pt x="893" y="26"/>
                </a:cubicBezTo>
                <a:cubicBezTo>
                  <a:pt x="902" y="35"/>
                  <a:pt x="908" y="44"/>
                  <a:pt x="913" y="55"/>
                </a:cubicBezTo>
                <a:cubicBezTo>
                  <a:pt x="917" y="66"/>
                  <a:pt x="919" y="77"/>
                  <a:pt x="919" y="89"/>
                </a:cubicBezTo>
                <a:lnTo>
                  <a:pt x="919" y="147"/>
                </a:lnTo>
                <a:cubicBezTo>
                  <a:pt x="919" y="159"/>
                  <a:pt x="917" y="170"/>
                  <a:pt x="913" y="181"/>
                </a:cubicBezTo>
                <a:cubicBezTo>
                  <a:pt x="908" y="192"/>
                  <a:pt x="902" y="201"/>
                  <a:pt x="893" y="209"/>
                </a:cubicBezTo>
                <a:cubicBezTo>
                  <a:pt x="885" y="218"/>
                  <a:pt x="876" y="224"/>
                  <a:pt x="865" y="229"/>
                </a:cubicBezTo>
                <a:cubicBezTo>
                  <a:pt x="854" y="233"/>
                  <a:pt x="843" y="235"/>
                  <a:pt x="831" y="235"/>
                </a:cubicBezTo>
                <a:lnTo>
                  <a:pt x="89" y="235"/>
                </a:lnTo>
                <a:cubicBezTo>
                  <a:pt x="77" y="235"/>
                  <a:pt x="66" y="233"/>
                  <a:pt x="55" y="229"/>
                </a:cubicBezTo>
                <a:cubicBezTo>
                  <a:pt x="44" y="224"/>
                  <a:pt x="35" y="218"/>
                  <a:pt x="26" y="209"/>
                </a:cubicBezTo>
                <a:cubicBezTo>
                  <a:pt x="18" y="201"/>
                  <a:pt x="12" y="192"/>
                  <a:pt x="7" y="181"/>
                </a:cubicBezTo>
                <a:cubicBezTo>
                  <a:pt x="3" y="170"/>
                  <a:pt x="0" y="159"/>
                  <a:pt x="0" y="147"/>
                </a:cubicBezTo>
                <a:lnTo>
                  <a:pt x="0" y="89"/>
                </a:lnTo>
                <a:cubicBezTo>
                  <a:pt x="0" y="77"/>
                  <a:pt x="3" y="66"/>
                  <a:pt x="7" y="55"/>
                </a:cubicBezTo>
                <a:cubicBezTo>
                  <a:pt x="12" y="44"/>
                  <a:pt x="18" y="35"/>
                  <a:pt x="26" y="26"/>
                </a:cubicBezTo>
                <a:cubicBezTo>
                  <a:pt x="35" y="18"/>
                  <a:pt x="44" y="12"/>
                  <a:pt x="55" y="7"/>
                </a:cubicBezTo>
                <a:cubicBezTo>
                  <a:pt x="66" y="3"/>
                  <a:pt x="77" y="0"/>
                  <a:pt x="89" y="0"/>
                </a:cubicBezTo>
                <a:close/>
              </a:path>
            </a:pathLst>
          </a:custGeom>
          <a:noFill/>
          <a:ln w="216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4305960" y="1380960"/>
            <a:ext cx="12564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20" spc="-1" strike="noStrike">
                <a:solidFill>
                  <a:srgbClr val="2a5a5a"/>
                </a:solidFill>
                <a:latin typeface="DejaVuSans"/>
                <a:ea typeface="DejaVuSans"/>
              </a:rPr>
              <a:t>planning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3982680" y="1346760"/>
            <a:ext cx="22644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20" spc="-1" strike="noStrike">
                <a:solidFill>
                  <a:srgbClr val="2a5a5a"/>
                </a:solidFill>
                <a:latin typeface="DejaVuSans"/>
                <a:ea typeface="DejaVuSans"/>
              </a:rPr>
              <a:t>Nominale route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1" name=""/>
          <p:cNvSpPr/>
          <p:nvPr/>
        </p:nvSpPr>
        <p:spPr>
          <a:xfrm>
            <a:off x="7589880" y="1279800"/>
            <a:ext cx="615600" cy="166320"/>
          </a:xfrm>
          <a:custGeom>
            <a:avLst/>
            <a:gdLst/>
            <a:ahLst/>
            <a:rect l="0" t="0" r="r" b="b"/>
            <a:pathLst>
              <a:path w="1710" h="462">
                <a:moveTo>
                  <a:pt x="25" y="0"/>
                </a:moveTo>
                <a:lnTo>
                  <a:pt x="1685" y="0"/>
                </a:lnTo>
                <a:cubicBezTo>
                  <a:pt x="1692" y="0"/>
                  <a:pt x="1698" y="2"/>
                  <a:pt x="1703" y="7"/>
                </a:cubicBezTo>
                <a:cubicBezTo>
                  <a:pt x="1708" y="12"/>
                  <a:pt x="1710" y="18"/>
                  <a:pt x="1710" y="25"/>
                </a:cubicBezTo>
                <a:lnTo>
                  <a:pt x="1710" y="437"/>
                </a:lnTo>
                <a:cubicBezTo>
                  <a:pt x="1710" y="444"/>
                  <a:pt x="1708" y="450"/>
                  <a:pt x="1703" y="455"/>
                </a:cubicBezTo>
                <a:cubicBezTo>
                  <a:pt x="1698" y="460"/>
                  <a:pt x="1692" y="462"/>
                  <a:pt x="1685" y="462"/>
                </a:cubicBezTo>
                <a:lnTo>
                  <a:pt x="25" y="462"/>
                </a:lnTo>
                <a:cubicBezTo>
                  <a:pt x="18" y="462"/>
                  <a:pt x="12" y="460"/>
                  <a:pt x="7" y="455"/>
                </a:cubicBezTo>
                <a:cubicBezTo>
                  <a:pt x="3" y="450"/>
                  <a:pt x="0" y="444"/>
                  <a:pt x="0" y="437"/>
                </a:cubicBezTo>
                <a:lnTo>
                  <a:pt x="0" y="25"/>
                </a:lnTo>
                <a:cubicBezTo>
                  <a:pt x="0" y="18"/>
                  <a:pt x="3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2" name=""/>
          <p:cNvSpPr/>
          <p:nvPr/>
        </p:nvSpPr>
        <p:spPr>
          <a:xfrm>
            <a:off x="7589880" y="1279800"/>
            <a:ext cx="615600" cy="166320"/>
          </a:xfrm>
          <a:custGeom>
            <a:avLst/>
            <a:gdLst/>
            <a:ahLst/>
            <a:rect l="0" t="0" r="r" b="b"/>
            <a:pathLst>
              <a:path w="1710" h="462">
                <a:moveTo>
                  <a:pt x="25" y="0"/>
                </a:moveTo>
                <a:lnTo>
                  <a:pt x="1685" y="0"/>
                </a:lnTo>
                <a:cubicBezTo>
                  <a:pt x="1692" y="0"/>
                  <a:pt x="1698" y="2"/>
                  <a:pt x="1703" y="7"/>
                </a:cubicBezTo>
                <a:cubicBezTo>
                  <a:pt x="1708" y="12"/>
                  <a:pt x="1710" y="18"/>
                  <a:pt x="1710" y="25"/>
                </a:cubicBezTo>
                <a:lnTo>
                  <a:pt x="1710" y="437"/>
                </a:lnTo>
                <a:cubicBezTo>
                  <a:pt x="1710" y="444"/>
                  <a:pt x="1708" y="450"/>
                  <a:pt x="1703" y="455"/>
                </a:cubicBezTo>
                <a:cubicBezTo>
                  <a:pt x="1698" y="460"/>
                  <a:pt x="1692" y="462"/>
                  <a:pt x="1685" y="462"/>
                </a:cubicBezTo>
                <a:lnTo>
                  <a:pt x="25" y="462"/>
                </a:lnTo>
                <a:cubicBezTo>
                  <a:pt x="18" y="462"/>
                  <a:pt x="12" y="460"/>
                  <a:pt x="7" y="455"/>
                </a:cubicBezTo>
                <a:cubicBezTo>
                  <a:pt x="3" y="450"/>
                  <a:pt x="0" y="444"/>
                  <a:pt x="0" y="437"/>
                </a:cubicBezTo>
                <a:lnTo>
                  <a:pt x="0" y="25"/>
                </a:lnTo>
                <a:cubicBezTo>
                  <a:pt x="0" y="18"/>
                  <a:pt x="3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5aa8a8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3" name=""/>
          <p:cNvSpPr/>
          <p:nvPr/>
        </p:nvSpPr>
        <p:spPr>
          <a:xfrm>
            <a:off x="8159760" y="1297800"/>
            <a:ext cx="25200" cy="30240"/>
          </a:xfrm>
          <a:custGeom>
            <a:avLst/>
            <a:gdLst/>
            <a:ahLst/>
            <a:rect l="0" t="0" r="r" b="b"/>
            <a:pathLst>
              <a:path w="70" h="84">
                <a:moveTo>
                  <a:pt x="0" y="0"/>
                </a:moveTo>
                <a:lnTo>
                  <a:pt x="70" y="0"/>
                </a:lnTo>
                <a:lnTo>
                  <a:pt x="70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4" name=""/>
          <p:cNvSpPr/>
          <p:nvPr/>
        </p:nvSpPr>
        <p:spPr>
          <a:xfrm>
            <a:off x="8159760" y="1297800"/>
            <a:ext cx="25200" cy="30240"/>
          </a:xfrm>
          <a:custGeom>
            <a:avLst/>
            <a:gdLst/>
            <a:ahLst/>
            <a:rect l="0" t="0" r="r" b="b"/>
            <a:pathLst>
              <a:path w="70" h="84">
                <a:moveTo>
                  <a:pt x="0" y="0"/>
                </a:moveTo>
                <a:lnTo>
                  <a:pt x="70" y="0"/>
                </a:lnTo>
                <a:lnTo>
                  <a:pt x="70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5" name=""/>
          <p:cNvSpPr/>
          <p:nvPr/>
        </p:nvSpPr>
        <p:spPr>
          <a:xfrm>
            <a:off x="8150400" y="13035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6" name=""/>
          <p:cNvSpPr/>
          <p:nvPr/>
        </p:nvSpPr>
        <p:spPr>
          <a:xfrm>
            <a:off x="8150400" y="13035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7" name=""/>
          <p:cNvSpPr/>
          <p:nvPr/>
        </p:nvSpPr>
        <p:spPr>
          <a:xfrm>
            <a:off x="8150400" y="13150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8" name=""/>
          <p:cNvSpPr/>
          <p:nvPr/>
        </p:nvSpPr>
        <p:spPr>
          <a:xfrm>
            <a:off x="8150400" y="13150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4019040" y="1380960"/>
            <a:ext cx="15012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20" spc="-1" strike="noStrike">
                <a:solidFill>
                  <a:srgbClr val="2a5a5a"/>
                </a:solidFill>
                <a:latin typeface="DejaVuSans"/>
                <a:ea typeface="DejaVuSans"/>
              </a:rPr>
              <a:t>schooljaar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0" name=""/>
          <p:cNvSpPr/>
          <p:nvPr/>
        </p:nvSpPr>
        <p:spPr>
          <a:xfrm>
            <a:off x="7589880" y="2137680"/>
            <a:ext cx="615600" cy="248400"/>
          </a:xfrm>
          <a:custGeom>
            <a:avLst/>
            <a:gdLst/>
            <a:ahLst/>
            <a:rect l="0" t="0" r="r" b="b"/>
            <a:pathLst>
              <a:path w="1710" h="690">
                <a:moveTo>
                  <a:pt x="25" y="0"/>
                </a:moveTo>
                <a:lnTo>
                  <a:pt x="1685" y="0"/>
                </a:lnTo>
                <a:cubicBezTo>
                  <a:pt x="1692" y="0"/>
                  <a:pt x="1698" y="2"/>
                  <a:pt x="1703" y="7"/>
                </a:cubicBezTo>
                <a:cubicBezTo>
                  <a:pt x="1708" y="12"/>
                  <a:pt x="1710" y="18"/>
                  <a:pt x="1710" y="25"/>
                </a:cubicBezTo>
                <a:lnTo>
                  <a:pt x="1710" y="664"/>
                </a:lnTo>
                <a:cubicBezTo>
                  <a:pt x="1710" y="671"/>
                  <a:pt x="1708" y="677"/>
                  <a:pt x="1703" y="682"/>
                </a:cubicBezTo>
                <a:cubicBezTo>
                  <a:pt x="1698" y="687"/>
                  <a:pt x="1692" y="690"/>
                  <a:pt x="1685" y="690"/>
                </a:cubicBezTo>
                <a:lnTo>
                  <a:pt x="25" y="690"/>
                </a:lnTo>
                <a:cubicBezTo>
                  <a:pt x="18" y="690"/>
                  <a:pt x="12" y="687"/>
                  <a:pt x="7" y="682"/>
                </a:cubicBezTo>
                <a:cubicBezTo>
                  <a:pt x="3" y="677"/>
                  <a:pt x="0" y="671"/>
                  <a:pt x="0" y="664"/>
                </a:cubicBezTo>
                <a:lnTo>
                  <a:pt x="0" y="25"/>
                </a:lnTo>
                <a:cubicBezTo>
                  <a:pt x="0" y="18"/>
                  <a:pt x="3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1" name=""/>
          <p:cNvSpPr/>
          <p:nvPr/>
        </p:nvSpPr>
        <p:spPr>
          <a:xfrm>
            <a:off x="7589880" y="2137680"/>
            <a:ext cx="615600" cy="248400"/>
          </a:xfrm>
          <a:custGeom>
            <a:avLst/>
            <a:gdLst/>
            <a:ahLst/>
            <a:rect l="0" t="0" r="r" b="b"/>
            <a:pathLst>
              <a:path w="1710" h="690">
                <a:moveTo>
                  <a:pt x="25" y="0"/>
                </a:moveTo>
                <a:lnTo>
                  <a:pt x="1685" y="0"/>
                </a:lnTo>
                <a:cubicBezTo>
                  <a:pt x="1692" y="0"/>
                  <a:pt x="1698" y="2"/>
                  <a:pt x="1703" y="7"/>
                </a:cubicBezTo>
                <a:cubicBezTo>
                  <a:pt x="1708" y="12"/>
                  <a:pt x="1710" y="18"/>
                  <a:pt x="1710" y="25"/>
                </a:cubicBezTo>
                <a:lnTo>
                  <a:pt x="1710" y="664"/>
                </a:lnTo>
                <a:cubicBezTo>
                  <a:pt x="1710" y="671"/>
                  <a:pt x="1708" y="677"/>
                  <a:pt x="1703" y="682"/>
                </a:cubicBezTo>
                <a:cubicBezTo>
                  <a:pt x="1698" y="687"/>
                  <a:pt x="1692" y="690"/>
                  <a:pt x="1685" y="690"/>
                </a:cubicBezTo>
                <a:lnTo>
                  <a:pt x="25" y="690"/>
                </a:lnTo>
                <a:cubicBezTo>
                  <a:pt x="18" y="690"/>
                  <a:pt x="12" y="687"/>
                  <a:pt x="7" y="682"/>
                </a:cubicBezTo>
                <a:cubicBezTo>
                  <a:pt x="3" y="677"/>
                  <a:pt x="0" y="671"/>
                  <a:pt x="0" y="664"/>
                </a:cubicBezTo>
                <a:lnTo>
                  <a:pt x="0" y="25"/>
                </a:lnTo>
                <a:cubicBezTo>
                  <a:pt x="0" y="18"/>
                  <a:pt x="3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5aa8a8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2" name=""/>
          <p:cNvSpPr/>
          <p:nvPr/>
        </p:nvSpPr>
        <p:spPr>
          <a:xfrm>
            <a:off x="8159760" y="215568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3" name=""/>
          <p:cNvSpPr/>
          <p:nvPr/>
        </p:nvSpPr>
        <p:spPr>
          <a:xfrm>
            <a:off x="8159760" y="215568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4" name=""/>
          <p:cNvSpPr/>
          <p:nvPr/>
        </p:nvSpPr>
        <p:spPr>
          <a:xfrm>
            <a:off x="8150400" y="21614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5" name=""/>
          <p:cNvSpPr/>
          <p:nvPr/>
        </p:nvSpPr>
        <p:spPr>
          <a:xfrm>
            <a:off x="8150400" y="21614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6" name=""/>
          <p:cNvSpPr/>
          <p:nvPr/>
        </p:nvSpPr>
        <p:spPr>
          <a:xfrm>
            <a:off x="8150400" y="21729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7" name=""/>
          <p:cNvSpPr/>
          <p:nvPr/>
        </p:nvSpPr>
        <p:spPr>
          <a:xfrm>
            <a:off x="8150400" y="21729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7644600" y="1344600"/>
            <a:ext cx="50652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2a5a5a"/>
                </a:solidFill>
                <a:latin typeface="DejaVuSans"/>
                <a:ea typeface="DejaVuSans"/>
              </a:rPr>
              <a:t>Onderwijscatalogus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7664760" y="2159280"/>
            <a:ext cx="46260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2a5a5a"/>
                </a:solidFill>
                <a:latin typeface="DejaVuSans"/>
                <a:ea typeface="DejaVuSans"/>
              </a:rPr>
              <a:t>Leer management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0" name=""/>
          <p:cNvSpPr/>
          <p:nvPr/>
        </p:nvSpPr>
        <p:spPr>
          <a:xfrm>
            <a:off x="7863480" y="2274120"/>
            <a:ext cx="330840" cy="98280"/>
          </a:xfrm>
          <a:custGeom>
            <a:avLst/>
            <a:gdLst/>
            <a:ahLst/>
            <a:rect l="0" t="0" r="r" b="b"/>
            <a:pathLst>
              <a:path w="919" h="273">
                <a:moveTo>
                  <a:pt x="25" y="0"/>
                </a:moveTo>
                <a:lnTo>
                  <a:pt x="893" y="0"/>
                </a:lnTo>
                <a:cubicBezTo>
                  <a:pt x="900" y="0"/>
                  <a:pt x="906" y="2"/>
                  <a:pt x="911" y="7"/>
                </a:cubicBezTo>
                <a:cubicBezTo>
                  <a:pt x="916" y="12"/>
                  <a:pt x="919" y="18"/>
                  <a:pt x="919" y="25"/>
                </a:cubicBezTo>
                <a:lnTo>
                  <a:pt x="919" y="247"/>
                </a:lnTo>
                <a:cubicBezTo>
                  <a:pt x="919" y="254"/>
                  <a:pt x="916" y="260"/>
                  <a:pt x="911" y="265"/>
                </a:cubicBezTo>
                <a:cubicBezTo>
                  <a:pt x="906" y="270"/>
                  <a:pt x="900" y="273"/>
                  <a:pt x="893" y="273"/>
                </a:cubicBezTo>
                <a:lnTo>
                  <a:pt x="25" y="273"/>
                </a:lnTo>
                <a:cubicBezTo>
                  <a:pt x="18" y="273"/>
                  <a:pt x="12" y="270"/>
                  <a:pt x="7" y="265"/>
                </a:cubicBezTo>
                <a:cubicBezTo>
                  <a:pt x="2" y="260"/>
                  <a:pt x="0" y="254"/>
                  <a:pt x="0" y="247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solidFill>
            <a:srgbClr val="80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1" name=""/>
          <p:cNvSpPr/>
          <p:nvPr/>
        </p:nvSpPr>
        <p:spPr>
          <a:xfrm>
            <a:off x="7863480" y="2274120"/>
            <a:ext cx="330840" cy="98280"/>
          </a:xfrm>
          <a:custGeom>
            <a:avLst/>
            <a:gdLst/>
            <a:ahLst/>
            <a:rect l="0" t="0" r="r" b="b"/>
            <a:pathLst>
              <a:path w="919" h="273">
                <a:moveTo>
                  <a:pt x="25" y="0"/>
                </a:moveTo>
                <a:lnTo>
                  <a:pt x="893" y="0"/>
                </a:lnTo>
                <a:cubicBezTo>
                  <a:pt x="900" y="0"/>
                  <a:pt x="906" y="2"/>
                  <a:pt x="911" y="7"/>
                </a:cubicBezTo>
                <a:cubicBezTo>
                  <a:pt x="916" y="12"/>
                  <a:pt x="919" y="18"/>
                  <a:pt x="919" y="25"/>
                </a:cubicBezTo>
                <a:lnTo>
                  <a:pt x="919" y="247"/>
                </a:lnTo>
                <a:cubicBezTo>
                  <a:pt x="919" y="254"/>
                  <a:pt x="916" y="260"/>
                  <a:pt x="911" y="265"/>
                </a:cubicBezTo>
                <a:cubicBezTo>
                  <a:pt x="906" y="270"/>
                  <a:pt x="900" y="273"/>
                  <a:pt x="893" y="273"/>
                </a:cubicBezTo>
                <a:lnTo>
                  <a:pt x="25" y="273"/>
                </a:lnTo>
                <a:cubicBezTo>
                  <a:pt x="18" y="273"/>
                  <a:pt x="12" y="270"/>
                  <a:pt x="7" y="265"/>
                </a:cubicBezTo>
                <a:cubicBezTo>
                  <a:pt x="2" y="260"/>
                  <a:pt x="0" y="254"/>
                  <a:pt x="0" y="247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noFill/>
          <a:ln w="2160">
            <a:solidFill>
              <a:srgbClr val="64c7c7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7708320" y="2213640"/>
            <a:ext cx="38160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2a5a5a"/>
                </a:solidFill>
                <a:latin typeface="DejaVuSans"/>
                <a:ea typeface="DejaVuSans"/>
              </a:rPr>
              <a:t>systeem (LMS)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7881840" y="2295000"/>
            <a:ext cx="256680" cy="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0" spc="-1" strike="noStrike">
                <a:solidFill>
                  <a:srgbClr val="5b6663"/>
                </a:solidFill>
                <a:latin typeface="DejaVuSans"/>
                <a:ea typeface="DejaVuSans"/>
              </a:rPr>
              <a:t>Meerdere LMS'en in het</a:t>
            </a:r>
            <a:endParaRPr b="0" lang="en-US" sz="1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4" name=""/>
          <p:cNvSpPr/>
          <p:nvPr/>
        </p:nvSpPr>
        <p:spPr>
          <a:xfrm>
            <a:off x="7605720" y="3502800"/>
            <a:ext cx="440280" cy="125640"/>
          </a:xfrm>
          <a:custGeom>
            <a:avLst/>
            <a:gdLst/>
            <a:ahLst/>
            <a:rect l="0" t="0" r="r" b="b"/>
            <a:pathLst>
              <a:path w="1223" h="349">
                <a:moveTo>
                  <a:pt x="26" y="0"/>
                </a:moveTo>
                <a:lnTo>
                  <a:pt x="1198" y="0"/>
                </a:lnTo>
                <a:cubicBezTo>
                  <a:pt x="1205" y="0"/>
                  <a:pt x="1211" y="2"/>
                  <a:pt x="1216" y="7"/>
                </a:cubicBezTo>
                <a:cubicBezTo>
                  <a:pt x="1221" y="12"/>
                  <a:pt x="1223" y="18"/>
                  <a:pt x="1223" y="25"/>
                </a:cubicBezTo>
                <a:lnTo>
                  <a:pt x="1223" y="323"/>
                </a:lnTo>
                <a:cubicBezTo>
                  <a:pt x="1223" y="330"/>
                  <a:pt x="1221" y="336"/>
                  <a:pt x="1216" y="341"/>
                </a:cubicBezTo>
                <a:cubicBezTo>
                  <a:pt x="1211" y="346"/>
                  <a:pt x="1205" y="349"/>
                  <a:pt x="1198" y="349"/>
                </a:cubicBezTo>
                <a:lnTo>
                  <a:pt x="26" y="349"/>
                </a:lnTo>
                <a:cubicBezTo>
                  <a:pt x="19" y="349"/>
                  <a:pt x="13" y="346"/>
                  <a:pt x="8" y="341"/>
                </a:cubicBezTo>
                <a:cubicBezTo>
                  <a:pt x="3" y="336"/>
                  <a:pt x="0" y="330"/>
                  <a:pt x="0" y="323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5" name=""/>
          <p:cNvSpPr/>
          <p:nvPr/>
        </p:nvSpPr>
        <p:spPr>
          <a:xfrm>
            <a:off x="7605720" y="3502800"/>
            <a:ext cx="440280" cy="125640"/>
          </a:xfrm>
          <a:custGeom>
            <a:avLst/>
            <a:gdLst/>
            <a:ahLst/>
            <a:rect l="0" t="0" r="r" b="b"/>
            <a:pathLst>
              <a:path w="1223" h="349">
                <a:moveTo>
                  <a:pt x="26" y="0"/>
                </a:moveTo>
                <a:lnTo>
                  <a:pt x="1198" y="0"/>
                </a:lnTo>
                <a:cubicBezTo>
                  <a:pt x="1205" y="0"/>
                  <a:pt x="1211" y="2"/>
                  <a:pt x="1216" y="7"/>
                </a:cubicBezTo>
                <a:cubicBezTo>
                  <a:pt x="1221" y="12"/>
                  <a:pt x="1223" y="18"/>
                  <a:pt x="1223" y="25"/>
                </a:cubicBezTo>
                <a:lnTo>
                  <a:pt x="1223" y="323"/>
                </a:lnTo>
                <a:cubicBezTo>
                  <a:pt x="1223" y="330"/>
                  <a:pt x="1221" y="336"/>
                  <a:pt x="1216" y="341"/>
                </a:cubicBezTo>
                <a:cubicBezTo>
                  <a:pt x="1211" y="346"/>
                  <a:pt x="1205" y="349"/>
                  <a:pt x="1198" y="349"/>
                </a:cubicBezTo>
                <a:lnTo>
                  <a:pt x="26" y="349"/>
                </a:lnTo>
                <a:cubicBezTo>
                  <a:pt x="19" y="349"/>
                  <a:pt x="13" y="346"/>
                  <a:pt x="8" y="341"/>
                </a:cubicBezTo>
                <a:cubicBezTo>
                  <a:pt x="3" y="336"/>
                  <a:pt x="0" y="330"/>
                  <a:pt x="0" y="323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6" name=""/>
          <p:cNvSpPr/>
          <p:nvPr/>
        </p:nvSpPr>
        <p:spPr>
          <a:xfrm>
            <a:off x="8000280" y="352116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7" name=""/>
          <p:cNvSpPr/>
          <p:nvPr/>
        </p:nvSpPr>
        <p:spPr>
          <a:xfrm>
            <a:off x="8000280" y="352116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8" name=""/>
          <p:cNvSpPr/>
          <p:nvPr/>
        </p:nvSpPr>
        <p:spPr>
          <a:xfrm>
            <a:off x="7990920" y="35265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9" name=""/>
          <p:cNvSpPr/>
          <p:nvPr/>
        </p:nvSpPr>
        <p:spPr>
          <a:xfrm>
            <a:off x="7990920" y="35265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0" name=""/>
          <p:cNvSpPr/>
          <p:nvPr/>
        </p:nvSpPr>
        <p:spPr>
          <a:xfrm>
            <a:off x="7990920" y="35380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1" name=""/>
          <p:cNvSpPr/>
          <p:nvPr/>
        </p:nvSpPr>
        <p:spPr>
          <a:xfrm>
            <a:off x="7990920" y="35380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7881840" y="2320200"/>
            <a:ext cx="210960" cy="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0" spc="-1" strike="noStrike">
                <a:solidFill>
                  <a:srgbClr val="5b6663"/>
                </a:solidFill>
                <a:latin typeface="DejaVuSans"/>
                <a:ea typeface="DejaVuSans"/>
              </a:rPr>
              <a:t>landschap mogelijk</a:t>
            </a:r>
            <a:endParaRPr b="0" lang="en-US" sz="1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7638480" y="3527280"/>
            <a:ext cx="384840" cy="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90" spc="-1" strike="noStrike">
                <a:solidFill>
                  <a:srgbClr val="408080"/>
                </a:solidFill>
                <a:latin typeface="DejaVuSans"/>
                <a:ea typeface="DejaVuSans"/>
              </a:rPr>
              <a:t>Toets- en examen</a:t>
            </a:r>
            <a:endParaRPr b="0" lang="en-US" sz="2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4" name=""/>
          <p:cNvSpPr/>
          <p:nvPr/>
        </p:nvSpPr>
        <p:spPr>
          <a:xfrm>
            <a:off x="5955840" y="3805560"/>
            <a:ext cx="273960" cy="173160"/>
          </a:xfrm>
          <a:custGeom>
            <a:avLst/>
            <a:gdLst/>
            <a:ahLst/>
            <a:rect l="0" t="0" r="r" b="b"/>
            <a:pathLst>
              <a:path w="761" h="481">
                <a:moveTo>
                  <a:pt x="25" y="0"/>
                </a:moveTo>
                <a:lnTo>
                  <a:pt x="735" y="0"/>
                </a:lnTo>
                <a:cubicBezTo>
                  <a:pt x="742" y="0"/>
                  <a:pt x="748" y="2"/>
                  <a:pt x="753" y="7"/>
                </a:cubicBezTo>
                <a:cubicBezTo>
                  <a:pt x="758" y="12"/>
                  <a:pt x="761" y="18"/>
                  <a:pt x="761" y="25"/>
                </a:cubicBezTo>
                <a:lnTo>
                  <a:pt x="761" y="456"/>
                </a:lnTo>
                <a:cubicBezTo>
                  <a:pt x="761" y="463"/>
                  <a:pt x="758" y="469"/>
                  <a:pt x="753" y="474"/>
                </a:cubicBezTo>
                <a:cubicBezTo>
                  <a:pt x="748" y="478"/>
                  <a:pt x="742" y="481"/>
                  <a:pt x="735" y="481"/>
                </a:cubicBezTo>
                <a:lnTo>
                  <a:pt x="25" y="481"/>
                </a:lnTo>
                <a:cubicBezTo>
                  <a:pt x="18" y="481"/>
                  <a:pt x="12" y="478"/>
                  <a:pt x="7" y="474"/>
                </a:cubicBezTo>
                <a:cubicBezTo>
                  <a:pt x="2" y="469"/>
                  <a:pt x="0" y="463"/>
                  <a:pt x="0" y="456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5" name=""/>
          <p:cNvSpPr/>
          <p:nvPr/>
        </p:nvSpPr>
        <p:spPr>
          <a:xfrm>
            <a:off x="5955840" y="3805560"/>
            <a:ext cx="273960" cy="173160"/>
          </a:xfrm>
          <a:custGeom>
            <a:avLst/>
            <a:gdLst/>
            <a:ahLst/>
            <a:rect l="0" t="0" r="r" b="b"/>
            <a:pathLst>
              <a:path w="761" h="481">
                <a:moveTo>
                  <a:pt x="25" y="0"/>
                </a:moveTo>
                <a:lnTo>
                  <a:pt x="735" y="0"/>
                </a:lnTo>
                <a:cubicBezTo>
                  <a:pt x="742" y="0"/>
                  <a:pt x="748" y="2"/>
                  <a:pt x="753" y="7"/>
                </a:cubicBezTo>
                <a:cubicBezTo>
                  <a:pt x="758" y="12"/>
                  <a:pt x="761" y="18"/>
                  <a:pt x="761" y="25"/>
                </a:cubicBezTo>
                <a:lnTo>
                  <a:pt x="761" y="456"/>
                </a:lnTo>
                <a:cubicBezTo>
                  <a:pt x="761" y="463"/>
                  <a:pt x="758" y="469"/>
                  <a:pt x="753" y="474"/>
                </a:cubicBezTo>
                <a:cubicBezTo>
                  <a:pt x="748" y="478"/>
                  <a:pt x="742" y="481"/>
                  <a:pt x="735" y="481"/>
                </a:cubicBezTo>
                <a:lnTo>
                  <a:pt x="25" y="481"/>
                </a:lnTo>
                <a:cubicBezTo>
                  <a:pt x="18" y="481"/>
                  <a:pt x="12" y="478"/>
                  <a:pt x="7" y="474"/>
                </a:cubicBezTo>
                <a:cubicBezTo>
                  <a:pt x="2" y="469"/>
                  <a:pt x="0" y="463"/>
                  <a:pt x="0" y="456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a8a85a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6" name=""/>
          <p:cNvSpPr/>
          <p:nvPr/>
        </p:nvSpPr>
        <p:spPr>
          <a:xfrm>
            <a:off x="6183720" y="382356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7" name=""/>
          <p:cNvSpPr/>
          <p:nvPr/>
        </p:nvSpPr>
        <p:spPr>
          <a:xfrm>
            <a:off x="6183720" y="382356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a8a85a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8" name=""/>
          <p:cNvSpPr/>
          <p:nvPr/>
        </p:nvSpPr>
        <p:spPr>
          <a:xfrm>
            <a:off x="6174720" y="38293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9" name=""/>
          <p:cNvSpPr/>
          <p:nvPr/>
        </p:nvSpPr>
        <p:spPr>
          <a:xfrm>
            <a:off x="6174720" y="38293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a8a85a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0" name=""/>
          <p:cNvSpPr/>
          <p:nvPr/>
        </p:nvSpPr>
        <p:spPr>
          <a:xfrm>
            <a:off x="6174720" y="38408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1" name=""/>
          <p:cNvSpPr/>
          <p:nvPr/>
        </p:nvSpPr>
        <p:spPr>
          <a:xfrm>
            <a:off x="6174720" y="38408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a8a85a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7650360" y="3572640"/>
            <a:ext cx="355680" cy="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90" spc="-1" strike="noStrike">
                <a:solidFill>
                  <a:srgbClr val="408080"/>
                </a:solidFill>
                <a:latin typeface="DejaVuSans"/>
                <a:ea typeface="DejaVuSans"/>
              </a:rPr>
              <a:t>afname systeem</a:t>
            </a:r>
            <a:endParaRPr b="0" lang="en-US" sz="2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3" name=""/>
          <p:cNvSpPr/>
          <p:nvPr/>
        </p:nvSpPr>
        <p:spPr>
          <a:xfrm>
            <a:off x="3857040" y="3855600"/>
            <a:ext cx="278280" cy="125280"/>
          </a:xfrm>
          <a:custGeom>
            <a:avLst/>
            <a:gdLst/>
            <a:ahLst/>
            <a:rect l="0" t="0" r="r" b="b"/>
            <a:pathLst>
              <a:path w="773" h="348">
                <a:moveTo>
                  <a:pt x="25" y="0"/>
                </a:moveTo>
                <a:lnTo>
                  <a:pt x="748" y="0"/>
                </a:lnTo>
                <a:cubicBezTo>
                  <a:pt x="755" y="0"/>
                  <a:pt x="761" y="2"/>
                  <a:pt x="765" y="7"/>
                </a:cubicBezTo>
                <a:cubicBezTo>
                  <a:pt x="770" y="12"/>
                  <a:pt x="773" y="18"/>
                  <a:pt x="773" y="25"/>
                </a:cubicBezTo>
                <a:lnTo>
                  <a:pt x="773" y="323"/>
                </a:lnTo>
                <a:cubicBezTo>
                  <a:pt x="773" y="330"/>
                  <a:pt x="770" y="336"/>
                  <a:pt x="765" y="341"/>
                </a:cubicBezTo>
                <a:cubicBezTo>
                  <a:pt x="761" y="346"/>
                  <a:pt x="755" y="348"/>
                  <a:pt x="748" y="348"/>
                </a:cubicBezTo>
                <a:lnTo>
                  <a:pt x="25" y="348"/>
                </a:lnTo>
                <a:cubicBezTo>
                  <a:pt x="18" y="348"/>
                  <a:pt x="12" y="346"/>
                  <a:pt x="7" y="341"/>
                </a:cubicBezTo>
                <a:cubicBezTo>
                  <a:pt x="2" y="336"/>
                  <a:pt x="0" y="330"/>
                  <a:pt x="0" y="323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4" name=""/>
          <p:cNvSpPr/>
          <p:nvPr/>
        </p:nvSpPr>
        <p:spPr>
          <a:xfrm>
            <a:off x="3857040" y="3855600"/>
            <a:ext cx="278280" cy="125280"/>
          </a:xfrm>
          <a:custGeom>
            <a:avLst/>
            <a:gdLst/>
            <a:ahLst/>
            <a:rect l="0" t="0" r="r" b="b"/>
            <a:pathLst>
              <a:path w="773" h="348">
                <a:moveTo>
                  <a:pt x="25" y="0"/>
                </a:moveTo>
                <a:lnTo>
                  <a:pt x="748" y="0"/>
                </a:lnTo>
                <a:cubicBezTo>
                  <a:pt x="755" y="0"/>
                  <a:pt x="761" y="2"/>
                  <a:pt x="765" y="7"/>
                </a:cubicBezTo>
                <a:cubicBezTo>
                  <a:pt x="770" y="12"/>
                  <a:pt x="773" y="18"/>
                  <a:pt x="773" y="25"/>
                </a:cubicBezTo>
                <a:lnTo>
                  <a:pt x="773" y="323"/>
                </a:lnTo>
                <a:cubicBezTo>
                  <a:pt x="773" y="330"/>
                  <a:pt x="770" y="336"/>
                  <a:pt x="765" y="341"/>
                </a:cubicBezTo>
                <a:cubicBezTo>
                  <a:pt x="761" y="346"/>
                  <a:pt x="755" y="348"/>
                  <a:pt x="748" y="348"/>
                </a:cubicBezTo>
                <a:lnTo>
                  <a:pt x="25" y="348"/>
                </a:lnTo>
                <a:cubicBezTo>
                  <a:pt x="18" y="348"/>
                  <a:pt x="12" y="346"/>
                  <a:pt x="7" y="341"/>
                </a:cubicBezTo>
                <a:cubicBezTo>
                  <a:pt x="2" y="336"/>
                  <a:pt x="0" y="330"/>
                  <a:pt x="0" y="323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5" name=""/>
          <p:cNvSpPr/>
          <p:nvPr/>
        </p:nvSpPr>
        <p:spPr>
          <a:xfrm>
            <a:off x="4089240" y="387360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6" name=""/>
          <p:cNvSpPr/>
          <p:nvPr/>
        </p:nvSpPr>
        <p:spPr>
          <a:xfrm>
            <a:off x="4089240" y="387360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7" name=""/>
          <p:cNvSpPr/>
          <p:nvPr/>
        </p:nvSpPr>
        <p:spPr>
          <a:xfrm>
            <a:off x="4080240" y="38793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8" name=""/>
          <p:cNvSpPr/>
          <p:nvPr/>
        </p:nvSpPr>
        <p:spPr>
          <a:xfrm>
            <a:off x="4080240" y="38793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9" name=""/>
          <p:cNvSpPr/>
          <p:nvPr/>
        </p:nvSpPr>
        <p:spPr>
          <a:xfrm>
            <a:off x="4080240" y="389088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0" name=""/>
          <p:cNvSpPr/>
          <p:nvPr/>
        </p:nvSpPr>
        <p:spPr>
          <a:xfrm>
            <a:off x="4080240" y="389088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5990400" y="3872520"/>
            <a:ext cx="20340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5a5a2a"/>
                </a:solidFill>
                <a:latin typeface="DejaVuSans"/>
                <a:ea typeface="DejaVuSans"/>
              </a:rPr>
              <a:t>Student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3917160" y="3873600"/>
            <a:ext cx="160920" cy="5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50" spc="-1" strike="noStrike">
                <a:solidFill>
                  <a:srgbClr val="408080"/>
                </a:solidFill>
                <a:latin typeface="DejaVuSans"/>
                <a:ea typeface="DejaVuSans"/>
              </a:rPr>
              <a:t>Intake</a:t>
            </a:r>
            <a:endParaRPr b="0" lang="en-US" sz="3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3" name=""/>
          <p:cNvSpPr/>
          <p:nvPr/>
        </p:nvSpPr>
        <p:spPr>
          <a:xfrm>
            <a:off x="6928920" y="3473280"/>
            <a:ext cx="356040" cy="184680"/>
          </a:xfrm>
          <a:custGeom>
            <a:avLst/>
            <a:gdLst/>
            <a:ahLst/>
            <a:rect l="0" t="0" r="r" b="b"/>
            <a:pathLst>
              <a:path w="989" h="513">
                <a:moveTo>
                  <a:pt x="25" y="0"/>
                </a:moveTo>
                <a:lnTo>
                  <a:pt x="962" y="0"/>
                </a:lnTo>
                <a:cubicBezTo>
                  <a:pt x="969" y="0"/>
                  <a:pt x="975" y="2"/>
                  <a:pt x="980" y="7"/>
                </a:cubicBezTo>
                <a:cubicBezTo>
                  <a:pt x="985" y="12"/>
                  <a:pt x="989" y="18"/>
                  <a:pt x="989" y="25"/>
                </a:cubicBezTo>
                <a:lnTo>
                  <a:pt x="989" y="487"/>
                </a:lnTo>
                <a:cubicBezTo>
                  <a:pt x="989" y="494"/>
                  <a:pt x="985" y="500"/>
                  <a:pt x="980" y="505"/>
                </a:cubicBezTo>
                <a:cubicBezTo>
                  <a:pt x="975" y="510"/>
                  <a:pt x="969" y="513"/>
                  <a:pt x="962" y="513"/>
                </a:cubicBezTo>
                <a:lnTo>
                  <a:pt x="25" y="513"/>
                </a:lnTo>
                <a:cubicBezTo>
                  <a:pt x="19" y="513"/>
                  <a:pt x="13" y="510"/>
                  <a:pt x="8" y="505"/>
                </a:cubicBezTo>
                <a:cubicBezTo>
                  <a:pt x="3" y="500"/>
                  <a:pt x="0" y="494"/>
                  <a:pt x="0" y="487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4" name=""/>
          <p:cNvSpPr/>
          <p:nvPr/>
        </p:nvSpPr>
        <p:spPr>
          <a:xfrm>
            <a:off x="6928920" y="3473280"/>
            <a:ext cx="356040" cy="184680"/>
          </a:xfrm>
          <a:custGeom>
            <a:avLst/>
            <a:gdLst/>
            <a:ahLst/>
            <a:rect l="0" t="0" r="r" b="b"/>
            <a:pathLst>
              <a:path w="989" h="513">
                <a:moveTo>
                  <a:pt x="25" y="0"/>
                </a:moveTo>
                <a:lnTo>
                  <a:pt x="962" y="0"/>
                </a:lnTo>
                <a:cubicBezTo>
                  <a:pt x="969" y="0"/>
                  <a:pt x="975" y="2"/>
                  <a:pt x="980" y="7"/>
                </a:cubicBezTo>
                <a:cubicBezTo>
                  <a:pt x="985" y="12"/>
                  <a:pt x="989" y="18"/>
                  <a:pt x="989" y="25"/>
                </a:cubicBezTo>
                <a:lnTo>
                  <a:pt x="989" y="487"/>
                </a:lnTo>
                <a:cubicBezTo>
                  <a:pt x="989" y="494"/>
                  <a:pt x="985" y="500"/>
                  <a:pt x="980" y="505"/>
                </a:cubicBezTo>
                <a:cubicBezTo>
                  <a:pt x="975" y="510"/>
                  <a:pt x="969" y="513"/>
                  <a:pt x="962" y="513"/>
                </a:cubicBezTo>
                <a:lnTo>
                  <a:pt x="25" y="513"/>
                </a:lnTo>
                <a:cubicBezTo>
                  <a:pt x="19" y="513"/>
                  <a:pt x="13" y="510"/>
                  <a:pt x="8" y="505"/>
                </a:cubicBezTo>
                <a:cubicBezTo>
                  <a:pt x="3" y="500"/>
                  <a:pt x="0" y="494"/>
                  <a:pt x="0" y="487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5" name=""/>
          <p:cNvSpPr/>
          <p:nvPr/>
        </p:nvSpPr>
        <p:spPr>
          <a:xfrm>
            <a:off x="7238880" y="3491280"/>
            <a:ext cx="25560" cy="30240"/>
          </a:xfrm>
          <a:custGeom>
            <a:avLst/>
            <a:gdLst/>
            <a:ahLst/>
            <a:rect l="0" t="0" r="r" b="b"/>
            <a:pathLst>
              <a:path w="71" h="84">
                <a:moveTo>
                  <a:pt x="0" y="0"/>
                </a:moveTo>
                <a:lnTo>
                  <a:pt x="71" y="0"/>
                </a:lnTo>
                <a:lnTo>
                  <a:pt x="71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6" name=""/>
          <p:cNvSpPr/>
          <p:nvPr/>
        </p:nvSpPr>
        <p:spPr>
          <a:xfrm>
            <a:off x="7238880" y="3491280"/>
            <a:ext cx="25560" cy="30240"/>
          </a:xfrm>
          <a:custGeom>
            <a:avLst/>
            <a:gdLst/>
            <a:ahLst/>
            <a:rect l="0" t="0" r="r" b="b"/>
            <a:pathLst>
              <a:path w="71" h="84">
                <a:moveTo>
                  <a:pt x="0" y="0"/>
                </a:moveTo>
                <a:lnTo>
                  <a:pt x="71" y="0"/>
                </a:lnTo>
                <a:lnTo>
                  <a:pt x="71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7" name=""/>
          <p:cNvSpPr/>
          <p:nvPr/>
        </p:nvSpPr>
        <p:spPr>
          <a:xfrm>
            <a:off x="7229880" y="34970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8" name=""/>
          <p:cNvSpPr/>
          <p:nvPr/>
        </p:nvSpPr>
        <p:spPr>
          <a:xfrm>
            <a:off x="7229880" y="34970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9" name=""/>
          <p:cNvSpPr/>
          <p:nvPr/>
        </p:nvSpPr>
        <p:spPr>
          <a:xfrm>
            <a:off x="7229880" y="350856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0" name=""/>
          <p:cNvSpPr/>
          <p:nvPr/>
        </p:nvSpPr>
        <p:spPr>
          <a:xfrm>
            <a:off x="7229880" y="350856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3891240" y="3925800"/>
            <a:ext cx="209520" cy="5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50" spc="-1" strike="noStrike">
                <a:solidFill>
                  <a:srgbClr val="408080"/>
                </a:solidFill>
                <a:latin typeface="DejaVuSans"/>
                <a:ea typeface="DejaVuSans"/>
              </a:rPr>
              <a:t>systeem</a:t>
            </a:r>
            <a:endParaRPr b="0" lang="en-US" sz="3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7034040" y="3501720"/>
            <a:ext cx="15480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Toets- en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6968520" y="3535560"/>
            <a:ext cx="29016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examenplanning-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7086960" y="3572280"/>
            <a:ext cx="4176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en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5" name=""/>
          <p:cNvSpPr/>
          <p:nvPr/>
        </p:nvSpPr>
        <p:spPr>
          <a:xfrm>
            <a:off x="5645880" y="2592720"/>
            <a:ext cx="36720" cy="36720"/>
          </a:xfrm>
          <a:custGeom>
            <a:avLst/>
            <a:gdLst/>
            <a:ahLst/>
            <a:rect l="0" t="0" r="r" b="b"/>
            <a:pathLst>
              <a:path w="102" h="102">
                <a:moveTo>
                  <a:pt x="102" y="51"/>
                </a:moveTo>
                <a:cubicBezTo>
                  <a:pt x="102" y="58"/>
                  <a:pt x="101" y="64"/>
                  <a:pt x="98" y="71"/>
                </a:cubicBezTo>
                <a:cubicBezTo>
                  <a:pt x="96" y="77"/>
                  <a:pt x="92" y="82"/>
                  <a:pt x="88" y="87"/>
                </a:cubicBezTo>
                <a:cubicBezTo>
                  <a:pt x="83" y="92"/>
                  <a:pt x="77" y="95"/>
                  <a:pt x="71" y="98"/>
                </a:cubicBezTo>
                <a:cubicBezTo>
                  <a:pt x="65" y="101"/>
                  <a:pt x="58" y="102"/>
                  <a:pt x="52" y="102"/>
                </a:cubicBezTo>
                <a:cubicBezTo>
                  <a:pt x="45" y="102"/>
                  <a:pt x="39" y="101"/>
                  <a:pt x="32" y="98"/>
                </a:cubicBezTo>
                <a:cubicBezTo>
                  <a:pt x="26" y="95"/>
                  <a:pt x="20" y="92"/>
                  <a:pt x="15" y="87"/>
                </a:cubicBezTo>
                <a:cubicBezTo>
                  <a:pt x="10" y="82"/>
                  <a:pt x="6" y="77"/>
                  <a:pt x="4" y="71"/>
                </a:cubicBezTo>
                <a:cubicBezTo>
                  <a:pt x="1" y="64"/>
                  <a:pt x="0" y="58"/>
                  <a:pt x="0" y="51"/>
                </a:cubicBezTo>
                <a:cubicBezTo>
                  <a:pt x="0" y="45"/>
                  <a:pt x="1" y="38"/>
                  <a:pt x="4" y="32"/>
                </a:cubicBezTo>
                <a:cubicBezTo>
                  <a:pt x="6" y="26"/>
                  <a:pt x="10" y="19"/>
                  <a:pt x="15" y="15"/>
                </a:cubicBezTo>
                <a:cubicBezTo>
                  <a:pt x="20" y="10"/>
                  <a:pt x="26" y="6"/>
                  <a:pt x="32" y="4"/>
                </a:cubicBezTo>
                <a:cubicBezTo>
                  <a:pt x="39" y="1"/>
                  <a:pt x="45" y="0"/>
                  <a:pt x="52" y="0"/>
                </a:cubicBezTo>
                <a:cubicBezTo>
                  <a:pt x="58" y="0"/>
                  <a:pt x="65" y="1"/>
                  <a:pt x="71" y="4"/>
                </a:cubicBezTo>
                <a:cubicBezTo>
                  <a:pt x="77" y="6"/>
                  <a:pt x="83" y="10"/>
                  <a:pt x="88" y="15"/>
                </a:cubicBezTo>
                <a:cubicBezTo>
                  <a:pt x="92" y="19"/>
                  <a:pt x="96" y="26"/>
                  <a:pt x="98" y="32"/>
                </a:cubicBezTo>
                <a:cubicBezTo>
                  <a:pt x="101" y="38"/>
                  <a:pt x="102" y="45"/>
                  <a:pt x="102" y="51"/>
                </a:cubicBezTo>
                <a:close/>
              </a:path>
            </a:pathLst>
          </a:custGeom>
          <a:solidFill>
            <a:srgbClr val="5b66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6" name=""/>
          <p:cNvSpPr/>
          <p:nvPr/>
        </p:nvSpPr>
        <p:spPr>
          <a:xfrm>
            <a:off x="8285040" y="1832760"/>
            <a:ext cx="36720" cy="36720"/>
          </a:xfrm>
          <a:custGeom>
            <a:avLst/>
            <a:gdLst/>
            <a:ahLst/>
            <a:rect l="0" t="0" r="r" b="b"/>
            <a:pathLst>
              <a:path w="102" h="102">
                <a:moveTo>
                  <a:pt x="102" y="51"/>
                </a:moveTo>
                <a:cubicBezTo>
                  <a:pt x="102" y="58"/>
                  <a:pt x="101" y="64"/>
                  <a:pt x="98" y="71"/>
                </a:cubicBezTo>
                <a:cubicBezTo>
                  <a:pt x="96" y="77"/>
                  <a:pt x="92" y="82"/>
                  <a:pt x="87" y="87"/>
                </a:cubicBezTo>
                <a:cubicBezTo>
                  <a:pt x="83" y="92"/>
                  <a:pt x="77" y="95"/>
                  <a:pt x="71" y="98"/>
                </a:cubicBezTo>
                <a:cubicBezTo>
                  <a:pt x="64" y="101"/>
                  <a:pt x="57" y="102"/>
                  <a:pt x="51" y="102"/>
                </a:cubicBezTo>
                <a:cubicBezTo>
                  <a:pt x="44" y="102"/>
                  <a:pt x="37" y="101"/>
                  <a:pt x="31" y="98"/>
                </a:cubicBezTo>
                <a:cubicBezTo>
                  <a:pt x="25" y="95"/>
                  <a:pt x="19" y="92"/>
                  <a:pt x="15" y="87"/>
                </a:cubicBezTo>
                <a:cubicBezTo>
                  <a:pt x="10" y="82"/>
                  <a:pt x="6" y="77"/>
                  <a:pt x="4" y="71"/>
                </a:cubicBezTo>
                <a:cubicBezTo>
                  <a:pt x="1" y="64"/>
                  <a:pt x="0" y="58"/>
                  <a:pt x="0" y="51"/>
                </a:cubicBezTo>
                <a:cubicBezTo>
                  <a:pt x="0" y="45"/>
                  <a:pt x="1" y="38"/>
                  <a:pt x="4" y="32"/>
                </a:cubicBezTo>
                <a:cubicBezTo>
                  <a:pt x="6" y="26"/>
                  <a:pt x="10" y="20"/>
                  <a:pt x="15" y="15"/>
                </a:cubicBezTo>
                <a:cubicBezTo>
                  <a:pt x="19" y="11"/>
                  <a:pt x="25" y="6"/>
                  <a:pt x="31" y="4"/>
                </a:cubicBezTo>
                <a:cubicBezTo>
                  <a:pt x="37" y="1"/>
                  <a:pt x="44" y="0"/>
                  <a:pt x="51" y="0"/>
                </a:cubicBezTo>
                <a:cubicBezTo>
                  <a:pt x="57" y="0"/>
                  <a:pt x="64" y="1"/>
                  <a:pt x="71" y="4"/>
                </a:cubicBezTo>
                <a:cubicBezTo>
                  <a:pt x="77" y="6"/>
                  <a:pt x="83" y="11"/>
                  <a:pt x="87" y="15"/>
                </a:cubicBezTo>
                <a:cubicBezTo>
                  <a:pt x="92" y="20"/>
                  <a:pt x="96" y="26"/>
                  <a:pt x="98" y="32"/>
                </a:cubicBezTo>
                <a:cubicBezTo>
                  <a:pt x="101" y="38"/>
                  <a:pt x="102" y="45"/>
                  <a:pt x="102" y="51"/>
                </a:cubicBezTo>
                <a:close/>
              </a:path>
            </a:pathLst>
          </a:custGeom>
          <a:solidFill>
            <a:srgbClr val="5b66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7" name=""/>
          <p:cNvSpPr/>
          <p:nvPr/>
        </p:nvSpPr>
        <p:spPr>
          <a:xfrm>
            <a:off x="6076800" y="774720"/>
            <a:ext cx="476640" cy="138960"/>
          </a:xfrm>
          <a:custGeom>
            <a:avLst/>
            <a:gdLst/>
            <a:ahLst/>
            <a:rect l="0" t="0" r="r" b="b"/>
            <a:pathLst>
              <a:path w="1324" h="386">
                <a:moveTo>
                  <a:pt x="25" y="0"/>
                </a:moveTo>
                <a:lnTo>
                  <a:pt x="1298" y="0"/>
                </a:lnTo>
                <a:cubicBezTo>
                  <a:pt x="1305" y="0"/>
                  <a:pt x="1311" y="2"/>
                  <a:pt x="1316" y="7"/>
                </a:cubicBezTo>
                <a:cubicBezTo>
                  <a:pt x="1321" y="12"/>
                  <a:pt x="1324" y="18"/>
                  <a:pt x="1324" y="25"/>
                </a:cubicBezTo>
                <a:lnTo>
                  <a:pt x="1324" y="361"/>
                </a:lnTo>
                <a:cubicBezTo>
                  <a:pt x="1324" y="368"/>
                  <a:pt x="1321" y="374"/>
                  <a:pt x="1316" y="379"/>
                </a:cubicBezTo>
                <a:cubicBezTo>
                  <a:pt x="1311" y="384"/>
                  <a:pt x="1305" y="386"/>
                  <a:pt x="1298" y="386"/>
                </a:cubicBezTo>
                <a:lnTo>
                  <a:pt x="25" y="386"/>
                </a:lnTo>
                <a:cubicBezTo>
                  <a:pt x="18" y="386"/>
                  <a:pt x="12" y="384"/>
                  <a:pt x="7" y="379"/>
                </a:cubicBezTo>
                <a:cubicBezTo>
                  <a:pt x="2" y="374"/>
                  <a:pt x="0" y="368"/>
                  <a:pt x="0" y="361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8" name=""/>
          <p:cNvSpPr/>
          <p:nvPr/>
        </p:nvSpPr>
        <p:spPr>
          <a:xfrm>
            <a:off x="6076800" y="774720"/>
            <a:ext cx="476640" cy="138960"/>
          </a:xfrm>
          <a:custGeom>
            <a:avLst/>
            <a:gdLst/>
            <a:ahLst/>
            <a:rect l="0" t="0" r="r" b="b"/>
            <a:pathLst>
              <a:path w="1324" h="386">
                <a:moveTo>
                  <a:pt x="25" y="0"/>
                </a:moveTo>
                <a:lnTo>
                  <a:pt x="1298" y="0"/>
                </a:lnTo>
                <a:cubicBezTo>
                  <a:pt x="1305" y="0"/>
                  <a:pt x="1311" y="2"/>
                  <a:pt x="1316" y="7"/>
                </a:cubicBezTo>
                <a:cubicBezTo>
                  <a:pt x="1321" y="12"/>
                  <a:pt x="1324" y="18"/>
                  <a:pt x="1324" y="25"/>
                </a:cubicBezTo>
                <a:lnTo>
                  <a:pt x="1324" y="361"/>
                </a:lnTo>
                <a:cubicBezTo>
                  <a:pt x="1324" y="368"/>
                  <a:pt x="1321" y="374"/>
                  <a:pt x="1316" y="379"/>
                </a:cubicBezTo>
                <a:cubicBezTo>
                  <a:pt x="1311" y="384"/>
                  <a:pt x="1305" y="386"/>
                  <a:pt x="1298" y="386"/>
                </a:cubicBezTo>
                <a:lnTo>
                  <a:pt x="25" y="386"/>
                </a:lnTo>
                <a:cubicBezTo>
                  <a:pt x="18" y="386"/>
                  <a:pt x="12" y="384"/>
                  <a:pt x="7" y="379"/>
                </a:cubicBezTo>
                <a:cubicBezTo>
                  <a:pt x="2" y="374"/>
                  <a:pt x="0" y="368"/>
                  <a:pt x="0" y="361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9" name=""/>
          <p:cNvSpPr/>
          <p:nvPr/>
        </p:nvSpPr>
        <p:spPr>
          <a:xfrm>
            <a:off x="6507360" y="79272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0" name=""/>
          <p:cNvSpPr/>
          <p:nvPr/>
        </p:nvSpPr>
        <p:spPr>
          <a:xfrm>
            <a:off x="6507360" y="79272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1" name=""/>
          <p:cNvSpPr/>
          <p:nvPr/>
        </p:nvSpPr>
        <p:spPr>
          <a:xfrm>
            <a:off x="6498360" y="7984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2" name=""/>
          <p:cNvSpPr/>
          <p:nvPr/>
        </p:nvSpPr>
        <p:spPr>
          <a:xfrm>
            <a:off x="6498360" y="7984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3" name=""/>
          <p:cNvSpPr/>
          <p:nvPr/>
        </p:nvSpPr>
        <p:spPr>
          <a:xfrm>
            <a:off x="6498360" y="8100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4" name=""/>
          <p:cNvSpPr/>
          <p:nvPr/>
        </p:nvSpPr>
        <p:spPr>
          <a:xfrm>
            <a:off x="6498360" y="8100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6975360" y="3606120"/>
            <a:ext cx="27036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inschrijfsysteem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6120360" y="814320"/>
            <a:ext cx="40752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Aanwezigheidregistratie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7" name=""/>
          <p:cNvSpPr/>
          <p:nvPr/>
        </p:nvSpPr>
        <p:spPr>
          <a:xfrm>
            <a:off x="4000320" y="1077120"/>
            <a:ext cx="636480" cy="84600"/>
          </a:xfrm>
          <a:custGeom>
            <a:avLst/>
            <a:gdLst/>
            <a:ahLst/>
            <a:rect l="0" t="0" r="r" b="b"/>
            <a:pathLst>
              <a:path w="1768" h="235">
                <a:moveTo>
                  <a:pt x="26" y="0"/>
                </a:moveTo>
                <a:lnTo>
                  <a:pt x="1742" y="0"/>
                </a:lnTo>
                <a:cubicBezTo>
                  <a:pt x="1749" y="0"/>
                  <a:pt x="1755" y="3"/>
                  <a:pt x="1760" y="8"/>
                </a:cubicBezTo>
                <a:cubicBezTo>
                  <a:pt x="1765" y="13"/>
                  <a:pt x="1768" y="19"/>
                  <a:pt x="1768" y="26"/>
                </a:cubicBezTo>
                <a:lnTo>
                  <a:pt x="1768" y="210"/>
                </a:lnTo>
                <a:cubicBezTo>
                  <a:pt x="1768" y="217"/>
                  <a:pt x="1765" y="223"/>
                  <a:pt x="1760" y="228"/>
                </a:cubicBezTo>
                <a:cubicBezTo>
                  <a:pt x="1755" y="233"/>
                  <a:pt x="1749" y="235"/>
                  <a:pt x="1742" y="235"/>
                </a:cubicBezTo>
                <a:lnTo>
                  <a:pt x="26" y="235"/>
                </a:lnTo>
                <a:cubicBezTo>
                  <a:pt x="19" y="235"/>
                  <a:pt x="13" y="233"/>
                  <a:pt x="8" y="228"/>
                </a:cubicBezTo>
                <a:cubicBezTo>
                  <a:pt x="3" y="223"/>
                  <a:pt x="0" y="217"/>
                  <a:pt x="0" y="210"/>
                </a:cubicBezTo>
                <a:lnTo>
                  <a:pt x="0" y="26"/>
                </a:ln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8" name=""/>
          <p:cNvSpPr/>
          <p:nvPr/>
        </p:nvSpPr>
        <p:spPr>
          <a:xfrm>
            <a:off x="4000320" y="1077120"/>
            <a:ext cx="636480" cy="84600"/>
          </a:xfrm>
          <a:custGeom>
            <a:avLst/>
            <a:gdLst/>
            <a:ahLst/>
            <a:rect l="0" t="0" r="r" b="b"/>
            <a:pathLst>
              <a:path w="1768" h="235">
                <a:moveTo>
                  <a:pt x="26" y="0"/>
                </a:moveTo>
                <a:lnTo>
                  <a:pt x="1742" y="0"/>
                </a:lnTo>
                <a:cubicBezTo>
                  <a:pt x="1749" y="0"/>
                  <a:pt x="1755" y="3"/>
                  <a:pt x="1760" y="8"/>
                </a:cubicBezTo>
                <a:cubicBezTo>
                  <a:pt x="1765" y="13"/>
                  <a:pt x="1768" y="19"/>
                  <a:pt x="1768" y="26"/>
                </a:cubicBezTo>
                <a:lnTo>
                  <a:pt x="1768" y="210"/>
                </a:lnTo>
                <a:cubicBezTo>
                  <a:pt x="1768" y="217"/>
                  <a:pt x="1765" y="223"/>
                  <a:pt x="1760" y="228"/>
                </a:cubicBezTo>
                <a:cubicBezTo>
                  <a:pt x="1755" y="233"/>
                  <a:pt x="1749" y="235"/>
                  <a:pt x="1742" y="235"/>
                </a:cubicBezTo>
                <a:lnTo>
                  <a:pt x="26" y="235"/>
                </a:lnTo>
                <a:cubicBezTo>
                  <a:pt x="19" y="235"/>
                  <a:pt x="13" y="233"/>
                  <a:pt x="8" y="228"/>
                </a:cubicBezTo>
                <a:cubicBezTo>
                  <a:pt x="3" y="223"/>
                  <a:pt x="0" y="217"/>
                  <a:pt x="0" y="210"/>
                </a:cubicBezTo>
                <a:lnTo>
                  <a:pt x="0" y="26"/>
                </a:ln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9" name=""/>
          <p:cNvSpPr/>
          <p:nvPr/>
        </p:nvSpPr>
        <p:spPr>
          <a:xfrm>
            <a:off x="4590720" y="109548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0" name=""/>
          <p:cNvSpPr/>
          <p:nvPr/>
        </p:nvSpPr>
        <p:spPr>
          <a:xfrm>
            <a:off x="4590720" y="109548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1" name=""/>
          <p:cNvSpPr/>
          <p:nvPr/>
        </p:nvSpPr>
        <p:spPr>
          <a:xfrm>
            <a:off x="4581720" y="11012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2" name=""/>
          <p:cNvSpPr/>
          <p:nvPr/>
        </p:nvSpPr>
        <p:spPr>
          <a:xfrm>
            <a:off x="4581720" y="11012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3" name=""/>
          <p:cNvSpPr/>
          <p:nvPr/>
        </p:nvSpPr>
        <p:spPr>
          <a:xfrm>
            <a:off x="4581720" y="11124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4" name=""/>
          <p:cNvSpPr/>
          <p:nvPr/>
        </p:nvSpPr>
        <p:spPr>
          <a:xfrm>
            <a:off x="4581720" y="11124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6249240" y="850680"/>
            <a:ext cx="13644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systeem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6" name=""/>
          <p:cNvSpPr/>
          <p:nvPr/>
        </p:nvSpPr>
        <p:spPr>
          <a:xfrm>
            <a:off x="4987440" y="2522160"/>
            <a:ext cx="342000" cy="145800"/>
          </a:xfrm>
          <a:custGeom>
            <a:avLst/>
            <a:gdLst/>
            <a:ahLst/>
            <a:rect l="0" t="0" r="r" b="b"/>
            <a:pathLst>
              <a:path w="950" h="405">
                <a:moveTo>
                  <a:pt x="25" y="0"/>
                </a:moveTo>
                <a:lnTo>
                  <a:pt x="925" y="0"/>
                </a:lnTo>
                <a:cubicBezTo>
                  <a:pt x="932" y="0"/>
                  <a:pt x="938" y="2"/>
                  <a:pt x="943" y="7"/>
                </a:cubicBezTo>
                <a:cubicBezTo>
                  <a:pt x="948" y="12"/>
                  <a:pt x="950" y="18"/>
                  <a:pt x="950" y="25"/>
                </a:cubicBezTo>
                <a:lnTo>
                  <a:pt x="950" y="380"/>
                </a:lnTo>
                <a:cubicBezTo>
                  <a:pt x="950" y="387"/>
                  <a:pt x="948" y="393"/>
                  <a:pt x="943" y="398"/>
                </a:cubicBezTo>
                <a:cubicBezTo>
                  <a:pt x="938" y="403"/>
                  <a:pt x="932" y="405"/>
                  <a:pt x="925" y="405"/>
                </a:cubicBezTo>
                <a:lnTo>
                  <a:pt x="25" y="405"/>
                </a:lnTo>
                <a:cubicBezTo>
                  <a:pt x="18" y="405"/>
                  <a:pt x="12" y="403"/>
                  <a:pt x="7" y="398"/>
                </a:cubicBezTo>
                <a:cubicBezTo>
                  <a:pt x="2" y="393"/>
                  <a:pt x="0" y="387"/>
                  <a:pt x="0" y="380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7" name=""/>
          <p:cNvSpPr/>
          <p:nvPr/>
        </p:nvSpPr>
        <p:spPr>
          <a:xfrm>
            <a:off x="4987440" y="2522160"/>
            <a:ext cx="342000" cy="145800"/>
          </a:xfrm>
          <a:custGeom>
            <a:avLst/>
            <a:gdLst/>
            <a:ahLst/>
            <a:rect l="0" t="0" r="r" b="b"/>
            <a:pathLst>
              <a:path w="950" h="405">
                <a:moveTo>
                  <a:pt x="25" y="0"/>
                </a:moveTo>
                <a:lnTo>
                  <a:pt x="925" y="0"/>
                </a:lnTo>
                <a:cubicBezTo>
                  <a:pt x="932" y="0"/>
                  <a:pt x="938" y="2"/>
                  <a:pt x="943" y="7"/>
                </a:cubicBezTo>
                <a:cubicBezTo>
                  <a:pt x="948" y="12"/>
                  <a:pt x="950" y="18"/>
                  <a:pt x="950" y="25"/>
                </a:cubicBezTo>
                <a:lnTo>
                  <a:pt x="950" y="380"/>
                </a:lnTo>
                <a:cubicBezTo>
                  <a:pt x="950" y="387"/>
                  <a:pt x="948" y="393"/>
                  <a:pt x="943" y="398"/>
                </a:cubicBezTo>
                <a:cubicBezTo>
                  <a:pt x="938" y="403"/>
                  <a:pt x="932" y="405"/>
                  <a:pt x="925" y="405"/>
                </a:cubicBezTo>
                <a:lnTo>
                  <a:pt x="25" y="405"/>
                </a:lnTo>
                <a:cubicBezTo>
                  <a:pt x="18" y="405"/>
                  <a:pt x="12" y="403"/>
                  <a:pt x="7" y="398"/>
                </a:cubicBezTo>
                <a:cubicBezTo>
                  <a:pt x="2" y="393"/>
                  <a:pt x="0" y="387"/>
                  <a:pt x="0" y="380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8" name=""/>
          <p:cNvSpPr/>
          <p:nvPr/>
        </p:nvSpPr>
        <p:spPr>
          <a:xfrm>
            <a:off x="5283720" y="2540160"/>
            <a:ext cx="25200" cy="30240"/>
          </a:xfrm>
          <a:custGeom>
            <a:avLst/>
            <a:gdLst/>
            <a:ahLst/>
            <a:rect l="0" t="0" r="r" b="b"/>
            <a:pathLst>
              <a:path w="70" h="84">
                <a:moveTo>
                  <a:pt x="0" y="0"/>
                </a:moveTo>
                <a:lnTo>
                  <a:pt x="70" y="0"/>
                </a:lnTo>
                <a:lnTo>
                  <a:pt x="70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9" name=""/>
          <p:cNvSpPr/>
          <p:nvPr/>
        </p:nvSpPr>
        <p:spPr>
          <a:xfrm>
            <a:off x="5283720" y="2540160"/>
            <a:ext cx="25200" cy="30240"/>
          </a:xfrm>
          <a:custGeom>
            <a:avLst/>
            <a:gdLst/>
            <a:ahLst/>
            <a:rect l="0" t="0" r="r" b="b"/>
            <a:pathLst>
              <a:path w="70" h="84">
                <a:moveTo>
                  <a:pt x="0" y="0"/>
                </a:moveTo>
                <a:lnTo>
                  <a:pt x="70" y="0"/>
                </a:lnTo>
                <a:lnTo>
                  <a:pt x="70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0" name=""/>
          <p:cNvSpPr/>
          <p:nvPr/>
        </p:nvSpPr>
        <p:spPr>
          <a:xfrm>
            <a:off x="5274360" y="25459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1" name=""/>
          <p:cNvSpPr/>
          <p:nvPr/>
        </p:nvSpPr>
        <p:spPr>
          <a:xfrm>
            <a:off x="5274360" y="25459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2" name=""/>
          <p:cNvSpPr/>
          <p:nvPr/>
        </p:nvSpPr>
        <p:spPr>
          <a:xfrm>
            <a:off x="5274360" y="25574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3" name=""/>
          <p:cNvSpPr/>
          <p:nvPr/>
        </p:nvSpPr>
        <p:spPr>
          <a:xfrm>
            <a:off x="5274360" y="25574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4045320" y="1101960"/>
            <a:ext cx="534240" cy="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30" spc="-1" strike="noStrike">
                <a:solidFill>
                  <a:srgbClr val="408080"/>
                </a:solidFill>
                <a:latin typeface="DejaVuSans"/>
                <a:ea typeface="DejaVuSans"/>
              </a:rPr>
              <a:t>Plan van inzet systeem</a:t>
            </a:r>
            <a:endParaRPr b="0" lang="en-US" sz="3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5074200" y="2551680"/>
            <a:ext cx="171360" cy="3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Identity en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5006520" y="2583360"/>
            <a:ext cx="308520" cy="3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accessmanagement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7" name=""/>
          <p:cNvSpPr/>
          <p:nvPr/>
        </p:nvSpPr>
        <p:spPr>
          <a:xfrm>
            <a:off x="6673680" y="774720"/>
            <a:ext cx="273960" cy="138960"/>
          </a:xfrm>
          <a:custGeom>
            <a:avLst/>
            <a:gdLst/>
            <a:ahLst/>
            <a:rect l="0" t="0" r="r" b="b"/>
            <a:pathLst>
              <a:path w="761" h="386">
                <a:moveTo>
                  <a:pt x="25" y="0"/>
                </a:moveTo>
                <a:lnTo>
                  <a:pt x="735" y="0"/>
                </a:lnTo>
                <a:cubicBezTo>
                  <a:pt x="742" y="0"/>
                  <a:pt x="748" y="2"/>
                  <a:pt x="753" y="7"/>
                </a:cubicBezTo>
                <a:cubicBezTo>
                  <a:pt x="758" y="12"/>
                  <a:pt x="761" y="18"/>
                  <a:pt x="761" y="25"/>
                </a:cubicBezTo>
                <a:lnTo>
                  <a:pt x="761" y="361"/>
                </a:lnTo>
                <a:cubicBezTo>
                  <a:pt x="761" y="368"/>
                  <a:pt x="758" y="374"/>
                  <a:pt x="753" y="379"/>
                </a:cubicBezTo>
                <a:cubicBezTo>
                  <a:pt x="748" y="384"/>
                  <a:pt x="742" y="386"/>
                  <a:pt x="735" y="386"/>
                </a:cubicBezTo>
                <a:lnTo>
                  <a:pt x="25" y="386"/>
                </a:lnTo>
                <a:cubicBezTo>
                  <a:pt x="18" y="386"/>
                  <a:pt x="13" y="384"/>
                  <a:pt x="8" y="379"/>
                </a:cubicBezTo>
                <a:cubicBezTo>
                  <a:pt x="3" y="374"/>
                  <a:pt x="0" y="368"/>
                  <a:pt x="0" y="361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8" y="0"/>
                  <a:pt x="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8" name=""/>
          <p:cNvSpPr/>
          <p:nvPr/>
        </p:nvSpPr>
        <p:spPr>
          <a:xfrm>
            <a:off x="6673680" y="774720"/>
            <a:ext cx="273960" cy="138960"/>
          </a:xfrm>
          <a:custGeom>
            <a:avLst/>
            <a:gdLst/>
            <a:ahLst/>
            <a:rect l="0" t="0" r="r" b="b"/>
            <a:pathLst>
              <a:path w="761" h="386">
                <a:moveTo>
                  <a:pt x="25" y="0"/>
                </a:moveTo>
                <a:lnTo>
                  <a:pt x="735" y="0"/>
                </a:lnTo>
                <a:cubicBezTo>
                  <a:pt x="742" y="0"/>
                  <a:pt x="748" y="2"/>
                  <a:pt x="753" y="7"/>
                </a:cubicBezTo>
                <a:cubicBezTo>
                  <a:pt x="758" y="12"/>
                  <a:pt x="761" y="18"/>
                  <a:pt x="761" y="25"/>
                </a:cubicBezTo>
                <a:lnTo>
                  <a:pt x="761" y="361"/>
                </a:lnTo>
                <a:cubicBezTo>
                  <a:pt x="761" y="368"/>
                  <a:pt x="758" y="374"/>
                  <a:pt x="753" y="379"/>
                </a:cubicBezTo>
                <a:cubicBezTo>
                  <a:pt x="748" y="384"/>
                  <a:pt x="742" y="386"/>
                  <a:pt x="735" y="386"/>
                </a:cubicBezTo>
                <a:lnTo>
                  <a:pt x="25" y="386"/>
                </a:lnTo>
                <a:cubicBezTo>
                  <a:pt x="18" y="386"/>
                  <a:pt x="13" y="384"/>
                  <a:pt x="8" y="379"/>
                </a:cubicBezTo>
                <a:cubicBezTo>
                  <a:pt x="3" y="374"/>
                  <a:pt x="0" y="368"/>
                  <a:pt x="0" y="361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9" name=""/>
          <p:cNvSpPr/>
          <p:nvPr/>
        </p:nvSpPr>
        <p:spPr>
          <a:xfrm>
            <a:off x="6901560" y="79272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0" name=""/>
          <p:cNvSpPr/>
          <p:nvPr/>
        </p:nvSpPr>
        <p:spPr>
          <a:xfrm>
            <a:off x="6901560" y="79272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1" name=""/>
          <p:cNvSpPr/>
          <p:nvPr/>
        </p:nvSpPr>
        <p:spPr>
          <a:xfrm>
            <a:off x="6892560" y="7984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2" name=""/>
          <p:cNvSpPr/>
          <p:nvPr/>
        </p:nvSpPr>
        <p:spPr>
          <a:xfrm>
            <a:off x="6892560" y="7984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3" name=""/>
          <p:cNvSpPr/>
          <p:nvPr/>
        </p:nvSpPr>
        <p:spPr>
          <a:xfrm>
            <a:off x="6892560" y="8100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4" name=""/>
          <p:cNvSpPr/>
          <p:nvPr/>
        </p:nvSpPr>
        <p:spPr>
          <a:xfrm>
            <a:off x="6892560" y="8100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5047560" y="2617560"/>
            <a:ext cx="224640" cy="3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systeem (IAM)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6745320" y="816480"/>
            <a:ext cx="130320" cy="3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" spc="-1" strike="noStrike">
                <a:solidFill>
                  <a:srgbClr val="408080"/>
                </a:solidFill>
                <a:latin typeface="DejaVuSans"/>
                <a:ea typeface="DejaVuSans"/>
              </a:rPr>
              <a:t>Business</a:t>
            </a:r>
            <a:endParaRPr b="0" lang="en-US" sz="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7" name=""/>
          <p:cNvSpPr/>
          <p:nvPr/>
        </p:nvSpPr>
        <p:spPr>
          <a:xfrm>
            <a:off x="5691600" y="770040"/>
            <a:ext cx="276120" cy="146160"/>
          </a:xfrm>
          <a:custGeom>
            <a:avLst/>
            <a:gdLst/>
            <a:ahLst/>
            <a:rect l="0" t="0" r="r" b="b"/>
            <a:pathLst>
              <a:path w="767" h="406">
                <a:moveTo>
                  <a:pt x="25" y="0"/>
                </a:moveTo>
                <a:lnTo>
                  <a:pt x="741" y="0"/>
                </a:lnTo>
                <a:cubicBezTo>
                  <a:pt x="748" y="0"/>
                  <a:pt x="754" y="2"/>
                  <a:pt x="759" y="7"/>
                </a:cubicBezTo>
                <a:cubicBezTo>
                  <a:pt x="764" y="12"/>
                  <a:pt x="767" y="18"/>
                  <a:pt x="767" y="25"/>
                </a:cubicBezTo>
                <a:lnTo>
                  <a:pt x="767" y="380"/>
                </a:lnTo>
                <a:cubicBezTo>
                  <a:pt x="767" y="387"/>
                  <a:pt x="764" y="393"/>
                  <a:pt x="759" y="398"/>
                </a:cubicBezTo>
                <a:cubicBezTo>
                  <a:pt x="754" y="403"/>
                  <a:pt x="748" y="406"/>
                  <a:pt x="741" y="406"/>
                </a:cubicBezTo>
                <a:lnTo>
                  <a:pt x="25" y="406"/>
                </a:lnTo>
                <a:cubicBezTo>
                  <a:pt x="18" y="406"/>
                  <a:pt x="12" y="403"/>
                  <a:pt x="7" y="398"/>
                </a:cubicBezTo>
                <a:cubicBezTo>
                  <a:pt x="2" y="393"/>
                  <a:pt x="0" y="387"/>
                  <a:pt x="0" y="380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8" name=""/>
          <p:cNvSpPr/>
          <p:nvPr/>
        </p:nvSpPr>
        <p:spPr>
          <a:xfrm>
            <a:off x="5691600" y="770040"/>
            <a:ext cx="276120" cy="146160"/>
          </a:xfrm>
          <a:custGeom>
            <a:avLst/>
            <a:gdLst/>
            <a:ahLst/>
            <a:rect l="0" t="0" r="r" b="b"/>
            <a:pathLst>
              <a:path w="767" h="406">
                <a:moveTo>
                  <a:pt x="25" y="0"/>
                </a:moveTo>
                <a:lnTo>
                  <a:pt x="741" y="0"/>
                </a:lnTo>
                <a:cubicBezTo>
                  <a:pt x="748" y="0"/>
                  <a:pt x="754" y="2"/>
                  <a:pt x="759" y="7"/>
                </a:cubicBezTo>
                <a:cubicBezTo>
                  <a:pt x="764" y="12"/>
                  <a:pt x="767" y="18"/>
                  <a:pt x="767" y="25"/>
                </a:cubicBezTo>
                <a:lnTo>
                  <a:pt x="767" y="380"/>
                </a:lnTo>
                <a:cubicBezTo>
                  <a:pt x="767" y="387"/>
                  <a:pt x="764" y="393"/>
                  <a:pt x="759" y="398"/>
                </a:cubicBezTo>
                <a:cubicBezTo>
                  <a:pt x="754" y="403"/>
                  <a:pt x="748" y="406"/>
                  <a:pt x="741" y="406"/>
                </a:cubicBezTo>
                <a:lnTo>
                  <a:pt x="25" y="406"/>
                </a:lnTo>
                <a:cubicBezTo>
                  <a:pt x="18" y="406"/>
                  <a:pt x="12" y="403"/>
                  <a:pt x="7" y="398"/>
                </a:cubicBezTo>
                <a:cubicBezTo>
                  <a:pt x="2" y="393"/>
                  <a:pt x="0" y="387"/>
                  <a:pt x="0" y="380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9" name=""/>
          <p:cNvSpPr/>
          <p:nvPr/>
        </p:nvSpPr>
        <p:spPr>
          <a:xfrm>
            <a:off x="5921640" y="78840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0" name=""/>
          <p:cNvSpPr/>
          <p:nvPr/>
        </p:nvSpPr>
        <p:spPr>
          <a:xfrm>
            <a:off x="5921640" y="78840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1" name=""/>
          <p:cNvSpPr/>
          <p:nvPr/>
        </p:nvSpPr>
        <p:spPr>
          <a:xfrm>
            <a:off x="5912640" y="7938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2" name=""/>
          <p:cNvSpPr/>
          <p:nvPr/>
        </p:nvSpPr>
        <p:spPr>
          <a:xfrm>
            <a:off x="5912640" y="7938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3" name=""/>
          <p:cNvSpPr/>
          <p:nvPr/>
        </p:nvSpPr>
        <p:spPr>
          <a:xfrm>
            <a:off x="5912640" y="8053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4" name=""/>
          <p:cNvSpPr/>
          <p:nvPr/>
        </p:nvSpPr>
        <p:spPr>
          <a:xfrm>
            <a:off x="5912640" y="8053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6724080" y="848520"/>
            <a:ext cx="174600" cy="3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" spc="-1" strike="noStrike">
                <a:solidFill>
                  <a:srgbClr val="408080"/>
                </a:solidFill>
                <a:latin typeface="DejaVuSans"/>
                <a:ea typeface="DejaVuSans"/>
              </a:rPr>
              <a:t>intelligence</a:t>
            </a:r>
            <a:endParaRPr b="0" lang="en-US" sz="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5767200" y="799560"/>
            <a:ext cx="125640" cy="3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Student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5720760" y="831240"/>
            <a:ext cx="218520" cy="3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communicatie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8" name=""/>
          <p:cNvSpPr/>
          <p:nvPr/>
        </p:nvSpPr>
        <p:spPr>
          <a:xfrm>
            <a:off x="4820760" y="790560"/>
            <a:ext cx="223920" cy="111960"/>
          </a:xfrm>
          <a:custGeom>
            <a:avLst/>
            <a:gdLst/>
            <a:ahLst/>
            <a:rect l="0" t="0" r="r" b="b"/>
            <a:pathLst>
              <a:path w="622" h="311">
                <a:moveTo>
                  <a:pt x="26" y="0"/>
                </a:moveTo>
                <a:lnTo>
                  <a:pt x="596" y="0"/>
                </a:lnTo>
                <a:cubicBezTo>
                  <a:pt x="603" y="0"/>
                  <a:pt x="609" y="2"/>
                  <a:pt x="614" y="7"/>
                </a:cubicBezTo>
                <a:cubicBezTo>
                  <a:pt x="619" y="12"/>
                  <a:pt x="622" y="18"/>
                  <a:pt x="622" y="25"/>
                </a:cubicBezTo>
                <a:lnTo>
                  <a:pt x="622" y="285"/>
                </a:lnTo>
                <a:cubicBezTo>
                  <a:pt x="622" y="292"/>
                  <a:pt x="619" y="298"/>
                  <a:pt x="614" y="303"/>
                </a:cubicBezTo>
                <a:cubicBezTo>
                  <a:pt x="609" y="308"/>
                  <a:pt x="603" y="311"/>
                  <a:pt x="596" y="311"/>
                </a:cubicBezTo>
                <a:lnTo>
                  <a:pt x="26" y="311"/>
                </a:lnTo>
                <a:cubicBezTo>
                  <a:pt x="19" y="311"/>
                  <a:pt x="13" y="308"/>
                  <a:pt x="8" y="303"/>
                </a:cubicBezTo>
                <a:cubicBezTo>
                  <a:pt x="3" y="298"/>
                  <a:pt x="0" y="292"/>
                  <a:pt x="0" y="285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9" name=""/>
          <p:cNvSpPr/>
          <p:nvPr/>
        </p:nvSpPr>
        <p:spPr>
          <a:xfrm>
            <a:off x="4820760" y="790560"/>
            <a:ext cx="223920" cy="111960"/>
          </a:xfrm>
          <a:custGeom>
            <a:avLst/>
            <a:gdLst/>
            <a:ahLst/>
            <a:rect l="0" t="0" r="r" b="b"/>
            <a:pathLst>
              <a:path w="622" h="311">
                <a:moveTo>
                  <a:pt x="26" y="0"/>
                </a:moveTo>
                <a:lnTo>
                  <a:pt x="596" y="0"/>
                </a:lnTo>
                <a:cubicBezTo>
                  <a:pt x="603" y="0"/>
                  <a:pt x="609" y="2"/>
                  <a:pt x="614" y="7"/>
                </a:cubicBezTo>
                <a:cubicBezTo>
                  <a:pt x="619" y="12"/>
                  <a:pt x="622" y="18"/>
                  <a:pt x="622" y="25"/>
                </a:cubicBezTo>
                <a:lnTo>
                  <a:pt x="622" y="285"/>
                </a:lnTo>
                <a:cubicBezTo>
                  <a:pt x="622" y="292"/>
                  <a:pt x="619" y="298"/>
                  <a:pt x="614" y="303"/>
                </a:cubicBezTo>
                <a:cubicBezTo>
                  <a:pt x="609" y="308"/>
                  <a:pt x="603" y="311"/>
                  <a:pt x="596" y="311"/>
                </a:cubicBezTo>
                <a:lnTo>
                  <a:pt x="26" y="311"/>
                </a:lnTo>
                <a:cubicBezTo>
                  <a:pt x="19" y="311"/>
                  <a:pt x="13" y="308"/>
                  <a:pt x="8" y="303"/>
                </a:cubicBezTo>
                <a:cubicBezTo>
                  <a:pt x="3" y="298"/>
                  <a:pt x="0" y="292"/>
                  <a:pt x="0" y="285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0" name=""/>
          <p:cNvSpPr/>
          <p:nvPr/>
        </p:nvSpPr>
        <p:spPr>
          <a:xfrm>
            <a:off x="4998600" y="808560"/>
            <a:ext cx="25560" cy="30240"/>
          </a:xfrm>
          <a:custGeom>
            <a:avLst/>
            <a:gdLst/>
            <a:ahLst/>
            <a:rect l="0" t="0" r="r" b="b"/>
            <a:pathLst>
              <a:path w="71" h="84">
                <a:moveTo>
                  <a:pt x="0" y="0"/>
                </a:moveTo>
                <a:lnTo>
                  <a:pt x="71" y="0"/>
                </a:lnTo>
                <a:lnTo>
                  <a:pt x="71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1" name=""/>
          <p:cNvSpPr/>
          <p:nvPr/>
        </p:nvSpPr>
        <p:spPr>
          <a:xfrm>
            <a:off x="4998600" y="808560"/>
            <a:ext cx="25560" cy="30240"/>
          </a:xfrm>
          <a:custGeom>
            <a:avLst/>
            <a:gdLst/>
            <a:ahLst/>
            <a:rect l="0" t="0" r="r" b="b"/>
            <a:pathLst>
              <a:path w="71" h="84">
                <a:moveTo>
                  <a:pt x="0" y="0"/>
                </a:moveTo>
                <a:lnTo>
                  <a:pt x="71" y="0"/>
                </a:lnTo>
                <a:lnTo>
                  <a:pt x="71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2" name=""/>
          <p:cNvSpPr/>
          <p:nvPr/>
        </p:nvSpPr>
        <p:spPr>
          <a:xfrm>
            <a:off x="4989600" y="8143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3" name=""/>
          <p:cNvSpPr/>
          <p:nvPr/>
        </p:nvSpPr>
        <p:spPr>
          <a:xfrm>
            <a:off x="4989600" y="8143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4" name=""/>
          <p:cNvSpPr/>
          <p:nvPr/>
        </p:nvSpPr>
        <p:spPr>
          <a:xfrm>
            <a:off x="4989600" y="82584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5" name=""/>
          <p:cNvSpPr/>
          <p:nvPr/>
        </p:nvSpPr>
        <p:spPr>
          <a:xfrm>
            <a:off x="4989600" y="82584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5763960" y="865440"/>
            <a:ext cx="131760" cy="3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systeem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4856400" y="815760"/>
            <a:ext cx="15480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" spc="-1" strike="noStrike">
                <a:solidFill>
                  <a:srgbClr val="408080"/>
                </a:solidFill>
                <a:latin typeface="DejaVuSans"/>
                <a:ea typeface="DejaVuSans"/>
              </a:rPr>
              <a:t>Middelen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8" name=""/>
          <p:cNvSpPr/>
          <p:nvPr/>
        </p:nvSpPr>
        <p:spPr>
          <a:xfrm>
            <a:off x="4312800" y="790560"/>
            <a:ext cx="303480" cy="111960"/>
          </a:xfrm>
          <a:custGeom>
            <a:avLst/>
            <a:gdLst/>
            <a:ahLst/>
            <a:rect l="0" t="0" r="r" b="b"/>
            <a:pathLst>
              <a:path w="843" h="311">
                <a:moveTo>
                  <a:pt x="25" y="0"/>
                </a:moveTo>
                <a:lnTo>
                  <a:pt x="817" y="0"/>
                </a:lnTo>
                <a:cubicBezTo>
                  <a:pt x="824" y="0"/>
                  <a:pt x="830" y="2"/>
                  <a:pt x="835" y="7"/>
                </a:cubicBezTo>
                <a:cubicBezTo>
                  <a:pt x="840" y="12"/>
                  <a:pt x="843" y="18"/>
                  <a:pt x="843" y="25"/>
                </a:cubicBezTo>
                <a:lnTo>
                  <a:pt x="843" y="285"/>
                </a:lnTo>
                <a:cubicBezTo>
                  <a:pt x="843" y="292"/>
                  <a:pt x="840" y="298"/>
                  <a:pt x="835" y="303"/>
                </a:cubicBezTo>
                <a:cubicBezTo>
                  <a:pt x="830" y="308"/>
                  <a:pt x="824" y="311"/>
                  <a:pt x="817" y="311"/>
                </a:cubicBezTo>
                <a:lnTo>
                  <a:pt x="25" y="311"/>
                </a:lnTo>
                <a:cubicBezTo>
                  <a:pt x="18" y="311"/>
                  <a:pt x="12" y="308"/>
                  <a:pt x="7" y="303"/>
                </a:cubicBezTo>
                <a:cubicBezTo>
                  <a:pt x="2" y="298"/>
                  <a:pt x="0" y="292"/>
                  <a:pt x="0" y="285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9" name=""/>
          <p:cNvSpPr/>
          <p:nvPr/>
        </p:nvSpPr>
        <p:spPr>
          <a:xfrm>
            <a:off x="4312800" y="790560"/>
            <a:ext cx="303480" cy="111960"/>
          </a:xfrm>
          <a:custGeom>
            <a:avLst/>
            <a:gdLst/>
            <a:ahLst/>
            <a:rect l="0" t="0" r="r" b="b"/>
            <a:pathLst>
              <a:path w="843" h="311">
                <a:moveTo>
                  <a:pt x="25" y="0"/>
                </a:moveTo>
                <a:lnTo>
                  <a:pt x="817" y="0"/>
                </a:lnTo>
                <a:cubicBezTo>
                  <a:pt x="824" y="0"/>
                  <a:pt x="830" y="2"/>
                  <a:pt x="835" y="7"/>
                </a:cubicBezTo>
                <a:cubicBezTo>
                  <a:pt x="840" y="12"/>
                  <a:pt x="843" y="18"/>
                  <a:pt x="843" y="25"/>
                </a:cubicBezTo>
                <a:lnTo>
                  <a:pt x="843" y="285"/>
                </a:lnTo>
                <a:cubicBezTo>
                  <a:pt x="843" y="292"/>
                  <a:pt x="840" y="298"/>
                  <a:pt x="835" y="303"/>
                </a:cubicBezTo>
                <a:cubicBezTo>
                  <a:pt x="830" y="308"/>
                  <a:pt x="824" y="311"/>
                  <a:pt x="817" y="311"/>
                </a:cubicBezTo>
                <a:lnTo>
                  <a:pt x="25" y="311"/>
                </a:lnTo>
                <a:cubicBezTo>
                  <a:pt x="18" y="311"/>
                  <a:pt x="12" y="308"/>
                  <a:pt x="7" y="303"/>
                </a:cubicBezTo>
                <a:cubicBezTo>
                  <a:pt x="2" y="298"/>
                  <a:pt x="0" y="292"/>
                  <a:pt x="0" y="285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0" name=""/>
          <p:cNvSpPr/>
          <p:nvPr/>
        </p:nvSpPr>
        <p:spPr>
          <a:xfrm>
            <a:off x="4570200" y="808560"/>
            <a:ext cx="25560" cy="30240"/>
          </a:xfrm>
          <a:custGeom>
            <a:avLst/>
            <a:gdLst/>
            <a:ahLst/>
            <a:rect l="0" t="0" r="r" b="b"/>
            <a:pathLst>
              <a:path w="71" h="84">
                <a:moveTo>
                  <a:pt x="0" y="0"/>
                </a:moveTo>
                <a:lnTo>
                  <a:pt x="71" y="0"/>
                </a:lnTo>
                <a:lnTo>
                  <a:pt x="71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1" name=""/>
          <p:cNvSpPr/>
          <p:nvPr/>
        </p:nvSpPr>
        <p:spPr>
          <a:xfrm>
            <a:off x="4570200" y="808560"/>
            <a:ext cx="25560" cy="30240"/>
          </a:xfrm>
          <a:custGeom>
            <a:avLst/>
            <a:gdLst/>
            <a:ahLst/>
            <a:rect l="0" t="0" r="r" b="b"/>
            <a:pathLst>
              <a:path w="71" h="84">
                <a:moveTo>
                  <a:pt x="0" y="0"/>
                </a:moveTo>
                <a:lnTo>
                  <a:pt x="71" y="0"/>
                </a:lnTo>
                <a:lnTo>
                  <a:pt x="71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2" name=""/>
          <p:cNvSpPr/>
          <p:nvPr/>
        </p:nvSpPr>
        <p:spPr>
          <a:xfrm>
            <a:off x="4561200" y="8143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3" name=""/>
          <p:cNvSpPr/>
          <p:nvPr/>
        </p:nvSpPr>
        <p:spPr>
          <a:xfrm>
            <a:off x="4561200" y="8143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4" name=""/>
          <p:cNvSpPr/>
          <p:nvPr/>
        </p:nvSpPr>
        <p:spPr>
          <a:xfrm>
            <a:off x="4561200" y="82584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5" name=""/>
          <p:cNvSpPr/>
          <p:nvPr/>
        </p:nvSpPr>
        <p:spPr>
          <a:xfrm>
            <a:off x="4561200" y="82584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4860000" y="852120"/>
            <a:ext cx="14868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" spc="-1" strike="noStrike">
                <a:solidFill>
                  <a:srgbClr val="408080"/>
                </a:solidFill>
                <a:latin typeface="DejaVuSans"/>
                <a:ea typeface="DejaVuSans"/>
              </a:rPr>
              <a:t>planning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4383360" y="818640"/>
            <a:ext cx="166680" cy="3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" spc="-1" strike="noStrike">
                <a:solidFill>
                  <a:srgbClr val="408080"/>
                </a:solidFill>
                <a:latin typeface="DejaVuSans"/>
                <a:ea typeface="DejaVuSans"/>
              </a:rPr>
              <a:t>Faciliteiten</a:t>
            </a:r>
            <a:endParaRPr b="0" lang="en-US" sz="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8" name=""/>
          <p:cNvSpPr/>
          <p:nvPr/>
        </p:nvSpPr>
        <p:spPr>
          <a:xfrm>
            <a:off x="3931920" y="790560"/>
            <a:ext cx="221760" cy="111960"/>
          </a:xfrm>
          <a:custGeom>
            <a:avLst/>
            <a:gdLst/>
            <a:ahLst/>
            <a:rect l="0" t="0" r="r" b="b"/>
            <a:pathLst>
              <a:path w="616" h="311">
                <a:moveTo>
                  <a:pt x="26" y="0"/>
                </a:moveTo>
                <a:lnTo>
                  <a:pt x="590" y="0"/>
                </a:lnTo>
                <a:cubicBezTo>
                  <a:pt x="597" y="0"/>
                  <a:pt x="603" y="2"/>
                  <a:pt x="608" y="7"/>
                </a:cubicBezTo>
                <a:cubicBezTo>
                  <a:pt x="613" y="12"/>
                  <a:pt x="616" y="18"/>
                  <a:pt x="616" y="25"/>
                </a:cubicBezTo>
                <a:lnTo>
                  <a:pt x="616" y="285"/>
                </a:lnTo>
                <a:cubicBezTo>
                  <a:pt x="616" y="292"/>
                  <a:pt x="613" y="298"/>
                  <a:pt x="608" y="303"/>
                </a:cubicBezTo>
                <a:cubicBezTo>
                  <a:pt x="603" y="308"/>
                  <a:pt x="597" y="311"/>
                  <a:pt x="590" y="311"/>
                </a:cubicBezTo>
                <a:lnTo>
                  <a:pt x="26" y="311"/>
                </a:lnTo>
                <a:cubicBezTo>
                  <a:pt x="19" y="311"/>
                  <a:pt x="13" y="308"/>
                  <a:pt x="8" y="303"/>
                </a:cubicBezTo>
                <a:cubicBezTo>
                  <a:pt x="3" y="298"/>
                  <a:pt x="0" y="292"/>
                  <a:pt x="0" y="285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9" name=""/>
          <p:cNvSpPr/>
          <p:nvPr/>
        </p:nvSpPr>
        <p:spPr>
          <a:xfrm>
            <a:off x="3931920" y="790560"/>
            <a:ext cx="221760" cy="111960"/>
          </a:xfrm>
          <a:custGeom>
            <a:avLst/>
            <a:gdLst/>
            <a:ahLst/>
            <a:rect l="0" t="0" r="r" b="b"/>
            <a:pathLst>
              <a:path w="616" h="311">
                <a:moveTo>
                  <a:pt x="26" y="0"/>
                </a:moveTo>
                <a:lnTo>
                  <a:pt x="590" y="0"/>
                </a:lnTo>
                <a:cubicBezTo>
                  <a:pt x="597" y="0"/>
                  <a:pt x="603" y="2"/>
                  <a:pt x="608" y="7"/>
                </a:cubicBezTo>
                <a:cubicBezTo>
                  <a:pt x="613" y="12"/>
                  <a:pt x="616" y="18"/>
                  <a:pt x="616" y="25"/>
                </a:cubicBezTo>
                <a:lnTo>
                  <a:pt x="616" y="285"/>
                </a:lnTo>
                <a:cubicBezTo>
                  <a:pt x="616" y="292"/>
                  <a:pt x="613" y="298"/>
                  <a:pt x="608" y="303"/>
                </a:cubicBezTo>
                <a:cubicBezTo>
                  <a:pt x="603" y="308"/>
                  <a:pt x="597" y="311"/>
                  <a:pt x="590" y="311"/>
                </a:cubicBezTo>
                <a:lnTo>
                  <a:pt x="26" y="311"/>
                </a:lnTo>
                <a:cubicBezTo>
                  <a:pt x="19" y="311"/>
                  <a:pt x="13" y="308"/>
                  <a:pt x="8" y="303"/>
                </a:cubicBezTo>
                <a:cubicBezTo>
                  <a:pt x="3" y="298"/>
                  <a:pt x="0" y="292"/>
                  <a:pt x="0" y="285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0" name=""/>
          <p:cNvSpPr/>
          <p:nvPr/>
        </p:nvSpPr>
        <p:spPr>
          <a:xfrm>
            <a:off x="4107600" y="808560"/>
            <a:ext cx="25560" cy="30240"/>
          </a:xfrm>
          <a:custGeom>
            <a:avLst/>
            <a:gdLst/>
            <a:ahLst/>
            <a:rect l="0" t="0" r="r" b="b"/>
            <a:pathLst>
              <a:path w="71" h="84">
                <a:moveTo>
                  <a:pt x="0" y="0"/>
                </a:moveTo>
                <a:lnTo>
                  <a:pt x="71" y="0"/>
                </a:lnTo>
                <a:lnTo>
                  <a:pt x="71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1" name=""/>
          <p:cNvSpPr/>
          <p:nvPr/>
        </p:nvSpPr>
        <p:spPr>
          <a:xfrm>
            <a:off x="4107600" y="808560"/>
            <a:ext cx="25560" cy="30240"/>
          </a:xfrm>
          <a:custGeom>
            <a:avLst/>
            <a:gdLst/>
            <a:ahLst/>
            <a:rect l="0" t="0" r="r" b="b"/>
            <a:pathLst>
              <a:path w="71" h="84">
                <a:moveTo>
                  <a:pt x="0" y="0"/>
                </a:moveTo>
                <a:lnTo>
                  <a:pt x="71" y="0"/>
                </a:lnTo>
                <a:lnTo>
                  <a:pt x="71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2" name=""/>
          <p:cNvSpPr/>
          <p:nvPr/>
        </p:nvSpPr>
        <p:spPr>
          <a:xfrm>
            <a:off x="4098600" y="8143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3" name=""/>
          <p:cNvSpPr/>
          <p:nvPr/>
        </p:nvSpPr>
        <p:spPr>
          <a:xfrm>
            <a:off x="4098600" y="81432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4" name=""/>
          <p:cNvSpPr/>
          <p:nvPr/>
        </p:nvSpPr>
        <p:spPr>
          <a:xfrm>
            <a:off x="4098600" y="82584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5" name=""/>
          <p:cNvSpPr/>
          <p:nvPr/>
        </p:nvSpPr>
        <p:spPr>
          <a:xfrm>
            <a:off x="4098600" y="82584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4347720" y="850680"/>
            <a:ext cx="236880" cy="3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" spc="-1" strike="noStrike">
                <a:solidFill>
                  <a:srgbClr val="408080"/>
                </a:solidFill>
                <a:latin typeface="DejaVuSans"/>
                <a:ea typeface="DejaVuSans"/>
              </a:rPr>
              <a:t>beheer systeem</a:t>
            </a:r>
            <a:endParaRPr b="0" lang="en-US" sz="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3968640" y="818640"/>
            <a:ext cx="146880" cy="3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" spc="-1" strike="noStrike">
                <a:solidFill>
                  <a:srgbClr val="408080"/>
                </a:solidFill>
                <a:latin typeface="DejaVuSans"/>
                <a:ea typeface="DejaVuSans"/>
              </a:rPr>
              <a:t>Personeel</a:t>
            </a:r>
            <a:endParaRPr b="0" lang="en-US" sz="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8" name=""/>
          <p:cNvSpPr/>
          <p:nvPr/>
        </p:nvSpPr>
        <p:spPr>
          <a:xfrm>
            <a:off x="4057560" y="3075120"/>
            <a:ext cx="1069200" cy="125280"/>
          </a:xfrm>
          <a:custGeom>
            <a:avLst/>
            <a:gdLst/>
            <a:ahLst/>
            <a:rect l="0" t="0" r="r" b="b"/>
            <a:pathLst>
              <a:path w="2970" h="348">
                <a:moveTo>
                  <a:pt x="25" y="0"/>
                </a:moveTo>
                <a:lnTo>
                  <a:pt x="2944" y="0"/>
                </a:lnTo>
                <a:cubicBezTo>
                  <a:pt x="2951" y="0"/>
                  <a:pt x="2957" y="2"/>
                  <a:pt x="2962" y="7"/>
                </a:cubicBezTo>
                <a:cubicBezTo>
                  <a:pt x="2967" y="12"/>
                  <a:pt x="2970" y="18"/>
                  <a:pt x="2970" y="25"/>
                </a:cubicBezTo>
                <a:lnTo>
                  <a:pt x="2970" y="323"/>
                </a:lnTo>
                <a:cubicBezTo>
                  <a:pt x="2970" y="330"/>
                  <a:pt x="2967" y="336"/>
                  <a:pt x="2962" y="341"/>
                </a:cubicBezTo>
                <a:cubicBezTo>
                  <a:pt x="2957" y="346"/>
                  <a:pt x="2951" y="348"/>
                  <a:pt x="2944" y="348"/>
                </a:cubicBezTo>
                <a:lnTo>
                  <a:pt x="25" y="348"/>
                </a:lnTo>
                <a:cubicBezTo>
                  <a:pt x="18" y="348"/>
                  <a:pt x="12" y="346"/>
                  <a:pt x="7" y="341"/>
                </a:cubicBezTo>
                <a:cubicBezTo>
                  <a:pt x="2" y="336"/>
                  <a:pt x="0" y="330"/>
                  <a:pt x="0" y="323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9" name=""/>
          <p:cNvSpPr/>
          <p:nvPr/>
        </p:nvSpPr>
        <p:spPr>
          <a:xfrm>
            <a:off x="4057560" y="3075120"/>
            <a:ext cx="1069200" cy="125280"/>
          </a:xfrm>
          <a:custGeom>
            <a:avLst/>
            <a:gdLst/>
            <a:ahLst/>
            <a:rect l="0" t="0" r="r" b="b"/>
            <a:pathLst>
              <a:path w="2970" h="348">
                <a:moveTo>
                  <a:pt x="25" y="0"/>
                </a:moveTo>
                <a:lnTo>
                  <a:pt x="2944" y="0"/>
                </a:lnTo>
                <a:cubicBezTo>
                  <a:pt x="2951" y="0"/>
                  <a:pt x="2957" y="2"/>
                  <a:pt x="2962" y="7"/>
                </a:cubicBezTo>
                <a:cubicBezTo>
                  <a:pt x="2967" y="12"/>
                  <a:pt x="2970" y="18"/>
                  <a:pt x="2970" y="25"/>
                </a:cubicBezTo>
                <a:lnTo>
                  <a:pt x="2970" y="323"/>
                </a:lnTo>
                <a:cubicBezTo>
                  <a:pt x="2970" y="330"/>
                  <a:pt x="2967" y="336"/>
                  <a:pt x="2962" y="341"/>
                </a:cubicBezTo>
                <a:cubicBezTo>
                  <a:pt x="2957" y="346"/>
                  <a:pt x="2951" y="348"/>
                  <a:pt x="2944" y="348"/>
                </a:cubicBezTo>
                <a:lnTo>
                  <a:pt x="25" y="348"/>
                </a:lnTo>
                <a:cubicBezTo>
                  <a:pt x="18" y="348"/>
                  <a:pt x="12" y="346"/>
                  <a:pt x="7" y="341"/>
                </a:cubicBezTo>
                <a:cubicBezTo>
                  <a:pt x="2" y="336"/>
                  <a:pt x="0" y="330"/>
                  <a:pt x="0" y="323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5aa8a8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0" name=""/>
          <p:cNvSpPr/>
          <p:nvPr/>
        </p:nvSpPr>
        <p:spPr>
          <a:xfrm>
            <a:off x="5080680" y="309312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1" name=""/>
          <p:cNvSpPr/>
          <p:nvPr/>
        </p:nvSpPr>
        <p:spPr>
          <a:xfrm>
            <a:off x="5080680" y="309312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2" name=""/>
          <p:cNvSpPr/>
          <p:nvPr/>
        </p:nvSpPr>
        <p:spPr>
          <a:xfrm>
            <a:off x="5071680" y="30988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3" name=""/>
          <p:cNvSpPr/>
          <p:nvPr/>
        </p:nvSpPr>
        <p:spPr>
          <a:xfrm>
            <a:off x="5071680" y="30988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4" name=""/>
          <p:cNvSpPr/>
          <p:nvPr/>
        </p:nvSpPr>
        <p:spPr>
          <a:xfrm>
            <a:off x="5071680" y="31104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5" name=""/>
          <p:cNvSpPr/>
          <p:nvPr/>
        </p:nvSpPr>
        <p:spPr>
          <a:xfrm>
            <a:off x="5071680" y="31104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3980160" y="850680"/>
            <a:ext cx="124200" cy="3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" spc="-1" strike="noStrike">
                <a:solidFill>
                  <a:srgbClr val="408080"/>
                </a:solidFill>
                <a:latin typeface="DejaVuSans"/>
                <a:ea typeface="DejaVuSans"/>
              </a:rPr>
              <a:t>systeem</a:t>
            </a:r>
            <a:endParaRPr b="0" lang="en-US" sz="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7" name=""/>
          <p:cNvSpPr/>
          <p:nvPr/>
        </p:nvSpPr>
        <p:spPr>
          <a:xfrm>
            <a:off x="4330800" y="3129480"/>
            <a:ext cx="549720" cy="57240"/>
          </a:xfrm>
          <a:custGeom>
            <a:avLst/>
            <a:gdLst/>
            <a:ahLst/>
            <a:rect l="0" t="0" r="r" b="b"/>
            <a:pathLst>
              <a:path w="1527" h="159">
                <a:moveTo>
                  <a:pt x="76" y="0"/>
                </a:moveTo>
                <a:lnTo>
                  <a:pt x="1451" y="0"/>
                </a:lnTo>
                <a:cubicBezTo>
                  <a:pt x="1461" y="0"/>
                  <a:pt x="1471" y="2"/>
                  <a:pt x="1480" y="6"/>
                </a:cubicBezTo>
                <a:cubicBezTo>
                  <a:pt x="1489" y="10"/>
                  <a:pt x="1498" y="15"/>
                  <a:pt x="1505" y="23"/>
                </a:cubicBezTo>
                <a:cubicBezTo>
                  <a:pt x="1512" y="30"/>
                  <a:pt x="1517" y="38"/>
                  <a:pt x="1521" y="47"/>
                </a:cubicBezTo>
                <a:cubicBezTo>
                  <a:pt x="1525" y="57"/>
                  <a:pt x="1527" y="66"/>
                  <a:pt x="1527" y="77"/>
                </a:cubicBezTo>
                <a:lnTo>
                  <a:pt x="1527" y="84"/>
                </a:lnTo>
                <a:cubicBezTo>
                  <a:pt x="1527" y="94"/>
                  <a:pt x="1525" y="103"/>
                  <a:pt x="1521" y="113"/>
                </a:cubicBezTo>
                <a:cubicBezTo>
                  <a:pt x="1517" y="122"/>
                  <a:pt x="1512" y="130"/>
                  <a:pt x="1505" y="137"/>
                </a:cubicBezTo>
                <a:cubicBezTo>
                  <a:pt x="1498" y="144"/>
                  <a:pt x="1489" y="150"/>
                  <a:pt x="1480" y="154"/>
                </a:cubicBezTo>
                <a:cubicBezTo>
                  <a:pt x="1471" y="157"/>
                  <a:pt x="1461" y="159"/>
                  <a:pt x="1451" y="159"/>
                </a:cubicBezTo>
                <a:lnTo>
                  <a:pt x="76" y="159"/>
                </a:lnTo>
                <a:cubicBezTo>
                  <a:pt x="66" y="159"/>
                  <a:pt x="57" y="157"/>
                  <a:pt x="47" y="154"/>
                </a:cubicBezTo>
                <a:cubicBezTo>
                  <a:pt x="38" y="150"/>
                  <a:pt x="30" y="144"/>
                  <a:pt x="23" y="137"/>
                </a:cubicBezTo>
                <a:cubicBezTo>
                  <a:pt x="15" y="130"/>
                  <a:pt x="10" y="122"/>
                  <a:pt x="6" y="113"/>
                </a:cubicBezTo>
                <a:cubicBezTo>
                  <a:pt x="2" y="103"/>
                  <a:pt x="0" y="94"/>
                  <a:pt x="0" y="84"/>
                </a:cubicBezTo>
                <a:lnTo>
                  <a:pt x="0" y="77"/>
                </a:lnTo>
                <a:cubicBezTo>
                  <a:pt x="0" y="66"/>
                  <a:pt x="2" y="57"/>
                  <a:pt x="6" y="47"/>
                </a:cubicBezTo>
                <a:cubicBezTo>
                  <a:pt x="10" y="38"/>
                  <a:pt x="15" y="30"/>
                  <a:pt x="23" y="23"/>
                </a:cubicBezTo>
                <a:cubicBezTo>
                  <a:pt x="30" y="15"/>
                  <a:pt x="38" y="10"/>
                  <a:pt x="47" y="6"/>
                </a:cubicBezTo>
                <a:cubicBezTo>
                  <a:pt x="57" y="2"/>
                  <a:pt x="66" y="0"/>
                  <a:pt x="76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8" name=""/>
          <p:cNvSpPr/>
          <p:nvPr/>
        </p:nvSpPr>
        <p:spPr>
          <a:xfrm>
            <a:off x="4330800" y="3129480"/>
            <a:ext cx="549720" cy="57240"/>
          </a:xfrm>
          <a:custGeom>
            <a:avLst/>
            <a:gdLst/>
            <a:ahLst/>
            <a:rect l="0" t="0" r="r" b="b"/>
            <a:pathLst>
              <a:path w="1527" h="159">
                <a:moveTo>
                  <a:pt x="76" y="0"/>
                </a:moveTo>
                <a:lnTo>
                  <a:pt x="1451" y="0"/>
                </a:lnTo>
                <a:cubicBezTo>
                  <a:pt x="1461" y="0"/>
                  <a:pt x="1471" y="2"/>
                  <a:pt x="1480" y="6"/>
                </a:cubicBezTo>
                <a:cubicBezTo>
                  <a:pt x="1489" y="10"/>
                  <a:pt x="1498" y="15"/>
                  <a:pt x="1505" y="23"/>
                </a:cubicBezTo>
                <a:cubicBezTo>
                  <a:pt x="1512" y="30"/>
                  <a:pt x="1517" y="38"/>
                  <a:pt x="1521" y="47"/>
                </a:cubicBezTo>
                <a:cubicBezTo>
                  <a:pt x="1525" y="57"/>
                  <a:pt x="1527" y="66"/>
                  <a:pt x="1527" y="77"/>
                </a:cubicBezTo>
                <a:lnTo>
                  <a:pt x="1527" y="84"/>
                </a:lnTo>
                <a:cubicBezTo>
                  <a:pt x="1527" y="94"/>
                  <a:pt x="1525" y="103"/>
                  <a:pt x="1521" y="113"/>
                </a:cubicBezTo>
                <a:cubicBezTo>
                  <a:pt x="1517" y="122"/>
                  <a:pt x="1512" y="130"/>
                  <a:pt x="1505" y="137"/>
                </a:cubicBezTo>
                <a:cubicBezTo>
                  <a:pt x="1498" y="144"/>
                  <a:pt x="1489" y="150"/>
                  <a:pt x="1480" y="154"/>
                </a:cubicBezTo>
                <a:cubicBezTo>
                  <a:pt x="1471" y="157"/>
                  <a:pt x="1461" y="159"/>
                  <a:pt x="1451" y="159"/>
                </a:cubicBezTo>
                <a:lnTo>
                  <a:pt x="76" y="159"/>
                </a:lnTo>
                <a:cubicBezTo>
                  <a:pt x="66" y="159"/>
                  <a:pt x="57" y="157"/>
                  <a:pt x="47" y="154"/>
                </a:cubicBezTo>
                <a:cubicBezTo>
                  <a:pt x="38" y="150"/>
                  <a:pt x="30" y="144"/>
                  <a:pt x="23" y="137"/>
                </a:cubicBezTo>
                <a:cubicBezTo>
                  <a:pt x="15" y="130"/>
                  <a:pt x="10" y="122"/>
                  <a:pt x="6" y="113"/>
                </a:cubicBezTo>
                <a:cubicBezTo>
                  <a:pt x="2" y="103"/>
                  <a:pt x="0" y="94"/>
                  <a:pt x="0" y="84"/>
                </a:cubicBezTo>
                <a:lnTo>
                  <a:pt x="0" y="77"/>
                </a:lnTo>
                <a:cubicBezTo>
                  <a:pt x="0" y="66"/>
                  <a:pt x="2" y="57"/>
                  <a:pt x="6" y="47"/>
                </a:cubicBezTo>
                <a:cubicBezTo>
                  <a:pt x="10" y="38"/>
                  <a:pt x="15" y="30"/>
                  <a:pt x="23" y="23"/>
                </a:cubicBezTo>
                <a:cubicBezTo>
                  <a:pt x="30" y="15"/>
                  <a:pt x="38" y="10"/>
                  <a:pt x="47" y="6"/>
                </a:cubicBezTo>
                <a:cubicBezTo>
                  <a:pt x="57" y="2"/>
                  <a:pt x="66" y="0"/>
                  <a:pt x="76" y="0"/>
                </a:cubicBezTo>
                <a:close/>
              </a:path>
            </a:pathLst>
          </a:custGeom>
          <a:noFill/>
          <a:ln w="216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4249080" y="3088800"/>
            <a:ext cx="68364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" spc="-1" strike="noStrike">
                <a:solidFill>
                  <a:srgbClr val="2a5a5a"/>
                </a:solidFill>
                <a:latin typeface="DejaVuSans"/>
                <a:ea typeface="DejaVuSans"/>
              </a:rPr>
              <a:t>Kernregistratie systeem studenten (KRS)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0" name=""/>
          <p:cNvSpPr/>
          <p:nvPr/>
        </p:nvSpPr>
        <p:spPr>
          <a:xfrm>
            <a:off x="5753160" y="3063600"/>
            <a:ext cx="273600" cy="146160"/>
          </a:xfrm>
          <a:custGeom>
            <a:avLst/>
            <a:gdLst/>
            <a:ahLst/>
            <a:rect l="0" t="0" r="r" b="b"/>
            <a:pathLst>
              <a:path w="760" h="406">
                <a:moveTo>
                  <a:pt x="25" y="0"/>
                </a:moveTo>
                <a:lnTo>
                  <a:pt x="735" y="0"/>
                </a:lnTo>
                <a:cubicBezTo>
                  <a:pt x="742" y="0"/>
                  <a:pt x="748" y="3"/>
                  <a:pt x="753" y="8"/>
                </a:cubicBezTo>
                <a:cubicBezTo>
                  <a:pt x="758" y="12"/>
                  <a:pt x="760" y="18"/>
                  <a:pt x="760" y="25"/>
                </a:cubicBezTo>
                <a:lnTo>
                  <a:pt x="760" y="380"/>
                </a:lnTo>
                <a:cubicBezTo>
                  <a:pt x="760" y="387"/>
                  <a:pt x="758" y="393"/>
                  <a:pt x="753" y="398"/>
                </a:cubicBezTo>
                <a:cubicBezTo>
                  <a:pt x="748" y="403"/>
                  <a:pt x="742" y="406"/>
                  <a:pt x="735" y="406"/>
                </a:cubicBezTo>
                <a:lnTo>
                  <a:pt x="25" y="406"/>
                </a:lnTo>
                <a:cubicBezTo>
                  <a:pt x="18" y="406"/>
                  <a:pt x="12" y="403"/>
                  <a:pt x="7" y="398"/>
                </a:cubicBezTo>
                <a:cubicBezTo>
                  <a:pt x="2" y="393"/>
                  <a:pt x="0" y="387"/>
                  <a:pt x="0" y="380"/>
                </a:cubicBezTo>
                <a:lnTo>
                  <a:pt x="0" y="25"/>
                </a:lnTo>
                <a:cubicBezTo>
                  <a:pt x="0" y="18"/>
                  <a:pt x="2" y="12"/>
                  <a:pt x="7" y="8"/>
                </a:cubicBezTo>
                <a:cubicBezTo>
                  <a:pt x="12" y="3"/>
                  <a:pt x="18" y="0"/>
                  <a:pt x="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1" name=""/>
          <p:cNvSpPr/>
          <p:nvPr/>
        </p:nvSpPr>
        <p:spPr>
          <a:xfrm>
            <a:off x="5753160" y="3063600"/>
            <a:ext cx="273600" cy="146160"/>
          </a:xfrm>
          <a:custGeom>
            <a:avLst/>
            <a:gdLst/>
            <a:ahLst/>
            <a:rect l="0" t="0" r="r" b="b"/>
            <a:pathLst>
              <a:path w="760" h="406">
                <a:moveTo>
                  <a:pt x="25" y="0"/>
                </a:moveTo>
                <a:lnTo>
                  <a:pt x="735" y="0"/>
                </a:lnTo>
                <a:cubicBezTo>
                  <a:pt x="742" y="0"/>
                  <a:pt x="748" y="3"/>
                  <a:pt x="753" y="8"/>
                </a:cubicBezTo>
                <a:cubicBezTo>
                  <a:pt x="758" y="12"/>
                  <a:pt x="760" y="18"/>
                  <a:pt x="760" y="25"/>
                </a:cubicBezTo>
                <a:lnTo>
                  <a:pt x="760" y="380"/>
                </a:lnTo>
                <a:cubicBezTo>
                  <a:pt x="760" y="387"/>
                  <a:pt x="758" y="393"/>
                  <a:pt x="753" y="398"/>
                </a:cubicBezTo>
                <a:cubicBezTo>
                  <a:pt x="748" y="403"/>
                  <a:pt x="742" y="406"/>
                  <a:pt x="735" y="406"/>
                </a:cubicBezTo>
                <a:lnTo>
                  <a:pt x="25" y="406"/>
                </a:lnTo>
                <a:cubicBezTo>
                  <a:pt x="18" y="406"/>
                  <a:pt x="12" y="403"/>
                  <a:pt x="7" y="398"/>
                </a:cubicBezTo>
                <a:cubicBezTo>
                  <a:pt x="2" y="393"/>
                  <a:pt x="0" y="387"/>
                  <a:pt x="0" y="380"/>
                </a:cubicBezTo>
                <a:lnTo>
                  <a:pt x="0" y="25"/>
                </a:lnTo>
                <a:cubicBezTo>
                  <a:pt x="0" y="18"/>
                  <a:pt x="2" y="12"/>
                  <a:pt x="7" y="8"/>
                </a:cubicBezTo>
                <a:cubicBezTo>
                  <a:pt x="12" y="3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2" name=""/>
          <p:cNvSpPr/>
          <p:nvPr/>
        </p:nvSpPr>
        <p:spPr>
          <a:xfrm>
            <a:off x="5981040" y="308196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3" name=""/>
          <p:cNvSpPr/>
          <p:nvPr/>
        </p:nvSpPr>
        <p:spPr>
          <a:xfrm>
            <a:off x="5981040" y="308196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4" name=""/>
          <p:cNvSpPr/>
          <p:nvPr/>
        </p:nvSpPr>
        <p:spPr>
          <a:xfrm>
            <a:off x="5971680" y="308736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5" name=""/>
          <p:cNvSpPr/>
          <p:nvPr/>
        </p:nvSpPr>
        <p:spPr>
          <a:xfrm>
            <a:off x="5971680" y="3087360"/>
            <a:ext cx="14040" cy="7560"/>
          </a:xfrm>
          <a:custGeom>
            <a:avLst/>
            <a:gdLst/>
            <a:ahLst/>
            <a:rect l="0" t="0" r="r" b="b"/>
            <a:pathLst>
              <a:path w="39" h="21">
                <a:moveTo>
                  <a:pt x="0" y="0"/>
                </a:moveTo>
                <a:lnTo>
                  <a:pt x="39" y="0"/>
                </a:lnTo>
                <a:lnTo>
                  <a:pt x="39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6" name=""/>
          <p:cNvSpPr/>
          <p:nvPr/>
        </p:nvSpPr>
        <p:spPr>
          <a:xfrm>
            <a:off x="5971680" y="30988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7" name=""/>
          <p:cNvSpPr/>
          <p:nvPr/>
        </p:nvSpPr>
        <p:spPr>
          <a:xfrm>
            <a:off x="5971680" y="30988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4380480" y="3147480"/>
            <a:ext cx="441000" cy="2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" spc="-1" strike="noStrike">
                <a:solidFill>
                  <a:srgbClr val="2a5a5a"/>
                </a:solidFill>
                <a:latin typeface="DejaVuSans"/>
                <a:ea typeface="DejaVuSans"/>
              </a:rPr>
              <a:t>Inschijving op opleidingsprogramma</a:t>
            </a:r>
            <a:endParaRPr b="0" lang="en-US" sz="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5823720" y="3088800"/>
            <a:ext cx="13320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" spc="-1" strike="noStrike">
                <a:solidFill>
                  <a:srgbClr val="408080"/>
                </a:solidFill>
                <a:latin typeface="DejaVuSans"/>
                <a:ea typeface="DejaVuSans"/>
              </a:rPr>
              <a:t>Student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5792040" y="3125160"/>
            <a:ext cx="19872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" spc="-1" strike="noStrike">
                <a:solidFill>
                  <a:srgbClr val="408080"/>
                </a:solidFill>
                <a:latin typeface="DejaVuSans"/>
                <a:ea typeface="DejaVuSans"/>
              </a:rPr>
              <a:t>begeleiding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1" name=""/>
          <p:cNvSpPr/>
          <p:nvPr/>
        </p:nvSpPr>
        <p:spPr>
          <a:xfrm>
            <a:off x="6220080" y="3075120"/>
            <a:ext cx="795960" cy="125280"/>
          </a:xfrm>
          <a:custGeom>
            <a:avLst/>
            <a:gdLst/>
            <a:ahLst/>
            <a:rect l="0" t="0" r="r" b="b"/>
            <a:pathLst>
              <a:path w="2211" h="348">
                <a:moveTo>
                  <a:pt x="26" y="0"/>
                </a:moveTo>
                <a:lnTo>
                  <a:pt x="2185" y="0"/>
                </a:lnTo>
                <a:cubicBezTo>
                  <a:pt x="2192" y="0"/>
                  <a:pt x="2198" y="2"/>
                  <a:pt x="2203" y="7"/>
                </a:cubicBezTo>
                <a:cubicBezTo>
                  <a:pt x="2208" y="12"/>
                  <a:pt x="2211" y="18"/>
                  <a:pt x="2211" y="25"/>
                </a:cubicBezTo>
                <a:lnTo>
                  <a:pt x="2211" y="323"/>
                </a:lnTo>
                <a:cubicBezTo>
                  <a:pt x="2211" y="330"/>
                  <a:pt x="2208" y="336"/>
                  <a:pt x="2203" y="341"/>
                </a:cubicBezTo>
                <a:cubicBezTo>
                  <a:pt x="2198" y="346"/>
                  <a:pt x="2192" y="348"/>
                  <a:pt x="2185" y="348"/>
                </a:cubicBezTo>
                <a:lnTo>
                  <a:pt x="26" y="348"/>
                </a:lnTo>
                <a:cubicBezTo>
                  <a:pt x="19" y="348"/>
                  <a:pt x="13" y="346"/>
                  <a:pt x="8" y="341"/>
                </a:cubicBezTo>
                <a:cubicBezTo>
                  <a:pt x="3" y="336"/>
                  <a:pt x="0" y="330"/>
                  <a:pt x="0" y="323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2" name=""/>
          <p:cNvSpPr/>
          <p:nvPr/>
        </p:nvSpPr>
        <p:spPr>
          <a:xfrm>
            <a:off x="6220080" y="3075120"/>
            <a:ext cx="795960" cy="125280"/>
          </a:xfrm>
          <a:custGeom>
            <a:avLst/>
            <a:gdLst/>
            <a:ahLst/>
            <a:rect l="0" t="0" r="r" b="b"/>
            <a:pathLst>
              <a:path w="2211" h="348">
                <a:moveTo>
                  <a:pt x="26" y="0"/>
                </a:moveTo>
                <a:lnTo>
                  <a:pt x="2185" y="0"/>
                </a:lnTo>
                <a:cubicBezTo>
                  <a:pt x="2192" y="0"/>
                  <a:pt x="2198" y="2"/>
                  <a:pt x="2203" y="7"/>
                </a:cubicBezTo>
                <a:cubicBezTo>
                  <a:pt x="2208" y="12"/>
                  <a:pt x="2211" y="18"/>
                  <a:pt x="2211" y="25"/>
                </a:cubicBezTo>
                <a:lnTo>
                  <a:pt x="2211" y="323"/>
                </a:lnTo>
                <a:cubicBezTo>
                  <a:pt x="2211" y="330"/>
                  <a:pt x="2208" y="336"/>
                  <a:pt x="2203" y="341"/>
                </a:cubicBezTo>
                <a:cubicBezTo>
                  <a:pt x="2198" y="346"/>
                  <a:pt x="2192" y="348"/>
                  <a:pt x="2185" y="348"/>
                </a:cubicBezTo>
                <a:lnTo>
                  <a:pt x="26" y="348"/>
                </a:lnTo>
                <a:cubicBezTo>
                  <a:pt x="19" y="348"/>
                  <a:pt x="13" y="346"/>
                  <a:pt x="8" y="341"/>
                </a:cubicBezTo>
                <a:cubicBezTo>
                  <a:pt x="3" y="336"/>
                  <a:pt x="0" y="330"/>
                  <a:pt x="0" y="323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noFill/>
          <a:ln w="3600">
            <a:solidFill>
              <a:srgbClr val="5aa8a8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3" name=""/>
          <p:cNvSpPr/>
          <p:nvPr/>
        </p:nvSpPr>
        <p:spPr>
          <a:xfrm>
            <a:off x="6969960" y="309312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4" name=""/>
          <p:cNvSpPr/>
          <p:nvPr/>
        </p:nvSpPr>
        <p:spPr>
          <a:xfrm>
            <a:off x="6969960" y="3093120"/>
            <a:ext cx="25560" cy="29880"/>
          </a:xfrm>
          <a:custGeom>
            <a:avLst/>
            <a:gdLst/>
            <a:ahLst/>
            <a:rect l="0" t="0" r="r" b="b"/>
            <a:pathLst>
              <a:path w="71" h="83">
                <a:moveTo>
                  <a:pt x="0" y="0"/>
                </a:moveTo>
                <a:lnTo>
                  <a:pt x="71" y="0"/>
                </a:lnTo>
                <a:lnTo>
                  <a:pt x="71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5" name=""/>
          <p:cNvSpPr/>
          <p:nvPr/>
        </p:nvSpPr>
        <p:spPr>
          <a:xfrm>
            <a:off x="6960960" y="30988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6" name=""/>
          <p:cNvSpPr/>
          <p:nvPr/>
        </p:nvSpPr>
        <p:spPr>
          <a:xfrm>
            <a:off x="6960960" y="30988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7" name=""/>
          <p:cNvSpPr/>
          <p:nvPr/>
        </p:nvSpPr>
        <p:spPr>
          <a:xfrm>
            <a:off x="6960960" y="31104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b5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8" name=""/>
          <p:cNvSpPr/>
          <p:nvPr/>
        </p:nvSpPr>
        <p:spPr>
          <a:xfrm>
            <a:off x="6960960" y="31104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5aa8a8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5820120" y="3161520"/>
            <a:ext cx="13644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" spc="-1" strike="noStrike">
                <a:solidFill>
                  <a:srgbClr val="408080"/>
                </a:solidFill>
                <a:latin typeface="DejaVuSans"/>
                <a:ea typeface="DejaVuSans"/>
              </a:rPr>
              <a:t>systeem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0" name=""/>
          <p:cNvSpPr/>
          <p:nvPr/>
        </p:nvSpPr>
        <p:spPr>
          <a:xfrm>
            <a:off x="5317560" y="3502800"/>
            <a:ext cx="273960" cy="125640"/>
          </a:xfrm>
          <a:custGeom>
            <a:avLst/>
            <a:gdLst/>
            <a:ahLst/>
            <a:rect l="0" t="0" r="r" b="b"/>
            <a:pathLst>
              <a:path w="761" h="349">
                <a:moveTo>
                  <a:pt x="26" y="0"/>
                </a:moveTo>
                <a:lnTo>
                  <a:pt x="736" y="0"/>
                </a:lnTo>
                <a:cubicBezTo>
                  <a:pt x="743" y="0"/>
                  <a:pt x="749" y="2"/>
                  <a:pt x="754" y="7"/>
                </a:cubicBezTo>
                <a:cubicBezTo>
                  <a:pt x="759" y="12"/>
                  <a:pt x="761" y="18"/>
                  <a:pt x="761" y="25"/>
                </a:cubicBezTo>
                <a:lnTo>
                  <a:pt x="761" y="323"/>
                </a:lnTo>
                <a:cubicBezTo>
                  <a:pt x="761" y="330"/>
                  <a:pt x="759" y="336"/>
                  <a:pt x="754" y="341"/>
                </a:cubicBezTo>
                <a:cubicBezTo>
                  <a:pt x="749" y="346"/>
                  <a:pt x="743" y="349"/>
                  <a:pt x="736" y="349"/>
                </a:cubicBezTo>
                <a:lnTo>
                  <a:pt x="26" y="349"/>
                </a:lnTo>
                <a:cubicBezTo>
                  <a:pt x="19" y="349"/>
                  <a:pt x="13" y="346"/>
                  <a:pt x="8" y="341"/>
                </a:cubicBezTo>
                <a:cubicBezTo>
                  <a:pt x="3" y="336"/>
                  <a:pt x="0" y="330"/>
                  <a:pt x="0" y="323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1" name=""/>
          <p:cNvSpPr/>
          <p:nvPr/>
        </p:nvSpPr>
        <p:spPr>
          <a:xfrm>
            <a:off x="5317560" y="3502800"/>
            <a:ext cx="273960" cy="125640"/>
          </a:xfrm>
          <a:custGeom>
            <a:avLst/>
            <a:gdLst/>
            <a:ahLst/>
            <a:rect l="0" t="0" r="r" b="b"/>
            <a:pathLst>
              <a:path w="761" h="349">
                <a:moveTo>
                  <a:pt x="26" y="0"/>
                </a:moveTo>
                <a:lnTo>
                  <a:pt x="736" y="0"/>
                </a:lnTo>
                <a:cubicBezTo>
                  <a:pt x="743" y="0"/>
                  <a:pt x="749" y="2"/>
                  <a:pt x="754" y="7"/>
                </a:cubicBezTo>
                <a:cubicBezTo>
                  <a:pt x="759" y="12"/>
                  <a:pt x="761" y="18"/>
                  <a:pt x="761" y="25"/>
                </a:cubicBezTo>
                <a:lnTo>
                  <a:pt x="761" y="323"/>
                </a:lnTo>
                <a:cubicBezTo>
                  <a:pt x="761" y="330"/>
                  <a:pt x="759" y="336"/>
                  <a:pt x="754" y="341"/>
                </a:cubicBezTo>
                <a:cubicBezTo>
                  <a:pt x="749" y="346"/>
                  <a:pt x="743" y="349"/>
                  <a:pt x="736" y="349"/>
                </a:cubicBezTo>
                <a:lnTo>
                  <a:pt x="26" y="349"/>
                </a:lnTo>
                <a:cubicBezTo>
                  <a:pt x="19" y="349"/>
                  <a:pt x="13" y="346"/>
                  <a:pt x="8" y="341"/>
                </a:cubicBezTo>
                <a:cubicBezTo>
                  <a:pt x="3" y="336"/>
                  <a:pt x="0" y="330"/>
                  <a:pt x="0" y="323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2" name=""/>
          <p:cNvSpPr/>
          <p:nvPr/>
        </p:nvSpPr>
        <p:spPr>
          <a:xfrm>
            <a:off x="5545800" y="352116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3" name=""/>
          <p:cNvSpPr/>
          <p:nvPr/>
        </p:nvSpPr>
        <p:spPr>
          <a:xfrm>
            <a:off x="5545800" y="352116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4" name=""/>
          <p:cNvSpPr/>
          <p:nvPr/>
        </p:nvSpPr>
        <p:spPr>
          <a:xfrm>
            <a:off x="5536440" y="35265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5" name=""/>
          <p:cNvSpPr/>
          <p:nvPr/>
        </p:nvSpPr>
        <p:spPr>
          <a:xfrm>
            <a:off x="5536440" y="35265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6" name=""/>
          <p:cNvSpPr/>
          <p:nvPr/>
        </p:nvSpPr>
        <p:spPr>
          <a:xfrm>
            <a:off x="5536440" y="35380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7" name=""/>
          <p:cNvSpPr/>
          <p:nvPr/>
        </p:nvSpPr>
        <p:spPr>
          <a:xfrm>
            <a:off x="5536440" y="35380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6258240" y="3119400"/>
            <a:ext cx="71856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2a5a5a"/>
                </a:solidFill>
                <a:latin typeface="DejaVuSans"/>
                <a:ea typeface="DejaVuSans"/>
              </a:rPr>
              <a:t>Student volg systeem (SVS)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5363280" y="3532680"/>
            <a:ext cx="182160" cy="3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50" spc="-1" strike="noStrike">
                <a:solidFill>
                  <a:srgbClr val="408080"/>
                </a:solidFill>
                <a:latin typeface="DejaVuSans"/>
                <a:ea typeface="DejaVuSans"/>
              </a:rPr>
              <a:t>Financieel</a:t>
            </a:r>
            <a:endParaRPr b="0" lang="en-US" sz="2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0" name=""/>
          <p:cNvSpPr/>
          <p:nvPr/>
        </p:nvSpPr>
        <p:spPr>
          <a:xfrm>
            <a:off x="5160600" y="3864600"/>
            <a:ext cx="221400" cy="125640"/>
          </a:xfrm>
          <a:custGeom>
            <a:avLst/>
            <a:gdLst/>
            <a:ahLst/>
            <a:rect l="0" t="0" r="r" b="b"/>
            <a:pathLst>
              <a:path w="615" h="349">
                <a:moveTo>
                  <a:pt x="25" y="0"/>
                </a:moveTo>
                <a:lnTo>
                  <a:pt x="589" y="0"/>
                </a:lnTo>
                <a:cubicBezTo>
                  <a:pt x="596" y="0"/>
                  <a:pt x="602" y="2"/>
                  <a:pt x="607" y="7"/>
                </a:cubicBezTo>
                <a:cubicBezTo>
                  <a:pt x="612" y="12"/>
                  <a:pt x="615" y="18"/>
                  <a:pt x="615" y="25"/>
                </a:cubicBezTo>
                <a:lnTo>
                  <a:pt x="615" y="323"/>
                </a:lnTo>
                <a:cubicBezTo>
                  <a:pt x="615" y="330"/>
                  <a:pt x="612" y="336"/>
                  <a:pt x="607" y="341"/>
                </a:cubicBezTo>
                <a:cubicBezTo>
                  <a:pt x="602" y="346"/>
                  <a:pt x="596" y="349"/>
                  <a:pt x="589" y="349"/>
                </a:cubicBezTo>
                <a:lnTo>
                  <a:pt x="25" y="349"/>
                </a:lnTo>
                <a:cubicBezTo>
                  <a:pt x="18" y="349"/>
                  <a:pt x="12" y="346"/>
                  <a:pt x="7" y="341"/>
                </a:cubicBezTo>
                <a:cubicBezTo>
                  <a:pt x="2" y="336"/>
                  <a:pt x="0" y="330"/>
                  <a:pt x="0" y="323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1" name=""/>
          <p:cNvSpPr/>
          <p:nvPr/>
        </p:nvSpPr>
        <p:spPr>
          <a:xfrm>
            <a:off x="5160600" y="3864600"/>
            <a:ext cx="221400" cy="125640"/>
          </a:xfrm>
          <a:custGeom>
            <a:avLst/>
            <a:gdLst/>
            <a:ahLst/>
            <a:rect l="0" t="0" r="r" b="b"/>
            <a:pathLst>
              <a:path w="615" h="349">
                <a:moveTo>
                  <a:pt x="25" y="0"/>
                </a:moveTo>
                <a:lnTo>
                  <a:pt x="589" y="0"/>
                </a:lnTo>
                <a:cubicBezTo>
                  <a:pt x="596" y="0"/>
                  <a:pt x="602" y="2"/>
                  <a:pt x="607" y="7"/>
                </a:cubicBezTo>
                <a:cubicBezTo>
                  <a:pt x="612" y="12"/>
                  <a:pt x="615" y="18"/>
                  <a:pt x="615" y="25"/>
                </a:cubicBezTo>
                <a:lnTo>
                  <a:pt x="615" y="323"/>
                </a:lnTo>
                <a:cubicBezTo>
                  <a:pt x="615" y="330"/>
                  <a:pt x="612" y="336"/>
                  <a:pt x="607" y="341"/>
                </a:cubicBezTo>
                <a:cubicBezTo>
                  <a:pt x="602" y="346"/>
                  <a:pt x="596" y="349"/>
                  <a:pt x="589" y="349"/>
                </a:cubicBezTo>
                <a:lnTo>
                  <a:pt x="25" y="349"/>
                </a:lnTo>
                <a:cubicBezTo>
                  <a:pt x="18" y="349"/>
                  <a:pt x="12" y="346"/>
                  <a:pt x="7" y="341"/>
                </a:cubicBezTo>
                <a:cubicBezTo>
                  <a:pt x="2" y="336"/>
                  <a:pt x="0" y="330"/>
                  <a:pt x="0" y="323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2" name=""/>
          <p:cNvSpPr/>
          <p:nvPr/>
        </p:nvSpPr>
        <p:spPr>
          <a:xfrm>
            <a:off x="5335920" y="3882600"/>
            <a:ext cx="25560" cy="30240"/>
          </a:xfrm>
          <a:custGeom>
            <a:avLst/>
            <a:gdLst/>
            <a:ahLst/>
            <a:rect l="0" t="0" r="r" b="b"/>
            <a:pathLst>
              <a:path w="71" h="84">
                <a:moveTo>
                  <a:pt x="0" y="0"/>
                </a:moveTo>
                <a:lnTo>
                  <a:pt x="71" y="0"/>
                </a:lnTo>
                <a:lnTo>
                  <a:pt x="71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3" name=""/>
          <p:cNvSpPr/>
          <p:nvPr/>
        </p:nvSpPr>
        <p:spPr>
          <a:xfrm>
            <a:off x="5335920" y="3882600"/>
            <a:ext cx="25560" cy="30240"/>
          </a:xfrm>
          <a:custGeom>
            <a:avLst/>
            <a:gdLst/>
            <a:ahLst/>
            <a:rect l="0" t="0" r="r" b="b"/>
            <a:pathLst>
              <a:path w="71" h="84">
                <a:moveTo>
                  <a:pt x="0" y="0"/>
                </a:moveTo>
                <a:lnTo>
                  <a:pt x="71" y="0"/>
                </a:lnTo>
                <a:lnTo>
                  <a:pt x="71" y="84"/>
                </a:lnTo>
                <a:lnTo>
                  <a:pt x="0" y="84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4" name=""/>
          <p:cNvSpPr/>
          <p:nvPr/>
        </p:nvSpPr>
        <p:spPr>
          <a:xfrm>
            <a:off x="5326920" y="38883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5" name=""/>
          <p:cNvSpPr/>
          <p:nvPr/>
        </p:nvSpPr>
        <p:spPr>
          <a:xfrm>
            <a:off x="5326920" y="38883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6" name=""/>
          <p:cNvSpPr/>
          <p:nvPr/>
        </p:nvSpPr>
        <p:spPr>
          <a:xfrm>
            <a:off x="5326920" y="38998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7" name=""/>
          <p:cNvSpPr/>
          <p:nvPr/>
        </p:nvSpPr>
        <p:spPr>
          <a:xfrm>
            <a:off x="5326920" y="389988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5379840" y="3571200"/>
            <a:ext cx="150120" cy="3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50" spc="-1" strike="noStrike">
                <a:solidFill>
                  <a:srgbClr val="408080"/>
                </a:solidFill>
                <a:latin typeface="DejaVuSans"/>
                <a:ea typeface="DejaVuSans"/>
              </a:rPr>
              <a:t>systeem</a:t>
            </a:r>
            <a:endParaRPr b="0" lang="en-US" sz="2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5187960" y="3892320"/>
            <a:ext cx="16848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" spc="-1" strike="noStrike">
                <a:solidFill>
                  <a:srgbClr val="408080"/>
                </a:solidFill>
                <a:latin typeface="DejaVuSans"/>
                <a:ea typeface="DejaVuSans"/>
              </a:rPr>
              <a:t>Aanmeld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0" name=""/>
          <p:cNvSpPr/>
          <p:nvPr/>
        </p:nvSpPr>
        <p:spPr>
          <a:xfrm>
            <a:off x="4695480" y="3835080"/>
            <a:ext cx="276120" cy="184680"/>
          </a:xfrm>
          <a:custGeom>
            <a:avLst/>
            <a:gdLst/>
            <a:ahLst/>
            <a:rect l="0" t="0" r="r" b="b"/>
            <a:pathLst>
              <a:path w="767" h="513">
                <a:moveTo>
                  <a:pt x="26" y="0"/>
                </a:moveTo>
                <a:lnTo>
                  <a:pt x="742" y="0"/>
                </a:lnTo>
                <a:cubicBezTo>
                  <a:pt x="749" y="0"/>
                  <a:pt x="755" y="2"/>
                  <a:pt x="760" y="7"/>
                </a:cubicBezTo>
                <a:cubicBezTo>
                  <a:pt x="765" y="12"/>
                  <a:pt x="767" y="18"/>
                  <a:pt x="767" y="25"/>
                </a:cubicBezTo>
                <a:lnTo>
                  <a:pt x="767" y="487"/>
                </a:lnTo>
                <a:cubicBezTo>
                  <a:pt x="767" y="494"/>
                  <a:pt x="765" y="500"/>
                  <a:pt x="760" y="505"/>
                </a:cubicBezTo>
                <a:cubicBezTo>
                  <a:pt x="755" y="510"/>
                  <a:pt x="749" y="513"/>
                  <a:pt x="742" y="513"/>
                </a:cubicBezTo>
                <a:lnTo>
                  <a:pt x="26" y="513"/>
                </a:lnTo>
                <a:cubicBezTo>
                  <a:pt x="19" y="513"/>
                  <a:pt x="13" y="510"/>
                  <a:pt x="8" y="505"/>
                </a:cubicBezTo>
                <a:cubicBezTo>
                  <a:pt x="3" y="500"/>
                  <a:pt x="0" y="494"/>
                  <a:pt x="0" y="487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1" name=""/>
          <p:cNvSpPr/>
          <p:nvPr/>
        </p:nvSpPr>
        <p:spPr>
          <a:xfrm>
            <a:off x="4695480" y="3835080"/>
            <a:ext cx="276120" cy="184680"/>
          </a:xfrm>
          <a:custGeom>
            <a:avLst/>
            <a:gdLst/>
            <a:ahLst/>
            <a:rect l="0" t="0" r="r" b="b"/>
            <a:pathLst>
              <a:path w="767" h="513">
                <a:moveTo>
                  <a:pt x="26" y="0"/>
                </a:moveTo>
                <a:lnTo>
                  <a:pt x="742" y="0"/>
                </a:lnTo>
                <a:cubicBezTo>
                  <a:pt x="749" y="0"/>
                  <a:pt x="755" y="2"/>
                  <a:pt x="760" y="7"/>
                </a:cubicBezTo>
                <a:cubicBezTo>
                  <a:pt x="765" y="12"/>
                  <a:pt x="767" y="18"/>
                  <a:pt x="767" y="25"/>
                </a:cubicBezTo>
                <a:lnTo>
                  <a:pt x="767" y="487"/>
                </a:lnTo>
                <a:cubicBezTo>
                  <a:pt x="767" y="494"/>
                  <a:pt x="765" y="500"/>
                  <a:pt x="760" y="505"/>
                </a:cubicBezTo>
                <a:cubicBezTo>
                  <a:pt x="755" y="510"/>
                  <a:pt x="749" y="513"/>
                  <a:pt x="742" y="513"/>
                </a:cubicBezTo>
                <a:lnTo>
                  <a:pt x="26" y="513"/>
                </a:lnTo>
                <a:cubicBezTo>
                  <a:pt x="19" y="513"/>
                  <a:pt x="13" y="510"/>
                  <a:pt x="8" y="505"/>
                </a:cubicBezTo>
                <a:cubicBezTo>
                  <a:pt x="3" y="500"/>
                  <a:pt x="0" y="494"/>
                  <a:pt x="0" y="487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2" name=""/>
          <p:cNvSpPr/>
          <p:nvPr/>
        </p:nvSpPr>
        <p:spPr>
          <a:xfrm>
            <a:off x="4925880" y="385308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3" name=""/>
          <p:cNvSpPr/>
          <p:nvPr/>
        </p:nvSpPr>
        <p:spPr>
          <a:xfrm>
            <a:off x="4925880" y="385308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4" name=""/>
          <p:cNvSpPr/>
          <p:nvPr/>
        </p:nvSpPr>
        <p:spPr>
          <a:xfrm>
            <a:off x="4916520" y="38588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5" name=""/>
          <p:cNvSpPr/>
          <p:nvPr/>
        </p:nvSpPr>
        <p:spPr>
          <a:xfrm>
            <a:off x="4916520" y="38588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6" name=""/>
          <p:cNvSpPr/>
          <p:nvPr/>
        </p:nvSpPr>
        <p:spPr>
          <a:xfrm>
            <a:off x="4916520" y="38703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7" name=""/>
          <p:cNvSpPr/>
          <p:nvPr/>
        </p:nvSpPr>
        <p:spPr>
          <a:xfrm>
            <a:off x="4916520" y="38703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5191560" y="3933000"/>
            <a:ext cx="159120" cy="3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" spc="-1" strike="noStrike">
                <a:solidFill>
                  <a:srgbClr val="408080"/>
                </a:solidFill>
                <a:latin typeface="DejaVuSans"/>
                <a:ea typeface="DejaVuSans"/>
              </a:rPr>
              <a:t>systeem</a:t>
            </a:r>
            <a:endParaRPr b="0" lang="en-US" sz="2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4770000" y="3850920"/>
            <a:ext cx="131760" cy="3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Register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4743720" y="3882600"/>
            <a:ext cx="185040" cy="3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Instellingen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4815720" y="3916800"/>
            <a:ext cx="38880" cy="3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en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4741920" y="3951000"/>
            <a:ext cx="186480" cy="3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Opleidingen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3" name=""/>
          <p:cNvSpPr/>
          <p:nvPr/>
        </p:nvSpPr>
        <p:spPr>
          <a:xfrm>
            <a:off x="4271760" y="3835080"/>
            <a:ext cx="246240" cy="184680"/>
          </a:xfrm>
          <a:custGeom>
            <a:avLst/>
            <a:gdLst/>
            <a:ahLst/>
            <a:rect l="0" t="0" r="r" b="b"/>
            <a:pathLst>
              <a:path w="684" h="513">
                <a:moveTo>
                  <a:pt x="25" y="0"/>
                </a:moveTo>
                <a:lnTo>
                  <a:pt x="659" y="0"/>
                </a:lnTo>
                <a:cubicBezTo>
                  <a:pt x="666" y="0"/>
                  <a:pt x="672" y="2"/>
                  <a:pt x="677" y="7"/>
                </a:cubicBezTo>
                <a:cubicBezTo>
                  <a:pt x="682" y="12"/>
                  <a:pt x="684" y="18"/>
                  <a:pt x="684" y="25"/>
                </a:cubicBezTo>
                <a:lnTo>
                  <a:pt x="684" y="487"/>
                </a:lnTo>
                <a:cubicBezTo>
                  <a:pt x="684" y="494"/>
                  <a:pt x="682" y="500"/>
                  <a:pt x="677" y="505"/>
                </a:cubicBezTo>
                <a:cubicBezTo>
                  <a:pt x="672" y="510"/>
                  <a:pt x="666" y="513"/>
                  <a:pt x="659" y="513"/>
                </a:cubicBezTo>
                <a:lnTo>
                  <a:pt x="25" y="513"/>
                </a:lnTo>
                <a:cubicBezTo>
                  <a:pt x="18" y="513"/>
                  <a:pt x="12" y="510"/>
                  <a:pt x="7" y="505"/>
                </a:cubicBezTo>
                <a:cubicBezTo>
                  <a:pt x="2" y="500"/>
                  <a:pt x="0" y="494"/>
                  <a:pt x="0" y="487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4" name=""/>
          <p:cNvSpPr/>
          <p:nvPr/>
        </p:nvSpPr>
        <p:spPr>
          <a:xfrm>
            <a:off x="4271760" y="3835080"/>
            <a:ext cx="246240" cy="184680"/>
          </a:xfrm>
          <a:custGeom>
            <a:avLst/>
            <a:gdLst/>
            <a:ahLst/>
            <a:rect l="0" t="0" r="r" b="b"/>
            <a:pathLst>
              <a:path w="684" h="513">
                <a:moveTo>
                  <a:pt x="25" y="0"/>
                </a:moveTo>
                <a:lnTo>
                  <a:pt x="659" y="0"/>
                </a:lnTo>
                <a:cubicBezTo>
                  <a:pt x="666" y="0"/>
                  <a:pt x="672" y="2"/>
                  <a:pt x="677" y="7"/>
                </a:cubicBezTo>
                <a:cubicBezTo>
                  <a:pt x="682" y="12"/>
                  <a:pt x="684" y="18"/>
                  <a:pt x="684" y="25"/>
                </a:cubicBezTo>
                <a:lnTo>
                  <a:pt x="684" y="487"/>
                </a:lnTo>
                <a:cubicBezTo>
                  <a:pt x="684" y="494"/>
                  <a:pt x="682" y="500"/>
                  <a:pt x="677" y="505"/>
                </a:cubicBezTo>
                <a:cubicBezTo>
                  <a:pt x="672" y="510"/>
                  <a:pt x="666" y="513"/>
                  <a:pt x="659" y="513"/>
                </a:cubicBezTo>
                <a:lnTo>
                  <a:pt x="25" y="513"/>
                </a:lnTo>
                <a:cubicBezTo>
                  <a:pt x="18" y="513"/>
                  <a:pt x="12" y="510"/>
                  <a:pt x="7" y="505"/>
                </a:cubicBezTo>
                <a:cubicBezTo>
                  <a:pt x="2" y="500"/>
                  <a:pt x="0" y="494"/>
                  <a:pt x="0" y="487"/>
                </a:cubicBezTo>
                <a:lnTo>
                  <a:pt x="0" y="25"/>
                </a:lnTo>
                <a:cubicBezTo>
                  <a:pt x="0" y="18"/>
                  <a:pt x="2" y="12"/>
                  <a:pt x="7" y="7"/>
                </a:cubicBezTo>
                <a:cubicBezTo>
                  <a:pt x="12" y="2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5" name=""/>
          <p:cNvSpPr/>
          <p:nvPr/>
        </p:nvSpPr>
        <p:spPr>
          <a:xfrm>
            <a:off x="4472280" y="385308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6" name=""/>
          <p:cNvSpPr/>
          <p:nvPr/>
        </p:nvSpPr>
        <p:spPr>
          <a:xfrm>
            <a:off x="4472280" y="385308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7" name=""/>
          <p:cNvSpPr/>
          <p:nvPr/>
        </p:nvSpPr>
        <p:spPr>
          <a:xfrm>
            <a:off x="4462920" y="38588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8" name=""/>
          <p:cNvSpPr/>
          <p:nvPr/>
        </p:nvSpPr>
        <p:spPr>
          <a:xfrm>
            <a:off x="4462920" y="38588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9" name=""/>
          <p:cNvSpPr/>
          <p:nvPr/>
        </p:nvSpPr>
        <p:spPr>
          <a:xfrm>
            <a:off x="4462920" y="38703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0" name=""/>
          <p:cNvSpPr/>
          <p:nvPr/>
        </p:nvSpPr>
        <p:spPr>
          <a:xfrm>
            <a:off x="4462920" y="38703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4794840" y="3982680"/>
            <a:ext cx="79920" cy="3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0" spc="-1" strike="noStrike">
                <a:solidFill>
                  <a:srgbClr val="408080"/>
                </a:solidFill>
                <a:latin typeface="DejaVuSans"/>
                <a:ea typeface="DejaVuSans"/>
              </a:rPr>
              <a:t>(RIO)</a:t>
            </a:r>
            <a:endParaRPr b="0" lang="en-US" sz="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4311720" y="3871080"/>
            <a:ext cx="160920" cy="2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" spc="-1" strike="noStrike">
                <a:solidFill>
                  <a:srgbClr val="408080"/>
                </a:solidFill>
                <a:latin typeface="DejaVuSans"/>
                <a:ea typeface="DejaVuSans"/>
              </a:rPr>
              <a:t>Voorziening</a:t>
            </a:r>
            <a:endParaRPr b="0" lang="en-US" sz="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4335120" y="3902760"/>
            <a:ext cx="118080" cy="2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" spc="-1" strike="noStrike">
                <a:solidFill>
                  <a:srgbClr val="408080"/>
                </a:solidFill>
                <a:latin typeface="DejaVuSans"/>
                <a:ea typeface="DejaVuSans"/>
              </a:rPr>
              <a:t>Centraal</a:t>
            </a:r>
            <a:endParaRPr b="0" lang="en-US" sz="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4316040" y="3932640"/>
            <a:ext cx="153000" cy="2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" spc="-1" strike="noStrike">
                <a:solidFill>
                  <a:srgbClr val="408080"/>
                </a:solidFill>
                <a:latin typeface="DejaVuSans"/>
                <a:ea typeface="DejaVuSans"/>
              </a:rPr>
              <a:t>Aanmelden</a:t>
            </a:r>
            <a:endParaRPr b="0" lang="en-US" sz="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5" name=""/>
          <p:cNvSpPr/>
          <p:nvPr/>
        </p:nvSpPr>
        <p:spPr>
          <a:xfrm>
            <a:off x="5543280" y="3835080"/>
            <a:ext cx="276120" cy="184680"/>
          </a:xfrm>
          <a:custGeom>
            <a:avLst/>
            <a:gdLst/>
            <a:ahLst/>
            <a:rect l="0" t="0" r="r" b="b"/>
            <a:pathLst>
              <a:path w="767" h="513">
                <a:moveTo>
                  <a:pt x="26" y="0"/>
                </a:moveTo>
                <a:lnTo>
                  <a:pt x="742" y="0"/>
                </a:lnTo>
                <a:cubicBezTo>
                  <a:pt x="749" y="0"/>
                  <a:pt x="755" y="2"/>
                  <a:pt x="760" y="7"/>
                </a:cubicBezTo>
                <a:cubicBezTo>
                  <a:pt x="765" y="12"/>
                  <a:pt x="767" y="18"/>
                  <a:pt x="767" y="25"/>
                </a:cubicBezTo>
                <a:lnTo>
                  <a:pt x="767" y="487"/>
                </a:lnTo>
                <a:cubicBezTo>
                  <a:pt x="767" y="494"/>
                  <a:pt x="765" y="500"/>
                  <a:pt x="760" y="505"/>
                </a:cubicBezTo>
                <a:cubicBezTo>
                  <a:pt x="755" y="510"/>
                  <a:pt x="749" y="513"/>
                  <a:pt x="742" y="513"/>
                </a:cubicBezTo>
                <a:lnTo>
                  <a:pt x="26" y="513"/>
                </a:lnTo>
                <a:cubicBezTo>
                  <a:pt x="19" y="513"/>
                  <a:pt x="13" y="510"/>
                  <a:pt x="8" y="505"/>
                </a:cubicBezTo>
                <a:cubicBezTo>
                  <a:pt x="3" y="500"/>
                  <a:pt x="0" y="494"/>
                  <a:pt x="0" y="487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6" name=""/>
          <p:cNvSpPr/>
          <p:nvPr/>
        </p:nvSpPr>
        <p:spPr>
          <a:xfrm>
            <a:off x="5543280" y="3835080"/>
            <a:ext cx="276120" cy="184680"/>
          </a:xfrm>
          <a:custGeom>
            <a:avLst/>
            <a:gdLst/>
            <a:ahLst/>
            <a:rect l="0" t="0" r="r" b="b"/>
            <a:pathLst>
              <a:path w="767" h="513">
                <a:moveTo>
                  <a:pt x="26" y="0"/>
                </a:moveTo>
                <a:lnTo>
                  <a:pt x="742" y="0"/>
                </a:lnTo>
                <a:cubicBezTo>
                  <a:pt x="749" y="0"/>
                  <a:pt x="755" y="2"/>
                  <a:pt x="760" y="7"/>
                </a:cubicBezTo>
                <a:cubicBezTo>
                  <a:pt x="765" y="12"/>
                  <a:pt x="767" y="18"/>
                  <a:pt x="767" y="25"/>
                </a:cubicBezTo>
                <a:lnTo>
                  <a:pt x="767" y="487"/>
                </a:lnTo>
                <a:cubicBezTo>
                  <a:pt x="767" y="494"/>
                  <a:pt x="765" y="500"/>
                  <a:pt x="760" y="505"/>
                </a:cubicBezTo>
                <a:cubicBezTo>
                  <a:pt x="755" y="510"/>
                  <a:pt x="749" y="513"/>
                  <a:pt x="742" y="513"/>
                </a:cubicBezTo>
                <a:lnTo>
                  <a:pt x="26" y="513"/>
                </a:lnTo>
                <a:cubicBezTo>
                  <a:pt x="19" y="513"/>
                  <a:pt x="13" y="510"/>
                  <a:pt x="8" y="505"/>
                </a:cubicBezTo>
                <a:cubicBezTo>
                  <a:pt x="3" y="500"/>
                  <a:pt x="0" y="494"/>
                  <a:pt x="0" y="487"/>
                </a:cubicBezTo>
                <a:lnTo>
                  <a:pt x="0" y="25"/>
                </a:lnTo>
                <a:cubicBezTo>
                  <a:pt x="0" y="18"/>
                  <a:pt x="3" y="12"/>
                  <a:pt x="8" y="7"/>
                </a:cubicBezTo>
                <a:cubicBezTo>
                  <a:pt x="13" y="2"/>
                  <a:pt x="19" y="0"/>
                  <a:pt x="26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7" name=""/>
          <p:cNvSpPr/>
          <p:nvPr/>
        </p:nvSpPr>
        <p:spPr>
          <a:xfrm>
            <a:off x="5773680" y="385308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8" name=""/>
          <p:cNvSpPr/>
          <p:nvPr/>
        </p:nvSpPr>
        <p:spPr>
          <a:xfrm>
            <a:off x="5773680" y="385308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9" name=""/>
          <p:cNvSpPr/>
          <p:nvPr/>
        </p:nvSpPr>
        <p:spPr>
          <a:xfrm>
            <a:off x="5764320" y="38588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0" name=""/>
          <p:cNvSpPr/>
          <p:nvPr/>
        </p:nvSpPr>
        <p:spPr>
          <a:xfrm>
            <a:off x="5764320" y="385884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1" name=""/>
          <p:cNvSpPr/>
          <p:nvPr/>
        </p:nvSpPr>
        <p:spPr>
          <a:xfrm>
            <a:off x="5764320" y="38703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2" name=""/>
          <p:cNvSpPr/>
          <p:nvPr/>
        </p:nvSpPr>
        <p:spPr>
          <a:xfrm>
            <a:off x="5764320" y="38703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4332240" y="3962160"/>
            <a:ext cx="122760" cy="2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" spc="-1" strike="noStrike">
                <a:solidFill>
                  <a:srgbClr val="408080"/>
                </a:solidFill>
                <a:latin typeface="DejaVuSans"/>
                <a:ea typeface="DejaVuSans"/>
              </a:rPr>
              <a:t>(CAMBO)</a:t>
            </a:r>
            <a:endParaRPr b="0" lang="en-US" sz="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5574600" y="3862440"/>
            <a:ext cx="21420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" spc="-1" strike="noStrike">
                <a:solidFill>
                  <a:srgbClr val="408080"/>
                </a:solidFill>
                <a:latin typeface="DejaVuSans"/>
                <a:ea typeface="DejaVuSans"/>
              </a:rPr>
              <a:t>Commercieel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5589000" y="3896280"/>
            <a:ext cx="18648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" spc="-1" strike="noStrike">
                <a:solidFill>
                  <a:srgbClr val="408080"/>
                </a:solidFill>
                <a:latin typeface="DejaVuSans"/>
                <a:ea typeface="DejaVuSans"/>
              </a:rPr>
              <a:t>maatwerk /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5651640" y="3933000"/>
            <a:ext cx="6156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" spc="-1" strike="noStrike">
                <a:solidFill>
                  <a:srgbClr val="408080"/>
                </a:solidFill>
                <a:latin typeface="DejaVuSans"/>
                <a:ea typeface="DejaVuSans"/>
              </a:rPr>
              <a:t>LLO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7" name=""/>
          <p:cNvSpPr/>
          <p:nvPr/>
        </p:nvSpPr>
        <p:spPr>
          <a:xfrm>
            <a:off x="8118720" y="785880"/>
            <a:ext cx="273600" cy="125640"/>
          </a:xfrm>
          <a:custGeom>
            <a:avLst/>
            <a:gdLst/>
            <a:ahLst/>
            <a:rect l="0" t="0" r="r" b="b"/>
            <a:pathLst>
              <a:path w="760" h="349">
                <a:moveTo>
                  <a:pt x="25" y="0"/>
                </a:moveTo>
                <a:lnTo>
                  <a:pt x="735" y="0"/>
                </a:lnTo>
                <a:cubicBezTo>
                  <a:pt x="742" y="0"/>
                  <a:pt x="748" y="3"/>
                  <a:pt x="753" y="8"/>
                </a:cubicBezTo>
                <a:cubicBezTo>
                  <a:pt x="758" y="13"/>
                  <a:pt x="760" y="19"/>
                  <a:pt x="760" y="26"/>
                </a:cubicBezTo>
                <a:lnTo>
                  <a:pt x="760" y="324"/>
                </a:lnTo>
                <a:cubicBezTo>
                  <a:pt x="760" y="331"/>
                  <a:pt x="758" y="337"/>
                  <a:pt x="753" y="341"/>
                </a:cubicBezTo>
                <a:cubicBezTo>
                  <a:pt x="748" y="346"/>
                  <a:pt x="742" y="349"/>
                  <a:pt x="735" y="349"/>
                </a:cubicBezTo>
                <a:lnTo>
                  <a:pt x="25" y="349"/>
                </a:lnTo>
                <a:cubicBezTo>
                  <a:pt x="18" y="349"/>
                  <a:pt x="12" y="346"/>
                  <a:pt x="7" y="341"/>
                </a:cubicBezTo>
                <a:cubicBezTo>
                  <a:pt x="2" y="337"/>
                  <a:pt x="0" y="331"/>
                  <a:pt x="0" y="324"/>
                </a:cubicBezTo>
                <a:lnTo>
                  <a:pt x="0" y="26"/>
                </a:lnTo>
                <a:cubicBezTo>
                  <a:pt x="0" y="19"/>
                  <a:pt x="2" y="13"/>
                  <a:pt x="7" y="8"/>
                </a:cubicBezTo>
                <a:cubicBezTo>
                  <a:pt x="12" y="3"/>
                  <a:pt x="18" y="0"/>
                  <a:pt x="2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8" name=""/>
          <p:cNvSpPr/>
          <p:nvPr/>
        </p:nvSpPr>
        <p:spPr>
          <a:xfrm>
            <a:off x="8118720" y="785880"/>
            <a:ext cx="273600" cy="125640"/>
          </a:xfrm>
          <a:custGeom>
            <a:avLst/>
            <a:gdLst/>
            <a:ahLst/>
            <a:rect l="0" t="0" r="r" b="b"/>
            <a:pathLst>
              <a:path w="760" h="349">
                <a:moveTo>
                  <a:pt x="25" y="0"/>
                </a:moveTo>
                <a:lnTo>
                  <a:pt x="735" y="0"/>
                </a:lnTo>
                <a:cubicBezTo>
                  <a:pt x="742" y="0"/>
                  <a:pt x="748" y="3"/>
                  <a:pt x="753" y="8"/>
                </a:cubicBezTo>
                <a:cubicBezTo>
                  <a:pt x="758" y="13"/>
                  <a:pt x="760" y="19"/>
                  <a:pt x="760" y="26"/>
                </a:cubicBezTo>
                <a:lnTo>
                  <a:pt x="760" y="324"/>
                </a:lnTo>
                <a:cubicBezTo>
                  <a:pt x="760" y="331"/>
                  <a:pt x="758" y="337"/>
                  <a:pt x="753" y="341"/>
                </a:cubicBezTo>
                <a:cubicBezTo>
                  <a:pt x="748" y="346"/>
                  <a:pt x="742" y="349"/>
                  <a:pt x="735" y="349"/>
                </a:cubicBezTo>
                <a:lnTo>
                  <a:pt x="25" y="349"/>
                </a:lnTo>
                <a:cubicBezTo>
                  <a:pt x="18" y="349"/>
                  <a:pt x="12" y="346"/>
                  <a:pt x="7" y="341"/>
                </a:cubicBezTo>
                <a:cubicBezTo>
                  <a:pt x="2" y="337"/>
                  <a:pt x="0" y="331"/>
                  <a:pt x="0" y="324"/>
                </a:cubicBezTo>
                <a:lnTo>
                  <a:pt x="0" y="26"/>
                </a:lnTo>
                <a:cubicBezTo>
                  <a:pt x="0" y="19"/>
                  <a:pt x="2" y="13"/>
                  <a:pt x="7" y="8"/>
                </a:cubicBezTo>
                <a:cubicBezTo>
                  <a:pt x="12" y="3"/>
                  <a:pt x="18" y="0"/>
                  <a:pt x="25" y="0"/>
                </a:cubicBezTo>
                <a:close/>
              </a:path>
            </a:pathLst>
          </a:custGeom>
          <a:noFill/>
          <a:ln w="3600">
            <a:solidFill>
              <a:srgbClr val="9e9e9e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9" name=""/>
          <p:cNvSpPr/>
          <p:nvPr/>
        </p:nvSpPr>
        <p:spPr>
          <a:xfrm>
            <a:off x="8346600" y="80424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0" name=""/>
          <p:cNvSpPr/>
          <p:nvPr/>
        </p:nvSpPr>
        <p:spPr>
          <a:xfrm>
            <a:off x="8346600" y="804240"/>
            <a:ext cx="25200" cy="29880"/>
          </a:xfrm>
          <a:custGeom>
            <a:avLst/>
            <a:gdLst/>
            <a:ahLst/>
            <a:rect l="0" t="0" r="r" b="b"/>
            <a:pathLst>
              <a:path w="70" h="83">
                <a:moveTo>
                  <a:pt x="0" y="0"/>
                </a:moveTo>
                <a:lnTo>
                  <a:pt x="70" y="0"/>
                </a:lnTo>
                <a:lnTo>
                  <a:pt x="70" y="83"/>
                </a:lnTo>
                <a:lnTo>
                  <a:pt x="0" y="83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1" name=""/>
          <p:cNvSpPr/>
          <p:nvPr/>
        </p:nvSpPr>
        <p:spPr>
          <a:xfrm>
            <a:off x="8337240" y="8100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2" name=""/>
          <p:cNvSpPr/>
          <p:nvPr/>
        </p:nvSpPr>
        <p:spPr>
          <a:xfrm>
            <a:off x="8337240" y="81000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3" name=""/>
          <p:cNvSpPr/>
          <p:nvPr/>
        </p:nvSpPr>
        <p:spPr>
          <a:xfrm>
            <a:off x="8337240" y="8211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4" name=""/>
          <p:cNvSpPr/>
          <p:nvPr/>
        </p:nvSpPr>
        <p:spPr>
          <a:xfrm>
            <a:off x="8337240" y="821160"/>
            <a:ext cx="14040" cy="7200"/>
          </a:xfrm>
          <a:custGeom>
            <a:avLst/>
            <a:gdLst/>
            <a:ahLst/>
            <a:rect l="0" t="0" r="r" b="b"/>
            <a:pathLst>
              <a:path w="39" h="20">
                <a:moveTo>
                  <a:pt x="0" y="0"/>
                </a:moveTo>
                <a:lnTo>
                  <a:pt x="39" y="0"/>
                </a:lnTo>
                <a:lnTo>
                  <a:pt x="39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9e9e9e"/>
            </a:solidFill>
            <a:miter/>
          </a:ln>
        </p:spPr>
        <p:txBody>
          <a:bodyPr lIns="1080" rIns="108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5603040" y="3969360"/>
            <a:ext cx="159120" cy="3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30" spc="-1" strike="noStrike">
                <a:solidFill>
                  <a:srgbClr val="408080"/>
                </a:solidFill>
                <a:latin typeface="DejaVuSans"/>
                <a:ea typeface="DejaVuSans"/>
              </a:rPr>
              <a:t>oplossing</a:t>
            </a:r>
            <a:endParaRPr b="0" lang="en-US" sz="2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6" name=""/>
          <p:cNvSpPr/>
          <p:nvPr/>
        </p:nvSpPr>
        <p:spPr>
          <a:xfrm>
            <a:off x="4260240" y="3500640"/>
            <a:ext cx="271440" cy="73080"/>
          </a:xfrm>
          <a:custGeom>
            <a:avLst/>
            <a:gdLst/>
            <a:ahLst/>
            <a:rect l="0" t="0" r="r" b="b"/>
            <a:pathLst>
              <a:path w="754" h="203">
                <a:moveTo>
                  <a:pt x="32" y="0"/>
                </a:moveTo>
                <a:lnTo>
                  <a:pt x="723" y="0"/>
                </a:lnTo>
                <a:cubicBezTo>
                  <a:pt x="732" y="0"/>
                  <a:pt x="739" y="3"/>
                  <a:pt x="745" y="9"/>
                </a:cubicBezTo>
                <a:cubicBezTo>
                  <a:pt x="751" y="15"/>
                  <a:pt x="754" y="23"/>
                  <a:pt x="754" y="31"/>
                </a:cubicBezTo>
                <a:lnTo>
                  <a:pt x="754" y="171"/>
                </a:lnTo>
                <a:cubicBezTo>
                  <a:pt x="754" y="180"/>
                  <a:pt x="751" y="187"/>
                  <a:pt x="745" y="194"/>
                </a:cubicBezTo>
                <a:cubicBezTo>
                  <a:pt x="739" y="200"/>
                  <a:pt x="732" y="203"/>
                  <a:pt x="723" y="203"/>
                </a:cubicBezTo>
                <a:lnTo>
                  <a:pt x="32" y="203"/>
                </a:lnTo>
                <a:cubicBezTo>
                  <a:pt x="23" y="203"/>
                  <a:pt x="16" y="200"/>
                  <a:pt x="9" y="194"/>
                </a:cubicBezTo>
                <a:cubicBezTo>
                  <a:pt x="3" y="187"/>
                  <a:pt x="0" y="180"/>
                  <a:pt x="0" y="171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7" name=""/>
          <p:cNvSpPr/>
          <p:nvPr/>
        </p:nvSpPr>
        <p:spPr>
          <a:xfrm>
            <a:off x="4260240" y="3500640"/>
            <a:ext cx="271440" cy="73080"/>
          </a:xfrm>
          <a:custGeom>
            <a:avLst/>
            <a:gdLst/>
            <a:ahLst/>
            <a:rect l="0" t="0" r="r" b="b"/>
            <a:pathLst>
              <a:path w="754" h="203">
                <a:moveTo>
                  <a:pt x="32" y="0"/>
                </a:moveTo>
                <a:lnTo>
                  <a:pt x="723" y="0"/>
                </a:lnTo>
                <a:cubicBezTo>
                  <a:pt x="732" y="0"/>
                  <a:pt x="739" y="3"/>
                  <a:pt x="745" y="9"/>
                </a:cubicBezTo>
                <a:cubicBezTo>
                  <a:pt x="751" y="15"/>
                  <a:pt x="754" y="23"/>
                  <a:pt x="754" y="31"/>
                </a:cubicBezTo>
                <a:lnTo>
                  <a:pt x="754" y="171"/>
                </a:lnTo>
                <a:cubicBezTo>
                  <a:pt x="754" y="180"/>
                  <a:pt x="751" y="187"/>
                  <a:pt x="745" y="194"/>
                </a:cubicBezTo>
                <a:cubicBezTo>
                  <a:pt x="739" y="200"/>
                  <a:pt x="732" y="203"/>
                  <a:pt x="723" y="203"/>
                </a:cubicBezTo>
                <a:lnTo>
                  <a:pt x="32" y="203"/>
                </a:lnTo>
                <a:cubicBezTo>
                  <a:pt x="23" y="203"/>
                  <a:pt x="16" y="200"/>
                  <a:pt x="9" y="194"/>
                </a:cubicBezTo>
                <a:cubicBezTo>
                  <a:pt x="3" y="187"/>
                  <a:pt x="0" y="180"/>
                  <a:pt x="0" y="171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2880">
            <a:solidFill>
              <a:srgbClr val="d9531e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8155800" y="830520"/>
            <a:ext cx="19728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2a5a5a"/>
                </a:solidFill>
                <a:latin typeface="DejaVuSans"/>
                <a:ea typeface="DejaVuSans"/>
              </a:rPr>
              <a:t>EduHub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9" name=""/>
          <p:cNvSpPr/>
          <p:nvPr/>
        </p:nvSpPr>
        <p:spPr>
          <a:xfrm>
            <a:off x="2496240" y="2706480"/>
            <a:ext cx="246600" cy="73080"/>
          </a:xfrm>
          <a:custGeom>
            <a:avLst/>
            <a:gdLst/>
            <a:ahLst/>
            <a:rect l="0" t="0" r="r" b="b"/>
            <a:pathLst>
              <a:path w="685" h="203">
                <a:moveTo>
                  <a:pt x="32" y="0"/>
                </a:moveTo>
                <a:lnTo>
                  <a:pt x="653" y="0"/>
                </a:lnTo>
                <a:cubicBezTo>
                  <a:pt x="662" y="0"/>
                  <a:pt x="669" y="3"/>
                  <a:pt x="676" y="9"/>
                </a:cubicBezTo>
                <a:cubicBezTo>
                  <a:pt x="682" y="15"/>
                  <a:pt x="685" y="23"/>
                  <a:pt x="685" y="31"/>
                </a:cubicBezTo>
                <a:lnTo>
                  <a:pt x="685" y="171"/>
                </a:lnTo>
                <a:cubicBezTo>
                  <a:pt x="685" y="180"/>
                  <a:pt x="682" y="188"/>
                  <a:pt x="676" y="194"/>
                </a:cubicBezTo>
                <a:cubicBezTo>
                  <a:pt x="669" y="200"/>
                  <a:pt x="662" y="203"/>
                  <a:pt x="653" y="203"/>
                </a:cubicBezTo>
                <a:lnTo>
                  <a:pt x="32" y="203"/>
                </a:lnTo>
                <a:cubicBezTo>
                  <a:pt x="23" y="203"/>
                  <a:pt x="16" y="200"/>
                  <a:pt x="9" y="194"/>
                </a:cubicBezTo>
                <a:cubicBezTo>
                  <a:pt x="3" y="188"/>
                  <a:pt x="0" y="180"/>
                  <a:pt x="0" y="171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0" name=""/>
          <p:cNvSpPr/>
          <p:nvPr/>
        </p:nvSpPr>
        <p:spPr>
          <a:xfrm>
            <a:off x="2496240" y="2706480"/>
            <a:ext cx="246600" cy="73080"/>
          </a:xfrm>
          <a:custGeom>
            <a:avLst/>
            <a:gdLst/>
            <a:ahLst/>
            <a:rect l="0" t="0" r="r" b="b"/>
            <a:pathLst>
              <a:path w="685" h="203">
                <a:moveTo>
                  <a:pt x="32" y="0"/>
                </a:moveTo>
                <a:lnTo>
                  <a:pt x="653" y="0"/>
                </a:lnTo>
                <a:cubicBezTo>
                  <a:pt x="662" y="0"/>
                  <a:pt x="669" y="3"/>
                  <a:pt x="676" y="9"/>
                </a:cubicBezTo>
                <a:cubicBezTo>
                  <a:pt x="682" y="15"/>
                  <a:pt x="685" y="23"/>
                  <a:pt x="685" y="31"/>
                </a:cubicBezTo>
                <a:lnTo>
                  <a:pt x="685" y="171"/>
                </a:lnTo>
                <a:cubicBezTo>
                  <a:pt x="685" y="180"/>
                  <a:pt x="682" y="188"/>
                  <a:pt x="676" y="194"/>
                </a:cubicBezTo>
                <a:cubicBezTo>
                  <a:pt x="669" y="200"/>
                  <a:pt x="662" y="203"/>
                  <a:pt x="653" y="203"/>
                </a:cubicBezTo>
                <a:lnTo>
                  <a:pt x="32" y="203"/>
                </a:lnTo>
                <a:cubicBezTo>
                  <a:pt x="23" y="203"/>
                  <a:pt x="16" y="200"/>
                  <a:pt x="9" y="194"/>
                </a:cubicBezTo>
                <a:cubicBezTo>
                  <a:pt x="3" y="188"/>
                  <a:pt x="0" y="180"/>
                  <a:pt x="0" y="171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2880">
            <a:solidFill>
              <a:srgbClr val="c0392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4240080" y="3515400"/>
            <a:ext cx="31176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d9531e"/>
                </a:solidFill>
                <a:latin typeface="DejaVuSans"/>
                <a:ea typeface="DejaVuSans"/>
              </a:rPr>
              <a:t>CAMBO-KRS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2" name=""/>
          <p:cNvSpPr/>
          <p:nvPr/>
        </p:nvSpPr>
        <p:spPr>
          <a:xfrm>
            <a:off x="6425280" y="2629080"/>
            <a:ext cx="221400" cy="73080"/>
          </a:xfrm>
          <a:custGeom>
            <a:avLst/>
            <a:gdLst/>
            <a:ahLst/>
            <a:rect l="0" t="0" r="r" b="b"/>
            <a:pathLst>
              <a:path w="615" h="203">
                <a:moveTo>
                  <a:pt x="32" y="0"/>
                </a:moveTo>
                <a:lnTo>
                  <a:pt x="584" y="0"/>
                </a:lnTo>
                <a:cubicBezTo>
                  <a:pt x="592" y="0"/>
                  <a:pt x="600" y="3"/>
                  <a:pt x="606" y="9"/>
                </a:cubicBezTo>
                <a:cubicBezTo>
                  <a:pt x="612" y="15"/>
                  <a:pt x="615" y="23"/>
                  <a:pt x="615" y="31"/>
                </a:cubicBezTo>
                <a:lnTo>
                  <a:pt x="615" y="172"/>
                </a:lnTo>
                <a:cubicBezTo>
                  <a:pt x="615" y="180"/>
                  <a:pt x="612" y="188"/>
                  <a:pt x="606" y="194"/>
                </a:cubicBezTo>
                <a:cubicBezTo>
                  <a:pt x="600" y="200"/>
                  <a:pt x="592" y="203"/>
                  <a:pt x="584" y="203"/>
                </a:cubicBezTo>
                <a:lnTo>
                  <a:pt x="32" y="203"/>
                </a:lnTo>
                <a:cubicBezTo>
                  <a:pt x="23" y="203"/>
                  <a:pt x="16" y="200"/>
                  <a:pt x="9" y="194"/>
                </a:cubicBezTo>
                <a:cubicBezTo>
                  <a:pt x="3" y="188"/>
                  <a:pt x="0" y="180"/>
                  <a:pt x="0" y="172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3" name=""/>
          <p:cNvSpPr/>
          <p:nvPr/>
        </p:nvSpPr>
        <p:spPr>
          <a:xfrm>
            <a:off x="6425280" y="2629080"/>
            <a:ext cx="221400" cy="73080"/>
          </a:xfrm>
          <a:custGeom>
            <a:avLst/>
            <a:gdLst/>
            <a:ahLst/>
            <a:rect l="0" t="0" r="r" b="b"/>
            <a:pathLst>
              <a:path w="615" h="203">
                <a:moveTo>
                  <a:pt x="32" y="0"/>
                </a:moveTo>
                <a:lnTo>
                  <a:pt x="584" y="0"/>
                </a:lnTo>
                <a:cubicBezTo>
                  <a:pt x="592" y="0"/>
                  <a:pt x="600" y="3"/>
                  <a:pt x="606" y="9"/>
                </a:cubicBezTo>
                <a:cubicBezTo>
                  <a:pt x="612" y="15"/>
                  <a:pt x="615" y="23"/>
                  <a:pt x="615" y="31"/>
                </a:cubicBezTo>
                <a:lnTo>
                  <a:pt x="615" y="172"/>
                </a:lnTo>
                <a:cubicBezTo>
                  <a:pt x="615" y="180"/>
                  <a:pt x="612" y="188"/>
                  <a:pt x="606" y="194"/>
                </a:cubicBezTo>
                <a:cubicBezTo>
                  <a:pt x="600" y="200"/>
                  <a:pt x="592" y="203"/>
                  <a:pt x="584" y="203"/>
                </a:cubicBezTo>
                <a:lnTo>
                  <a:pt x="32" y="203"/>
                </a:lnTo>
                <a:cubicBezTo>
                  <a:pt x="23" y="203"/>
                  <a:pt x="16" y="200"/>
                  <a:pt x="9" y="194"/>
                </a:cubicBezTo>
                <a:cubicBezTo>
                  <a:pt x="3" y="188"/>
                  <a:pt x="0" y="180"/>
                  <a:pt x="0" y="172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2880">
            <a:solidFill>
              <a:srgbClr val="3f7d20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2480040" y="2719080"/>
            <a:ext cx="28116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c0392b"/>
                </a:solidFill>
                <a:latin typeface="DejaVuSans"/>
                <a:ea typeface="DejaVuSans"/>
              </a:rPr>
              <a:t>OC-CAMBO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5" name=""/>
          <p:cNvSpPr/>
          <p:nvPr/>
        </p:nvSpPr>
        <p:spPr>
          <a:xfrm>
            <a:off x="6769440" y="2196720"/>
            <a:ext cx="221400" cy="73080"/>
          </a:xfrm>
          <a:custGeom>
            <a:avLst/>
            <a:gdLst/>
            <a:ahLst/>
            <a:rect l="0" t="0" r="r" b="b"/>
            <a:pathLst>
              <a:path w="615" h="203">
                <a:moveTo>
                  <a:pt x="32" y="0"/>
                </a:moveTo>
                <a:lnTo>
                  <a:pt x="583" y="0"/>
                </a:lnTo>
                <a:cubicBezTo>
                  <a:pt x="592" y="0"/>
                  <a:pt x="600" y="3"/>
                  <a:pt x="606" y="9"/>
                </a:cubicBezTo>
                <a:cubicBezTo>
                  <a:pt x="612" y="15"/>
                  <a:pt x="615" y="23"/>
                  <a:pt x="615" y="32"/>
                </a:cubicBezTo>
                <a:lnTo>
                  <a:pt x="615" y="172"/>
                </a:lnTo>
                <a:cubicBezTo>
                  <a:pt x="615" y="180"/>
                  <a:pt x="612" y="188"/>
                  <a:pt x="606" y="194"/>
                </a:cubicBezTo>
                <a:cubicBezTo>
                  <a:pt x="600" y="200"/>
                  <a:pt x="592" y="203"/>
                  <a:pt x="583" y="203"/>
                </a:cubicBezTo>
                <a:lnTo>
                  <a:pt x="32" y="203"/>
                </a:lnTo>
                <a:cubicBezTo>
                  <a:pt x="23" y="203"/>
                  <a:pt x="15" y="200"/>
                  <a:pt x="9" y="194"/>
                </a:cubicBezTo>
                <a:cubicBezTo>
                  <a:pt x="3" y="188"/>
                  <a:pt x="0" y="180"/>
                  <a:pt x="0" y="172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6" name=""/>
          <p:cNvSpPr/>
          <p:nvPr/>
        </p:nvSpPr>
        <p:spPr>
          <a:xfrm>
            <a:off x="6769440" y="2196720"/>
            <a:ext cx="221400" cy="73080"/>
          </a:xfrm>
          <a:custGeom>
            <a:avLst/>
            <a:gdLst/>
            <a:ahLst/>
            <a:rect l="0" t="0" r="r" b="b"/>
            <a:pathLst>
              <a:path w="615" h="203">
                <a:moveTo>
                  <a:pt x="32" y="0"/>
                </a:moveTo>
                <a:lnTo>
                  <a:pt x="583" y="0"/>
                </a:lnTo>
                <a:cubicBezTo>
                  <a:pt x="592" y="0"/>
                  <a:pt x="600" y="3"/>
                  <a:pt x="606" y="9"/>
                </a:cubicBezTo>
                <a:cubicBezTo>
                  <a:pt x="612" y="15"/>
                  <a:pt x="615" y="23"/>
                  <a:pt x="615" y="32"/>
                </a:cubicBezTo>
                <a:lnTo>
                  <a:pt x="615" y="172"/>
                </a:lnTo>
                <a:cubicBezTo>
                  <a:pt x="615" y="180"/>
                  <a:pt x="612" y="188"/>
                  <a:pt x="606" y="194"/>
                </a:cubicBezTo>
                <a:cubicBezTo>
                  <a:pt x="600" y="200"/>
                  <a:pt x="592" y="203"/>
                  <a:pt x="583" y="203"/>
                </a:cubicBezTo>
                <a:lnTo>
                  <a:pt x="32" y="203"/>
                </a:lnTo>
                <a:cubicBezTo>
                  <a:pt x="23" y="203"/>
                  <a:pt x="15" y="200"/>
                  <a:pt x="9" y="194"/>
                </a:cubicBezTo>
                <a:cubicBezTo>
                  <a:pt x="3" y="188"/>
                  <a:pt x="0" y="180"/>
                  <a:pt x="0" y="172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2880">
            <a:solidFill>
              <a:srgbClr val="6b4bb8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6424920" y="2643840"/>
            <a:ext cx="22320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3f7d20"/>
                </a:solidFill>
                <a:latin typeface="DejaVuSans"/>
                <a:ea typeface="DejaVuSans"/>
              </a:rPr>
              <a:t>SKS-SVS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8" name=""/>
          <p:cNvSpPr/>
          <p:nvPr/>
        </p:nvSpPr>
        <p:spPr>
          <a:xfrm>
            <a:off x="4551840" y="2665440"/>
            <a:ext cx="221400" cy="73080"/>
          </a:xfrm>
          <a:custGeom>
            <a:avLst/>
            <a:gdLst/>
            <a:ahLst/>
            <a:rect l="0" t="0" r="r" b="b"/>
            <a:pathLst>
              <a:path w="615" h="203">
                <a:moveTo>
                  <a:pt x="32" y="0"/>
                </a:moveTo>
                <a:lnTo>
                  <a:pt x="584" y="0"/>
                </a:lnTo>
                <a:cubicBezTo>
                  <a:pt x="593" y="0"/>
                  <a:pt x="600" y="3"/>
                  <a:pt x="606" y="9"/>
                </a:cubicBezTo>
                <a:cubicBezTo>
                  <a:pt x="612" y="15"/>
                  <a:pt x="615" y="23"/>
                  <a:pt x="615" y="32"/>
                </a:cubicBezTo>
                <a:lnTo>
                  <a:pt x="615" y="172"/>
                </a:lnTo>
                <a:cubicBezTo>
                  <a:pt x="615" y="180"/>
                  <a:pt x="612" y="188"/>
                  <a:pt x="606" y="194"/>
                </a:cubicBezTo>
                <a:cubicBezTo>
                  <a:pt x="600" y="200"/>
                  <a:pt x="593" y="203"/>
                  <a:pt x="584" y="203"/>
                </a:cubicBezTo>
                <a:lnTo>
                  <a:pt x="32" y="203"/>
                </a:lnTo>
                <a:cubicBezTo>
                  <a:pt x="23" y="203"/>
                  <a:pt x="16" y="200"/>
                  <a:pt x="10" y="194"/>
                </a:cubicBezTo>
                <a:cubicBezTo>
                  <a:pt x="3" y="188"/>
                  <a:pt x="0" y="180"/>
                  <a:pt x="0" y="172"/>
                </a:cubicBezTo>
                <a:lnTo>
                  <a:pt x="0" y="32"/>
                </a:lnTo>
                <a:cubicBezTo>
                  <a:pt x="0" y="23"/>
                  <a:pt x="3" y="15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9" name=""/>
          <p:cNvSpPr/>
          <p:nvPr/>
        </p:nvSpPr>
        <p:spPr>
          <a:xfrm>
            <a:off x="4551840" y="2665440"/>
            <a:ext cx="221400" cy="73080"/>
          </a:xfrm>
          <a:custGeom>
            <a:avLst/>
            <a:gdLst/>
            <a:ahLst/>
            <a:rect l="0" t="0" r="r" b="b"/>
            <a:pathLst>
              <a:path w="615" h="203">
                <a:moveTo>
                  <a:pt x="32" y="0"/>
                </a:moveTo>
                <a:lnTo>
                  <a:pt x="584" y="0"/>
                </a:lnTo>
                <a:cubicBezTo>
                  <a:pt x="593" y="0"/>
                  <a:pt x="600" y="3"/>
                  <a:pt x="606" y="9"/>
                </a:cubicBezTo>
                <a:cubicBezTo>
                  <a:pt x="612" y="15"/>
                  <a:pt x="615" y="23"/>
                  <a:pt x="615" y="32"/>
                </a:cubicBezTo>
                <a:lnTo>
                  <a:pt x="615" y="172"/>
                </a:lnTo>
                <a:cubicBezTo>
                  <a:pt x="615" y="180"/>
                  <a:pt x="612" y="188"/>
                  <a:pt x="606" y="194"/>
                </a:cubicBezTo>
                <a:cubicBezTo>
                  <a:pt x="600" y="200"/>
                  <a:pt x="593" y="203"/>
                  <a:pt x="584" y="203"/>
                </a:cubicBezTo>
                <a:lnTo>
                  <a:pt x="32" y="203"/>
                </a:lnTo>
                <a:cubicBezTo>
                  <a:pt x="23" y="203"/>
                  <a:pt x="16" y="200"/>
                  <a:pt x="10" y="194"/>
                </a:cubicBezTo>
                <a:cubicBezTo>
                  <a:pt x="3" y="188"/>
                  <a:pt x="0" y="180"/>
                  <a:pt x="0" y="172"/>
                </a:cubicBezTo>
                <a:lnTo>
                  <a:pt x="0" y="32"/>
                </a:lnTo>
                <a:cubicBezTo>
                  <a:pt x="0" y="23"/>
                  <a:pt x="3" y="15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2880">
            <a:solidFill>
              <a:srgbClr val="a8700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6768000" y="2213640"/>
            <a:ext cx="22932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6b4bb8"/>
                </a:solidFill>
                <a:latin typeface="DejaVuSans"/>
                <a:ea typeface="DejaVuSans"/>
              </a:rPr>
              <a:t>LMS-SKS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1" name=""/>
          <p:cNvSpPr/>
          <p:nvPr/>
        </p:nvSpPr>
        <p:spPr>
          <a:xfrm>
            <a:off x="7346160" y="3095640"/>
            <a:ext cx="221400" cy="73080"/>
          </a:xfrm>
          <a:custGeom>
            <a:avLst/>
            <a:gdLst/>
            <a:ahLst/>
            <a:rect l="0" t="0" r="r" b="b"/>
            <a:pathLst>
              <a:path w="615" h="203">
                <a:moveTo>
                  <a:pt x="31" y="0"/>
                </a:moveTo>
                <a:lnTo>
                  <a:pt x="583" y="0"/>
                </a:lnTo>
                <a:cubicBezTo>
                  <a:pt x="592" y="0"/>
                  <a:pt x="599" y="3"/>
                  <a:pt x="605" y="9"/>
                </a:cubicBezTo>
                <a:cubicBezTo>
                  <a:pt x="612" y="15"/>
                  <a:pt x="615" y="22"/>
                  <a:pt x="615" y="31"/>
                </a:cubicBezTo>
                <a:lnTo>
                  <a:pt x="615" y="170"/>
                </a:lnTo>
                <a:cubicBezTo>
                  <a:pt x="615" y="179"/>
                  <a:pt x="612" y="186"/>
                  <a:pt x="605" y="194"/>
                </a:cubicBezTo>
                <a:cubicBezTo>
                  <a:pt x="599" y="200"/>
                  <a:pt x="592" y="203"/>
                  <a:pt x="583" y="203"/>
                </a:cubicBezTo>
                <a:lnTo>
                  <a:pt x="31" y="203"/>
                </a:lnTo>
                <a:cubicBezTo>
                  <a:pt x="23" y="203"/>
                  <a:pt x="15" y="200"/>
                  <a:pt x="9" y="194"/>
                </a:cubicBezTo>
                <a:cubicBezTo>
                  <a:pt x="3" y="186"/>
                  <a:pt x="0" y="179"/>
                  <a:pt x="0" y="170"/>
                </a:cubicBezTo>
                <a:lnTo>
                  <a:pt x="0" y="31"/>
                </a:lnTo>
                <a:cubicBezTo>
                  <a:pt x="0" y="22"/>
                  <a:pt x="3" y="15"/>
                  <a:pt x="9" y="9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2" name=""/>
          <p:cNvSpPr/>
          <p:nvPr/>
        </p:nvSpPr>
        <p:spPr>
          <a:xfrm>
            <a:off x="7346160" y="3095640"/>
            <a:ext cx="221400" cy="73080"/>
          </a:xfrm>
          <a:custGeom>
            <a:avLst/>
            <a:gdLst/>
            <a:ahLst/>
            <a:rect l="0" t="0" r="r" b="b"/>
            <a:pathLst>
              <a:path w="615" h="203">
                <a:moveTo>
                  <a:pt x="31" y="0"/>
                </a:moveTo>
                <a:lnTo>
                  <a:pt x="583" y="0"/>
                </a:lnTo>
                <a:cubicBezTo>
                  <a:pt x="592" y="0"/>
                  <a:pt x="599" y="3"/>
                  <a:pt x="605" y="9"/>
                </a:cubicBezTo>
                <a:cubicBezTo>
                  <a:pt x="612" y="15"/>
                  <a:pt x="615" y="22"/>
                  <a:pt x="615" y="31"/>
                </a:cubicBezTo>
                <a:lnTo>
                  <a:pt x="615" y="170"/>
                </a:lnTo>
                <a:cubicBezTo>
                  <a:pt x="615" y="179"/>
                  <a:pt x="612" y="186"/>
                  <a:pt x="605" y="194"/>
                </a:cubicBezTo>
                <a:cubicBezTo>
                  <a:pt x="599" y="200"/>
                  <a:pt x="592" y="203"/>
                  <a:pt x="583" y="203"/>
                </a:cubicBezTo>
                <a:lnTo>
                  <a:pt x="31" y="203"/>
                </a:lnTo>
                <a:cubicBezTo>
                  <a:pt x="23" y="203"/>
                  <a:pt x="15" y="200"/>
                  <a:pt x="9" y="194"/>
                </a:cubicBezTo>
                <a:cubicBezTo>
                  <a:pt x="3" y="186"/>
                  <a:pt x="0" y="179"/>
                  <a:pt x="0" y="170"/>
                </a:cubicBezTo>
                <a:lnTo>
                  <a:pt x="0" y="31"/>
                </a:lnTo>
                <a:cubicBezTo>
                  <a:pt x="0" y="22"/>
                  <a:pt x="3" y="15"/>
                  <a:pt x="9" y="9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2880">
            <a:solidFill>
              <a:srgbClr val="0d7070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4552560" y="2682360"/>
            <a:ext cx="22464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a8700a"/>
                </a:solidFill>
                <a:latin typeface="DejaVuSans"/>
                <a:ea typeface="DejaVuSans"/>
              </a:rPr>
              <a:t>KRS-SKS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4" name=""/>
          <p:cNvSpPr/>
          <p:nvPr/>
        </p:nvSpPr>
        <p:spPr>
          <a:xfrm>
            <a:off x="5552640" y="2444760"/>
            <a:ext cx="221400" cy="73080"/>
          </a:xfrm>
          <a:custGeom>
            <a:avLst/>
            <a:gdLst/>
            <a:ahLst/>
            <a:rect l="0" t="0" r="r" b="b"/>
            <a:pathLst>
              <a:path w="615" h="203">
                <a:moveTo>
                  <a:pt x="31" y="0"/>
                </a:moveTo>
                <a:lnTo>
                  <a:pt x="583" y="0"/>
                </a:lnTo>
                <a:cubicBezTo>
                  <a:pt x="592" y="0"/>
                  <a:pt x="599" y="3"/>
                  <a:pt x="605" y="9"/>
                </a:cubicBezTo>
                <a:cubicBezTo>
                  <a:pt x="611" y="15"/>
                  <a:pt x="615" y="23"/>
                  <a:pt x="615" y="32"/>
                </a:cubicBezTo>
                <a:lnTo>
                  <a:pt x="615" y="171"/>
                </a:lnTo>
                <a:cubicBezTo>
                  <a:pt x="615" y="180"/>
                  <a:pt x="611" y="188"/>
                  <a:pt x="605" y="194"/>
                </a:cubicBezTo>
                <a:cubicBezTo>
                  <a:pt x="599" y="200"/>
                  <a:pt x="592" y="203"/>
                  <a:pt x="583" y="203"/>
                </a:cubicBezTo>
                <a:lnTo>
                  <a:pt x="31" y="203"/>
                </a:lnTo>
                <a:cubicBezTo>
                  <a:pt x="22" y="203"/>
                  <a:pt x="15" y="200"/>
                  <a:pt x="9" y="194"/>
                </a:cubicBezTo>
                <a:cubicBezTo>
                  <a:pt x="3" y="188"/>
                  <a:pt x="0" y="180"/>
                  <a:pt x="0" y="171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2" y="0"/>
                  <a:pt x="31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5" name=""/>
          <p:cNvSpPr/>
          <p:nvPr/>
        </p:nvSpPr>
        <p:spPr>
          <a:xfrm>
            <a:off x="5552640" y="2444760"/>
            <a:ext cx="221400" cy="73080"/>
          </a:xfrm>
          <a:custGeom>
            <a:avLst/>
            <a:gdLst/>
            <a:ahLst/>
            <a:rect l="0" t="0" r="r" b="b"/>
            <a:pathLst>
              <a:path w="615" h="203">
                <a:moveTo>
                  <a:pt x="31" y="0"/>
                </a:moveTo>
                <a:lnTo>
                  <a:pt x="583" y="0"/>
                </a:lnTo>
                <a:cubicBezTo>
                  <a:pt x="592" y="0"/>
                  <a:pt x="599" y="3"/>
                  <a:pt x="605" y="9"/>
                </a:cubicBezTo>
                <a:cubicBezTo>
                  <a:pt x="611" y="15"/>
                  <a:pt x="615" y="23"/>
                  <a:pt x="615" y="32"/>
                </a:cubicBezTo>
                <a:lnTo>
                  <a:pt x="615" y="171"/>
                </a:lnTo>
                <a:cubicBezTo>
                  <a:pt x="615" y="180"/>
                  <a:pt x="611" y="188"/>
                  <a:pt x="605" y="194"/>
                </a:cubicBezTo>
                <a:cubicBezTo>
                  <a:pt x="599" y="200"/>
                  <a:pt x="592" y="203"/>
                  <a:pt x="583" y="203"/>
                </a:cubicBezTo>
                <a:lnTo>
                  <a:pt x="31" y="203"/>
                </a:lnTo>
                <a:cubicBezTo>
                  <a:pt x="22" y="203"/>
                  <a:pt x="15" y="200"/>
                  <a:pt x="9" y="194"/>
                </a:cubicBezTo>
                <a:cubicBezTo>
                  <a:pt x="3" y="188"/>
                  <a:pt x="0" y="180"/>
                  <a:pt x="0" y="171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2" y="0"/>
                  <a:pt x="31" y="0"/>
                </a:cubicBezTo>
                <a:close/>
              </a:path>
            </a:pathLst>
          </a:custGeom>
          <a:noFill/>
          <a:ln w="2880">
            <a:solidFill>
              <a:srgbClr val="a8700a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7342200" y="3110400"/>
            <a:ext cx="22932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0d7070"/>
                </a:solidFill>
                <a:latin typeface="DejaVuSans"/>
                <a:ea typeface="DejaVuSans"/>
              </a:rPr>
              <a:t>LMS-SVS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7" name=""/>
          <p:cNvSpPr/>
          <p:nvPr/>
        </p:nvSpPr>
        <p:spPr>
          <a:xfrm>
            <a:off x="6669000" y="2574360"/>
            <a:ext cx="221760" cy="73080"/>
          </a:xfrm>
          <a:custGeom>
            <a:avLst/>
            <a:gdLst/>
            <a:ahLst/>
            <a:rect l="0" t="0" r="r" b="b"/>
            <a:pathLst>
              <a:path w="616" h="203">
                <a:moveTo>
                  <a:pt x="32" y="0"/>
                </a:moveTo>
                <a:lnTo>
                  <a:pt x="584" y="0"/>
                </a:lnTo>
                <a:cubicBezTo>
                  <a:pt x="593" y="0"/>
                  <a:pt x="600" y="3"/>
                  <a:pt x="606" y="9"/>
                </a:cubicBezTo>
                <a:cubicBezTo>
                  <a:pt x="612" y="16"/>
                  <a:pt x="616" y="24"/>
                  <a:pt x="616" y="33"/>
                </a:cubicBezTo>
                <a:lnTo>
                  <a:pt x="616" y="172"/>
                </a:lnTo>
                <a:cubicBezTo>
                  <a:pt x="616" y="181"/>
                  <a:pt x="612" y="188"/>
                  <a:pt x="606" y="194"/>
                </a:cubicBezTo>
                <a:cubicBezTo>
                  <a:pt x="600" y="200"/>
                  <a:pt x="593" y="203"/>
                  <a:pt x="584" y="203"/>
                </a:cubicBezTo>
                <a:lnTo>
                  <a:pt x="32" y="203"/>
                </a:lnTo>
                <a:cubicBezTo>
                  <a:pt x="23" y="203"/>
                  <a:pt x="16" y="200"/>
                  <a:pt x="10" y="194"/>
                </a:cubicBezTo>
                <a:cubicBezTo>
                  <a:pt x="4" y="188"/>
                  <a:pt x="0" y="181"/>
                  <a:pt x="0" y="172"/>
                </a:cubicBezTo>
                <a:lnTo>
                  <a:pt x="0" y="33"/>
                </a:lnTo>
                <a:cubicBezTo>
                  <a:pt x="0" y="24"/>
                  <a:pt x="4" y="16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8" name=""/>
          <p:cNvSpPr/>
          <p:nvPr/>
        </p:nvSpPr>
        <p:spPr>
          <a:xfrm>
            <a:off x="6669000" y="2574360"/>
            <a:ext cx="221760" cy="73080"/>
          </a:xfrm>
          <a:custGeom>
            <a:avLst/>
            <a:gdLst/>
            <a:ahLst/>
            <a:rect l="0" t="0" r="r" b="b"/>
            <a:pathLst>
              <a:path w="616" h="203">
                <a:moveTo>
                  <a:pt x="32" y="0"/>
                </a:moveTo>
                <a:lnTo>
                  <a:pt x="584" y="0"/>
                </a:lnTo>
                <a:cubicBezTo>
                  <a:pt x="593" y="0"/>
                  <a:pt x="600" y="3"/>
                  <a:pt x="606" y="9"/>
                </a:cubicBezTo>
                <a:cubicBezTo>
                  <a:pt x="612" y="16"/>
                  <a:pt x="616" y="24"/>
                  <a:pt x="616" y="33"/>
                </a:cubicBezTo>
                <a:lnTo>
                  <a:pt x="616" y="172"/>
                </a:lnTo>
                <a:cubicBezTo>
                  <a:pt x="616" y="181"/>
                  <a:pt x="612" y="188"/>
                  <a:pt x="606" y="194"/>
                </a:cubicBezTo>
                <a:cubicBezTo>
                  <a:pt x="600" y="200"/>
                  <a:pt x="593" y="203"/>
                  <a:pt x="584" y="203"/>
                </a:cubicBezTo>
                <a:lnTo>
                  <a:pt x="32" y="203"/>
                </a:lnTo>
                <a:cubicBezTo>
                  <a:pt x="23" y="203"/>
                  <a:pt x="16" y="200"/>
                  <a:pt x="10" y="194"/>
                </a:cubicBezTo>
                <a:cubicBezTo>
                  <a:pt x="4" y="188"/>
                  <a:pt x="0" y="181"/>
                  <a:pt x="0" y="172"/>
                </a:cubicBezTo>
                <a:lnTo>
                  <a:pt x="0" y="33"/>
                </a:lnTo>
                <a:cubicBezTo>
                  <a:pt x="0" y="24"/>
                  <a:pt x="4" y="16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2880">
            <a:solidFill>
              <a:srgbClr val="1f5fd0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5553000" y="2459520"/>
            <a:ext cx="22464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a8700a"/>
                </a:solidFill>
                <a:latin typeface="DejaVuSans"/>
                <a:ea typeface="DejaVuSans"/>
              </a:rPr>
              <a:t>KRS-SKS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0" name=""/>
          <p:cNvSpPr/>
          <p:nvPr/>
        </p:nvSpPr>
        <p:spPr>
          <a:xfrm>
            <a:off x="6028920" y="2708640"/>
            <a:ext cx="221400" cy="73080"/>
          </a:xfrm>
          <a:custGeom>
            <a:avLst/>
            <a:gdLst/>
            <a:ahLst/>
            <a:rect l="0" t="0" r="r" b="b"/>
            <a:pathLst>
              <a:path w="615" h="203">
                <a:moveTo>
                  <a:pt x="31" y="0"/>
                </a:moveTo>
                <a:lnTo>
                  <a:pt x="583" y="0"/>
                </a:lnTo>
                <a:cubicBezTo>
                  <a:pt x="592" y="0"/>
                  <a:pt x="599" y="3"/>
                  <a:pt x="605" y="9"/>
                </a:cubicBezTo>
                <a:cubicBezTo>
                  <a:pt x="612" y="16"/>
                  <a:pt x="615" y="23"/>
                  <a:pt x="615" y="32"/>
                </a:cubicBezTo>
                <a:lnTo>
                  <a:pt x="615" y="172"/>
                </a:lnTo>
                <a:cubicBezTo>
                  <a:pt x="615" y="180"/>
                  <a:pt x="612" y="188"/>
                  <a:pt x="605" y="194"/>
                </a:cubicBezTo>
                <a:cubicBezTo>
                  <a:pt x="599" y="200"/>
                  <a:pt x="592" y="203"/>
                  <a:pt x="583" y="203"/>
                </a:cubicBezTo>
                <a:lnTo>
                  <a:pt x="31" y="203"/>
                </a:lnTo>
                <a:cubicBezTo>
                  <a:pt x="23" y="203"/>
                  <a:pt x="15" y="200"/>
                  <a:pt x="9" y="194"/>
                </a:cubicBezTo>
                <a:cubicBezTo>
                  <a:pt x="3" y="188"/>
                  <a:pt x="0" y="180"/>
                  <a:pt x="0" y="172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1" name=""/>
          <p:cNvSpPr/>
          <p:nvPr/>
        </p:nvSpPr>
        <p:spPr>
          <a:xfrm>
            <a:off x="6028920" y="2708640"/>
            <a:ext cx="221400" cy="73080"/>
          </a:xfrm>
          <a:custGeom>
            <a:avLst/>
            <a:gdLst/>
            <a:ahLst/>
            <a:rect l="0" t="0" r="r" b="b"/>
            <a:pathLst>
              <a:path w="615" h="203">
                <a:moveTo>
                  <a:pt x="31" y="0"/>
                </a:moveTo>
                <a:lnTo>
                  <a:pt x="583" y="0"/>
                </a:lnTo>
                <a:cubicBezTo>
                  <a:pt x="592" y="0"/>
                  <a:pt x="599" y="3"/>
                  <a:pt x="605" y="9"/>
                </a:cubicBezTo>
                <a:cubicBezTo>
                  <a:pt x="612" y="16"/>
                  <a:pt x="615" y="23"/>
                  <a:pt x="615" y="32"/>
                </a:cubicBezTo>
                <a:lnTo>
                  <a:pt x="615" y="172"/>
                </a:lnTo>
                <a:cubicBezTo>
                  <a:pt x="615" y="180"/>
                  <a:pt x="612" y="188"/>
                  <a:pt x="605" y="194"/>
                </a:cubicBezTo>
                <a:cubicBezTo>
                  <a:pt x="599" y="200"/>
                  <a:pt x="592" y="203"/>
                  <a:pt x="583" y="203"/>
                </a:cubicBezTo>
                <a:lnTo>
                  <a:pt x="31" y="203"/>
                </a:lnTo>
                <a:cubicBezTo>
                  <a:pt x="23" y="203"/>
                  <a:pt x="15" y="200"/>
                  <a:pt x="9" y="194"/>
                </a:cubicBezTo>
                <a:cubicBezTo>
                  <a:pt x="3" y="188"/>
                  <a:pt x="0" y="180"/>
                  <a:pt x="0" y="172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2880">
            <a:solidFill>
              <a:srgbClr val="3f7d20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6666480" y="2586960"/>
            <a:ext cx="23076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1f5fd0"/>
                </a:solidFill>
                <a:latin typeface="DejaVuSans"/>
                <a:ea typeface="DejaVuSans"/>
              </a:rPr>
              <a:t>KRS-LMS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3" name=""/>
          <p:cNvSpPr/>
          <p:nvPr/>
        </p:nvSpPr>
        <p:spPr>
          <a:xfrm>
            <a:off x="2644560" y="2383200"/>
            <a:ext cx="196200" cy="73440"/>
          </a:xfrm>
          <a:custGeom>
            <a:avLst/>
            <a:gdLst/>
            <a:ahLst/>
            <a:rect l="0" t="0" r="r" b="b"/>
            <a:pathLst>
              <a:path w="545" h="204">
                <a:moveTo>
                  <a:pt x="31" y="0"/>
                </a:moveTo>
                <a:lnTo>
                  <a:pt x="512" y="0"/>
                </a:lnTo>
                <a:cubicBezTo>
                  <a:pt x="521" y="0"/>
                  <a:pt x="529" y="3"/>
                  <a:pt x="535" y="10"/>
                </a:cubicBezTo>
                <a:cubicBezTo>
                  <a:pt x="541" y="16"/>
                  <a:pt x="545" y="23"/>
                  <a:pt x="545" y="32"/>
                </a:cubicBezTo>
                <a:lnTo>
                  <a:pt x="545" y="172"/>
                </a:lnTo>
                <a:cubicBezTo>
                  <a:pt x="545" y="181"/>
                  <a:pt x="541" y="188"/>
                  <a:pt x="535" y="194"/>
                </a:cubicBezTo>
                <a:cubicBezTo>
                  <a:pt x="529" y="200"/>
                  <a:pt x="521" y="204"/>
                  <a:pt x="512" y="204"/>
                </a:cubicBezTo>
                <a:lnTo>
                  <a:pt x="31" y="204"/>
                </a:lnTo>
                <a:cubicBezTo>
                  <a:pt x="23" y="204"/>
                  <a:pt x="15" y="200"/>
                  <a:pt x="9" y="194"/>
                </a:cubicBezTo>
                <a:cubicBezTo>
                  <a:pt x="3" y="188"/>
                  <a:pt x="0" y="181"/>
                  <a:pt x="0" y="172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4" name=""/>
          <p:cNvSpPr/>
          <p:nvPr/>
        </p:nvSpPr>
        <p:spPr>
          <a:xfrm>
            <a:off x="2644560" y="2383200"/>
            <a:ext cx="196200" cy="73440"/>
          </a:xfrm>
          <a:custGeom>
            <a:avLst/>
            <a:gdLst/>
            <a:ahLst/>
            <a:rect l="0" t="0" r="r" b="b"/>
            <a:pathLst>
              <a:path w="545" h="204">
                <a:moveTo>
                  <a:pt x="31" y="0"/>
                </a:moveTo>
                <a:lnTo>
                  <a:pt x="512" y="0"/>
                </a:lnTo>
                <a:cubicBezTo>
                  <a:pt x="521" y="0"/>
                  <a:pt x="529" y="3"/>
                  <a:pt x="535" y="10"/>
                </a:cubicBezTo>
                <a:cubicBezTo>
                  <a:pt x="541" y="16"/>
                  <a:pt x="545" y="23"/>
                  <a:pt x="545" y="32"/>
                </a:cubicBezTo>
                <a:lnTo>
                  <a:pt x="545" y="172"/>
                </a:lnTo>
                <a:cubicBezTo>
                  <a:pt x="545" y="181"/>
                  <a:pt x="541" y="188"/>
                  <a:pt x="535" y="194"/>
                </a:cubicBezTo>
                <a:cubicBezTo>
                  <a:pt x="529" y="200"/>
                  <a:pt x="521" y="204"/>
                  <a:pt x="512" y="204"/>
                </a:cubicBezTo>
                <a:lnTo>
                  <a:pt x="31" y="204"/>
                </a:lnTo>
                <a:cubicBezTo>
                  <a:pt x="23" y="204"/>
                  <a:pt x="15" y="200"/>
                  <a:pt x="9" y="194"/>
                </a:cubicBezTo>
                <a:cubicBezTo>
                  <a:pt x="3" y="188"/>
                  <a:pt x="0" y="181"/>
                  <a:pt x="0" y="172"/>
                </a:cubicBezTo>
                <a:lnTo>
                  <a:pt x="0" y="32"/>
                </a:ln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2880">
            <a:solidFill>
              <a:srgbClr val="00af81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6028200" y="2723400"/>
            <a:ext cx="22320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3f7d20"/>
                </a:solidFill>
                <a:latin typeface="DejaVuSans"/>
                <a:ea typeface="DejaVuSans"/>
              </a:rPr>
              <a:t>SKS-SVS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6" name=""/>
          <p:cNvSpPr/>
          <p:nvPr/>
        </p:nvSpPr>
        <p:spPr>
          <a:xfrm>
            <a:off x="1949400" y="1985040"/>
            <a:ext cx="196200" cy="73080"/>
          </a:xfrm>
          <a:custGeom>
            <a:avLst/>
            <a:gdLst/>
            <a:ahLst/>
            <a:rect l="0" t="0" r="r" b="b"/>
            <a:pathLst>
              <a:path w="545" h="203">
                <a:moveTo>
                  <a:pt x="32" y="0"/>
                </a:moveTo>
                <a:lnTo>
                  <a:pt x="514" y="0"/>
                </a:lnTo>
                <a:cubicBezTo>
                  <a:pt x="522" y="0"/>
                  <a:pt x="530" y="3"/>
                  <a:pt x="536" y="9"/>
                </a:cubicBezTo>
                <a:cubicBezTo>
                  <a:pt x="542" y="16"/>
                  <a:pt x="545" y="23"/>
                  <a:pt x="545" y="32"/>
                </a:cubicBezTo>
                <a:lnTo>
                  <a:pt x="545" y="172"/>
                </a:lnTo>
                <a:cubicBezTo>
                  <a:pt x="545" y="181"/>
                  <a:pt x="542" y="188"/>
                  <a:pt x="536" y="194"/>
                </a:cubicBezTo>
                <a:cubicBezTo>
                  <a:pt x="530" y="200"/>
                  <a:pt x="522" y="203"/>
                  <a:pt x="514" y="203"/>
                </a:cubicBezTo>
                <a:lnTo>
                  <a:pt x="32" y="203"/>
                </a:lnTo>
                <a:cubicBezTo>
                  <a:pt x="23" y="203"/>
                  <a:pt x="15" y="200"/>
                  <a:pt x="9" y="194"/>
                </a:cubicBezTo>
                <a:cubicBezTo>
                  <a:pt x="3" y="188"/>
                  <a:pt x="0" y="181"/>
                  <a:pt x="0" y="172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7" name=""/>
          <p:cNvSpPr/>
          <p:nvPr/>
        </p:nvSpPr>
        <p:spPr>
          <a:xfrm>
            <a:off x="1949400" y="1985040"/>
            <a:ext cx="196200" cy="73080"/>
          </a:xfrm>
          <a:custGeom>
            <a:avLst/>
            <a:gdLst/>
            <a:ahLst/>
            <a:rect l="0" t="0" r="r" b="b"/>
            <a:pathLst>
              <a:path w="545" h="203">
                <a:moveTo>
                  <a:pt x="32" y="0"/>
                </a:moveTo>
                <a:lnTo>
                  <a:pt x="514" y="0"/>
                </a:lnTo>
                <a:cubicBezTo>
                  <a:pt x="522" y="0"/>
                  <a:pt x="530" y="3"/>
                  <a:pt x="536" y="9"/>
                </a:cubicBezTo>
                <a:cubicBezTo>
                  <a:pt x="542" y="16"/>
                  <a:pt x="545" y="23"/>
                  <a:pt x="545" y="32"/>
                </a:cubicBezTo>
                <a:lnTo>
                  <a:pt x="545" y="172"/>
                </a:lnTo>
                <a:cubicBezTo>
                  <a:pt x="545" y="181"/>
                  <a:pt x="542" y="188"/>
                  <a:pt x="536" y="194"/>
                </a:cubicBezTo>
                <a:cubicBezTo>
                  <a:pt x="530" y="200"/>
                  <a:pt x="522" y="203"/>
                  <a:pt x="514" y="203"/>
                </a:cubicBezTo>
                <a:lnTo>
                  <a:pt x="32" y="203"/>
                </a:lnTo>
                <a:cubicBezTo>
                  <a:pt x="23" y="203"/>
                  <a:pt x="15" y="200"/>
                  <a:pt x="9" y="194"/>
                </a:cubicBezTo>
                <a:cubicBezTo>
                  <a:pt x="3" y="188"/>
                  <a:pt x="0" y="181"/>
                  <a:pt x="0" y="172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2880">
            <a:solidFill>
              <a:srgbClr val="dd784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2645280" y="2395800"/>
            <a:ext cx="19584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00af81"/>
                </a:solidFill>
                <a:latin typeface="DejaVuSans"/>
                <a:ea typeface="DejaVuSans"/>
              </a:rPr>
              <a:t>OC-KRS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9" name=""/>
          <p:cNvSpPr/>
          <p:nvPr/>
        </p:nvSpPr>
        <p:spPr>
          <a:xfrm>
            <a:off x="7045200" y="1364040"/>
            <a:ext cx="196200" cy="73080"/>
          </a:xfrm>
          <a:custGeom>
            <a:avLst/>
            <a:gdLst/>
            <a:ahLst/>
            <a:rect l="0" t="0" r="r" b="b"/>
            <a:pathLst>
              <a:path w="545" h="203">
                <a:moveTo>
                  <a:pt x="32" y="0"/>
                </a:moveTo>
                <a:lnTo>
                  <a:pt x="514" y="0"/>
                </a:lnTo>
                <a:cubicBezTo>
                  <a:pt x="523" y="0"/>
                  <a:pt x="530" y="3"/>
                  <a:pt x="536" y="9"/>
                </a:cubicBezTo>
                <a:cubicBezTo>
                  <a:pt x="542" y="15"/>
                  <a:pt x="545" y="23"/>
                  <a:pt x="545" y="31"/>
                </a:cubicBezTo>
                <a:lnTo>
                  <a:pt x="545" y="171"/>
                </a:lnTo>
                <a:cubicBezTo>
                  <a:pt x="545" y="180"/>
                  <a:pt x="542" y="187"/>
                  <a:pt x="536" y="194"/>
                </a:cubicBezTo>
                <a:cubicBezTo>
                  <a:pt x="530" y="200"/>
                  <a:pt x="523" y="203"/>
                  <a:pt x="514" y="203"/>
                </a:cubicBezTo>
                <a:lnTo>
                  <a:pt x="32" y="203"/>
                </a:lnTo>
                <a:cubicBezTo>
                  <a:pt x="23" y="203"/>
                  <a:pt x="15" y="200"/>
                  <a:pt x="9" y="194"/>
                </a:cubicBezTo>
                <a:cubicBezTo>
                  <a:pt x="3" y="187"/>
                  <a:pt x="0" y="180"/>
                  <a:pt x="0" y="171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0" name=""/>
          <p:cNvSpPr/>
          <p:nvPr/>
        </p:nvSpPr>
        <p:spPr>
          <a:xfrm>
            <a:off x="7045200" y="1364040"/>
            <a:ext cx="196200" cy="73080"/>
          </a:xfrm>
          <a:custGeom>
            <a:avLst/>
            <a:gdLst/>
            <a:ahLst/>
            <a:rect l="0" t="0" r="r" b="b"/>
            <a:pathLst>
              <a:path w="545" h="203">
                <a:moveTo>
                  <a:pt x="32" y="0"/>
                </a:moveTo>
                <a:lnTo>
                  <a:pt x="514" y="0"/>
                </a:lnTo>
                <a:cubicBezTo>
                  <a:pt x="523" y="0"/>
                  <a:pt x="530" y="3"/>
                  <a:pt x="536" y="9"/>
                </a:cubicBezTo>
                <a:cubicBezTo>
                  <a:pt x="542" y="15"/>
                  <a:pt x="545" y="23"/>
                  <a:pt x="545" y="31"/>
                </a:cubicBezTo>
                <a:lnTo>
                  <a:pt x="545" y="171"/>
                </a:lnTo>
                <a:cubicBezTo>
                  <a:pt x="545" y="180"/>
                  <a:pt x="542" y="187"/>
                  <a:pt x="536" y="194"/>
                </a:cubicBezTo>
                <a:cubicBezTo>
                  <a:pt x="530" y="200"/>
                  <a:pt x="523" y="203"/>
                  <a:pt x="514" y="203"/>
                </a:cubicBezTo>
                <a:lnTo>
                  <a:pt x="32" y="203"/>
                </a:lnTo>
                <a:cubicBezTo>
                  <a:pt x="23" y="203"/>
                  <a:pt x="15" y="200"/>
                  <a:pt x="9" y="194"/>
                </a:cubicBezTo>
                <a:cubicBezTo>
                  <a:pt x="3" y="187"/>
                  <a:pt x="0" y="180"/>
                  <a:pt x="0" y="171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2880">
            <a:solidFill>
              <a:srgbClr val="12855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1950480" y="2000160"/>
            <a:ext cx="20052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dd784b"/>
                </a:solidFill>
                <a:latin typeface="DejaVuSans"/>
                <a:ea typeface="DejaVuSans"/>
              </a:rPr>
              <a:t>OC-LMS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2" name=""/>
          <p:cNvSpPr/>
          <p:nvPr/>
        </p:nvSpPr>
        <p:spPr>
          <a:xfrm>
            <a:off x="8207640" y="1991880"/>
            <a:ext cx="196200" cy="73080"/>
          </a:xfrm>
          <a:custGeom>
            <a:avLst/>
            <a:gdLst/>
            <a:ahLst/>
            <a:rect l="0" t="0" r="r" b="b"/>
            <a:pathLst>
              <a:path w="545" h="203">
                <a:moveTo>
                  <a:pt x="31" y="0"/>
                </a:moveTo>
                <a:lnTo>
                  <a:pt x="513" y="0"/>
                </a:lnTo>
                <a:cubicBezTo>
                  <a:pt x="522" y="0"/>
                  <a:pt x="530" y="3"/>
                  <a:pt x="536" y="9"/>
                </a:cubicBezTo>
                <a:cubicBezTo>
                  <a:pt x="542" y="16"/>
                  <a:pt x="545" y="24"/>
                  <a:pt x="545" y="33"/>
                </a:cubicBezTo>
                <a:lnTo>
                  <a:pt x="545" y="172"/>
                </a:lnTo>
                <a:cubicBezTo>
                  <a:pt x="545" y="181"/>
                  <a:pt x="542" y="188"/>
                  <a:pt x="536" y="194"/>
                </a:cubicBezTo>
                <a:cubicBezTo>
                  <a:pt x="530" y="200"/>
                  <a:pt x="522" y="203"/>
                  <a:pt x="513" y="203"/>
                </a:cubicBezTo>
                <a:lnTo>
                  <a:pt x="31" y="203"/>
                </a:lnTo>
                <a:cubicBezTo>
                  <a:pt x="23" y="203"/>
                  <a:pt x="15" y="200"/>
                  <a:pt x="9" y="194"/>
                </a:cubicBezTo>
                <a:cubicBezTo>
                  <a:pt x="3" y="188"/>
                  <a:pt x="0" y="181"/>
                  <a:pt x="0" y="172"/>
                </a:cubicBezTo>
                <a:lnTo>
                  <a:pt x="0" y="33"/>
                </a:lnTo>
                <a:cubicBezTo>
                  <a:pt x="0" y="24"/>
                  <a:pt x="3" y="16"/>
                  <a:pt x="9" y="9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3" name=""/>
          <p:cNvSpPr/>
          <p:nvPr/>
        </p:nvSpPr>
        <p:spPr>
          <a:xfrm>
            <a:off x="8207640" y="1991880"/>
            <a:ext cx="196200" cy="73080"/>
          </a:xfrm>
          <a:custGeom>
            <a:avLst/>
            <a:gdLst/>
            <a:ahLst/>
            <a:rect l="0" t="0" r="r" b="b"/>
            <a:pathLst>
              <a:path w="545" h="203">
                <a:moveTo>
                  <a:pt x="31" y="0"/>
                </a:moveTo>
                <a:lnTo>
                  <a:pt x="513" y="0"/>
                </a:lnTo>
                <a:cubicBezTo>
                  <a:pt x="522" y="0"/>
                  <a:pt x="530" y="3"/>
                  <a:pt x="536" y="9"/>
                </a:cubicBezTo>
                <a:cubicBezTo>
                  <a:pt x="542" y="16"/>
                  <a:pt x="545" y="24"/>
                  <a:pt x="545" y="33"/>
                </a:cubicBezTo>
                <a:lnTo>
                  <a:pt x="545" y="172"/>
                </a:lnTo>
                <a:cubicBezTo>
                  <a:pt x="545" y="181"/>
                  <a:pt x="542" y="188"/>
                  <a:pt x="536" y="194"/>
                </a:cubicBezTo>
                <a:cubicBezTo>
                  <a:pt x="530" y="200"/>
                  <a:pt x="522" y="203"/>
                  <a:pt x="513" y="203"/>
                </a:cubicBezTo>
                <a:lnTo>
                  <a:pt x="31" y="203"/>
                </a:lnTo>
                <a:cubicBezTo>
                  <a:pt x="23" y="203"/>
                  <a:pt x="15" y="200"/>
                  <a:pt x="9" y="194"/>
                </a:cubicBezTo>
                <a:cubicBezTo>
                  <a:pt x="3" y="188"/>
                  <a:pt x="0" y="181"/>
                  <a:pt x="0" y="172"/>
                </a:cubicBezTo>
                <a:lnTo>
                  <a:pt x="0" y="33"/>
                </a:lnTo>
                <a:cubicBezTo>
                  <a:pt x="0" y="24"/>
                  <a:pt x="3" y="16"/>
                  <a:pt x="9" y="9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2880">
            <a:solidFill>
              <a:srgbClr val="2a2f8f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7047000" y="1378800"/>
            <a:ext cx="19440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12855f"/>
                </a:solidFill>
                <a:latin typeface="DejaVuSans"/>
                <a:ea typeface="DejaVuSans"/>
              </a:rPr>
              <a:t>OC-SKS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5" name=""/>
          <p:cNvSpPr/>
          <p:nvPr/>
        </p:nvSpPr>
        <p:spPr>
          <a:xfrm>
            <a:off x="7439400" y="1819080"/>
            <a:ext cx="196560" cy="73080"/>
          </a:xfrm>
          <a:custGeom>
            <a:avLst/>
            <a:gdLst/>
            <a:ahLst/>
            <a:rect l="0" t="0" r="r" b="b"/>
            <a:pathLst>
              <a:path w="546" h="203">
                <a:moveTo>
                  <a:pt x="32" y="0"/>
                </a:moveTo>
                <a:lnTo>
                  <a:pt x="514" y="0"/>
                </a:lnTo>
                <a:cubicBezTo>
                  <a:pt x="523" y="0"/>
                  <a:pt x="530" y="3"/>
                  <a:pt x="536" y="9"/>
                </a:cubicBezTo>
                <a:cubicBezTo>
                  <a:pt x="543" y="15"/>
                  <a:pt x="546" y="23"/>
                  <a:pt x="546" y="31"/>
                </a:cubicBezTo>
                <a:lnTo>
                  <a:pt x="546" y="171"/>
                </a:lnTo>
                <a:cubicBezTo>
                  <a:pt x="546" y="180"/>
                  <a:pt x="543" y="188"/>
                  <a:pt x="536" y="194"/>
                </a:cubicBezTo>
                <a:cubicBezTo>
                  <a:pt x="530" y="200"/>
                  <a:pt x="523" y="203"/>
                  <a:pt x="514" y="203"/>
                </a:cubicBezTo>
                <a:lnTo>
                  <a:pt x="32" y="203"/>
                </a:lnTo>
                <a:cubicBezTo>
                  <a:pt x="23" y="203"/>
                  <a:pt x="16" y="200"/>
                  <a:pt x="9" y="194"/>
                </a:cubicBezTo>
                <a:cubicBezTo>
                  <a:pt x="3" y="188"/>
                  <a:pt x="0" y="180"/>
                  <a:pt x="0" y="171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6" name=""/>
          <p:cNvSpPr/>
          <p:nvPr/>
        </p:nvSpPr>
        <p:spPr>
          <a:xfrm>
            <a:off x="7439400" y="1819080"/>
            <a:ext cx="196560" cy="73080"/>
          </a:xfrm>
          <a:custGeom>
            <a:avLst/>
            <a:gdLst/>
            <a:ahLst/>
            <a:rect l="0" t="0" r="r" b="b"/>
            <a:pathLst>
              <a:path w="546" h="203">
                <a:moveTo>
                  <a:pt x="32" y="0"/>
                </a:moveTo>
                <a:lnTo>
                  <a:pt x="514" y="0"/>
                </a:lnTo>
                <a:cubicBezTo>
                  <a:pt x="523" y="0"/>
                  <a:pt x="530" y="3"/>
                  <a:pt x="536" y="9"/>
                </a:cubicBezTo>
                <a:cubicBezTo>
                  <a:pt x="543" y="15"/>
                  <a:pt x="546" y="23"/>
                  <a:pt x="546" y="31"/>
                </a:cubicBezTo>
                <a:lnTo>
                  <a:pt x="546" y="171"/>
                </a:lnTo>
                <a:cubicBezTo>
                  <a:pt x="546" y="180"/>
                  <a:pt x="543" y="188"/>
                  <a:pt x="536" y="194"/>
                </a:cubicBezTo>
                <a:cubicBezTo>
                  <a:pt x="530" y="200"/>
                  <a:pt x="523" y="203"/>
                  <a:pt x="514" y="203"/>
                </a:cubicBezTo>
                <a:lnTo>
                  <a:pt x="32" y="203"/>
                </a:lnTo>
                <a:cubicBezTo>
                  <a:pt x="23" y="203"/>
                  <a:pt x="16" y="200"/>
                  <a:pt x="9" y="194"/>
                </a:cubicBezTo>
                <a:cubicBezTo>
                  <a:pt x="3" y="188"/>
                  <a:pt x="0" y="180"/>
                  <a:pt x="0" y="171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2880">
            <a:solidFill>
              <a:srgbClr val="7a2f5e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8206200" y="2007000"/>
            <a:ext cx="20052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2a2f8f"/>
                </a:solidFill>
                <a:latin typeface="DejaVuSans"/>
                <a:ea typeface="DejaVuSans"/>
              </a:rPr>
              <a:t>OC-LMS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8" name=""/>
          <p:cNvSpPr/>
          <p:nvPr/>
        </p:nvSpPr>
        <p:spPr>
          <a:xfrm>
            <a:off x="5955840" y="1737000"/>
            <a:ext cx="171360" cy="73080"/>
          </a:xfrm>
          <a:custGeom>
            <a:avLst/>
            <a:gdLst/>
            <a:ahLst/>
            <a:rect l="0" t="0" r="r" b="b"/>
            <a:pathLst>
              <a:path w="476" h="203">
                <a:moveTo>
                  <a:pt x="32" y="0"/>
                </a:moveTo>
                <a:lnTo>
                  <a:pt x="444" y="0"/>
                </a:lnTo>
                <a:cubicBezTo>
                  <a:pt x="453" y="0"/>
                  <a:pt x="460" y="3"/>
                  <a:pt x="467" y="9"/>
                </a:cubicBezTo>
                <a:cubicBezTo>
                  <a:pt x="473" y="16"/>
                  <a:pt x="476" y="23"/>
                  <a:pt x="476" y="32"/>
                </a:cubicBezTo>
                <a:lnTo>
                  <a:pt x="476" y="172"/>
                </a:lnTo>
                <a:cubicBezTo>
                  <a:pt x="476" y="181"/>
                  <a:pt x="473" y="188"/>
                  <a:pt x="467" y="194"/>
                </a:cubicBezTo>
                <a:cubicBezTo>
                  <a:pt x="460" y="200"/>
                  <a:pt x="453" y="203"/>
                  <a:pt x="444" y="203"/>
                </a:cubicBezTo>
                <a:lnTo>
                  <a:pt x="32" y="203"/>
                </a:lnTo>
                <a:cubicBezTo>
                  <a:pt x="23" y="203"/>
                  <a:pt x="15" y="200"/>
                  <a:pt x="9" y="194"/>
                </a:cubicBezTo>
                <a:cubicBezTo>
                  <a:pt x="3" y="188"/>
                  <a:pt x="0" y="181"/>
                  <a:pt x="0" y="172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9" name=""/>
          <p:cNvSpPr/>
          <p:nvPr/>
        </p:nvSpPr>
        <p:spPr>
          <a:xfrm>
            <a:off x="5955840" y="1737000"/>
            <a:ext cx="171360" cy="73080"/>
          </a:xfrm>
          <a:custGeom>
            <a:avLst/>
            <a:gdLst/>
            <a:ahLst/>
            <a:rect l="0" t="0" r="r" b="b"/>
            <a:pathLst>
              <a:path w="476" h="203">
                <a:moveTo>
                  <a:pt x="32" y="0"/>
                </a:moveTo>
                <a:lnTo>
                  <a:pt x="444" y="0"/>
                </a:lnTo>
                <a:cubicBezTo>
                  <a:pt x="453" y="0"/>
                  <a:pt x="460" y="3"/>
                  <a:pt x="467" y="9"/>
                </a:cubicBezTo>
                <a:cubicBezTo>
                  <a:pt x="473" y="16"/>
                  <a:pt x="476" y="23"/>
                  <a:pt x="476" y="32"/>
                </a:cubicBezTo>
                <a:lnTo>
                  <a:pt x="476" y="172"/>
                </a:lnTo>
                <a:cubicBezTo>
                  <a:pt x="476" y="181"/>
                  <a:pt x="473" y="188"/>
                  <a:pt x="467" y="194"/>
                </a:cubicBezTo>
                <a:cubicBezTo>
                  <a:pt x="460" y="200"/>
                  <a:pt x="453" y="203"/>
                  <a:pt x="444" y="203"/>
                </a:cubicBezTo>
                <a:lnTo>
                  <a:pt x="32" y="203"/>
                </a:lnTo>
                <a:cubicBezTo>
                  <a:pt x="23" y="203"/>
                  <a:pt x="15" y="200"/>
                  <a:pt x="9" y="194"/>
                </a:cubicBezTo>
                <a:cubicBezTo>
                  <a:pt x="3" y="188"/>
                  <a:pt x="0" y="181"/>
                  <a:pt x="0" y="172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5" y="3"/>
                  <a:pt x="23" y="0"/>
                  <a:pt x="32" y="0"/>
                </a:cubicBezTo>
                <a:close/>
              </a:path>
            </a:pathLst>
          </a:custGeom>
          <a:noFill/>
          <a:ln w="2880">
            <a:solidFill>
              <a:srgbClr val="7b3fb8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7441200" y="1833840"/>
            <a:ext cx="19440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7a2f5e"/>
                </a:solidFill>
                <a:latin typeface="DejaVuSans"/>
                <a:ea typeface="DejaVuSans"/>
              </a:rPr>
              <a:t>OC-SVS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1" name=""/>
          <p:cNvSpPr/>
          <p:nvPr/>
        </p:nvSpPr>
        <p:spPr>
          <a:xfrm>
            <a:off x="5641200" y="1737000"/>
            <a:ext cx="171360" cy="73080"/>
          </a:xfrm>
          <a:custGeom>
            <a:avLst/>
            <a:gdLst/>
            <a:ahLst/>
            <a:rect l="0" t="0" r="r" b="b"/>
            <a:pathLst>
              <a:path w="476" h="203">
                <a:moveTo>
                  <a:pt x="32" y="0"/>
                </a:moveTo>
                <a:lnTo>
                  <a:pt x="445" y="0"/>
                </a:lnTo>
                <a:cubicBezTo>
                  <a:pt x="453" y="0"/>
                  <a:pt x="461" y="3"/>
                  <a:pt x="467" y="9"/>
                </a:cubicBezTo>
                <a:cubicBezTo>
                  <a:pt x="473" y="16"/>
                  <a:pt x="476" y="23"/>
                  <a:pt x="476" y="32"/>
                </a:cubicBezTo>
                <a:lnTo>
                  <a:pt x="476" y="172"/>
                </a:lnTo>
                <a:cubicBezTo>
                  <a:pt x="476" y="181"/>
                  <a:pt x="473" y="188"/>
                  <a:pt x="467" y="194"/>
                </a:cubicBezTo>
                <a:cubicBezTo>
                  <a:pt x="461" y="200"/>
                  <a:pt x="453" y="203"/>
                  <a:pt x="445" y="203"/>
                </a:cubicBezTo>
                <a:lnTo>
                  <a:pt x="32" y="203"/>
                </a:lnTo>
                <a:cubicBezTo>
                  <a:pt x="23" y="203"/>
                  <a:pt x="16" y="200"/>
                  <a:pt x="10" y="194"/>
                </a:cubicBezTo>
                <a:cubicBezTo>
                  <a:pt x="3" y="188"/>
                  <a:pt x="0" y="181"/>
                  <a:pt x="0" y="172"/>
                </a:cubicBezTo>
                <a:lnTo>
                  <a:pt x="0" y="32"/>
                </a:lnTo>
                <a:cubicBezTo>
                  <a:pt x="0" y="23"/>
                  <a:pt x="3" y="16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2" name=""/>
          <p:cNvSpPr/>
          <p:nvPr/>
        </p:nvSpPr>
        <p:spPr>
          <a:xfrm>
            <a:off x="5641200" y="1737000"/>
            <a:ext cx="171360" cy="73080"/>
          </a:xfrm>
          <a:custGeom>
            <a:avLst/>
            <a:gdLst/>
            <a:ahLst/>
            <a:rect l="0" t="0" r="r" b="b"/>
            <a:pathLst>
              <a:path w="476" h="203">
                <a:moveTo>
                  <a:pt x="32" y="0"/>
                </a:moveTo>
                <a:lnTo>
                  <a:pt x="445" y="0"/>
                </a:lnTo>
                <a:cubicBezTo>
                  <a:pt x="453" y="0"/>
                  <a:pt x="461" y="3"/>
                  <a:pt x="467" y="9"/>
                </a:cubicBezTo>
                <a:cubicBezTo>
                  <a:pt x="473" y="16"/>
                  <a:pt x="476" y="23"/>
                  <a:pt x="476" y="32"/>
                </a:cubicBezTo>
                <a:lnTo>
                  <a:pt x="476" y="172"/>
                </a:lnTo>
                <a:cubicBezTo>
                  <a:pt x="476" y="181"/>
                  <a:pt x="473" y="188"/>
                  <a:pt x="467" y="194"/>
                </a:cubicBezTo>
                <a:cubicBezTo>
                  <a:pt x="461" y="200"/>
                  <a:pt x="453" y="203"/>
                  <a:pt x="445" y="203"/>
                </a:cubicBezTo>
                <a:lnTo>
                  <a:pt x="32" y="203"/>
                </a:lnTo>
                <a:cubicBezTo>
                  <a:pt x="23" y="203"/>
                  <a:pt x="16" y="200"/>
                  <a:pt x="10" y="194"/>
                </a:cubicBezTo>
                <a:cubicBezTo>
                  <a:pt x="3" y="188"/>
                  <a:pt x="0" y="181"/>
                  <a:pt x="0" y="172"/>
                </a:cubicBezTo>
                <a:lnTo>
                  <a:pt x="0" y="32"/>
                </a:lnTo>
                <a:cubicBezTo>
                  <a:pt x="0" y="23"/>
                  <a:pt x="3" y="16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2880">
            <a:solidFill>
              <a:srgbClr val="7b3fb8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5963040" y="1751760"/>
            <a:ext cx="15624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7b3fb8"/>
                </a:solidFill>
                <a:latin typeface="DejaVuSans"/>
                <a:ea typeface="DejaVuSans"/>
              </a:rPr>
              <a:t>R-SKS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4" name=""/>
          <p:cNvSpPr/>
          <p:nvPr/>
        </p:nvSpPr>
        <p:spPr>
          <a:xfrm>
            <a:off x="4506480" y="2046600"/>
            <a:ext cx="171360" cy="73080"/>
          </a:xfrm>
          <a:custGeom>
            <a:avLst/>
            <a:gdLst/>
            <a:ahLst/>
            <a:rect l="0" t="0" r="r" b="b"/>
            <a:pathLst>
              <a:path w="476" h="203">
                <a:moveTo>
                  <a:pt x="31" y="0"/>
                </a:moveTo>
                <a:lnTo>
                  <a:pt x="444" y="0"/>
                </a:lnTo>
                <a:cubicBezTo>
                  <a:pt x="453" y="0"/>
                  <a:pt x="460" y="3"/>
                  <a:pt x="466" y="9"/>
                </a:cubicBezTo>
                <a:cubicBezTo>
                  <a:pt x="472" y="15"/>
                  <a:pt x="476" y="23"/>
                  <a:pt x="476" y="31"/>
                </a:cubicBezTo>
                <a:lnTo>
                  <a:pt x="476" y="171"/>
                </a:lnTo>
                <a:cubicBezTo>
                  <a:pt x="476" y="180"/>
                  <a:pt x="472" y="188"/>
                  <a:pt x="466" y="194"/>
                </a:cubicBezTo>
                <a:cubicBezTo>
                  <a:pt x="460" y="200"/>
                  <a:pt x="453" y="203"/>
                  <a:pt x="444" y="203"/>
                </a:cubicBezTo>
                <a:lnTo>
                  <a:pt x="31" y="203"/>
                </a:lnTo>
                <a:cubicBezTo>
                  <a:pt x="23" y="203"/>
                  <a:pt x="15" y="200"/>
                  <a:pt x="9" y="194"/>
                </a:cubicBezTo>
                <a:cubicBezTo>
                  <a:pt x="3" y="188"/>
                  <a:pt x="0" y="180"/>
                  <a:pt x="0" y="171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5" name=""/>
          <p:cNvSpPr/>
          <p:nvPr/>
        </p:nvSpPr>
        <p:spPr>
          <a:xfrm>
            <a:off x="4506480" y="2046600"/>
            <a:ext cx="171360" cy="73080"/>
          </a:xfrm>
          <a:custGeom>
            <a:avLst/>
            <a:gdLst/>
            <a:ahLst/>
            <a:rect l="0" t="0" r="r" b="b"/>
            <a:pathLst>
              <a:path w="476" h="203">
                <a:moveTo>
                  <a:pt x="31" y="0"/>
                </a:moveTo>
                <a:lnTo>
                  <a:pt x="444" y="0"/>
                </a:lnTo>
                <a:cubicBezTo>
                  <a:pt x="453" y="0"/>
                  <a:pt x="460" y="3"/>
                  <a:pt x="466" y="9"/>
                </a:cubicBezTo>
                <a:cubicBezTo>
                  <a:pt x="472" y="15"/>
                  <a:pt x="476" y="23"/>
                  <a:pt x="476" y="31"/>
                </a:cubicBezTo>
                <a:lnTo>
                  <a:pt x="476" y="171"/>
                </a:lnTo>
                <a:cubicBezTo>
                  <a:pt x="476" y="180"/>
                  <a:pt x="472" y="188"/>
                  <a:pt x="466" y="194"/>
                </a:cubicBezTo>
                <a:cubicBezTo>
                  <a:pt x="460" y="200"/>
                  <a:pt x="453" y="203"/>
                  <a:pt x="444" y="203"/>
                </a:cubicBezTo>
                <a:lnTo>
                  <a:pt x="31" y="203"/>
                </a:lnTo>
                <a:cubicBezTo>
                  <a:pt x="23" y="203"/>
                  <a:pt x="15" y="200"/>
                  <a:pt x="9" y="194"/>
                </a:cubicBezTo>
                <a:cubicBezTo>
                  <a:pt x="3" y="188"/>
                  <a:pt x="0" y="180"/>
                  <a:pt x="0" y="171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5" y="3"/>
                  <a:pt x="23" y="0"/>
                  <a:pt x="31" y="0"/>
                </a:cubicBezTo>
                <a:close/>
              </a:path>
            </a:pathLst>
          </a:custGeom>
          <a:noFill/>
          <a:ln w="2880">
            <a:solidFill>
              <a:srgbClr val="b1268b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5650560" y="1751760"/>
            <a:ext cx="15624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7b3fb8"/>
                </a:solidFill>
                <a:latin typeface="DejaVuSans"/>
                <a:ea typeface="DejaVuSans"/>
              </a:rPr>
              <a:t>R-SKS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7" name=""/>
          <p:cNvSpPr/>
          <p:nvPr/>
        </p:nvSpPr>
        <p:spPr>
          <a:xfrm>
            <a:off x="5695920" y="1809720"/>
            <a:ext cx="171360" cy="73440"/>
          </a:xfrm>
          <a:custGeom>
            <a:avLst/>
            <a:gdLst/>
            <a:ahLst/>
            <a:rect l="0" t="0" r="r" b="b"/>
            <a:pathLst>
              <a:path w="476" h="204">
                <a:moveTo>
                  <a:pt x="32" y="0"/>
                </a:moveTo>
                <a:lnTo>
                  <a:pt x="444" y="0"/>
                </a:lnTo>
                <a:cubicBezTo>
                  <a:pt x="453" y="0"/>
                  <a:pt x="461" y="4"/>
                  <a:pt x="467" y="10"/>
                </a:cubicBezTo>
                <a:cubicBezTo>
                  <a:pt x="473" y="16"/>
                  <a:pt x="476" y="23"/>
                  <a:pt x="476" y="32"/>
                </a:cubicBezTo>
                <a:lnTo>
                  <a:pt x="476" y="172"/>
                </a:lnTo>
                <a:cubicBezTo>
                  <a:pt x="476" y="181"/>
                  <a:pt x="473" y="188"/>
                  <a:pt x="467" y="194"/>
                </a:cubicBezTo>
                <a:cubicBezTo>
                  <a:pt x="461" y="201"/>
                  <a:pt x="453" y="204"/>
                  <a:pt x="444" y="204"/>
                </a:cubicBezTo>
                <a:lnTo>
                  <a:pt x="32" y="204"/>
                </a:lnTo>
                <a:cubicBezTo>
                  <a:pt x="23" y="204"/>
                  <a:pt x="16" y="201"/>
                  <a:pt x="10" y="194"/>
                </a:cubicBezTo>
                <a:cubicBezTo>
                  <a:pt x="3" y="188"/>
                  <a:pt x="0" y="181"/>
                  <a:pt x="0" y="172"/>
                </a:cubicBezTo>
                <a:lnTo>
                  <a:pt x="0" y="32"/>
                </a:lnTo>
                <a:cubicBezTo>
                  <a:pt x="0" y="23"/>
                  <a:pt x="3" y="16"/>
                  <a:pt x="10" y="10"/>
                </a:cubicBezTo>
                <a:cubicBezTo>
                  <a:pt x="16" y="4"/>
                  <a:pt x="23" y="0"/>
                  <a:pt x="32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8" name=""/>
          <p:cNvSpPr/>
          <p:nvPr/>
        </p:nvSpPr>
        <p:spPr>
          <a:xfrm>
            <a:off x="5695920" y="1809720"/>
            <a:ext cx="171360" cy="73440"/>
          </a:xfrm>
          <a:custGeom>
            <a:avLst/>
            <a:gdLst/>
            <a:ahLst/>
            <a:rect l="0" t="0" r="r" b="b"/>
            <a:pathLst>
              <a:path w="476" h="204">
                <a:moveTo>
                  <a:pt x="32" y="0"/>
                </a:moveTo>
                <a:lnTo>
                  <a:pt x="444" y="0"/>
                </a:lnTo>
                <a:cubicBezTo>
                  <a:pt x="453" y="0"/>
                  <a:pt x="461" y="4"/>
                  <a:pt x="467" y="10"/>
                </a:cubicBezTo>
                <a:cubicBezTo>
                  <a:pt x="473" y="16"/>
                  <a:pt x="476" y="23"/>
                  <a:pt x="476" y="32"/>
                </a:cubicBezTo>
                <a:lnTo>
                  <a:pt x="476" y="172"/>
                </a:lnTo>
                <a:cubicBezTo>
                  <a:pt x="476" y="181"/>
                  <a:pt x="473" y="188"/>
                  <a:pt x="467" y="194"/>
                </a:cubicBezTo>
                <a:cubicBezTo>
                  <a:pt x="461" y="201"/>
                  <a:pt x="453" y="204"/>
                  <a:pt x="444" y="204"/>
                </a:cubicBezTo>
                <a:lnTo>
                  <a:pt x="32" y="204"/>
                </a:lnTo>
                <a:cubicBezTo>
                  <a:pt x="23" y="204"/>
                  <a:pt x="16" y="201"/>
                  <a:pt x="10" y="194"/>
                </a:cubicBezTo>
                <a:cubicBezTo>
                  <a:pt x="3" y="188"/>
                  <a:pt x="0" y="181"/>
                  <a:pt x="0" y="172"/>
                </a:cubicBezTo>
                <a:lnTo>
                  <a:pt x="0" y="32"/>
                </a:lnTo>
                <a:cubicBezTo>
                  <a:pt x="0" y="23"/>
                  <a:pt x="3" y="16"/>
                  <a:pt x="10" y="10"/>
                </a:cubicBezTo>
                <a:cubicBezTo>
                  <a:pt x="16" y="4"/>
                  <a:pt x="23" y="0"/>
                  <a:pt x="32" y="0"/>
                </a:cubicBezTo>
                <a:close/>
              </a:path>
            </a:pathLst>
          </a:custGeom>
          <a:noFill/>
          <a:ln w="2880">
            <a:solidFill>
              <a:srgbClr val="7b3fb8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4514760" y="2061360"/>
            <a:ext cx="15768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b1268b"/>
                </a:solidFill>
                <a:latin typeface="DejaVuSans"/>
                <a:ea typeface="DejaVuSans"/>
              </a:rPr>
              <a:t>KRS-R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0" name=""/>
          <p:cNvSpPr/>
          <p:nvPr/>
        </p:nvSpPr>
        <p:spPr>
          <a:xfrm>
            <a:off x="5041800" y="1723320"/>
            <a:ext cx="171360" cy="73440"/>
          </a:xfrm>
          <a:custGeom>
            <a:avLst/>
            <a:gdLst/>
            <a:ahLst/>
            <a:rect l="0" t="0" r="r" b="b"/>
            <a:pathLst>
              <a:path w="476" h="204">
                <a:moveTo>
                  <a:pt x="32" y="0"/>
                </a:moveTo>
                <a:lnTo>
                  <a:pt x="444" y="0"/>
                </a:lnTo>
                <a:cubicBezTo>
                  <a:pt x="453" y="0"/>
                  <a:pt x="461" y="3"/>
                  <a:pt x="467" y="10"/>
                </a:cubicBezTo>
                <a:cubicBezTo>
                  <a:pt x="473" y="16"/>
                  <a:pt x="476" y="23"/>
                  <a:pt x="476" y="32"/>
                </a:cubicBezTo>
                <a:lnTo>
                  <a:pt x="476" y="172"/>
                </a:lnTo>
                <a:cubicBezTo>
                  <a:pt x="476" y="181"/>
                  <a:pt x="473" y="188"/>
                  <a:pt x="467" y="194"/>
                </a:cubicBezTo>
                <a:cubicBezTo>
                  <a:pt x="461" y="200"/>
                  <a:pt x="453" y="204"/>
                  <a:pt x="444" y="204"/>
                </a:cubicBezTo>
                <a:lnTo>
                  <a:pt x="32" y="204"/>
                </a:lnTo>
                <a:cubicBezTo>
                  <a:pt x="23" y="204"/>
                  <a:pt x="16" y="200"/>
                  <a:pt x="10" y="194"/>
                </a:cubicBezTo>
                <a:cubicBezTo>
                  <a:pt x="4" y="188"/>
                  <a:pt x="0" y="181"/>
                  <a:pt x="0" y="172"/>
                </a:cubicBezTo>
                <a:lnTo>
                  <a:pt x="0" y="32"/>
                </a:lnTo>
                <a:cubicBezTo>
                  <a:pt x="0" y="23"/>
                  <a:pt x="4" y="16"/>
                  <a:pt x="10" y="10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1" name=""/>
          <p:cNvSpPr/>
          <p:nvPr/>
        </p:nvSpPr>
        <p:spPr>
          <a:xfrm>
            <a:off x="5041800" y="1723320"/>
            <a:ext cx="171360" cy="73440"/>
          </a:xfrm>
          <a:custGeom>
            <a:avLst/>
            <a:gdLst/>
            <a:ahLst/>
            <a:rect l="0" t="0" r="r" b="b"/>
            <a:pathLst>
              <a:path w="476" h="204">
                <a:moveTo>
                  <a:pt x="32" y="0"/>
                </a:moveTo>
                <a:lnTo>
                  <a:pt x="444" y="0"/>
                </a:lnTo>
                <a:cubicBezTo>
                  <a:pt x="453" y="0"/>
                  <a:pt x="461" y="3"/>
                  <a:pt x="467" y="10"/>
                </a:cubicBezTo>
                <a:cubicBezTo>
                  <a:pt x="473" y="16"/>
                  <a:pt x="476" y="23"/>
                  <a:pt x="476" y="32"/>
                </a:cubicBezTo>
                <a:lnTo>
                  <a:pt x="476" y="172"/>
                </a:lnTo>
                <a:cubicBezTo>
                  <a:pt x="476" y="181"/>
                  <a:pt x="473" y="188"/>
                  <a:pt x="467" y="194"/>
                </a:cubicBezTo>
                <a:cubicBezTo>
                  <a:pt x="461" y="200"/>
                  <a:pt x="453" y="204"/>
                  <a:pt x="444" y="204"/>
                </a:cubicBezTo>
                <a:lnTo>
                  <a:pt x="32" y="204"/>
                </a:lnTo>
                <a:cubicBezTo>
                  <a:pt x="23" y="204"/>
                  <a:pt x="16" y="200"/>
                  <a:pt x="10" y="194"/>
                </a:cubicBezTo>
                <a:cubicBezTo>
                  <a:pt x="4" y="188"/>
                  <a:pt x="0" y="181"/>
                  <a:pt x="0" y="172"/>
                </a:cubicBezTo>
                <a:lnTo>
                  <a:pt x="0" y="32"/>
                </a:lnTo>
                <a:cubicBezTo>
                  <a:pt x="0" y="23"/>
                  <a:pt x="4" y="16"/>
                  <a:pt x="10" y="10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2880">
            <a:solidFill>
              <a:srgbClr val="b5651d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5705280" y="1824840"/>
            <a:ext cx="15624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7b3fb8"/>
                </a:solidFill>
                <a:latin typeface="DejaVuSans"/>
                <a:ea typeface="DejaVuSans"/>
              </a:rPr>
              <a:t>R-SKS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3" name=""/>
          <p:cNvSpPr/>
          <p:nvPr/>
        </p:nvSpPr>
        <p:spPr>
          <a:xfrm>
            <a:off x="4034520" y="1784880"/>
            <a:ext cx="171360" cy="73080"/>
          </a:xfrm>
          <a:custGeom>
            <a:avLst/>
            <a:gdLst/>
            <a:ahLst/>
            <a:rect l="0" t="0" r="r" b="b"/>
            <a:pathLst>
              <a:path w="476" h="203">
                <a:moveTo>
                  <a:pt x="32" y="0"/>
                </a:moveTo>
                <a:lnTo>
                  <a:pt x="444" y="0"/>
                </a:lnTo>
                <a:cubicBezTo>
                  <a:pt x="453" y="0"/>
                  <a:pt x="461" y="3"/>
                  <a:pt x="467" y="9"/>
                </a:cubicBezTo>
                <a:cubicBezTo>
                  <a:pt x="473" y="15"/>
                  <a:pt x="476" y="23"/>
                  <a:pt x="476" y="32"/>
                </a:cubicBezTo>
                <a:lnTo>
                  <a:pt x="476" y="171"/>
                </a:lnTo>
                <a:cubicBezTo>
                  <a:pt x="476" y="179"/>
                  <a:pt x="473" y="187"/>
                  <a:pt x="467" y="194"/>
                </a:cubicBezTo>
                <a:cubicBezTo>
                  <a:pt x="461" y="200"/>
                  <a:pt x="453" y="203"/>
                  <a:pt x="444" y="203"/>
                </a:cubicBezTo>
                <a:lnTo>
                  <a:pt x="32" y="203"/>
                </a:lnTo>
                <a:cubicBezTo>
                  <a:pt x="23" y="203"/>
                  <a:pt x="16" y="200"/>
                  <a:pt x="10" y="194"/>
                </a:cubicBezTo>
                <a:cubicBezTo>
                  <a:pt x="3" y="187"/>
                  <a:pt x="0" y="179"/>
                  <a:pt x="0" y="171"/>
                </a:cubicBezTo>
                <a:lnTo>
                  <a:pt x="0" y="32"/>
                </a:lnTo>
                <a:cubicBezTo>
                  <a:pt x="0" y="23"/>
                  <a:pt x="3" y="15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4" name=""/>
          <p:cNvSpPr/>
          <p:nvPr/>
        </p:nvSpPr>
        <p:spPr>
          <a:xfrm>
            <a:off x="4034520" y="1784880"/>
            <a:ext cx="171360" cy="73080"/>
          </a:xfrm>
          <a:custGeom>
            <a:avLst/>
            <a:gdLst/>
            <a:ahLst/>
            <a:rect l="0" t="0" r="r" b="b"/>
            <a:pathLst>
              <a:path w="476" h="203">
                <a:moveTo>
                  <a:pt x="32" y="0"/>
                </a:moveTo>
                <a:lnTo>
                  <a:pt x="444" y="0"/>
                </a:lnTo>
                <a:cubicBezTo>
                  <a:pt x="453" y="0"/>
                  <a:pt x="461" y="3"/>
                  <a:pt x="467" y="9"/>
                </a:cubicBezTo>
                <a:cubicBezTo>
                  <a:pt x="473" y="15"/>
                  <a:pt x="476" y="23"/>
                  <a:pt x="476" y="32"/>
                </a:cubicBezTo>
                <a:lnTo>
                  <a:pt x="476" y="171"/>
                </a:lnTo>
                <a:cubicBezTo>
                  <a:pt x="476" y="179"/>
                  <a:pt x="473" y="187"/>
                  <a:pt x="467" y="194"/>
                </a:cubicBezTo>
                <a:cubicBezTo>
                  <a:pt x="461" y="200"/>
                  <a:pt x="453" y="203"/>
                  <a:pt x="444" y="203"/>
                </a:cubicBezTo>
                <a:lnTo>
                  <a:pt x="32" y="203"/>
                </a:lnTo>
                <a:cubicBezTo>
                  <a:pt x="23" y="203"/>
                  <a:pt x="16" y="200"/>
                  <a:pt x="10" y="194"/>
                </a:cubicBezTo>
                <a:cubicBezTo>
                  <a:pt x="3" y="187"/>
                  <a:pt x="0" y="179"/>
                  <a:pt x="0" y="171"/>
                </a:cubicBezTo>
                <a:lnTo>
                  <a:pt x="0" y="32"/>
                </a:lnTo>
                <a:cubicBezTo>
                  <a:pt x="0" y="23"/>
                  <a:pt x="3" y="15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2880">
            <a:solidFill>
              <a:srgbClr val="b5651d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5050440" y="1738440"/>
            <a:ext cx="15480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b5651d"/>
                </a:solidFill>
                <a:latin typeface="DejaVuSans"/>
                <a:ea typeface="DejaVuSans"/>
              </a:rPr>
              <a:t>P-SKS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6" name=""/>
          <p:cNvSpPr/>
          <p:nvPr/>
        </p:nvSpPr>
        <p:spPr>
          <a:xfrm>
            <a:off x="4005000" y="2224080"/>
            <a:ext cx="171360" cy="73080"/>
          </a:xfrm>
          <a:custGeom>
            <a:avLst/>
            <a:gdLst/>
            <a:ahLst/>
            <a:rect l="0" t="0" r="r" b="b"/>
            <a:pathLst>
              <a:path w="476" h="203">
                <a:moveTo>
                  <a:pt x="33" y="0"/>
                </a:moveTo>
                <a:lnTo>
                  <a:pt x="444" y="0"/>
                </a:lnTo>
                <a:cubicBezTo>
                  <a:pt x="453" y="0"/>
                  <a:pt x="460" y="3"/>
                  <a:pt x="467" y="9"/>
                </a:cubicBezTo>
                <a:cubicBezTo>
                  <a:pt x="473" y="15"/>
                  <a:pt x="476" y="23"/>
                  <a:pt x="476" y="31"/>
                </a:cubicBezTo>
                <a:lnTo>
                  <a:pt x="476" y="170"/>
                </a:lnTo>
                <a:cubicBezTo>
                  <a:pt x="476" y="179"/>
                  <a:pt x="473" y="188"/>
                  <a:pt x="467" y="194"/>
                </a:cubicBezTo>
                <a:cubicBezTo>
                  <a:pt x="460" y="200"/>
                  <a:pt x="453" y="203"/>
                  <a:pt x="444" y="203"/>
                </a:cubicBezTo>
                <a:lnTo>
                  <a:pt x="33" y="203"/>
                </a:lnTo>
                <a:cubicBezTo>
                  <a:pt x="24" y="203"/>
                  <a:pt x="17" y="200"/>
                  <a:pt x="9" y="194"/>
                </a:cubicBezTo>
                <a:cubicBezTo>
                  <a:pt x="3" y="188"/>
                  <a:pt x="0" y="179"/>
                  <a:pt x="0" y="170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7" y="3"/>
                  <a:pt x="24" y="0"/>
                  <a:pt x="33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7" name=""/>
          <p:cNvSpPr/>
          <p:nvPr/>
        </p:nvSpPr>
        <p:spPr>
          <a:xfrm>
            <a:off x="4005000" y="2224080"/>
            <a:ext cx="171360" cy="73080"/>
          </a:xfrm>
          <a:custGeom>
            <a:avLst/>
            <a:gdLst/>
            <a:ahLst/>
            <a:rect l="0" t="0" r="r" b="b"/>
            <a:pathLst>
              <a:path w="476" h="203">
                <a:moveTo>
                  <a:pt x="33" y="0"/>
                </a:moveTo>
                <a:lnTo>
                  <a:pt x="444" y="0"/>
                </a:lnTo>
                <a:cubicBezTo>
                  <a:pt x="453" y="0"/>
                  <a:pt x="460" y="3"/>
                  <a:pt x="467" y="9"/>
                </a:cubicBezTo>
                <a:cubicBezTo>
                  <a:pt x="473" y="15"/>
                  <a:pt x="476" y="23"/>
                  <a:pt x="476" y="31"/>
                </a:cubicBezTo>
                <a:lnTo>
                  <a:pt x="476" y="170"/>
                </a:lnTo>
                <a:cubicBezTo>
                  <a:pt x="476" y="179"/>
                  <a:pt x="473" y="188"/>
                  <a:pt x="467" y="194"/>
                </a:cubicBezTo>
                <a:cubicBezTo>
                  <a:pt x="460" y="200"/>
                  <a:pt x="453" y="203"/>
                  <a:pt x="444" y="203"/>
                </a:cubicBezTo>
                <a:lnTo>
                  <a:pt x="33" y="203"/>
                </a:lnTo>
                <a:cubicBezTo>
                  <a:pt x="24" y="203"/>
                  <a:pt x="17" y="200"/>
                  <a:pt x="9" y="194"/>
                </a:cubicBezTo>
                <a:cubicBezTo>
                  <a:pt x="3" y="188"/>
                  <a:pt x="0" y="179"/>
                  <a:pt x="0" y="170"/>
                </a:cubicBezTo>
                <a:lnTo>
                  <a:pt x="0" y="31"/>
                </a:lnTo>
                <a:cubicBezTo>
                  <a:pt x="0" y="23"/>
                  <a:pt x="3" y="15"/>
                  <a:pt x="9" y="9"/>
                </a:cubicBezTo>
                <a:cubicBezTo>
                  <a:pt x="17" y="3"/>
                  <a:pt x="24" y="0"/>
                  <a:pt x="33" y="0"/>
                </a:cubicBezTo>
                <a:close/>
              </a:path>
            </a:pathLst>
          </a:custGeom>
          <a:noFill/>
          <a:ln w="2880">
            <a:solidFill>
              <a:srgbClr val="2e7d32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4043160" y="1799640"/>
            <a:ext cx="15480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b5651d"/>
                </a:solidFill>
                <a:latin typeface="DejaVuSans"/>
                <a:ea typeface="DejaVuSans"/>
              </a:rPr>
              <a:t>P-SKS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9" name=""/>
          <p:cNvSpPr/>
          <p:nvPr/>
        </p:nvSpPr>
        <p:spPr>
          <a:xfrm>
            <a:off x="2386800" y="959040"/>
            <a:ext cx="146520" cy="73080"/>
          </a:xfrm>
          <a:custGeom>
            <a:avLst/>
            <a:gdLst/>
            <a:ahLst/>
            <a:rect l="0" t="0" r="r" b="b"/>
            <a:pathLst>
              <a:path w="407" h="203">
                <a:moveTo>
                  <a:pt x="32" y="0"/>
                </a:moveTo>
                <a:lnTo>
                  <a:pt x="375" y="0"/>
                </a:lnTo>
                <a:cubicBezTo>
                  <a:pt x="384" y="0"/>
                  <a:pt x="391" y="3"/>
                  <a:pt x="397" y="9"/>
                </a:cubicBezTo>
                <a:cubicBezTo>
                  <a:pt x="403" y="15"/>
                  <a:pt x="407" y="22"/>
                  <a:pt x="407" y="31"/>
                </a:cubicBezTo>
                <a:lnTo>
                  <a:pt x="407" y="171"/>
                </a:lnTo>
                <a:cubicBezTo>
                  <a:pt x="407" y="180"/>
                  <a:pt x="403" y="187"/>
                  <a:pt x="397" y="194"/>
                </a:cubicBezTo>
                <a:cubicBezTo>
                  <a:pt x="391" y="200"/>
                  <a:pt x="384" y="203"/>
                  <a:pt x="375" y="203"/>
                </a:cubicBezTo>
                <a:lnTo>
                  <a:pt x="32" y="203"/>
                </a:lnTo>
                <a:cubicBezTo>
                  <a:pt x="23" y="203"/>
                  <a:pt x="16" y="200"/>
                  <a:pt x="10" y="194"/>
                </a:cubicBezTo>
                <a:cubicBezTo>
                  <a:pt x="3" y="187"/>
                  <a:pt x="0" y="180"/>
                  <a:pt x="0" y="171"/>
                </a:cubicBezTo>
                <a:lnTo>
                  <a:pt x="0" y="31"/>
                </a:lnTo>
                <a:cubicBezTo>
                  <a:pt x="0" y="22"/>
                  <a:pt x="3" y="15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0" name=""/>
          <p:cNvSpPr/>
          <p:nvPr/>
        </p:nvSpPr>
        <p:spPr>
          <a:xfrm>
            <a:off x="2386800" y="959040"/>
            <a:ext cx="146520" cy="73080"/>
          </a:xfrm>
          <a:custGeom>
            <a:avLst/>
            <a:gdLst/>
            <a:ahLst/>
            <a:rect l="0" t="0" r="r" b="b"/>
            <a:pathLst>
              <a:path w="407" h="203">
                <a:moveTo>
                  <a:pt x="32" y="0"/>
                </a:moveTo>
                <a:lnTo>
                  <a:pt x="375" y="0"/>
                </a:lnTo>
                <a:cubicBezTo>
                  <a:pt x="384" y="0"/>
                  <a:pt x="391" y="3"/>
                  <a:pt x="397" y="9"/>
                </a:cubicBezTo>
                <a:cubicBezTo>
                  <a:pt x="403" y="15"/>
                  <a:pt x="407" y="22"/>
                  <a:pt x="407" y="31"/>
                </a:cubicBezTo>
                <a:lnTo>
                  <a:pt x="407" y="171"/>
                </a:lnTo>
                <a:cubicBezTo>
                  <a:pt x="407" y="180"/>
                  <a:pt x="403" y="187"/>
                  <a:pt x="397" y="194"/>
                </a:cubicBezTo>
                <a:cubicBezTo>
                  <a:pt x="391" y="200"/>
                  <a:pt x="384" y="203"/>
                  <a:pt x="375" y="203"/>
                </a:cubicBezTo>
                <a:lnTo>
                  <a:pt x="32" y="203"/>
                </a:lnTo>
                <a:cubicBezTo>
                  <a:pt x="23" y="203"/>
                  <a:pt x="16" y="200"/>
                  <a:pt x="10" y="194"/>
                </a:cubicBezTo>
                <a:cubicBezTo>
                  <a:pt x="3" y="187"/>
                  <a:pt x="0" y="180"/>
                  <a:pt x="0" y="171"/>
                </a:cubicBezTo>
                <a:lnTo>
                  <a:pt x="0" y="31"/>
                </a:lnTo>
                <a:cubicBezTo>
                  <a:pt x="0" y="22"/>
                  <a:pt x="3" y="15"/>
                  <a:pt x="10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2880">
            <a:solidFill>
              <a:srgbClr val="3d68ec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4011840" y="2238840"/>
            <a:ext cx="15624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2e7d32"/>
                </a:solidFill>
                <a:latin typeface="DejaVuSans"/>
                <a:ea typeface="DejaVuSans"/>
              </a:rPr>
              <a:t>KRS-P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2" name=""/>
          <p:cNvSpPr/>
          <p:nvPr/>
        </p:nvSpPr>
        <p:spPr>
          <a:xfrm>
            <a:off x="2537280" y="1336680"/>
            <a:ext cx="146160" cy="73080"/>
          </a:xfrm>
          <a:custGeom>
            <a:avLst/>
            <a:gdLst/>
            <a:ahLst/>
            <a:rect l="0" t="0" r="r" b="b"/>
            <a:pathLst>
              <a:path w="406" h="203">
                <a:moveTo>
                  <a:pt x="32" y="0"/>
                </a:moveTo>
                <a:lnTo>
                  <a:pt x="375" y="0"/>
                </a:lnTo>
                <a:cubicBezTo>
                  <a:pt x="383" y="0"/>
                  <a:pt x="391" y="3"/>
                  <a:pt x="397" y="9"/>
                </a:cubicBezTo>
                <a:cubicBezTo>
                  <a:pt x="403" y="15"/>
                  <a:pt x="406" y="23"/>
                  <a:pt x="406" y="32"/>
                </a:cubicBezTo>
                <a:lnTo>
                  <a:pt x="406" y="171"/>
                </a:lnTo>
                <a:cubicBezTo>
                  <a:pt x="406" y="180"/>
                  <a:pt x="403" y="188"/>
                  <a:pt x="397" y="194"/>
                </a:cubicBezTo>
                <a:cubicBezTo>
                  <a:pt x="391" y="200"/>
                  <a:pt x="383" y="203"/>
                  <a:pt x="375" y="203"/>
                </a:cubicBezTo>
                <a:lnTo>
                  <a:pt x="32" y="203"/>
                </a:lnTo>
                <a:cubicBezTo>
                  <a:pt x="23" y="203"/>
                  <a:pt x="16" y="200"/>
                  <a:pt x="9" y="194"/>
                </a:cubicBezTo>
                <a:cubicBezTo>
                  <a:pt x="3" y="188"/>
                  <a:pt x="0" y="180"/>
                  <a:pt x="0" y="171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3" name=""/>
          <p:cNvSpPr/>
          <p:nvPr/>
        </p:nvSpPr>
        <p:spPr>
          <a:xfrm>
            <a:off x="2537280" y="1336680"/>
            <a:ext cx="146160" cy="73080"/>
          </a:xfrm>
          <a:custGeom>
            <a:avLst/>
            <a:gdLst/>
            <a:ahLst/>
            <a:rect l="0" t="0" r="r" b="b"/>
            <a:pathLst>
              <a:path w="406" h="203">
                <a:moveTo>
                  <a:pt x="32" y="0"/>
                </a:moveTo>
                <a:lnTo>
                  <a:pt x="375" y="0"/>
                </a:lnTo>
                <a:cubicBezTo>
                  <a:pt x="383" y="0"/>
                  <a:pt x="391" y="3"/>
                  <a:pt x="397" y="9"/>
                </a:cubicBezTo>
                <a:cubicBezTo>
                  <a:pt x="403" y="15"/>
                  <a:pt x="406" y="23"/>
                  <a:pt x="406" y="32"/>
                </a:cubicBezTo>
                <a:lnTo>
                  <a:pt x="406" y="171"/>
                </a:lnTo>
                <a:cubicBezTo>
                  <a:pt x="406" y="180"/>
                  <a:pt x="403" y="188"/>
                  <a:pt x="397" y="194"/>
                </a:cubicBezTo>
                <a:cubicBezTo>
                  <a:pt x="391" y="200"/>
                  <a:pt x="383" y="203"/>
                  <a:pt x="375" y="203"/>
                </a:cubicBezTo>
                <a:lnTo>
                  <a:pt x="32" y="203"/>
                </a:lnTo>
                <a:cubicBezTo>
                  <a:pt x="23" y="203"/>
                  <a:pt x="16" y="200"/>
                  <a:pt x="9" y="194"/>
                </a:cubicBezTo>
                <a:cubicBezTo>
                  <a:pt x="3" y="188"/>
                  <a:pt x="0" y="180"/>
                  <a:pt x="0" y="171"/>
                </a:cubicBezTo>
                <a:lnTo>
                  <a:pt x="0" y="32"/>
                </a:ln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2880">
            <a:solidFill>
              <a:srgbClr val="3d68ec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2397240" y="973800"/>
            <a:ext cx="12564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3d68ec"/>
                </a:solidFill>
                <a:latin typeface="DejaVuSans"/>
                <a:ea typeface="DejaVuSans"/>
              </a:rPr>
              <a:t>OC-P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5" name=""/>
          <p:cNvSpPr/>
          <p:nvPr/>
        </p:nvSpPr>
        <p:spPr>
          <a:xfrm>
            <a:off x="2223000" y="904320"/>
            <a:ext cx="146160" cy="73080"/>
          </a:xfrm>
          <a:custGeom>
            <a:avLst/>
            <a:gdLst/>
            <a:ahLst/>
            <a:rect l="0" t="0" r="r" b="b"/>
            <a:pathLst>
              <a:path w="406" h="203">
                <a:moveTo>
                  <a:pt x="31" y="0"/>
                </a:moveTo>
                <a:lnTo>
                  <a:pt x="374" y="0"/>
                </a:lnTo>
                <a:cubicBezTo>
                  <a:pt x="383" y="0"/>
                  <a:pt x="390" y="3"/>
                  <a:pt x="396" y="9"/>
                </a:cubicBezTo>
                <a:cubicBezTo>
                  <a:pt x="403" y="16"/>
                  <a:pt x="406" y="24"/>
                  <a:pt x="406" y="33"/>
                </a:cubicBezTo>
                <a:lnTo>
                  <a:pt x="406" y="172"/>
                </a:lnTo>
                <a:cubicBezTo>
                  <a:pt x="406" y="180"/>
                  <a:pt x="403" y="188"/>
                  <a:pt x="396" y="194"/>
                </a:cubicBezTo>
                <a:cubicBezTo>
                  <a:pt x="390" y="200"/>
                  <a:pt x="383" y="203"/>
                  <a:pt x="374" y="203"/>
                </a:cubicBezTo>
                <a:lnTo>
                  <a:pt x="31" y="203"/>
                </a:lnTo>
                <a:cubicBezTo>
                  <a:pt x="22" y="203"/>
                  <a:pt x="15" y="200"/>
                  <a:pt x="9" y="194"/>
                </a:cubicBezTo>
                <a:cubicBezTo>
                  <a:pt x="3" y="188"/>
                  <a:pt x="0" y="180"/>
                  <a:pt x="0" y="172"/>
                </a:cubicBezTo>
                <a:lnTo>
                  <a:pt x="0" y="33"/>
                </a:lnTo>
                <a:cubicBezTo>
                  <a:pt x="0" y="24"/>
                  <a:pt x="3" y="16"/>
                  <a:pt x="9" y="9"/>
                </a:cubicBezTo>
                <a:cubicBezTo>
                  <a:pt x="15" y="3"/>
                  <a:pt x="22" y="0"/>
                  <a:pt x="31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6" name=""/>
          <p:cNvSpPr/>
          <p:nvPr/>
        </p:nvSpPr>
        <p:spPr>
          <a:xfrm>
            <a:off x="2223000" y="904320"/>
            <a:ext cx="146160" cy="73080"/>
          </a:xfrm>
          <a:custGeom>
            <a:avLst/>
            <a:gdLst/>
            <a:ahLst/>
            <a:rect l="0" t="0" r="r" b="b"/>
            <a:pathLst>
              <a:path w="406" h="203">
                <a:moveTo>
                  <a:pt x="31" y="0"/>
                </a:moveTo>
                <a:lnTo>
                  <a:pt x="374" y="0"/>
                </a:lnTo>
                <a:cubicBezTo>
                  <a:pt x="383" y="0"/>
                  <a:pt x="390" y="3"/>
                  <a:pt x="396" y="9"/>
                </a:cubicBezTo>
                <a:cubicBezTo>
                  <a:pt x="403" y="16"/>
                  <a:pt x="406" y="24"/>
                  <a:pt x="406" y="33"/>
                </a:cubicBezTo>
                <a:lnTo>
                  <a:pt x="406" y="172"/>
                </a:lnTo>
                <a:cubicBezTo>
                  <a:pt x="406" y="180"/>
                  <a:pt x="403" y="188"/>
                  <a:pt x="396" y="194"/>
                </a:cubicBezTo>
                <a:cubicBezTo>
                  <a:pt x="390" y="200"/>
                  <a:pt x="383" y="203"/>
                  <a:pt x="374" y="203"/>
                </a:cubicBezTo>
                <a:lnTo>
                  <a:pt x="31" y="203"/>
                </a:lnTo>
                <a:cubicBezTo>
                  <a:pt x="22" y="203"/>
                  <a:pt x="15" y="200"/>
                  <a:pt x="9" y="194"/>
                </a:cubicBezTo>
                <a:cubicBezTo>
                  <a:pt x="3" y="188"/>
                  <a:pt x="0" y="180"/>
                  <a:pt x="0" y="172"/>
                </a:cubicBezTo>
                <a:lnTo>
                  <a:pt x="0" y="33"/>
                </a:lnTo>
                <a:cubicBezTo>
                  <a:pt x="0" y="24"/>
                  <a:pt x="3" y="16"/>
                  <a:pt x="9" y="9"/>
                </a:cubicBezTo>
                <a:cubicBezTo>
                  <a:pt x="15" y="3"/>
                  <a:pt x="22" y="0"/>
                  <a:pt x="31" y="0"/>
                </a:cubicBezTo>
                <a:close/>
              </a:path>
            </a:pathLst>
          </a:custGeom>
          <a:noFill/>
          <a:ln w="2880">
            <a:solidFill>
              <a:srgbClr val="3d68ec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2547720" y="1349280"/>
            <a:ext cx="12564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3d68ec"/>
                </a:solidFill>
                <a:latin typeface="DejaVuSans"/>
                <a:ea typeface="DejaVuSans"/>
              </a:rPr>
              <a:t>OC-P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8" name=""/>
          <p:cNvSpPr/>
          <p:nvPr/>
        </p:nvSpPr>
        <p:spPr>
          <a:xfrm>
            <a:off x="5039640" y="1275120"/>
            <a:ext cx="121320" cy="73080"/>
          </a:xfrm>
          <a:custGeom>
            <a:avLst/>
            <a:gdLst/>
            <a:ahLst/>
            <a:rect l="0" t="0" r="r" b="b"/>
            <a:pathLst>
              <a:path w="337" h="203">
                <a:moveTo>
                  <a:pt x="32" y="0"/>
                </a:moveTo>
                <a:lnTo>
                  <a:pt x="305" y="0"/>
                </a:lnTo>
                <a:cubicBezTo>
                  <a:pt x="314" y="0"/>
                  <a:pt x="321" y="3"/>
                  <a:pt x="327" y="9"/>
                </a:cubicBezTo>
                <a:cubicBezTo>
                  <a:pt x="334" y="16"/>
                  <a:pt x="337" y="23"/>
                  <a:pt x="337" y="32"/>
                </a:cubicBezTo>
                <a:lnTo>
                  <a:pt x="337" y="171"/>
                </a:lnTo>
                <a:cubicBezTo>
                  <a:pt x="337" y="180"/>
                  <a:pt x="334" y="187"/>
                  <a:pt x="327" y="193"/>
                </a:cubicBezTo>
                <a:cubicBezTo>
                  <a:pt x="321" y="200"/>
                  <a:pt x="314" y="203"/>
                  <a:pt x="305" y="203"/>
                </a:cubicBezTo>
                <a:lnTo>
                  <a:pt x="32" y="203"/>
                </a:lnTo>
                <a:cubicBezTo>
                  <a:pt x="23" y="203"/>
                  <a:pt x="16" y="200"/>
                  <a:pt x="9" y="193"/>
                </a:cubicBezTo>
                <a:cubicBezTo>
                  <a:pt x="3" y="187"/>
                  <a:pt x="0" y="180"/>
                  <a:pt x="0" y="171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9" name=""/>
          <p:cNvSpPr/>
          <p:nvPr/>
        </p:nvSpPr>
        <p:spPr>
          <a:xfrm>
            <a:off x="5039640" y="1275120"/>
            <a:ext cx="121320" cy="73080"/>
          </a:xfrm>
          <a:custGeom>
            <a:avLst/>
            <a:gdLst/>
            <a:ahLst/>
            <a:rect l="0" t="0" r="r" b="b"/>
            <a:pathLst>
              <a:path w="337" h="203">
                <a:moveTo>
                  <a:pt x="32" y="0"/>
                </a:moveTo>
                <a:lnTo>
                  <a:pt x="305" y="0"/>
                </a:lnTo>
                <a:cubicBezTo>
                  <a:pt x="314" y="0"/>
                  <a:pt x="321" y="3"/>
                  <a:pt x="327" y="9"/>
                </a:cubicBezTo>
                <a:cubicBezTo>
                  <a:pt x="334" y="16"/>
                  <a:pt x="337" y="23"/>
                  <a:pt x="337" y="32"/>
                </a:cubicBezTo>
                <a:lnTo>
                  <a:pt x="337" y="171"/>
                </a:lnTo>
                <a:cubicBezTo>
                  <a:pt x="337" y="180"/>
                  <a:pt x="334" y="187"/>
                  <a:pt x="327" y="193"/>
                </a:cubicBezTo>
                <a:cubicBezTo>
                  <a:pt x="321" y="200"/>
                  <a:pt x="314" y="203"/>
                  <a:pt x="305" y="203"/>
                </a:cubicBezTo>
                <a:lnTo>
                  <a:pt x="32" y="203"/>
                </a:lnTo>
                <a:cubicBezTo>
                  <a:pt x="23" y="203"/>
                  <a:pt x="16" y="200"/>
                  <a:pt x="9" y="193"/>
                </a:cubicBezTo>
                <a:cubicBezTo>
                  <a:pt x="3" y="187"/>
                  <a:pt x="0" y="180"/>
                  <a:pt x="0" y="171"/>
                </a:cubicBezTo>
                <a:lnTo>
                  <a:pt x="0" y="32"/>
                </a:lnTo>
                <a:cubicBezTo>
                  <a:pt x="0" y="23"/>
                  <a:pt x="3" y="16"/>
                  <a:pt x="9" y="9"/>
                </a:cubicBezTo>
                <a:cubicBezTo>
                  <a:pt x="16" y="3"/>
                  <a:pt x="23" y="0"/>
                  <a:pt x="32" y="0"/>
                </a:cubicBezTo>
                <a:close/>
              </a:path>
            </a:pathLst>
          </a:custGeom>
          <a:noFill/>
          <a:ln w="2880">
            <a:solidFill>
              <a:srgbClr val="00688c"/>
            </a:solidFill>
            <a:miter/>
          </a:ln>
        </p:spPr>
        <p:txBody>
          <a:bodyPr lIns="1440" rIns="1440" tIns="1440" bIns="14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2233440" y="919080"/>
            <a:ext cx="12564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3d68ec"/>
                </a:solidFill>
                <a:latin typeface="DejaVuSans"/>
                <a:ea typeface="DejaVuSans"/>
              </a:rPr>
              <a:t>OC-P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1" name=""/>
          <p:cNvSpPr/>
          <p:nvPr/>
        </p:nvSpPr>
        <p:spPr>
          <a:xfrm>
            <a:off x="1800000" y="4276440"/>
            <a:ext cx="209880" cy="48240"/>
          </a:xfrm>
          <a:custGeom>
            <a:avLst/>
            <a:gdLst/>
            <a:ahLst/>
            <a:rect l="0" t="0" r="r" b="b"/>
            <a:pathLst>
              <a:path w="583" h="134">
                <a:moveTo>
                  <a:pt x="0" y="81"/>
                </a:moveTo>
                <a:lnTo>
                  <a:pt x="0" y="53"/>
                </a:lnTo>
                <a:cubicBezTo>
                  <a:pt x="0" y="46"/>
                  <a:pt x="1" y="39"/>
                  <a:pt x="4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6" y="7"/>
                  <a:pt x="33" y="4"/>
                </a:cubicBezTo>
                <a:cubicBezTo>
                  <a:pt x="39" y="2"/>
                  <a:pt x="46" y="0"/>
                  <a:pt x="53" y="0"/>
                </a:cubicBezTo>
                <a:lnTo>
                  <a:pt x="530" y="0"/>
                </a:lnTo>
                <a:cubicBezTo>
                  <a:pt x="537" y="0"/>
                  <a:pt x="544" y="2"/>
                  <a:pt x="551" y="4"/>
                </a:cubicBezTo>
                <a:cubicBezTo>
                  <a:pt x="557" y="7"/>
                  <a:pt x="563" y="11"/>
                  <a:pt x="568" y="16"/>
                </a:cubicBezTo>
                <a:cubicBezTo>
                  <a:pt x="573" y="21"/>
                  <a:pt x="576" y="26"/>
                  <a:pt x="579" y="33"/>
                </a:cubicBezTo>
                <a:cubicBezTo>
                  <a:pt x="582" y="39"/>
                  <a:pt x="583" y="46"/>
                  <a:pt x="583" y="53"/>
                </a:cubicBezTo>
                <a:lnTo>
                  <a:pt x="583" y="81"/>
                </a:lnTo>
                <a:cubicBezTo>
                  <a:pt x="583" y="88"/>
                  <a:pt x="582" y="94"/>
                  <a:pt x="579" y="101"/>
                </a:cubicBezTo>
                <a:cubicBezTo>
                  <a:pt x="576" y="107"/>
                  <a:pt x="573" y="113"/>
                  <a:pt x="568" y="118"/>
                </a:cubicBezTo>
                <a:cubicBezTo>
                  <a:pt x="563" y="123"/>
                  <a:pt x="557" y="127"/>
                  <a:pt x="551" y="130"/>
                </a:cubicBezTo>
                <a:cubicBezTo>
                  <a:pt x="544" y="132"/>
                  <a:pt x="537" y="134"/>
                  <a:pt x="530" y="134"/>
                </a:cubicBezTo>
                <a:lnTo>
                  <a:pt x="53" y="134"/>
                </a:lnTo>
                <a:cubicBezTo>
                  <a:pt x="46" y="134"/>
                  <a:pt x="39" y="132"/>
                  <a:pt x="33" y="130"/>
                </a:cubicBezTo>
                <a:cubicBezTo>
                  <a:pt x="26" y="127"/>
                  <a:pt x="21" y="123"/>
                  <a:pt x="16" y="118"/>
                </a:cubicBezTo>
                <a:cubicBezTo>
                  <a:pt x="11" y="113"/>
                  <a:pt x="7" y="107"/>
                  <a:pt x="4" y="101"/>
                </a:cubicBezTo>
                <a:cubicBezTo>
                  <a:pt x="1" y="94"/>
                  <a:pt x="0" y="88"/>
                  <a:pt x="0" y="81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5055840" y="1289880"/>
            <a:ext cx="87480" cy="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" spc="-1" strike="noStrike">
                <a:solidFill>
                  <a:srgbClr val="00688c"/>
                </a:solidFill>
                <a:latin typeface="DejaVuSans"/>
                <a:ea typeface="DejaVuSans"/>
              </a:rPr>
              <a:t>P-R</a:t>
            </a:r>
            <a:endParaRPr b="0" lang="en-US" sz="3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3" name=""/>
          <p:cNvSpPr/>
          <p:nvPr/>
        </p:nvSpPr>
        <p:spPr>
          <a:xfrm>
            <a:off x="3466800" y="4276440"/>
            <a:ext cx="219600" cy="48240"/>
          </a:xfrm>
          <a:custGeom>
            <a:avLst/>
            <a:gdLst/>
            <a:ahLst/>
            <a:rect l="0" t="0" r="r" b="b"/>
            <a:pathLst>
              <a:path w="610" h="134">
                <a:moveTo>
                  <a:pt x="0" y="81"/>
                </a:moveTo>
                <a:lnTo>
                  <a:pt x="0" y="53"/>
                </a:lnTo>
                <a:cubicBezTo>
                  <a:pt x="0" y="46"/>
                  <a:pt x="2" y="39"/>
                  <a:pt x="4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7" y="7"/>
                  <a:pt x="33" y="4"/>
                </a:cubicBezTo>
                <a:cubicBezTo>
                  <a:pt x="39" y="2"/>
                  <a:pt x="46" y="0"/>
                  <a:pt x="53" y="0"/>
                </a:cubicBezTo>
                <a:lnTo>
                  <a:pt x="557" y="0"/>
                </a:lnTo>
                <a:cubicBezTo>
                  <a:pt x="564" y="0"/>
                  <a:pt x="571" y="2"/>
                  <a:pt x="577" y="4"/>
                </a:cubicBezTo>
                <a:cubicBezTo>
                  <a:pt x="584" y="7"/>
                  <a:pt x="589" y="11"/>
                  <a:pt x="594" y="16"/>
                </a:cubicBezTo>
                <a:cubicBezTo>
                  <a:pt x="599" y="21"/>
                  <a:pt x="603" y="26"/>
                  <a:pt x="606" y="33"/>
                </a:cubicBezTo>
                <a:cubicBezTo>
                  <a:pt x="609" y="39"/>
                  <a:pt x="610" y="46"/>
                  <a:pt x="610" y="53"/>
                </a:cubicBezTo>
                <a:lnTo>
                  <a:pt x="610" y="81"/>
                </a:lnTo>
                <a:cubicBezTo>
                  <a:pt x="610" y="88"/>
                  <a:pt x="609" y="94"/>
                  <a:pt x="606" y="101"/>
                </a:cubicBezTo>
                <a:cubicBezTo>
                  <a:pt x="603" y="107"/>
                  <a:pt x="599" y="113"/>
                  <a:pt x="594" y="118"/>
                </a:cubicBezTo>
                <a:cubicBezTo>
                  <a:pt x="589" y="123"/>
                  <a:pt x="584" y="127"/>
                  <a:pt x="577" y="130"/>
                </a:cubicBezTo>
                <a:cubicBezTo>
                  <a:pt x="571" y="132"/>
                  <a:pt x="564" y="134"/>
                  <a:pt x="557" y="134"/>
                </a:cubicBezTo>
                <a:lnTo>
                  <a:pt x="53" y="134"/>
                </a:lnTo>
                <a:cubicBezTo>
                  <a:pt x="46" y="134"/>
                  <a:pt x="39" y="132"/>
                  <a:pt x="33" y="130"/>
                </a:cubicBezTo>
                <a:cubicBezTo>
                  <a:pt x="27" y="127"/>
                  <a:pt x="21" y="123"/>
                  <a:pt x="16" y="118"/>
                </a:cubicBezTo>
                <a:cubicBezTo>
                  <a:pt x="11" y="113"/>
                  <a:pt x="7" y="107"/>
                  <a:pt x="4" y="101"/>
                </a:cubicBezTo>
                <a:cubicBezTo>
                  <a:pt x="2" y="94"/>
                  <a:pt x="0" y="88"/>
                  <a:pt x="0" y="81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2073600" y="4223520"/>
            <a:ext cx="13204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b2a6b"/>
                </a:solidFill>
                <a:latin typeface="Arial"/>
                <a:ea typeface="Arial"/>
              </a:rPr>
              <a:t>catalogus en planning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5" name=""/>
          <p:cNvSpPr/>
          <p:nvPr/>
        </p:nvSpPr>
        <p:spPr>
          <a:xfrm>
            <a:off x="5810040" y="4276440"/>
            <a:ext cx="219600" cy="48240"/>
          </a:xfrm>
          <a:custGeom>
            <a:avLst/>
            <a:gdLst/>
            <a:ahLst/>
            <a:rect l="0" t="0" r="r" b="b"/>
            <a:pathLst>
              <a:path w="610" h="134">
                <a:moveTo>
                  <a:pt x="0" y="81"/>
                </a:moveTo>
                <a:lnTo>
                  <a:pt x="0" y="53"/>
                </a:lnTo>
                <a:cubicBezTo>
                  <a:pt x="0" y="46"/>
                  <a:pt x="1" y="39"/>
                  <a:pt x="4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6" y="7"/>
                  <a:pt x="33" y="4"/>
                </a:cubicBezTo>
                <a:cubicBezTo>
                  <a:pt x="39" y="2"/>
                  <a:pt x="46" y="0"/>
                  <a:pt x="53" y="0"/>
                </a:cubicBezTo>
                <a:lnTo>
                  <a:pt x="556" y="0"/>
                </a:lnTo>
                <a:cubicBezTo>
                  <a:pt x="563" y="0"/>
                  <a:pt x="569" y="2"/>
                  <a:pt x="576" y="4"/>
                </a:cubicBezTo>
                <a:cubicBezTo>
                  <a:pt x="583" y="7"/>
                  <a:pt x="589" y="11"/>
                  <a:pt x="594" y="16"/>
                </a:cubicBezTo>
                <a:cubicBezTo>
                  <a:pt x="599" y="21"/>
                  <a:pt x="603" y="26"/>
                  <a:pt x="606" y="33"/>
                </a:cubicBezTo>
                <a:cubicBezTo>
                  <a:pt x="608" y="39"/>
                  <a:pt x="610" y="46"/>
                  <a:pt x="610" y="53"/>
                </a:cubicBezTo>
                <a:lnTo>
                  <a:pt x="610" y="81"/>
                </a:lnTo>
                <a:cubicBezTo>
                  <a:pt x="610" y="88"/>
                  <a:pt x="608" y="94"/>
                  <a:pt x="606" y="101"/>
                </a:cubicBezTo>
                <a:cubicBezTo>
                  <a:pt x="603" y="107"/>
                  <a:pt x="599" y="113"/>
                  <a:pt x="594" y="118"/>
                </a:cubicBezTo>
                <a:cubicBezTo>
                  <a:pt x="589" y="123"/>
                  <a:pt x="583" y="127"/>
                  <a:pt x="576" y="130"/>
                </a:cubicBezTo>
                <a:cubicBezTo>
                  <a:pt x="569" y="132"/>
                  <a:pt x="563" y="134"/>
                  <a:pt x="556" y="134"/>
                </a:cubicBezTo>
                <a:lnTo>
                  <a:pt x="53" y="134"/>
                </a:lnTo>
                <a:cubicBezTo>
                  <a:pt x="46" y="134"/>
                  <a:pt x="39" y="132"/>
                  <a:pt x="33" y="130"/>
                </a:cubicBezTo>
                <a:cubicBezTo>
                  <a:pt x="26" y="127"/>
                  <a:pt x="21" y="123"/>
                  <a:pt x="16" y="118"/>
                </a:cubicBezTo>
                <a:cubicBezTo>
                  <a:pt x="11" y="113"/>
                  <a:pt x="7" y="107"/>
                  <a:pt x="4" y="101"/>
                </a:cubicBezTo>
                <a:cubicBezTo>
                  <a:pt x="1" y="94"/>
                  <a:pt x="0" y="88"/>
                  <a:pt x="0" y="81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3742200" y="4223520"/>
            <a:ext cx="20520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b2a6b"/>
                </a:solidFill>
                <a:latin typeface="Arial"/>
                <a:ea typeface="Arial"/>
              </a:rPr>
              <a:t>catalogus en studentadministratie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7" name=""/>
          <p:cNvSpPr/>
          <p:nvPr/>
        </p:nvSpPr>
        <p:spPr>
          <a:xfrm>
            <a:off x="171360" y="4438440"/>
            <a:ext cx="2924280" cy="476640"/>
          </a:xfrm>
          <a:custGeom>
            <a:avLst/>
            <a:gdLst/>
            <a:ahLst/>
            <a:rect l="0" t="0" r="r" b="b"/>
            <a:pathLst>
              <a:path w="8123" h="1324">
                <a:moveTo>
                  <a:pt x="0" y="0"/>
                </a:moveTo>
                <a:lnTo>
                  <a:pt x="8123" y="0"/>
                </a:lnTo>
                <a:lnTo>
                  <a:pt x="8123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8" name=""/>
          <p:cNvSpPr/>
          <p:nvPr/>
        </p:nvSpPr>
        <p:spPr>
          <a:xfrm>
            <a:off x="171360" y="4438440"/>
            <a:ext cx="2924280" cy="38520"/>
          </a:xfrm>
          <a:custGeom>
            <a:avLst/>
            <a:gdLst/>
            <a:ahLst/>
            <a:rect l="0" t="0" r="r" b="b"/>
            <a:pathLst>
              <a:path w="8123" h="107">
                <a:moveTo>
                  <a:pt x="0" y="0"/>
                </a:moveTo>
                <a:lnTo>
                  <a:pt x="8123" y="0"/>
                </a:lnTo>
                <a:lnTo>
                  <a:pt x="812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9" name=""/>
          <p:cNvSpPr/>
          <p:nvPr/>
        </p:nvSpPr>
        <p:spPr>
          <a:xfrm>
            <a:off x="171360" y="4905360"/>
            <a:ext cx="2924280" cy="9720"/>
          </a:xfrm>
          <a:custGeom>
            <a:avLst/>
            <a:gdLst/>
            <a:ahLst/>
            <a:rect l="0" t="0" r="r" b="b"/>
            <a:pathLst>
              <a:path w="8123" h="27">
                <a:moveTo>
                  <a:pt x="0" y="0"/>
                </a:moveTo>
                <a:lnTo>
                  <a:pt x="8123" y="0"/>
                </a:lnTo>
                <a:lnTo>
                  <a:pt x="8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0" name=""/>
          <p:cNvSpPr/>
          <p:nvPr/>
        </p:nvSpPr>
        <p:spPr>
          <a:xfrm>
            <a:off x="3085920" y="44384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106"/>
                </a:moveTo>
                <a:lnTo>
                  <a:pt x="0" y="1324"/>
                </a:lnTo>
                <a:lnTo>
                  <a:pt x="27" y="1324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1" name=""/>
          <p:cNvSpPr/>
          <p:nvPr/>
        </p:nvSpPr>
        <p:spPr>
          <a:xfrm>
            <a:off x="171360" y="44384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0" y="1324"/>
                </a:lnTo>
                <a:lnTo>
                  <a:pt x="27" y="1324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2" name=""/>
          <p:cNvSpPr/>
          <p:nvPr/>
        </p:nvSpPr>
        <p:spPr>
          <a:xfrm>
            <a:off x="297000" y="4535640"/>
            <a:ext cx="160200" cy="160200"/>
          </a:xfrm>
          <a:custGeom>
            <a:avLst/>
            <a:gdLst/>
            <a:ahLst/>
            <a:rect l="0" t="0" r="r" b="b"/>
            <a:pathLst>
              <a:path w="445" h="445">
                <a:moveTo>
                  <a:pt x="398" y="320"/>
                </a:moveTo>
                <a:lnTo>
                  <a:pt x="398" y="239"/>
                </a:lnTo>
                <a:cubicBezTo>
                  <a:pt x="398" y="230"/>
                  <a:pt x="394" y="223"/>
                  <a:pt x="388" y="216"/>
                </a:cubicBezTo>
                <a:cubicBezTo>
                  <a:pt x="382" y="210"/>
                  <a:pt x="375" y="207"/>
                  <a:pt x="366" y="207"/>
                </a:cubicBezTo>
                <a:lnTo>
                  <a:pt x="238" y="207"/>
                </a:lnTo>
                <a:lnTo>
                  <a:pt x="238" y="126"/>
                </a:lnTo>
                <a:cubicBezTo>
                  <a:pt x="243" y="124"/>
                  <a:pt x="248" y="123"/>
                  <a:pt x="252" y="120"/>
                </a:cubicBezTo>
                <a:cubicBezTo>
                  <a:pt x="257" y="118"/>
                  <a:pt x="261" y="115"/>
                  <a:pt x="265" y="111"/>
                </a:cubicBezTo>
                <a:cubicBezTo>
                  <a:pt x="268" y="108"/>
                  <a:pt x="272" y="104"/>
                  <a:pt x="275" y="100"/>
                </a:cubicBezTo>
                <a:cubicBezTo>
                  <a:pt x="277" y="96"/>
                  <a:pt x="280" y="91"/>
                  <a:pt x="282" y="86"/>
                </a:cubicBezTo>
                <a:cubicBezTo>
                  <a:pt x="283" y="81"/>
                  <a:pt x="286" y="77"/>
                  <a:pt x="286" y="71"/>
                </a:cubicBezTo>
                <a:cubicBezTo>
                  <a:pt x="287" y="66"/>
                  <a:pt x="287" y="61"/>
                  <a:pt x="286" y="56"/>
                </a:cubicBezTo>
                <a:cubicBezTo>
                  <a:pt x="284" y="50"/>
                  <a:pt x="283" y="45"/>
                  <a:pt x="281" y="40"/>
                </a:cubicBezTo>
                <a:cubicBezTo>
                  <a:pt x="279" y="36"/>
                  <a:pt x="277" y="31"/>
                  <a:pt x="274" y="27"/>
                </a:cubicBezTo>
                <a:cubicBezTo>
                  <a:pt x="271" y="23"/>
                  <a:pt x="268" y="19"/>
                  <a:pt x="264" y="16"/>
                </a:cubicBezTo>
                <a:cubicBezTo>
                  <a:pt x="260" y="12"/>
                  <a:pt x="256" y="9"/>
                  <a:pt x="251" y="7"/>
                </a:cubicBezTo>
                <a:cubicBezTo>
                  <a:pt x="247" y="5"/>
                  <a:pt x="242" y="3"/>
                  <a:pt x="237" y="2"/>
                </a:cubicBezTo>
                <a:cubicBezTo>
                  <a:pt x="232" y="0"/>
                  <a:pt x="227" y="0"/>
                  <a:pt x="222" y="0"/>
                </a:cubicBezTo>
                <a:cubicBezTo>
                  <a:pt x="217" y="0"/>
                  <a:pt x="212" y="0"/>
                  <a:pt x="207" y="2"/>
                </a:cubicBezTo>
                <a:cubicBezTo>
                  <a:pt x="202" y="3"/>
                  <a:pt x="197" y="5"/>
                  <a:pt x="193" y="7"/>
                </a:cubicBezTo>
                <a:cubicBezTo>
                  <a:pt x="188" y="9"/>
                  <a:pt x="184" y="12"/>
                  <a:pt x="180" y="16"/>
                </a:cubicBezTo>
                <a:cubicBezTo>
                  <a:pt x="176" y="19"/>
                  <a:pt x="173" y="23"/>
                  <a:pt x="170" y="27"/>
                </a:cubicBezTo>
                <a:cubicBezTo>
                  <a:pt x="167" y="31"/>
                  <a:pt x="165" y="36"/>
                  <a:pt x="163" y="40"/>
                </a:cubicBezTo>
                <a:cubicBezTo>
                  <a:pt x="161" y="45"/>
                  <a:pt x="160" y="50"/>
                  <a:pt x="159" y="56"/>
                </a:cubicBezTo>
                <a:cubicBezTo>
                  <a:pt x="158" y="61"/>
                  <a:pt x="158" y="66"/>
                  <a:pt x="159" y="71"/>
                </a:cubicBezTo>
                <a:cubicBezTo>
                  <a:pt x="160" y="77"/>
                  <a:pt x="161" y="81"/>
                  <a:pt x="163" y="86"/>
                </a:cubicBezTo>
                <a:cubicBezTo>
                  <a:pt x="164" y="91"/>
                  <a:pt x="167" y="96"/>
                  <a:pt x="170" y="100"/>
                </a:cubicBezTo>
                <a:cubicBezTo>
                  <a:pt x="172" y="104"/>
                  <a:pt x="176" y="108"/>
                  <a:pt x="180" y="111"/>
                </a:cubicBezTo>
                <a:cubicBezTo>
                  <a:pt x="183" y="115"/>
                  <a:pt x="188" y="118"/>
                  <a:pt x="192" y="120"/>
                </a:cubicBezTo>
                <a:cubicBezTo>
                  <a:pt x="197" y="123"/>
                  <a:pt x="201" y="124"/>
                  <a:pt x="206" y="126"/>
                </a:cubicBezTo>
                <a:lnTo>
                  <a:pt x="206" y="207"/>
                </a:lnTo>
                <a:lnTo>
                  <a:pt x="79" y="207"/>
                </a:lnTo>
                <a:cubicBezTo>
                  <a:pt x="71" y="207"/>
                  <a:pt x="63" y="210"/>
                  <a:pt x="57" y="216"/>
                </a:cubicBezTo>
                <a:cubicBezTo>
                  <a:pt x="51" y="223"/>
                  <a:pt x="48" y="230"/>
                  <a:pt x="48" y="239"/>
                </a:cubicBezTo>
                <a:lnTo>
                  <a:pt x="48" y="320"/>
                </a:lnTo>
                <a:cubicBezTo>
                  <a:pt x="43" y="322"/>
                  <a:pt x="38" y="324"/>
                  <a:pt x="33" y="326"/>
                </a:cubicBezTo>
                <a:cubicBezTo>
                  <a:pt x="29" y="328"/>
                  <a:pt x="25" y="331"/>
                  <a:pt x="21" y="335"/>
                </a:cubicBezTo>
                <a:cubicBezTo>
                  <a:pt x="17" y="338"/>
                  <a:pt x="14" y="342"/>
                  <a:pt x="11" y="346"/>
                </a:cubicBezTo>
                <a:cubicBezTo>
                  <a:pt x="8" y="351"/>
                  <a:pt x="6" y="355"/>
                  <a:pt x="4" y="360"/>
                </a:cubicBezTo>
                <a:cubicBezTo>
                  <a:pt x="2" y="365"/>
                  <a:pt x="1" y="370"/>
                  <a:pt x="0" y="375"/>
                </a:cubicBezTo>
                <a:cubicBezTo>
                  <a:pt x="0" y="380"/>
                  <a:pt x="0" y="385"/>
                  <a:pt x="0" y="390"/>
                </a:cubicBezTo>
                <a:cubicBezTo>
                  <a:pt x="1" y="395"/>
                  <a:pt x="2" y="400"/>
                  <a:pt x="4" y="405"/>
                </a:cubicBezTo>
                <a:cubicBezTo>
                  <a:pt x="6" y="409"/>
                  <a:pt x="8" y="414"/>
                  <a:pt x="11" y="418"/>
                </a:cubicBezTo>
                <a:cubicBezTo>
                  <a:pt x="14" y="422"/>
                  <a:pt x="18" y="426"/>
                  <a:pt x="21" y="430"/>
                </a:cubicBezTo>
                <a:cubicBezTo>
                  <a:pt x="25" y="433"/>
                  <a:pt x="30" y="436"/>
                  <a:pt x="34" y="438"/>
                </a:cubicBezTo>
                <a:cubicBezTo>
                  <a:pt x="39" y="441"/>
                  <a:pt x="43" y="442"/>
                  <a:pt x="48" y="444"/>
                </a:cubicBezTo>
                <a:cubicBezTo>
                  <a:pt x="53" y="445"/>
                  <a:pt x="58" y="445"/>
                  <a:pt x="63" y="445"/>
                </a:cubicBezTo>
                <a:cubicBezTo>
                  <a:pt x="69" y="445"/>
                  <a:pt x="74" y="445"/>
                  <a:pt x="79" y="444"/>
                </a:cubicBezTo>
                <a:cubicBezTo>
                  <a:pt x="84" y="442"/>
                  <a:pt x="88" y="441"/>
                  <a:pt x="93" y="438"/>
                </a:cubicBezTo>
                <a:cubicBezTo>
                  <a:pt x="97" y="436"/>
                  <a:pt x="102" y="433"/>
                  <a:pt x="105" y="430"/>
                </a:cubicBezTo>
                <a:cubicBezTo>
                  <a:pt x="109" y="426"/>
                  <a:pt x="113" y="422"/>
                  <a:pt x="116" y="418"/>
                </a:cubicBezTo>
                <a:cubicBezTo>
                  <a:pt x="118" y="414"/>
                  <a:pt x="121" y="409"/>
                  <a:pt x="123" y="405"/>
                </a:cubicBezTo>
                <a:cubicBezTo>
                  <a:pt x="125" y="400"/>
                  <a:pt x="126" y="395"/>
                  <a:pt x="126" y="390"/>
                </a:cubicBezTo>
                <a:cubicBezTo>
                  <a:pt x="127" y="385"/>
                  <a:pt x="127" y="380"/>
                  <a:pt x="126" y="375"/>
                </a:cubicBezTo>
                <a:cubicBezTo>
                  <a:pt x="126" y="370"/>
                  <a:pt x="125" y="365"/>
                  <a:pt x="123" y="360"/>
                </a:cubicBezTo>
                <a:cubicBezTo>
                  <a:pt x="121" y="355"/>
                  <a:pt x="119" y="351"/>
                  <a:pt x="116" y="346"/>
                </a:cubicBezTo>
                <a:cubicBezTo>
                  <a:pt x="113" y="342"/>
                  <a:pt x="110" y="338"/>
                  <a:pt x="106" y="335"/>
                </a:cubicBezTo>
                <a:cubicBezTo>
                  <a:pt x="102" y="331"/>
                  <a:pt x="98" y="328"/>
                  <a:pt x="93" y="326"/>
                </a:cubicBezTo>
                <a:cubicBezTo>
                  <a:pt x="89" y="324"/>
                  <a:pt x="84" y="322"/>
                  <a:pt x="79" y="320"/>
                </a:cubicBezTo>
                <a:lnTo>
                  <a:pt x="79" y="239"/>
                </a:lnTo>
                <a:lnTo>
                  <a:pt x="366" y="239"/>
                </a:lnTo>
                <a:lnTo>
                  <a:pt x="366" y="320"/>
                </a:lnTo>
                <a:cubicBezTo>
                  <a:pt x="361" y="322"/>
                  <a:pt x="356" y="324"/>
                  <a:pt x="352" y="326"/>
                </a:cubicBezTo>
                <a:cubicBezTo>
                  <a:pt x="347" y="328"/>
                  <a:pt x="343" y="331"/>
                  <a:pt x="339" y="335"/>
                </a:cubicBezTo>
                <a:cubicBezTo>
                  <a:pt x="335" y="338"/>
                  <a:pt x="332" y="342"/>
                  <a:pt x="329" y="346"/>
                </a:cubicBezTo>
                <a:cubicBezTo>
                  <a:pt x="326" y="351"/>
                  <a:pt x="324" y="355"/>
                  <a:pt x="322" y="360"/>
                </a:cubicBezTo>
                <a:cubicBezTo>
                  <a:pt x="320" y="365"/>
                  <a:pt x="319" y="370"/>
                  <a:pt x="319" y="375"/>
                </a:cubicBezTo>
                <a:cubicBezTo>
                  <a:pt x="318" y="380"/>
                  <a:pt x="318" y="385"/>
                  <a:pt x="319" y="390"/>
                </a:cubicBezTo>
                <a:cubicBezTo>
                  <a:pt x="319" y="395"/>
                  <a:pt x="321" y="400"/>
                  <a:pt x="323" y="405"/>
                </a:cubicBezTo>
                <a:cubicBezTo>
                  <a:pt x="324" y="409"/>
                  <a:pt x="327" y="414"/>
                  <a:pt x="330" y="418"/>
                </a:cubicBezTo>
                <a:cubicBezTo>
                  <a:pt x="333" y="422"/>
                  <a:pt x="336" y="426"/>
                  <a:pt x="340" y="430"/>
                </a:cubicBezTo>
                <a:cubicBezTo>
                  <a:pt x="344" y="433"/>
                  <a:pt x="348" y="436"/>
                  <a:pt x="352" y="438"/>
                </a:cubicBezTo>
                <a:cubicBezTo>
                  <a:pt x="357" y="441"/>
                  <a:pt x="362" y="442"/>
                  <a:pt x="367" y="444"/>
                </a:cubicBezTo>
                <a:cubicBezTo>
                  <a:pt x="372" y="445"/>
                  <a:pt x="377" y="445"/>
                  <a:pt x="382" y="445"/>
                </a:cubicBezTo>
                <a:cubicBezTo>
                  <a:pt x="387" y="445"/>
                  <a:pt x="392" y="445"/>
                  <a:pt x="397" y="444"/>
                </a:cubicBezTo>
                <a:cubicBezTo>
                  <a:pt x="402" y="442"/>
                  <a:pt x="407" y="441"/>
                  <a:pt x="411" y="438"/>
                </a:cubicBezTo>
                <a:cubicBezTo>
                  <a:pt x="416" y="436"/>
                  <a:pt x="420" y="433"/>
                  <a:pt x="424" y="430"/>
                </a:cubicBezTo>
                <a:cubicBezTo>
                  <a:pt x="428" y="426"/>
                  <a:pt x="431" y="422"/>
                  <a:pt x="434" y="418"/>
                </a:cubicBezTo>
                <a:cubicBezTo>
                  <a:pt x="437" y="414"/>
                  <a:pt x="439" y="409"/>
                  <a:pt x="441" y="405"/>
                </a:cubicBezTo>
                <a:cubicBezTo>
                  <a:pt x="443" y="400"/>
                  <a:pt x="444" y="395"/>
                  <a:pt x="445" y="390"/>
                </a:cubicBezTo>
                <a:cubicBezTo>
                  <a:pt x="445" y="385"/>
                  <a:pt x="445" y="380"/>
                  <a:pt x="445" y="375"/>
                </a:cubicBezTo>
                <a:cubicBezTo>
                  <a:pt x="444" y="370"/>
                  <a:pt x="443" y="365"/>
                  <a:pt x="441" y="360"/>
                </a:cubicBezTo>
                <a:cubicBezTo>
                  <a:pt x="439" y="355"/>
                  <a:pt x="437" y="351"/>
                  <a:pt x="434" y="346"/>
                </a:cubicBezTo>
                <a:cubicBezTo>
                  <a:pt x="431" y="342"/>
                  <a:pt x="428" y="338"/>
                  <a:pt x="424" y="335"/>
                </a:cubicBezTo>
                <a:cubicBezTo>
                  <a:pt x="420" y="331"/>
                  <a:pt x="416" y="328"/>
                  <a:pt x="412" y="326"/>
                </a:cubicBezTo>
                <a:cubicBezTo>
                  <a:pt x="407" y="324"/>
                  <a:pt x="403" y="322"/>
                  <a:pt x="398" y="320"/>
                </a:cubicBezTo>
                <a:moveTo>
                  <a:pt x="95" y="382"/>
                </a:moveTo>
                <a:cubicBezTo>
                  <a:pt x="95" y="390"/>
                  <a:pt x="92" y="398"/>
                  <a:pt x="86" y="404"/>
                </a:cubicBezTo>
                <a:cubicBezTo>
                  <a:pt x="80" y="410"/>
                  <a:pt x="72" y="413"/>
                  <a:pt x="63" y="413"/>
                </a:cubicBezTo>
                <a:cubicBezTo>
                  <a:pt x="55" y="413"/>
                  <a:pt x="47" y="410"/>
                  <a:pt x="41" y="404"/>
                </a:cubicBezTo>
                <a:cubicBezTo>
                  <a:pt x="35" y="398"/>
                  <a:pt x="32" y="390"/>
                  <a:pt x="32" y="382"/>
                </a:cubicBezTo>
                <a:cubicBezTo>
                  <a:pt x="32" y="373"/>
                  <a:pt x="35" y="365"/>
                  <a:pt x="41" y="359"/>
                </a:cubicBezTo>
                <a:cubicBezTo>
                  <a:pt x="47" y="353"/>
                  <a:pt x="55" y="350"/>
                  <a:pt x="63" y="350"/>
                </a:cubicBezTo>
                <a:cubicBezTo>
                  <a:pt x="72" y="350"/>
                  <a:pt x="80" y="353"/>
                  <a:pt x="86" y="359"/>
                </a:cubicBezTo>
                <a:cubicBezTo>
                  <a:pt x="92" y="365"/>
                  <a:pt x="95" y="373"/>
                  <a:pt x="95" y="382"/>
                </a:cubicBezTo>
                <a:moveTo>
                  <a:pt x="190" y="64"/>
                </a:moveTo>
                <a:cubicBezTo>
                  <a:pt x="190" y="56"/>
                  <a:pt x="193" y="47"/>
                  <a:pt x="200" y="41"/>
                </a:cubicBezTo>
                <a:cubicBezTo>
                  <a:pt x="206" y="35"/>
                  <a:pt x="213" y="32"/>
                  <a:pt x="222" y="32"/>
                </a:cubicBezTo>
                <a:cubicBezTo>
                  <a:pt x="231" y="32"/>
                  <a:pt x="238" y="35"/>
                  <a:pt x="245" y="41"/>
                </a:cubicBezTo>
                <a:cubicBezTo>
                  <a:pt x="251" y="47"/>
                  <a:pt x="254" y="56"/>
                  <a:pt x="254" y="64"/>
                </a:cubicBezTo>
                <a:cubicBezTo>
                  <a:pt x="254" y="73"/>
                  <a:pt x="251" y="81"/>
                  <a:pt x="245" y="87"/>
                </a:cubicBezTo>
                <a:cubicBezTo>
                  <a:pt x="238" y="93"/>
                  <a:pt x="231" y="96"/>
                  <a:pt x="222" y="96"/>
                </a:cubicBezTo>
                <a:cubicBezTo>
                  <a:pt x="213" y="96"/>
                  <a:pt x="206" y="93"/>
                  <a:pt x="200" y="87"/>
                </a:cubicBezTo>
                <a:cubicBezTo>
                  <a:pt x="193" y="81"/>
                  <a:pt x="190" y="73"/>
                  <a:pt x="190" y="64"/>
                </a:cubicBezTo>
                <a:moveTo>
                  <a:pt x="382" y="413"/>
                </a:moveTo>
                <a:cubicBezTo>
                  <a:pt x="373" y="413"/>
                  <a:pt x="365" y="410"/>
                  <a:pt x="359" y="404"/>
                </a:cubicBezTo>
                <a:cubicBezTo>
                  <a:pt x="353" y="398"/>
                  <a:pt x="350" y="390"/>
                  <a:pt x="350" y="382"/>
                </a:cubicBezTo>
                <a:cubicBezTo>
                  <a:pt x="350" y="373"/>
                  <a:pt x="353" y="365"/>
                  <a:pt x="359" y="359"/>
                </a:cubicBezTo>
                <a:cubicBezTo>
                  <a:pt x="365" y="353"/>
                  <a:pt x="373" y="350"/>
                  <a:pt x="382" y="350"/>
                </a:cubicBezTo>
                <a:cubicBezTo>
                  <a:pt x="390" y="350"/>
                  <a:pt x="398" y="353"/>
                  <a:pt x="404" y="359"/>
                </a:cubicBezTo>
                <a:cubicBezTo>
                  <a:pt x="410" y="365"/>
                  <a:pt x="413" y="373"/>
                  <a:pt x="413" y="382"/>
                </a:cubicBezTo>
                <a:cubicBezTo>
                  <a:pt x="413" y="390"/>
                  <a:pt x="410" y="398"/>
                  <a:pt x="404" y="404"/>
                </a:cubicBezTo>
                <a:cubicBezTo>
                  <a:pt x="398" y="410"/>
                  <a:pt x="390" y="413"/>
                  <a:pt x="382" y="413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6087240" y="4223520"/>
            <a:ext cx="16254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b2a6b"/>
                </a:solidFill>
                <a:latin typeface="Arial"/>
                <a:ea typeface="Arial"/>
              </a:rPr>
              <a:t>catalogus en leeromgeving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466560" y="4562640"/>
            <a:ext cx="20916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Route naar het eindproduct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5" name=""/>
          <p:cNvSpPr/>
          <p:nvPr/>
        </p:nvSpPr>
        <p:spPr>
          <a:xfrm>
            <a:off x="3200040" y="4438440"/>
            <a:ext cx="2934360" cy="476640"/>
          </a:xfrm>
          <a:custGeom>
            <a:avLst/>
            <a:gdLst/>
            <a:ahLst/>
            <a:rect l="0" t="0" r="r" b="b"/>
            <a:pathLst>
              <a:path w="8151" h="1324">
                <a:moveTo>
                  <a:pt x="0" y="0"/>
                </a:moveTo>
                <a:lnTo>
                  <a:pt x="8151" y="0"/>
                </a:lnTo>
                <a:lnTo>
                  <a:pt x="8151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6" name=""/>
          <p:cNvSpPr/>
          <p:nvPr/>
        </p:nvSpPr>
        <p:spPr>
          <a:xfrm>
            <a:off x="3200040" y="4438440"/>
            <a:ext cx="2934360" cy="38520"/>
          </a:xfrm>
          <a:custGeom>
            <a:avLst/>
            <a:gdLst/>
            <a:ahLst/>
            <a:rect l="0" t="0" r="r" b="b"/>
            <a:pathLst>
              <a:path w="8151" h="107">
                <a:moveTo>
                  <a:pt x="0" y="0"/>
                </a:moveTo>
                <a:lnTo>
                  <a:pt x="8151" y="0"/>
                </a:lnTo>
                <a:lnTo>
                  <a:pt x="815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7" name=""/>
          <p:cNvSpPr/>
          <p:nvPr/>
        </p:nvSpPr>
        <p:spPr>
          <a:xfrm>
            <a:off x="3200040" y="4905360"/>
            <a:ext cx="2934360" cy="9720"/>
          </a:xfrm>
          <a:custGeom>
            <a:avLst/>
            <a:gdLst/>
            <a:ahLst/>
            <a:rect l="0" t="0" r="r" b="b"/>
            <a:pathLst>
              <a:path w="8151" h="27">
                <a:moveTo>
                  <a:pt x="0" y="0"/>
                </a:moveTo>
                <a:lnTo>
                  <a:pt x="8151" y="0"/>
                </a:lnTo>
                <a:lnTo>
                  <a:pt x="81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8" name=""/>
          <p:cNvSpPr/>
          <p:nvPr/>
        </p:nvSpPr>
        <p:spPr>
          <a:xfrm>
            <a:off x="6124320" y="443844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106"/>
                </a:moveTo>
                <a:lnTo>
                  <a:pt x="0" y="1324"/>
                </a:lnTo>
                <a:lnTo>
                  <a:pt x="28" y="1324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9" name=""/>
          <p:cNvSpPr/>
          <p:nvPr/>
        </p:nvSpPr>
        <p:spPr>
          <a:xfrm>
            <a:off x="3200040" y="4438440"/>
            <a:ext cx="10080" cy="476640"/>
          </a:xfrm>
          <a:custGeom>
            <a:avLst/>
            <a:gdLst/>
            <a:ahLst/>
            <a:rect l="0" t="0" r="r" b="b"/>
            <a:pathLst>
              <a:path w="28" h="1324">
                <a:moveTo>
                  <a:pt x="0" y="0"/>
                </a:moveTo>
                <a:lnTo>
                  <a:pt x="0" y="1324"/>
                </a:lnTo>
                <a:lnTo>
                  <a:pt x="28" y="1324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0" name=""/>
          <p:cNvSpPr/>
          <p:nvPr/>
        </p:nvSpPr>
        <p:spPr>
          <a:xfrm>
            <a:off x="3360240" y="4535640"/>
            <a:ext cx="92160" cy="126000"/>
          </a:xfrm>
          <a:custGeom>
            <a:avLst/>
            <a:gdLst/>
            <a:ahLst/>
            <a:rect l="0" t="0" r="r" b="b"/>
            <a:pathLst>
              <a:path w="256" h="350">
                <a:moveTo>
                  <a:pt x="128" y="350"/>
                </a:moveTo>
                <a:lnTo>
                  <a:pt x="31" y="214"/>
                </a:lnTo>
                <a:cubicBezTo>
                  <a:pt x="15" y="194"/>
                  <a:pt x="5" y="173"/>
                  <a:pt x="2" y="148"/>
                </a:cubicBezTo>
                <a:cubicBezTo>
                  <a:pt x="-2" y="122"/>
                  <a:pt x="2" y="98"/>
                  <a:pt x="12" y="76"/>
                </a:cubicBezTo>
                <a:cubicBezTo>
                  <a:pt x="23" y="53"/>
                  <a:pt x="38" y="35"/>
                  <a:pt x="59" y="21"/>
                </a:cubicBezTo>
                <a:cubicBezTo>
                  <a:pt x="80" y="7"/>
                  <a:pt x="103" y="0"/>
                  <a:pt x="128" y="0"/>
                </a:cubicBezTo>
                <a:cubicBezTo>
                  <a:pt x="145" y="0"/>
                  <a:pt x="161" y="4"/>
                  <a:pt x="177" y="10"/>
                </a:cubicBezTo>
                <a:cubicBezTo>
                  <a:pt x="193" y="17"/>
                  <a:pt x="207" y="26"/>
                  <a:pt x="219" y="38"/>
                </a:cubicBezTo>
                <a:cubicBezTo>
                  <a:pt x="231" y="50"/>
                  <a:pt x="240" y="64"/>
                  <a:pt x="246" y="80"/>
                </a:cubicBezTo>
                <a:cubicBezTo>
                  <a:pt x="253" y="96"/>
                  <a:pt x="256" y="112"/>
                  <a:pt x="256" y="129"/>
                </a:cubicBezTo>
                <a:cubicBezTo>
                  <a:pt x="256" y="160"/>
                  <a:pt x="246" y="188"/>
                  <a:pt x="227" y="211"/>
                </a:cubicBezTo>
                <a:lnTo>
                  <a:pt x="128" y="350"/>
                </a:lnTo>
                <a:moveTo>
                  <a:pt x="128" y="32"/>
                </a:moveTo>
                <a:cubicBezTo>
                  <a:pt x="115" y="32"/>
                  <a:pt x="103" y="34"/>
                  <a:pt x="91" y="39"/>
                </a:cubicBezTo>
                <a:cubicBezTo>
                  <a:pt x="79" y="44"/>
                  <a:pt x="69" y="51"/>
                  <a:pt x="60" y="61"/>
                </a:cubicBezTo>
                <a:cubicBezTo>
                  <a:pt x="51" y="70"/>
                  <a:pt x="44" y="80"/>
                  <a:pt x="40" y="92"/>
                </a:cubicBezTo>
                <a:cubicBezTo>
                  <a:pt x="35" y="104"/>
                  <a:pt x="33" y="116"/>
                  <a:pt x="33" y="129"/>
                </a:cubicBezTo>
                <a:cubicBezTo>
                  <a:pt x="33" y="154"/>
                  <a:pt x="41" y="175"/>
                  <a:pt x="56" y="193"/>
                </a:cubicBezTo>
                <a:lnTo>
                  <a:pt x="128" y="295"/>
                </a:lnTo>
                <a:lnTo>
                  <a:pt x="202" y="191"/>
                </a:lnTo>
                <a:cubicBezTo>
                  <a:pt x="217" y="173"/>
                  <a:pt x="224" y="153"/>
                  <a:pt x="224" y="129"/>
                </a:cubicBezTo>
                <a:cubicBezTo>
                  <a:pt x="224" y="116"/>
                  <a:pt x="222" y="104"/>
                  <a:pt x="217" y="92"/>
                </a:cubicBezTo>
                <a:cubicBezTo>
                  <a:pt x="212" y="80"/>
                  <a:pt x="205" y="70"/>
                  <a:pt x="197" y="61"/>
                </a:cubicBezTo>
                <a:cubicBezTo>
                  <a:pt x="187" y="51"/>
                  <a:pt x="176" y="44"/>
                  <a:pt x="165" y="39"/>
                </a:cubicBezTo>
                <a:cubicBezTo>
                  <a:pt x="153" y="34"/>
                  <a:pt x="141" y="32"/>
                  <a:pt x="128" y="32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1" name=""/>
          <p:cNvSpPr/>
          <p:nvPr/>
        </p:nvSpPr>
        <p:spPr>
          <a:xfrm>
            <a:off x="3394440" y="4564080"/>
            <a:ext cx="23400" cy="23400"/>
          </a:xfrm>
          <a:custGeom>
            <a:avLst/>
            <a:gdLst/>
            <a:ahLst/>
            <a:rect l="0" t="0" r="r" b="b"/>
            <a:pathLst>
              <a:path w="65" h="65">
                <a:moveTo>
                  <a:pt x="65" y="33"/>
                </a:moveTo>
                <a:cubicBezTo>
                  <a:pt x="65" y="42"/>
                  <a:pt x="61" y="49"/>
                  <a:pt x="55" y="55"/>
                </a:cubicBezTo>
                <a:cubicBezTo>
                  <a:pt x="48" y="62"/>
                  <a:pt x="41" y="65"/>
                  <a:pt x="32" y="65"/>
                </a:cubicBezTo>
                <a:cubicBezTo>
                  <a:pt x="23" y="65"/>
                  <a:pt x="16" y="62"/>
                  <a:pt x="9" y="55"/>
                </a:cubicBezTo>
                <a:cubicBezTo>
                  <a:pt x="3" y="49"/>
                  <a:pt x="0" y="42"/>
                  <a:pt x="0" y="33"/>
                </a:cubicBezTo>
                <a:cubicBezTo>
                  <a:pt x="0" y="24"/>
                  <a:pt x="3" y="16"/>
                  <a:pt x="9" y="10"/>
                </a:cubicBezTo>
                <a:cubicBezTo>
                  <a:pt x="16" y="3"/>
                  <a:pt x="23" y="0"/>
                  <a:pt x="32" y="0"/>
                </a:cubicBezTo>
                <a:cubicBezTo>
                  <a:pt x="41" y="0"/>
                  <a:pt x="48" y="3"/>
                  <a:pt x="55" y="10"/>
                </a:cubicBezTo>
                <a:cubicBezTo>
                  <a:pt x="61" y="16"/>
                  <a:pt x="65" y="24"/>
                  <a:pt x="65" y="33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2" name=""/>
          <p:cNvSpPr/>
          <p:nvPr/>
        </p:nvSpPr>
        <p:spPr>
          <a:xfrm>
            <a:off x="3326040" y="4592880"/>
            <a:ext cx="160200" cy="102960"/>
          </a:xfrm>
          <a:custGeom>
            <a:avLst/>
            <a:gdLst/>
            <a:ahLst/>
            <a:rect l="0" t="0" r="r" b="b"/>
            <a:pathLst>
              <a:path w="445" h="286">
                <a:moveTo>
                  <a:pt x="413" y="0"/>
                </a:moveTo>
                <a:lnTo>
                  <a:pt x="381" y="0"/>
                </a:lnTo>
                <a:lnTo>
                  <a:pt x="381" y="31"/>
                </a:lnTo>
                <a:lnTo>
                  <a:pt x="413" y="31"/>
                </a:lnTo>
                <a:lnTo>
                  <a:pt x="413" y="254"/>
                </a:lnTo>
                <a:lnTo>
                  <a:pt x="31" y="254"/>
                </a:lnTo>
                <a:lnTo>
                  <a:pt x="31" y="31"/>
                </a:lnTo>
                <a:lnTo>
                  <a:pt x="63" y="31"/>
                </a:lnTo>
                <a:lnTo>
                  <a:pt x="63" y="0"/>
                </a:lnTo>
                <a:lnTo>
                  <a:pt x="31" y="0"/>
                </a:lnTo>
                <a:cubicBezTo>
                  <a:pt x="23" y="0"/>
                  <a:pt x="15" y="3"/>
                  <a:pt x="9" y="9"/>
                </a:cubicBezTo>
                <a:cubicBezTo>
                  <a:pt x="3" y="15"/>
                  <a:pt x="0" y="23"/>
                  <a:pt x="0" y="31"/>
                </a:cubicBezTo>
                <a:lnTo>
                  <a:pt x="0" y="254"/>
                </a:lnTo>
                <a:cubicBezTo>
                  <a:pt x="0" y="263"/>
                  <a:pt x="3" y="271"/>
                  <a:pt x="9" y="277"/>
                </a:cubicBezTo>
                <a:cubicBezTo>
                  <a:pt x="15" y="283"/>
                  <a:pt x="23" y="286"/>
                  <a:pt x="31" y="286"/>
                </a:cubicBezTo>
                <a:lnTo>
                  <a:pt x="413" y="286"/>
                </a:lnTo>
                <a:cubicBezTo>
                  <a:pt x="422" y="286"/>
                  <a:pt x="429" y="283"/>
                  <a:pt x="436" y="277"/>
                </a:cubicBezTo>
                <a:cubicBezTo>
                  <a:pt x="442" y="271"/>
                  <a:pt x="445" y="263"/>
                  <a:pt x="445" y="254"/>
                </a:cubicBezTo>
                <a:lnTo>
                  <a:pt x="445" y="31"/>
                </a:lnTo>
                <a:cubicBezTo>
                  <a:pt x="445" y="23"/>
                  <a:pt x="442" y="15"/>
                  <a:pt x="436" y="9"/>
                </a:cubicBezTo>
                <a:cubicBezTo>
                  <a:pt x="429" y="3"/>
                  <a:pt x="422" y="0"/>
                  <a:pt x="413" y="0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283680" y="4724640"/>
            <a:ext cx="23310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van wens tot afspraken tussen systemen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3501720" y="4562640"/>
            <a:ext cx="15886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Leerroute 1 als toets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5" name=""/>
          <p:cNvSpPr/>
          <p:nvPr/>
        </p:nvSpPr>
        <p:spPr>
          <a:xfrm>
            <a:off x="6238800" y="4438440"/>
            <a:ext cx="2924280" cy="476640"/>
          </a:xfrm>
          <a:custGeom>
            <a:avLst/>
            <a:gdLst/>
            <a:ahLst/>
            <a:rect l="0" t="0" r="r" b="b"/>
            <a:pathLst>
              <a:path w="8123" h="1324">
                <a:moveTo>
                  <a:pt x="0" y="0"/>
                </a:moveTo>
                <a:lnTo>
                  <a:pt x="8123" y="0"/>
                </a:lnTo>
                <a:lnTo>
                  <a:pt x="8123" y="1324"/>
                </a:lnTo>
                <a:lnTo>
                  <a:pt x="0" y="1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6" name=""/>
          <p:cNvSpPr/>
          <p:nvPr/>
        </p:nvSpPr>
        <p:spPr>
          <a:xfrm>
            <a:off x="6238800" y="4438440"/>
            <a:ext cx="2924280" cy="38520"/>
          </a:xfrm>
          <a:custGeom>
            <a:avLst/>
            <a:gdLst/>
            <a:ahLst/>
            <a:rect l="0" t="0" r="r" b="b"/>
            <a:pathLst>
              <a:path w="8123" h="107">
                <a:moveTo>
                  <a:pt x="0" y="0"/>
                </a:moveTo>
                <a:lnTo>
                  <a:pt x="8123" y="0"/>
                </a:lnTo>
                <a:lnTo>
                  <a:pt x="812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7" name=""/>
          <p:cNvSpPr/>
          <p:nvPr/>
        </p:nvSpPr>
        <p:spPr>
          <a:xfrm>
            <a:off x="6238800" y="4905360"/>
            <a:ext cx="2924280" cy="9720"/>
          </a:xfrm>
          <a:custGeom>
            <a:avLst/>
            <a:gdLst/>
            <a:ahLst/>
            <a:rect l="0" t="0" r="r" b="b"/>
            <a:pathLst>
              <a:path w="8123" h="27">
                <a:moveTo>
                  <a:pt x="0" y="0"/>
                </a:moveTo>
                <a:lnTo>
                  <a:pt x="8123" y="0"/>
                </a:lnTo>
                <a:lnTo>
                  <a:pt x="8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8" name=""/>
          <p:cNvSpPr/>
          <p:nvPr/>
        </p:nvSpPr>
        <p:spPr>
          <a:xfrm>
            <a:off x="9153360" y="44384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106"/>
                </a:moveTo>
                <a:lnTo>
                  <a:pt x="0" y="1324"/>
                </a:lnTo>
                <a:lnTo>
                  <a:pt x="27" y="1324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9" name=""/>
          <p:cNvSpPr/>
          <p:nvPr/>
        </p:nvSpPr>
        <p:spPr>
          <a:xfrm>
            <a:off x="6238800" y="4438440"/>
            <a:ext cx="9720" cy="476640"/>
          </a:xfrm>
          <a:custGeom>
            <a:avLst/>
            <a:gdLst/>
            <a:ahLst/>
            <a:rect l="0" t="0" r="r" b="b"/>
            <a:pathLst>
              <a:path w="27" h="1324">
                <a:moveTo>
                  <a:pt x="0" y="0"/>
                </a:moveTo>
                <a:lnTo>
                  <a:pt x="0" y="1324"/>
                </a:lnTo>
                <a:lnTo>
                  <a:pt x="27" y="1324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0" name=""/>
          <p:cNvSpPr/>
          <p:nvPr/>
        </p:nvSpPr>
        <p:spPr>
          <a:xfrm>
            <a:off x="6375960" y="4535640"/>
            <a:ext cx="137160" cy="160200"/>
          </a:xfrm>
          <a:custGeom>
            <a:avLst/>
            <a:gdLst/>
            <a:ahLst/>
            <a:rect l="0" t="0" r="r" b="b"/>
            <a:pathLst>
              <a:path w="381" h="445">
                <a:moveTo>
                  <a:pt x="31" y="445"/>
                </a:moveTo>
                <a:lnTo>
                  <a:pt x="0" y="445"/>
                </a:lnTo>
                <a:lnTo>
                  <a:pt x="0" y="0"/>
                </a:lnTo>
                <a:lnTo>
                  <a:pt x="381" y="0"/>
                </a:lnTo>
                <a:lnTo>
                  <a:pt x="288" y="144"/>
                </a:lnTo>
                <a:lnTo>
                  <a:pt x="381" y="287"/>
                </a:lnTo>
                <a:lnTo>
                  <a:pt x="31" y="287"/>
                </a:lnTo>
                <a:lnTo>
                  <a:pt x="31" y="445"/>
                </a:lnTo>
                <a:moveTo>
                  <a:pt x="31" y="255"/>
                </a:moveTo>
                <a:lnTo>
                  <a:pt x="322" y="255"/>
                </a:lnTo>
                <a:lnTo>
                  <a:pt x="250" y="144"/>
                </a:lnTo>
                <a:lnTo>
                  <a:pt x="322" y="32"/>
                </a:lnTo>
                <a:lnTo>
                  <a:pt x="31" y="32"/>
                </a:lnTo>
                <a:lnTo>
                  <a:pt x="31" y="255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3318840" y="4724640"/>
            <a:ext cx="126864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Jochem als rode draad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6536880" y="4562640"/>
            <a:ext cx="3772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Doel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3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6354360" y="4724640"/>
            <a:ext cx="21679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1a1a2e"/>
                </a:solidFill>
                <a:latin typeface="Arial"/>
                <a:ea typeface="Arial"/>
              </a:rPr>
              <a:t>drie koppelingen, volledig beschreven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79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781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782" name=""/>
          <p:cNvSpPr/>
          <p:nvPr/>
        </p:nvSpPr>
        <p:spPr>
          <a:xfrm>
            <a:off x="276120" y="1304640"/>
            <a:ext cx="8782200" cy="943560"/>
          </a:xfrm>
          <a:custGeom>
            <a:avLst/>
            <a:gdLst/>
            <a:ahLst/>
            <a:rect l="0" t="0" r="r" b="b"/>
            <a:pathLst>
              <a:path w="24395" h="2621">
                <a:moveTo>
                  <a:pt x="0" y="0"/>
                </a:moveTo>
                <a:lnTo>
                  <a:pt x="24395" y="0"/>
                </a:lnTo>
                <a:lnTo>
                  <a:pt x="24395" y="2621"/>
                </a:lnTo>
                <a:lnTo>
                  <a:pt x="0" y="26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3" name=""/>
          <p:cNvSpPr/>
          <p:nvPr/>
        </p:nvSpPr>
        <p:spPr>
          <a:xfrm>
            <a:off x="276120" y="1304640"/>
            <a:ext cx="8782200" cy="38520"/>
          </a:xfrm>
          <a:custGeom>
            <a:avLst/>
            <a:gdLst/>
            <a:ahLst/>
            <a:rect l="0" t="0" r="r" b="b"/>
            <a:pathLst>
              <a:path w="24395" h="107">
                <a:moveTo>
                  <a:pt x="0" y="0"/>
                </a:moveTo>
                <a:lnTo>
                  <a:pt x="24395" y="0"/>
                </a:lnTo>
                <a:lnTo>
                  <a:pt x="243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4" name=""/>
          <p:cNvSpPr/>
          <p:nvPr/>
        </p:nvSpPr>
        <p:spPr>
          <a:xfrm>
            <a:off x="276120" y="2238120"/>
            <a:ext cx="8782200" cy="10080"/>
          </a:xfrm>
          <a:custGeom>
            <a:avLst/>
            <a:gdLst/>
            <a:ahLst/>
            <a:rect l="0" t="0" r="r" b="b"/>
            <a:pathLst>
              <a:path w="24395" h="28">
                <a:moveTo>
                  <a:pt x="0" y="0"/>
                </a:moveTo>
                <a:lnTo>
                  <a:pt x="24395" y="0"/>
                </a:lnTo>
                <a:lnTo>
                  <a:pt x="243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5" name=""/>
          <p:cNvSpPr/>
          <p:nvPr/>
        </p:nvSpPr>
        <p:spPr>
          <a:xfrm>
            <a:off x="9048600" y="1304640"/>
            <a:ext cx="9720" cy="943560"/>
          </a:xfrm>
          <a:custGeom>
            <a:avLst/>
            <a:gdLst/>
            <a:ahLst/>
            <a:rect l="0" t="0" r="r" b="b"/>
            <a:pathLst>
              <a:path w="27" h="2621">
                <a:moveTo>
                  <a:pt x="0" y="106"/>
                </a:moveTo>
                <a:lnTo>
                  <a:pt x="0" y="2621"/>
                </a:lnTo>
                <a:lnTo>
                  <a:pt x="27" y="2621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6" name=""/>
          <p:cNvSpPr/>
          <p:nvPr/>
        </p:nvSpPr>
        <p:spPr>
          <a:xfrm>
            <a:off x="276120" y="1304640"/>
            <a:ext cx="9720" cy="943560"/>
          </a:xfrm>
          <a:custGeom>
            <a:avLst/>
            <a:gdLst/>
            <a:ahLst/>
            <a:rect l="0" t="0" r="r" b="b"/>
            <a:pathLst>
              <a:path w="27" h="2621">
                <a:moveTo>
                  <a:pt x="0" y="0"/>
                </a:moveTo>
                <a:lnTo>
                  <a:pt x="0" y="2621"/>
                </a:lnTo>
                <a:lnTo>
                  <a:pt x="27" y="2621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7" name=""/>
          <p:cNvSpPr txBox="1"/>
          <p:nvPr/>
        </p:nvSpPr>
        <p:spPr>
          <a:xfrm>
            <a:off x="274320" y="819360"/>
            <a:ext cx="464292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dd784b"/>
                </a:solidFill>
                <a:latin typeface="Arial"/>
                <a:ea typeface="Arial"/>
              </a:rPr>
              <a:t>Voortgang sinds 29 september</a:t>
            </a:r>
            <a:endParaRPr b="0" lang="en-US" sz="21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4168800" y="1457280"/>
            <a:ext cx="10036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UITGANGSPUNT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2151720" y="1670760"/>
            <a:ext cx="58590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1b2a6b"/>
                </a:solidFill>
                <a:latin typeface="Arial"/>
                <a:ea typeface="Arial"/>
              </a:rPr>
              <a:t>“</a:t>
            </a:r>
            <a:r>
              <a:rPr b="0" lang="en-US" sz="1300" spc="-1" strike="noStrike">
                <a:solidFill>
                  <a:srgbClr val="1b2a6b"/>
                </a:solidFill>
                <a:latin typeface="Arial"/>
                <a:ea typeface="Arial"/>
              </a:rPr>
              <a:t>Een geïsoleerd koppelvlak lost voor een instelling geen probleem op.”</a:t>
            </a:r>
            <a:endParaRPr b="0" lang="en-US" sz="13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3238560" y="1944720"/>
            <a:ext cx="34783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1b2a6b"/>
                </a:solidFill>
                <a:latin typeface="Arial"/>
                <a:ea typeface="Arial"/>
              </a:rPr>
              <a:t>De keten gaat voor het losse koppelvlak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1" name=""/>
          <p:cNvSpPr/>
          <p:nvPr/>
        </p:nvSpPr>
        <p:spPr>
          <a:xfrm>
            <a:off x="276120" y="2543040"/>
            <a:ext cx="8782200" cy="895680"/>
          </a:xfrm>
          <a:custGeom>
            <a:avLst/>
            <a:gdLst/>
            <a:ahLst/>
            <a:rect l="0" t="0" r="r" b="b"/>
            <a:pathLst>
              <a:path w="24395" h="2488">
                <a:moveTo>
                  <a:pt x="0" y="0"/>
                </a:moveTo>
                <a:lnTo>
                  <a:pt x="24395" y="0"/>
                </a:lnTo>
                <a:lnTo>
                  <a:pt x="24395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2" name=""/>
          <p:cNvSpPr/>
          <p:nvPr/>
        </p:nvSpPr>
        <p:spPr>
          <a:xfrm>
            <a:off x="276120" y="2543040"/>
            <a:ext cx="8782200" cy="38520"/>
          </a:xfrm>
          <a:custGeom>
            <a:avLst/>
            <a:gdLst/>
            <a:ahLst/>
            <a:rect l="0" t="0" r="r" b="b"/>
            <a:pathLst>
              <a:path w="24395" h="107">
                <a:moveTo>
                  <a:pt x="0" y="0"/>
                </a:moveTo>
                <a:lnTo>
                  <a:pt x="24395" y="0"/>
                </a:lnTo>
                <a:lnTo>
                  <a:pt x="243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3" name=""/>
          <p:cNvSpPr/>
          <p:nvPr/>
        </p:nvSpPr>
        <p:spPr>
          <a:xfrm>
            <a:off x="276120" y="3428640"/>
            <a:ext cx="8782200" cy="10080"/>
          </a:xfrm>
          <a:custGeom>
            <a:avLst/>
            <a:gdLst/>
            <a:ahLst/>
            <a:rect l="0" t="0" r="r" b="b"/>
            <a:pathLst>
              <a:path w="24395" h="28">
                <a:moveTo>
                  <a:pt x="0" y="0"/>
                </a:moveTo>
                <a:lnTo>
                  <a:pt x="24395" y="0"/>
                </a:lnTo>
                <a:lnTo>
                  <a:pt x="243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4" name=""/>
          <p:cNvSpPr/>
          <p:nvPr/>
        </p:nvSpPr>
        <p:spPr>
          <a:xfrm>
            <a:off x="9048600" y="2543040"/>
            <a:ext cx="9720" cy="895680"/>
          </a:xfrm>
          <a:custGeom>
            <a:avLst/>
            <a:gdLst/>
            <a:ahLst/>
            <a:rect l="0" t="0" r="r" b="b"/>
            <a:pathLst>
              <a:path w="27" h="2488">
                <a:moveTo>
                  <a:pt x="0" y="106"/>
                </a:moveTo>
                <a:lnTo>
                  <a:pt x="0" y="2488"/>
                </a:lnTo>
                <a:lnTo>
                  <a:pt x="27" y="2488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5" name=""/>
          <p:cNvSpPr/>
          <p:nvPr/>
        </p:nvSpPr>
        <p:spPr>
          <a:xfrm>
            <a:off x="276120" y="2543040"/>
            <a:ext cx="9720" cy="895680"/>
          </a:xfrm>
          <a:custGeom>
            <a:avLst/>
            <a:gdLst/>
            <a:ahLst/>
            <a:rect l="0" t="0" r="r" b="b"/>
            <a:pathLst>
              <a:path w="27" h="2488">
                <a:moveTo>
                  <a:pt x="0" y="0"/>
                </a:moveTo>
                <a:lnTo>
                  <a:pt x="0" y="2488"/>
                </a:lnTo>
                <a:lnTo>
                  <a:pt x="27" y="2488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4576680" y="2283120"/>
            <a:ext cx="19764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60" spc="-1" strike="noStrike">
                <a:solidFill>
                  <a:srgbClr val="dd784b"/>
                </a:solidFill>
                <a:latin typeface="Arial"/>
                <a:ea typeface="Arial"/>
              </a:rPr>
              <a:t>↓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3964680" y="2695680"/>
            <a:ext cx="15066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VRAAG DIE OKX INVULT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1776240" y="2916000"/>
            <a:ext cx="710568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1b2a6b"/>
                </a:solidFill>
                <a:latin typeface="Arial"/>
                <a:ea typeface="Arial"/>
              </a:rPr>
              <a:t>Welke schakel van interacties in het IT-landschap van een instelling levert waarde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3714840" y="3144600"/>
            <a:ext cx="231408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1b2a6b"/>
                </a:solidFill>
                <a:latin typeface="Arial"/>
                <a:ea typeface="Arial"/>
              </a:rPr>
              <a:t>voor instelling en student?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0" name=""/>
          <p:cNvSpPr/>
          <p:nvPr/>
        </p:nvSpPr>
        <p:spPr>
          <a:xfrm>
            <a:off x="276120" y="3743280"/>
            <a:ext cx="2714760" cy="686160"/>
          </a:xfrm>
          <a:custGeom>
            <a:avLst/>
            <a:gdLst/>
            <a:ahLst/>
            <a:rect l="0" t="0" r="r" b="b"/>
            <a:pathLst>
              <a:path w="7541" h="1906">
                <a:moveTo>
                  <a:pt x="0" y="0"/>
                </a:moveTo>
                <a:lnTo>
                  <a:pt x="7541" y="0"/>
                </a:lnTo>
                <a:lnTo>
                  <a:pt x="7541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1" name=""/>
          <p:cNvSpPr/>
          <p:nvPr/>
        </p:nvSpPr>
        <p:spPr>
          <a:xfrm>
            <a:off x="276120" y="3743280"/>
            <a:ext cx="2714760" cy="38160"/>
          </a:xfrm>
          <a:custGeom>
            <a:avLst/>
            <a:gdLst/>
            <a:ahLst/>
            <a:rect l="0" t="0" r="r" b="b"/>
            <a:pathLst>
              <a:path w="7541" h="106">
                <a:moveTo>
                  <a:pt x="0" y="0"/>
                </a:moveTo>
                <a:lnTo>
                  <a:pt x="7541" y="0"/>
                </a:lnTo>
                <a:lnTo>
                  <a:pt x="7541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2" name=""/>
          <p:cNvSpPr/>
          <p:nvPr/>
        </p:nvSpPr>
        <p:spPr>
          <a:xfrm>
            <a:off x="276120" y="4419360"/>
            <a:ext cx="2714760" cy="10080"/>
          </a:xfrm>
          <a:custGeom>
            <a:avLst/>
            <a:gdLst/>
            <a:ahLst/>
            <a:rect l="0" t="0" r="r" b="b"/>
            <a:pathLst>
              <a:path w="7541" h="28">
                <a:moveTo>
                  <a:pt x="0" y="0"/>
                </a:moveTo>
                <a:lnTo>
                  <a:pt x="7541" y="0"/>
                </a:lnTo>
                <a:lnTo>
                  <a:pt x="7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3" name=""/>
          <p:cNvSpPr/>
          <p:nvPr/>
        </p:nvSpPr>
        <p:spPr>
          <a:xfrm>
            <a:off x="2981160" y="3743280"/>
            <a:ext cx="9720" cy="686160"/>
          </a:xfrm>
          <a:custGeom>
            <a:avLst/>
            <a:gdLst/>
            <a:ahLst/>
            <a:rect l="0" t="0" r="r" b="b"/>
            <a:pathLst>
              <a:path w="27" h="1906">
                <a:moveTo>
                  <a:pt x="0" y="106"/>
                </a:moveTo>
                <a:lnTo>
                  <a:pt x="0" y="1906"/>
                </a:lnTo>
                <a:lnTo>
                  <a:pt x="27" y="1906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4" name=""/>
          <p:cNvSpPr/>
          <p:nvPr/>
        </p:nvSpPr>
        <p:spPr>
          <a:xfrm>
            <a:off x="276120" y="3743280"/>
            <a:ext cx="9720" cy="686160"/>
          </a:xfrm>
          <a:custGeom>
            <a:avLst/>
            <a:gdLst/>
            <a:ahLst/>
            <a:rect l="0" t="0" r="r" b="b"/>
            <a:pathLst>
              <a:path w="27" h="1906">
                <a:moveTo>
                  <a:pt x="0" y="0"/>
                </a:moveTo>
                <a:lnTo>
                  <a:pt x="0" y="1906"/>
                </a:lnTo>
                <a:lnTo>
                  <a:pt x="27" y="1906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5" name=""/>
          <p:cNvSpPr/>
          <p:nvPr/>
        </p:nvSpPr>
        <p:spPr>
          <a:xfrm>
            <a:off x="1529280" y="3978360"/>
            <a:ext cx="208080" cy="111960"/>
          </a:xfrm>
          <a:custGeom>
            <a:avLst/>
            <a:gdLst/>
            <a:ahLst/>
            <a:rect l="0" t="0" r="r" b="b"/>
            <a:pathLst>
              <a:path w="578" h="311">
                <a:moveTo>
                  <a:pt x="578" y="311"/>
                </a:moveTo>
                <a:lnTo>
                  <a:pt x="413" y="311"/>
                </a:lnTo>
                <a:lnTo>
                  <a:pt x="413" y="144"/>
                </a:lnTo>
                <a:lnTo>
                  <a:pt x="578" y="144"/>
                </a:lnTo>
                <a:lnTo>
                  <a:pt x="578" y="311"/>
                </a:lnTo>
                <a:moveTo>
                  <a:pt x="455" y="269"/>
                </a:moveTo>
                <a:lnTo>
                  <a:pt x="537" y="269"/>
                </a:lnTo>
                <a:lnTo>
                  <a:pt x="537" y="186"/>
                </a:lnTo>
                <a:lnTo>
                  <a:pt x="455" y="186"/>
                </a:lnTo>
                <a:lnTo>
                  <a:pt x="455" y="269"/>
                </a:lnTo>
                <a:moveTo>
                  <a:pt x="372" y="249"/>
                </a:moveTo>
                <a:lnTo>
                  <a:pt x="124" y="249"/>
                </a:lnTo>
                <a:cubicBezTo>
                  <a:pt x="108" y="249"/>
                  <a:pt x="92" y="246"/>
                  <a:pt x="76" y="239"/>
                </a:cubicBezTo>
                <a:cubicBezTo>
                  <a:pt x="61" y="233"/>
                  <a:pt x="48" y="223"/>
                  <a:pt x="36" y="211"/>
                </a:cubicBezTo>
                <a:cubicBezTo>
                  <a:pt x="24" y="200"/>
                  <a:pt x="15" y="186"/>
                  <a:pt x="9" y="171"/>
                </a:cubicBezTo>
                <a:cubicBezTo>
                  <a:pt x="3" y="156"/>
                  <a:pt x="0" y="140"/>
                  <a:pt x="0" y="124"/>
                </a:cubicBezTo>
                <a:cubicBezTo>
                  <a:pt x="0" y="107"/>
                  <a:pt x="3" y="92"/>
                  <a:pt x="9" y="76"/>
                </a:cubicBezTo>
                <a:cubicBezTo>
                  <a:pt x="15" y="61"/>
                  <a:pt x="24" y="48"/>
                  <a:pt x="36" y="36"/>
                </a:cubicBezTo>
                <a:cubicBezTo>
                  <a:pt x="48" y="25"/>
                  <a:pt x="61" y="16"/>
                  <a:pt x="76" y="9"/>
                </a:cubicBezTo>
                <a:cubicBezTo>
                  <a:pt x="92" y="3"/>
                  <a:pt x="108" y="0"/>
                  <a:pt x="124" y="0"/>
                </a:cubicBezTo>
                <a:lnTo>
                  <a:pt x="166" y="0"/>
                </a:lnTo>
                <a:lnTo>
                  <a:pt x="166" y="41"/>
                </a:lnTo>
                <a:lnTo>
                  <a:pt x="124" y="41"/>
                </a:lnTo>
                <a:cubicBezTo>
                  <a:pt x="113" y="41"/>
                  <a:pt x="103" y="43"/>
                  <a:pt x="93" y="48"/>
                </a:cubicBezTo>
                <a:cubicBezTo>
                  <a:pt x="83" y="52"/>
                  <a:pt x="73" y="58"/>
                  <a:pt x="65" y="65"/>
                </a:cubicBezTo>
                <a:cubicBezTo>
                  <a:pt x="57" y="73"/>
                  <a:pt x="51" y="82"/>
                  <a:pt x="47" y="92"/>
                </a:cubicBezTo>
                <a:cubicBezTo>
                  <a:pt x="43" y="102"/>
                  <a:pt x="41" y="113"/>
                  <a:pt x="41" y="124"/>
                </a:cubicBezTo>
                <a:cubicBezTo>
                  <a:pt x="41" y="135"/>
                  <a:pt x="43" y="145"/>
                  <a:pt x="47" y="155"/>
                </a:cubicBezTo>
                <a:cubicBezTo>
                  <a:pt x="51" y="166"/>
                  <a:pt x="57" y="174"/>
                  <a:pt x="65" y="182"/>
                </a:cubicBezTo>
                <a:cubicBezTo>
                  <a:pt x="73" y="190"/>
                  <a:pt x="83" y="196"/>
                  <a:pt x="93" y="200"/>
                </a:cubicBezTo>
                <a:cubicBezTo>
                  <a:pt x="103" y="204"/>
                  <a:pt x="113" y="206"/>
                  <a:pt x="124" y="206"/>
                </a:cubicBezTo>
                <a:lnTo>
                  <a:pt x="372" y="206"/>
                </a:lnTo>
                <a:lnTo>
                  <a:pt x="372" y="249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6" name=""/>
          <p:cNvSpPr/>
          <p:nvPr/>
        </p:nvSpPr>
        <p:spPr>
          <a:xfrm>
            <a:off x="1603440" y="39560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166"/>
                </a:moveTo>
                <a:lnTo>
                  <a:pt x="0" y="166"/>
                </a:lnTo>
                <a:lnTo>
                  <a:pt x="0" y="0"/>
                </a:lnTo>
                <a:lnTo>
                  <a:pt x="166" y="0"/>
                </a:lnTo>
                <a:lnTo>
                  <a:pt x="166" y="166"/>
                </a:lnTo>
                <a:moveTo>
                  <a:pt x="41" y="124"/>
                </a:moveTo>
                <a:lnTo>
                  <a:pt x="125" y="124"/>
                </a:lnTo>
                <a:lnTo>
                  <a:pt x="125" y="41"/>
                </a:lnTo>
                <a:lnTo>
                  <a:pt x="41" y="41"/>
                </a:lnTo>
                <a:lnTo>
                  <a:pt x="41" y="124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7" name=""/>
          <p:cNvSpPr/>
          <p:nvPr/>
        </p:nvSpPr>
        <p:spPr>
          <a:xfrm>
            <a:off x="1529280" y="3881880"/>
            <a:ext cx="208080" cy="111600"/>
          </a:xfrm>
          <a:custGeom>
            <a:avLst/>
            <a:gdLst/>
            <a:ahLst/>
            <a:rect l="0" t="0" r="r" b="b"/>
            <a:pathLst>
              <a:path w="578" h="310">
                <a:moveTo>
                  <a:pt x="455" y="310"/>
                </a:moveTo>
                <a:lnTo>
                  <a:pt x="413" y="310"/>
                </a:lnTo>
                <a:lnTo>
                  <a:pt x="413" y="269"/>
                </a:lnTo>
                <a:lnTo>
                  <a:pt x="455" y="269"/>
                </a:lnTo>
                <a:cubicBezTo>
                  <a:pt x="465" y="269"/>
                  <a:pt x="476" y="267"/>
                  <a:pt x="486" y="263"/>
                </a:cubicBezTo>
                <a:cubicBezTo>
                  <a:pt x="496" y="259"/>
                  <a:pt x="505" y="253"/>
                  <a:pt x="513" y="245"/>
                </a:cubicBezTo>
                <a:cubicBezTo>
                  <a:pt x="521" y="237"/>
                  <a:pt x="527" y="228"/>
                  <a:pt x="531" y="218"/>
                </a:cubicBezTo>
                <a:cubicBezTo>
                  <a:pt x="535" y="208"/>
                  <a:pt x="537" y="197"/>
                  <a:pt x="537" y="186"/>
                </a:cubicBezTo>
                <a:cubicBezTo>
                  <a:pt x="537" y="175"/>
                  <a:pt x="535" y="164"/>
                  <a:pt x="531" y="154"/>
                </a:cubicBezTo>
                <a:cubicBezTo>
                  <a:pt x="527" y="144"/>
                  <a:pt x="521" y="135"/>
                  <a:pt x="513" y="127"/>
                </a:cubicBezTo>
                <a:cubicBezTo>
                  <a:pt x="505" y="119"/>
                  <a:pt x="496" y="113"/>
                  <a:pt x="486" y="109"/>
                </a:cubicBezTo>
                <a:cubicBezTo>
                  <a:pt x="476" y="105"/>
                  <a:pt x="465" y="103"/>
                  <a:pt x="455" y="103"/>
                </a:cubicBezTo>
                <a:lnTo>
                  <a:pt x="207" y="103"/>
                </a:lnTo>
                <a:lnTo>
                  <a:pt x="207" y="62"/>
                </a:lnTo>
                <a:lnTo>
                  <a:pt x="455" y="62"/>
                </a:lnTo>
                <a:cubicBezTo>
                  <a:pt x="471" y="62"/>
                  <a:pt x="487" y="65"/>
                  <a:pt x="502" y="71"/>
                </a:cubicBezTo>
                <a:cubicBezTo>
                  <a:pt x="517" y="77"/>
                  <a:pt x="530" y="86"/>
                  <a:pt x="542" y="98"/>
                </a:cubicBezTo>
                <a:cubicBezTo>
                  <a:pt x="554" y="110"/>
                  <a:pt x="563" y="123"/>
                  <a:pt x="569" y="138"/>
                </a:cubicBezTo>
                <a:cubicBezTo>
                  <a:pt x="575" y="153"/>
                  <a:pt x="578" y="169"/>
                  <a:pt x="578" y="186"/>
                </a:cubicBezTo>
                <a:cubicBezTo>
                  <a:pt x="578" y="203"/>
                  <a:pt x="575" y="219"/>
                  <a:pt x="569" y="234"/>
                </a:cubicBezTo>
                <a:cubicBezTo>
                  <a:pt x="563" y="249"/>
                  <a:pt x="554" y="262"/>
                  <a:pt x="542" y="274"/>
                </a:cubicBezTo>
                <a:cubicBezTo>
                  <a:pt x="530" y="286"/>
                  <a:pt x="517" y="295"/>
                  <a:pt x="502" y="301"/>
                </a:cubicBezTo>
                <a:cubicBezTo>
                  <a:pt x="487" y="307"/>
                  <a:pt x="471" y="310"/>
                  <a:pt x="455" y="310"/>
                </a:cubicBezTo>
                <a:moveTo>
                  <a:pt x="166" y="165"/>
                </a:moveTo>
                <a:lnTo>
                  <a:pt x="0" y="165"/>
                </a:lnTo>
                <a:lnTo>
                  <a:pt x="0" y="0"/>
                </a:lnTo>
                <a:lnTo>
                  <a:pt x="166" y="0"/>
                </a:lnTo>
                <a:lnTo>
                  <a:pt x="166" y="165"/>
                </a:lnTo>
                <a:moveTo>
                  <a:pt x="41" y="124"/>
                </a:moveTo>
                <a:lnTo>
                  <a:pt x="124" y="124"/>
                </a:lnTo>
                <a:lnTo>
                  <a:pt x="124" y="41"/>
                </a:lnTo>
                <a:lnTo>
                  <a:pt x="41" y="41"/>
                </a:lnTo>
                <a:lnTo>
                  <a:pt x="41" y="124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4576680" y="3483360"/>
            <a:ext cx="19764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60" spc="-1" strike="noStrike">
                <a:solidFill>
                  <a:srgbClr val="dd784b"/>
                </a:solidFill>
                <a:latin typeface="Arial"/>
                <a:ea typeface="Arial"/>
              </a:rPr>
              <a:t>↓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1029240" y="4155120"/>
            <a:ext cx="13860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b2a6b"/>
                </a:solidFill>
                <a:latin typeface="Arial"/>
                <a:ea typeface="Arial"/>
              </a:rPr>
              <a:t>Informatiestromen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0" name=""/>
          <p:cNvSpPr/>
          <p:nvPr/>
        </p:nvSpPr>
        <p:spPr>
          <a:xfrm>
            <a:off x="3305160" y="3743280"/>
            <a:ext cx="2724480" cy="686160"/>
          </a:xfrm>
          <a:custGeom>
            <a:avLst/>
            <a:gdLst/>
            <a:ahLst/>
            <a:rect l="0" t="0" r="r" b="b"/>
            <a:pathLst>
              <a:path w="7568" h="1906">
                <a:moveTo>
                  <a:pt x="0" y="0"/>
                </a:moveTo>
                <a:lnTo>
                  <a:pt x="7568" y="0"/>
                </a:lnTo>
                <a:lnTo>
                  <a:pt x="7568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1" name=""/>
          <p:cNvSpPr/>
          <p:nvPr/>
        </p:nvSpPr>
        <p:spPr>
          <a:xfrm>
            <a:off x="3305160" y="3743280"/>
            <a:ext cx="2724480" cy="38160"/>
          </a:xfrm>
          <a:custGeom>
            <a:avLst/>
            <a:gdLst/>
            <a:ahLst/>
            <a:rect l="0" t="0" r="r" b="b"/>
            <a:pathLst>
              <a:path w="7568" h="106">
                <a:moveTo>
                  <a:pt x="0" y="0"/>
                </a:moveTo>
                <a:lnTo>
                  <a:pt x="7568" y="0"/>
                </a:lnTo>
                <a:lnTo>
                  <a:pt x="7568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f4d7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2" name=""/>
          <p:cNvSpPr/>
          <p:nvPr/>
        </p:nvSpPr>
        <p:spPr>
          <a:xfrm>
            <a:off x="3305160" y="4419360"/>
            <a:ext cx="2724480" cy="10080"/>
          </a:xfrm>
          <a:custGeom>
            <a:avLst/>
            <a:gdLst/>
            <a:ahLst/>
            <a:rect l="0" t="0" r="r" b="b"/>
            <a:pathLst>
              <a:path w="7568" h="28">
                <a:moveTo>
                  <a:pt x="0" y="0"/>
                </a:moveTo>
                <a:lnTo>
                  <a:pt x="7568" y="0"/>
                </a:lnTo>
                <a:lnTo>
                  <a:pt x="7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3" name=""/>
          <p:cNvSpPr/>
          <p:nvPr/>
        </p:nvSpPr>
        <p:spPr>
          <a:xfrm>
            <a:off x="6019560" y="3743280"/>
            <a:ext cx="10080" cy="686160"/>
          </a:xfrm>
          <a:custGeom>
            <a:avLst/>
            <a:gdLst/>
            <a:ahLst/>
            <a:rect l="0" t="0" r="r" b="b"/>
            <a:pathLst>
              <a:path w="28" h="1906">
                <a:moveTo>
                  <a:pt x="0" y="106"/>
                </a:moveTo>
                <a:lnTo>
                  <a:pt x="0" y="1906"/>
                </a:lnTo>
                <a:lnTo>
                  <a:pt x="28" y="1906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4" name=""/>
          <p:cNvSpPr/>
          <p:nvPr/>
        </p:nvSpPr>
        <p:spPr>
          <a:xfrm>
            <a:off x="3305160" y="3743280"/>
            <a:ext cx="9720" cy="686160"/>
          </a:xfrm>
          <a:custGeom>
            <a:avLst/>
            <a:gdLst/>
            <a:ahLst/>
            <a:rect l="0" t="0" r="r" b="b"/>
            <a:pathLst>
              <a:path w="27" h="1906">
                <a:moveTo>
                  <a:pt x="0" y="0"/>
                </a:moveTo>
                <a:lnTo>
                  <a:pt x="0" y="1906"/>
                </a:lnTo>
                <a:lnTo>
                  <a:pt x="27" y="1906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5" name=""/>
          <p:cNvSpPr/>
          <p:nvPr/>
        </p:nvSpPr>
        <p:spPr>
          <a:xfrm>
            <a:off x="4612320" y="391140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42" y="22"/>
                </a:moveTo>
                <a:cubicBezTo>
                  <a:pt x="42" y="28"/>
                  <a:pt x="40" y="33"/>
                  <a:pt x="36" y="37"/>
                </a:cubicBezTo>
                <a:cubicBezTo>
                  <a:pt x="32" y="41"/>
                  <a:pt x="27" y="43"/>
                  <a:pt x="21" y="43"/>
                </a:cubicBezTo>
                <a:cubicBezTo>
                  <a:pt x="16" y="43"/>
                  <a:pt x="11" y="41"/>
                  <a:pt x="7" y="37"/>
                </a:cubicBezTo>
                <a:cubicBezTo>
                  <a:pt x="3" y="33"/>
                  <a:pt x="0" y="28"/>
                  <a:pt x="0" y="22"/>
                </a:cubicBezTo>
                <a:cubicBezTo>
                  <a:pt x="0" y="15"/>
                  <a:pt x="3" y="10"/>
                  <a:pt x="7" y="6"/>
                </a:cubicBezTo>
                <a:cubicBezTo>
                  <a:pt x="11" y="2"/>
                  <a:pt x="16" y="0"/>
                  <a:pt x="21" y="0"/>
                </a:cubicBezTo>
                <a:cubicBezTo>
                  <a:pt x="27" y="0"/>
                  <a:pt x="32" y="2"/>
                  <a:pt x="36" y="6"/>
                </a:cubicBezTo>
                <a:cubicBezTo>
                  <a:pt x="40" y="10"/>
                  <a:pt x="42" y="15"/>
                  <a:pt x="42" y="22"/>
                </a:cubicBezTo>
                <a:close/>
              </a:path>
            </a:pathLst>
          </a:custGeom>
          <a:solidFill>
            <a:srgbClr val="1b2a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16" name=""/>
          <p:cNvSpPr/>
          <p:nvPr/>
        </p:nvSpPr>
        <p:spPr>
          <a:xfrm>
            <a:off x="4567680" y="3881880"/>
            <a:ext cx="208440" cy="208440"/>
          </a:xfrm>
          <a:custGeom>
            <a:avLst/>
            <a:gdLst/>
            <a:ahLst/>
            <a:rect l="0" t="0" r="r" b="b"/>
            <a:pathLst>
              <a:path w="579" h="579">
                <a:moveTo>
                  <a:pt x="517" y="415"/>
                </a:moveTo>
                <a:lnTo>
                  <a:pt x="517" y="330"/>
                </a:lnTo>
                <a:cubicBezTo>
                  <a:pt x="517" y="324"/>
                  <a:pt x="516" y="319"/>
                  <a:pt x="514" y="314"/>
                </a:cubicBezTo>
                <a:cubicBezTo>
                  <a:pt x="511" y="309"/>
                  <a:pt x="508" y="305"/>
                  <a:pt x="505" y="301"/>
                </a:cubicBezTo>
                <a:cubicBezTo>
                  <a:pt x="501" y="297"/>
                  <a:pt x="496" y="294"/>
                  <a:pt x="491" y="292"/>
                </a:cubicBezTo>
                <a:cubicBezTo>
                  <a:pt x="486" y="290"/>
                  <a:pt x="481" y="289"/>
                  <a:pt x="475" y="289"/>
                </a:cubicBezTo>
                <a:lnTo>
                  <a:pt x="310" y="289"/>
                </a:lnTo>
                <a:lnTo>
                  <a:pt x="310" y="206"/>
                </a:lnTo>
                <a:lnTo>
                  <a:pt x="496" y="206"/>
                </a:lnTo>
                <a:cubicBezTo>
                  <a:pt x="501" y="206"/>
                  <a:pt x="507" y="205"/>
                  <a:pt x="512" y="203"/>
                </a:cubicBezTo>
                <a:cubicBezTo>
                  <a:pt x="517" y="201"/>
                  <a:pt x="521" y="198"/>
                  <a:pt x="525" y="194"/>
                </a:cubicBezTo>
                <a:cubicBezTo>
                  <a:pt x="529" y="190"/>
                  <a:pt x="532" y="186"/>
                  <a:pt x="534" y="181"/>
                </a:cubicBezTo>
                <a:cubicBezTo>
                  <a:pt x="536" y="176"/>
                  <a:pt x="537" y="170"/>
                  <a:pt x="537" y="165"/>
                </a:cubicBezTo>
                <a:lnTo>
                  <a:pt x="537" y="41"/>
                </a:lnTo>
                <a:cubicBezTo>
                  <a:pt x="537" y="36"/>
                  <a:pt x="536" y="30"/>
                  <a:pt x="534" y="25"/>
                </a:cubicBezTo>
                <a:cubicBezTo>
                  <a:pt x="532" y="20"/>
                  <a:pt x="529" y="16"/>
                  <a:pt x="525" y="12"/>
                </a:cubicBezTo>
                <a:cubicBezTo>
                  <a:pt x="521" y="8"/>
                  <a:pt x="517" y="5"/>
                  <a:pt x="512" y="3"/>
                </a:cubicBezTo>
                <a:cubicBezTo>
                  <a:pt x="507" y="1"/>
                  <a:pt x="501" y="0"/>
                  <a:pt x="496" y="0"/>
                </a:cubicBezTo>
                <a:lnTo>
                  <a:pt x="82" y="0"/>
                </a:lnTo>
                <a:cubicBezTo>
                  <a:pt x="77" y="0"/>
                  <a:pt x="72" y="1"/>
                  <a:pt x="67" y="3"/>
                </a:cubicBezTo>
                <a:cubicBezTo>
                  <a:pt x="62" y="5"/>
                  <a:pt x="57" y="8"/>
                  <a:pt x="53" y="12"/>
                </a:cubicBezTo>
                <a:cubicBezTo>
                  <a:pt x="49" y="16"/>
                  <a:pt x="46" y="20"/>
                  <a:pt x="44" y="25"/>
                </a:cubicBezTo>
                <a:cubicBezTo>
                  <a:pt x="42" y="30"/>
                  <a:pt x="41" y="36"/>
                  <a:pt x="41" y="41"/>
                </a:cubicBezTo>
                <a:lnTo>
                  <a:pt x="41" y="165"/>
                </a:lnTo>
                <a:cubicBezTo>
                  <a:pt x="41" y="170"/>
                  <a:pt x="42" y="176"/>
                  <a:pt x="44" y="181"/>
                </a:cubicBezTo>
                <a:cubicBezTo>
                  <a:pt x="46" y="186"/>
                  <a:pt x="49" y="190"/>
                  <a:pt x="53" y="194"/>
                </a:cubicBezTo>
                <a:cubicBezTo>
                  <a:pt x="57" y="198"/>
                  <a:pt x="62" y="201"/>
                  <a:pt x="67" y="203"/>
                </a:cubicBezTo>
                <a:cubicBezTo>
                  <a:pt x="72" y="205"/>
                  <a:pt x="77" y="206"/>
                  <a:pt x="82" y="206"/>
                </a:cubicBezTo>
                <a:lnTo>
                  <a:pt x="268" y="206"/>
                </a:lnTo>
                <a:lnTo>
                  <a:pt x="268" y="289"/>
                </a:lnTo>
                <a:lnTo>
                  <a:pt x="103" y="289"/>
                </a:lnTo>
                <a:cubicBezTo>
                  <a:pt x="98" y="289"/>
                  <a:pt x="92" y="290"/>
                  <a:pt x="87" y="292"/>
                </a:cubicBezTo>
                <a:cubicBezTo>
                  <a:pt x="82" y="294"/>
                  <a:pt x="78" y="297"/>
                  <a:pt x="74" y="301"/>
                </a:cubicBezTo>
                <a:cubicBezTo>
                  <a:pt x="70" y="305"/>
                  <a:pt x="67" y="309"/>
                  <a:pt x="65" y="314"/>
                </a:cubicBezTo>
                <a:cubicBezTo>
                  <a:pt x="63" y="319"/>
                  <a:pt x="62" y="324"/>
                  <a:pt x="62" y="330"/>
                </a:cubicBezTo>
                <a:lnTo>
                  <a:pt x="62" y="415"/>
                </a:lnTo>
                <a:cubicBezTo>
                  <a:pt x="55" y="417"/>
                  <a:pt x="49" y="419"/>
                  <a:pt x="43" y="423"/>
                </a:cubicBezTo>
                <a:cubicBezTo>
                  <a:pt x="37" y="426"/>
                  <a:pt x="32" y="430"/>
                  <a:pt x="27" y="434"/>
                </a:cubicBezTo>
                <a:cubicBezTo>
                  <a:pt x="22" y="438"/>
                  <a:pt x="18" y="443"/>
                  <a:pt x="14" y="449"/>
                </a:cubicBezTo>
                <a:cubicBezTo>
                  <a:pt x="10" y="454"/>
                  <a:pt x="7" y="460"/>
                  <a:pt x="5" y="467"/>
                </a:cubicBezTo>
                <a:cubicBezTo>
                  <a:pt x="3" y="474"/>
                  <a:pt x="1" y="480"/>
                  <a:pt x="0" y="487"/>
                </a:cubicBezTo>
                <a:cubicBezTo>
                  <a:pt x="0" y="493"/>
                  <a:pt x="0" y="500"/>
                  <a:pt x="1" y="507"/>
                </a:cubicBezTo>
                <a:cubicBezTo>
                  <a:pt x="1" y="513"/>
                  <a:pt x="3" y="520"/>
                  <a:pt x="5" y="526"/>
                </a:cubicBezTo>
                <a:cubicBezTo>
                  <a:pt x="8" y="532"/>
                  <a:pt x="11" y="538"/>
                  <a:pt x="15" y="543"/>
                </a:cubicBezTo>
                <a:cubicBezTo>
                  <a:pt x="18" y="549"/>
                  <a:pt x="23" y="554"/>
                  <a:pt x="28" y="558"/>
                </a:cubicBezTo>
                <a:cubicBezTo>
                  <a:pt x="33" y="563"/>
                  <a:pt x="38" y="566"/>
                  <a:pt x="44" y="569"/>
                </a:cubicBezTo>
                <a:cubicBezTo>
                  <a:pt x="50" y="573"/>
                  <a:pt x="56" y="575"/>
                  <a:pt x="63" y="576"/>
                </a:cubicBezTo>
                <a:cubicBezTo>
                  <a:pt x="69" y="578"/>
                  <a:pt x="76" y="579"/>
                  <a:pt x="82" y="579"/>
                </a:cubicBezTo>
                <a:cubicBezTo>
                  <a:pt x="89" y="579"/>
                  <a:pt x="96" y="578"/>
                  <a:pt x="102" y="576"/>
                </a:cubicBezTo>
                <a:cubicBezTo>
                  <a:pt x="109" y="575"/>
                  <a:pt x="115" y="573"/>
                  <a:pt x="121" y="569"/>
                </a:cubicBezTo>
                <a:cubicBezTo>
                  <a:pt x="126" y="566"/>
                  <a:pt x="132" y="563"/>
                  <a:pt x="137" y="558"/>
                </a:cubicBezTo>
                <a:cubicBezTo>
                  <a:pt x="142" y="554"/>
                  <a:pt x="146" y="549"/>
                  <a:pt x="150" y="543"/>
                </a:cubicBezTo>
                <a:cubicBezTo>
                  <a:pt x="154" y="538"/>
                  <a:pt x="157" y="532"/>
                  <a:pt x="159" y="526"/>
                </a:cubicBezTo>
                <a:cubicBezTo>
                  <a:pt x="162" y="520"/>
                  <a:pt x="163" y="513"/>
                  <a:pt x="164" y="507"/>
                </a:cubicBezTo>
                <a:cubicBezTo>
                  <a:pt x="165" y="500"/>
                  <a:pt x="165" y="493"/>
                  <a:pt x="164" y="487"/>
                </a:cubicBezTo>
                <a:cubicBezTo>
                  <a:pt x="164" y="480"/>
                  <a:pt x="162" y="474"/>
                  <a:pt x="160" y="467"/>
                </a:cubicBezTo>
                <a:cubicBezTo>
                  <a:pt x="157" y="460"/>
                  <a:pt x="154" y="454"/>
                  <a:pt x="151" y="449"/>
                </a:cubicBezTo>
                <a:cubicBezTo>
                  <a:pt x="147" y="443"/>
                  <a:pt x="143" y="438"/>
                  <a:pt x="138" y="434"/>
                </a:cubicBezTo>
                <a:cubicBezTo>
                  <a:pt x="133" y="430"/>
                  <a:pt x="127" y="426"/>
                  <a:pt x="121" y="423"/>
                </a:cubicBezTo>
                <a:cubicBezTo>
                  <a:pt x="116" y="419"/>
                  <a:pt x="109" y="417"/>
                  <a:pt x="103" y="415"/>
                </a:cubicBezTo>
                <a:lnTo>
                  <a:pt x="103" y="330"/>
                </a:lnTo>
                <a:lnTo>
                  <a:pt x="268" y="330"/>
                </a:lnTo>
                <a:lnTo>
                  <a:pt x="268" y="412"/>
                </a:lnTo>
                <a:lnTo>
                  <a:pt x="206" y="412"/>
                </a:lnTo>
                <a:lnTo>
                  <a:pt x="206" y="579"/>
                </a:lnTo>
                <a:lnTo>
                  <a:pt x="372" y="579"/>
                </a:lnTo>
                <a:lnTo>
                  <a:pt x="372" y="412"/>
                </a:lnTo>
                <a:lnTo>
                  <a:pt x="310" y="412"/>
                </a:lnTo>
                <a:lnTo>
                  <a:pt x="310" y="330"/>
                </a:lnTo>
                <a:lnTo>
                  <a:pt x="475" y="330"/>
                </a:lnTo>
                <a:lnTo>
                  <a:pt x="475" y="415"/>
                </a:lnTo>
                <a:cubicBezTo>
                  <a:pt x="469" y="417"/>
                  <a:pt x="463" y="419"/>
                  <a:pt x="457" y="423"/>
                </a:cubicBezTo>
                <a:cubicBezTo>
                  <a:pt x="451" y="426"/>
                  <a:pt x="446" y="430"/>
                  <a:pt x="441" y="434"/>
                </a:cubicBezTo>
                <a:cubicBezTo>
                  <a:pt x="436" y="438"/>
                  <a:pt x="431" y="443"/>
                  <a:pt x="428" y="449"/>
                </a:cubicBezTo>
                <a:cubicBezTo>
                  <a:pt x="424" y="454"/>
                  <a:pt x="421" y="460"/>
                  <a:pt x="419" y="467"/>
                </a:cubicBezTo>
                <a:cubicBezTo>
                  <a:pt x="416" y="474"/>
                  <a:pt x="415" y="480"/>
                  <a:pt x="414" y="487"/>
                </a:cubicBezTo>
                <a:cubicBezTo>
                  <a:pt x="413" y="493"/>
                  <a:pt x="413" y="500"/>
                  <a:pt x="414" y="507"/>
                </a:cubicBezTo>
                <a:cubicBezTo>
                  <a:pt x="415" y="513"/>
                  <a:pt x="417" y="520"/>
                  <a:pt x="419" y="526"/>
                </a:cubicBezTo>
                <a:cubicBezTo>
                  <a:pt x="421" y="532"/>
                  <a:pt x="424" y="538"/>
                  <a:pt x="428" y="543"/>
                </a:cubicBezTo>
                <a:cubicBezTo>
                  <a:pt x="432" y="549"/>
                  <a:pt x="436" y="554"/>
                  <a:pt x="441" y="558"/>
                </a:cubicBezTo>
                <a:cubicBezTo>
                  <a:pt x="446" y="563"/>
                  <a:pt x="452" y="566"/>
                  <a:pt x="458" y="569"/>
                </a:cubicBezTo>
                <a:cubicBezTo>
                  <a:pt x="464" y="573"/>
                  <a:pt x="470" y="575"/>
                  <a:pt x="476" y="576"/>
                </a:cubicBezTo>
                <a:cubicBezTo>
                  <a:pt x="483" y="578"/>
                  <a:pt x="489" y="579"/>
                  <a:pt x="496" y="579"/>
                </a:cubicBezTo>
                <a:cubicBezTo>
                  <a:pt x="503" y="579"/>
                  <a:pt x="509" y="578"/>
                  <a:pt x="516" y="576"/>
                </a:cubicBezTo>
                <a:cubicBezTo>
                  <a:pt x="522" y="575"/>
                  <a:pt x="528" y="573"/>
                  <a:pt x="534" y="569"/>
                </a:cubicBezTo>
                <a:cubicBezTo>
                  <a:pt x="540" y="566"/>
                  <a:pt x="546" y="563"/>
                  <a:pt x="551" y="558"/>
                </a:cubicBezTo>
                <a:cubicBezTo>
                  <a:pt x="556" y="554"/>
                  <a:pt x="560" y="549"/>
                  <a:pt x="564" y="543"/>
                </a:cubicBezTo>
                <a:cubicBezTo>
                  <a:pt x="568" y="538"/>
                  <a:pt x="571" y="532"/>
                  <a:pt x="573" y="526"/>
                </a:cubicBezTo>
                <a:cubicBezTo>
                  <a:pt x="575" y="520"/>
                  <a:pt x="577" y="513"/>
                  <a:pt x="578" y="507"/>
                </a:cubicBezTo>
                <a:cubicBezTo>
                  <a:pt x="579" y="500"/>
                  <a:pt x="579" y="493"/>
                  <a:pt x="578" y="487"/>
                </a:cubicBezTo>
                <a:cubicBezTo>
                  <a:pt x="577" y="480"/>
                  <a:pt x="576" y="474"/>
                  <a:pt x="573" y="467"/>
                </a:cubicBezTo>
                <a:cubicBezTo>
                  <a:pt x="571" y="460"/>
                  <a:pt x="568" y="454"/>
                  <a:pt x="564" y="449"/>
                </a:cubicBezTo>
                <a:cubicBezTo>
                  <a:pt x="561" y="443"/>
                  <a:pt x="556" y="438"/>
                  <a:pt x="551" y="434"/>
                </a:cubicBezTo>
                <a:cubicBezTo>
                  <a:pt x="546" y="430"/>
                  <a:pt x="541" y="426"/>
                  <a:pt x="535" y="423"/>
                </a:cubicBezTo>
                <a:cubicBezTo>
                  <a:pt x="529" y="419"/>
                  <a:pt x="523" y="417"/>
                  <a:pt x="517" y="415"/>
                </a:cubicBezTo>
                <a:moveTo>
                  <a:pt x="124" y="496"/>
                </a:moveTo>
                <a:cubicBezTo>
                  <a:pt x="124" y="501"/>
                  <a:pt x="123" y="507"/>
                  <a:pt x="120" y="512"/>
                </a:cubicBezTo>
                <a:cubicBezTo>
                  <a:pt x="118" y="517"/>
                  <a:pt x="115" y="521"/>
                  <a:pt x="112" y="525"/>
                </a:cubicBezTo>
                <a:cubicBezTo>
                  <a:pt x="108" y="529"/>
                  <a:pt x="103" y="532"/>
                  <a:pt x="98" y="534"/>
                </a:cubicBezTo>
                <a:cubicBezTo>
                  <a:pt x="93" y="536"/>
                  <a:pt x="88" y="537"/>
                  <a:pt x="82" y="537"/>
                </a:cubicBezTo>
                <a:cubicBezTo>
                  <a:pt x="77" y="537"/>
                  <a:pt x="72" y="536"/>
                  <a:pt x="67" y="534"/>
                </a:cubicBezTo>
                <a:cubicBezTo>
                  <a:pt x="62" y="532"/>
                  <a:pt x="57" y="529"/>
                  <a:pt x="53" y="525"/>
                </a:cubicBezTo>
                <a:cubicBezTo>
                  <a:pt x="49" y="521"/>
                  <a:pt x="46" y="517"/>
                  <a:pt x="44" y="512"/>
                </a:cubicBezTo>
                <a:cubicBezTo>
                  <a:pt x="42" y="507"/>
                  <a:pt x="41" y="501"/>
                  <a:pt x="41" y="496"/>
                </a:cubicBezTo>
                <a:cubicBezTo>
                  <a:pt x="41" y="491"/>
                  <a:pt x="42" y="485"/>
                  <a:pt x="44" y="480"/>
                </a:cubicBezTo>
                <a:cubicBezTo>
                  <a:pt x="46" y="475"/>
                  <a:pt x="49" y="471"/>
                  <a:pt x="53" y="466"/>
                </a:cubicBezTo>
                <a:cubicBezTo>
                  <a:pt x="57" y="462"/>
                  <a:pt x="62" y="459"/>
                  <a:pt x="67" y="457"/>
                </a:cubicBezTo>
                <a:cubicBezTo>
                  <a:pt x="72" y="455"/>
                  <a:pt x="77" y="454"/>
                  <a:pt x="82" y="454"/>
                </a:cubicBezTo>
                <a:cubicBezTo>
                  <a:pt x="88" y="454"/>
                  <a:pt x="93" y="455"/>
                  <a:pt x="98" y="457"/>
                </a:cubicBezTo>
                <a:cubicBezTo>
                  <a:pt x="103" y="459"/>
                  <a:pt x="108" y="462"/>
                  <a:pt x="112" y="466"/>
                </a:cubicBezTo>
                <a:cubicBezTo>
                  <a:pt x="115" y="471"/>
                  <a:pt x="118" y="475"/>
                  <a:pt x="120" y="480"/>
                </a:cubicBezTo>
                <a:cubicBezTo>
                  <a:pt x="123" y="485"/>
                  <a:pt x="124" y="491"/>
                  <a:pt x="124" y="496"/>
                </a:cubicBezTo>
                <a:moveTo>
                  <a:pt x="331" y="454"/>
                </a:moveTo>
                <a:lnTo>
                  <a:pt x="331" y="537"/>
                </a:lnTo>
                <a:lnTo>
                  <a:pt x="247" y="537"/>
                </a:lnTo>
                <a:lnTo>
                  <a:pt x="247" y="454"/>
                </a:lnTo>
                <a:lnTo>
                  <a:pt x="331" y="454"/>
                </a:lnTo>
                <a:moveTo>
                  <a:pt x="82" y="165"/>
                </a:moveTo>
                <a:lnTo>
                  <a:pt x="82" y="41"/>
                </a:lnTo>
                <a:lnTo>
                  <a:pt x="496" y="41"/>
                </a:lnTo>
                <a:lnTo>
                  <a:pt x="496" y="165"/>
                </a:lnTo>
                <a:lnTo>
                  <a:pt x="82" y="165"/>
                </a:lnTo>
                <a:moveTo>
                  <a:pt x="496" y="537"/>
                </a:moveTo>
                <a:cubicBezTo>
                  <a:pt x="491" y="537"/>
                  <a:pt x="485" y="536"/>
                  <a:pt x="480" y="534"/>
                </a:cubicBezTo>
                <a:cubicBezTo>
                  <a:pt x="475" y="532"/>
                  <a:pt x="471" y="529"/>
                  <a:pt x="467" y="525"/>
                </a:cubicBezTo>
                <a:cubicBezTo>
                  <a:pt x="463" y="521"/>
                  <a:pt x="460" y="517"/>
                  <a:pt x="458" y="512"/>
                </a:cubicBezTo>
                <a:cubicBezTo>
                  <a:pt x="456" y="507"/>
                  <a:pt x="455" y="501"/>
                  <a:pt x="455" y="496"/>
                </a:cubicBezTo>
                <a:cubicBezTo>
                  <a:pt x="455" y="491"/>
                  <a:pt x="456" y="485"/>
                  <a:pt x="458" y="480"/>
                </a:cubicBezTo>
                <a:cubicBezTo>
                  <a:pt x="460" y="475"/>
                  <a:pt x="463" y="471"/>
                  <a:pt x="467" y="466"/>
                </a:cubicBezTo>
                <a:cubicBezTo>
                  <a:pt x="471" y="462"/>
                  <a:pt x="475" y="459"/>
                  <a:pt x="480" y="457"/>
                </a:cubicBezTo>
                <a:cubicBezTo>
                  <a:pt x="485" y="455"/>
                  <a:pt x="491" y="454"/>
                  <a:pt x="496" y="454"/>
                </a:cubicBezTo>
                <a:cubicBezTo>
                  <a:pt x="501" y="454"/>
                  <a:pt x="507" y="455"/>
                  <a:pt x="512" y="457"/>
                </a:cubicBezTo>
                <a:cubicBezTo>
                  <a:pt x="517" y="459"/>
                  <a:pt x="521" y="462"/>
                  <a:pt x="525" y="466"/>
                </a:cubicBezTo>
                <a:cubicBezTo>
                  <a:pt x="529" y="471"/>
                  <a:pt x="532" y="475"/>
                  <a:pt x="534" y="480"/>
                </a:cubicBezTo>
                <a:cubicBezTo>
                  <a:pt x="536" y="485"/>
                  <a:pt x="537" y="491"/>
                  <a:pt x="537" y="496"/>
                </a:cubicBezTo>
                <a:cubicBezTo>
                  <a:pt x="537" y="501"/>
                  <a:pt x="536" y="507"/>
                  <a:pt x="534" y="512"/>
                </a:cubicBezTo>
                <a:cubicBezTo>
                  <a:pt x="532" y="517"/>
                  <a:pt x="529" y="521"/>
                  <a:pt x="525" y="525"/>
                </a:cubicBezTo>
                <a:cubicBezTo>
                  <a:pt x="521" y="529"/>
                  <a:pt x="517" y="532"/>
                  <a:pt x="512" y="534"/>
                </a:cubicBezTo>
                <a:cubicBezTo>
                  <a:pt x="507" y="536"/>
                  <a:pt x="501" y="537"/>
                  <a:pt x="496" y="537"/>
                </a:cubicBezTo>
                <a:close/>
              </a:path>
            </a:pathLst>
          </a:custGeom>
          <a:solidFill>
            <a:srgbClr val="1b2a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3054960" y="395964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3543120" y="4155120"/>
            <a:ext cx="26114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b2a6b"/>
                </a:solidFill>
                <a:latin typeface="Arial"/>
                <a:ea typeface="Arial"/>
              </a:rPr>
              <a:t>Informatiemodel en modeldoorloop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9" name=""/>
          <p:cNvSpPr/>
          <p:nvPr/>
        </p:nvSpPr>
        <p:spPr>
          <a:xfrm>
            <a:off x="6343560" y="3743280"/>
            <a:ext cx="2714760" cy="686160"/>
          </a:xfrm>
          <a:custGeom>
            <a:avLst/>
            <a:gdLst/>
            <a:ahLst/>
            <a:rect l="0" t="0" r="r" b="b"/>
            <a:pathLst>
              <a:path w="7541" h="1906">
                <a:moveTo>
                  <a:pt x="0" y="0"/>
                </a:moveTo>
                <a:lnTo>
                  <a:pt x="7541" y="0"/>
                </a:lnTo>
                <a:lnTo>
                  <a:pt x="7541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0" name=""/>
          <p:cNvSpPr/>
          <p:nvPr/>
        </p:nvSpPr>
        <p:spPr>
          <a:xfrm>
            <a:off x="6343560" y="3743280"/>
            <a:ext cx="2714760" cy="38160"/>
          </a:xfrm>
          <a:custGeom>
            <a:avLst/>
            <a:gdLst/>
            <a:ahLst/>
            <a:rect l="0" t="0" r="r" b="b"/>
            <a:pathLst>
              <a:path w="7541" h="106">
                <a:moveTo>
                  <a:pt x="0" y="0"/>
                </a:moveTo>
                <a:lnTo>
                  <a:pt x="7541" y="0"/>
                </a:lnTo>
                <a:lnTo>
                  <a:pt x="7541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1b2a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21" name=""/>
          <p:cNvSpPr/>
          <p:nvPr/>
        </p:nvSpPr>
        <p:spPr>
          <a:xfrm>
            <a:off x="6343560" y="4419360"/>
            <a:ext cx="2714760" cy="10080"/>
          </a:xfrm>
          <a:custGeom>
            <a:avLst/>
            <a:gdLst/>
            <a:ahLst/>
            <a:rect l="0" t="0" r="r" b="b"/>
            <a:pathLst>
              <a:path w="7541" h="28">
                <a:moveTo>
                  <a:pt x="0" y="0"/>
                </a:moveTo>
                <a:lnTo>
                  <a:pt x="7541" y="0"/>
                </a:lnTo>
                <a:lnTo>
                  <a:pt x="7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2" name=""/>
          <p:cNvSpPr/>
          <p:nvPr/>
        </p:nvSpPr>
        <p:spPr>
          <a:xfrm>
            <a:off x="9048600" y="3743280"/>
            <a:ext cx="9720" cy="686160"/>
          </a:xfrm>
          <a:custGeom>
            <a:avLst/>
            <a:gdLst/>
            <a:ahLst/>
            <a:rect l="0" t="0" r="r" b="b"/>
            <a:pathLst>
              <a:path w="27" h="1906">
                <a:moveTo>
                  <a:pt x="0" y="106"/>
                </a:moveTo>
                <a:lnTo>
                  <a:pt x="0" y="1906"/>
                </a:lnTo>
                <a:lnTo>
                  <a:pt x="27" y="1906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3" name=""/>
          <p:cNvSpPr/>
          <p:nvPr/>
        </p:nvSpPr>
        <p:spPr>
          <a:xfrm>
            <a:off x="6343560" y="3743280"/>
            <a:ext cx="9720" cy="686160"/>
          </a:xfrm>
          <a:custGeom>
            <a:avLst/>
            <a:gdLst/>
            <a:ahLst/>
            <a:rect l="0" t="0" r="r" b="b"/>
            <a:pathLst>
              <a:path w="27" h="1906">
                <a:moveTo>
                  <a:pt x="0" y="0"/>
                </a:moveTo>
                <a:lnTo>
                  <a:pt x="0" y="1906"/>
                </a:lnTo>
                <a:lnTo>
                  <a:pt x="27" y="1906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4" name=""/>
          <p:cNvSpPr/>
          <p:nvPr/>
        </p:nvSpPr>
        <p:spPr>
          <a:xfrm>
            <a:off x="7596720" y="3881880"/>
            <a:ext cx="208440" cy="208440"/>
          </a:xfrm>
          <a:custGeom>
            <a:avLst/>
            <a:gdLst/>
            <a:ahLst/>
            <a:rect l="0" t="0" r="r" b="b"/>
            <a:pathLst>
              <a:path w="579" h="579">
                <a:moveTo>
                  <a:pt x="516" y="415"/>
                </a:moveTo>
                <a:lnTo>
                  <a:pt x="516" y="309"/>
                </a:lnTo>
                <a:cubicBezTo>
                  <a:pt x="516" y="304"/>
                  <a:pt x="515" y="299"/>
                  <a:pt x="513" y="294"/>
                </a:cubicBezTo>
                <a:cubicBezTo>
                  <a:pt x="511" y="288"/>
                  <a:pt x="508" y="284"/>
                  <a:pt x="504" y="280"/>
                </a:cubicBezTo>
                <a:cubicBezTo>
                  <a:pt x="500" y="276"/>
                  <a:pt x="496" y="273"/>
                  <a:pt x="491" y="271"/>
                </a:cubicBezTo>
                <a:cubicBezTo>
                  <a:pt x="486" y="269"/>
                  <a:pt x="481" y="268"/>
                  <a:pt x="475" y="268"/>
                </a:cubicBezTo>
                <a:lnTo>
                  <a:pt x="310" y="268"/>
                </a:lnTo>
                <a:lnTo>
                  <a:pt x="310" y="162"/>
                </a:lnTo>
                <a:cubicBezTo>
                  <a:pt x="317" y="160"/>
                  <a:pt x="323" y="158"/>
                  <a:pt x="329" y="155"/>
                </a:cubicBezTo>
                <a:cubicBezTo>
                  <a:pt x="334" y="152"/>
                  <a:pt x="340" y="148"/>
                  <a:pt x="345" y="143"/>
                </a:cubicBezTo>
                <a:cubicBezTo>
                  <a:pt x="350" y="139"/>
                  <a:pt x="354" y="134"/>
                  <a:pt x="358" y="128"/>
                </a:cubicBezTo>
                <a:cubicBezTo>
                  <a:pt x="361" y="123"/>
                  <a:pt x="365" y="117"/>
                  <a:pt x="367" y="111"/>
                </a:cubicBezTo>
                <a:cubicBezTo>
                  <a:pt x="369" y="105"/>
                  <a:pt x="371" y="98"/>
                  <a:pt x="371" y="92"/>
                </a:cubicBezTo>
                <a:cubicBezTo>
                  <a:pt x="372" y="85"/>
                  <a:pt x="372" y="78"/>
                  <a:pt x="371" y="72"/>
                </a:cubicBezTo>
                <a:cubicBezTo>
                  <a:pt x="370" y="65"/>
                  <a:pt x="369" y="59"/>
                  <a:pt x="366" y="52"/>
                </a:cubicBezTo>
                <a:cubicBezTo>
                  <a:pt x="364" y="46"/>
                  <a:pt x="361" y="40"/>
                  <a:pt x="357" y="35"/>
                </a:cubicBezTo>
                <a:cubicBezTo>
                  <a:pt x="353" y="30"/>
                  <a:pt x="349" y="25"/>
                  <a:pt x="344" y="20"/>
                </a:cubicBezTo>
                <a:cubicBezTo>
                  <a:pt x="339" y="16"/>
                  <a:pt x="334" y="12"/>
                  <a:pt x="328" y="9"/>
                </a:cubicBezTo>
                <a:cubicBezTo>
                  <a:pt x="322" y="6"/>
                  <a:pt x="316" y="4"/>
                  <a:pt x="309" y="2"/>
                </a:cubicBezTo>
                <a:cubicBezTo>
                  <a:pt x="303" y="0"/>
                  <a:pt x="296" y="0"/>
                  <a:pt x="289" y="0"/>
                </a:cubicBezTo>
                <a:cubicBezTo>
                  <a:pt x="283" y="0"/>
                  <a:pt x="276" y="0"/>
                  <a:pt x="270" y="2"/>
                </a:cubicBezTo>
                <a:cubicBezTo>
                  <a:pt x="263" y="4"/>
                  <a:pt x="257" y="6"/>
                  <a:pt x="251" y="9"/>
                </a:cubicBezTo>
                <a:cubicBezTo>
                  <a:pt x="245" y="12"/>
                  <a:pt x="240" y="16"/>
                  <a:pt x="235" y="20"/>
                </a:cubicBezTo>
                <a:cubicBezTo>
                  <a:pt x="230" y="25"/>
                  <a:pt x="225" y="30"/>
                  <a:pt x="222" y="35"/>
                </a:cubicBezTo>
                <a:cubicBezTo>
                  <a:pt x="218" y="40"/>
                  <a:pt x="215" y="46"/>
                  <a:pt x="212" y="52"/>
                </a:cubicBezTo>
                <a:cubicBezTo>
                  <a:pt x="210" y="59"/>
                  <a:pt x="208" y="65"/>
                  <a:pt x="208" y="72"/>
                </a:cubicBezTo>
                <a:cubicBezTo>
                  <a:pt x="207" y="78"/>
                  <a:pt x="207" y="85"/>
                  <a:pt x="207" y="92"/>
                </a:cubicBezTo>
                <a:cubicBezTo>
                  <a:pt x="208" y="98"/>
                  <a:pt x="210" y="105"/>
                  <a:pt x="212" y="111"/>
                </a:cubicBezTo>
                <a:cubicBezTo>
                  <a:pt x="214" y="117"/>
                  <a:pt x="217" y="123"/>
                  <a:pt x="221" y="128"/>
                </a:cubicBezTo>
                <a:cubicBezTo>
                  <a:pt x="225" y="134"/>
                  <a:pt x="229" y="139"/>
                  <a:pt x="234" y="143"/>
                </a:cubicBezTo>
                <a:cubicBezTo>
                  <a:pt x="239" y="148"/>
                  <a:pt x="244" y="152"/>
                  <a:pt x="250" y="155"/>
                </a:cubicBezTo>
                <a:cubicBezTo>
                  <a:pt x="256" y="158"/>
                  <a:pt x="262" y="160"/>
                  <a:pt x="269" y="162"/>
                </a:cubicBezTo>
                <a:lnTo>
                  <a:pt x="269" y="268"/>
                </a:lnTo>
                <a:lnTo>
                  <a:pt x="104" y="268"/>
                </a:lnTo>
                <a:cubicBezTo>
                  <a:pt x="98" y="268"/>
                  <a:pt x="93" y="269"/>
                  <a:pt x="88" y="271"/>
                </a:cubicBezTo>
                <a:cubicBezTo>
                  <a:pt x="83" y="273"/>
                  <a:pt x="78" y="276"/>
                  <a:pt x="75" y="280"/>
                </a:cubicBezTo>
                <a:cubicBezTo>
                  <a:pt x="71" y="284"/>
                  <a:pt x="68" y="288"/>
                  <a:pt x="66" y="294"/>
                </a:cubicBezTo>
                <a:cubicBezTo>
                  <a:pt x="64" y="299"/>
                  <a:pt x="62" y="304"/>
                  <a:pt x="62" y="309"/>
                </a:cubicBezTo>
                <a:lnTo>
                  <a:pt x="62" y="415"/>
                </a:lnTo>
                <a:cubicBezTo>
                  <a:pt x="56" y="417"/>
                  <a:pt x="50" y="419"/>
                  <a:pt x="44" y="423"/>
                </a:cubicBezTo>
                <a:cubicBezTo>
                  <a:pt x="38" y="426"/>
                  <a:pt x="33" y="430"/>
                  <a:pt x="28" y="434"/>
                </a:cubicBezTo>
                <a:cubicBezTo>
                  <a:pt x="23" y="438"/>
                  <a:pt x="19" y="443"/>
                  <a:pt x="15" y="449"/>
                </a:cubicBezTo>
                <a:cubicBezTo>
                  <a:pt x="11" y="454"/>
                  <a:pt x="8" y="460"/>
                  <a:pt x="6" y="467"/>
                </a:cubicBezTo>
                <a:cubicBezTo>
                  <a:pt x="3" y="473"/>
                  <a:pt x="2" y="479"/>
                  <a:pt x="1" y="486"/>
                </a:cubicBezTo>
                <a:cubicBezTo>
                  <a:pt x="0" y="493"/>
                  <a:pt x="0" y="500"/>
                  <a:pt x="1" y="507"/>
                </a:cubicBezTo>
                <a:cubicBezTo>
                  <a:pt x="2" y="513"/>
                  <a:pt x="4" y="520"/>
                  <a:pt x="6" y="526"/>
                </a:cubicBezTo>
                <a:cubicBezTo>
                  <a:pt x="8" y="532"/>
                  <a:pt x="12" y="538"/>
                  <a:pt x="15" y="543"/>
                </a:cubicBezTo>
                <a:cubicBezTo>
                  <a:pt x="19" y="549"/>
                  <a:pt x="24" y="554"/>
                  <a:pt x="29" y="558"/>
                </a:cubicBezTo>
                <a:cubicBezTo>
                  <a:pt x="34" y="563"/>
                  <a:pt x="39" y="566"/>
                  <a:pt x="45" y="569"/>
                </a:cubicBezTo>
                <a:cubicBezTo>
                  <a:pt x="51" y="573"/>
                  <a:pt x="57" y="575"/>
                  <a:pt x="63" y="576"/>
                </a:cubicBezTo>
                <a:cubicBezTo>
                  <a:pt x="70" y="578"/>
                  <a:pt x="76" y="579"/>
                  <a:pt x="83" y="579"/>
                </a:cubicBezTo>
                <a:cubicBezTo>
                  <a:pt x="90" y="579"/>
                  <a:pt x="96" y="578"/>
                  <a:pt x="103" y="576"/>
                </a:cubicBezTo>
                <a:cubicBezTo>
                  <a:pt x="109" y="575"/>
                  <a:pt x="115" y="573"/>
                  <a:pt x="121" y="569"/>
                </a:cubicBezTo>
                <a:cubicBezTo>
                  <a:pt x="127" y="566"/>
                  <a:pt x="133" y="563"/>
                  <a:pt x="138" y="558"/>
                </a:cubicBezTo>
                <a:cubicBezTo>
                  <a:pt x="143" y="554"/>
                  <a:pt x="147" y="549"/>
                  <a:pt x="151" y="543"/>
                </a:cubicBezTo>
                <a:cubicBezTo>
                  <a:pt x="155" y="538"/>
                  <a:pt x="158" y="532"/>
                  <a:pt x="160" y="526"/>
                </a:cubicBezTo>
                <a:cubicBezTo>
                  <a:pt x="163" y="520"/>
                  <a:pt x="164" y="513"/>
                  <a:pt x="165" y="507"/>
                </a:cubicBezTo>
                <a:cubicBezTo>
                  <a:pt x="166" y="500"/>
                  <a:pt x="166" y="493"/>
                  <a:pt x="165" y="486"/>
                </a:cubicBezTo>
                <a:cubicBezTo>
                  <a:pt x="164" y="479"/>
                  <a:pt x="163" y="473"/>
                  <a:pt x="161" y="467"/>
                </a:cubicBezTo>
                <a:cubicBezTo>
                  <a:pt x="158" y="460"/>
                  <a:pt x="155" y="454"/>
                  <a:pt x="151" y="449"/>
                </a:cubicBezTo>
                <a:cubicBezTo>
                  <a:pt x="148" y="443"/>
                  <a:pt x="143" y="438"/>
                  <a:pt x="138" y="434"/>
                </a:cubicBezTo>
                <a:cubicBezTo>
                  <a:pt x="133" y="430"/>
                  <a:pt x="128" y="426"/>
                  <a:pt x="122" y="423"/>
                </a:cubicBezTo>
                <a:cubicBezTo>
                  <a:pt x="116" y="419"/>
                  <a:pt x="110" y="417"/>
                  <a:pt x="104" y="415"/>
                </a:cubicBezTo>
                <a:lnTo>
                  <a:pt x="104" y="309"/>
                </a:lnTo>
                <a:lnTo>
                  <a:pt x="475" y="309"/>
                </a:lnTo>
                <a:lnTo>
                  <a:pt x="475" y="415"/>
                </a:lnTo>
                <a:cubicBezTo>
                  <a:pt x="469" y="417"/>
                  <a:pt x="463" y="419"/>
                  <a:pt x="457" y="423"/>
                </a:cubicBezTo>
                <a:cubicBezTo>
                  <a:pt x="451" y="426"/>
                  <a:pt x="445" y="430"/>
                  <a:pt x="440" y="434"/>
                </a:cubicBezTo>
                <a:cubicBezTo>
                  <a:pt x="436" y="438"/>
                  <a:pt x="431" y="443"/>
                  <a:pt x="427" y="449"/>
                </a:cubicBezTo>
                <a:cubicBezTo>
                  <a:pt x="424" y="454"/>
                  <a:pt x="421" y="460"/>
                  <a:pt x="418" y="467"/>
                </a:cubicBezTo>
                <a:cubicBezTo>
                  <a:pt x="416" y="473"/>
                  <a:pt x="415" y="479"/>
                  <a:pt x="414" y="486"/>
                </a:cubicBezTo>
                <a:cubicBezTo>
                  <a:pt x="413" y="493"/>
                  <a:pt x="413" y="500"/>
                  <a:pt x="414" y="507"/>
                </a:cubicBezTo>
                <a:cubicBezTo>
                  <a:pt x="415" y="513"/>
                  <a:pt x="416" y="520"/>
                  <a:pt x="419" y="526"/>
                </a:cubicBezTo>
                <a:cubicBezTo>
                  <a:pt x="421" y="532"/>
                  <a:pt x="424" y="538"/>
                  <a:pt x="428" y="543"/>
                </a:cubicBezTo>
                <a:cubicBezTo>
                  <a:pt x="432" y="549"/>
                  <a:pt x="436" y="554"/>
                  <a:pt x="441" y="558"/>
                </a:cubicBezTo>
                <a:cubicBezTo>
                  <a:pt x="446" y="563"/>
                  <a:pt x="452" y="566"/>
                  <a:pt x="458" y="569"/>
                </a:cubicBezTo>
                <a:cubicBezTo>
                  <a:pt x="463" y="573"/>
                  <a:pt x="470" y="575"/>
                  <a:pt x="476" y="576"/>
                </a:cubicBezTo>
                <a:cubicBezTo>
                  <a:pt x="483" y="578"/>
                  <a:pt x="489" y="579"/>
                  <a:pt x="496" y="579"/>
                </a:cubicBezTo>
                <a:cubicBezTo>
                  <a:pt x="502" y="579"/>
                  <a:pt x="509" y="578"/>
                  <a:pt x="515" y="576"/>
                </a:cubicBezTo>
                <a:cubicBezTo>
                  <a:pt x="522" y="575"/>
                  <a:pt x="528" y="573"/>
                  <a:pt x="534" y="569"/>
                </a:cubicBezTo>
                <a:cubicBezTo>
                  <a:pt x="541" y="566"/>
                  <a:pt x="546" y="563"/>
                  <a:pt x="551" y="558"/>
                </a:cubicBezTo>
                <a:cubicBezTo>
                  <a:pt x="556" y="554"/>
                  <a:pt x="561" y="549"/>
                  <a:pt x="565" y="543"/>
                </a:cubicBezTo>
                <a:cubicBezTo>
                  <a:pt x="568" y="538"/>
                  <a:pt x="571" y="532"/>
                  <a:pt x="574" y="526"/>
                </a:cubicBezTo>
                <a:cubicBezTo>
                  <a:pt x="576" y="520"/>
                  <a:pt x="578" y="513"/>
                  <a:pt x="579" y="507"/>
                </a:cubicBezTo>
                <a:cubicBezTo>
                  <a:pt x="579" y="500"/>
                  <a:pt x="580" y="493"/>
                  <a:pt x="579" y="486"/>
                </a:cubicBezTo>
                <a:cubicBezTo>
                  <a:pt x="578" y="479"/>
                  <a:pt x="576" y="473"/>
                  <a:pt x="574" y="467"/>
                </a:cubicBezTo>
                <a:cubicBezTo>
                  <a:pt x="572" y="460"/>
                  <a:pt x="569" y="454"/>
                  <a:pt x="565" y="449"/>
                </a:cubicBezTo>
                <a:cubicBezTo>
                  <a:pt x="561" y="443"/>
                  <a:pt x="557" y="438"/>
                  <a:pt x="552" y="434"/>
                </a:cubicBezTo>
                <a:cubicBezTo>
                  <a:pt x="547" y="430"/>
                  <a:pt x="542" y="426"/>
                  <a:pt x="535" y="423"/>
                </a:cubicBezTo>
                <a:cubicBezTo>
                  <a:pt x="529" y="419"/>
                  <a:pt x="523" y="417"/>
                  <a:pt x="516" y="415"/>
                </a:cubicBezTo>
                <a:moveTo>
                  <a:pt x="124" y="496"/>
                </a:moveTo>
                <a:cubicBezTo>
                  <a:pt x="124" y="501"/>
                  <a:pt x="123" y="507"/>
                  <a:pt x="121" y="512"/>
                </a:cubicBezTo>
                <a:cubicBezTo>
                  <a:pt x="119" y="517"/>
                  <a:pt x="116" y="521"/>
                  <a:pt x="112" y="525"/>
                </a:cubicBezTo>
                <a:cubicBezTo>
                  <a:pt x="108" y="529"/>
                  <a:pt x="104" y="532"/>
                  <a:pt x="99" y="534"/>
                </a:cubicBezTo>
                <a:cubicBezTo>
                  <a:pt x="94" y="536"/>
                  <a:pt x="89" y="537"/>
                  <a:pt x="83" y="537"/>
                </a:cubicBezTo>
                <a:cubicBezTo>
                  <a:pt x="78" y="537"/>
                  <a:pt x="72" y="536"/>
                  <a:pt x="67" y="534"/>
                </a:cubicBezTo>
                <a:cubicBezTo>
                  <a:pt x="62" y="532"/>
                  <a:pt x="58" y="529"/>
                  <a:pt x="54" y="525"/>
                </a:cubicBezTo>
                <a:cubicBezTo>
                  <a:pt x="50" y="521"/>
                  <a:pt x="47" y="517"/>
                  <a:pt x="45" y="512"/>
                </a:cubicBezTo>
                <a:cubicBezTo>
                  <a:pt x="43" y="507"/>
                  <a:pt x="42" y="501"/>
                  <a:pt x="42" y="496"/>
                </a:cubicBezTo>
                <a:cubicBezTo>
                  <a:pt x="42" y="491"/>
                  <a:pt x="43" y="484"/>
                  <a:pt x="45" y="479"/>
                </a:cubicBezTo>
                <a:cubicBezTo>
                  <a:pt x="47" y="474"/>
                  <a:pt x="50" y="470"/>
                  <a:pt x="54" y="466"/>
                </a:cubicBezTo>
                <a:cubicBezTo>
                  <a:pt x="58" y="462"/>
                  <a:pt x="62" y="459"/>
                  <a:pt x="67" y="457"/>
                </a:cubicBezTo>
                <a:cubicBezTo>
                  <a:pt x="72" y="455"/>
                  <a:pt x="78" y="454"/>
                  <a:pt x="83" y="454"/>
                </a:cubicBezTo>
                <a:cubicBezTo>
                  <a:pt x="89" y="454"/>
                  <a:pt x="94" y="455"/>
                  <a:pt x="99" y="457"/>
                </a:cubicBezTo>
                <a:cubicBezTo>
                  <a:pt x="104" y="459"/>
                  <a:pt x="108" y="462"/>
                  <a:pt x="112" y="466"/>
                </a:cubicBezTo>
                <a:cubicBezTo>
                  <a:pt x="116" y="470"/>
                  <a:pt x="119" y="474"/>
                  <a:pt x="121" y="479"/>
                </a:cubicBezTo>
                <a:cubicBezTo>
                  <a:pt x="123" y="484"/>
                  <a:pt x="124" y="491"/>
                  <a:pt x="124" y="496"/>
                </a:cubicBezTo>
                <a:moveTo>
                  <a:pt x="248" y="82"/>
                </a:moveTo>
                <a:cubicBezTo>
                  <a:pt x="248" y="77"/>
                  <a:pt x="249" y="72"/>
                  <a:pt x="251" y="67"/>
                </a:cubicBezTo>
                <a:cubicBezTo>
                  <a:pt x="253" y="62"/>
                  <a:pt x="256" y="57"/>
                  <a:pt x="260" y="53"/>
                </a:cubicBezTo>
                <a:cubicBezTo>
                  <a:pt x="264" y="49"/>
                  <a:pt x="269" y="46"/>
                  <a:pt x="274" y="44"/>
                </a:cubicBezTo>
                <a:cubicBezTo>
                  <a:pt x="279" y="42"/>
                  <a:pt x="284" y="41"/>
                  <a:pt x="289" y="41"/>
                </a:cubicBezTo>
                <a:cubicBezTo>
                  <a:pt x="295" y="41"/>
                  <a:pt x="300" y="42"/>
                  <a:pt x="305" y="44"/>
                </a:cubicBezTo>
                <a:cubicBezTo>
                  <a:pt x="310" y="46"/>
                  <a:pt x="315" y="49"/>
                  <a:pt x="319" y="53"/>
                </a:cubicBezTo>
                <a:cubicBezTo>
                  <a:pt x="322" y="57"/>
                  <a:pt x="325" y="62"/>
                  <a:pt x="328" y="67"/>
                </a:cubicBezTo>
                <a:cubicBezTo>
                  <a:pt x="330" y="72"/>
                  <a:pt x="331" y="77"/>
                  <a:pt x="331" y="82"/>
                </a:cubicBezTo>
                <a:cubicBezTo>
                  <a:pt x="331" y="88"/>
                  <a:pt x="330" y="93"/>
                  <a:pt x="328" y="98"/>
                </a:cubicBezTo>
                <a:cubicBezTo>
                  <a:pt x="325" y="103"/>
                  <a:pt x="322" y="108"/>
                  <a:pt x="319" y="112"/>
                </a:cubicBezTo>
                <a:cubicBezTo>
                  <a:pt x="315" y="115"/>
                  <a:pt x="310" y="118"/>
                  <a:pt x="305" y="120"/>
                </a:cubicBezTo>
                <a:cubicBezTo>
                  <a:pt x="300" y="123"/>
                  <a:pt x="295" y="124"/>
                  <a:pt x="289" y="124"/>
                </a:cubicBezTo>
                <a:cubicBezTo>
                  <a:pt x="284" y="124"/>
                  <a:pt x="279" y="123"/>
                  <a:pt x="274" y="120"/>
                </a:cubicBezTo>
                <a:cubicBezTo>
                  <a:pt x="269" y="118"/>
                  <a:pt x="264" y="115"/>
                  <a:pt x="260" y="112"/>
                </a:cubicBezTo>
                <a:cubicBezTo>
                  <a:pt x="256" y="108"/>
                  <a:pt x="253" y="103"/>
                  <a:pt x="251" y="98"/>
                </a:cubicBezTo>
                <a:cubicBezTo>
                  <a:pt x="249" y="93"/>
                  <a:pt x="248" y="88"/>
                  <a:pt x="248" y="82"/>
                </a:cubicBezTo>
                <a:moveTo>
                  <a:pt x="496" y="537"/>
                </a:moveTo>
                <a:cubicBezTo>
                  <a:pt x="490" y="537"/>
                  <a:pt x="485" y="536"/>
                  <a:pt x="480" y="534"/>
                </a:cubicBezTo>
                <a:cubicBezTo>
                  <a:pt x="475" y="532"/>
                  <a:pt x="470" y="529"/>
                  <a:pt x="467" y="525"/>
                </a:cubicBezTo>
                <a:cubicBezTo>
                  <a:pt x="463" y="521"/>
                  <a:pt x="460" y="517"/>
                  <a:pt x="458" y="512"/>
                </a:cubicBezTo>
                <a:cubicBezTo>
                  <a:pt x="456" y="507"/>
                  <a:pt x="454" y="501"/>
                  <a:pt x="454" y="496"/>
                </a:cubicBezTo>
                <a:cubicBezTo>
                  <a:pt x="454" y="491"/>
                  <a:pt x="456" y="484"/>
                  <a:pt x="458" y="479"/>
                </a:cubicBezTo>
                <a:cubicBezTo>
                  <a:pt x="460" y="474"/>
                  <a:pt x="463" y="470"/>
                  <a:pt x="467" y="466"/>
                </a:cubicBezTo>
                <a:cubicBezTo>
                  <a:pt x="470" y="462"/>
                  <a:pt x="475" y="459"/>
                  <a:pt x="480" y="457"/>
                </a:cubicBezTo>
                <a:cubicBezTo>
                  <a:pt x="485" y="455"/>
                  <a:pt x="490" y="454"/>
                  <a:pt x="496" y="454"/>
                </a:cubicBezTo>
                <a:cubicBezTo>
                  <a:pt x="501" y="454"/>
                  <a:pt x="506" y="455"/>
                  <a:pt x="512" y="457"/>
                </a:cubicBezTo>
                <a:cubicBezTo>
                  <a:pt x="517" y="459"/>
                  <a:pt x="521" y="462"/>
                  <a:pt x="525" y="466"/>
                </a:cubicBezTo>
                <a:cubicBezTo>
                  <a:pt x="529" y="470"/>
                  <a:pt x="532" y="474"/>
                  <a:pt x="534" y="479"/>
                </a:cubicBezTo>
                <a:cubicBezTo>
                  <a:pt x="536" y="484"/>
                  <a:pt x="538" y="491"/>
                  <a:pt x="538" y="496"/>
                </a:cubicBezTo>
                <a:cubicBezTo>
                  <a:pt x="538" y="501"/>
                  <a:pt x="536" y="507"/>
                  <a:pt x="534" y="512"/>
                </a:cubicBezTo>
                <a:cubicBezTo>
                  <a:pt x="532" y="517"/>
                  <a:pt x="529" y="521"/>
                  <a:pt x="525" y="525"/>
                </a:cubicBezTo>
                <a:cubicBezTo>
                  <a:pt x="521" y="529"/>
                  <a:pt x="517" y="532"/>
                  <a:pt x="512" y="534"/>
                </a:cubicBezTo>
                <a:cubicBezTo>
                  <a:pt x="506" y="536"/>
                  <a:pt x="501" y="537"/>
                  <a:pt x="496" y="537"/>
                </a:cubicBezTo>
                <a:close/>
              </a:path>
            </a:pathLst>
          </a:custGeom>
          <a:solidFill>
            <a:srgbClr val="1b2a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6087960" y="395964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6709680" y="4155120"/>
            <a:ext cx="22791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b2a6b"/>
                </a:solidFill>
                <a:latin typeface="Arial"/>
                <a:ea typeface="Arial"/>
              </a:rPr>
              <a:t>Interactieketens en interacties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3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3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35" name=""/>
          <p:cNvSpPr txBox="1"/>
          <p:nvPr/>
        </p:nvSpPr>
        <p:spPr>
          <a:xfrm>
            <a:off x="274320" y="943200"/>
            <a:ext cx="175032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dd784b"/>
                </a:solidFill>
                <a:latin typeface="Arial"/>
                <a:ea typeface="Arial"/>
              </a:rPr>
              <a:t>Hoofdvraag</a:t>
            </a:r>
            <a:endParaRPr b="0" lang="en-US" sz="21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2897640" y="1401480"/>
            <a:ext cx="420840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40" spc="-1" strike="noStrike">
                <a:solidFill>
                  <a:srgbClr val="1b2a6b"/>
                </a:solidFill>
                <a:latin typeface="Arial"/>
                <a:ea typeface="Arial"/>
              </a:rPr>
              <a:t>“</a:t>
            </a:r>
            <a:r>
              <a:rPr b="0" lang="en-US" sz="1240" spc="-1" strike="noStrike">
                <a:solidFill>
                  <a:srgbClr val="1b2a6b"/>
                </a:solidFill>
                <a:latin typeface="Arial"/>
                <a:ea typeface="Arial"/>
              </a:rPr>
              <a:t>Wat moet OKx nu eigenlijk beschrijven en bouwen?”</a:t>
            </a:r>
            <a:endParaRPr b="0" lang="en-US" sz="12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7" name=""/>
          <p:cNvSpPr/>
          <p:nvPr/>
        </p:nvSpPr>
        <p:spPr>
          <a:xfrm>
            <a:off x="276120" y="1914480"/>
            <a:ext cx="8782200" cy="1124280"/>
          </a:xfrm>
          <a:custGeom>
            <a:avLst/>
            <a:gdLst/>
            <a:ahLst/>
            <a:rect l="0" t="0" r="r" b="b"/>
            <a:pathLst>
              <a:path w="24395" h="3123">
                <a:moveTo>
                  <a:pt x="0" y="0"/>
                </a:moveTo>
                <a:lnTo>
                  <a:pt x="24395" y="0"/>
                </a:lnTo>
                <a:lnTo>
                  <a:pt x="24395" y="3123"/>
                </a:lnTo>
                <a:lnTo>
                  <a:pt x="0" y="31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8" name=""/>
          <p:cNvSpPr/>
          <p:nvPr/>
        </p:nvSpPr>
        <p:spPr>
          <a:xfrm>
            <a:off x="276120" y="1914480"/>
            <a:ext cx="8782200" cy="38160"/>
          </a:xfrm>
          <a:custGeom>
            <a:avLst/>
            <a:gdLst/>
            <a:ahLst/>
            <a:rect l="0" t="0" r="r" b="b"/>
            <a:pathLst>
              <a:path w="24395" h="106">
                <a:moveTo>
                  <a:pt x="0" y="0"/>
                </a:moveTo>
                <a:lnTo>
                  <a:pt x="24395" y="0"/>
                </a:lnTo>
                <a:lnTo>
                  <a:pt x="24395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9" name=""/>
          <p:cNvSpPr/>
          <p:nvPr/>
        </p:nvSpPr>
        <p:spPr>
          <a:xfrm>
            <a:off x="276120" y="3028680"/>
            <a:ext cx="8782200" cy="10080"/>
          </a:xfrm>
          <a:custGeom>
            <a:avLst/>
            <a:gdLst/>
            <a:ahLst/>
            <a:rect l="0" t="0" r="r" b="b"/>
            <a:pathLst>
              <a:path w="24395" h="28">
                <a:moveTo>
                  <a:pt x="0" y="0"/>
                </a:moveTo>
                <a:lnTo>
                  <a:pt x="24395" y="0"/>
                </a:lnTo>
                <a:lnTo>
                  <a:pt x="243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0" name=""/>
          <p:cNvSpPr/>
          <p:nvPr/>
        </p:nvSpPr>
        <p:spPr>
          <a:xfrm>
            <a:off x="9048600" y="1914480"/>
            <a:ext cx="9720" cy="1124280"/>
          </a:xfrm>
          <a:custGeom>
            <a:avLst/>
            <a:gdLst/>
            <a:ahLst/>
            <a:rect l="0" t="0" r="r" b="b"/>
            <a:pathLst>
              <a:path w="27" h="3123">
                <a:moveTo>
                  <a:pt x="0" y="105"/>
                </a:moveTo>
                <a:lnTo>
                  <a:pt x="0" y="3123"/>
                </a:lnTo>
                <a:lnTo>
                  <a:pt x="27" y="3123"/>
                </a:lnTo>
                <a:lnTo>
                  <a:pt x="27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1" name=""/>
          <p:cNvSpPr/>
          <p:nvPr/>
        </p:nvSpPr>
        <p:spPr>
          <a:xfrm>
            <a:off x="276120" y="1914480"/>
            <a:ext cx="9720" cy="1124280"/>
          </a:xfrm>
          <a:custGeom>
            <a:avLst/>
            <a:gdLst/>
            <a:ahLst/>
            <a:rect l="0" t="0" r="r" b="b"/>
            <a:pathLst>
              <a:path w="27" h="3123">
                <a:moveTo>
                  <a:pt x="0" y="0"/>
                </a:moveTo>
                <a:lnTo>
                  <a:pt x="0" y="3123"/>
                </a:lnTo>
                <a:lnTo>
                  <a:pt x="27" y="3123"/>
                </a:lnTo>
                <a:lnTo>
                  <a:pt x="27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4186080" y="1642320"/>
            <a:ext cx="10508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SI-team, techniek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1823760" y="2092680"/>
            <a:ext cx="691956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60" spc="-1" strike="noStrike">
                <a:solidFill>
                  <a:srgbClr val="1b2a6b"/>
                </a:solidFill>
                <a:latin typeface="Arial"/>
                <a:ea typeface="Arial"/>
              </a:rPr>
              <a:t>Speciﬁceren met wat we nu weten en de randvoorwaardelijke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2352600" y="2349720"/>
            <a:ext cx="554184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60" spc="-1" strike="noStrike">
                <a:solidFill>
                  <a:srgbClr val="1b2a6b"/>
                </a:solidFill>
                <a:latin typeface="Arial"/>
                <a:ea typeface="Arial"/>
              </a:rPr>
              <a:t>documentatie levert geen stabiele speciﬁcatie op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3443400" y="2699640"/>
            <a:ext cx="292068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60" spc="-1" strike="noStrike">
                <a:solidFill>
                  <a:srgbClr val="dd784b"/>
                </a:solidFill>
                <a:latin typeface="Arial"/>
                <a:ea typeface="Arial"/>
              </a:rPr>
              <a:t>Kortom: er ontbreekt informatie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6" name=""/>
          <p:cNvSpPr/>
          <p:nvPr/>
        </p:nvSpPr>
        <p:spPr>
          <a:xfrm>
            <a:off x="276120" y="3428640"/>
            <a:ext cx="2115000" cy="876960"/>
          </a:xfrm>
          <a:custGeom>
            <a:avLst/>
            <a:gdLst/>
            <a:ahLst/>
            <a:rect l="0" t="0" r="r" b="b"/>
            <a:pathLst>
              <a:path w="5875" h="2436">
                <a:moveTo>
                  <a:pt x="0" y="0"/>
                </a:moveTo>
                <a:lnTo>
                  <a:pt x="5875" y="0"/>
                </a:lnTo>
                <a:lnTo>
                  <a:pt x="5875" y="2436"/>
                </a:lnTo>
                <a:lnTo>
                  <a:pt x="0" y="24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7" name=""/>
          <p:cNvSpPr/>
          <p:nvPr/>
        </p:nvSpPr>
        <p:spPr>
          <a:xfrm>
            <a:off x="276120" y="3428640"/>
            <a:ext cx="2115000" cy="38520"/>
          </a:xfrm>
          <a:custGeom>
            <a:avLst/>
            <a:gdLst/>
            <a:ahLst/>
            <a:rect l="0" t="0" r="r" b="b"/>
            <a:pathLst>
              <a:path w="5875" h="107">
                <a:moveTo>
                  <a:pt x="0" y="0"/>
                </a:moveTo>
                <a:lnTo>
                  <a:pt x="5875" y="0"/>
                </a:lnTo>
                <a:lnTo>
                  <a:pt x="587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8" name=""/>
          <p:cNvSpPr/>
          <p:nvPr/>
        </p:nvSpPr>
        <p:spPr>
          <a:xfrm>
            <a:off x="276120" y="4295520"/>
            <a:ext cx="2115000" cy="10080"/>
          </a:xfrm>
          <a:custGeom>
            <a:avLst/>
            <a:gdLst/>
            <a:ahLst/>
            <a:rect l="0" t="0" r="r" b="b"/>
            <a:pathLst>
              <a:path w="5875" h="28">
                <a:moveTo>
                  <a:pt x="0" y="0"/>
                </a:moveTo>
                <a:lnTo>
                  <a:pt x="5875" y="0"/>
                </a:lnTo>
                <a:lnTo>
                  <a:pt x="58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9" name=""/>
          <p:cNvSpPr/>
          <p:nvPr/>
        </p:nvSpPr>
        <p:spPr>
          <a:xfrm>
            <a:off x="2381040" y="3428640"/>
            <a:ext cx="10080" cy="876960"/>
          </a:xfrm>
          <a:custGeom>
            <a:avLst/>
            <a:gdLst/>
            <a:ahLst/>
            <a:rect l="0" t="0" r="r" b="b"/>
            <a:pathLst>
              <a:path w="28" h="2436">
                <a:moveTo>
                  <a:pt x="0" y="106"/>
                </a:moveTo>
                <a:lnTo>
                  <a:pt x="0" y="2436"/>
                </a:lnTo>
                <a:lnTo>
                  <a:pt x="28" y="2436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0" name=""/>
          <p:cNvSpPr/>
          <p:nvPr/>
        </p:nvSpPr>
        <p:spPr>
          <a:xfrm>
            <a:off x="276120" y="3428640"/>
            <a:ext cx="9720" cy="876960"/>
          </a:xfrm>
          <a:custGeom>
            <a:avLst/>
            <a:gdLst/>
            <a:ahLst/>
            <a:rect l="0" t="0" r="r" b="b"/>
            <a:pathLst>
              <a:path w="27" h="2436">
                <a:moveTo>
                  <a:pt x="0" y="0"/>
                </a:moveTo>
                <a:lnTo>
                  <a:pt x="0" y="2436"/>
                </a:lnTo>
                <a:lnTo>
                  <a:pt x="27" y="2436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1" name=""/>
          <p:cNvSpPr/>
          <p:nvPr/>
        </p:nvSpPr>
        <p:spPr>
          <a:xfrm>
            <a:off x="1216080" y="3560760"/>
            <a:ext cx="224280" cy="232200"/>
          </a:xfrm>
          <a:custGeom>
            <a:avLst/>
            <a:gdLst/>
            <a:ahLst/>
            <a:rect l="0" t="0" r="r" b="b"/>
            <a:pathLst>
              <a:path w="623" h="645">
                <a:moveTo>
                  <a:pt x="134" y="178"/>
                </a:moveTo>
                <a:cubicBezTo>
                  <a:pt x="122" y="178"/>
                  <a:pt x="111" y="176"/>
                  <a:pt x="100" y="172"/>
                </a:cubicBezTo>
                <a:cubicBezTo>
                  <a:pt x="89" y="167"/>
                  <a:pt x="80" y="161"/>
                  <a:pt x="71" y="152"/>
                </a:cubicBezTo>
                <a:cubicBezTo>
                  <a:pt x="63" y="144"/>
                  <a:pt x="56" y="134"/>
                  <a:pt x="52" y="124"/>
                </a:cubicBezTo>
                <a:cubicBezTo>
                  <a:pt x="47" y="113"/>
                  <a:pt x="45" y="101"/>
                  <a:pt x="45" y="89"/>
                </a:cubicBezTo>
                <a:cubicBezTo>
                  <a:pt x="45" y="77"/>
                  <a:pt x="47" y="65"/>
                  <a:pt x="52" y="55"/>
                </a:cubicBezTo>
                <a:cubicBezTo>
                  <a:pt x="56" y="44"/>
                  <a:pt x="63" y="34"/>
                  <a:pt x="71" y="26"/>
                </a:cubicBezTo>
                <a:cubicBezTo>
                  <a:pt x="80" y="17"/>
                  <a:pt x="89" y="11"/>
                  <a:pt x="100" y="6"/>
                </a:cubicBezTo>
                <a:cubicBezTo>
                  <a:pt x="111" y="2"/>
                  <a:pt x="122" y="0"/>
                  <a:pt x="134" y="0"/>
                </a:cubicBezTo>
                <a:cubicBezTo>
                  <a:pt x="146" y="0"/>
                  <a:pt x="157" y="2"/>
                  <a:pt x="168" y="6"/>
                </a:cubicBezTo>
                <a:cubicBezTo>
                  <a:pt x="179" y="11"/>
                  <a:pt x="189" y="17"/>
                  <a:pt x="197" y="26"/>
                </a:cubicBezTo>
                <a:cubicBezTo>
                  <a:pt x="205" y="34"/>
                  <a:pt x="212" y="44"/>
                  <a:pt x="216" y="55"/>
                </a:cubicBezTo>
                <a:cubicBezTo>
                  <a:pt x="221" y="65"/>
                  <a:pt x="223" y="77"/>
                  <a:pt x="223" y="89"/>
                </a:cubicBezTo>
                <a:cubicBezTo>
                  <a:pt x="223" y="101"/>
                  <a:pt x="221" y="113"/>
                  <a:pt x="216" y="124"/>
                </a:cubicBezTo>
                <a:cubicBezTo>
                  <a:pt x="212" y="134"/>
                  <a:pt x="205" y="144"/>
                  <a:pt x="197" y="152"/>
                </a:cubicBezTo>
                <a:cubicBezTo>
                  <a:pt x="189" y="161"/>
                  <a:pt x="179" y="167"/>
                  <a:pt x="168" y="172"/>
                </a:cubicBezTo>
                <a:cubicBezTo>
                  <a:pt x="157" y="176"/>
                  <a:pt x="146" y="178"/>
                  <a:pt x="134" y="178"/>
                </a:cubicBezTo>
                <a:moveTo>
                  <a:pt x="134" y="44"/>
                </a:moveTo>
                <a:cubicBezTo>
                  <a:pt x="128" y="44"/>
                  <a:pt x="122" y="45"/>
                  <a:pt x="117" y="48"/>
                </a:cubicBezTo>
                <a:cubicBezTo>
                  <a:pt x="112" y="50"/>
                  <a:pt x="107" y="53"/>
                  <a:pt x="103" y="57"/>
                </a:cubicBezTo>
                <a:cubicBezTo>
                  <a:pt x="98" y="61"/>
                  <a:pt x="95" y="66"/>
                  <a:pt x="93" y="72"/>
                </a:cubicBezTo>
                <a:cubicBezTo>
                  <a:pt x="91" y="77"/>
                  <a:pt x="90" y="83"/>
                  <a:pt x="90" y="89"/>
                </a:cubicBezTo>
                <a:cubicBezTo>
                  <a:pt x="90" y="95"/>
                  <a:pt x="91" y="101"/>
                  <a:pt x="93" y="107"/>
                </a:cubicBezTo>
                <a:cubicBezTo>
                  <a:pt x="95" y="112"/>
                  <a:pt x="98" y="117"/>
                  <a:pt x="103" y="121"/>
                </a:cubicBezTo>
                <a:cubicBezTo>
                  <a:pt x="107" y="125"/>
                  <a:pt x="112" y="128"/>
                  <a:pt x="117" y="131"/>
                </a:cubicBezTo>
                <a:cubicBezTo>
                  <a:pt x="122" y="133"/>
                  <a:pt x="128" y="134"/>
                  <a:pt x="134" y="134"/>
                </a:cubicBezTo>
                <a:cubicBezTo>
                  <a:pt x="140" y="134"/>
                  <a:pt x="146" y="133"/>
                  <a:pt x="151" y="131"/>
                </a:cubicBezTo>
                <a:cubicBezTo>
                  <a:pt x="156" y="128"/>
                  <a:pt x="161" y="125"/>
                  <a:pt x="165" y="121"/>
                </a:cubicBezTo>
                <a:cubicBezTo>
                  <a:pt x="170" y="117"/>
                  <a:pt x="173" y="112"/>
                  <a:pt x="175" y="107"/>
                </a:cubicBezTo>
                <a:cubicBezTo>
                  <a:pt x="177" y="101"/>
                  <a:pt x="178" y="95"/>
                  <a:pt x="178" y="89"/>
                </a:cubicBezTo>
                <a:cubicBezTo>
                  <a:pt x="178" y="83"/>
                  <a:pt x="177" y="77"/>
                  <a:pt x="175" y="72"/>
                </a:cubicBezTo>
                <a:cubicBezTo>
                  <a:pt x="173" y="66"/>
                  <a:pt x="170" y="61"/>
                  <a:pt x="165" y="57"/>
                </a:cubicBezTo>
                <a:cubicBezTo>
                  <a:pt x="161" y="53"/>
                  <a:pt x="156" y="50"/>
                  <a:pt x="151" y="48"/>
                </a:cubicBezTo>
                <a:cubicBezTo>
                  <a:pt x="146" y="45"/>
                  <a:pt x="140" y="44"/>
                  <a:pt x="134" y="44"/>
                </a:cubicBezTo>
                <a:moveTo>
                  <a:pt x="490" y="178"/>
                </a:moveTo>
                <a:cubicBezTo>
                  <a:pt x="478" y="178"/>
                  <a:pt x="466" y="176"/>
                  <a:pt x="456" y="172"/>
                </a:cubicBezTo>
                <a:cubicBezTo>
                  <a:pt x="445" y="167"/>
                  <a:pt x="435" y="161"/>
                  <a:pt x="427" y="152"/>
                </a:cubicBezTo>
                <a:cubicBezTo>
                  <a:pt x="418" y="144"/>
                  <a:pt x="412" y="134"/>
                  <a:pt x="407" y="124"/>
                </a:cubicBezTo>
                <a:cubicBezTo>
                  <a:pt x="403" y="113"/>
                  <a:pt x="401" y="101"/>
                  <a:pt x="401" y="89"/>
                </a:cubicBezTo>
                <a:cubicBezTo>
                  <a:pt x="401" y="77"/>
                  <a:pt x="403" y="65"/>
                  <a:pt x="407" y="55"/>
                </a:cubicBezTo>
                <a:cubicBezTo>
                  <a:pt x="412" y="44"/>
                  <a:pt x="418" y="34"/>
                  <a:pt x="427" y="26"/>
                </a:cubicBezTo>
                <a:cubicBezTo>
                  <a:pt x="435" y="17"/>
                  <a:pt x="445" y="11"/>
                  <a:pt x="456" y="6"/>
                </a:cubicBezTo>
                <a:cubicBezTo>
                  <a:pt x="466" y="2"/>
                  <a:pt x="478" y="0"/>
                  <a:pt x="490" y="0"/>
                </a:cubicBezTo>
                <a:cubicBezTo>
                  <a:pt x="501" y="0"/>
                  <a:pt x="513" y="2"/>
                  <a:pt x="524" y="6"/>
                </a:cubicBezTo>
                <a:cubicBezTo>
                  <a:pt x="534" y="11"/>
                  <a:pt x="544" y="17"/>
                  <a:pt x="552" y="26"/>
                </a:cubicBezTo>
                <a:cubicBezTo>
                  <a:pt x="561" y="34"/>
                  <a:pt x="567" y="44"/>
                  <a:pt x="572" y="55"/>
                </a:cubicBezTo>
                <a:cubicBezTo>
                  <a:pt x="576" y="65"/>
                  <a:pt x="578" y="77"/>
                  <a:pt x="578" y="89"/>
                </a:cubicBezTo>
                <a:cubicBezTo>
                  <a:pt x="578" y="101"/>
                  <a:pt x="576" y="113"/>
                  <a:pt x="572" y="124"/>
                </a:cubicBezTo>
                <a:cubicBezTo>
                  <a:pt x="567" y="134"/>
                  <a:pt x="561" y="144"/>
                  <a:pt x="552" y="152"/>
                </a:cubicBezTo>
                <a:cubicBezTo>
                  <a:pt x="544" y="161"/>
                  <a:pt x="534" y="167"/>
                  <a:pt x="524" y="172"/>
                </a:cubicBezTo>
                <a:cubicBezTo>
                  <a:pt x="513" y="176"/>
                  <a:pt x="501" y="178"/>
                  <a:pt x="490" y="178"/>
                </a:cubicBezTo>
                <a:moveTo>
                  <a:pt x="490" y="44"/>
                </a:moveTo>
                <a:cubicBezTo>
                  <a:pt x="484" y="44"/>
                  <a:pt x="478" y="45"/>
                  <a:pt x="473" y="48"/>
                </a:cubicBezTo>
                <a:cubicBezTo>
                  <a:pt x="467" y="50"/>
                  <a:pt x="462" y="53"/>
                  <a:pt x="458" y="57"/>
                </a:cubicBezTo>
                <a:cubicBezTo>
                  <a:pt x="454" y="61"/>
                  <a:pt x="451" y="66"/>
                  <a:pt x="448" y="72"/>
                </a:cubicBezTo>
                <a:cubicBezTo>
                  <a:pt x="446" y="77"/>
                  <a:pt x="445" y="83"/>
                  <a:pt x="445" y="89"/>
                </a:cubicBezTo>
                <a:cubicBezTo>
                  <a:pt x="445" y="95"/>
                  <a:pt x="446" y="101"/>
                  <a:pt x="448" y="107"/>
                </a:cubicBezTo>
                <a:cubicBezTo>
                  <a:pt x="451" y="112"/>
                  <a:pt x="454" y="117"/>
                  <a:pt x="458" y="121"/>
                </a:cubicBezTo>
                <a:cubicBezTo>
                  <a:pt x="462" y="125"/>
                  <a:pt x="467" y="128"/>
                  <a:pt x="473" y="131"/>
                </a:cubicBezTo>
                <a:cubicBezTo>
                  <a:pt x="478" y="133"/>
                  <a:pt x="484" y="134"/>
                  <a:pt x="490" y="134"/>
                </a:cubicBezTo>
                <a:cubicBezTo>
                  <a:pt x="495" y="134"/>
                  <a:pt x="501" y="133"/>
                  <a:pt x="507" y="131"/>
                </a:cubicBezTo>
                <a:cubicBezTo>
                  <a:pt x="512" y="128"/>
                  <a:pt x="517" y="125"/>
                  <a:pt x="521" y="121"/>
                </a:cubicBezTo>
                <a:cubicBezTo>
                  <a:pt x="525" y="117"/>
                  <a:pt x="528" y="112"/>
                  <a:pt x="531" y="107"/>
                </a:cubicBezTo>
                <a:cubicBezTo>
                  <a:pt x="533" y="101"/>
                  <a:pt x="534" y="95"/>
                  <a:pt x="534" y="89"/>
                </a:cubicBezTo>
                <a:cubicBezTo>
                  <a:pt x="534" y="83"/>
                  <a:pt x="533" y="77"/>
                  <a:pt x="531" y="72"/>
                </a:cubicBezTo>
                <a:cubicBezTo>
                  <a:pt x="528" y="66"/>
                  <a:pt x="525" y="61"/>
                  <a:pt x="521" y="57"/>
                </a:cubicBezTo>
                <a:cubicBezTo>
                  <a:pt x="517" y="53"/>
                  <a:pt x="512" y="50"/>
                  <a:pt x="507" y="48"/>
                </a:cubicBezTo>
                <a:cubicBezTo>
                  <a:pt x="501" y="45"/>
                  <a:pt x="495" y="44"/>
                  <a:pt x="490" y="44"/>
                </a:cubicBezTo>
                <a:moveTo>
                  <a:pt x="534" y="645"/>
                </a:moveTo>
                <a:lnTo>
                  <a:pt x="445" y="645"/>
                </a:lnTo>
                <a:cubicBezTo>
                  <a:pt x="439" y="645"/>
                  <a:pt x="434" y="644"/>
                  <a:pt x="428" y="642"/>
                </a:cubicBezTo>
                <a:cubicBezTo>
                  <a:pt x="423" y="639"/>
                  <a:pt x="418" y="636"/>
                  <a:pt x="414" y="632"/>
                </a:cubicBezTo>
                <a:cubicBezTo>
                  <a:pt x="410" y="628"/>
                  <a:pt x="406" y="623"/>
                  <a:pt x="404" y="618"/>
                </a:cubicBezTo>
                <a:cubicBezTo>
                  <a:pt x="402" y="612"/>
                  <a:pt x="401" y="607"/>
                  <a:pt x="401" y="601"/>
                </a:cubicBezTo>
                <a:lnTo>
                  <a:pt x="401" y="445"/>
                </a:lnTo>
                <a:lnTo>
                  <a:pt x="445" y="445"/>
                </a:lnTo>
                <a:lnTo>
                  <a:pt x="445" y="601"/>
                </a:lnTo>
                <a:lnTo>
                  <a:pt x="534" y="601"/>
                </a:lnTo>
                <a:lnTo>
                  <a:pt x="534" y="401"/>
                </a:lnTo>
                <a:lnTo>
                  <a:pt x="578" y="401"/>
                </a:lnTo>
                <a:lnTo>
                  <a:pt x="578" y="267"/>
                </a:lnTo>
                <a:cubicBezTo>
                  <a:pt x="578" y="261"/>
                  <a:pt x="576" y="256"/>
                  <a:pt x="572" y="252"/>
                </a:cubicBezTo>
                <a:cubicBezTo>
                  <a:pt x="568" y="247"/>
                  <a:pt x="562" y="245"/>
                  <a:pt x="556" y="245"/>
                </a:cubicBezTo>
                <a:lnTo>
                  <a:pt x="414" y="245"/>
                </a:lnTo>
                <a:lnTo>
                  <a:pt x="312" y="423"/>
                </a:lnTo>
                <a:lnTo>
                  <a:pt x="210" y="245"/>
                </a:lnTo>
                <a:lnTo>
                  <a:pt x="67" y="245"/>
                </a:lnTo>
                <a:cubicBezTo>
                  <a:pt x="61" y="245"/>
                  <a:pt x="56" y="247"/>
                  <a:pt x="52" y="252"/>
                </a:cubicBezTo>
                <a:cubicBezTo>
                  <a:pt x="47" y="256"/>
                  <a:pt x="45" y="261"/>
                  <a:pt x="45" y="267"/>
                </a:cubicBezTo>
                <a:lnTo>
                  <a:pt x="45" y="401"/>
                </a:lnTo>
                <a:lnTo>
                  <a:pt x="90" y="401"/>
                </a:lnTo>
                <a:lnTo>
                  <a:pt x="90" y="601"/>
                </a:lnTo>
                <a:lnTo>
                  <a:pt x="178" y="601"/>
                </a:lnTo>
                <a:lnTo>
                  <a:pt x="178" y="445"/>
                </a:lnTo>
                <a:lnTo>
                  <a:pt x="223" y="445"/>
                </a:lnTo>
                <a:lnTo>
                  <a:pt x="223" y="601"/>
                </a:lnTo>
                <a:cubicBezTo>
                  <a:pt x="223" y="607"/>
                  <a:pt x="222" y="612"/>
                  <a:pt x="220" y="618"/>
                </a:cubicBezTo>
                <a:cubicBezTo>
                  <a:pt x="217" y="623"/>
                  <a:pt x="214" y="628"/>
                  <a:pt x="210" y="632"/>
                </a:cubicBezTo>
                <a:cubicBezTo>
                  <a:pt x="206" y="636"/>
                  <a:pt x="201" y="639"/>
                  <a:pt x="195" y="642"/>
                </a:cubicBezTo>
                <a:cubicBezTo>
                  <a:pt x="190" y="644"/>
                  <a:pt x="184" y="645"/>
                  <a:pt x="178" y="645"/>
                </a:cubicBezTo>
                <a:lnTo>
                  <a:pt x="90" y="645"/>
                </a:lnTo>
                <a:cubicBezTo>
                  <a:pt x="84" y="645"/>
                  <a:pt x="78" y="644"/>
                  <a:pt x="73" y="642"/>
                </a:cubicBezTo>
                <a:cubicBezTo>
                  <a:pt x="67" y="639"/>
                  <a:pt x="62" y="636"/>
                  <a:pt x="58" y="632"/>
                </a:cubicBezTo>
                <a:cubicBezTo>
                  <a:pt x="54" y="628"/>
                  <a:pt x="51" y="623"/>
                  <a:pt x="49" y="618"/>
                </a:cubicBezTo>
                <a:cubicBezTo>
                  <a:pt x="46" y="612"/>
                  <a:pt x="45" y="607"/>
                  <a:pt x="45" y="601"/>
                </a:cubicBezTo>
                <a:lnTo>
                  <a:pt x="45" y="445"/>
                </a:lnTo>
                <a:cubicBezTo>
                  <a:pt x="38" y="445"/>
                  <a:pt x="33" y="444"/>
                  <a:pt x="27" y="442"/>
                </a:cubicBezTo>
                <a:cubicBezTo>
                  <a:pt x="22" y="439"/>
                  <a:pt x="17" y="436"/>
                  <a:pt x="13" y="432"/>
                </a:cubicBezTo>
                <a:cubicBezTo>
                  <a:pt x="9" y="428"/>
                  <a:pt x="5" y="423"/>
                  <a:pt x="3" y="418"/>
                </a:cubicBezTo>
                <a:cubicBezTo>
                  <a:pt x="1" y="412"/>
                  <a:pt x="0" y="407"/>
                  <a:pt x="0" y="401"/>
                </a:cubicBezTo>
                <a:lnTo>
                  <a:pt x="0" y="267"/>
                </a:lnTo>
                <a:cubicBezTo>
                  <a:pt x="0" y="258"/>
                  <a:pt x="1" y="250"/>
                  <a:pt x="5" y="242"/>
                </a:cubicBezTo>
                <a:cubicBezTo>
                  <a:pt x="8" y="234"/>
                  <a:pt x="13" y="226"/>
                  <a:pt x="19" y="220"/>
                </a:cubicBezTo>
                <a:cubicBezTo>
                  <a:pt x="25" y="214"/>
                  <a:pt x="33" y="209"/>
                  <a:pt x="41" y="206"/>
                </a:cubicBezTo>
                <a:cubicBezTo>
                  <a:pt x="50" y="202"/>
                  <a:pt x="59" y="201"/>
                  <a:pt x="67" y="201"/>
                </a:cubicBezTo>
                <a:lnTo>
                  <a:pt x="236" y="201"/>
                </a:lnTo>
                <a:lnTo>
                  <a:pt x="312" y="334"/>
                </a:lnTo>
                <a:lnTo>
                  <a:pt x="388" y="201"/>
                </a:lnTo>
                <a:lnTo>
                  <a:pt x="556" y="201"/>
                </a:lnTo>
                <a:cubicBezTo>
                  <a:pt x="565" y="201"/>
                  <a:pt x="574" y="202"/>
                  <a:pt x="582" y="206"/>
                </a:cubicBezTo>
                <a:cubicBezTo>
                  <a:pt x="590" y="209"/>
                  <a:pt x="597" y="214"/>
                  <a:pt x="603" y="220"/>
                </a:cubicBezTo>
                <a:cubicBezTo>
                  <a:pt x="610" y="226"/>
                  <a:pt x="614" y="234"/>
                  <a:pt x="618" y="242"/>
                </a:cubicBezTo>
                <a:cubicBezTo>
                  <a:pt x="621" y="250"/>
                  <a:pt x="623" y="258"/>
                  <a:pt x="623" y="267"/>
                </a:cubicBezTo>
                <a:lnTo>
                  <a:pt x="623" y="401"/>
                </a:lnTo>
                <a:cubicBezTo>
                  <a:pt x="623" y="407"/>
                  <a:pt x="622" y="412"/>
                  <a:pt x="619" y="418"/>
                </a:cubicBezTo>
                <a:cubicBezTo>
                  <a:pt x="617" y="423"/>
                  <a:pt x="614" y="428"/>
                  <a:pt x="610" y="432"/>
                </a:cubicBezTo>
                <a:cubicBezTo>
                  <a:pt x="606" y="436"/>
                  <a:pt x="601" y="439"/>
                  <a:pt x="595" y="442"/>
                </a:cubicBezTo>
                <a:cubicBezTo>
                  <a:pt x="590" y="444"/>
                  <a:pt x="584" y="445"/>
                  <a:pt x="578" y="445"/>
                </a:cubicBezTo>
                <a:lnTo>
                  <a:pt x="578" y="601"/>
                </a:lnTo>
                <a:cubicBezTo>
                  <a:pt x="578" y="607"/>
                  <a:pt x="577" y="612"/>
                  <a:pt x="575" y="618"/>
                </a:cubicBezTo>
                <a:cubicBezTo>
                  <a:pt x="573" y="623"/>
                  <a:pt x="570" y="628"/>
                  <a:pt x="565" y="632"/>
                </a:cubicBezTo>
                <a:cubicBezTo>
                  <a:pt x="561" y="636"/>
                  <a:pt x="556" y="639"/>
                  <a:pt x="551" y="642"/>
                </a:cubicBezTo>
                <a:cubicBezTo>
                  <a:pt x="546" y="644"/>
                  <a:pt x="540" y="645"/>
                  <a:pt x="534" y="645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274320" y="3211200"/>
            <a:ext cx="14652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ZO HALEN WE DIE OP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470520" y="3863520"/>
            <a:ext cx="20368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Gesprekken met de sector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4" name=""/>
          <p:cNvSpPr/>
          <p:nvPr/>
        </p:nvSpPr>
        <p:spPr>
          <a:xfrm>
            <a:off x="2495520" y="3428640"/>
            <a:ext cx="2114640" cy="876960"/>
          </a:xfrm>
          <a:custGeom>
            <a:avLst/>
            <a:gdLst/>
            <a:ahLst/>
            <a:rect l="0" t="0" r="r" b="b"/>
            <a:pathLst>
              <a:path w="5874" h="2436">
                <a:moveTo>
                  <a:pt x="0" y="0"/>
                </a:moveTo>
                <a:lnTo>
                  <a:pt x="5874" y="0"/>
                </a:lnTo>
                <a:lnTo>
                  <a:pt x="5874" y="2436"/>
                </a:lnTo>
                <a:lnTo>
                  <a:pt x="0" y="24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5" name=""/>
          <p:cNvSpPr/>
          <p:nvPr/>
        </p:nvSpPr>
        <p:spPr>
          <a:xfrm>
            <a:off x="2495520" y="3428640"/>
            <a:ext cx="2114640" cy="38520"/>
          </a:xfrm>
          <a:custGeom>
            <a:avLst/>
            <a:gdLst/>
            <a:ahLst/>
            <a:rect l="0" t="0" r="r" b="b"/>
            <a:pathLst>
              <a:path w="5874" h="107">
                <a:moveTo>
                  <a:pt x="0" y="0"/>
                </a:moveTo>
                <a:lnTo>
                  <a:pt x="5874" y="0"/>
                </a:lnTo>
                <a:lnTo>
                  <a:pt x="5874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6" name=""/>
          <p:cNvSpPr/>
          <p:nvPr/>
        </p:nvSpPr>
        <p:spPr>
          <a:xfrm>
            <a:off x="2495520" y="4295520"/>
            <a:ext cx="2114640" cy="10080"/>
          </a:xfrm>
          <a:custGeom>
            <a:avLst/>
            <a:gdLst/>
            <a:ahLst/>
            <a:rect l="0" t="0" r="r" b="b"/>
            <a:pathLst>
              <a:path w="5874" h="28">
                <a:moveTo>
                  <a:pt x="0" y="0"/>
                </a:moveTo>
                <a:lnTo>
                  <a:pt x="5874" y="0"/>
                </a:lnTo>
                <a:lnTo>
                  <a:pt x="58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7" name=""/>
          <p:cNvSpPr/>
          <p:nvPr/>
        </p:nvSpPr>
        <p:spPr>
          <a:xfrm>
            <a:off x="4600440" y="3428640"/>
            <a:ext cx="9720" cy="876960"/>
          </a:xfrm>
          <a:custGeom>
            <a:avLst/>
            <a:gdLst/>
            <a:ahLst/>
            <a:rect l="0" t="0" r="r" b="b"/>
            <a:pathLst>
              <a:path w="27" h="2436">
                <a:moveTo>
                  <a:pt x="0" y="106"/>
                </a:moveTo>
                <a:lnTo>
                  <a:pt x="0" y="2436"/>
                </a:lnTo>
                <a:lnTo>
                  <a:pt x="27" y="2436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8" name=""/>
          <p:cNvSpPr/>
          <p:nvPr/>
        </p:nvSpPr>
        <p:spPr>
          <a:xfrm>
            <a:off x="2495520" y="3428640"/>
            <a:ext cx="9720" cy="876960"/>
          </a:xfrm>
          <a:custGeom>
            <a:avLst/>
            <a:gdLst/>
            <a:ahLst/>
            <a:rect l="0" t="0" r="r" b="b"/>
            <a:pathLst>
              <a:path w="27" h="2436">
                <a:moveTo>
                  <a:pt x="0" y="0"/>
                </a:moveTo>
                <a:lnTo>
                  <a:pt x="0" y="2436"/>
                </a:lnTo>
                <a:lnTo>
                  <a:pt x="27" y="2436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9" name=""/>
          <p:cNvSpPr/>
          <p:nvPr/>
        </p:nvSpPr>
        <p:spPr>
          <a:xfrm>
            <a:off x="3450240" y="3574080"/>
            <a:ext cx="213480" cy="213480"/>
          </a:xfrm>
          <a:custGeom>
            <a:avLst/>
            <a:gdLst/>
            <a:ahLst/>
            <a:rect l="0" t="0" r="r" b="b"/>
            <a:pathLst>
              <a:path w="593" h="593">
                <a:moveTo>
                  <a:pt x="593" y="475"/>
                </a:moveTo>
                <a:lnTo>
                  <a:pt x="593" y="593"/>
                </a:lnTo>
                <a:lnTo>
                  <a:pt x="475" y="593"/>
                </a:lnTo>
                <a:lnTo>
                  <a:pt x="475" y="504"/>
                </a:lnTo>
                <a:lnTo>
                  <a:pt x="386" y="504"/>
                </a:lnTo>
                <a:lnTo>
                  <a:pt x="386" y="415"/>
                </a:lnTo>
                <a:lnTo>
                  <a:pt x="297" y="415"/>
                </a:lnTo>
                <a:lnTo>
                  <a:pt x="230" y="348"/>
                </a:lnTo>
                <a:cubicBezTo>
                  <a:pt x="214" y="353"/>
                  <a:pt x="197" y="355"/>
                  <a:pt x="178" y="355"/>
                </a:cubicBezTo>
                <a:cubicBezTo>
                  <a:pt x="166" y="355"/>
                  <a:pt x="154" y="354"/>
                  <a:pt x="143" y="352"/>
                </a:cubicBezTo>
                <a:cubicBezTo>
                  <a:pt x="131" y="350"/>
                  <a:pt x="120" y="346"/>
                  <a:pt x="109" y="342"/>
                </a:cubicBezTo>
                <a:cubicBezTo>
                  <a:pt x="99" y="337"/>
                  <a:pt x="88" y="332"/>
                  <a:pt x="79" y="325"/>
                </a:cubicBezTo>
                <a:cubicBezTo>
                  <a:pt x="69" y="319"/>
                  <a:pt x="60" y="311"/>
                  <a:pt x="52" y="303"/>
                </a:cubicBezTo>
                <a:cubicBezTo>
                  <a:pt x="44" y="295"/>
                  <a:pt x="36" y="286"/>
                  <a:pt x="30" y="276"/>
                </a:cubicBezTo>
                <a:cubicBezTo>
                  <a:pt x="23" y="267"/>
                  <a:pt x="18" y="256"/>
                  <a:pt x="13" y="246"/>
                </a:cubicBezTo>
                <a:cubicBezTo>
                  <a:pt x="9" y="235"/>
                  <a:pt x="5" y="224"/>
                  <a:pt x="3" y="212"/>
                </a:cubicBezTo>
                <a:cubicBezTo>
                  <a:pt x="1" y="201"/>
                  <a:pt x="0" y="189"/>
                  <a:pt x="0" y="177"/>
                </a:cubicBezTo>
                <a:cubicBezTo>
                  <a:pt x="0" y="166"/>
                  <a:pt x="1" y="154"/>
                  <a:pt x="3" y="143"/>
                </a:cubicBezTo>
                <a:cubicBezTo>
                  <a:pt x="5" y="131"/>
                  <a:pt x="9" y="120"/>
                  <a:pt x="13" y="109"/>
                </a:cubicBezTo>
                <a:cubicBezTo>
                  <a:pt x="18" y="99"/>
                  <a:pt x="23" y="88"/>
                  <a:pt x="30" y="79"/>
                </a:cubicBezTo>
                <a:cubicBezTo>
                  <a:pt x="36" y="69"/>
                  <a:pt x="44" y="60"/>
                  <a:pt x="52" y="52"/>
                </a:cubicBezTo>
                <a:cubicBezTo>
                  <a:pt x="60" y="44"/>
                  <a:pt x="69" y="36"/>
                  <a:pt x="79" y="30"/>
                </a:cubicBezTo>
                <a:cubicBezTo>
                  <a:pt x="88" y="23"/>
                  <a:pt x="99" y="18"/>
                  <a:pt x="109" y="13"/>
                </a:cubicBezTo>
                <a:cubicBezTo>
                  <a:pt x="120" y="9"/>
                  <a:pt x="131" y="5"/>
                  <a:pt x="143" y="3"/>
                </a:cubicBezTo>
                <a:cubicBezTo>
                  <a:pt x="154" y="1"/>
                  <a:pt x="166" y="0"/>
                  <a:pt x="178" y="0"/>
                </a:cubicBezTo>
                <a:cubicBezTo>
                  <a:pt x="190" y="0"/>
                  <a:pt x="202" y="1"/>
                  <a:pt x="213" y="3"/>
                </a:cubicBezTo>
                <a:cubicBezTo>
                  <a:pt x="225" y="5"/>
                  <a:pt x="236" y="9"/>
                  <a:pt x="247" y="13"/>
                </a:cubicBezTo>
                <a:cubicBezTo>
                  <a:pt x="257" y="18"/>
                  <a:pt x="268" y="23"/>
                  <a:pt x="277" y="30"/>
                </a:cubicBezTo>
                <a:cubicBezTo>
                  <a:pt x="287" y="36"/>
                  <a:pt x="296" y="44"/>
                  <a:pt x="304" y="52"/>
                </a:cubicBezTo>
                <a:cubicBezTo>
                  <a:pt x="312" y="60"/>
                  <a:pt x="320" y="69"/>
                  <a:pt x="326" y="79"/>
                </a:cubicBezTo>
                <a:cubicBezTo>
                  <a:pt x="333" y="88"/>
                  <a:pt x="338" y="99"/>
                  <a:pt x="343" y="109"/>
                </a:cubicBezTo>
                <a:cubicBezTo>
                  <a:pt x="347" y="120"/>
                  <a:pt x="351" y="131"/>
                  <a:pt x="353" y="143"/>
                </a:cubicBezTo>
                <a:cubicBezTo>
                  <a:pt x="355" y="154"/>
                  <a:pt x="356" y="166"/>
                  <a:pt x="356" y="177"/>
                </a:cubicBezTo>
                <a:cubicBezTo>
                  <a:pt x="356" y="196"/>
                  <a:pt x="354" y="213"/>
                  <a:pt x="349" y="229"/>
                </a:cubicBezTo>
                <a:lnTo>
                  <a:pt x="593" y="475"/>
                </a:lnTo>
                <a:moveTo>
                  <a:pt x="148" y="89"/>
                </a:moveTo>
                <a:cubicBezTo>
                  <a:pt x="140" y="89"/>
                  <a:pt x="132" y="90"/>
                  <a:pt x="125" y="93"/>
                </a:cubicBezTo>
                <a:cubicBezTo>
                  <a:pt x="118" y="96"/>
                  <a:pt x="112" y="100"/>
                  <a:pt x="106" y="106"/>
                </a:cubicBezTo>
                <a:cubicBezTo>
                  <a:pt x="100" y="112"/>
                  <a:pt x="96" y="118"/>
                  <a:pt x="93" y="125"/>
                </a:cubicBezTo>
                <a:cubicBezTo>
                  <a:pt x="90" y="132"/>
                  <a:pt x="89" y="140"/>
                  <a:pt x="89" y="148"/>
                </a:cubicBezTo>
                <a:cubicBezTo>
                  <a:pt x="89" y="156"/>
                  <a:pt x="90" y="163"/>
                  <a:pt x="93" y="171"/>
                </a:cubicBezTo>
                <a:cubicBezTo>
                  <a:pt x="96" y="178"/>
                  <a:pt x="100" y="184"/>
                  <a:pt x="106" y="190"/>
                </a:cubicBezTo>
                <a:cubicBezTo>
                  <a:pt x="112" y="195"/>
                  <a:pt x="118" y="200"/>
                  <a:pt x="125" y="203"/>
                </a:cubicBezTo>
                <a:cubicBezTo>
                  <a:pt x="132" y="206"/>
                  <a:pt x="140" y="207"/>
                  <a:pt x="148" y="207"/>
                </a:cubicBezTo>
                <a:cubicBezTo>
                  <a:pt x="156" y="207"/>
                  <a:pt x="163" y="206"/>
                  <a:pt x="171" y="203"/>
                </a:cubicBezTo>
                <a:cubicBezTo>
                  <a:pt x="178" y="200"/>
                  <a:pt x="185" y="195"/>
                  <a:pt x="191" y="190"/>
                </a:cubicBezTo>
                <a:cubicBezTo>
                  <a:pt x="196" y="184"/>
                  <a:pt x="201" y="178"/>
                  <a:pt x="204" y="171"/>
                </a:cubicBezTo>
                <a:cubicBezTo>
                  <a:pt x="207" y="163"/>
                  <a:pt x="208" y="156"/>
                  <a:pt x="208" y="148"/>
                </a:cubicBezTo>
                <a:cubicBezTo>
                  <a:pt x="208" y="140"/>
                  <a:pt x="207" y="132"/>
                  <a:pt x="204" y="125"/>
                </a:cubicBezTo>
                <a:cubicBezTo>
                  <a:pt x="201" y="118"/>
                  <a:pt x="196" y="112"/>
                  <a:pt x="191" y="106"/>
                </a:cubicBezTo>
                <a:cubicBezTo>
                  <a:pt x="185" y="100"/>
                  <a:pt x="178" y="96"/>
                  <a:pt x="171" y="93"/>
                </a:cubicBezTo>
                <a:cubicBezTo>
                  <a:pt x="163" y="90"/>
                  <a:pt x="156" y="89"/>
                  <a:pt x="148" y="89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603720" y="4042440"/>
            <a:ext cx="16452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instellingen en leveranciers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3036600" y="3863520"/>
            <a:ext cx="1218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Leeruitkomsten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2" name=""/>
          <p:cNvSpPr/>
          <p:nvPr/>
        </p:nvSpPr>
        <p:spPr>
          <a:xfrm>
            <a:off x="4724280" y="3428640"/>
            <a:ext cx="2115000" cy="876960"/>
          </a:xfrm>
          <a:custGeom>
            <a:avLst/>
            <a:gdLst/>
            <a:ahLst/>
            <a:rect l="0" t="0" r="r" b="b"/>
            <a:pathLst>
              <a:path w="5875" h="2436">
                <a:moveTo>
                  <a:pt x="0" y="0"/>
                </a:moveTo>
                <a:lnTo>
                  <a:pt x="5875" y="0"/>
                </a:lnTo>
                <a:lnTo>
                  <a:pt x="5875" y="2436"/>
                </a:lnTo>
                <a:lnTo>
                  <a:pt x="0" y="24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3" name=""/>
          <p:cNvSpPr/>
          <p:nvPr/>
        </p:nvSpPr>
        <p:spPr>
          <a:xfrm>
            <a:off x="4724280" y="3428640"/>
            <a:ext cx="2115000" cy="38520"/>
          </a:xfrm>
          <a:custGeom>
            <a:avLst/>
            <a:gdLst/>
            <a:ahLst/>
            <a:rect l="0" t="0" r="r" b="b"/>
            <a:pathLst>
              <a:path w="5875" h="107">
                <a:moveTo>
                  <a:pt x="0" y="0"/>
                </a:moveTo>
                <a:lnTo>
                  <a:pt x="5875" y="0"/>
                </a:lnTo>
                <a:lnTo>
                  <a:pt x="587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f4d7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4" name=""/>
          <p:cNvSpPr/>
          <p:nvPr/>
        </p:nvSpPr>
        <p:spPr>
          <a:xfrm>
            <a:off x="4724280" y="4295520"/>
            <a:ext cx="2115000" cy="10080"/>
          </a:xfrm>
          <a:custGeom>
            <a:avLst/>
            <a:gdLst/>
            <a:ahLst/>
            <a:rect l="0" t="0" r="r" b="b"/>
            <a:pathLst>
              <a:path w="5875" h="28">
                <a:moveTo>
                  <a:pt x="0" y="0"/>
                </a:moveTo>
                <a:lnTo>
                  <a:pt x="5875" y="0"/>
                </a:lnTo>
                <a:lnTo>
                  <a:pt x="58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5" name=""/>
          <p:cNvSpPr/>
          <p:nvPr/>
        </p:nvSpPr>
        <p:spPr>
          <a:xfrm>
            <a:off x="6829200" y="3428640"/>
            <a:ext cx="10080" cy="876960"/>
          </a:xfrm>
          <a:custGeom>
            <a:avLst/>
            <a:gdLst/>
            <a:ahLst/>
            <a:rect l="0" t="0" r="r" b="b"/>
            <a:pathLst>
              <a:path w="28" h="2436">
                <a:moveTo>
                  <a:pt x="0" y="106"/>
                </a:moveTo>
                <a:lnTo>
                  <a:pt x="0" y="2436"/>
                </a:lnTo>
                <a:lnTo>
                  <a:pt x="28" y="2436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6" name=""/>
          <p:cNvSpPr/>
          <p:nvPr/>
        </p:nvSpPr>
        <p:spPr>
          <a:xfrm>
            <a:off x="4724280" y="3428640"/>
            <a:ext cx="9720" cy="876960"/>
          </a:xfrm>
          <a:custGeom>
            <a:avLst/>
            <a:gdLst/>
            <a:ahLst/>
            <a:rect l="0" t="0" r="r" b="b"/>
            <a:pathLst>
              <a:path w="27" h="2436">
                <a:moveTo>
                  <a:pt x="0" y="0"/>
                </a:moveTo>
                <a:lnTo>
                  <a:pt x="0" y="2436"/>
                </a:lnTo>
                <a:lnTo>
                  <a:pt x="27" y="2436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7" name=""/>
          <p:cNvSpPr/>
          <p:nvPr/>
        </p:nvSpPr>
        <p:spPr>
          <a:xfrm>
            <a:off x="5792040" y="3664800"/>
            <a:ext cx="96480" cy="128160"/>
          </a:xfrm>
          <a:custGeom>
            <a:avLst/>
            <a:gdLst/>
            <a:ahLst/>
            <a:rect l="0" t="0" r="r" b="b"/>
            <a:pathLst>
              <a:path w="268" h="356">
                <a:moveTo>
                  <a:pt x="223" y="155"/>
                </a:moveTo>
                <a:lnTo>
                  <a:pt x="223" y="88"/>
                </a:lnTo>
                <a:cubicBezTo>
                  <a:pt x="223" y="77"/>
                  <a:pt x="221" y="65"/>
                  <a:pt x="217" y="54"/>
                </a:cubicBezTo>
                <a:cubicBezTo>
                  <a:pt x="212" y="44"/>
                  <a:pt x="206" y="34"/>
                  <a:pt x="197" y="26"/>
                </a:cubicBezTo>
                <a:cubicBezTo>
                  <a:pt x="189" y="17"/>
                  <a:pt x="179" y="11"/>
                  <a:pt x="169" y="6"/>
                </a:cubicBezTo>
                <a:cubicBezTo>
                  <a:pt x="158" y="2"/>
                  <a:pt x="146" y="0"/>
                  <a:pt x="135" y="0"/>
                </a:cubicBezTo>
                <a:cubicBezTo>
                  <a:pt x="123" y="0"/>
                  <a:pt x="111" y="2"/>
                  <a:pt x="101" y="6"/>
                </a:cubicBezTo>
                <a:cubicBezTo>
                  <a:pt x="90" y="11"/>
                  <a:pt x="80" y="17"/>
                  <a:pt x="72" y="26"/>
                </a:cubicBezTo>
                <a:cubicBezTo>
                  <a:pt x="63" y="34"/>
                  <a:pt x="57" y="44"/>
                  <a:pt x="52" y="54"/>
                </a:cubicBezTo>
                <a:cubicBezTo>
                  <a:pt x="48" y="65"/>
                  <a:pt x="46" y="77"/>
                  <a:pt x="46" y="88"/>
                </a:cubicBezTo>
                <a:lnTo>
                  <a:pt x="46" y="155"/>
                </a:lnTo>
                <a:cubicBezTo>
                  <a:pt x="40" y="155"/>
                  <a:pt x="34" y="156"/>
                  <a:pt x="29" y="158"/>
                </a:cubicBezTo>
                <a:cubicBezTo>
                  <a:pt x="23" y="161"/>
                  <a:pt x="18" y="164"/>
                  <a:pt x="14" y="168"/>
                </a:cubicBezTo>
                <a:cubicBezTo>
                  <a:pt x="10" y="172"/>
                  <a:pt x="7" y="177"/>
                  <a:pt x="4" y="183"/>
                </a:cubicBezTo>
                <a:cubicBezTo>
                  <a:pt x="1" y="188"/>
                  <a:pt x="0" y="194"/>
                  <a:pt x="0" y="200"/>
                </a:cubicBezTo>
                <a:lnTo>
                  <a:pt x="0" y="312"/>
                </a:lnTo>
                <a:cubicBezTo>
                  <a:pt x="0" y="318"/>
                  <a:pt x="1" y="323"/>
                  <a:pt x="4" y="329"/>
                </a:cubicBezTo>
                <a:cubicBezTo>
                  <a:pt x="7" y="334"/>
                  <a:pt x="10" y="339"/>
                  <a:pt x="14" y="343"/>
                </a:cubicBezTo>
                <a:cubicBezTo>
                  <a:pt x="18" y="347"/>
                  <a:pt x="23" y="350"/>
                  <a:pt x="29" y="353"/>
                </a:cubicBezTo>
                <a:cubicBezTo>
                  <a:pt x="34" y="355"/>
                  <a:pt x="40" y="356"/>
                  <a:pt x="46" y="356"/>
                </a:cubicBezTo>
                <a:lnTo>
                  <a:pt x="223" y="356"/>
                </a:lnTo>
                <a:cubicBezTo>
                  <a:pt x="229" y="356"/>
                  <a:pt x="235" y="355"/>
                  <a:pt x="240" y="353"/>
                </a:cubicBezTo>
                <a:cubicBezTo>
                  <a:pt x="246" y="350"/>
                  <a:pt x="251" y="347"/>
                  <a:pt x="255" y="343"/>
                </a:cubicBezTo>
                <a:cubicBezTo>
                  <a:pt x="259" y="339"/>
                  <a:pt x="262" y="334"/>
                  <a:pt x="265" y="329"/>
                </a:cubicBezTo>
                <a:cubicBezTo>
                  <a:pt x="267" y="323"/>
                  <a:pt x="268" y="318"/>
                  <a:pt x="268" y="312"/>
                </a:cubicBezTo>
                <a:lnTo>
                  <a:pt x="268" y="200"/>
                </a:lnTo>
                <a:cubicBezTo>
                  <a:pt x="268" y="194"/>
                  <a:pt x="267" y="188"/>
                  <a:pt x="265" y="183"/>
                </a:cubicBezTo>
                <a:cubicBezTo>
                  <a:pt x="262" y="177"/>
                  <a:pt x="259" y="172"/>
                  <a:pt x="255" y="168"/>
                </a:cubicBezTo>
                <a:cubicBezTo>
                  <a:pt x="251" y="164"/>
                  <a:pt x="246" y="161"/>
                  <a:pt x="240" y="158"/>
                </a:cubicBezTo>
                <a:cubicBezTo>
                  <a:pt x="235" y="156"/>
                  <a:pt x="229" y="155"/>
                  <a:pt x="223" y="155"/>
                </a:cubicBezTo>
                <a:moveTo>
                  <a:pt x="90" y="88"/>
                </a:moveTo>
                <a:cubicBezTo>
                  <a:pt x="90" y="83"/>
                  <a:pt x="91" y="77"/>
                  <a:pt x="94" y="71"/>
                </a:cubicBezTo>
                <a:cubicBezTo>
                  <a:pt x="96" y="66"/>
                  <a:pt x="99" y="61"/>
                  <a:pt x="103" y="57"/>
                </a:cubicBezTo>
                <a:cubicBezTo>
                  <a:pt x="107" y="53"/>
                  <a:pt x="112" y="50"/>
                  <a:pt x="118" y="47"/>
                </a:cubicBezTo>
                <a:cubicBezTo>
                  <a:pt x="123" y="45"/>
                  <a:pt x="129" y="44"/>
                  <a:pt x="135" y="44"/>
                </a:cubicBezTo>
                <a:cubicBezTo>
                  <a:pt x="140" y="44"/>
                  <a:pt x="146" y="45"/>
                  <a:pt x="152" y="47"/>
                </a:cubicBezTo>
                <a:cubicBezTo>
                  <a:pt x="157" y="50"/>
                  <a:pt x="162" y="53"/>
                  <a:pt x="166" y="57"/>
                </a:cubicBezTo>
                <a:cubicBezTo>
                  <a:pt x="170" y="61"/>
                  <a:pt x="173" y="66"/>
                  <a:pt x="176" y="71"/>
                </a:cubicBezTo>
                <a:cubicBezTo>
                  <a:pt x="178" y="77"/>
                  <a:pt x="179" y="83"/>
                  <a:pt x="179" y="88"/>
                </a:cubicBezTo>
                <a:lnTo>
                  <a:pt x="179" y="155"/>
                </a:lnTo>
                <a:lnTo>
                  <a:pt x="90" y="155"/>
                </a:lnTo>
                <a:lnTo>
                  <a:pt x="90" y="88"/>
                </a:lnTo>
                <a:moveTo>
                  <a:pt x="46" y="312"/>
                </a:moveTo>
                <a:lnTo>
                  <a:pt x="46" y="200"/>
                </a:lnTo>
                <a:lnTo>
                  <a:pt x="223" y="200"/>
                </a:lnTo>
                <a:lnTo>
                  <a:pt x="223" y="312"/>
                </a:lnTo>
                <a:lnTo>
                  <a:pt x="46" y="312"/>
                </a:lnTo>
                <a:close/>
              </a:path>
            </a:pathLst>
          </a:custGeom>
          <a:solidFill>
            <a:srgbClr val="1b2a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68" name=""/>
          <p:cNvSpPr/>
          <p:nvPr/>
        </p:nvSpPr>
        <p:spPr>
          <a:xfrm>
            <a:off x="5680080" y="3568680"/>
            <a:ext cx="160560" cy="224280"/>
          </a:xfrm>
          <a:custGeom>
            <a:avLst/>
            <a:gdLst/>
            <a:ahLst/>
            <a:rect l="0" t="0" r="r" b="b"/>
            <a:pathLst>
              <a:path w="446" h="623">
                <a:moveTo>
                  <a:pt x="434" y="157"/>
                </a:moveTo>
                <a:lnTo>
                  <a:pt x="283" y="6"/>
                </a:lnTo>
                <a:cubicBezTo>
                  <a:pt x="278" y="2"/>
                  <a:pt x="273" y="0"/>
                  <a:pt x="267" y="0"/>
                </a:cubicBezTo>
                <a:lnTo>
                  <a:pt x="45" y="0"/>
                </a:lnTo>
                <a:cubicBezTo>
                  <a:pt x="39" y="0"/>
                  <a:pt x="33" y="1"/>
                  <a:pt x="28" y="3"/>
                </a:cubicBezTo>
                <a:cubicBezTo>
                  <a:pt x="22" y="6"/>
                  <a:pt x="17" y="9"/>
                  <a:pt x="13" y="13"/>
                </a:cubicBezTo>
                <a:cubicBezTo>
                  <a:pt x="9" y="17"/>
                  <a:pt x="6" y="22"/>
                  <a:pt x="4" y="27"/>
                </a:cubicBezTo>
                <a:cubicBezTo>
                  <a:pt x="1" y="33"/>
                  <a:pt x="0" y="38"/>
                  <a:pt x="0" y="44"/>
                </a:cubicBezTo>
                <a:lnTo>
                  <a:pt x="0" y="579"/>
                </a:lnTo>
                <a:cubicBezTo>
                  <a:pt x="0" y="585"/>
                  <a:pt x="1" y="590"/>
                  <a:pt x="4" y="596"/>
                </a:cubicBezTo>
                <a:cubicBezTo>
                  <a:pt x="6" y="601"/>
                  <a:pt x="9" y="606"/>
                  <a:pt x="13" y="610"/>
                </a:cubicBezTo>
                <a:cubicBezTo>
                  <a:pt x="17" y="614"/>
                  <a:pt x="22" y="617"/>
                  <a:pt x="28" y="620"/>
                </a:cubicBezTo>
                <a:cubicBezTo>
                  <a:pt x="33" y="622"/>
                  <a:pt x="39" y="623"/>
                  <a:pt x="45" y="623"/>
                </a:cubicBezTo>
                <a:lnTo>
                  <a:pt x="222" y="623"/>
                </a:lnTo>
                <a:lnTo>
                  <a:pt x="222" y="579"/>
                </a:lnTo>
                <a:lnTo>
                  <a:pt x="45" y="579"/>
                </a:lnTo>
                <a:lnTo>
                  <a:pt x="45" y="44"/>
                </a:lnTo>
                <a:lnTo>
                  <a:pt x="222" y="44"/>
                </a:lnTo>
                <a:lnTo>
                  <a:pt x="222" y="178"/>
                </a:lnTo>
                <a:cubicBezTo>
                  <a:pt x="222" y="184"/>
                  <a:pt x="224" y="189"/>
                  <a:pt x="226" y="195"/>
                </a:cubicBezTo>
                <a:cubicBezTo>
                  <a:pt x="228" y="200"/>
                  <a:pt x="231" y="205"/>
                  <a:pt x="235" y="209"/>
                </a:cubicBezTo>
                <a:cubicBezTo>
                  <a:pt x="240" y="213"/>
                  <a:pt x="244" y="216"/>
                  <a:pt x="250" y="219"/>
                </a:cubicBezTo>
                <a:cubicBezTo>
                  <a:pt x="255" y="221"/>
                  <a:pt x="261" y="222"/>
                  <a:pt x="267" y="222"/>
                </a:cubicBezTo>
                <a:lnTo>
                  <a:pt x="407" y="222"/>
                </a:lnTo>
                <a:cubicBezTo>
                  <a:pt x="414" y="222"/>
                  <a:pt x="421" y="220"/>
                  <a:pt x="429" y="216"/>
                </a:cubicBezTo>
                <a:cubicBezTo>
                  <a:pt x="435" y="211"/>
                  <a:pt x="440" y="206"/>
                  <a:pt x="443" y="199"/>
                </a:cubicBezTo>
                <a:cubicBezTo>
                  <a:pt x="446" y="192"/>
                  <a:pt x="446" y="184"/>
                  <a:pt x="445" y="177"/>
                </a:cubicBezTo>
                <a:cubicBezTo>
                  <a:pt x="443" y="169"/>
                  <a:pt x="440" y="163"/>
                  <a:pt x="434" y="157"/>
                </a:cubicBezTo>
                <a:moveTo>
                  <a:pt x="267" y="178"/>
                </a:moveTo>
                <a:lnTo>
                  <a:pt x="267" y="54"/>
                </a:lnTo>
                <a:lnTo>
                  <a:pt x="391" y="178"/>
                </a:lnTo>
                <a:lnTo>
                  <a:pt x="267" y="178"/>
                </a:lnTo>
                <a:close/>
              </a:path>
            </a:pathLst>
          </a:custGeom>
          <a:solidFill>
            <a:srgbClr val="1b2a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3074760" y="4042440"/>
            <a:ext cx="10980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met de werkgroep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5355000" y="3863520"/>
            <a:ext cx="9914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Leveranciers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1" name=""/>
          <p:cNvSpPr/>
          <p:nvPr/>
        </p:nvSpPr>
        <p:spPr>
          <a:xfrm>
            <a:off x="6943680" y="3428640"/>
            <a:ext cx="2114640" cy="876960"/>
          </a:xfrm>
          <a:custGeom>
            <a:avLst/>
            <a:gdLst/>
            <a:ahLst/>
            <a:rect l="0" t="0" r="r" b="b"/>
            <a:pathLst>
              <a:path w="5874" h="2436">
                <a:moveTo>
                  <a:pt x="0" y="0"/>
                </a:moveTo>
                <a:lnTo>
                  <a:pt x="5874" y="0"/>
                </a:lnTo>
                <a:lnTo>
                  <a:pt x="5874" y="2436"/>
                </a:lnTo>
                <a:lnTo>
                  <a:pt x="0" y="24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2" name=""/>
          <p:cNvSpPr/>
          <p:nvPr/>
        </p:nvSpPr>
        <p:spPr>
          <a:xfrm>
            <a:off x="6943680" y="3428640"/>
            <a:ext cx="2114640" cy="38520"/>
          </a:xfrm>
          <a:custGeom>
            <a:avLst/>
            <a:gdLst/>
            <a:ahLst/>
            <a:rect l="0" t="0" r="r" b="b"/>
            <a:pathLst>
              <a:path w="5874" h="107">
                <a:moveTo>
                  <a:pt x="0" y="0"/>
                </a:moveTo>
                <a:lnTo>
                  <a:pt x="5874" y="0"/>
                </a:lnTo>
                <a:lnTo>
                  <a:pt x="5874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b2a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73" name=""/>
          <p:cNvSpPr/>
          <p:nvPr/>
        </p:nvSpPr>
        <p:spPr>
          <a:xfrm>
            <a:off x="6943680" y="4295520"/>
            <a:ext cx="2114640" cy="10080"/>
          </a:xfrm>
          <a:custGeom>
            <a:avLst/>
            <a:gdLst/>
            <a:ahLst/>
            <a:rect l="0" t="0" r="r" b="b"/>
            <a:pathLst>
              <a:path w="5874" h="28">
                <a:moveTo>
                  <a:pt x="0" y="0"/>
                </a:moveTo>
                <a:lnTo>
                  <a:pt x="5874" y="0"/>
                </a:lnTo>
                <a:lnTo>
                  <a:pt x="58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4" name=""/>
          <p:cNvSpPr/>
          <p:nvPr/>
        </p:nvSpPr>
        <p:spPr>
          <a:xfrm>
            <a:off x="9048600" y="3428640"/>
            <a:ext cx="9720" cy="876960"/>
          </a:xfrm>
          <a:custGeom>
            <a:avLst/>
            <a:gdLst/>
            <a:ahLst/>
            <a:rect l="0" t="0" r="r" b="b"/>
            <a:pathLst>
              <a:path w="27" h="2436">
                <a:moveTo>
                  <a:pt x="0" y="106"/>
                </a:moveTo>
                <a:lnTo>
                  <a:pt x="0" y="2436"/>
                </a:lnTo>
                <a:lnTo>
                  <a:pt x="27" y="2436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5" name=""/>
          <p:cNvSpPr/>
          <p:nvPr/>
        </p:nvSpPr>
        <p:spPr>
          <a:xfrm>
            <a:off x="6943680" y="3428640"/>
            <a:ext cx="9720" cy="876960"/>
          </a:xfrm>
          <a:custGeom>
            <a:avLst/>
            <a:gdLst/>
            <a:ahLst/>
            <a:rect l="0" t="0" r="r" b="b"/>
            <a:pathLst>
              <a:path w="27" h="2436">
                <a:moveTo>
                  <a:pt x="0" y="0"/>
                </a:moveTo>
                <a:lnTo>
                  <a:pt x="0" y="2436"/>
                </a:lnTo>
                <a:lnTo>
                  <a:pt x="27" y="2436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6" name=""/>
          <p:cNvSpPr/>
          <p:nvPr/>
        </p:nvSpPr>
        <p:spPr>
          <a:xfrm>
            <a:off x="7893000" y="3568680"/>
            <a:ext cx="224280" cy="224280"/>
          </a:xfrm>
          <a:custGeom>
            <a:avLst/>
            <a:gdLst/>
            <a:ahLst/>
            <a:rect l="0" t="0" r="r" b="b"/>
            <a:pathLst>
              <a:path w="623" h="623">
                <a:moveTo>
                  <a:pt x="557" y="448"/>
                </a:moveTo>
                <a:lnTo>
                  <a:pt x="557" y="333"/>
                </a:lnTo>
                <a:cubicBezTo>
                  <a:pt x="557" y="327"/>
                  <a:pt x="555" y="322"/>
                  <a:pt x="553" y="316"/>
                </a:cubicBezTo>
                <a:cubicBezTo>
                  <a:pt x="551" y="311"/>
                  <a:pt x="548" y="306"/>
                  <a:pt x="543" y="302"/>
                </a:cubicBezTo>
                <a:cubicBezTo>
                  <a:pt x="539" y="298"/>
                  <a:pt x="535" y="294"/>
                  <a:pt x="529" y="292"/>
                </a:cubicBezTo>
                <a:cubicBezTo>
                  <a:pt x="524" y="290"/>
                  <a:pt x="518" y="289"/>
                  <a:pt x="512" y="289"/>
                </a:cubicBezTo>
                <a:lnTo>
                  <a:pt x="334" y="289"/>
                </a:lnTo>
                <a:lnTo>
                  <a:pt x="334" y="175"/>
                </a:lnTo>
                <a:cubicBezTo>
                  <a:pt x="341" y="173"/>
                  <a:pt x="348" y="170"/>
                  <a:pt x="354" y="167"/>
                </a:cubicBezTo>
                <a:cubicBezTo>
                  <a:pt x="360" y="163"/>
                  <a:pt x="366" y="159"/>
                  <a:pt x="372" y="154"/>
                </a:cubicBezTo>
                <a:cubicBezTo>
                  <a:pt x="377" y="150"/>
                  <a:pt x="382" y="144"/>
                  <a:pt x="386" y="138"/>
                </a:cubicBezTo>
                <a:cubicBezTo>
                  <a:pt x="390" y="132"/>
                  <a:pt x="393" y="126"/>
                  <a:pt x="395" y="119"/>
                </a:cubicBezTo>
                <a:cubicBezTo>
                  <a:pt x="398" y="113"/>
                  <a:pt x="400" y="106"/>
                  <a:pt x="400" y="99"/>
                </a:cubicBezTo>
                <a:cubicBezTo>
                  <a:pt x="401" y="92"/>
                  <a:pt x="401" y="84"/>
                  <a:pt x="400" y="77"/>
                </a:cubicBezTo>
                <a:cubicBezTo>
                  <a:pt x="399" y="70"/>
                  <a:pt x="398" y="63"/>
                  <a:pt x="395" y="57"/>
                </a:cubicBezTo>
                <a:cubicBezTo>
                  <a:pt x="392" y="50"/>
                  <a:pt x="389" y="44"/>
                  <a:pt x="385" y="38"/>
                </a:cubicBezTo>
                <a:cubicBezTo>
                  <a:pt x="381" y="32"/>
                  <a:pt x="376" y="27"/>
                  <a:pt x="371" y="22"/>
                </a:cubicBezTo>
                <a:cubicBezTo>
                  <a:pt x="365" y="17"/>
                  <a:pt x="360" y="13"/>
                  <a:pt x="353" y="10"/>
                </a:cubicBezTo>
                <a:cubicBezTo>
                  <a:pt x="347" y="6"/>
                  <a:pt x="340" y="4"/>
                  <a:pt x="333" y="2"/>
                </a:cubicBezTo>
                <a:cubicBezTo>
                  <a:pt x="326" y="0"/>
                  <a:pt x="319" y="0"/>
                  <a:pt x="312" y="0"/>
                </a:cubicBezTo>
                <a:cubicBezTo>
                  <a:pt x="305" y="0"/>
                  <a:pt x="298" y="0"/>
                  <a:pt x="291" y="2"/>
                </a:cubicBezTo>
                <a:cubicBezTo>
                  <a:pt x="284" y="4"/>
                  <a:pt x="277" y="6"/>
                  <a:pt x="271" y="10"/>
                </a:cubicBezTo>
                <a:cubicBezTo>
                  <a:pt x="265" y="13"/>
                  <a:pt x="259" y="17"/>
                  <a:pt x="253" y="22"/>
                </a:cubicBezTo>
                <a:cubicBezTo>
                  <a:pt x="248" y="27"/>
                  <a:pt x="243" y="32"/>
                  <a:pt x="239" y="38"/>
                </a:cubicBezTo>
                <a:cubicBezTo>
                  <a:pt x="235" y="44"/>
                  <a:pt x="232" y="50"/>
                  <a:pt x="229" y="57"/>
                </a:cubicBezTo>
                <a:cubicBezTo>
                  <a:pt x="227" y="63"/>
                  <a:pt x="225" y="70"/>
                  <a:pt x="224" y="77"/>
                </a:cubicBezTo>
                <a:cubicBezTo>
                  <a:pt x="223" y="84"/>
                  <a:pt x="223" y="92"/>
                  <a:pt x="224" y="99"/>
                </a:cubicBezTo>
                <a:cubicBezTo>
                  <a:pt x="225" y="106"/>
                  <a:pt x="226" y="113"/>
                  <a:pt x="229" y="119"/>
                </a:cubicBezTo>
                <a:cubicBezTo>
                  <a:pt x="231" y="126"/>
                  <a:pt x="234" y="132"/>
                  <a:pt x="239" y="138"/>
                </a:cubicBezTo>
                <a:cubicBezTo>
                  <a:pt x="243" y="144"/>
                  <a:pt x="247" y="150"/>
                  <a:pt x="253" y="154"/>
                </a:cubicBezTo>
                <a:cubicBezTo>
                  <a:pt x="258" y="159"/>
                  <a:pt x="264" y="163"/>
                  <a:pt x="270" y="167"/>
                </a:cubicBezTo>
                <a:cubicBezTo>
                  <a:pt x="276" y="170"/>
                  <a:pt x="283" y="173"/>
                  <a:pt x="290" y="175"/>
                </a:cubicBezTo>
                <a:lnTo>
                  <a:pt x="290" y="289"/>
                </a:lnTo>
                <a:lnTo>
                  <a:pt x="111" y="289"/>
                </a:lnTo>
                <a:cubicBezTo>
                  <a:pt x="105" y="289"/>
                  <a:pt x="100" y="290"/>
                  <a:pt x="94" y="292"/>
                </a:cubicBezTo>
                <a:cubicBezTo>
                  <a:pt x="89" y="294"/>
                  <a:pt x="84" y="298"/>
                  <a:pt x="80" y="302"/>
                </a:cubicBezTo>
                <a:cubicBezTo>
                  <a:pt x="75" y="306"/>
                  <a:pt x="72" y="311"/>
                  <a:pt x="70" y="316"/>
                </a:cubicBezTo>
                <a:cubicBezTo>
                  <a:pt x="68" y="322"/>
                  <a:pt x="67" y="327"/>
                  <a:pt x="67" y="333"/>
                </a:cubicBezTo>
                <a:lnTo>
                  <a:pt x="67" y="448"/>
                </a:lnTo>
                <a:cubicBezTo>
                  <a:pt x="60" y="450"/>
                  <a:pt x="53" y="453"/>
                  <a:pt x="47" y="456"/>
                </a:cubicBezTo>
                <a:cubicBezTo>
                  <a:pt x="40" y="460"/>
                  <a:pt x="35" y="464"/>
                  <a:pt x="29" y="469"/>
                </a:cubicBezTo>
                <a:cubicBezTo>
                  <a:pt x="24" y="473"/>
                  <a:pt x="19" y="479"/>
                  <a:pt x="15" y="485"/>
                </a:cubicBezTo>
                <a:cubicBezTo>
                  <a:pt x="11" y="491"/>
                  <a:pt x="8" y="497"/>
                  <a:pt x="6" y="504"/>
                </a:cubicBezTo>
                <a:cubicBezTo>
                  <a:pt x="3" y="510"/>
                  <a:pt x="1" y="517"/>
                  <a:pt x="1" y="524"/>
                </a:cubicBezTo>
                <a:cubicBezTo>
                  <a:pt x="0" y="531"/>
                  <a:pt x="0" y="539"/>
                  <a:pt x="1" y="546"/>
                </a:cubicBezTo>
                <a:cubicBezTo>
                  <a:pt x="2" y="553"/>
                  <a:pt x="3" y="560"/>
                  <a:pt x="6" y="566"/>
                </a:cubicBezTo>
                <a:cubicBezTo>
                  <a:pt x="8" y="573"/>
                  <a:pt x="12" y="579"/>
                  <a:pt x="16" y="585"/>
                </a:cubicBezTo>
                <a:cubicBezTo>
                  <a:pt x="20" y="591"/>
                  <a:pt x="25" y="596"/>
                  <a:pt x="30" y="601"/>
                </a:cubicBezTo>
                <a:cubicBezTo>
                  <a:pt x="35" y="606"/>
                  <a:pt x="41" y="610"/>
                  <a:pt x="48" y="613"/>
                </a:cubicBezTo>
                <a:cubicBezTo>
                  <a:pt x="54" y="617"/>
                  <a:pt x="61" y="619"/>
                  <a:pt x="68" y="621"/>
                </a:cubicBezTo>
                <a:cubicBezTo>
                  <a:pt x="75" y="623"/>
                  <a:pt x="82" y="623"/>
                  <a:pt x="89" y="623"/>
                </a:cubicBezTo>
                <a:cubicBezTo>
                  <a:pt x="96" y="623"/>
                  <a:pt x="103" y="623"/>
                  <a:pt x="110" y="621"/>
                </a:cubicBezTo>
                <a:cubicBezTo>
                  <a:pt x="117" y="619"/>
                  <a:pt x="124" y="617"/>
                  <a:pt x="130" y="613"/>
                </a:cubicBezTo>
                <a:cubicBezTo>
                  <a:pt x="136" y="610"/>
                  <a:pt x="142" y="606"/>
                  <a:pt x="148" y="601"/>
                </a:cubicBezTo>
                <a:cubicBezTo>
                  <a:pt x="153" y="596"/>
                  <a:pt x="159" y="591"/>
                  <a:pt x="163" y="585"/>
                </a:cubicBezTo>
                <a:cubicBezTo>
                  <a:pt x="167" y="579"/>
                  <a:pt x="170" y="573"/>
                  <a:pt x="173" y="566"/>
                </a:cubicBezTo>
                <a:cubicBezTo>
                  <a:pt x="175" y="560"/>
                  <a:pt x="177" y="553"/>
                  <a:pt x="178" y="546"/>
                </a:cubicBezTo>
                <a:cubicBezTo>
                  <a:pt x="179" y="539"/>
                  <a:pt x="179" y="531"/>
                  <a:pt x="178" y="524"/>
                </a:cubicBezTo>
                <a:cubicBezTo>
                  <a:pt x="177" y="517"/>
                  <a:pt x="176" y="510"/>
                  <a:pt x="173" y="504"/>
                </a:cubicBezTo>
                <a:cubicBezTo>
                  <a:pt x="171" y="497"/>
                  <a:pt x="167" y="491"/>
                  <a:pt x="163" y="485"/>
                </a:cubicBezTo>
                <a:cubicBezTo>
                  <a:pt x="159" y="479"/>
                  <a:pt x="154" y="473"/>
                  <a:pt x="148" y="469"/>
                </a:cubicBezTo>
                <a:cubicBezTo>
                  <a:pt x="143" y="464"/>
                  <a:pt x="137" y="460"/>
                  <a:pt x="131" y="456"/>
                </a:cubicBezTo>
                <a:cubicBezTo>
                  <a:pt x="125" y="453"/>
                  <a:pt x="118" y="450"/>
                  <a:pt x="111" y="448"/>
                </a:cubicBezTo>
                <a:lnTo>
                  <a:pt x="111" y="333"/>
                </a:lnTo>
                <a:lnTo>
                  <a:pt x="512" y="333"/>
                </a:lnTo>
                <a:lnTo>
                  <a:pt x="512" y="448"/>
                </a:lnTo>
                <a:cubicBezTo>
                  <a:pt x="505" y="450"/>
                  <a:pt x="498" y="453"/>
                  <a:pt x="492" y="456"/>
                </a:cubicBezTo>
                <a:cubicBezTo>
                  <a:pt x="486" y="460"/>
                  <a:pt x="480" y="464"/>
                  <a:pt x="475" y="469"/>
                </a:cubicBezTo>
                <a:cubicBezTo>
                  <a:pt x="469" y="473"/>
                  <a:pt x="465" y="479"/>
                  <a:pt x="461" y="485"/>
                </a:cubicBezTo>
                <a:cubicBezTo>
                  <a:pt x="457" y="491"/>
                  <a:pt x="453" y="497"/>
                  <a:pt x="451" y="504"/>
                </a:cubicBezTo>
                <a:cubicBezTo>
                  <a:pt x="448" y="510"/>
                  <a:pt x="447" y="517"/>
                  <a:pt x="446" y="524"/>
                </a:cubicBezTo>
                <a:cubicBezTo>
                  <a:pt x="445" y="531"/>
                  <a:pt x="445" y="539"/>
                  <a:pt x="446" y="546"/>
                </a:cubicBezTo>
                <a:cubicBezTo>
                  <a:pt x="447" y="553"/>
                  <a:pt x="449" y="560"/>
                  <a:pt x="451" y="566"/>
                </a:cubicBezTo>
                <a:cubicBezTo>
                  <a:pt x="454" y="573"/>
                  <a:pt x="457" y="579"/>
                  <a:pt x="461" y="585"/>
                </a:cubicBezTo>
                <a:cubicBezTo>
                  <a:pt x="465" y="591"/>
                  <a:pt x="470" y="596"/>
                  <a:pt x="476" y="601"/>
                </a:cubicBezTo>
                <a:cubicBezTo>
                  <a:pt x="481" y="606"/>
                  <a:pt x="487" y="610"/>
                  <a:pt x="493" y="613"/>
                </a:cubicBezTo>
                <a:cubicBezTo>
                  <a:pt x="499" y="617"/>
                  <a:pt x="506" y="619"/>
                  <a:pt x="513" y="621"/>
                </a:cubicBezTo>
                <a:cubicBezTo>
                  <a:pt x="520" y="623"/>
                  <a:pt x="527" y="623"/>
                  <a:pt x="534" y="623"/>
                </a:cubicBezTo>
                <a:cubicBezTo>
                  <a:pt x="541" y="623"/>
                  <a:pt x="549" y="623"/>
                  <a:pt x="555" y="621"/>
                </a:cubicBezTo>
                <a:cubicBezTo>
                  <a:pt x="562" y="619"/>
                  <a:pt x="569" y="617"/>
                  <a:pt x="575" y="613"/>
                </a:cubicBezTo>
                <a:cubicBezTo>
                  <a:pt x="582" y="610"/>
                  <a:pt x="588" y="606"/>
                  <a:pt x="593" y="601"/>
                </a:cubicBezTo>
                <a:cubicBezTo>
                  <a:pt x="598" y="596"/>
                  <a:pt x="603" y="591"/>
                  <a:pt x="607" y="585"/>
                </a:cubicBezTo>
                <a:cubicBezTo>
                  <a:pt x="611" y="579"/>
                  <a:pt x="615" y="573"/>
                  <a:pt x="617" y="566"/>
                </a:cubicBezTo>
                <a:cubicBezTo>
                  <a:pt x="620" y="560"/>
                  <a:pt x="622" y="553"/>
                  <a:pt x="622" y="546"/>
                </a:cubicBezTo>
                <a:cubicBezTo>
                  <a:pt x="623" y="539"/>
                  <a:pt x="623" y="531"/>
                  <a:pt x="623" y="524"/>
                </a:cubicBezTo>
                <a:cubicBezTo>
                  <a:pt x="622" y="517"/>
                  <a:pt x="620" y="510"/>
                  <a:pt x="618" y="504"/>
                </a:cubicBezTo>
                <a:cubicBezTo>
                  <a:pt x="615" y="497"/>
                  <a:pt x="612" y="491"/>
                  <a:pt x="608" y="485"/>
                </a:cubicBezTo>
                <a:cubicBezTo>
                  <a:pt x="604" y="479"/>
                  <a:pt x="599" y="473"/>
                  <a:pt x="594" y="469"/>
                </a:cubicBezTo>
                <a:cubicBezTo>
                  <a:pt x="589" y="464"/>
                  <a:pt x="583" y="460"/>
                  <a:pt x="576" y="456"/>
                </a:cubicBezTo>
                <a:cubicBezTo>
                  <a:pt x="570" y="453"/>
                  <a:pt x="563" y="450"/>
                  <a:pt x="557" y="448"/>
                </a:cubicBezTo>
                <a:moveTo>
                  <a:pt x="133" y="534"/>
                </a:moveTo>
                <a:cubicBezTo>
                  <a:pt x="133" y="540"/>
                  <a:pt x="132" y="546"/>
                  <a:pt x="130" y="551"/>
                </a:cubicBezTo>
                <a:cubicBezTo>
                  <a:pt x="128" y="557"/>
                  <a:pt x="124" y="561"/>
                  <a:pt x="120" y="566"/>
                </a:cubicBezTo>
                <a:cubicBezTo>
                  <a:pt x="116" y="570"/>
                  <a:pt x="111" y="573"/>
                  <a:pt x="106" y="575"/>
                </a:cubicBezTo>
                <a:cubicBezTo>
                  <a:pt x="100" y="578"/>
                  <a:pt x="95" y="579"/>
                  <a:pt x="89" y="579"/>
                </a:cubicBezTo>
                <a:cubicBezTo>
                  <a:pt x="83" y="579"/>
                  <a:pt x="77" y="578"/>
                  <a:pt x="72" y="575"/>
                </a:cubicBezTo>
                <a:cubicBezTo>
                  <a:pt x="66" y="573"/>
                  <a:pt x="62" y="570"/>
                  <a:pt x="57" y="566"/>
                </a:cubicBezTo>
                <a:cubicBezTo>
                  <a:pt x="53" y="561"/>
                  <a:pt x="50" y="557"/>
                  <a:pt x="48" y="551"/>
                </a:cubicBezTo>
                <a:cubicBezTo>
                  <a:pt x="46" y="546"/>
                  <a:pt x="44" y="540"/>
                  <a:pt x="44" y="534"/>
                </a:cubicBezTo>
                <a:cubicBezTo>
                  <a:pt x="44" y="528"/>
                  <a:pt x="46" y="523"/>
                  <a:pt x="48" y="517"/>
                </a:cubicBezTo>
                <a:cubicBezTo>
                  <a:pt x="50" y="512"/>
                  <a:pt x="53" y="507"/>
                  <a:pt x="57" y="503"/>
                </a:cubicBezTo>
                <a:cubicBezTo>
                  <a:pt x="62" y="499"/>
                  <a:pt x="66" y="495"/>
                  <a:pt x="72" y="493"/>
                </a:cubicBezTo>
                <a:cubicBezTo>
                  <a:pt x="77" y="491"/>
                  <a:pt x="83" y="490"/>
                  <a:pt x="89" y="490"/>
                </a:cubicBezTo>
                <a:cubicBezTo>
                  <a:pt x="95" y="490"/>
                  <a:pt x="100" y="491"/>
                  <a:pt x="106" y="493"/>
                </a:cubicBezTo>
                <a:cubicBezTo>
                  <a:pt x="111" y="495"/>
                  <a:pt x="116" y="499"/>
                  <a:pt x="120" y="503"/>
                </a:cubicBezTo>
                <a:cubicBezTo>
                  <a:pt x="124" y="507"/>
                  <a:pt x="128" y="512"/>
                  <a:pt x="130" y="517"/>
                </a:cubicBezTo>
                <a:cubicBezTo>
                  <a:pt x="132" y="523"/>
                  <a:pt x="133" y="528"/>
                  <a:pt x="133" y="534"/>
                </a:cubicBezTo>
                <a:moveTo>
                  <a:pt x="268" y="89"/>
                </a:moveTo>
                <a:cubicBezTo>
                  <a:pt x="268" y="83"/>
                  <a:pt x="269" y="77"/>
                  <a:pt x="271" y="72"/>
                </a:cubicBezTo>
                <a:cubicBezTo>
                  <a:pt x="273" y="66"/>
                  <a:pt x="276" y="62"/>
                  <a:pt x="281" y="57"/>
                </a:cubicBezTo>
                <a:cubicBezTo>
                  <a:pt x="285" y="53"/>
                  <a:pt x="290" y="50"/>
                  <a:pt x="295" y="48"/>
                </a:cubicBezTo>
                <a:cubicBezTo>
                  <a:pt x="301" y="45"/>
                  <a:pt x="306" y="44"/>
                  <a:pt x="312" y="44"/>
                </a:cubicBezTo>
                <a:cubicBezTo>
                  <a:pt x="318" y="44"/>
                  <a:pt x="324" y="45"/>
                  <a:pt x="329" y="48"/>
                </a:cubicBezTo>
                <a:cubicBezTo>
                  <a:pt x="335" y="50"/>
                  <a:pt x="339" y="53"/>
                  <a:pt x="343" y="57"/>
                </a:cubicBezTo>
                <a:cubicBezTo>
                  <a:pt x="348" y="62"/>
                  <a:pt x="351" y="66"/>
                  <a:pt x="353" y="72"/>
                </a:cubicBezTo>
                <a:cubicBezTo>
                  <a:pt x="355" y="77"/>
                  <a:pt x="357" y="83"/>
                  <a:pt x="357" y="89"/>
                </a:cubicBezTo>
                <a:cubicBezTo>
                  <a:pt x="357" y="95"/>
                  <a:pt x="355" y="100"/>
                  <a:pt x="353" y="106"/>
                </a:cubicBezTo>
                <a:cubicBezTo>
                  <a:pt x="351" y="111"/>
                  <a:pt x="348" y="116"/>
                  <a:pt x="343" y="120"/>
                </a:cubicBezTo>
                <a:cubicBezTo>
                  <a:pt x="339" y="124"/>
                  <a:pt x="335" y="128"/>
                  <a:pt x="329" y="130"/>
                </a:cubicBezTo>
                <a:cubicBezTo>
                  <a:pt x="324" y="132"/>
                  <a:pt x="318" y="133"/>
                  <a:pt x="312" y="133"/>
                </a:cubicBezTo>
                <a:cubicBezTo>
                  <a:pt x="306" y="133"/>
                  <a:pt x="301" y="132"/>
                  <a:pt x="295" y="130"/>
                </a:cubicBezTo>
                <a:cubicBezTo>
                  <a:pt x="290" y="128"/>
                  <a:pt x="285" y="124"/>
                  <a:pt x="281" y="120"/>
                </a:cubicBezTo>
                <a:cubicBezTo>
                  <a:pt x="276" y="116"/>
                  <a:pt x="273" y="111"/>
                  <a:pt x="271" y="106"/>
                </a:cubicBezTo>
                <a:cubicBezTo>
                  <a:pt x="269" y="100"/>
                  <a:pt x="268" y="95"/>
                  <a:pt x="268" y="89"/>
                </a:cubicBezTo>
                <a:moveTo>
                  <a:pt x="534" y="579"/>
                </a:moveTo>
                <a:cubicBezTo>
                  <a:pt x="528" y="579"/>
                  <a:pt x="523" y="578"/>
                  <a:pt x="517" y="575"/>
                </a:cubicBezTo>
                <a:cubicBezTo>
                  <a:pt x="512" y="573"/>
                  <a:pt x="507" y="570"/>
                  <a:pt x="503" y="566"/>
                </a:cubicBezTo>
                <a:cubicBezTo>
                  <a:pt x="499" y="561"/>
                  <a:pt x="495" y="557"/>
                  <a:pt x="493" y="551"/>
                </a:cubicBezTo>
                <a:cubicBezTo>
                  <a:pt x="491" y="546"/>
                  <a:pt x="490" y="540"/>
                  <a:pt x="490" y="534"/>
                </a:cubicBezTo>
                <a:cubicBezTo>
                  <a:pt x="490" y="528"/>
                  <a:pt x="491" y="523"/>
                  <a:pt x="493" y="517"/>
                </a:cubicBezTo>
                <a:cubicBezTo>
                  <a:pt x="495" y="512"/>
                  <a:pt x="499" y="507"/>
                  <a:pt x="503" y="503"/>
                </a:cubicBezTo>
                <a:cubicBezTo>
                  <a:pt x="507" y="499"/>
                  <a:pt x="512" y="495"/>
                  <a:pt x="517" y="493"/>
                </a:cubicBezTo>
                <a:cubicBezTo>
                  <a:pt x="523" y="491"/>
                  <a:pt x="528" y="490"/>
                  <a:pt x="534" y="490"/>
                </a:cubicBezTo>
                <a:cubicBezTo>
                  <a:pt x="540" y="490"/>
                  <a:pt x="546" y="491"/>
                  <a:pt x="551" y="493"/>
                </a:cubicBezTo>
                <a:cubicBezTo>
                  <a:pt x="557" y="495"/>
                  <a:pt x="562" y="499"/>
                  <a:pt x="566" y="503"/>
                </a:cubicBezTo>
                <a:cubicBezTo>
                  <a:pt x="570" y="507"/>
                  <a:pt x="573" y="512"/>
                  <a:pt x="575" y="517"/>
                </a:cubicBezTo>
                <a:cubicBezTo>
                  <a:pt x="578" y="523"/>
                  <a:pt x="579" y="528"/>
                  <a:pt x="579" y="534"/>
                </a:cubicBezTo>
                <a:cubicBezTo>
                  <a:pt x="579" y="540"/>
                  <a:pt x="578" y="546"/>
                  <a:pt x="575" y="551"/>
                </a:cubicBezTo>
                <a:cubicBezTo>
                  <a:pt x="573" y="557"/>
                  <a:pt x="570" y="561"/>
                  <a:pt x="566" y="566"/>
                </a:cubicBezTo>
                <a:cubicBezTo>
                  <a:pt x="562" y="570"/>
                  <a:pt x="557" y="573"/>
                  <a:pt x="551" y="575"/>
                </a:cubicBezTo>
                <a:cubicBezTo>
                  <a:pt x="546" y="578"/>
                  <a:pt x="540" y="579"/>
                  <a:pt x="534" y="579"/>
                </a:cubicBezTo>
                <a:close/>
              </a:path>
            </a:pathLst>
          </a:custGeom>
          <a:solidFill>
            <a:srgbClr val="1b2a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4959720" y="4042440"/>
            <a:ext cx="18630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afspraken over geheimhouding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7206480" y="3863520"/>
            <a:ext cx="18799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Zelf ﬁjnmazig uitwerken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7158960" y="4042440"/>
            <a:ext cx="18921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het IT-landschap stap voor stap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8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8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88" name=""/>
          <p:cNvSpPr/>
          <p:nvPr/>
        </p:nvSpPr>
        <p:spPr>
          <a:xfrm>
            <a:off x="180720" y="1409400"/>
            <a:ext cx="1600560" cy="1848240"/>
          </a:xfrm>
          <a:custGeom>
            <a:avLst/>
            <a:gdLst/>
            <a:ahLst/>
            <a:rect l="0" t="0" r="r" b="b"/>
            <a:pathLst>
              <a:path w="4446" h="5134">
                <a:moveTo>
                  <a:pt x="0" y="0"/>
                </a:moveTo>
                <a:lnTo>
                  <a:pt x="4446" y="0"/>
                </a:lnTo>
                <a:lnTo>
                  <a:pt x="4446" y="5134"/>
                </a:lnTo>
                <a:lnTo>
                  <a:pt x="0" y="51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9" name=""/>
          <p:cNvSpPr/>
          <p:nvPr/>
        </p:nvSpPr>
        <p:spPr>
          <a:xfrm>
            <a:off x="180720" y="1409400"/>
            <a:ext cx="1600560" cy="38520"/>
          </a:xfrm>
          <a:custGeom>
            <a:avLst/>
            <a:gdLst/>
            <a:ahLst/>
            <a:rect l="0" t="0" r="r" b="b"/>
            <a:pathLst>
              <a:path w="4446" h="107">
                <a:moveTo>
                  <a:pt x="0" y="0"/>
                </a:moveTo>
                <a:lnTo>
                  <a:pt x="4446" y="0"/>
                </a:lnTo>
                <a:lnTo>
                  <a:pt x="444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0" name=""/>
          <p:cNvSpPr/>
          <p:nvPr/>
        </p:nvSpPr>
        <p:spPr>
          <a:xfrm>
            <a:off x="180720" y="324792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1" name=""/>
          <p:cNvSpPr/>
          <p:nvPr/>
        </p:nvSpPr>
        <p:spPr>
          <a:xfrm>
            <a:off x="1771560" y="1409400"/>
            <a:ext cx="9720" cy="1848240"/>
          </a:xfrm>
          <a:custGeom>
            <a:avLst/>
            <a:gdLst/>
            <a:ahLst/>
            <a:rect l="0" t="0" r="r" b="b"/>
            <a:pathLst>
              <a:path w="27" h="5134">
                <a:moveTo>
                  <a:pt x="0" y="106"/>
                </a:moveTo>
                <a:lnTo>
                  <a:pt x="0" y="5134"/>
                </a:lnTo>
                <a:lnTo>
                  <a:pt x="27" y="5134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2" name=""/>
          <p:cNvSpPr/>
          <p:nvPr/>
        </p:nvSpPr>
        <p:spPr>
          <a:xfrm>
            <a:off x="180720" y="1409400"/>
            <a:ext cx="10080" cy="1848240"/>
          </a:xfrm>
          <a:custGeom>
            <a:avLst/>
            <a:gdLst/>
            <a:ahLst/>
            <a:rect l="0" t="0" r="r" b="b"/>
            <a:pathLst>
              <a:path w="28" h="5134">
                <a:moveTo>
                  <a:pt x="0" y="0"/>
                </a:moveTo>
                <a:lnTo>
                  <a:pt x="0" y="5134"/>
                </a:lnTo>
                <a:lnTo>
                  <a:pt x="28" y="5134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182880" y="981360"/>
            <a:ext cx="648072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dd784b"/>
                </a:solidFill>
                <a:latin typeface="Arial"/>
                <a:ea typeface="Arial"/>
              </a:rPr>
              <a:t>Van procesgebied naar modeldoorloopstap</a:t>
            </a:r>
            <a:endParaRPr b="0" lang="en-US" sz="21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583200" y="1519200"/>
            <a:ext cx="84492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70" spc="-1" strike="noStrike">
                <a:solidFill>
                  <a:srgbClr val="6b7280"/>
                </a:solidFill>
                <a:latin typeface="Arial"/>
                <a:ea typeface="Arial"/>
              </a:rPr>
              <a:t>PROCESGEBIED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295920" y="3042360"/>
            <a:ext cx="16495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b2a6b"/>
                </a:solidFill>
                <a:latin typeface="Arial"/>
                <a:ea typeface="Arial"/>
              </a:rPr>
              <a:t>Onderwijs ondersteunen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6" name=""/>
          <p:cNvSpPr/>
          <p:nvPr/>
        </p:nvSpPr>
        <p:spPr>
          <a:xfrm>
            <a:off x="2028600" y="1409400"/>
            <a:ext cx="1591200" cy="1848240"/>
          </a:xfrm>
          <a:custGeom>
            <a:avLst/>
            <a:gdLst/>
            <a:ahLst/>
            <a:rect l="0" t="0" r="r" b="b"/>
            <a:pathLst>
              <a:path w="4420" h="5134">
                <a:moveTo>
                  <a:pt x="0" y="0"/>
                </a:moveTo>
                <a:lnTo>
                  <a:pt x="4420" y="0"/>
                </a:lnTo>
                <a:lnTo>
                  <a:pt x="4420" y="5134"/>
                </a:lnTo>
                <a:lnTo>
                  <a:pt x="0" y="51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7" name=""/>
          <p:cNvSpPr/>
          <p:nvPr/>
        </p:nvSpPr>
        <p:spPr>
          <a:xfrm>
            <a:off x="2028600" y="1409400"/>
            <a:ext cx="1591200" cy="38520"/>
          </a:xfrm>
          <a:custGeom>
            <a:avLst/>
            <a:gdLst/>
            <a:ahLst/>
            <a:rect l="0" t="0" r="r" b="b"/>
            <a:pathLst>
              <a:path w="4420" h="107">
                <a:moveTo>
                  <a:pt x="0" y="0"/>
                </a:moveTo>
                <a:lnTo>
                  <a:pt x="4420" y="0"/>
                </a:lnTo>
                <a:lnTo>
                  <a:pt x="4420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8" name=""/>
          <p:cNvSpPr/>
          <p:nvPr/>
        </p:nvSpPr>
        <p:spPr>
          <a:xfrm>
            <a:off x="2028600" y="324792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9" name=""/>
          <p:cNvSpPr/>
          <p:nvPr/>
        </p:nvSpPr>
        <p:spPr>
          <a:xfrm>
            <a:off x="3609720" y="1409400"/>
            <a:ext cx="10080" cy="1848240"/>
          </a:xfrm>
          <a:custGeom>
            <a:avLst/>
            <a:gdLst/>
            <a:ahLst/>
            <a:rect l="0" t="0" r="r" b="b"/>
            <a:pathLst>
              <a:path w="28" h="5134">
                <a:moveTo>
                  <a:pt x="0" y="106"/>
                </a:moveTo>
                <a:lnTo>
                  <a:pt x="0" y="5134"/>
                </a:lnTo>
                <a:lnTo>
                  <a:pt x="28" y="5134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0" name=""/>
          <p:cNvSpPr/>
          <p:nvPr/>
        </p:nvSpPr>
        <p:spPr>
          <a:xfrm>
            <a:off x="2028600" y="1409400"/>
            <a:ext cx="10080" cy="1848240"/>
          </a:xfrm>
          <a:custGeom>
            <a:avLst/>
            <a:gdLst/>
            <a:ahLst/>
            <a:rect l="0" t="0" r="r" b="b"/>
            <a:pathLst>
              <a:path w="28" h="5134">
                <a:moveTo>
                  <a:pt x="0" y="0"/>
                </a:moveTo>
                <a:lnTo>
                  <a:pt x="0" y="5134"/>
                </a:lnTo>
                <a:lnTo>
                  <a:pt x="28" y="5134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1826640" y="2221200"/>
            <a:ext cx="18252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4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2441520" y="1519200"/>
            <a:ext cx="7977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70" spc="-1" strike="noStrike">
                <a:solidFill>
                  <a:srgbClr val="6b7280"/>
                </a:solidFill>
                <a:latin typeface="Arial"/>
                <a:ea typeface="Arial"/>
              </a:rPr>
              <a:t>PROCESKETEN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2300760" y="3042360"/>
            <a:ext cx="12502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b2a6b"/>
                </a:solidFill>
                <a:latin typeface="Arial"/>
                <a:ea typeface="Arial"/>
              </a:rPr>
              <a:t>Onderwijslogistiek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4" name=""/>
          <p:cNvSpPr/>
          <p:nvPr/>
        </p:nvSpPr>
        <p:spPr>
          <a:xfrm>
            <a:off x="3867120" y="1409400"/>
            <a:ext cx="1600560" cy="1848240"/>
          </a:xfrm>
          <a:custGeom>
            <a:avLst/>
            <a:gdLst/>
            <a:ahLst/>
            <a:rect l="0" t="0" r="r" b="b"/>
            <a:pathLst>
              <a:path w="4446" h="5134">
                <a:moveTo>
                  <a:pt x="0" y="0"/>
                </a:moveTo>
                <a:lnTo>
                  <a:pt x="4446" y="0"/>
                </a:lnTo>
                <a:lnTo>
                  <a:pt x="4446" y="5134"/>
                </a:lnTo>
                <a:lnTo>
                  <a:pt x="0" y="51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5" name=""/>
          <p:cNvSpPr/>
          <p:nvPr/>
        </p:nvSpPr>
        <p:spPr>
          <a:xfrm>
            <a:off x="3867120" y="1409400"/>
            <a:ext cx="1600560" cy="38520"/>
          </a:xfrm>
          <a:custGeom>
            <a:avLst/>
            <a:gdLst/>
            <a:ahLst/>
            <a:rect l="0" t="0" r="r" b="b"/>
            <a:pathLst>
              <a:path w="4446" h="107">
                <a:moveTo>
                  <a:pt x="0" y="0"/>
                </a:moveTo>
                <a:lnTo>
                  <a:pt x="4446" y="0"/>
                </a:lnTo>
                <a:lnTo>
                  <a:pt x="444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6" name=""/>
          <p:cNvSpPr/>
          <p:nvPr/>
        </p:nvSpPr>
        <p:spPr>
          <a:xfrm>
            <a:off x="3867120" y="324792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7" name=""/>
          <p:cNvSpPr/>
          <p:nvPr/>
        </p:nvSpPr>
        <p:spPr>
          <a:xfrm>
            <a:off x="5457600" y="1409400"/>
            <a:ext cx="10080" cy="1848240"/>
          </a:xfrm>
          <a:custGeom>
            <a:avLst/>
            <a:gdLst/>
            <a:ahLst/>
            <a:rect l="0" t="0" r="r" b="b"/>
            <a:pathLst>
              <a:path w="28" h="5134">
                <a:moveTo>
                  <a:pt x="0" y="106"/>
                </a:moveTo>
                <a:lnTo>
                  <a:pt x="0" y="5134"/>
                </a:lnTo>
                <a:lnTo>
                  <a:pt x="28" y="5134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8" name=""/>
          <p:cNvSpPr/>
          <p:nvPr/>
        </p:nvSpPr>
        <p:spPr>
          <a:xfrm>
            <a:off x="3867120" y="1409400"/>
            <a:ext cx="9720" cy="1848240"/>
          </a:xfrm>
          <a:custGeom>
            <a:avLst/>
            <a:gdLst/>
            <a:ahLst/>
            <a:rect l="0" t="0" r="r" b="b"/>
            <a:pathLst>
              <a:path w="27" h="5134">
                <a:moveTo>
                  <a:pt x="0" y="0"/>
                </a:moveTo>
                <a:lnTo>
                  <a:pt x="0" y="5134"/>
                </a:lnTo>
                <a:lnTo>
                  <a:pt x="27" y="5134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3669480" y="2221200"/>
            <a:ext cx="18252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4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4319280" y="1519200"/>
            <a:ext cx="7232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70" spc="-1" strike="noStrike">
                <a:solidFill>
                  <a:srgbClr val="6b7280"/>
                </a:solidFill>
                <a:latin typeface="Arial"/>
                <a:ea typeface="Arial"/>
              </a:rPr>
              <a:t>PROCESSTAP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3957480" y="3042360"/>
            <a:ext cx="17154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b2a6b"/>
                </a:solidFill>
                <a:latin typeface="Arial"/>
                <a:ea typeface="Arial"/>
              </a:rPr>
              <a:t>Clusteren leeractiviteiten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2" name=""/>
          <p:cNvSpPr/>
          <p:nvPr/>
        </p:nvSpPr>
        <p:spPr>
          <a:xfrm>
            <a:off x="5714640" y="1409400"/>
            <a:ext cx="1591200" cy="1848240"/>
          </a:xfrm>
          <a:custGeom>
            <a:avLst/>
            <a:gdLst/>
            <a:ahLst/>
            <a:rect l="0" t="0" r="r" b="b"/>
            <a:pathLst>
              <a:path w="4420" h="5134">
                <a:moveTo>
                  <a:pt x="0" y="0"/>
                </a:moveTo>
                <a:lnTo>
                  <a:pt x="4420" y="0"/>
                </a:lnTo>
                <a:lnTo>
                  <a:pt x="4420" y="5134"/>
                </a:lnTo>
                <a:lnTo>
                  <a:pt x="0" y="51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3" name=""/>
          <p:cNvSpPr/>
          <p:nvPr/>
        </p:nvSpPr>
        <p:spPr>
          <a:xfrm>
            <a:off x="5714640" y="1409400"/>
            <a:ext cx="1591200" cy="38520"/>
          </a:xfrm>
          <a:custGeom>
            <a:avLst/>
            <a:gdLst/>
            <a:ahLst/>
            <a:rect l="0" t="0" r="r" b="b"/>
            <a:pathLst>
              <a:path w="4420" h="107">
                <a:moveTo>
                  <a:pt x="0" y="0"/>
                </a:moveTo>
                <a:lnTo>
                  <a:pt x="4420" y="0"/>
                </a:lnTo>
                <a:lnTo>
                  <a:pt x="4420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f4d7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4" name=""/>
          <p:cNvSpPr/>
          <p:nvPr/>
        </p:nvSpPr>
        <p:spPr>
          <a:xfrm>
            <a:off x="5714640" y="3247920"/>
            <a:ext cx="1591200" cy="9720"/>
          </a:xfrm>
          <a:custGeom>
            <a:avLst/>
            <a:gdLst/>
            <a:ahLst/>
            <a:rect l="0" t="0" r="r" b="b"/>
            <a:pathLst>
              <a:path w="4420" h="27">
                <a:moveTo>
                  <a:pt x="0" y="0"/>
                </a:moveTo>
                <a:lnTo>
                  <a:pt x="4420" y="0"/>
                </a:lnTo>
                <a:lnTo>
                  <a:pt x="4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5" name=""/>
          <p:cNvSpPr/>
          <p:nvPr/>
        </p:nvSpPr>
        <p:spPr>
          <a:xfrm>
            <a:off x="7296120" y="1409400"/>
            <a:ext cx="9720" cy="1848240"/>
          </a:xfrm>
          <a:custGeom>
            <a:avLst/>
            <a:gdLst/>
            <a:ahLst/>
            <a:rect l="0" t="0" r="r" b="b"/>
            <a:pathLst>
              <a:path w="27" h="5134">
                <a:moveTo>
                  <a:pt x="0" y="106"/>
                </a:moveTo>
                <a:lnTo>
                  <a:pt x="0" y="5134"/>
                </a:lnTo>
                <a:lnTo>
                  <a:pt x="27" y="5134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6" name=""/>
          <p:cNvSpPr/>
          <p:nvPr/>
        </p:nvSpPr>
        <p:spPr>
          <a:xfrm>
            <a:off x="5714640" y="1409400"/>
            <a:ext cx="10080" cy="1848240"/>
          </a:xfrm>
          <a:custGeom>
            <a:avLst/>
            <a:gdLst/>
            <a:ahLst/>
            <a:rect l="0" t="0" r="r" b="b"/>
            <a:pathLst>
              <a:path w="28" h="5134">
                <a:moveTo>
                  <a:pt x="0" y="0"/>
                </a:moveTo>
                <a:lnTo>
                  <a:pt x="0" y="5134"/>
                </a:lnTo>
                <a:lnTo>
                  <a:pt x="28" y="5134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7" name=""/>
          <p:cNvSpPr txBox="1"/>
          <p:nvPr/>
        </p:nvSpPr>
        <p:spPr>
          <a:xfrm>
            <a:off x="5511960" y="2221200"/>
            <a:ext cx="18252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4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5812560" y="1519200"/>
            <a:ext cx="14727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70" spc="-1" strike="noStrike">
                <a:solidFill>
                  <a:srgbClr val="6b7280"/>
                </a:solidFill>
                <a:latin typeface="Arial"/>
                <a:ea typeface="Arial"/>
              </a:rPr>
              <a:t>LEERROUTE-PROCESBEELD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5990760" y="2890080"/>
            <a:ext cx="13237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b2a6b"/>
                </a:solidFill>
                <a:latin typeface="Arial"/>
                <a:ea typeface="Arial"/>
              </a:rPr>
              <a:t>Leerroute 1, fase 2: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5943240" y="3042360"/>
            <a:ext cx="13968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b2a6b"/>
                </a:solidFill>
                <a:latin typeface="Arial"/>
                <a:ea typeface="Arial"/>
              </a:rPr>
              <a:t>student en instelling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1" name=""/>
          <p:cNvSpPr/>
          <p:nvPr/>
        </p:nvSpPr>
        <p:spPr>
          <a:xfrm>
            <a:off x="7553160" y="1409400"/>
            <a:ext cx="1600560" cy="1848240"/>
          </a:xfrm>
          <a:custGeom>
            <a:avLst/>
            <a:gdLst/>
            <a:ahLst/>
            <a:rect l="0" t="0" r="r" b="b"/>
            <a:pathLst>
              <a:path w="4446" h="5134">
                <a:moveTo>
                  <a:pt x="0" y="0"/>
                </a:moveTo>
                <a:lnTo>
                  <a:pt x="4446" y="0"/>
                </a:lnTo>
                <a:lnTo>
                  <a:pt x="4446" y="5134"/>
                </a:lnTo>
                <a:lnTo>
                  <a:pt x="0" y="51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2" name=""/>
          <p:cNvSpPr/>
          <p:nvPr/>
        </p:nvSpPr>
        <p:spPr>
          <a:xfrm>
            <a:off x="7553160" y="1409400"/>
            <a:ext cx="1600560" cy="38520"/>
          </a:xfrm>
          <a:custGeom>
            <a:avLst/>
            <a:gdLst/>
            <a:ahLst/>
            <a:rect l="0" t="0" r="r" b="b"/>
            <a:pathLst>
              <a:path w="4446" h="107">
                <a:moveTo>
                  <a:pt x="0" y="0"/>
                </a:moveTo>
                <a:lnTo>
                  <a:pt x="4446" y="0"/>
                </a:lnTo>
                <a:lnTo>
                  <a:pt x="444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b2a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23" name=""/>
          <p:cNvSpPr/>
          <p:nvPr/>
        </p:nvSpPr>
        <p:spPr>
          <a:xfrm>
            <a:off x="7553160" y="324792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4" name=""/>
          <p:cNvSpPr/>
          <p:nvPr/>
        </p:nvSpPr>
        <p:spPr>
          <a:xfrm>
            <a:off x="9143640" y="1409400"/>
            <a:ext cx="10080" cy="1848240"/>
          </a:xfrm>
          <a:custGeom>
            <a:avLst/>
            <a:gdLst/>
            <a:ahLst/>
            <a:rect l="0" t="0" r="r" b="b"/>
            <a:pathLst>
              <a:path w="28" h="5134">
                <a:moveTo>
                  <a:pt x="0" y="106"/>
                </a:moveTo>
                <a:lnTo>
                  <a:pt x="0" y="5134"/>
                </a:lnTo>
                <a:lnTo>
                  <a:pt x="28" y="5134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5" name=""/>
          <p:cNvSpPr/>
          <p:nvPr/>
        </p:nvSpPr>
        <p:spPr>
          <a:xfrm>
            <a:off x="7553160" y="1409400"/>
            <a:ext cx="9720" cy="1848240"/>
          </a:xfrm>
          <a:custGeom>
            <a:avLst/>
            <a:gdLst/>
            <a:ahLst/>
            <a:rect l="0" t="0" r="r" b="b"/>
            <a:pathLst>
              <a:path w="27" h="5134">
                <a:moveTo>
                  <a:pt x="0" y="0"/>
                </a:moveTo>
                <a:lnTo>
                  <a:pt x="0" y="5134"/>
                </a:lnTo>
                <a:lnTo>
                  <a:pt x="27" y="5134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6" name=""/>
          <p:cNvSpPr txBox="1"/>
          <p:nvPr/>
        </p:nvSpPr>
        <p:spPr>
          <a:xfrm>
            <a:off x="7354800" y="2221200"/>
            <a:ext cx="18252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4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7" name=""/>
          <p:cNvSpPr txBox="1"/>
          <p:nvPr/>
        </p:nvSpPr>
        <p:spPr>
          <a:xfrm>
            <a:off x="7746480" y="1519200"/>
            <a:ext cx="129456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70" spc="-1" strike="noStrike">
                <a:solidFill>
                  <a:srgbClr val="6b7280"/>
                </a:solidFill>
                <a:latin typeface="Arial"/>
                <a:ea typeface="Arial"/>
              </a:rPr>
              <a:t>MODELDOORLOOPSTAP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8" name=""/>
          <p:cNvSpPr txBox="1"/>
          <p:nvPr/>
        </p:nvSpPr>
        <p:spPr>
          <a:xfrm>
            <a:off x="7728840" y="2890080"/>
            <a:ext cx="14590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b2a6b"/>
                </a:solidFill>
                <a:latin typeface="Arial"/>
                <a:ea typeface="Arial"/>
              </a:rPr>
              <a:t>Opleiding van Jochem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9" name=""/>
          <p:cNvSpPr/>
          <p:nvPr/>
        </p:nvSpPr>
        <p:spPr>
          <a:xfrm>
            <a:off x="180720" y="3305160"/>
            <a:ext cx="5324760" cy="19080"/>
          </a:xfrm>
          <a:custGeom>
            <a:avLst/>
            <a:gdLst/>
            <a:ahLst/>
            <a:rect l="0" t="0" r="r" b="b"/>
            <a:pathLst>
              <a:path w="14791" h="53">
                <a:moveTo>
                  <a:pt x="0" y="0"/>
                </a:moveTo>
                <a:lnTo>
                  <a:pt x="14791" y="0"/>
                </a:lnTo>
                <a:lnTo>
                  <a:pt x="14791" y="53"/>
                </a:ln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0" name=""/>
          <p:cNvSpPr txBox="1"/>
          <p:nvPr/>
        </p:nvSpPr>
        <p:spPr>
          <a:xfrm>
            <a:off x="8105040" y="3042360"/>
            <a:ext cx="5979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b2a6b"/>
                </a:solidFill>
                <a:latin typeface="Arial"/>
                <a:ea typeface="Arial"/>
              </a:rPr>
              <a:t>planbaar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1" name=""/>
          <p:cNvSpPr/>
          <p:nvPr/>
        </p:nvSpPr>
        <p:spPr>
          <a:xfrm>
            <a:off x="5600520" y="3305160"/>
            <a:ext cx="3553200" cy="19080"/>
          </a:xfrm>
          <a:custGeom>
            <a:avLst/>
            <a:gdLst/>
            <a:ahLst/>
            <a:rect l="0" t="0" r="r" b="b"/>
            <a:pathLst>
              <a:path w="9870" h="53">
                <a:moveTo>
                  <a:pt x="0" y="0"/>
                </a:moveTo>
                <a:lnTo>
                  <a:pt x="9870" y="0"/>
                </a:lnTo>
                <a:lnTo>
                  <a:pt x="9870" y="53"/>
                </a:ln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2" name=""/>
          <p:cNvSpPr txBox="1"/>
          <p:nvPr/>
        </p:nvSpPr>
        <p:spPr>
          <a:xfrm>
            <a:off x="2684160" y="3374640"/>
            <a:ext cx="333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MORA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3" name=""/>
          <p:cNvSpPr/>
          <p:nvPr/>
        </p:nvSpPr>
        <p:spPr>
          <a:xfrm>
            <a:off x="1752480" y="3657240"/>
            <a:ext cx="2848320" cy="610200"/>
          </a:xfrm>
          <a:custGeom>
            <a:avLst/>
            <a:gdLst/>
            <a:ahLst/>
            <a:rect l="0" t="0" r="r" b="b"/>
            <a:pathLst>
              <a:path w="7912" h="1695">
                <a:moveTo>
                  <a:pt x="0" y="0"/>
                </a:moveTo>
                <a:lnTo>
                  <a:pt x="7912" y="0"/>
                </a:lnTo>
                <a:lnTo>
                  <a:pt x="7912" y="1695"/>
                </a:lnTo>
                <a:lnTo>
                  <a:pt x="0" y="16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4" name=""/>
          <p:cNvSpPr/>
          <p:nvPr/>
        </p:nvSpPr>
        <p:spPr>
          <a:xfrm>
            <a:off x="1752480" y="3657240"/>
            <a:ext cx="2848320" cy="38520"/>
          </a:xfrm>
          <a:custGeom>
            <a:avLst/>
            <a:gdLst/>
            <a:ahLst/>
            <a:rect l="0" t="0" r="r" b="b"/>
            <a:pathLst>
              <a:path w="7912" h="107">
                <a:moveTo>
                  <a:pt x="0" y="0"/>
                </a:moveTo>
                <a:lnTo>
                  <a:pt x="7912" y="0"/>
                </a:lnTo>
                <a:lnTo>
                  <a:pt x="7912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c257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5" name=""/>
          <p:cNvSpPr/>
          <p:nvPr/>
        </p:nvSpPr>
        <p:spPr>
          <a:xfrm>
            <a:off x="1752480" y="4257360"/>
            <a:ext cx="2848320" cy="10080"/>
          </a:xfrm>
          <a:custGeom>
            <a:avLst/>
            <a:gdLst/>
            <a:ahLst/>
            <a:rect l="0" t="0" r="r" b="b"/>
            <a:pathLst>
              <a:path w="7912" h="28">
                <a:moveTo>
                  <a:pt x="0" y="0"/>
                </a:moveTo>
                <a:lnTo>
                  <a:pt x="7912" y="0"/>
                </a:lnTo>
                <a:lnTo>
                  <a:pt x="79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6" name=""/>
          <p:cNvSpPr/>
          <p:nvPr/>
        </p:nvSpPr>
        <p:spPr>
          <a:xfrm>
            <a:off x="4590720" y="3657240"/>
            <a:ext cx="10440" cy="610200"/>
          </a:xfrm>
          <a:custGeom>
            <a:avLst/>
            <a:gdLst/>
            <a:ahLst/>
            <a:rect l="0" t="0" r="r" b="b"/>
            <a:pathLst>
              <a:path w="29" h="1695">
                <a:moveTo>
                  <a:pt x="0" y="106"/>
                </a:moveTo>
                <a:lnTo>
                  <a:pt x="0" y="1695"/>
                </a:lnTo>
                <a:lnTo>
                  <a:pt x="29" y="1695"/>
                </a:lnTo>
                <a:lnTo>
                  <a:pt x="29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7" name=""/>
          <p:cNvSpPr/>
          <p:nvPr/>
        </p:nvSpPr>
        <p:spPr>
          <a:xfrm>
            <a:off x="1752480" y="3657240"/>
            <a:ext cx="9720" cy="610200"/>
          </a:xfrm>
          <a:custGeom>
            <a:avLst/>
            <a:gdLst/>
            <a:ahLst/>
            <a:rect l="0" t="0" r="r" b="b"/>
            <a:pathLst>
              <a:path w="27" h="1695">
                <a:moveTo>
                  <a:pt x="0" y="0"/>
                </a:moveTo>
                <a:lnTo>
                  <a:pt x="0" y="1695"/>
                </a:lnTo>
                <a:lnTo>
                  <a:pt x="27" y="1695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8" name=""/>
          <p:cNvSpPr/>
          <p:nvPr/>
        </p:nvSpPr>
        <p:spPr>
          <a:xfrm>
            <a:off x="1943640" y="3848400"/>
            <a:ext cx="252720" cy="253080"/>
          </a:xfrm>
          <a:custGeom>
            <a:avLst/>
            <a:gdLst/>
            <a:ahLst/>
            <a:rect l="0" t="0" r="r" b="b"/>
            <a:pathLst>
              <a:path w="702" h="703">
                <a:moveTo>
                  <a:pt x="242" y="189"/>
                </a:moveTo>
                <a:lnTo>
                  <a:pt x="102" y="189"/>
                </a:lnTo>
                <a:cubicBezTo>
                  <a:pt x="119" y="162"/>
                  <a:pt x="140" y="139"/>
                  <a:pt x="165" y="119"/>
                </a:cubicBezTo>
                <a:cubicBezTo>
                  <a:pt x="190" y="99"/>
                  <a:pt x="218" y="83"/>
                  <a:pt x="248" y="72"/>
                </a:cubicBezTo>
                <a:cubicBezTo>
                  <a:pt x="278" y="61"/>
                  <a:pt x="309" y="55"/>
                  <a:pt x="341" y="54"/>
                </a:cubicBezTo>
                <a:cubicBezTo>
                  <a:pt x="373" y="53"/>
                  <a:pt x="404" y="57"/>
                  <a:pt x="435" y="66"/>
                </a:cubicBezTo>
                <a:cubicBezTo>
                  <a:pt x="465" y="76"/>
                  <a:pt x="494" y="89"/>
                  <a:pt x="520" y="108"/>
                </a:cubicBezTo>
                <a:cubicBezTo>
                  <a:pt x="546" y="126"/>
                  <a:pt x="570" y="148"/>
                  <a:pt x="589" y="173"/>
                </a:cubicBezTo>
                <a:cubicBezTo>
                  <a:pt x="608" y="200"/>
                  <a:pt x="623" y="228"/>
                  <a:pt x="633" y="258"/>
                </a:cubicBezTo>
                <a:cubicBezTo>
                  <a:pt x="643" y="289"/>
                  <a:pt x="648" y="320"/>
                  <a:pt x="648" y="352"/>
                </a:cubicBezTo>
                <a:lnTo>
                  <a:pt x="702" y="352"/>
                </a:lnTo>
                <a:cubicBezTo>
                  <a:pt x="702" y="316"/>
                  <a:pt x="697" y="281"/>
                  <a:pt x="686" y="246"/>
                </a:cubicBezTo>
                <a:cubicBezTo>
                  <a:pt x="675" y="212"/>
                  <a:pt x="659" y="179"/>
                  <a:pt x="638" y="149"/>
                </a:cubicBezTo>
                <a:cubicBezTo>
                  <a:pt x="618" y="120"/>
                  <a:pt x="593" y="94"/>
                  <a:pt x="564" y="72"/>
                </a:cubicBezTo>
                <a:cubicBezTo>
                  <a:pt x="535" y="50"/>
                  <a:pt x="503" y="33"/>
                  <a:pt x="470" y="21"/>
                </a:cubicBezTo>
                <a:cubicBezTo>
                  <a:pt x="436" y="8"/>
                  <a:pt x="401" y="2"/>
                  <a:pt x="365" y="0"/>
                </a:cubicBezTo>
                <a:cubicBezTo>
                  <a:pt x="329" y="-1"/>
                  <a:pt x="293" y="3"/>
                  <a:pt x="258" y="12"/>
                </a:cubicBezTo>
                <a:cubicBezTo>
                  <a:pt x="223" y="22"/>
                  <a:pt x="191" y="36"/>
                  <a:pt x="161" y="56"/>
                </a:cubicBezTo>
                <a:cubicBezTo>
                  <a:pt x="130" y="75"/>
                  <a:pt x="104" y="99"/>
                  <a:pt x="80" y="126"/>
                </a:cubicBezTo>
                <a:lnTo>
                  <a:pt x="80" y="27"/>
                </a:lnTo>
                <a:lnTo>
                  <a:pt x="27" y="27"/>
                </a:lnTo>
                <a:lnTo>
                  <a:pt x="27" y="244"/>
                </a:lnTo>
                <a:lnTo>
                  <a:pt x="242" y="244"/>
                </a:lnTo>
                <a:lnTo>
                  <a:pt x="242" y="189"/>
                </a:lnTo>
                <a:moveTo>
                  <a:pt x="458" y="514"/>
                </a:moveTo>
                <a:lnTo>
                  <a:pt x="600" y="514"/>
                </a:lnTo>
                <a:cubicBezTo>
                  <a:pt x="582" y="541"/>
                  <a:pt x="561" y="564"/>
                  <a:pt x="535" y="584"/>
                </a:cubicBezTo>
                <a:cubicBezTo>
                  <a:pt x="510" y="604"/>
                  <a:pt x="483" y="619"/>
                  <a:pt x="453" y="630"/>
                </a:cubicBezTo>
                <a:cubicBezTo>
                  <a:pt x="423" y="641"/>
                  <a:pt x="392" y="647"/>
                  <a:pt x="360" y="648"/>
                </a:cubicBezTo>
                <a:cubicBezTo>
                  <a:pt x="328" y="650"/>
                  <a:pt x="296" y="645"/>
                  <a:pt x="266" y="636"/>
                </a:cubicBezTo>
                <a:cubicBezTo>
                  <a:pt x="235" y="627"/>
                  <a:pt x="207" y="614"/>
                  <a:pt x="180" y="595"/>
                </a:cubicBezTo>
                <a:cubicBezTo>
                  <a:pt x="154" y="577"/>
                  <a:pt x="132" y="555"/>
                  <a:pt x="112" y="529"/>
                </a:cubicBezTo>
                <a:cubicBezTo>
                  <a:pt x="93" y="504"/>
                  <a:pt x="79" y="476"/>
                  <a:pt x="69" y="445"/>
                </a:cubicBezTo>
                <a:cubicBezTo>
                  <a:pt x="59" y="415"/>
                  <a:pt x="53" y="384"/>
                  <a:pt x="54" y="352"/>
                </a:cubicBezTo>
                <a:lnTo>
                  <a:pt x="0" y="352"/>
                </a:lnTo>
                <a:cubicBezTo>
                  <a:pt x="0" y="388"/>
                  <a:pt x="5" y="423"/>
                  <a:pt x="16" y="458"/>
                </a:cubicBezTo>
                <a:cubicBezTo>
                  <a:pt x="27" y="492"/>
                  <a:pt x="42" y="524"/>
                  <a:pt x="63" y="554"/>
                </a:cubicBezTo>
                <a:cubicBezTo>
                  <a:pt x="84" y="583"/>
                  <a:pt x="108" y="609"/>
                  <a:pt x="137" y="631"/>
                </a:cubicBezTo>
                <a:cubicBezTo>
                  <a:pt x="166" y="653"/>
                  <a:pt x="197" y="670"/>
                  <a:pt x="231" y="682"/>
                </a:cubicBezTo>
                <a:cubicBezTo>
                  <a:pt x="265" y="694"/>
                  <a:pt x="300" y="701"/>
                  <a:pt x="336" y="703"/>
                </a:cubicBezTo>
                <a:cubicBezTo>
                  <a:pt x="372" y="704"/>
                  <a:pt x="407" y="700"/>
                  <a:pt x="442" y="691"/>
                </a:cubicBezTo>
                <a:cubicBezTo>
                  <a:pt x="477" y="681"/>
                  <a:pt x="510" y="667"/>
                  <a:pt x="540" y="647"/>
                </a:cubicBezTo>
                <a:cubicBezTo>
                  <a:pt x="571" y="628"/>
                  <a:pt x="598" y="604"/>
                  <a:pt x="621" y="576"/>
                </a:cubicBezTo>
                <a:lnTo>
                  <a:pt x="621" y="676"/>
                </a:lnTo>
                <a:lnTo>
                  <a:pt x="675" y="676"/>
                </a:lnTo>
                <a:lnTo>
                  <a:pt x="675" y="460"/>
                </a:lnTo>
                <a:lnTo>
                  <a:pt x="458" y="460"/>
                </a:lnTo>
                <a:lnTo>
                  <a:pt x="458" y="514"/>
                </a:lnTo>
                <a:close/>
              </a:path>
            </a:pathLst>
          </a:custGeom>
          <a:solidFill>
            <a:srgbClr val="c257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6476040" y="3374640"/>
            <a:ext cx="1955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OKx-oplossingsmodel en producten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2332440" y="3803760"/>
            <a:ext cx="16862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1b2a6b"/>
                </a:solidFill>
                <a:latin typeface="Arial"/>
                <a:ea typeface="Arial"/>
              </a:rPr>
              <a:t>Toetsen en veriﬁëren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2332440" y="4011120"/>
            <a:ext cx="23353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op de instellingsvloer, steeds opnieuw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2" name=""/>
          <p:cNvSpPr/>
          <p:nvPr/>
        </p:nvSpPr>
        <p:spPr>
          <a:xfrm>
            <a:off x="4933800" y="3657240"/>
            <a:ext cx="2648160" cy="610200"/>
          </a:xfrm>
          <a:custGeom>
            <a:avLst/>
            <a:gdLst/>
            <a:ahLst/>
            <a:rect l="0" t="0" r="r" b="b"/>
            <a:pathLst>
              <a:path w="7356" h="1695">
                <a:moveTo>
                  <a:pt x="0" y="0"/>
                </a:moveTo>
                <a:lnTo>
                  <a:pt x="7356" y="0"/>
                </a:lnTo>
                <a:lnTo>
                  <a:pt x="7356" y="1695"/>
                </a:lnTo>
                <a:lnTo>
                  <a:pt x="0" y="16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3" name=""/>
          <p:cNvSpPr/>
          <p:nvPr/>
        </p:nvSpPr>
        <p:spPr>
          <a:xfrm>
            <a:off x="4933800" y="3657240"/>
            <a:ext cx="2648160" cy="38520"/>
          </a:xfrm>
          <a:custGeom>
            <a:avLst/>
            <a:gdLst/>
            <a:ahLst/>
            <a:rect l="0" t="0" r="r" b="b"/>
            <a:pathLst>
              <a:path w="7356" h="107">
                <a:moveTo>
                  <a:pt x="0" y="0"/>
                </a:moveTo>
                <a:lnTo>
                  <a:pt x="7356" y="0"/>
                </a:lnTo>
                <a:lnTo>
                  <a:pt x="735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b2a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4" name=""/>
          <p:cNvSpPr/>
          <p:nvPr/>
        </p:nvSpPr>
        <p:spPr>
          <a:xfrm>
            <a:off x="4933800" y="4257360"/>
            <a:ext cx="2648160" cy="10080"/>
          </a:xfrm>
          <a:custGeom>
            <a:avLst/>
            <a:gdLst/>
            <a:ahLst/>
            <a:rect l="0" t="0" r="r" b="b"/>
            <a:pathLst>
              <a:path w="7356" h="28">
                <a:moveTo>
                  <a:pt x="0" y="0"/>
                </a:moveTo>
                <a:lnTo>
                  <a:pt x="7356" y="0"/>
                </a:lnTo>
                <a:lnTo>
                  <a:pt x="73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5" name=""/>
          <p:cNvSpPr/>
          <p:nvPr/>
        </p:nvSpPr>
        <p:spPr>
          <a:xfrm>
            <a:off x="7572240" y="3657240"/>
            <a:ext cx="9720" cy="610200"/>
          </a:xfrm>
          <a:custGeom>
            <a:avLst/>
            <a:gdLst/>
            <a:ahLst/>
            <a:rect l="0" t="0" r="r" b="b"/>
            <a:pathLst>
              <a:path w="27" h="1695">
                <a:moveTo>
                  <a:pt x="0" y="106"/>
                </a:moveTo>
                <a:lnTo>
                  <a:pt x="0" y="1695"/>
                </a:lnTo>
                <a:lnTo>
                  <a:pt x="27" y="1695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6" name=""/>
          <p:cNvSpPr/>
          <p:nvPr/>
        </p:nvSpPr>
        <p:spPr>
          <a:xfrm>
            <a:off x="4933800" y="3657240"/>
            <a:ext cx="9720" cy="610200"/>
          </a:xfrm>
          <a:custGeom>
            <a:avLst/>
            <a:gdLst/>
            <a:ahLst/>
            <a:rect l="0" t="0" r="r" b="b"/>
            <a:pathLst>
              <a:path w="27" h="1695">
                <a:moveTo>
                  <a:pt x="0" y="0"/>
                </a:moveTo>
                <a:lnTo>
                  <a:pt x="0" y="1695"/>
                </a:lnTo>
                <a:lnTo>
                  <a:pt x="27" y="1695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7" name=""/>
          <p:cNvSpPr/>
          <p:nvPr/>
        </p:nvSpPr>
        <p:spPr>
          <a:xfrm>
            <a:off x="5173560" y="3877560"/>
            <a:ext cx="19440" cy="19800"/>
          </a:xfrm>
          <a:custGeom>
            <a:avLst/>
            <a:gdLst/>
            <a:ahLst/>
            <a:rect l="0" t="0" r="r" b="b"/>
            <a:pathLst>
              <a:path w="54" h="55">
                <a:moveTo>
                  <a:pt x="54" y="28"/>
                </a:moveTo>
                <a:cubicBezTo>
                  <a:pt x="54" y="36"/>
                  <a:pt x="52" y="42"/>
                  <a:pt x="47" y="47"/>
                </a:cubicBezTo>
                <a:cubicBezTo>
                  <a:pt x="41" y="52"/>
                  <a:pt x="35" y="55"/>
                  <a:pt x="27" y="55"/>
                </a:cubicBezTo>
                <a:cubicBezTo>
                  <a:pt x="20" y="55"/>
                  <a:pt x="13" y="52"/>
                  <a:pt x="7" y="47"/>
                </a:cubicBezTo>
                <a:cubicBezTo>
                  <a:pt x="2" y="42"/>
                  <a:pt x="0" y="36"/>
                  <a:pt x="0" y="28"/>
                </a:cubicBezTo>
                <a:cubicBezTo>
                  <a:pt x="0" y="21"/>
                  <a:pt x="2" y="13"/>
                  <a:pt x="7" y="8"/>
                </a:cubicBezTo>
                <a:cubicBezTo>
                  <a:pt x="13" y="3"/>
                  <a:pt x="20" y="0"/>
                  <a:pt x="27" y="0"/>
                </a:cubicBezTo>
                <a:cubicBezTo>
                  <a:pt x="35" y="0"/>
                  <a:pt x="41" y="3"/>
                  <a:pt x="47" y="8"/>
                </a:cubicBezTo>
                <a:cubicBezTo>
                  <a:pt x="52" y="13"/>
                  <a:pt x="54" y="21"/>
                  <a:pt x="54" y="28"/>
                </a:cubicBezTo>
                <a:close/>
              </a:path>
            </a:pathLst>
          </a:custGeom>
          <a:solidFill>
            <a:srgbClr val="1b2a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8" name=""/>
          <p:cNvSpPr/>
          <p:nvPr/>
        </p:nvSpPr>
        <p:spPr>
          <a:xfrm>
            <a:off x="5115240" y="3838680"/>
            <a:ext cx="272160" cy="272520"/>
          </a:xfrm>
          <a:custGeom>
            <a:avLst/>
            <a:gdLst/>
            <a:ahLst/>
            <a:rect l="0" t="0" r="r" b="b"/>
            <a:pathLst>
              <a:path w="756" h="757">
                <a:moveTo>
                  <a:pt x="676" y="545"/>
                </a:moveTo>
                <a:lnTo>
                  <a:pt x="676" y="433"/>
                </a:lnTo>
                <a:cubicBezTo>
                  <a:pt x="676" y="426"/>
                  <a:pt x="675" y="419"/>
                  <a:pt x="672" y="412"/>
                </a:cubicBezTo>
                <a:cubicBezTo>
                  <a:pt x="669" y="406"/>
                  <a:pt x="665" y="400"/>
                  <a:pt x="660" y="395"/>
                </a:cubicBezTo>
                <a:cubicBezTo>
                  <a:pt x="655" y="390"/>
                  <a:pt x="649" y="386"/>
                  <a:pt x="643" y="383"/>
                </a:cubicBezTo>
                <a:cubicBezTo>
                  <a:pt x="636" y="380"/>
                  <a:pt x="629" y="379"/>
                  <a:pt x="622" y="379"/>
                </a:cubicBezTo>
                <a:lnTo>
                  <a:pt x="405" y="379"/>
                </a:lnTo>
                <a:lnTo>
                  <a:pt x="405" y="270"/>
                </a:lnTo>
                <a:lnTo>
                  <a:pt x="649" y="270"/>
                </a:lnTo>
                <a:cubicBezTo>
                  <a:pt x="656" y="270"/>
                  <a:pt x="663" y="269"/>
                  <a:pt x="670" y="266"/>
                </a:cubicBezTo>
                <a:cubicBezTo>
                  <a:pt x="676" y="263"/>
                  <a:pt x="682" y="259"/>
                  <a:pt x="687" y="254"/>
                </a:cubicBezTo>
                <a:cubicBezTo>
                  <a:pt x="692" y="249"/>
                  <a:pt x="696" y="243"/>
                  <a:pt x="699" y="237"/>
                </a:cubicBezTo>
                <a:cubicBezTo>
                  <a:pt x="702" y="230"/>
                  <a:pt x="703" y="223"/>
                  <a:pt x="703" y="216"/>
                </a:cubicBezTo>
                <a:lnTo>
                  <a:pt x="703" y="54"/>
                </a:lnTo>
                <a:cubicBezTo>
                  <a:pt x="703" y="47"/>
                  <a:pt x="702" y="40"/>
                  <a:pt x="699" y="34"/>
                </a:cubicBezTo>
                <a:cubicBezTo>
                  <a:pt x="696" y="27"/>
                  <a:pt x="692" y="21"/>
                  <a:pt x="687" y="16"/>
                </a:cubicBezTo>
                <a:cubicBezTo>
                  <a:pt x="682" y="11"/>
                  <a:pt x="676" y="7"/>
                  <a:pt x="670" y="4"/>
                </a:cubicBezTo>
                <a:cubicBezTo>
                  <a:pt x="663" y="2"/>
                  <a:pt x="656" y="0"/>
                  <a:pt x="649" y="0"/>
                </a:cubicBezTo>
                <a:lnTo>
                  <a:pt x="109" y="0"/>
                </a:lnTo>
                <a:cubicBezTo>
                  <a:pt x="101" y="0"/>
                  <a:pt x="95" y="2"/>
                  <a:pt x="88" y="4"/>
                </a:cubicBezTo>
                <a:cubicBezTo>
                  <a:pt x="81" y="7"/>
                  <a:pt x="75" y="11"/>
                  <a:pt x="70" y="16"/>
                </a:cubicBezTo>
                <a:cubicBezTo>
                  <a:pt x="65" y="21"/>
                  <a:pt x="61" y="27"/>
                  <a:pt x="59" y="34"/>
                </a:cubicBezTo>
                <a:cubicBezTo>
                  <a:pt x="56" y="40"/>
                  <a:pt x="55" y="47"/>
                  <a:pt x="55" y="54"/>
                </a:cubicBezTo>
                <a:lnTo>
                  <a:pt x="55" y="216"/>
                </a:lnTo>
                <a:cubicBezTo>
                  <a:pt x="55" y="223"/>
                  <a:pt x="56" y="230"/>
                  <a:pt x="59" y="237"/>
                </a:cubicBezTo>
                <a:cubicBezTo>
                  <a:pt x="61" y="243"/>
                  <a:pt x="65" y="249"/>
                  <a:pt x="70" y="254"/>
                </a:cubicBezTo>
                <a:cubicBezTo>
                  <a:pt x="75" y="259"/>
                  <a:pt x="81" y="263"/>
                  <a:pt x="88" y="266"/>
                </a:cubicBezTo>
                <a:cubicBezTo>
                  <a:pt x="95" y="269"/>
                  <a:pt x="101" y="270"/>
                  <a:pt x="109" y="270"/>
                </a:cubicBezTo>
                <a:lnTo>
                  <a:pt x="351" y="270"/>
                </a:lnTo>
                <a:lnTo>
                  <a:pt x="351" y="379"/>
                </a:lnTo>
                <a:lnTo>
                  <a:pt x="136" y="379"/>
                </a:lnTo>
                <a:cubicBezTo>
                  <a:pt x="128" y="379"/>
                  <a:pt x="121" y="380"/>
                  <a:pt x="115" y="383"/>
                </a:cubicBezTo>
                <a:cubicBezTo>
                  <a:pt x="108" y="386"/>
                  <a:pt x="102" y="390"/>
                  <a:pt x="97" y="395"/>
                </a:cubicBezTo>
                <a:cubicBezTo>
                  <a:pt x="92" y="400"/>
                  <a:pt x="88" y="406"/>
                  <a:pt x="86" y="412"/>
                </a:cubicBezTo>
                <a:cubicBezTo>
                  <a:pt x="83" y="419"/>
                  <a:pt x="82" y="426"/>
                  <a:pt x="82" y="433"/>
                </a:cubicBezTo>
                <a:lnTo>
                  <a:pt x="82" y="545"/>
                </a:lnTo>
                <a:cubicBezTo>
                  <a:pt x="73" y="547"/>
                  <a:pt x="65" y="550"/>
                  <a:pt x="57" y="554"/>
                </a:cubicBezTo>
                <a:cubicBezTo>
                  <a:pt x="50" y="558"/>
                  <a:pt x="43" y="563"/>
                  <a:pt x="36" y="569"/>
                </a:cubicBezTo>
                <a:cubicBezTo>
                  <a:pt x="30" y="575"/>
                  <a:pt x="24" y="581"/>
                  <a:pt x="19" y="588"/>
                </a:cubicBezTo>
                <a:cubicBezTo>
                  <a:pt x="14" y="596"/>
                  <a:pt x="10" y="603"/>
                  <a:pt x="7" y="611"/>
                </a:cubicBezTo>
                <a:cubicBezTo>
                  <a:pt x="4" y="620"/>
                  <a:pt x="2" y="628"/>
                  <a:pt x="1" y="637"/>
                </a:cubicBezTo>
                <a:cubicBezTo>
                  <a:pt x="0" y="645"/>
                  <a:pt x="0" y="654"/>
                  <a:pt x="2" y="663"/>
                </a:cubicBezTo>
                <a:cubicBezTo>
                  <a:pt x="3" y="671"/>
                  <a:pt x="5" y="680"/>
                  <a:pt x="8" y="688"/>
                </a:cubicBezTo>
                <a:cubicBezTo>
                  <a:pt x="11" y="696"/>
                  <a:pt x="15" y="703"/>
                  <a:pt x="20" y="711"/>
                </a:cubicBezTo>
                <a:cubicBezTo>
                  <a:pt x="25" y="718"/>
                  <a:pt x="31" y="724"/>
                  <a:pt x="37" y="730"/>
                </a:cubicBezTo>
                <a:cubicBezTo>
                  <a:pt x="44" y="736"/>
                  <a:pt x="51" y="741"/>
                  <a:pt x="59" y="745"/>
                </a:cubicBezTo>
                <a:cubicBezTo>
                  <a:pt x="66" y="749"/>
                  <a:pt x="74" y="752"/>
                  <a:pt x="83" y="754"/>
                </a:cubicBezTo>
                <a:cubicBezTo>
                  <a:pt x="91" y="756"/>
                  <a:pt x="100" y="757"/>
                  <a:pt x="109" y="757"/>
                </a:cubicBezTo>
                <a:cubicBezTo>
                  <a:pt x="117" y="757"/>
                  <a:pt x="126" y="756"/>
                  <a:pt x="134" y="754"/>
                </a:cubicBezTo>
                <a:cubicBezTo>
                  <a:pt x="143" y="752"/>
                  <a:pt x="151" y="749"/>
                  <a:pt x="159" y="745"/>
                </a:cubicBezTo>
                <a:cubicBezTo>
                  <a:pt x="166" y="741"/>
                  <a:pt x="173" y="736"/>
                  <a:pt x="180" y="730"/>
                </a:cubicBezTo>
                <a:cubicBezTo>
                  <a:pt x="186" y="724"/>
                  <a:pt x="192" y="718"/>
                  <a:pt x="197" y="711"/>
                </a:cubicBezTo>
                <a:cubicBezTo>
                  <a:pt x="202" y="703"/>
                  <a:pt x="206" y="696"/>
                  <a:pt x="209" y="688"/>
                </a:cubicBezTo>
                <a:cubicBezTo>
                  <a:pt x="212" y="680"/>
                  <a:pt x="215" y="671"/>
                  <a:pt x="216" y="663"/>
                </a:cubicBezTo>
                <a:cubicBezTo>
                  <a:pt x="217" y="654"/>
                  <a:pt x="217" y="645"/>
                  <a:pt x="216" y="637"/>
                </a:cubicBezTo>
                <a:cubicBezTo>
                  <a:pt x="215" y="628"/>
                  <a:pt x="213" y="620"/>
                  <a:pt x="210" y="611"/>
                </a:cubicBezTo>
                <a:cubicBezTo>
                  <a:pt x="207" y="603"/>
                  <a:pt x="203" y="596"/>
                  <a:pt x="198" y="588"/>
                </a:cubicBezTo>
                <a:cubicBezTo>
                  <a:pt x="193" y="581"/>
                  <a:pt x="187" y="575"/>
                  <a:pt x="181" y="569"/>
                </a:cubicBezTo>
                <a:cubicBezTo>
                  <a:pt x="174" y="563"/>
                  <a:pt x="167" y="558"/>
                  <a:pt x="160" y="554"/>
                </a:cubicBezTo>
                <a:cubicBezTo>
                  <a:pt x="152" y="550"/>
                  <a:pt x="144" y="547"/>
                  <a:pt x="136" y="545"/>
                </a:cubicBezTo>
                <a:lnTo>
                  <a:pt x="136" y="433"/>
                </a:lnTo>
                <a:lnTo>
                  <a:pt x="351" y="433"/>
                </a:lnTo>
                <a:lnTo>
                  <a:pt x="351" y="541"/>
                </a:lnTo>
                <a:lnTo>
                  <a:pt x="270" y="541"/>
                </a:lnTo>
                <a:lnTo>
                  <a:pt x="270" y="757"/>
                </a:lnTo>
                <a:lnTo>
                  <a:pt x="486" y="757"/>
                </a:lnTo>
                <a:lnTo>
                  <a:pt x="486" y="541"/>
                </a:lnTo>
                <a:lnTo>
                  <a:pt x="405" y="541"/>
                </a:lnTo>
                <a:lnTo>
                  <a:pt x="405" y="433"/>
                </a:lnTo>
                <a:lnTo>
                  <a:pt x="622" y="433"/>
                </a:lnTo>
                <a:lnTo>
                  <a:pt x="622" y="545"/>
                </a:lnTo>
                <a:cubicBezTo>
                  <a:pt x="614" y="547"/>
                  <a:pt x="606" y="550"/>
                  <a:pt x="598" y="554"/>
                </a:cubicBezTo>
                <a:cubicBezTo>
                  <a:pt x="590" y="558"/>
                  <a:pt x="583" y="563"/>
                  <a:pt x="577" y="569"/>
                </a:cubicBezTo>
                <a:cubicBezTo>
                  <a:pt x="570" y="575"/>
                  <a:pt x="565" y="581"/>
                  <a:pt x="560" y="588"/>
                </a:cubicBezTo>
                <a:cubicBezTo>
                  <a:pt x="555" y="596"/>
                  <a:pt x="551" y="603"/>
                  <a:pt x="548" y="611"/>
                </a:cubicBezTo>
                <a:cubicBezTo>
                  <a:pt x="545" y="620"/>
                  <a:pt x="543" y="628"/>
                  <a:pt x="542" y="637"/>
                </a:cubicBezTo>
                <a:cubicBezTo>
                  <a:pt x="541" y="645"/>
                  <a:pt x="541" y="654"/>
                  <a:pt x="542" y="663"/>
                </a:cubicBezTo>
                <a:cubicBezTo>
                  <a:pt x="543" y="671"/>
                  <a:pt x="545" y="680"/>
                  <a:pt x="548" y="688"/>
                </a:cubicBezTo>
                <a:cubicBezTo>
                  <a:pt x="551" y="696"/>
                  <a:pt x="556" y="703"/>
                  <a:pt x="560" y="711"/>
                </a:cubicBezTo>
                <a:cubicBezTo>
                  <a:pt x="565" y="718"/>
                  <a:pt x="571" y="724"/>
                  <a:pt x="578" y="730"/>
                </a:cubicBezTo>
                <a:cubicBezTo>
                  <a:pt x="584" y="736"/>
                  <a:pt x="591" y="741"/>
                  <a:pt x="599" y="745"/>
                </a:cubicBezTo>
                <a:cubicBezTo>
                  <a:pt x="607" y="749"/>
                  <a:pt x="615" y="752"/>
                  <a:pt x="623" y="754"/>
                </a:cubicBezTo>
                <a:cubicBezTo>
                  <a:pt x="632" y="756"/>
                  <a:pt x="640" y="757"/>
                  <a:pt x="649" y="757"/>
                </a:cubicBezTo>
                <a:cubicBezTo>
                  <a:pt x="658" y="757"/>
                  <a:pt x="666" y="756"/>
                  <a:pt x="675" y="754"/>
                </a:cubicBezTo>
                <a:cubicBezTo>
                  <a:pt x="683" y="752"/>
                  <a:pt x="691" y="749"/>
                  <a:pt x="699" y="745"/>
                </a:cubicBezTo>
                <a:cubicBezTo>
                  <a:pt x="707" y="741"/>
                  <a:pt x="714" y="736"/>
                  <a:pt x="720" y="730"/>
                </a:cubicBezTo>
                <a:cubicBezTo>
                  <a:pt x="727" y="724"/>
                  <a:pt x="733" y="718"/>
                  <a:pt x="738" y="711"/>
                </a:cubicBezTo>
                <a:cubicBezTo>
                  <a:pt x="743" y="703"/>
                  <a:pt x="747" y="696"/>
                  <a:pt x="750" y="688"/>
                </a:cubicBezTo>
                <a:cubicBezTo>
                  <a:pt x="753" y="680"/>
                  <a:pt x="755" y="671"/>
                  <a:pt x="756" y="663"/>
                </a:cubicBezTo>
                <a:cubicBezTo>
                  <a:pt x="757" y="654"/>
                  <a:pt x="757" y="645"/>
                  <a:pt x="756" y="637"/>
                </a:cubicBezTo>
                <a:cubicBezTo>
                  <a:pt x="755" y="628"/>
                  <a:pt x="753" y="620"/>
                  <a:pt x="750" y="611"/>
                </a:cubicBezTo>
                <a:cubicBezTo>
                  <a:pt x="747" y="603"/>
                  <a:pt x="743" y="596"/>
                  <a:pt x="738" y="588"/>
                </a:cubicBezTo>
                <a:cubicBezTo>
                  <a:pt x="733" y="581"/>
                  <a:pt x="728" y="575"/>
                  <a:pt x="721" y="569"/>
                </a:cubicBezTo>
                <a:cubicBezTo>
                  <a:pt x="715" y="563"/>
                  <a:pt x="708" y="558"/>
                  <a:pt x="700" y="554"/>
                </a:cubicBezTo>
                <a:cubicBezTo>
                  <a:pt x="693" y="550"/>
                  <a:pt x="684" y="547"/>
                  <a:pt x="676" y="545"/>
                </a:cubicBezTo>
                <a:moveTo>
                  <a:pt x="163" y="649"/>
                </a:moveTo>
                <a:cubicBezTo>
                  <a:pt x="163" y="656"/>
                  <a:pt x="161" y="663"/>
                  <a:pt x="158" y="669"/>
                </a:cubicBezTo>
                <a:cubicBezTo>
                  <a:pt x="156" y="676"/>
                  <a:pt x="152" y="682"/>
                  <a:pt x="147" y="687"/>
                </a:cubicBezTo>
                <a:cubicBezTo>
                  <a:pt x="142" y="692"/>
                  <a:pt x="136" y="696"/>
                  <a:pt x="129" y="698"/>
                </a:cubicBezTo>
                <a:cubicBezTo>
                  <a:pt x="123" y="701"/>
                  <a:pt x="116" y="703"/>
                  <a:pt x="109" y="703"/>
                </a:cubicBezTo>
                <a:cubicBezTo>
                  <a:pt x="101" y="703"/>
                  <a:pt x="95" y="701"/>
                  <a:pt x="88" y="698"/>
                </a:cubicBezTo>
                <a:cubicBezTo>
                  <a:pt x="81" y="696"/>
                  <a:pt x="75" y="692"/>
                  <a:pt x="70" y="687"/>
                </a:cubicBezTo>
                <a:cubicBezTo>
                  <a:pt x="65" y="682"/>
                  <a:pt x="61" y="676"/>
                  <a:pt x="59" y="669"/>
                </a:cubicBezTo>
                <a:cubicBezTo>
                  <a:pt x="56" y="663"/>
                  <a:pt x="55" y="656"/>
                  <a:pt x="55" y="649"/>
                </a:cubicBezTo>
                <a:cubicBezTo>
                  <a:pt x="55" y="641"/>
                  <a:pt x="56" y="635"/>
                  <a:pt x="59" y="628"/>
                </a:cubicBezTo>
                <a:cubicBezTo>
                  <a:pt x="61" y="621"/>
                  <a:pt x="65" y="616"/>
                  <a:pt x="70" y="610"/>
                </a:cubicBezTo>
                <a:cubicBezTo>
                  <a:pt x="75" y="605"/>
                  <a:pt x="81" y="602"/>
                  <a:pt x="88" y="599"/>
                </a:cubicBezTo>
                <a:cubicBezTo>
                  <a:pt x="95" y="596"/>
                  <a:pt x="101" y="595"/>
                  <a:pt x="109" y="595"/>
                </a:cubicBezTo>
                <a:cubicBezTo>
                  <a:pt x="116" y="595"/>
                  <a:pt x="123" y="596"/>
                  <a:pt x="129" y="599"/>
                </a:cubicBezTo>
                <a:cubicBezTo>
                  <a:pt x="136" y="602"/>
                  <a:pt x="142" y="605"/>
                  <a:pt x="147" y="610"/>
                </a:cubicBezTo>
                <a:cubicBezTo>
                  <a:pt x="152" y="616"/>
                  <a:pt x="156" y="621"/>
                  <a:pt x="158" y="628"/>
                </a:cubicBezTo>
                <a:cubicBezTo>
                  <a:pt x="161" y="635"/>
                  <a:pt x="163" y="641"/>
                  <a:pt x="163" y="649"/>
                </a:cubicBezTo>
                <a:moveTo>
                  <a:pt x="432" y="595"/>
                </a:moveTo>
                <a:lnTo>
                  <a:pt x="432" y="703"/>
                </a:lnTo>
                <a:lnTo>
                  <a:pt x="324" y="703"/>
                </a:lnTo>
                <a:lnTo>
                  <a:pt x="324" y="595"/>
                </a:lnTo>
                <a:lnTo>
                  <a:pt x="432" y="595"/>
                </a:lnTo>
                <a:moveTo>
                  <a:pt x="109" y="216"/>
                </a:moveTo>
                <a:lnTo>
                  <a:pt x="109" y="54"/>
                </a:lnTo>
                <a:lnTo>
                  <a:pt x="649" y="54"/>
                </a:lnTo>
                <a:lnTo>
                  <a:pt x="649" y="216"/>
                </a:lnTo>
                <a:lnTo>
                  <a:pt x="109" y="216"/>
                </a:lnTo>
                <a:moveTo>
                  <a:pt x="649" y="703"/>
                </a:moveTo>
                <a:cubicBezTo>
                  <a:pt x="642" y="703"/>
                  <a:pt x="635" y="701"/>
                  <a:pt x="628" y="698"/>
                </a:cubicBezTo>
                <a:cubicBezTo>
                  <a:pt x="622" y="696"/>
                  <a:pt x="616" y="692"/>
                  <a:pt x="611" y="687"/>
                </a:cubicBezTo>
                <a:cubicBezTo>
                  <a:pt x="606" y="682"/>
                  <a:pt x="602" y="676"/>
                  <a:pt x="599" y="669"/>
                </a:cubicBezTo>
                <a:cubicBezTo>
                  <a:pt x="596" y="663"/>
                  <a:pt x="595" y="656"/>
                  <a:pt x="595" y="649"/>
                </a:cubicBezTo>
                <a:cubicBezTo>
                  <a:pt x="595" y="641"/>
                  <a:pt x="596" y="635"/>
                  <a:pt x="599" y="628"/>
                </a:cubicBezTo>
                <a:cubicBezTo>
                  <a:pt x="602" y="621"/>
                  <a:pt x="606" y="616"/>
                  <a:pt x="611" y="610"/>
                </a:cubicBezTo>
                <a:cubicBezTo>
                  <a:pt x="616" y="605"/>
                  <a:pt x="622" y="602"/>
                  <a:pt x="628" y="599"/>
                </a:cubicBezTo>
                <a:cubicBezTo>
                  <a:pt x="635" y="596"/>
                  <a:pt x="642" y="595"/>
                  <a:pt x="649" y="595"/>
                </a:cubicBezTo>
                <a:cubicBezTo>
                  <a:pt x="656" y="595"/>
                  <a:pt x="663" y="596"/>
                  <a:pt x="670" y="599"/>
                </a:cubicBezTo>
                <a:cubicBezTo>
                  <a:pt x="676" y="602"/>
                  <a:pt x="682" y="605"/>
                  <a:pt x="687" y="610"/>
                </a:cubicBezTo>
                <a:cubicBezTo>
                  <a:pt x="692" y="616"/>
                  <a:pt x="696" y="621"/>
                  <a:pt x="699" y="628"/>
                </a:cubicBezTo>
                <a:cubicBezTo>
                  <a:pt x="702" y="635"/>
                  <a:pt x="703" y="641"/>
                  <a:pt x="703" y="649"/>
                </a:cubicBezTo>
                <a:cubicBezTo>
                  <a:pt x="703" y="656"/>
                  <a:pt x="702" y="663"/>
                  <a:pt x="699" y="669"/>
                </a:cubicBezTo>
                <a:cubicBezTo>
                  <a:pt x="696" y="676"/>
                  <a:pt x="692" y="682"/>
                  <a:pt x="687" y="687"/>
                </a:cubicBezTo>
                <a:cubicBezTo>
                  <a:pt x="682" y="692"/>
                  <a:pt x="676" y="696"/>
                  <a:pt x="670" y="698"/>
                </a:cubicBezTo>
                <a:cubicBezTo>
                  <a:pt x="663" y="701"/>
                  <a:pt x="656" y="703"/>
                  <a:pt x="649" y="703"/>
                </a:cubicBezTo>
                <a:close/>
              </a:path>
            </a:pathLst>
          </a:custGeom>
          <a:solidFill>
            <a:srgbClr val="1b2a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4690440" y="3859200"/>
            <a:ext cx="18252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4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5514480" y="3803760"/>
            <a:ext cx="22089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1b2a6b"/>
                </a:solidFill>
                <a:latin typeface="Arial"/>
                <a:ea typeface="Arial"/>
              </a:rPr>
              <a:t>Informatiemodel bijgewerkt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1" name=""/>
          <p:cNvSpPr/>
          <p:nvPr/>
        </p:nvSpPr>
        <p:spPr>
          <a:xfrm>
            <a:off x="261720" y="2128680"/>
            <a:ext cx="1448280" cy="429120"/>
          </a:xfrm>
          <a:custGeom>
            <a:avLst/>
            <a:gdLst/>
            <a:ahLst/>
            <a:rect l="0" t="0" r="r" b="b"/>
            <a:pathLst>
              <a:path w="4023" h="1192">
                <a:moveTo>
                  <a:pt x="0" y="1125"/>
                </a:moveTo>
                <a:lnTo>
                  <a:pt x="0" y="66"/>
                </a:lnTo>
                <a:cubicBezTo>
                  <a:pt x="0" y="57"/>
                  <a:pt x="2" y="49"/>
                  <a:pt x="5" y="41"/>
                </a:cubicBezTo>
                <a:cubicBezTo>
                  <a:pt x="8" y="33"/>
                  <a:pt x="13" y="26"/>
                  <a:pt x="19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2"/>
                  <a:pt x="57" y="0"/>
                  <a:pt x="66" y="0"/>
                </a:cubicBezTo>
                <a:lnTo>
                  <a:pt x="3957" y="0"/>
                </a:lnTo>
                <a:cubicBezTo>
                  <a:pt x="3965" y="0"/>
                  <a:pt x="3974" y="2"/>
                  <a:pt x="3982" y="5"/>
                </a:cubicBezTo>
                <a:cubicBezTo>
                  <a:pt x="3990" y="8"/>
                  <a:pt x="3997" y="13"/>
                  <a:pt x="4003" y="19"/>
                </a:cubicBezTo>
                <a:cubicBezTo>
                  <a:pt x="4010" y="26"/>
                  <a:pt x="4014" y="33"/>
                  <a:pt x="4018" y="41"/>
                </a:cubicBezTo>
                <a:cubicBezTo>
                  <a:pt x="4021" y="49"/>
                  <a:pt x="4023" y="57"/>
                  <a:pt x="4023" y="66"/>
                </a:cubicBezTo>
                <a:lnTo>
                  <a:pt x="4023" y="1125"/>
                </a:lnTo>
                <a:cubicBezTo>
                  <a:pt x="4023" y="1134"/>
                  <a:pt x="4021" y="1143"/>
                  <a:pt x="4018" y="1151"/>
                </a:cubicBezTo>
                <a:cubicBezTo>
                  <a:pt x="4014" y="1159"/>
                  <a:pt x="4010" y="1166"/>
                  <a:pt x="4003" y="1172"/>
                </a:cubicBezTo>
                <a:cubicBezTo>
                  <a:pt x="3997" y="1178"/>
                  <a:pt x="3990" y="1183"/>
                  <a:pt x="3982" y="1187"/>
                </a:cubicBezTo>
                <a:cubicBezTo>
                  <a:pt x="3974" y="1190"/>
                  <a:pt x="3965" y="1192"/>
                  <a:pt x="3957" y="1192"/>
                </a:cubicBezTo>
                <a:lnTo>
                  <a:pt x="66" y="1192"/>
                </a:lnTo>
                <a:cubicBezTo>
                  <a:pt x="57" y="1192"/>
                  <a:pt x="49" y="1190"/>
                  <a:pt x="41" y="1187"/>
                </a:cubicBezTo>
                <a:cubicBezTo>
                  <a:pt x="33" y="1183"/>
                  <a:pt x="26" y="1178"/>
                  <a:pt x="19" y="1172"/>
                </a:cubicBezTo>
                <a:cubicBezTo>
                  <a:pt x="13" y="1166"/>
                  <a:pt x="8" y="1159"/>
                  <a:pt x="5" y="1151"/>
                </a:cubicBezTo>
                <a:cubicBezTo>
                  <a:pt x="2" y="1143"/>
                  <a:pt x="0" y="1134"/>
                  <a:pt x="0" y="1125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952" name="" descr=""/>
          <p:cNvPicPr/>
          <p:nvPr/>
        </p:nvPicPr>
        <p:blipFill>
          <a:blip r:embed="rId2"/>
          <a:stretch/>
        </p:blipFill>
        <p:spPr>
          <a:xfrm>
            <a:off x="266760" y="2133720"/>
            <a:ext cx="1437840" cy="418680"/>
          </a:xfrm>
          <a:prstGeom prst="rect">
            <a:avLst/>
          </a:prstGeom>
          <a:ln w="0">
            <a:noFill/>
          </a:ln>
        </p:spPr>
      </p:pic>
      <p:sp>
        <p:nvSpPr>
          <p:cNvPr id="953" name=""/>
          <p:cNvSpPr/>
          <p:nvPr/>
        </p:nvSpPr>
        <p:spPr>
          <a:xfrm>
            <a:off x="556920" y="2471400"/>
            <a:ext cx="800640" cy="76680"/>
          </a:xfrm>
          <a:custGeom>
            <a:avLst/>
            <a:gdLst/>
            <a:ahLst/>
            <a:rect l="0" t="0" r="r" b="b"/>
            <a:pathLst>
              <a:path w="2224" h="213">
                <a:moveTo>
                  <a:pt x="0" y="106"/>
                </a:move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118" y="0"/>
                </a:lnTo>
                <a:cubicBezTo>
                  <a:pt x="2132" y="0"/>
                  <a:pt x="2146" y="3"/>
                  <a:pt x="2158" y="8"/>
                </a:cubicBezTo>
                <a:cubicBezTo>
                  <a:pt x="2171" y="14"/>
                  <a:pt x="2183" y="22"/>
                  <a:pt x="2193" y="31"/>
                </a:cubicBezTo>
                <a:cubicBezTo>
                  <a:pt x="2203" y="41"/>
                  <a:pt x="2210" y="53"/>
                  <a:pt x="2216" y="66"/>
                </a:cubicBezTo>
                <a:cubicBezTo>
                  <a:pt x="2221" y="79"/>
                  <a:pt x="2224" y="92"/>
                  <a:pt x="2224" y="106"/>
                </a:cubicBezTo>
                <a:cubicBezTo>
                  <a:pt x="2224" y="120"/>
                  <a:pt x="2221" y="134"/>
                  <a:pt x="2216" y="147"/>
                </a:cubicBezTo>
                <a:cubicBezTo>
                  <a:pt x="2210" y="160"/>
                  <a:pt x="2203" y="171"/>
                  <a:pt x="2193" y="181"/>
                </a:cubicBezTo>
                <a:cubicBezTo>
                  <a:pt x="2183" y="191"/>
                  <a:pt x="2171" y="199"/>
                  <a:pt x="2158" y="205"/>
                </a:cubicBezTo>
                <a:cubicBezTo>
                  <a:pt x="2146" y="210"/>
                  <a:pt x="2132" y="213"/>
                  <a:pt x="2118" y="213"/>
                </a:cubicBezTo>
                <a:lnTo>
                  <a:pt x="106" y="213"/>
                </a:ln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lose/>
              </a:path>
            </a:pathLst>
          </a:custGeom>
          <a:noFill/>
          <a:ln w="28440">
            <a:solidFill>
              <a:srgbClr val="dd784b"/>
            </a:solidFill>
            <a:miter/>
          </a:ln>
        </p:spPr>
        <p:txBody>
          <a:bodyPr lIns="14040" rIns="14040" tIns="14040" bIns="14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4" name=""/>
          <p:cNvSpPr/>
          <p:nvPr/>
        </p:nvSpPr>
        <p:spPr>
          <a:xfrm>
            <a:off x="2100240" y="2043000"/>
            <a:ext cx="1447920" cy="600480"/>
          </a:xfrm>
          <a:custGeom>
            <a:avLst/>
            <a:gdLst/>
            <a:ahLst/>
            <a:rect l="0" t="0" r="r" b="b"/>
            <a:pathLst>
              <a:path w="4022" h="1668">
                <a:moveTo>
                  <a:pt x="0" y="1602"/>
                </a:moveTo>
                <a:lnTo>
                  <a:pt x="0" y="66"/>
                </a:lnTo>
                <a:cubicBezTo>
                  <a:pt x="0" y="57"/>
                  <a:pt x="1" y="49"/>
                  <a:pt x="5" y="41"/>
                </a:cubicBezTo>
                <a:cubicBezTo>
                  <a:pt x="8" y="33"/>
                  <a:pt x="13" y="25"/>
                  <a:pt x="19" y="19"/>
                </a:cubicBezTo>
                <a:cubicBezTo>
                  <a:pt x="25" y="13"/>
                  <a:pt x="32" y="8"/>
                  <a:pt x="40" y="5"/>
                </a:cubicBezTo>
                <a:cubicBezTo>
                  <a:pt x="48" y="1"/>
                  <a:pt x="57" y="0"/>
                  <a:pt x="66" y="0"/>
                </a:cubicBezTo>
                <a:lnTo>
                  <a:pt x="3956" y="0"/>
                </a:lnTo>
                <a:cubicBezTo>
                  <a:pt x="3965" y="0"/>
                  <a:pt x="3973" y="1"/>
                  <a:pt x="3981" y="5"/>
                </a:cubicBezTo>
                <a:cubicBezTo>
                  <a:pt x="3989" y="8"/>
                  <a:pt x="3997" y="13"/>
                  <a:pt x="4003" y="19"/>
                </a:cubicBezTo>
                <a:cubicBezTo>
                  <a:pt x="4009" y="25"/>
                  <a:pt x="4014" y="33"/>
                  <a:pt x="4017" y="41"/>
                </a:cubicBezTo>
                <a:cubicBezTo>
                  <a:pt x="4021" y="49"/>
                  <a:pt x="4022" y="57"/>
                  <a:pt x="4022" y="66"/>
                </a:cubicBezTo>
                <a:lnTo>
                  <a:pt x="4022" y="1602"/>
                </a:lnTo>
                <a:cubicBezTo>
                  <a:pt x="4022" y="1610"/>
                  <a:pt x="4021" y="1619"/>
                  <a:pt x="4017" y="1627"/>
                </a:cubicBezTo>
                <a:cubicBezTo>
                  <a:pt x="4014" y="1635"/>
                  <a:pt x="4009" y="1642"/>
                  <a:pt x="4003" y="1648"/>
                </a:cubicBezTo>
                <a:cubicBezTo>
                  <a:pt x="3997" y="1655"/>
                  <a:pt x="3989" y="1659"/>
                  <a:pt x="3981" y="1663"/>
                </a:cubicBezTo>
                <a:cubicBezTo>
                  <a:pt x="3973" y="1666"/>
                  <a:pt x="3965" y="1668"/>
                  <a:pt x="3956" y="1668"/>
                </a:cubicBezTo>
                <a:lnTo>
                  <a:pt x="66" y="1668"/>
                </a:lnTo>
                <a:cubicBezTo>
                  <a:pt x="57" y="1668"/>
                  <a:pt x="48" y="1666"/>
                  <a:pt x="40" y="1663"/>
                </a:cubicBezTo>
                <a:cubicBezTo>
                  <a:pt x="32" y="1659"/>
                  <a:pt x="25" y="1655"/>
                  <a:pt x="19" y="1648"/>
                </a:cubicBezTo>
                <a:cubicBezTo>
                  <a:pt x="13" y="1642"/>
                  <a:pt x="8" y="1635"/>
                  <a:pt x="5" y="1627"/>
                </a:cubicBezTo>
                <a:cubicBezTo>
                  <a:pt x="1" y="1619"/>
                  <a:pt x="0" y="1610"/>
                  <a:pt x="0" y="1602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955" name="" descr=""/>
          <p:cNvPicPr/>
          <p:nvPr/>
        </p:nvPicPr>
        <p:blipFill>
          <a:blip r:embed="rId3"/>
          <a:stretch/>
        </p:blipFill>
        <p:spPr>
          <a:xfrm>
            <a:off x="2104920" y="2048040"/>
            <a:ext cx="1437840" cy="590040"/>
          </a:xfrm>
          <a:prstGeom prst="rect">
            <a:avLst/>
          </a:prstGeom>
          <a:ln w="0">
            <a:noFill/>
          </a:ln>
        </p:spPr>
      </p:pic>
      <p:sp>
        <p:nvSpPr>
          <p:cNvPr id="956" name=""/>
          <p:cNvSpPr/>
          <p:nvPr/>
        </p:nvSpPr>
        <p:spPr>
          <a:xfrm>
            <a:off x="2681280" y="2166840"/>
            <a:ext cx="686160" cy="362160"/>
          </a:xfrm>
          <a:custGeom>
            <a:avLst/>
            <a:gdLst/>
            <a:ahLst/>
            <a:rect l="0" t="0" r="r" b="b"/>
            <a:pathLst>
              <a:path w="1906" h="1006">
                <a:moveTo>
                  <a:pt x="0" y="887"/>
                </a:moveTo>
                <a:lnTo>
                  <a:pt x="0" y="119"/>
                </a:ln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4" y="35"/>
                </a:cubicBezTo>
                <a:cubicBezTo>
                  <a:pt x="46" y="23"/>
                  <a:pt x="58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1786" y="0"/>
                </a:lnTo>
                <a:cubicBezTo>
                  <a:pt x="1802" y="0"/>
                  <a:pt x="1817" y="3"/>
                  <a:pt x="1832" y="9"/>
                </a:cubicBezTo>
                <a:cubicBezTo>
                  <a:pt x="1847" y="15"/>
                  <a:pt x="1859" y="23"/>
                  <a:pt x="1871" y="35"/>
                </a:cubicBezTo>
                <a:cubicBezTo>
                  <a:pt x="1882" y="46"/>
                  <a:pt x="1890" y="59"/>
                  <a:pt x="1896" y="73"/>
                </a:cubicBezTo>
                <a:cubicBezTo>
                  <a:pt x="1902" y="88"/>
                  <a:pt x="1906" y="103"/>
                  <a:pt x="1906" y="119"/>
                </a:cubicBezTo>
                <a:lnTo>
                  <a:pt x="1906" y="887"/>
                </a:lnTo>
                <a:cubicBezTo>
                  <a:pt x="1906" y="903"/>
                  <a:pt x="1902" y="918"/>
                  <a:pt x="1896" y="933"/>
                </a:cubicBezTo>
                <a:cubicBezTo>
                  <a:pt x="1890" y="947"/>
                  <a:pt x="1882" y="960"/>
                  <a:pt x="1871" y="971"/>
                </a:cubicBezTo>
                <a:cubicBezTo>
                  <a:pt x="1859" y="982"/>
                  <a:pt x="1847" y="991"/>
                  <a:pt x="1832" y="997"/>
                </a:cubicBezTo>
                <a:cubicBezTo>
                  <a:pt x="1817" y="1003"/>
                  <a:pt x="1802" y="1006"/>
                  <a:pt x="1786" y="1006"/>
                </a:cubicBezTo>
                <a:lnTo>
                  <a:pt x="119" y="1006"/>
                </a:lnTo>
                <a:cubicBezTo>
                  <a:pt x="103" y="1006"/>
                  <a:pt x="88" y="1003"/>
                  <a:pt x="73" y="997"/>
                </a:cubicBezTo>
                <a:cubicBezTo>
                  <a:pt x="58" y="991"/>
                  <a:pt x="46" y="982"/>
                  <a:pt x="34" y="971"/>
                </a:cubicBezTo>
                <a:cubicBezTo>
                  <a:pt x="23" y="960"/>
                  <a:pt x="15" y="947"/>
                  <a:pt x="9" y="933"/>
                </a:cubicBezTo>
                <a:cubicBezTo>
                  <a:pt x="3" y="918"/>
                  <a:pt x="0" y="903"/>
                  <a:pt x="0" y="887"/>
                </a:cubicBezTo>
                <a:close/>
              </a:path>
            </a:pathLst>
          </a:custGeom>
          <a:noFill/>
          <a:ln w="28440">
            <a:solidFill>
              <a:srgbClr val="dd784b"/>
            </a:solidFill>
            <a:miter/>
          </a:ln>
        </p:spPr>
        <p:txBody>
          <a:bodyPr lIns="14040" rIns="14040" tIns="14040" bIns="14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7" name=""/>
          <p:cNvSpPr/>
          <p:nvPr/>
        </p:nvSpPr>
        <p:spPr>
          <a:xfrm>
            <a:off x="3947760" y="1957320"/>
            <a:ext cx="1438920" cy="771840"/>
          </a:xfrm>
          <a:custGeom>
            <a:avLst/>
            <a:gdLst/>
            <a:ahLst/>
            <a:rect l="0" t="0" r="r" b="b"/>
            <a:pathLst>
              <a:path w="3997" h="2144">
                <a:moveTo>
                  <a:pt x="0" y="2078"/>
                </a:moveTo>
                <a:lnTo>
                  <a:pt x="0" y="66"/>
                </a:lnTo>
                <a:cubicBezTo>
                  <a:pt x="0" y="57"/>
                  <a:pt x="2" y="49"/>
                  <a:pt x="6" y="41"/>
                </a:cubicBezTo>
                <a:cubicBezTo>
                  <a:pt x="9" y="32"/>
                  <a:pt x="14" y="25"/>
                  <a:pt x="20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1"/>
                  <a:pt x="58" y="0"/>
                  <a:pt x="67" y="0"/>
                </a:cubicBezTo>
                <a:lnTo>
                  <a:pt x="3931" y="0"/>
                </a:lnTo>
                <a:cubicBezTo>
                  <a:pt x="3939" y="0"/>
                  <a:pt x="3948" y="1"/>
                  <a:pt x="3956" y="5"/>
                </a:cubicBezTo>
                <a:cubicBezTo>
                  <a:pt x="3964" y="8"/>
                  <a:pt x="3971" y="13"/>
                  <a:pt x="3977" y="19"/>
                </a:cubicBezTo>
                <a:cubicBezTo>
                  <a:pt x="3984" y="25"/>
                  <a:pt x="3988" y="32"/>
                  <a:pt x="3992" y="41"/>
                </a:cubicBezTo>
                <a:cubicBezTo>
                  <a:pt x="3995" y="49"/>
                  <a:pt x="3997" y="57"/>
                  <a:pt x="3997" y="66"/>
                </a:cubicBezTo>
                <a:lnTo>
                  <a:pt x="3997" y="2078"/>
                </a:lnTo>
                <a:cubicBezTo>
                  <a:pt x="3997" y="2086"/>
                  <a:pt x="3995" y="2095"/>
                  <a:pt x="3992" y="2103"/>
                </a:cubicBezTo>
                <a:cubicBezTo>
                  <a:pt x="3988" y="2111"/>
                  <a:pt x="3984" y="2118"/>
                  <a:pt x="3977" y="2124"/>
                </a:cubicBezTo>
                <a:cubicBezTo>
                  <a:pt x="3971" y="2131"/>
                  <a:pt x="3964" y="2135"/>
                  <a:pt x="3956" y="2139"/>
                </a:cubicBezTo>
                <a:cubicBezTo>
                  <a:pt x="3948" y="2142"/>
                  <a:pt x="3939" y="2144"/>
                  <a:pt x="3931" y="2144"/>
                </a:cubicBezTo>
                <a:lnTo>
                  <a:pt x="67" y="2144"/>
                </a:lnTo>
                <a:cubicBezTo>
                  <a:pt x="58" y="2144"/>
                  <a:pt x="49" y="2142"/>
                  <a:pt x="41" y="2139"/>
                </a:cubicBezTo>
                <a:cubicBezTo>
                  <a:pt x="33" y="2135"/>
                  <a:pt x="26" y="2131"/>
                  <a:pt x="20" y="2124"/>
                </a:cubicBezTo>
                <a:cubicBezTo>
                  <a:pt x="14" y="2118"/>
                  <a:pt x="9" y="2111"/>
                  <a:pt x="6" y="2103"/>
                </a:cubicBezTo>
                <a:cubicBezTo>
                  <a:pt x="2" y="2095"/>
                  <a:pt x="0" y="2086"/>
                  <a:pt x="0" y="207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958" name="" descr=""/>
          <p:cNvPicPr/>
          <p:nvPr/>
        </p:nvPicPr>
        <p:blipFill>
          <a:blip r:embed="rId4"/>
          <a:stretch/>
        </p:blipFill>
        <p:spPr>
          <a:xfrm>
            <a:off x="3952800" y="1962000"/>
            <a:ext cx="1428480" cy="761760"/>
          </a:xfrm>
          <a:prstGeom prst="rect">
            <a:avLst/>
          </a:prstGeom>
          <a:ln w="0">
            <a:noFill/>
          </a:ln>
        </p:spPr>
      </p:pic>
      <p:sp>
        <p:nvSpPr>
          <p:cNvPr id="959" name=""/>
          <p:cNvSpPr/>
          <p:nvPr/>
        </p:nvSpPr>
        <p:spPr>
          <a:xfrm>
            <a:off x="3957480" y="2071440"/>
            <a:ext cx="371880" cy="114840"/>
          </a:xfrm>
          <a:custGeom>
            <a:avLst/>
            <a:gdLst/>
            <a:ahLst/>
            <a:rect l="0" t="0" r="r" b="b"/>
            <a:pathLst>
              <a:path w="1033" h="319">
                <a:moveTo>
                  <a:pt x="0" y="200"/>
                </a:moveTo>
                <a:lnTo>
                  <a:pt x="0" y="120"/>
                </a:ln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914" y="0"/>
                </a:lnTo>
                <a:cubicBezTo>
                  <a:pt x="930" y="0"/>
                  <a:pt x="945" y="3"/>
                  <a:pt x="959" y="9"/>
                </a:cubicBezTo>
                <a:cubicBezTo>
                  <a:pt x="974" y="15"/>
                  <a:pt x="987" y="24"/>
                  <a:pt x="998" y="35"/>
                </a:cubicBezTo>
                <a:cubicBezTo>
                  <a:pt x="1009" y="46"/>
                  <a:pt x="1018" y="59"/>
                  <a:pt x="1024" y="74"/>
                </a:cubicBezTo>
                <a:cubicBezTo>
                  <a:pt x="1030" y="88"/>
                  <a:pt x="1033" y="103"/>
                  <a:pt x="1033" y="120"/>
                </a:cubicBezTo>
                <a:lnTo>
                  <a:pt x="1033" y="200"/>
                </a:lnTo>
                <a:cubicBezTo>
                  <a:pt x="1033" y="215"/>
                  <a:pt x="1030" y="231"/>
                  <a:pt x="1024" y="245"/>
                </a:cubicBezTo>
                <a:cubicBezTo>
                  <a:pt x="1018" y="260"/>
                  <a:pt x="1009" y="273"/>
                  <a:pt x="998" y="284"/>
                </a:cubicBezTo>
                <a:cubicBezTo>
                  <a:pt x="987" y="295"/>
                  <a:pt x="974" y="304"/>
                  <a:pt x="959" y="310"/>
                </a:cubicBezTo>
                <a:cubicBezTo>
                  <a:pt x="945" y="316"/>
                  <a:pt x="930" y="319"/>
                  <a:pt x="914" y="319"/>
                </a:cubicBezTo>
                <a:lnTo>
                  <a:pt x="119" y="319"/>
                </a:lnTo>
                <a:cubicBezTo>
                  <a:pt x="103" y="319"/>
                  <a:pt x="88" y="316"/>
                  <a:pt x="73" y="310"/>
                </a:cubicBezTo>
                <a:cubicBezTo>
                  <a:pt x="59" y="304"/>
                  <a:pt x="46" y="295"/>
                  <a:pt x="35" y="284"/>
                </a:cubicBezTo>
                <a:cubicBezTo>
                  <a:pt x="24" y="273"/>
                  <a:pt x="15" y="260"/>
                  <a:pt x="9" y="245"/>
                </a:cubicBezTo>
                <a:cubicBezTo>
                  <a:pt x="3" y="231"/>
                  <a:pt x="0" y="215"/>
                  <a:pt x="0" y="200"/>
                </a:cubicBezTo>
                <a:close/>
              </a:path>
            </a:pathLst>
          </a:custGeom>
          <a:noFill/>
          <a:ln w="28440">
            <a:solidFill>
              <a:srgbClr val="dd784b"/>
            </a:solidFill>
            <a:miter/>
          </a:ln>
        </p:spPr>
        <p:txBody>
          <a:bodyPr lIns="14040" rIns="14040" tIns="14040" bIns="14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0" name=""/>
          <p:cNvSpPr/>
          <p:nvPr/>
        </p:nvSpPr>
        <p:spPr>
          <a:xfrm>
            <a:off x="5786280" y="1985760"/>
            <a:ext cx="1448280" cy="572040"/>
          </a:xfrm>
          <a:custGeom>
            <a:avLst/>
            <a:gdLst/>
            <a:ahLst/>
            <a:rect l="0" t="0" r="r" b="b"/>
            <a:pathLst>
              <a:path w="4023" h="1589">
                <a:moveTo>
                  <a:pt x="0" y="1522"/>
                </a:moveTo>
                <a:lnTo>
                  <a:pt x="0" y="67"/>
                </a:lnTo>
                <a:cubicBezTo>
                  <a:pt x="0" y="58"/>
                  <a:pt x="2" y="50"/>
                  <a:pt x="5" y="42"/>
                </a:cubicBezTo>
                <a:cubicBezTo>
                  <a:pt x="8" y="33"/>
                  <a:pt x="13" y="26"/>
                  <a:pt x="19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2"/>
                  <a:pt x="57" y="0"/>
                  <a:pt x="66" y="0"/>
                </a:cubicBezTo>
                <a:lnTo>
                  <a:pt x="3956" y="0"/>
                </a:lnTo>
                <a:cubicBezTo>
                  <a:pt x="3965" y="0"/>
                  <a:pt x="3974" y="2"/>
                  <a:pt x="3982" y="5"/>
                </a:cubicBezTo>
                <a:cubicBezTo>
                  <a:pt x="3990" y="8"/>
                  <a:pt x="3997" y="13"/>
                  <a:pt x="4003" y="19"/>
                </a:cubicBezTo>
                <a:cubicBezTo>
                  <a:pt x="4009" y="26"/>
                  <a:pt x="4014" y="33"/>
                  <a:pt x="4018" y="42"/>
                </a:cubicBezTo>
                <a:cubicBezTo>
                  <a:pt x="4021" y="50"/>
                  <a:pt x="4023" y="58"/>
                  <a:pt x="4023" y="67"/>
                </a:cubicBezTo>
                <a:lnTo>
                  <a:pt x="4023" y="1522"/>
                </a:lnTo>
                <a:cubicBezTo>
                  <a:pt x="4023" y="1531"/>
                  <a:pt x="4021" y="1540"/>
                  <a:pt x="4018" y="1548"/>
                </a:cubicBezTo>
                <a:cubicBezTo>
                  <a:pt x="4014" y="1556"/>
                  <a:pt x="4009" y="1563"/>
                  <a:pt x="4003" y="1569"/>
                </a:cubicBezTo>
                <a:cubicBezTo>
                  <a:pt x="3997" y="1575"/>
                  <a:pt x="3990" y="1580"/>
                  <a:pt x="3982" y="1584"/>
                </a:cubicBezTo>
                <a:cubicBezTo>
                  <a:pt x="3974" y="1587"/>
                  <a:pt x="3965" y="1589"/>
                  <a:pt x="3956" y="1589"/>
                </a:cubicBezTo>
                <a:lnTo>
                  <a:pt x="66" y="1589"/>
                </a:lnTo>
                <a:cubicBezTo>
                  <a:pt x="57" y="1589"/>
                  <a:pt x="49" y="1587"/>
                  <a:pt x="41" y="1584"/>
                </a:cubicBezTo>
                <a:cubicBezTo>
                  <a:pt x="33" y="1580"/>
                  <a:pt x="26" y="1575"/>
                  <a:pt x="19" y="1569"/>
                </a:cubicBezTo>
                <a:cubicBezTo>
                  <a:pt x="13" y="1563"/>
                  <a:pt x="8" y="1556"/>
                  <a:pt x="5" y="1548"/>
                </a:cubicBezTo>
                <a:cubicBezTo>
                  <a:pt x="2" y="1540"/>
                  <a:pt x="0" y="1531"/>
                  <a:pt x="0" y="1522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961" name="" descr=""/>
          <p:cNvPicPr/>
          <p:nvPr/>
        </p:nvPicPr>
        <p:blipFill>
          <a:blip r:embed="rId5"/>
          <a:stretch/>
        </p:blipFill>
        <p:spPr>
          <a:xfrm>
            <a:off x="5791320" y="1990800"/>
            <a:ext cx="1437840" cy="561600"/>
          </a:xfrm>
          <a:prstGeom prst="rect">
            <a:avLst/>
          </a:prstGeom>
          <a:ln w="0">
            <a:noFill/>
          </a:ln>
        </p:spPr>
      </p:pic>
      <p:sp>
        <p:nvSpPr>
          <p:cNvPr id="962" name=""/>
          <p:cNvSpPr/>
          <p:nvPr/>
        </p:nvSpPr>
        <p:spPr>
          <a:xfrm>
            <a:off x="7634160" y="1699920"/>
            <a:ext cx="1429200" cy="1134000"/>
          </a:xfrm>
          <a:custGeom>
            <a:avLst/>
            <a:gdLst/>
            <a:ahLst/>
            <a:rect l="0" t="0" r="r" b="b"/>
            <a:pathLst>
              <a:path w="3970" h="3150">
                <a:moveTo>
                  <a:pt x="0" y="3083"/>
                </a:moveTo>
                <a:lnTo>
                  <a:pt x="0" y="66"/>
                </a:lnTo>
                <a:cubicBezTo>
                  <a:pt x="0" y="58"/>
                  <a:pt x="2" y="49"/>
                  <a:pt x="5" y="41"/>
                </a:cubicBezTo>
                <a:cubicBezTo>
                  <a:pt x="8" y="33"/>
                  <a:pt x="13" y="26"/>
                  <a:pt x="19" y="20"/>
                </a:cubicBezTo>
                <a:cubicBezTo>
                  <a:pt x="25" y="13"/>
                  <a:pt x="33" y="9"/>
                  <a:pt x="41" y="5"/>
                </a:cubicBezTo>
                <a:cubicBezTo>
                  <a:pt x="49" y="2"/>
                  <a:pt x="57" y="0"/>
                  <a:pt x="66" y="0"/>
                </a:cubicBezTo>
                <a:lnTo>
                  <a:pt x="3903" y="0"/>
                </a:lnTo>
                <a:cubicBezTo>
                  <a:pt x="3912" y="0"/>
                  <a:pt x="3921" y="2"/>
                  <a:pt x="3929" y="5"/>
                </a:cubicBezTo>
                <a:cubicBezTo>
                  <a:pt x="3937" y="9"/>
                  <a:pt x="3944" y="13"/>
                  <a:pt x="3950" y="20"/>
                </a:cubicBezTo>
                <a:cubicBezTo>
                  <a:pt x="3956" y="26"/>
                  <a:pt x="3961" y="33"/>
                  <a:pt x="3965" y="41"/>
                </a:cubicBezTo>
                <a:cubicBezTo>
                  <a:pt x="3968" y="49"/>
                  <a:pt x="3970" y="58"/>
                  <a:pt x="3970" y="66"/>
                </a:cubicBezTo>
                <a:lnTo>
                  <a:pt x="3970" y="3083"/>
                </a:lnTo>
                <a:cubicBezTo>
                  <a:pt x="3970" y="3091"/>
                  <a:pt x="3968" y="3100"/>
                  <a:pt x="3965" y="3108"/>
                </a:cubicBezTo>
                <a:cubicBezTo>
                  <a:pt x="3961" y="3116"/>
                  <a:pt x="3956" y="3123"/>
                  <a:pt x="3950" y="3129"/>
                </a:cubicBezTo>
                <a:cubicBezTo>
                  <a:pt x="3944" y="3136"/>
                  <a:pt x="3937" y="3140"/>
                  <a:pt x="3929" y="3144"/>
                </a:cubicBezTo>
                <a:cubicBezTo>
                  <a:pt x="3921" y="3147"/>
                  <a:pt x="3912" y="3150"/>
                  <a:pt x="3903" y="3150"/>
                </a:cubicBezTo>
                <a:lnTo>
                  <a:pt x="66" y="3150"/>
                </a:lnTo>
                <a:cubicBezTo>
                  <a:pt x="57" y="3150"/>
                  <a:pt x="49" y="3147"/>
                  <a:pt x="41" y="3144"/>
                </a:cubicBezTo>
                <a:cubicBezTo>
                  <a:pt x="33" y="3140"/>
                  <a:pt x="25" y="3136"/>
                  <a:pt x="19" y="3129"/>
                </a:cubicBezTo>
                <a:cubicBezTo>
                  <a:pt x="13" y="3123"/>
                  <a:pt x="8" y="3116"/>
                  <a:pt x="5" y="3108"/>
                </a:cubicBezTo>
                <a:cubicBezTo>
                  <a:pt x="2" y="3100"/>
                  <a:pt x="0" y="3091"/>
                  <a:pt x="0" y="3083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963" name="" descr=""/>
          <p:cNvPicPr/>
          <p:nvPr/>
        </p:nvPicPr>
        <p:blipFill>
          <a:blip r:embed="rId6"/>
          <a:stretch/>
        </p:blipFill>
        <p:spPr>
          <a:xfrm>
            <a:off x="7639200" y="1704960"/>
            <a:ext cx="1418760" cy="1123560"/>
          </a:xfrm>
          <a:prstGeom prst="rect">
            <a:avLst/>
          </a:prstGeom>
          <a:ln w="0">
            <a:noFill/>
          </a:ln>
        </p:spPr>
      </p:pic>
      <p:sp>
        <p:nvSpPr>
          <p:cNvPr id="96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5514480" y="4011120"/>
            <a:ext cx="17791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nieuwe begrippen en relaties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7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97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973" name=""/>
          <p:cNvSpPr/>
          <p:nvPr/>
        </p:nvSpPr>
        <p:spPr>
          <a:xfrm>
            <a:off x="171360" y="552240"/>
            <a:ext cx="5743800" cy="4496040"/>
          </a:xfrm>
          <a:custGeom>
            <a:avLst/>
            <a:gdLst/>
            <a:ahLst/>
            <a:rect l="0" t="0" r="r" b="b"/>
            <a:pathLst>
              <a:path w="15955" h="12489">
                <a:moveTo>
                  <a:pt x="0" y="0"/>
                </a:moveTo>
                <a:lnTo>
                  <a:pt x="15955" y="0"/>
                </a:lnTo>
                <a:lnTo>
                  <a:pt x="15955" y="12489"/>
                </a:lnTo>
                <a:lnTo>
                  <a:pt x="0" y="124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974" name="" descr=""/>
          <p:cNvPicPr/>
          <p:nvPr/>
        </p:nvPicPr>
        <p:blipFill>
          <a:blip r:embed="rId2"/>
          <a:stretch/>
        </p:blipFill>
        <p:spPr>
          <a:xfrm>
            <a:off x="171360" y="552600"/>
            <a:ext cx="5743080" cy="4495320"/>
          </a:xfrm>
          <a:prstGeom prst="rect">
            <a:avLst/>
          </a:prstGeom>
          <a:ln w="0">
            <a:noFill/>
          </a:ln>
        </p:spPr>
      </p:pic>
      <p:sp>
        <p:nvSpPr>
          <p:cNvPr id="975" name=""/>
          <p:cNvSpPr/>
          <p:nvPr/>
        </p:nvSpPr>
        <p:spPr>
          <a:xfrm>
            <a:off x="6057720" y="971280"/>
            <a:ext cx="3105360" cy="781560"/>
          </a:xfrm>
          <a:custGeom>
            <a:avLst/>
            <a:gdLst/>
            <a:ahLst/>
            <a:rect l="0" t="0" r="r" b="b"/>
            <a:pathLst>
              <a:path w="8626" h="2171">
                <a:moveTo>
                  <a:pt x="0" y="0"/>
                </a:moveTo>
                <a:lnTo>
                  <a:pt x="8626" y="0"/>
                </a:lnTo>
                <a:lnTo>
                  <a:pt x="8626" y="2171"/>
                </a:lnTo>
                <a:lnTo>
                  <a:pt x="0" y="21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6" name=""/>
          <p:cNvSpPr/>
          <p:nvPr/>
        </p:nvSpPr>
        <p:spPr>
          <a:xfrm>
            <a:off x="6057720" y="971280"/>
            <a:ext cx="3105360" cy="38520"/>
          </a:xfrm>
          <a:custGeom>
            <a:avLst/>
            <a:gdLst/>
            <a:ahLst/>
            <a:rect l="0" t="0" r="r" b="b"/>
            <a:pathLst>
              <a:path w="8626" h="107">
                <a:moveTo>
                  <a:pt x="0" y="0"/>
                </a:moveTo>
                <a:lnTo>
                  <a:pt x="8626" y="0"/>
                </a:lnTo>
                <a:lnTo>
                  <a:pt x="862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7" name=""/>
          <p:cNvSpPr/>
          <p:nvPr/>
        </p:nvSpPr>
        <p:spPr>
          <a:xfrm>
            <a:off x="6057720" y="1742760"/>
            <a:ext cx="3105360" cy="10080"/>
          </a:xfrm>
          <a:custGeom>
            <a:avLst/>
            <a:gdLst/>
            <a:ahLst/>
            <a:rect l="0" t="0" r="r" b="b"/>
            <a:pathLst>
              <a:path w="8626" h="28">
                <a:moveTo>
                  <a:pt x="0" y="0"/>
                </a:moveTo>
                <a:lnTo>
                  <a:pt x="8626" y="0"/>
                </a:lnTo>
                <a:lnTo>
                  <a:pt x="86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8" name=""/>
          <p:cNvSpPr/>
          <p:nvPr/>
        </p:nvSpPr>
        <p:spPr>
          <a:xfrm>
            <a:off x="9153360" y="971280"/>
            <a:ext cx="9720" cy="781560"/>
          </a:xfrm>
          <a:custGeom>
            <a:avLst/>
            <a:gdLst/>
            <a:ahLst/>
            <a:rect l="0" t="0" r="r" b="b"/>
            <a:pathLst>
              <a:path w="27" h="2171">
                <a:moveTo>
                  <a:pt x="0" y="106"/>
                </a:moveTo>
                <a:lnTo>
                  <a:pt x="0" y="2171"/>
                </a:lnTo>
                <a:lnTo>
                  <a:pt x="27" y="2171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9" name=""/>
          <p:cNvSpPr/>
          <p:nvPr/>
        </p:nvSpPr>
        <p:spPr>
          <a:xfrm>
            <a:off x="6057720" y="971280"/>
            <a:ext cx="9720" cy="781560"/>
          </a:xfrm>
          <a:custGeom>
            <a:avLst/>
            <a:gdLst/>
            <a:ahLst/>
            <a:rect l="0" t="0" r="r" b="b"/>
            <a:pathLst>
              <a:path w="27" h="2171">
                <a:moveTo>
                  <a:pt x="0" y="0"/>
                </a:moveTo>
                <a:lnTo>
                  <a:pt x="0" y="2171"/>
                </a:lnTo>
                <a:lnTo>
                  <a:pt x="27" y="2171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0" name=""/>
          <p:cNvSpPr/>
          <p:nvPr/>
        </p:nvSpPr>
        <p:spPr>
          <a:xfrm>
            <a:off x="6057720" y="1828440"/>
            <a:ext cx="3105360" cy="781560"/>
          </a:xfrm>
          <a:custGeom>
            <a:avLst/>
            <a:gdLst/>
            <a:ahLst/>
            <a:rect l="0" t="0" r="r" b="b"/>
            <a:pathLst>
              <a:path w="8626" h="2171">
                <a:moveTo>
                  <a:pt x="0" y="0"/>
                </a:moveTo>
                <a:lnTo>
                  <a:pt x="8626" y="0"/>
                </a:lnTo>
                <a:lnTo>
                  <a:pt x="8626" y="2171"/>
                </a:lnTo>
                <a:lnTo>
                  <a:pt x="0" y="21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1" name=""/>
          <p:cNvSpPr/>
          <p:nvPr/>
        </p:nvSpPr>
        <p:spPr>
          <a:xfrm>
            <a:off x="6057720" y="1828440"/>
            <a:ext cx="3105360" cy="38520"/>
          </a:xfrm>
          <a:custGeom>
            <a:avLst/>
            <a:gdLst/>
            <a:ahLst/>
            <a:rect l="0" t="0" r="r" b="b"/>
            <a:pathLst>
              <a:path w="8626" h="107">
                <a:moveTo>
                  <a:pt x="0" y="0"/>
                </a:moveTo>
                <a:lnTo>
                  <a:pt x="8626" y="0"/>
                </a:lnTo>
                <a:lnTo>
                  <a:pt x="862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2" name=""/>
          <p:cNvSpPr/>
          <p:nvPr/>
        </p:nvSpPr>
        <p:spPr>
          <a:xfrm>
            <a:off x="6057720" y="2600280"/>
            <a:ext cx="3105360" cy="9720"/>
          </a:xfrm>
          <a:custGeom>
            <a:avLst/>
            <a:gdLst/>
            <a:ahLst/>
            <a:rect l="0" t="0" r="r" b="b"/>
            <a:pathLst>
              <a:path w="8626" h="27">
                <a:moveTo>
                  <a:pt x="0" y="0"/>
                </a:moveTo>
                <a:lnTo>
                  <a:pt x="8626" y="0"/>
                </a:lnTo>
                <a:lnTo>
                  <a:pt x="8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3" name=""/>
          <p:cNvSpPr/>
          <p:nvPr/>
        </p:nvSpPr>
        <p:spPr>
          <a:xfrm>
            <a:off x="9153360" y="1828440"/>
            <a:ext cx="9720" cy="781560"/>
          </a:xfrm>
          <a:custGeom>
            <a:avLst/>
            <a:gdLst/>
            <a:ahLst/>
            <a:rect l="0" t="0" r="r" b="b"/>
            <a:pathLst>
              <a:path w="27" h="2171">
                <a:moveTo>
                  <a:pt x="0" y="106"/>
                </a:moveTo>
                <a:lnTo>
                  <a:pt x="0" y="2171"/>
                </a:lnTo>
                <a:lnTo>
                  <a:pt x="27" y="2171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4" name=""/>
          <p:cNvSpPr/>
          <p:nvPr/>
        </p:nvSpPr>
        <p:spPr>
          <a:xfrm>
            <a:off x="6057720" y="1828440"/>
            <a:ext cx="9720" cy="781560"/>
          </a:xfrm>
          <a:custGeom>
            <a:avLst/>
            <a:gdLst/>
            <a:ahLst/>
            <a:rect l="0" t="0" r="r" b="b"/>
            <a:pathLst>
              <a:path w="27" h="2171">
                <a:moveTo>
                  <a:pt x="0" y="0"/>
                </a:moveTo>
                <a:lnTo>
                  <a:pt x="0" y="2171"/>
                </a:lnTo>
                <a:lnTo>
                  <a:pt x="27" y="2171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5" name=""/>
          <p:cNvSpPr/>
          <p:nvPr/>
        </p:nvSpPr>
        <p:spPr>
          <a:xfrm>
            <a:off x="6057720" y="2685960"/>
            <a:ext cx="3105360" cy="1200240"/>
          </a:xfrm>
          <a:custGeom>
            <a:avLst/>
            <a:gdLst/>
            <a:ahLst/>
            <a:rect l="0" t="0" r="r" b="b"/>
            <a:pathLst>
              <a:path w="8626" h="3334">
                <a:moveTo>
                  <a:pt x="0" y="0"/>
                </a:moveTo>
                <a:lnTo>
                  <a:pt x="8626" y="0"/>
                </a:lnTo>
                <a:lnTo>
                  <a:pt x="8626" y="3334"/>
                </a:lnTo>
                <a:lnTo>
                  <a:pt x="0" y="33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6" name=""/>
          <p:cNvSpPr/>
          <p:nvPr/>
        </p:nvSpPr>
        <p:spPr>
          <a:xfrm>
            <a:off x="6057720" y="2685960"/>
            <a:ext cx="3105360" cy="38520"/>
          </a:xfrm>
          <a:custGeom>
            <a:avLst/>
            <a:gdLst/>
            <a:ahLst/>
            <a:rect l="0" t="0" r="r" b="b"/>
            <a:pathLst>
              <a:path w="8626" h="107">
                <a:moveTo>
                  <a:pt x="0" y="0"/>
                </a:moveTo>
                <a:lnTo>
                  <a:pt x="8626" y="0"/>
                </a:lnTo>
                <a:lnTo>
                  <a:pt x="862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7" name=""/>
          <p:cNvSpPr/>
          <p:nvPr/>
        </p:nvSpPr>
        <p:spPr>
          <a:xfrm>
            <a:off x="6057720" y="3876480"/>
            <a:ext cx="3105360" cy="9720"/>
          </a:xfrm>
          <a:custGeom>
            <a:avLst/>
            <a:gdLst/>
            <a:ahLst/>
            <a:rect l="0" t="0" r="r" b="b"/>
            <a:pathLst>
              <a:path w="8626" h="27">
                <a:moveTo>
                  <a:pt x="0" y="0"/>
                </a:moveTo>
                <a:lnTo>
                  <a:pt x="8626" y="0"/>
                </a:lnTo>
                <a:lnTo>
                  <a:pt x="8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8" name=""/>
          <p:cNvSpPr/>
          <p:nvPr/>
        </p:nvSpPr>
        <p:spPr>
          <a:xfrm>
            <a:off x="9153360" y="2685960"/>
            <a:ext cx="9720" cy="1200240"/>
          </a:xfrm>
          <a:custGeom>
            <a:avLst/>
            <a:gdLst/>
            <a:ahLst/>
            <a:rect l="0" t="0" r="r" b="b"/>
            <a:pathLst>
              <a:path w="27" h="3334">
                <a:moveTo>
                  <a:pt x="0" y="106"/>
                </a:moveTo>
                <a:lnTo>
                  <a:pt x="0" y="3334"/>
                </a:lnTo>
                <a:lnTo>
                  <a:pt x="27" y="3334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9" name=""/>
          <p:cNvSpPr/>
          <p:nvPr/>
        </p:nvSpPr>
        <p:spPr>
          <a:xfrm>
            <a:off x="6057720" y="2685960"/>
            <a:ext cx="9720" cy="1200240"/>
          </a:xfrm>
          <a:custGeom>
            <a:avLst/>
            <a:gdLst/>
            <a:ahLst/>
            <a:rect l="0" t="0" r="r" b="b"/>
            <a:pathLst>
              <a:path w="27" h="3334">
                <a:moveTo>
                  <a:pt x="0" y="0"/>
                </a:moveTo>
                <a:lnTo>
                  <a:pt x="0" y="3334"/>
                </a:lnTo>
                <a:lnTo>
                  <a:pt x="27" y="3334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0" name=""/>
          <p:cNvSpPr/>
          <p:nvPr/>
        </p:nvSpPr>
        <p:spPr>
          <a:xfrm>
            <a:off x="6057720" y="3981240"/>
            <a:ext cx="3105360" cy="410040"/>
          </a:xfrm>
          <a:custGeom>
            <a:avLst/>
            <a:gdLst/>
            <a:ahLst/>
            <a:rect l="0" t="0" r="r" b="b"/>
            <a:pathLst>
              <a:path w="8626" h="1139">
                <a:moveTo>
                  <a:pt x="0" y="0"/>
                </a:moveTo>
                <a:lnTo>
                  <a:pt x="8626" y="0"/>
                </a:lnTo>
                <a:lnTo>
                  <a:pt x="862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1" name=""/>
          <p:cNvSpPr/>
          <p:nvPr/>
        </p:nvSpPr>
        <p:spPr>
          <a:xfrm>
            <a:off x="6057720" y="4448160"/>
            <a:ext cx="1895760" cy="181080"/>
          </a:xfrm>
          <a:custGeom>
            <a:avLst/>
            <a:gdLst/>
            <a:ahLst/>
            <a:rect l="0" t="0" r="r" b="b"/>
            <a:pathLst>
              <a:path w="5266" h="503">
                <a:moveTo>
                  <a:pt x="0" y="0"/>
                </a:moveTo>
                <a:lnTo>
                  <a:pt x="5266" y="0"/>
                </a:lnTo>
                <a:lnTo>
                  <a:pt x="5266" y="503"/>
                </a:lnTo>
                <a:lnTo>
                  <a:pt x="0" y="5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2" name=""/>
          <p:cNvSpPr/>
          <p:nvPr/>
        </p:nvSpPr>
        <p:spPr>
          <a:xfrm>
            <a:off x="6184440" y="1130040"/>
            <a:ext cx="176400" cy="182520"/>
          </a:xfrm>
          <a:custGeom>
            <a:avLst/>
            <a:gdLst/>
            <a:ahLst/>
            <a:rect l="0" t="0" r="r" b="b"/>
            <a:pathLst>
              <a:path w="490" h="507">
                <a:moveTo>
                  <a:pt x="105" y="140"/>
                </a:moveTo>
                <a:cubicBezTo>
                  <a:pt x="96" y="140"/>
                  <a:pt x="87" y="138"/>
                  <a:pt x="78" y="134"/>
                </a:cubicBezTo>
                <a:cubicBezTo>
                  <a:pt x="70" y="131"/>
                  <a:pt x="62" y="126"/>
                  <a:pt x="56" y="119"/>
                </a:cubicBezTo>
                <a:cubicBezTo>
                  <a:pt x="49" y="113"/>
                  <a:pt x="44" y="105"/>
                  <a:pt x="41" y="97"/>
                </a:cubicBezTo>
                <a:cubicBezTo>
                  <a:pt x="37" y="88"/>
                  <a:pt x="35" y="79"/>
                  <a:pt x="35" y="70"/>
                </a:cubicBezTo>
                <a:cubicBezTo>
                  <a:pt x="35" y="61"/>
                  <a:pt x="37" y="52"/>
                  <a:pt x="41" y="43"/>
                </a:cubicBezTo>
                <a:cubicBezTo>
                  <a:pt x="44" y="35"/>
                  <a:pt x="49" y="27"/>
                  <a:pt x="56" y="20"/>
                </a:cubicBezTo>
                <a:cubicBezTo>
                  <a:pt x="62" y="14"/>
                  <a:pt x="70" y="9"/>
                  <a:pt x="78" y="5"/>
                </a:cubicBezTo>
                <a:cubicBezTo>
                  <a:pt x="87" y="2"/>
                  <a:pt x="96" y="0"/>
                  <a:pt x="105" y="0"/>
                </a:cubicBezTo>
                <a:cubicBezTo>
                  <a:pt x="114" y="0"/>
                  <a:pt x="123" y="2"/>
                  <a:pt x="132" y="5"/>
                </a:cubicBezTo>
                <a:cubicBezTo>
                  <a:pt x="140" y="9"/>
                  <a:pt x="149" y="14"/>
                  <a:pt x="155" y="20"/>
                </a:cubicBezTo>
                <a:cubicBezTo>
                  <a:pt x="162" y="27"/>
                  <a:pt x="167" y="35"/>
                  <a:pt x="171" y="43"/>
                </a:cubicBezTo>
                <a:cubicBezTo>
                  <a:pt x="174" y="52"/>
                  <a:pt x="176" y="61"/>
                  <a:pt x="176" y="70"/>
                </a:cubicBezTo>
                <a:cubicBezTo>
                  <a:pt x="176" y="79"/>
                  <a:pt x="174" y="88"/>
                  <a:pt x="171" y="97"/>
                </a:cubicBezTo>
                <a:cubicBezTo>
                  <a:pt x="167" y="105"/>
                  <a:pt x="162" y="113"/>
                  <a:pt x="155" y="119"/>
                </a:cubicBezTo>
                <a:cubicBezTo>
                  <a:pt x="149" y="126"/>
                  <a:pt x="140" y="131"/>
                  <a:pt x="132" y="134"/>
                </a:cubicBezTo>
                <a:cubicBezTo>
                  <a:pt x="123" y="138"/>
                  <a:pt x="114" y="140"/>
                  <a:pt x="105" y="140"/>
                </a:cubicBezTo>
                <a:moveTo>
                  <a:pt x="105" y="35"/>
                </a:moveTo>
                <a:cubicBezTo>
                  <a:pt x="100" y="35"/>
                  <a:pt x="96" y="36"/>
                  <a:pt x="92" y="38"/>
                </a:cubicBezTo>
                <a:cubicBezTo>
                  <a:pt x="87" y="39"/>
                  <a:pt x="84" y="42"/>
                  <a:pt x="80" y="45"/>
                </a:cubicBezTo>
                <a:cubicBezTo>
                  <a:pt x="77" y="48"/>
                  <a:pt x="75" y="52"/>
                  <a:pt x="73" y="56"/>
                </a:cubicBezTo>
                <a:cubicBezTo>
                  <a:pt x="71" y="61"/>
                  <a:pt x="70" y="65"/>
                  <a:pt x="70" y="70"/>
                </a:cubicBezTo>
                <a:cubicBezTo>
                  <a:pt x="70" y="74"/>
                  <a:pt x="71" y="79"/>
                  <a:pt x="73" y="83"/>
                </a:cubicBezTo>
                <a:cubicBezTo>
                  <a:pt x="75" y="87"/>
                  <a:pt x="77" y="91"/>
                  <a:pt x="80" y="95"/>
                </a:cubicBezTo>
                <a:cubicBezTo>
                  <a:pt x="84" y="98"/>
                  <a:pt x="87" y="100"/>
                  <a:pt x="92" y="102"/>
                </a:cubicBezTo>
                <a:cubicBezTo>
                  <a:pt x="96" y="104"/>
                  <a:pt x="100" y="105"/>
                  <a:pt x="105" y="105"/>
                </a:cubicBezTo>
                <a:cubicBezTo>
                  <a:pt x="110" y="105"/>
                  <a:pt x="114" y="104"/>
                  <a:pt x="118" y="102"/>
                </a:cubicBezTo>
                <a:cubicBezTo>
                  <a:pt x="123" y="100"/>
                  <a:pt x="127" y="98"/>
                  <a:pt x="130" y="95"/>
                </a:cubicBezTo>
                <a:cubicBezTo>
                  <a:pt x="133" y="91"/>
                  <a:pt x="136" y="87"/>
                  <a:pt x="137" y="83"/>
                </a:cubicBezTo>
                <a:cubicBezTo>
                  <a:pt x="139" y="79"/>
                  <a:pt x="140" y="74"/>
                  <a:pt x="140" y="70"/>
                </a:cubicBezTo>
                <a:cubicBezTo>
                  <a:pt x="140" y="65"/>
                  <a:pt x="139" y="61"/>
                  <a:pt x="137" y="56"/>
                </a:cubicBezTo>
                <a:cubicBezTo>
                  <a:pt x="136" y="52"/>
                  <a:pt x="133" y="48"/>
                  <a:pt x="130" y="45"/>
                </a:cubicBezTo>
                <a:cubicBezTo>
                  <a:pt x="127" y="42"/>
                  <a:pt x="123" y="39"/>
                  <a:pt x="118" y="38"/>
                </a:cubicBezTo>
                <a:cubicBezTo>
                  <a:pt x="114" y="36"/>
                  <a:pt x="110" y="35"/>
                  <a:pt x="105" y="35"/>
                </a:cubicBezTo>
                <a:moveTo>
                  <a:pt x="385" y="140"/>
                </a:moveTo>
                <a:cubicBezTo>
                  <a:pt x="376" y="140"/>
                  <a:pt x="367" y="138"/>
                  <a:pt x="359" y="134"/>
                </a:cubicBezTo>
                <a:cubicBezTo>
                  <a:pt x="350" y="131"/>
                  <a:pt x="343" y="126"/>
                  <a:pt x="336" y="119"/>
                </a:cubicBezTo>
                <a:cubicBezTo>
                  <a:pt x="329" y="113"/>
                  <a:pt x="324" y="105"/>
                  <a:pt x="321" y="97"/>
                </a:cubicBezTo>
                <a:cubicBezTo>
                  <a:pt x="317" y="88"/>
                  <a:pt x="316" y="79"/>
                  <a:pt x="316" y="70"/>
                </a:cubicBezTo>
                <a:cubicBezTo>
                  <a:pt x="316" y="61"/>
                  <a:pt x="317" y="52"/>
                  <a:pt x="321" y="43"/>
                </a:cubicBezTo>
                <a:cubicBezTo>
                  <a:pt x="324" y="35"/>
                  <a:pt x="329" y="27"/>
                  <a:pt x="336" y="20"/>
                </a:cubicBezTo>
                <a:cubicBezTo>
                  <a:pt x="343" y="14"/>
                  <a:pt x="350" y="9"/>
                  <a:pt x="359" y="5"/>
                </a:cubicBezTo>
                <a:cubicBezTo>
                  <a:pt x="367" y="2"/>
                  <a:pt x="376" y="0"/>
                  <a:pt x="385" y="0"/>
                </a:cubicBezTo>
                <a:cubicBezTo>
                  <a:pt x="395" y="0"/>
                  <a:pt x="404" y="2"/>
                  <a:pt x="412" y="5"/>
                </a:cubicBezTo>
                <a:cubicBezTo>
                  <a:pt x="421" y="9"/>
                  <a:pt x="428" y="14"/>
                  <a:pt x="435" y="20"/>
                </a:cubicBezTo>
                <a:cubicBezTo>
                  <a:pt x="441" y="27"/>
                  <a:pt x="446" y="35"/>
                  <a:pt x="450" y="43"/>
                </a:cubicBezTo>
                <a:cubicBezTo>
                  <a:pt x="453" y="52"/>
                  <a:pt x="455" y="61"/>
                  <a:pt x="455" y="70"/>
                </a:cubicBezTo>
                <a:cubicBezTo>
                  <a:pt x="455" y="79"/>
                  <a:pt x="453" y="88"/>
                  <a:pt x="450" y="97"/>
                </a:cubicBezTo>
                <a:cubicBezTo>
                  <a:pt x="446" y="105"/>
                  <a:pt x="441" y="113"/>
                  <a:pt x="435" y="119"/>
                </a:cubicBezTo>
                <a:cubicBezTo>
                  <a:pt x="428" y="126"/>
                  <a:pt x="421" y="131"/>
                  <a:pt x="412" y="134"/>
                </a:cubicBezTo>
                <a:cubicBezTo>
                  <a:pt x="404" y="138"/>
                  <a:pt x="395" y="140"/>
                  <a:pt x="385" y="140"/>
                </a:cubicBezTo>
                <a:moveTo>
                  <a:pt x="385" y="35"/>
                </a:moveTo>
                <a:cubicBezTo>
                  <a:pt x="381" y="35"/>
                  <a:pt x="376" y="36"/>
                  <a:pt x="372" y="38"/>
                </a:cubicBezTo>
                <a:cubicBezTo>
                  <a:pt x="368" y="39"/>
                  <a:pt x="364" y="42"/>
                  <a:pt x="361" y="45"/>
                </a:cubicBezTo>
                <a:cubicBezTo>
                  <a:pt x="357" y="48"/>
                  <a:pt x="355" y="52"/>
                  <a:pt x="353" y="56"/>
                </a:cubicBezTo>
                <a:cubicBezTo>
                  <a:pt x="351" y="61"/>
                  <a:pt x="350" y="65"/>
                  <a:pt x="350" y="70"/>
                </a:cubicBezTo>
                <a:cubicBezTo>
                  <a:pt x="350" y="74"/>
                  <a:pt x="351" y="79"/>
                  <a:pt x="353" y="83"/>
                </a:cubicBezTo>
                <a:cubicBezTo>
                  <a:pt x="355" y="87"/>
                  <a:pt x="357" y="91"/>
                  <a:pt x="361" y="95"/>
                </a:cubicBezTo>
                <a:cubicBezTo>
                  <a:pt x="364" y="98"/>
                  <a:pt x="368" y="100"/>
                  <a:pt x="372" y="102"/>
                </a:cubicBezTo>
                <a:cubicBezTo>
                  <a:pt x="376" y="104"/>
                  <a:pt x="381" y="105"/>
                  <a:pt x="385" y="105"/>
                </a:cubicBezTo>
                <a:cubicBezTo>
                  <a:pt x="390" y="105"/>
                  <a:pt x="394" y="104"/>
                  <a:pt x="399" y="102"/>
                </a:cubicBezTo>
                <a:cubicBezTo>
                  <a:pt x="403" y="100"/>
                  <a:pt x="407" y="98"/>
                  <a:pt x="410" y="95"/>
                </a:cubicBezTo>
                <a:cubicBezTo>
                  <a:pt x="413" y="91"/>
                  <a:pt x="416" y="87"/>
                  <a:pt x="418" y="83"/>
                </a:cubicBezTo>
                <a:cubicBezTo>
                  <a:pt x="419" y="79"/>
                  <a:pt x="420" y="74"/>
                  <a:pt x="420" y="70"/>
                </a:cubicBezTo>
                <a:cubicBezTo>
                  <a:pt x="420" y="65"/>
                  <a:pt x="419" y="61"/>
                  <a:pt x="418" y="56"/>
                </a:cubicBezTo>
                <a:cubicBezTo>
                  <a:pt x="416" y="52"/>
                  <a:pt x="413" y="48"/>
                  <a:pt x="410" y="45"/>
                </a:cubicBezTo>
                <a:cubicBezTo>
                  <a:pt x="407" y="42"/>
                  <a:pt x="403" y="39"/>
                  <a:pt x="399" y="38"/>
                </a:cubicBezTo>
                <a:cubicBezTo>
                  <a:pt x="394" y="36"/>
                  <a:pt x="390" y="35"/>
                  <a:pt x="385" y="35"/>
                </a:cubicBezTo>
                <a:moveTo>
                  <a:pt x="420" y="507"/>
                </a:moveTo>
                <a:lnTo>
                  <a:pt x="350" y="507"/>
                </a:lnTo>
                <a:cubicBezTo>
                  <a:pt x="346" y="507"/>
                  <a:pt x="341" y="506"/>
                  <a:pt x="337" y="505"/>
                </a:cubicBezTo>
                <a:cubicBezTo>
                  <a:pt x="333" y="503"/>
                  <a:pt x="329" y="500"/>
                  <a:pt x="326" y="497"/>
                </a:cubicBezTo>
                <a:cubicBezTo>
                  <a:pt x="323" y="494"/>
                  <a:pt x="320" y="490"/>
                  <a:pt x="318" y="486"/>
                </a:cubicBezTo>
                <a:cubicBezTo>
                  <a:pt x="316" y="481"/>
                  <a:pt x="316" y="477"/>
                  <a:pt x="316" y="472"/>
                </a:cubicBezTo>
                <a:lnTo>
                  <a:pt x="316" y="350"/>
                </a:lnTo>
                <a:lnTo>
                  <a:pt x="350" y="350"/>
                </a:lnTo>
                <a:lnTo>
                  <a:pt x="350" y="472"/>
                </a:lnTo>
                <a:lnTo>
                  <a:pt x="420" y="472"/>
                </a:lnTo>
                <a:lnTo>
                  <a:pt x="420" y="315"/>
                </a:lnTo>
                <a:lnTo>
                  <a:pt x="455" y="315"/>
                </a:lnTo>
                <a:lnTo>
                  <a:pt x="455" y="210"/>
                </a:lnTo>
                <a:cubicBezTo>
                  <a:pt x="455" y="206"/>
                  <a:pt x="453" y="202"/>
                  <a:pt x="450" y="198"/>
                </a:cubicBezTo>
                <a:cubicBezTo>
                  <a:pt x="447" y="195"/>
                  <a:pt x="443" y="193"/>
                  <a:pt x="438" y="193"/>
                </a:cubicBezTo>
                <a:lnTo>
                  <a:pt x="326" y="193"/>
                </a:lnTo>
                <a:lnTo>
                  <a:pt x="246" y="333"/>
                </a:lnTo>
                <a:lnTo>
                  <a:pt x="166" y="193"/>
                </a:lnTo>
                <a:lnTo>
                  <a:pt x="53" y="193"/>
                </a:lnTo>
                <a:cubicBezTo>
                  <a:pt x="48" y="193"/>
                  <a:pt x="44" y="195"/>
                  <a:pt x="40" y="198"/>
                </a:cubicBezTo>
                <a:cubicBezTo>
                  <a:pt x="37" y="202"/>
                  <a:pt x="35" y="206"/>
                  <a:pt x="35" y="210"/>
                </a:cubicBezTo>
                <a:lnTo>
                  <a:pt x="35" y="315"/>
                </a:lnTo>
                <a:lnTo>
                  <a:pt x="70" y="315"/>
                </a:lnTo>
                <a:lnTo>
                  <a:pt x="70" y="472"/>
                </a:lnTo>
                <a:lnTo>
                  <a:pt x="140" y="472"/>
                </a:lnTo>
                <a:lnTo>
                  <a:pt x="140" y="350"/>
                </a:lnTo>
                <a:lnTo>
                  <a:pt x="176" y="350"/>
                </a:lnTo>
                <a:lnTo>
                  <a:pt x="176" y="472"/>
                </a:lnTo>
                <a:cubicBezTo>
                  <a:pt x="176" y="477"/>
                  <a:pt x="175" y="481"/>
                  <a:pt x="173" y="486"/>
                </a:cubicBezTo>
                <a:cubicBezTo>
                  <a:pt x="172" y="490"/>
                  <a:pt x="169" y="494"/>
                  <a:pt x="166" y="497"/>
                </a:cubicBezTo>
                <a:cubicBezTo>
                  <a:pt x="162" y="500"/>
                  <a:pt x="159" y="503"/>
                  <a:pt x="154" y="505"/>
                </a:cubicBezTo>
                <a:cubicBezTo>
                  <a:pt x="150" y="506"/>
                  <a:pt x="146" y="507"/>
                  <a:pt x="140" y="507"/>
                </a:cubicBezTo>
                <a:lnTo>
                  <a:pt x="70" y="507"/>
                </a:lnTo>
                <a:cubicBezTo>
                  <a:pt x="66" y="507"/>
                  <a:pt x="61" y="506"/>
                  <a:pt x="57" y="505"/>
                </a:cubicBezTo>
                <a:cubicBezTo>
                  <a:pt x="53" y="503"/>
                  <a:pt x="49" y="500"/>
                  <a:pt x="46" y="497"/>
                </a:cubicBezTo>
                <a:cubicBezTo>
                  <a:pt x="42" y="494"/>
                  <a:pt x="40" y="490"/>
                  <a:pt x="38" y="486"/>
                </a:cubicBezTo>
                <a:cubicBezTo>
                  <a:pt x="36" y="481"/>
                  <a:pt x="35" y="477"/>
                  <a:pt x="35" y="472"/>
                </a:cubicBezTo>
                <a:lnTo>
                  <a:pt x="35" y="350"/>
                </a:lnTo>
                <a:cubicBezTo>
                  <a:pt x="31" y="350"/>
                  <a:pt x="26" y="349"/>
                  <a:pt x="22" y="347"/>
                </a:cubicBezTo>
                <a:cubicBezTo>
                  <a:pt x="18" y="346"/>
                  <a:pt x="14" y="343"/>
                  <a:pt x="11" y="340"/>
                </a:cubicBezTo>
                <a:cubicBezTo>
                  <a:pt x="7" y="337"/>
                  <a:pt x="5" y="333"/>
                  <a:pt x="3" y="329"/>
                </a:cubicBezTo>
                <a:cubicBezTo>
                  <a:pt x="1" y="324"/>
                  <a:pt x="0" y="320"/>
                  <a:pt x="0" y="315"/>
                </a:cubicBezTo>
                <a:lnTo>
                  <a:pt x="0" y="210"/>
                </a:lnTo>
                <a:cubicBezTo>
                  <a:pt x="0" y="204"/>
                  <a:pt x="2" y="197"/>
                  <a:pt x="4" y="190"/>
                </a:cubicBezTo>
                <a:cubicBezTo>
                  <a:pt x="7" y="184"/>
                  <a:pt x="11" y="178"/>
                  <a:pt x="16" y="173"/>
                </a:cubicBezTo>
                <a:cubicBezTo>
                  <a:pt x="21" y="169"/>
                  <a:pt x="26" y="165"/>
                  <a:pt x="33" y="162"/>
                </a:cubicBezTo>
                <a:cubicBezTo>
                  <a:pt x="39" y="159"/>
                  <a:pt x="46" y="158"/>
                  <a:pt x="53" y="158"/>
                </a:cubicBezTo>
                <a:lnTo>
                  <a:pt x="186" y="158"/>
                </a:lnTo>
                <a:lnTo>
                  <a:pt x="246" y="263"/>
                </a:lnTo>
                <a:lnTo>
                  <a:pt x="305" y="158"/>
                </a:lnTo>
                <a:lnTo>
                  <a:pt x="438" y="158"/>
                </a:lnTo>
                <a:cubicBezTo>
                  <a:pt x="445" y="158"/>
                  <a:pt x="451" y="159"/>
                  <a:pt x="458" y="162"/>
                </a:cubicBezTo>
                <a:cubicBezTo>
                  <a:pt x="464" y="165"/>
                  <a:pt x="470" y="169"/>
                  <a:pt x="475" y="173"/>
                </a:cubicBezTo>
                <a:cubicBezTo>
                  <a:pt x="480" y="178"/>
                  <a:pt x="483" y="184"/>
                  <a:pt x="486" y="190"/>
                </a:cubicBezTo>
                <a:cubicBezTo>
                  <a:pt x="489" y="197"/>
                  <a:pt x="490" y="204"/>
                  <a:pt x="490" y="210"/>
                </a:cubicBezTo>
                <a:lnTo>
                  <a:pt x="490" y="315"/>
                </a:lnTo>
                <a:cubicBezTo>
                  <a:pt x="490" y="320"/>
                  <a:pt x="489" y="324"/>
                  <a:pt x="487" y="329"/>
                </a:cubicBezTo>
                <a:cubicBezTo>
                  <a:pt x="486" y="333"/>
                  <a:pt x="483" y="337"/>
                  <a:pt x="480" y="340"/>
                </a:cubicBezTo>
                <a:cubicBezTo>
                  <a:pt x="477" y="343"/>
                  <a:pt x="473" y="346"/>
                  <a:pt x="469" y="347"/>
                </a:cubicBezTo>
                <a:cubicBezTo>
                  <a:pt x="464" y="349"/>
                  <a:pt x="460" y="350"/>
                  <a:pt x="455" y="350"/>
                </a:cubicBezTo>
                <a:lnTo>
                  <a:pt x="455" y="472"/>
                </a:lnTo>
                <a:cubicBezTo>
                  <a:pt x="455" y="477"/>
                  <a:pt x="454" y="481"/>
                  <a:pt x="453" y="486"/>
                </a:cubicBezTo>
                <a:cubicBezTo>
                  <a:pt x="451" y="490"/>
                  <a:pt x="448" y="494"/>
                  <a:pt x="445" y="497"/>
                </a:cubicBezTo>
                <a:cubicBezTo>
                  <a:pt x="442" y="500"/>
                  <a:pt x="438" y="503"/>
                  <a:pt x="434" y="505"/>
                </a:cubicBezTo>
                <a:cubicBezTo>
                  <a:pt x="429" y="506"/>
                  <a:pt x="425" y="507"/>
                  <a:pt x="420" y="507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167760" y="200160"/>
            <a:ext cx="624924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dd784b"/>
                </a:solidFill>
                <a:latin typeface="Arial"/>
                <a:ea typeface="Arial"/>
              </a:rPr>
              <a:t>Informatiemodel na de leveranciersronde</a:t>
            </a:r>
            <a:endParaRPr b="0" lang="en-US" sz="21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6172920" y="1354680"/>
            <a:ext cx="13737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Leveranciersronde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5" name=""/>
          <p:cNvSpPr/>
          <p:nvPr/>
        </p:nvSpPr>
        <p:spPr>
          <a:xfrm>
            <a:off x="6184440" y="1993680"/>
            <a:ext cx="175680" cy="176040"/>
          </a:xfrm>
          <a:custGeom>
            <a:avLst/>
            <a:gdLst/>
            <a:ahLst/>
            <a:rect l="0" t="0" r="r" b="b"/>
            <a:pathLst>
              <a:path w="488" h="489">
                <a:moveTo>
                  <a:pt x="338" y="50"/>
                </a:moveTo>
                <a:lnTo>
                  <a:pt x="260" y="3"/>
                </a:lnTo>
                <a:cubicBezTo>
                  <a:pt x="254" y="1"/>
                  <a:pt x="251" y="0"/>
                  <a:pt x="246" y="0"/>
                </a:cubicBezTo>
                <a:cubicBezTo>
                  <a:pt x="241" y="0"/>
                  <a:pt x="237" y="1"/>
                  <a:pt x="234" y="3"/>
                </a:cubicBezTo>
                <a:lnTo>
                  <a:pt x="155" y="50"/>
                </a:lnTo>
                <a:cubicBezTo>
                  <a:pt x="146" y="56"/>
                  <a:pt x="141" y="64"/>
                  <a:pt x="141" y="73"/>
                </a:cubicBezTo>
                <a:lnTo>
                  <a:pt x="141" y="172"/>
                </a:lnTo>
                <a:cubicBezTo>
                  <a:pt x="141" y="181"/>
                  <a:pt x="146" y="189"/>
                  <a:pt x="153" y="194"/>
                </a:cubicBezTo>
                <a:lnTo>
                  <a:pt x="232" y="242"/>
                </a:lnTo>
                <a:cubicBezTo>
                  <a:pt x="235" y="243"/>
                  <a:pt x="241" y="245"/>
                  <a:pt x="244" y="245"/>
                </a:cubicBezTo>
                <a:cubicBezTo>
                  <a:pt x="248" y="245"/>
                  <a:pt x="253" y="243"/>
                  <a:pt x="256" y="242"/>
                </a:cubicBezTo>
                <a:lnTo>
                  <a:pt x="335" y="194"/>
                </a:lnTo>
                <a:cubicBezTo>
                  <a:pt x="342" y="189"/>
                  <a:pt x="347" y="182"/>
                  <a:pt x="347" y="172"/>
                </a:cubicBezTo>
                <a:lnTo>
                  <a:pt x="347" y="73"/>
                </a:lnTo>
                <a:cubicBezTo>
                  <a:pt x="350" y="64"/>
                  <a:pt x="345" y="56"/>
                  <a:pt x="338" y="50"/>
                </a:cubicBezTo>
                <a:moveTo>
                  <a:pt x="316" y="167"/>
                </a:moveTo>
                <a:lnTo>
                  <a:pt x="246" y="208"/>
                </a:lnTo>
                <a:lnTo>
                  <a:pt x="176" y="167"/>
                </a:lnTo>
                <a:lnTo>
                  <a:pt x="176" y="79"/>
                </a:lnTo>
                <a:lnTo>
                  <a:pt x="246" y="36"/>
                </a:lnTo>
                <a:lnTo>
                  <a:pt x="316" y="79"/>
                </a:lnTo>
                <a:lnTo>
                  <a:pt x="316" y="167"/>
                </a:lnTo>
                <a:moveTo>
                  <a:pt x="478" y="296"/>
                </a:moveTo>
                <a:lnTo>
                  <a:pt x="399" y="249"/>
                </a:lnTo>
                <a:cubicBezTo>
                  <a:pt x="394" y="247"/>
                  <a:pt x="391" y="245"/>
                  <a:pt x="385" y="245"/>
                </a:cubicBezTo>
                <a:cubicBezTo>
                  <a:pt x="380" y="245"/>
                  <a:pt x="377" y="247"/>
                  <a:pt x="373" y="249"/>
                </a:cubicBezTo>
                <a:lnTo>
                  <a:pt x="295" y="296"/>
                </a:lnTo>
                <a:cubicBezTo>
                  <a:pt x="288" y="301"/>
                  <a:pt x="282" y="308"/>
                  <a:pt x="282" y="318"/>
                </a:cubicBezTo>
                <a:lnTo>
                  <a:pt x="282" y="416"/>
                </a:lnTo>
                <a:cubicBezTo>
                  <a:pt x="282" y="425"/>
                  <a:pt x="288" y="434"/>
                  <a:pt x="295" y="439"/>
                </a:cubicBezTo>
                <a:lnTo>
                  <a:pt x="373" y="486"/>
                </a:lnTo>
                <a:cubicBezTo>
                  <a:pt x="377" y="488"/>
                  <a:pt x="382" y="489"/>
                  <a:pt x="385" y="489"/>
                </a:cubicBezTo>
                <a:cubicBezTo>
                  <a:pt x="389" y="489"/>
                  <a:pt x="394" y="488"/>
                  <a:pt x="398" y="486"/>
                </a:cubicBezTo>
                <a:lnTo>
                  <a:pt x="476" y="439"/>
                </a:lnTo>
                <a:cubicBezTo>
                  <a:pt x="483" y="434"/>
                  <a:pt x="488" y="427"/>
                  <a:pt x="488" y="416"/>
                </a:cubicBezTo>
                <a:lnTo>
                  <a:pt x="488" y="318"/>
                </a:lnTo>
                <a:cubicBezTo>
                  <a:pt x="490" y="310"/>
                  <a:pt x="485" y="301"/>
                  <a:pt x="478" y="296"/>
                </a:cubicBezTo>
                <a:moveTo>
                  <a:pt x="455" y="411"/>
                </a:moveTo>
                <a:lnTo>
                  <a:pt x="385" y="453"/>
                </a:lnTo>
                <a:lnTo>
                  <a:pt x="316" y="411"/>
                </a:lnTo>
                <a:lnTo>
                  <a:pt x="316" y="324"/>
                </a:lnTo>
                <a:lnTo>
                  <a:pt x="385" y="282"/>
                </a:lnTo>
                <a:lnTo>
                  <a:pt x="455" y="324"/>
                </a:lnTo>
                <a:lnTo>
                  <a:pt x="455" y="411"/>
                </a:lnTo>
                <a:moveTo>
                  <a:pt x="199" y="296"/>
                </a:moveTo>
                <a:lnTo>
                  <a:pt x="120" y="249"/>
                </a:lnTo>
                <a:cubicBezTo>
                  <a:pt x="115" y="247"/>
                  <a:pt x="111" y="245"/>
                  <a:pt x="105" y="245"/>
                </a:cubicBezTo>
                <a:cubicBezTo>
                  <a:pt x="100" y="245"/>
                  <a:pt x="96" y="247"/>
                  <a:pt x="93" y="249"/>
                </a:cubicBezTo>
                <a:lnTo>
                  <a:pt x="14" y="296"/>
                </a:lnTo>
                <a:cubicBezTo>
                  <a:pt x="6" y="301"/>
                  <a:pt x="0" y="310"/>
                  <a:pt x="0" y="318"/>
                </a:cubicBezTo>
                <a:lnTo>
                  <a:pt x="0" y="416"/>
                </a:lnTo>
                <a:cubicBezTo>
                  <a:pt x="0" y="425"/>
                  <a:pt x="6" y="434"/>
                  <a:pt x="13" y="439"/>
                </a:cubicBezTo>
                <a:lnTo>
                  <a:pt x="91" y="486"/>
                </a:lnTo>
                <a:cubicBezTo>
                  <a:pt x="96" y="488"/>
                  <a:pt x="100" y="489"/>
                  <a:pt x="105" y="489"/>
                </a:cubicBezTo>
                <a:cubicBezTo>
                  <a:pt x="111" y="489"/>
                  <a:pt x="115" y="488"/>
                  <a:pt x="118" y="486"/>
                </a:cubicBezTo>
                <a:lnTo>
                  <a:pt x="197" y="439"/>
                </a:lnTo>
                <a:cubicBezTo>
                  <a:pt x="204" y="434"/>
                  <a:pt x="209" y="427"/>
                  <a:pt x="209" y="416"/>
                </a:cubicBezTo>
                <a:lnTo>
                  <a:pt x="209" y="318"/>
                </a:lnTo>
                <a:cubicBezTo>
                  <a:pt x="211" y="310"/>
                  <a:pt x="206" y="301"/>
                  <a:pt x="199" y="296"/>
                </a:cubicBezTo>
                <a:moveTo>
                  <a:pt x="176" y="411"/>
                </a:moveTo>
                <a:lnTo>
                  <a:pt x="105" y="453"/>
                </a:lnTo>
                <a:lnTo>
                  <a:pt x="35" y="411"/>
                </a:lnTo>
                <a:lnTo>
                  <a:pt x="35" y="324"/>
                </a:lnTo>
                <a:lnTo>
                  <a:pt x="105" y="282"/>
                </a:lnTo>
                <a:lnTo>
                  <a:pt x="176" y="324"/>
                </a:lnTo>
                <a:lnTo>
                  <a:pt x="176" y="411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6172920" y="1518480"/>
            <a:ext cx="19911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13 van 15 opmerkingen verwerkt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6172920" y="2211840"/>
            <a:ext cx="17809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Mbo en hoger onderwijs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8" name=""/>
          <p:cNvSpPr/>
          <p:nvPr/>
        </p:nvSpPr>
        <p:spPr>
          <a:xfrm>
            <a:off x="6188760" y="2855160"/>
            <a:ext cx="167760" cy="167760"/>
          </a:xfrm>
          <a:custGeom>
            <a:avLst/>
            <a:gdLst/>
            <a:ahLst/>
            <a:rect l="0" t="0" r="r" b="b"/>
            <a:pathLst>
              <a:path w="466" h="466">
                <a:moveTo>
                  <a:pt x="466" y="373"/>
                </a:moveTo>
                <a:lnTo>
                  <a:pt x="466" y="466"/>
                </a:lnTo>
                <a:lnTo>
                  <a:pt x="373" y="466"/>
                </a:lnTo>
                <a:lnTo>
                  <a:pt x="373" y="396"/>
                </a:lnTo>
                <a:lnTo>
                  <a:pt x="304" y="396"/>
                </a:lnTo>
                <a:lnTo>
                  <a:pt x="304" y="326"/>
                </a:lnTo>
                <a:lnTo>
                  <a:pt x="233" y="326"/>
                </a:lnTo>
                <a:lnTo>
                  <a:pt x="180" y="274"/>
                </a:lnTo>
                <a:cubicBezTo>
                  <a:pt x="167" y="278"/>
                  <a:pt x="154" y="280"/>
                  <a:pt x="140" y="280"/>
                </a:cubicBezTo>
                <a:cubicBezTo>
                  <a:pt x="131" y="280"/>
                  <a:pt x="121" y="279"/>
                  <a:pt x="112" y="277"/>
                </a:cubicBezTo>
                <a:cubicBezTo>
                  <a:pt x="103" y="275"/>
                  <a:pt x="95" y="273"/>
                  <a:pt x="86" y="269"/>
                </a:cubicBezTo>
                <a:cubicBezTo>
                  <a:pt x="78" y="266"/>
                  <a:pt x="70" y="261"/>
                  <a:pt x="62" y="256"/>
                </a:cubicBezTo>
                <a:cubicBezTo>
                  <a:pt x="54" y="251"/>
                  <a:pt x="47" y="245"/>
                  <a:pt x="41" y="239"/>
                </a:cubicBezTo>
                <a:cubicBezTo>
                  <a:pt x="34" y="233"/>
                  <a:pt x="29" y="225"/>
                  <a:pt x="24" y="218"/>
                </a:cubicBezTo>
                <a:cubicBezTo>
                  <a:pt x="18" y="210"/>
                  <a:pt x="14" y="201"/>
                  <a:pt x="11" y="193"/>
                </a:cubicBezTo>
                <a:cubicBezTo>
                  <a:pt x="7" y="184"/>
                  <a:pt x="5" y="175"/>
                  <a:pt x="3" y="166"/>
                </a:cubicBezTo>
                <a:cubicBezTo>
                  <a:pt x="1" y="158"/>
                  <a:pt x="0" y="148"/>
                  <a:pt x="0" y="139"/>
                </a:cubicBezTo>
                <a:cubicBezTo>
                  <a:pt x="0" y="130"/>
                  <a:pt x="1" y="121"/>
                  <a:pt x="3" y="112"/>
                </a:cubicBezTo>
                <a:cubicBezTo>
                  <a:pt x="5" y="103"/>
                  <a:pt x="7" y="94"/>
                  <a:pt x="11" y="86"/>
                </a:cubicBezTo>
                <a:cubicBezTo>
                  <a:pt x="14" y="77"/>
                  <a:pt x="18" y="69"/>
                  <a:pt x="24" y="62"/>
                </a:cubicBezTo>
                <a:cubicBezTo>
                  <a:pt x="29" y="54"/>
                  <a:pt x="34" y="47"/>
                  <a:pt x="41" y="41"/>
                </a:cubicBezTo>
                <a:cubicBezTo>
                  <a:pt x="47" y="34"/>
                  <a:pt x="54" y="28"/>
                  <a:pt x="62" y="23"/>
                </a:cubicBezTo>
                <a:cubicBezTo>
                  <a:pt x="70" y="18"/>
                  <a:pt x="78" y="14"/>
                  <a:pt x="86" y="10"/>
                </a:cubicBezTo>
                <a:cubicBezTo>
                  <a:pt x="95" y="7"/>
                  <a:pt x="103" y="4"/>
                  <a:pt x="112" y="2"/>
                </a:cubicBezTo>
                <a:cubicBezTo>
                  <a:pt x="121" y="1"/>
                  <a:pt x="131" y="0"/>
                  <a:pt x="140" y="0"/>
                </a:cubicBezTo>
                <a:cubicBezTo>
                  <a:pt x="149" y="0"/>
                  <a:pt x="158" y="1"/>
                  <a:pt x="167" y="2"/>
                </a:cubicBezTo>
                <a:cubicBezTo>
                  <a:pt x="176" y="4"/>
                  <a:pt x="185" y="7"/>
                  <a:pt x="193" y="10"/>
                </a:cubicBezTo>
                <a:cubicBezTo>
                  <a:pt x="202" y="14"/>
                  <a:pt x="210" y="18"/>
                  <a:pt x="217" y="23"/>
                </a:cubicBezTo>
                <a:cubicBezTo>
                  <a:pt x="225" y="28"/>
                  <a:pt x="232" y="34"/>
                  <a:pt x="238" y="41"/>
                </a:cubicBezTo>
                <a:cubicBezTo>
                  <a:pt x="245" y="47"/>
                  <a:pt x="252" y="54"/>
                  <a:pt x="257" y="62"/>
                </a:cubicBezTo>
                <a:cubicBezTo>
                  <a:pt x="262" y="69"/>
                  <a:pt x="266" y="77"/>
                  <a:pt x="270" y="86"/>
                </a:cubicBezTo>
                <a:cubicBezTo>
                  <a:pt x="273" y="94"/>
                  <a:pt x="276" y="103"/>
                  <a:pt x="278" y="112"/>
                </a:cubicBezTo>
                <a:cubicBezTo>
                  <a:pt x="279" y="121"/>
                  <a:pt x="280" y="130"/>
                  <a:pt x="280" y="139"/>
                </a:cubicBezTo>
                <a:cubicBezTo>
                  <a:pt x="280" y="153"/>
                  <a:pt x="278" y="167"/>
                  <a:pt x="274" y="180"/>
                </a:cubicBezTo>
                <a:lnTo>
                  <a:pt x="466" y="373"/>
                </a:lnTo>
                <a:moveTo>
                  <a:pt x="116" y="69"/>
                </a:moveTo>
                <a:cubicBezTo>
                  <a:pt x="110" y="69"/>
                  <a:pt x="104" y="71"/>
                  <a:pt x="99" y="73"/>
                </a:cubicBezTo>
                <a:cubicBezTo>
                  <a:pt x="93" y="75"/>
                  <a:pt x="88" y="79"/>
                  <a:pt x="83" y="83"/>
                </a:cubicBezTo>
                <a:cubicBezTo>
                  <a:pt x="79" y="87"/>
                  <a:pt x="76" y="92"/>
                  <a:pt x="73" y="98"/>
                </a:cubicBezTo>
                <a:cubicBezTo>
                  <a:pt x="71" y="104"/>
                  <a:pt x="70" y="110"/>
                  <a:pt x="70" y="116"/>
                </a:cubicBezTo>
                <a:cubicBezTo>
                  <a:pt x="70" y="122"/>
                  <a:pt x="71" y="128"/>
                  <a:pt x="73" y="134"/>
                </a:cubicBezTo>
                <a:cubicBezTo>
                  <a:pt x="76" y="139"/>
                  <a:pt x="79" y="145"/>
                  <a:pt x="83" y="149"/>
                </a:cubicBezTo>
                <a:cubicBezTo>
                  <a:pt x="88" y="153"/>
                  <a:pt x="93" y="157"/>
                  <a:pt x="99" y="159"/>
                </a:cubicBezTo>
                <a:cubicBezTo>
                  <a:pt x="104" y="161"/>
                  <a:pt x="110" y="163"/>
                  <a:pt x="116" y="163"/>
                </a:cubicBezTo>
                <a:cubicBezTo>
                  <a:pt x="123" y="163"/>
                  <a:pt x="129" y="161"/>
                  <a:pt x="134" y="159"/>
                </a:cubicBezTo>
                <a:cubicBezTo>
                  <a:pt x="140" y="157"/>
                  <a:pt x="145" y="153"/>
                  <a:pt x="149" y="149"/>
                </a:cubicBezTo>
                <a:cubicBezTo>
                  <a:pt x="154" y="145"/>
                  <a:pt x="157" y="139"/>
                  <a:pt x="159" y="134"/>
                </a:cubicBezTo>
                <a:cubicBezTo>
                  <a:pt x="162" y="128"/>
                  <a:pt x="163" y="122"/>
                  <a:pt x="163" y="116"/>
                </a:cubicBezTo>
                <a:cubicBezTo>
                  <a:pt x="163" y="110"/>
                  <a:pt x="162" y="104"/>
                  <a:pt x="159" y="98"/>
                </a:cubicBezTo>
                <a:cubicBezTo>
                  <a:pt x="157" y="92"/>
                  <a:pt x="154" y="87"/>
                  <a:pt x="149" y="83"/>
                </a:cubicBezTo>
                <a:cubicBezTo>
                  <a:pt x="145" y="79"/>
                  <a:pt x="140" y="75"/>
                  <a:pt x="134" y="73"/>
                </a:cubicBezTo>
                <a:cubicBezTo>
                  <a:pt x="129" y="71"/>
                  <a:pt x="123" y="69"/>
                  <a:pt x="116" y="69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6172920" y="2375640"/>
            <a:ext cx="13615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minor naast keuzedeel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6172920" y="3069360"/>
            <a:ext cx="9792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Leeruitkomst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6172920" y="3232800"/>
            <a:ext cx="26539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de sleutel, geschreven volgens de landelijke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2" name=""/>
          <p:cNvSpPr/>
          <p:nvPr/>
        </p:nvSpPr>
        <p:spPr>
          <a:xfrm>
            <a:off x="6171840" y="3609720"/>
            <a:ext cx="1095840" cy="190800"/>
          </a:xfrm>
          <a:custGeom>
            <a:avLst/>
            <a:gdLst/>
            <a:ahLst/>
            <a:rect l="0" t="0" r="r" b="b"/>
            <a:pathLst>
              <a:path w="3044" h="530">
                <a:moveTo>
                  <a:pt x="0" y="265"/>
                </a:moveTo>
                <a:cubicBezTo>
                  <a:pt x="0" y="247"/>
                  <a:pt x="2" y="230"/>
                  <a:pt x="6" y="213"/>
                </a:cubicBezTo>
                <a:cubicBezTo>
                  <a:pt x="9" y="196"/>
                  <a:pt x="14" y="180"/>
                  <a:pt x="21" y="164"/>
                </a:cubicBezTo>
                <a:cubicBezTo>
                  <a:pt x="27" y="147"/>
                  <a:pt x="35" y="132"/>
                  <a:pt x="45" y="118"/>
                </a:cubicBezTo>
                <a:cubicBezTo>
                  <a:pt x="55" y="103"/>
                  <a:pt x="66" y="90"/>
                  <a:pt x="78" y="78"/>
                </a:cubicBezTo>
                <a:cubicBezTo>
                  <a:pt x="90" y="65"/>
                  <a:pt x="104" y="54"/>
                  <a:pt x="118" y="45"/>
                </a:cubicBezTo>
                <a:cubicBezTo>
                  <a:pt x="133" y="35"/>
                  <a:pt x="148" y="27"/>
                  <a:pt x="164" y="20"/>
                </a:cubicBezTo>
                <a:cubicBezTo>
                  <a:pt x="180" y="14"/>
                  <a:pt x="196" y="9"/>
                  <a:pt x="213" y="5"/>
                </a:cubicBezTo>
                <a:cubicBezTo>
                  <a:pt x="231" y="2"/>
                  <a:pt x="248" y="0"/>
                  <a:pt x="265" y="0"/>
                </a:cubicBezTo>
                <a:lnTo>
                  <a:pt x="2780" y="0"/>
                </a:lnTo>
                <a:cubicBezTo>
                  <a:pt x="2797" y="0"/>
                  <a:pt x="2814" y="2"/>
                  <a:pt x="2831" y="5"/>
                </a:cubicBezTo>
                <a:cubicBezTo>
                  <a:pt x="2848" y="9"/>
                  <a:pt x="2865" y="14"/>
                  <a:pt x="2881" y="20"/>
                </a:cubicBezTo>
                <a:cubicBezTo>
                  <a:pt x="2897" y="27"/>
                  <a:pt x="2912" y="35"/>
                  <a:pt x="2927" y="45"/>
                </a:cubicBezTo>
                <a:cubicBezTo>
                  <a:pt x="2941" y="54"/>
                  <a:pt x="2954" y="65"/>
                  <a:pt x="2967" y="78"/>
                </a:cubicBezTo>
                <a:cubicBezTo>
                  <a:pt x="2979" y="90"/>
                  <a:pt x="2990" y="103"/>
                  <a:pt x="3000" y="118"/>
                </a:cubicBezTo>
                <a:cubicBezTo>
                  <a:pt x="3009" y="132"/>
                  <a:pt x="3017" y="147"/>
                  <a:pt x="3024" y="164"/>
                </a:cubicBezTo>
                <a:cubicBezTo>
                  <a:pt x="3031" y="180"/>
                  <a:pt x="3036" y="196"/>
                  <a:pt x="3039" y="213"/>
                </a:cubicBezTo>
                <a:cubicBezTo>
                  <a:pt x="3043" y="230"/>
                  <a:pt x="3044" y="247"/>
                  <a:pt x="3044" y="265"/>
                </a:cubicBezTo>
                <a:cubicBezTo>
                  <a:pt x="3044" y="282"/>
                  <a:pt x="3043" y="300"/>
                  <a:pt x="3039" y="317"/>
                </a:cubicBezTo>
                <a:cubicBezTo>
                  <a:pt x="3036" y="334"/>
                  <a:pt x="3031" y="351"/>
                  <a:pt x="3024" y="367"/>
                </a:cubicBezTo>
                <a:cubicBezTo>
                  <a:pt x="3017" y="383"/>
                  <a:pt x="3009" y="398"/>
                  <a:pt x="3000" y="413"/>
                </a:cubicBezTo>
                <a:cubicBezTo>
                  <a:pt x="2990" y="427"/>
                  <a:pt x="2979" y="441"/>
                  <a:pt x="2967" y="453"/>
                </a:cubicBezTo>
                <a:cubicBezTo>
                  <a:pt x="2954" y="465"/>
                  <a:pt x="2941" y="476"/>
                  <a:pt x="2927" y="486"/>
                </a:cubicBezTo>
                <a:cubicBezTo>
                  <a:pt x="2912" y="495"/>
                  <a:pt x="2897" y="504"/>
                  <a:pt x="2881" y="510"/>
                </a:cubicBezTo>
                <a:cubicBezTo>
                  <a:pt x="2865" y="517"/>
                  <a:pt x="2848" y="522"/>
                  <a:pt x="2831" y="525"/>
                </a:cubicBezTo>
                <a:cubicBezTo>
                  <a:pt x="2814" y="529"/>
                  <a:pt x="2797" y="530"/>
                  <a:pt x="2780" y="530"/>
                </a:cubicBezTo>
                <a:lnTo>
                  <a:pt x="265" y="530"/>
                </a:lnTo>
                <a:cubicBezTo>
                  <a:pt x="248" y="530"/>
                  <a:pt x="231" y="529"/>
                  <a:pt x="213" y="525"/>
                </a:cubicBezTo>
                <a:cubicBezTo>
                  <a:pt x="196" y="522"/>
                  <a:pt x="180" y="517"/>
                  <a:pt x="164" y="510"/>
                </a:cubicBezTo>
                <a:cubicBezTo>
                  <a:pt x="148" y="504"/>
                  <a:pt x="133" y="495"/>
                  <a:pt x="118" y="486"/>
                </a:cubicBezTo>
                <a:cubicBezTo>
                  <a:pt x="104" y="476"/>
                  <a:pt x="90" y="465"/>
                  <a:pt x="78" y="453"/>
                </a:cubicBezTo>
                <a:cubicBezTo>
                  <a:pt x="66" y="441"/>
                  <a:pt x="55" y="427"/>
                  <a:pt x="45" y="413"/>
                </a:cubicBezTo>
                <a:cubicBezTo>
                  <a:pt x="35" y="398"/>
                  <a:pt x="27" y="383"/>
                  <a:pt x="21" y="367"/>
                </a:cubicBezTo>
                <a:cubicBezTo>
                  <a:pt x="14" y="351"/>
                  <a:pt x="9" y="334"/>
                  <a:pt x="6" y="317"/>
                </a:cubicBezTo>
                <a:cubicBezTo>
                  <a:pt x="2" y="300"/>
                  <a:pt x="0" y="282"/>
                  <a:pt x="0" y="265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6172920" y="3394800"/>
            <a:ext cx="7002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handleiding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6256440" y="3644280"/>
            <a:ext cx="10767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b2a6b"/>
                </a:solidFill>
                <a:latin typeface="Arial"/>
                <a:ea typeface="Arial"/>
              </a:rPr>
              <a:t>werkversie, voorstel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6056640" y="4006440"/>
            <a:ext cx="27151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b2a6b"/>
                </a:solidFill>
                <a:latin typeface="Arial"/>
                <a:ea typeface="Arial"/>
              </a:rPr>
              <a:t>Een gemeenschappelijke taal, door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6056640" y="4206600"/>
            <a:ext cx="15994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b2a6b"/>
                </a:solidFill>
                <a:latin typeface="Arial"/>
                <a:ea typeface="Arial"/>
              </a:rPr>
              <a:t>leveranciers gelezen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6056640" y="4471200"/>
            <a:ext cx="21844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Versie 0.2, gepubliceerd als voorstel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1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1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016" name=""/>
          <p:cNvSpPr/>
          <p:nvPr/>
        </p:nvSpPr>
        <p:spPr>
          <a:xfrm>
            <a:off x="171360" y="4038480"/>
            <a:ext cx="3467520" cy="819360"/>
          </a:xfrm>
          <a:custGeom>
            <a:avLst/>
            <a:gdLst/>
            <a:ahLst/>
            <a:rect l="0" t="0" r="r" b="b"/>
            <a:pathLst>
              <a:path w="9632" h="2276">
                <a:moveTo>
                  <a:pt x="0" y="0"/>
                </a:moveTo>
                <a:lnTo>
                  <a:pt x="9632" y="0"/>
                </a:lnTo>
                <a:lnTo>
                  <a:pt x="9632" y="2276"/>
                </a:lnTo>
                <a:lnTo>
                  <a:pt x="0" y="22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7" name=""/>
          <p:cNvSpPr/>
          <p:nvPr/>
        </p:nvSpPr>
        <p:spPr>
          <a:xfrm>
            <a:off x="171360" y="4038480"/>
            <a:ext cx="3467520" cy="38520"/>
          </a:xfrm>
          <a:custGeom>
            <a:avLst/>
            <a:gdLst/>
            <a:ahLst/>
            <a:rect l="0" t="0" r="r" b="b"/>
            <a:pathLst>
              <a:path w="9632" h="107">
                <a:moveTo>
                  <a:pt x="0" y="0"/>
                </a:moveTo>
                <a:lnTo>
                  <a:pt x="9632" y="0"/>
                </a:lnTo>
                <a:lnTo>
                  <a:pt x="9632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8" name=""/>
          <p:cNvSpPr/>
          <p:nvPr/>
        </p:nvSpPr>
        <p:spPr>
          <a:xfrm>
            <a:off x="171360" y="4848120"/>
            <a:ext cx="3467520" cy="9720"/>
          </a:xfrm>
          <a:custGeom>
            <a:avLst/>
            <a:gdLst/>
            <a:ahLst/>
            <a:rect l="0" t="0" r="r" b="b"/>
            <a:pathLst>
              <a:path w="9632" h="27">
                <a:moveTo>
                  <a:pt x="0" y="0"/>
                </a:moveTo>
                <a:lnTo>
                  <a:pt x="9632" y="0"/>
                </a:lnTo>
                <a:lnTo>
                  <a:pt x="96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9" name=""/>
          <p:cNvSpPr/>
          <p:nvPr/>
        </p:nvSpPr>
        <p:spPr>
          <a:xfrm>
            <a:off x="3628800" y="4038480"/>
            <a:ext cx="10080" cy="819360"/>
          </a:xfrm>
          <a:custGeom>
            <a:avLst/>
            <a:gdLst/>
            <a:ahLst/>
            <a:rect l="0" t="0" r="r" b="b"/>
            <a:pathLst>
              <a:path w="28" h="2276">
                <a:moveTo>
                  <a:pt x="0" y="106"/>
                </a:moveTo>
                <a:lnTo>
                  <a:pt x="0" y="2276"/>
                </a:lnTo>
                <a:lnTo>
                  <a:pt x="28" y="2276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0" name=""/>
          <p:cNvSpPr/>
          <p:nvPr/>
        </p:nvSpPr>
        <p:spPr>
          <a:xfrm>
            <a:off x="171360" y="4038480"/>
            <a:ext cx="9720" cy="819360"/>
          </a:xfrm>
          <a:custGeom>
            <a:avLst/>
            <a:gdLst/>
            <a:ahLst/>
            <a:rect l="0" t="0" r="r" b="b"/>
            <a:pathLst>
              <a:path w="27" h="2276">
                <a:moveTo>
                  <a:pt x="0" y="0"/>
                </a:moveTo>
                <a:lnTo>
                  <a:pt x="0" y="2276"/>
                </a:lnTo>
                <a:lnTo>
                  <a:pt x="27" y="2276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1" name=""/>
          <p:cNvSpPr/>
          <p:nvPr/>
        </p:nvSpPr>
        <p:spPr>
          <a:xfrm>
            <a:off x="297000" y="4164120"/>
            <a:ext cx="160200" cy="160200"/>
          </a:xfrm>
          <a:custGeom>
            <a:avLst/>
            <a:gdLst/>
            <a:ahLst/>
            <a:rect l="0" t="0" r="r" b="b"/>
            <a:pathLst>
              <a:path w="445" h="445">
                <a:moveTo>
                  <a:pt x="42" y="414"/>
                </a:moveTo>
                <a:lnTo>
                  <a:pt x="144" y="223"/>
                </a:lnTo>
                <a:lnTo>
                  <a:pt x="260" y="326"/>
                </a:lnTo>
                <a:cubicBezTo>
                  <a:pt x="267" y="333"/>
                  <a:pt x="276" y="336"/>
                  <a:pt x="287" y="334"/>
                </a:cubicBezTo>
                <a:cubicBezTo>
                  <a:pt x="298" y="332"/>
                  <a:pt x="305" y="326"/>
                  <a:pt x="310" y="317"/>
                </a:cubicBezTo>
                <a:lnTo>
                  <a:pt x="398" y="141"/>
                </a:lnTo>
                <a:lnTo>
                  <a:pt x="369" y="127"/>
                </a:lnTo>
                <a:lnTo>
                  <a:pt x="281" y="302"/>
                </a:lnTo>
                <a:lnTo>
                  <a:pt x="165" y="200"/>
                </a:lnTo>
                <a:cubicBezTo>
                  <a:pt x="157" y="191"/>
                  <a:pt x="148" y="189"/>
                  <a:pt x="138" y="190"/>
                </a:cubicBezTo>
                <a:cubicBezTo>
                  <a:pt x="128" y="192"/>
                  <a:pt x="121" y="197"/>
                  <a:pt x="116" y="207"/>
                </a:cubicBezTo>
                <a:lnTo>
                  <a:pt x="32" y="366"/>
                </a:lnTo>
                <a:lnTo>
                  <a:pt x="32" y="0"/>
                </a:lnTo>
                <a:lnTo>
                  <a:pt x="0" y="0"/>
                </a:lnTo>
                <a:lnTo>
                  <a:pt x="0" y="414"/>
                </a:lnTo>
                <a:cubicBezTo>
                  <a:pt x="0" y="422"/>
                  <a:pt x="3" y="430"/>
                  <a:pt x="9" y="436"/>
                </a:cubicBezTo>
                <a:cubicBezTo>
                  <a:pt x="15" y="442"/>
                  <a:pt x="23" y="445"/>
                  <a:pt x="32" y="445"/>
                </a:cubicBezTo>
                <a:lnTo>
                  <a:pt x="445" y="445"/>
                </a:lnTo>
                <a:lnTo>
                  <a:pt x="445" y="414"/>
                </a:lnTo>
                <a:lnTo>
                  <a:pt x="42" y="414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167760" y="162000"/>
            <a:ext cx="305784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dd784b"/>
                </a:solidFill>
                <a:latin typeface="Arial"/>
                <a:ea typeface="Arial"/>
              </a:rPr>
              <a:t>Inbreng van scholen</a:t>
            </a:r>
            <a:endParaRPr b="0" lang="en-US" sz="21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466560" y="4191120"/>
            <a:ext cx="14486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Casus mboRijnland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4" name=""/>
          <p:cNvSpPr/>
          <p:nvPr/>
        </p:nvSpPr>
        <p:spPr>
          <a:xfrm>
            <a:off x="3752640" y="4038480"/>
            <a:ext cx="5410440" cy="819360"/>
          </a:xfrm>
          <a:custGeom>
            <a:avLst/>
            <a:gdLst/>
            <a:ahLst/>
            <a:rect l="0" t="0" r="r" b="b"/>
            <a:pathLst>
              <a:path w="15029" h="2276">
                <a:moveTo>
                  <a:pt x="0" y="0"/>
                </a:moveTo>
                <a:lnTo>
                  <a:pt x="15029" y="0"/>
                </a:lnTo>
                <a:lnTo>
                  <a:pt x="15029" y="2276"/>
                </a:lnTo>
                <a:lnTo>
                  <a:pt x="0" y="22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5" name=""/>
          <p:cNvSpPr/>
          <p:nvPr/>
        </p:nvSpPr>
        <p:spPr>
          <a:xfrm>
            <a:off x="3752640" y="4038480"/>
            <a:ext cx="5410440" cy="38520"/>
          </a:xfrm>
          <a:custGeom>
            <a:avLst/>
            <a:gdLst/>
            <a:ahLst/>
            <a:rect l="0" t="0" r="r" b="b"/>
            <a:pathLst>
              <a:path w="15029" h="107">
                <a:moveTo>
                  <a:pt x="0" y="0"/>
                </a:moveTo>
                <a:lnTo>
                  <a:pt x="15029" y="0"/>
                </a:lnTo>
                <a:lnTo>
                  <a:pt x="1502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6" name=""/>
          <p:cNvSpPr/>
          <p:nvPr/>
        </p:nvSpPr>
        <p:spPr>
          <a:xfrm>
            <a:off x="3752640" y="4848120"/>
            <a:ext cx="5410440" cy="9720"/>
          </a:xfrm>
          <a:custGeom>
            <a:avLst/>
            <a:gdLst/>
            <a:ahLst/>
            <a:rect l="0" t="0" r="r" b="b"/>
            <a:pathLst>
              <a:path w="15029" h="27">
                <a:moveTo>
                  <a:pt x="0" y="0"/>
                </a:moveTo>
                <a:lnTo>
                  <a:pt x="15029" y="0"/>
                </a:lnTo>
                <a:lnTo>
                  <a:pt x="150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7" name=""/>
          <p:cNvSpPr/>
          <p:nvPr/>
        </p:nvSpPr>
        <p:spPr>
          <a:xfrm>
            <a:off x="9153360" y="4038480"/>
            <a:ext cx="9720" cy="819360"/>
          </a:xfrm>
          <a:custGeom>
            <a:avLst/>
            <a:gdLst/>
            <a:ahLst/>
            <a:rect l="0" t="0" r="r" b="b"/>
            <a:pathLst>
              <a:path w="27" h="2276">
                <a:moveTo>
                  <a:pt x="0" y="106"/>
                </a:moveTo>
                <a:lnTo>
                  <a:pt x="0" y="2276"/>
                </a:lnTo>
                <a:lnTo>
                  <a:pt x="27" y="2276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8" name=""/>
          <p:cNvSpPr/>
          <p:nvPr/>
        </p:nvSpPr>
        <p:spPr>
          <a:xfrm>
            <a:off x="3752640" y="4038480"/>
            <a:ext cx="10080" cy="819360"/>
          </a:xfrm>
          <a:custGeom>
            <a:avLst/>
            <a:gdLst/>
            <a:ahLst/>
            <a:rect l="0" t="0" r="r" b="b"/>
            <a:pathLst>
              <a:path w="28" h="2276">
                <a:moveTo>
                  <a:pt x="0" y="0"/>
                </a:moveTo>
                <a:lnTo>
                  <a:pt x="0" y="2276"/>
                </a:lnTo>
                <a:lnTo>
                  <a:pt x="28" y="2276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9" name=""/>
          <p:cNvSpPr/>
          <p:nvPr/>
        </p:nvSpPr>
        <p:spPr>
          <a:xfrm>
            <a:off x="3912480" y="4164120"/>
            <a:ext cx="91800" cy="126000"/>
          </a:xfrm>
          <a:custGeom>
            <a:avLst/>
            <a:gdLst/>
            <a:ahLst/>
            <a:rect l="0" t="0" r="r" b="b"/>
            <a:pathLst>
              <a:path w="255" h="350">
                <a:moveTo>
                  <a:pt x="127" y="350"/>
                </a:moveTo>
                <a:lnTo>
                  <a:pt x="31" y="214"/>
                </a:lnTo>
                <a:cubicBezTo>
                  <a:pt x="15" y="195"/>
                  <a:pt x="5" y="173"/>
                  <a:pt x="1" y="148"/>
                </a:cubicBezTo>
                <a:cubicBezTo>
                  <a:pt x="-2" y="122"/>
                  <a:pt x="1" y="98"/>
                  <a:pt x="12" y="76"/>
                </a:cubicBezTo>
                <a:cubicBezTo>
                  <a:pt x="22" y="53"/>
                  <a:pt x="38" y="35"/>
                  <a:pt x="59" y="21"/>
                </a:cubicBezTo>
                <a:cubicBezTo>
                  <a:pt x="80" y="7"/>
                  <a:pt x="102" y="0"/>
                  <a:pt x="127" y="0"/>
                </a:cubicBezTo>
                <a:cubicBezTo>
                  <a:pt x="144" y="0"/>
                  <a:pt x="161" y="4"/>
                  <a:pt x="176" y="10"/>
                </a:cubicBezTo>
                <a:cubicBezTo>
                  <a:pt x="193" y="17"/>
                  <a:pt x="207" y="26"/>
                  <a:pt x="219" y="38"/>
                </a:cubicBezTo>
                <a:cubicBezTo>
                  <a:pt x="230" y="50"/>
                  <a:pt x="240" y="64"/>
                  <a:pt x="246" y="80"/>
                </a:cubicBezTo>
                <a:cubicBezTo>
                  <a:pt x="252" y="96"/>
                  <a:pt x="255" y="112"/>
                  <a:pt x="255" y="130"/>
                </a:cubicBezTo>
                <a:cubicBezTo>
                  <a:pt x="255" y="161"/>
                  <a:pt x="246" y="188"/>
                  <a:pt x="227" y="211"/>
                </a:cubicBezTo>
                <a:lnTo>
                  <a:pt x="127" y="350"/>
                </a:lnTo>
                <a:moveTo>
                  <a:pt x="127" y="32"/>
                </a:moveTo>
                <a:cubicBezTo>
                  <a:pt x="115" y="32"/>
                  <a:pt x="102" y="35"/>
                  <a:pt x="91" y="40"/>
                </a:cubicBezTo>
                <a:cubicBezTo>
                  <a:pt x="79" y="45"/>
                  <a:pt x="69" y="52"/>
                  <a:pt x="60" y="61"/>
                </a:cubicBezTo>
                <a:cubicBezTo>
                  <a:pt x="51" y="70"/>
                  <a:pt x="44" y="80"/>
                  <a:pt x="39" y="92"/>
                </a:cubicBezTo>
                <a:cubicBezTo>
                  <a:pt x="34" y="104"/>
                  <a:pt x="32" y="116"/>
                  <a:pt x="32" y="130"/>
                </a:cubicBezTo>
                <a:cubicBezTo>
                  <a:pt x="32" y="154"/>
                  <a:pt x="40" y="175"/>
                  <a:pt x="56" y="194"/>
                </a:cubicBezTo>
                <a:lnTo>
                  <a:pt x="127" y="295"/>
                </a:lnTo>
                <a:lnTo>
                  <a:pt x="202" y="191"/>
                </a:lnTo>
                <a:cubicBezTo>
                  <a:pt x="216" y="173"/>
                  <a:pt x="223" y="153"/>
                  <a:pt x="224" y="130"/>
                </a:cubicBezTo>
                <a:cubicBezTo>
                  <a:pt x="224" y="116"/>
                  <a:pt x="221" y="104"/>
                  <a:pt x="217" y="92"/>
                </a:cubicBezTo>
                <a:cubicBezTo>
                  <a:pt x="212" y="80"/>
                  <a:pt x="205" y="70"/>
                  <a:pt x="196" y="61"/>
                </a:cubicBezTo>
                <a:cubicBezTo>
                  <a:pt x="187" y="52"/>
                  <a:pt x="176" y="45"/>
                  <a:pt x="164" y="40"/>
                </a:cubicBezTo>
                <a:cubicBezTo>
                  <a:pt x="152" y="35"/>
                  <a:pt x="140" y="32"/>
                  <a:pt x="127" y="32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0" name=""/>
          <p:cNvSpPr/>
          <p:nvPr/>
        </p:nvSpPr>
        <p:spPr>
          <a:xfrm>
            <a:off x="3947040" y="4192560"/>
            <a:ext cx="23040" cy="23400"/>
          </a:xfrm>
          <a:custGeom>
            <a:avLst/>
            <a:gdLst/>
            <a:ahLst/>
            <a:rect l="0" t="0" r="r" b="b"/>
            <a:pathLst>
              <a:path w="64" h="65">
                <a:moveTo>
                  <a:pt x="64" y="32"/>
                </a:moveTo>
                <a:cubicBezTo>
                  <a:pt x="64" y="42"/>
                  <a:pt x="61" y="49"/>
                  <a:pt x="55" y="56"/>
                </a:cubicBezTo>
                <a:cubicBezTo>
                  <a:pt x="49" y="62"/>
                  <a:pt x="41" y="65"/>
                  <a:pt x="32" y="65"/>
                </a:cubicBezTo>
                <a:cubicBezTo>
                  <a:pt x="23" y="65"/>
                  <a:pt x="15" y="62"/>
                  <a:pt x="9" y="56"/>
                </a:cubicBezTo>
                <a:cubicBezTo>
                  <a:pt x="3" y="49"/>
                  <a:pt x="0" y="42"/>
                  <a:pt x="0" y="32"/>
                </a:cubicBezTo>
                <a:cubicBezTo>
                  <a:pt x="0" y="23"/>
                  <a:pt x="3" y="16"/>
                  <a:pt x="9" y="10"/>
                </a:cubicBezTo>
                <a:cubicBezTo>
                  <a:pt x="15" y="3"/>
                  <a:pt x="23" y="0"/>
                  <a:pt x="32" y="0"/>
                </a:cubicBezTo>
                <a:cubicBezTo>
                  <a:pt x="41" y="0"/>
                  <a:pt x="49" y="3"/>
                  <a:pt x="55" y="10"/>
                </a:cubicBezTo>
                <a:cubicBezTo>
                  <a:pt x="61" y="16"/>
                  <a:pt x="64" y="23"/>
                  <a:pt x="64" y="32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1" name=""/>
          <p:cNvSpPr/>
          <p:nvPr/>
        </p:nvSpPr>
        <p:spPr>
          <a:xfrm>
            <a:off x="3878280" y="4221360"/>
            <a:ext cx="160560" cy="102960"/>
          </a:xfrm>
          <a:custGeom>
            <a:avLst/>
            <a:gdLst/>
            <a:ahLst/>
            <a:rect l="0" t="0" r="r" b="b"/>
            <a:pathLst>
              <a:path w="446" h="286">
                <a:moveTo>
                  <a:pt x="414" y="0"/>
                </a:moveTo>
                <a:lnTo>
                  <a:pt x="382" y="0"/>
                </a:lnTo>
                <a:lnTo>
                  <a:pt x="382" y="31"/>
                </a:lnTo>
                <a:lnTo>
                  <a:pt x="414" y="31"/>
                </a:lnTo>
                <a:lnTo>
                  <a:pt x="414" y="255"/>
                </a:lnTo>
                <a:lnTo>
                  <a:pt x="32" y="255"/>
                </a:lnTo>
                <a:lnTo>
                  <a:pt x="32" y="31"/>
                </a:lnTo>
                <a:lnTo>
                  <a:pt x="64" y="31"/>
                </a:lnTo>
                <a:lnTo>
                  <a:pt x="64" y="0"/>
                </a:lnTo>
                <a:lnTo>
                  <a:pt x="32" y="0"/>
                </a:lnTo>
                <a:cubicBezTo>
                  <a:pt x="23" y="0"/>
                  <a:pt x="16" y="3"/>
                  <a:pt x="10" y="9"/>
                </a:cubicBezTo>
                <a:cubicBezTo>
                  <a:pt x="3" y="15"/>
                  <a:pt x="0" y="23"/>
                  <a:pt x="0" y="31"/>
                </a:cubicBezTo>
                <a:lnTo>
                  <a:pt x="0" y="255"/>
                </a:lnTo>
                <a:cubicBezTo>
                  <a:pt x="0" y="263"/>
                  <a:pt x="3" y="271"/>
                  <a:pt x="10" y="277"/>
                </a:cubicBezTo>
                <a:cubicBezTo>
                  <a:pt x="16" y="283"/>
                  <a:pt x="23" y="286"/>
                  <a:pt x="32" y="286"/>
                </a:cubicBezTo>
                <a:lnTo>
                  <a:pt x="414" y="286"/>
                </a:lnTo>
                <a:cubicBezTo>
                  <a:pt x="423" y="286"/>
                  <a:pt x="430" y="283"/>
                  <a:pt x="436" y="277"/>
                </a:cubicBezTo>
                <a:cubicBezTo>
                  <a:pt x="442" y="271"/>
                  <a:pt x="446" y="263"/>
                  <a:pt x="446" y="255"/>
                </a:cubicBezTo>
                <a:lnTo>
                  <a:pt x="446" y="31"/>
                </a:lnTo>
                <a:cubicBezTo>
                  <a:pt x="446" y="23"/>
                  <a:pt x="442" y="15"/>
                  <a:pt x="436" y="9"/>
                </a:cubicBezTo>
                <a:cubicBezTo>
                  <a:pt x="430" y="3"/>
                  <a:pt x="423" y="0"/>
                  <a:pt x="414" y="0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283680" y="4385520"/>
            <a:ext cx="31629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Het keuzesysteem weet wat een student al afrondde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3" name=""/>
          <p:cNvSpPr/>
          <p:nvPr/>
        </p:nvSpPr>
        <p:spPr>
          <a:xfrm>
            <a:off x="3871800" y="4386240"/>
            <a:ext cx="810000" cy="390600"/>
          </a:xfrm>
          <a:custGeom>
            <a:avLst/>
            <a:gdLst/>
            <a:ahLst/>
            <a:rect l="0" t="0" r="r" b="b"/>
            <a:pathLst>
              <a:path w="2250" h="1085">
                <a:moveTo>
                  <a:pt x="0" y="1019"/>
                </a:moveTo>
                <a:lnTo>
                  <a:pt x="0" y="66"/>
                </a:lnTo>
                <a:cubicBezTo>
                  <a:pt x="0" y="57"/>
                  <a:pt x="1" y="48"/>
                  <a:pt x="5" y="40"/>
                </a:cubicBezTo>
                <a:cubicBezTo>
                  <a:pt x="8" y="32"/>
                  <a:pt x="13" y="25"/>
                  <a:pt x="19" y="19"/>
                </a:cubicBezTo>
                <a:cubicBezTo>
                  <a:pt x="25" y="13"/>
                  <a:pt x="33" y="8"/>
                  <a:pt x="41" y="5"/>
                </a:cubicBezTo>
                <a:cubicBezTo>
                  <a:pt x="49" y="1"/>
                  <a:pt x="57" y="0"/>
                  <a:pt x="66" y="0"/>
                </a:cubicBezTo>
                <a:lnTo>
                  <a:pt x="2184" y="0"/>
                </a:lnTo>
                <a:cubicBezTo>
                  <a:pt x="2192" y="0"/>
                  <a:pt x="2201" y="1"/>
                  <a:pt x="2209" y="5"/>
                </a:cubicBezTo>
                <a:cubicBezTo>
                  <a:pt x="2217" y="8"/>
                  <a:pt x="2224" y="13"/>
                  <a:pt x="2230" y="19"/>
                </a:cubicBezTo>
                <a:cubicBezTo>
                  <a:pt x="2237" y="25"/>
                  <a:pt x="2241" y="32"/>
                  <a:pt x="2245" y="40"/>
                </a:cubicBezTo>
                <a:cubicBezTo>
                  <a:pt x="2248" y="48"/>
                  <a:pt x="2250" y="57"/>
                  <a:pt x="2250" y="66"/>
                </a:cubicBezTo>
                <a:lnTo>
                  <a:pt x="2250" y="1019"/>
                </a:lnTo>
                <a:cubicBezTo>
                  <a:pt x="2250" y="1028"/>
                  <a:pt x="2248" y="1036"/>
                  <a:pt x="2245" y="1045"/>
                </a:cubicBezTo>
                <a:cubicBezTo>
                  <a:pt x="2241" y="1053"/>
                  <a:pt x="2237" y="1060"/>
                  <a:pt x="2230" y="1066"/>
                </a:cubicBezTo>
                <a:cubicBezTo>
                  <a:pt x="2224" y="1072"/>
                  <a:pt x="2217" y="1077"/>
                  <a:pt x="2209" y="1080"/>
                </a:cubicBezTo>
                <a:cubicBezTo>
                  <a:pt x="2201" y="1084"/>
                  <a:pt x="2192" y="1085"/>
                  <a:pt x="2184" y="1085"/>
                </a:cubicBezTo>
                <a:lnTo>
                  <a:pt x="66" y="1085"/>
                </a:lnTo>
                <a:cubicBezTo>
                  <a:pt x="57" y="1085"/>
                  <a:pt x="49" y="1084"/>
                  <a:pt x="41" y="1080"/>
                </a:cubicBezTo>
                <a:cubicBezTo>
                  <a:pt x="33" y="1077"/>
                  <a:pt x="25" y="1072"/>
                  <a:pt x="19" y="1066"/>
                </a:cubicBezTo>
                <a:cubicBezTo>
                  <a:pt x="13" y="1060"/>
                  <a:pt x="8" y="1053"/>
                  <a:pt x="5" y="1045"/>
                </a:cubicBezTo>
                <a:cubicBezTo>
                  <a:pt x="1" y="1036"/>
                  <a:pt x="0" y="1028"/>
                  <a:pt x="0" y="101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34" name="" descr=""/>
          <p:cNvPicPr/>
          <p:nvPr/>
        </p:nvPicPr>
        <p:blipFill>
          <a:blip r:embed="rId2"/>
          <a:stretch/>
        </p:blipFill>
        <p:spPr>
          <a:xfrm>
            <a:off x="3876840" y="4390920"/>
            <a:ext cx="799560" cy="380520"/>
          </a:xfrm>
          <a:prstGeom prst="rect">
            <a:avLst/>
          </a:prstGeom>
          <a:ln w="0">
            <a:noFill/>
          </a:ln>
        </p:spPr>
      </p:pic>
      <p:sp>
        <p:nvSpPr>
          <p:cNvPr id="1035" name=""/>
          <p:cNvSpPr/>
          <p:nvPr/>
        </p:nvSpPr>
        <p:spPr>
          <a:xfrm>
            <a:off x="4738680" y="4386240"/>
            <a:ext cx="819360" cy="390600"/>
          </a:xfrm>
          <a:custGeom>
            <a:avLst/>
            <a:gdLst/>
            <a:ahLst/>
            <a:rect l="0" t="0" r="r" b="b"/>
            <a:pathLst>
              <a:path w="2276" h="1085">
                <a:moveTo>
                  <a:pt x="0" y="1019"/>
                </a:moveTo>
                <a:lnTo>
                  <a:pt x="0" y="66"/>
                </a:lnTo>
                <a:cubicBezTo>
                  <a:pt x="0" y="57"/>
                  <a:pt x="1" y="48"/>
                  <a:pt x="5" y="40"/>
                </a:cubicBezTo>
                <a:cubicBezTo>
                  <a:pt x="8" y="32"/>
                  <a:pt x="13" y="25"/>
                  <a:pt x="19" y="19"/>
                </a:cubicBezTo>
                <a:cubicBezTo>
                  <a:pt x="25" y="13"/>
                  <a:pt x="32" y="8"/>
                  <a:pt x="40" y="5"/>
                </a:cubicBezTo>
                <a:cubicBezTo>
                  <a:pt x="48" y="1"/>
                  <a:pt x="57" y="0"/>
                  <a:pt x="66" y="0"/>
                </a:cubicBezTo>
                <a:lnTo>
                  <a:pt x="2210" y="0"/>
                </a:lnTo>
                <a:cubicBezTo>
                  <a:pt x="2219" y="0"/>
                  <a:pt x="2227" y="1"/>
                  <a:pt x="2235" y="5"/>
                </a:cubicBezTo>
                <a:cubicBezTo>
                  <a:pt x="2243" y="8"/>
                  <a:pt x="2250" y="13"/>
                  <a:pt x="2257" y="19"/>
                </a:cubicBezTo>
                <a:cubicBezTo>
                  <a:pt x="2263" y="25"/>
                  <a:pt x="2268" y="32"/>
                  <a:pt x="2271" y="40"/>
                </a:cubicBezTo>
                <a:cubicBezTo>
                  <a:pt x="2274" y="48"/>
                  <a:pt x="2276" y="57"/>
                  <a:pt x="2276" y="66"/>
                </a:cubicBezTo>
                <a:lnTo>
                  <a:pt x="2276" y="1019"/>
                </a:lnTo>
                <a:cubicBezTo>
                  <a:pt x="2276" y="1028"/>
                  <a:pt x="2274" y="1036"/>
                  <a:pt x="2271" y="1045"/>
                </a:cubicBezTo>
                <a:cubicBezTo>
                  <a:pt x="2268" y="1053"/>
                  <a:pt x="2263" y="1060"/>
                  <a:pt x="2257" y="1066"/>
                </a:cubicBezTo>
                <a:cubicBezTo>
                  <a:pt x="2250" y="1072"/>
                  <a:pt x="2243" y="1077"/>
                  <a:pt x="2235" y="1080"/>
                </a:cubicBezTo>
                <a:cubicBezTo>
                  <a:pt x="2227" y="1084"/>
                  <a:pt x="2219" y="1085"/>
                  <a:pt x="2210" y="1085"/>
                </a:cubicBezTo>
                <a:lnTo>
                  <a:pt x="66" y="1085"/>
                </a:lnTo>
                <a:cubicBezTo>
                  <a:pt x="57" y="1085"/>
                  <a:pt x="48" y="1084"/>
                  <a:pt x="40" y="1080"/>
                </a:cubicBezTo>
                <a:cubicBezTo>
                  <a:pt x="32" y="1077"/>
                  <a:pt x="25" y="1072"/>
                  <a:pt x="19" y="1066"/>
                </a:cubicBezTo>
                <a:cubicBezTo>
                  <a:pt x="13" y="1060"/>
                  <a:pt x="8" y="1053"/>
                  <a:pt x="5" y="1045"/>
                </a:cubicBezTo>
                <a:cubicBezTo>
                  <a:pt x="1" y="1036"/>
                  <a:pt x="0" y="1028"/>
                  <a:pt x="0" y="101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36" name="" descr=""/>
          <p:cNvPicPr/>
          <p:nvPr/>
        </p:nvPicPr>
        <p:blipFill>
          <a:blip r:embed="rId3"/>
          <a:stretch/>
        </p:blipFill>
        <p:spPr>
          <a:xfrm>
            <a:off x="4743360" y="4390920"/>
            <a:ext cx="809280" cy="380520"/>
          </a:xfrm>
          <a:prstGeom prst="rect">
            <a:avLst/>
          </a:prstGeom>
          <a:ln w="0">
            <a:noFill/>
          </a:ln>
        </p:spPr>
      </p:pic>
      <p:sp>
        <p:nvSpPr>
          <p:cNvPr id="1037" name=""/>
          <p:cNvSpPr/>
          <p:nvPr/>
        </p:nvSpPr>
        <p:spPr>
          <a:xfrm>
            <a:off x="5614920" y="4386240"/>
            <a:ext cx="819360" cy="390600"/>
          </a:xfrm>
          <a:custGeom>
            <a:avLst/>
            <a:gdLst/>
            <a:ahLst/>
            <a:rect l="0" t="0" r="r" b="b"/>
            <a:pathLst>
              <a:path w="2276" h="1085">
                <a:moveTo>
                  <a:pt x="0" y="1019"/>
                </a:moveTo>
                <a:lnTo>
                  <a:pt x="0" y="66"/>
                </a:lnTo>
                <a:cubicBezTo>
                  <a:pt x="0" y="57"/>
                  <a:pt x="1" y="48"/>
                  <a:pt x="5" y="40"/>
                </a:cubicBezTo>
                <a:cubicBezTo>
                  <a:pt x="8" y="32"/>
                  <a:pt x="13" y="25"/>
                  <a:pt x="19" y="19"/>
                </a:cubicBezTo>
                <a:cubicBezTo>
                  <a:pt x="25" y="13"/>
                  <a:pt x="32" y="8"/>
                  <a:pt x="41" y="5"/>
                </a:cubicBezTo>
                <a:cubicBezTo>
                  <a:pt x="49" y="1"/>
                  <a:pt x="57" y="0"/>
                  <a:pt x="66" y="0"/>
                </a:cubicBezTo>
                <a:lnTo>
                  <a:pt x="2210" y="0"/>
                </a:lnTo>
                <a:cubicBezTo>
                  <a:pt x="2219" y="0"/>
                  <a:pt x="2227" y="1"/>
                  <a:pt x="2235" y="5"/>
                </a:cubicBezTo>
                <a:cubicBezTo>
                  <a:pt x="2243" y="8"/>
                  <a:pt x="2251" y="13"/>
                  <a:pt x="2257" y="19"/>
                </a:cubicBezTo>
                <a:cubicBezTo>
                  <a:pt x="2263" y="25"/>
                  <a:pt x="2268" y="32"/>
                  <a:pt x="2271" y="40"/>
                </a:cubicBezTo>
                <a:cubicBezTo>
                  <a:pt x="2274" y="48"/>
                  <a:pt x="2276" y="57"/>
                  <a:pt x="2276" y="66"/>
                </a:cubicBezTo>
                <a:lnTo>
                  <a:pt x="2276" y="1019"/>
                </a:lnTo>
                <a:cubicBezTo>
                  <a:pt x="2276" y="1028"/>
                  <a:pt x="2274" y="1036"/>
                  <a:pt x="2271" y="1045"/>
                </a:cubicBezTo>
                <a:cubicBezTo>
                  <a:pt x="2268" y="1053"/>
                  <a:pt x="2263" y="1060"/>
                  <a:pt x="2257" y="1066"/>
                </a:cubicBezTo>
                <a:cubicBezTo>
                  <a:pt x="2251" y="1072"/>
                  <a:pt x="2243" y="1077"/>
                  <a:pt x="2235" y="1080"/>
                </a:cubicBezTo>
                <a:cubicBezTo>
                  <a:pt x="2227" y="1084"/>
                  <a:pt x="2219" y="1085"/>
                  <a:pt x="2210" y="1085"/>
                </a:cubicBezTo>
                <a:lnTo>
                  <a:pt x="66" y="1085"/>
                </a:lnTo>
                <a:cubicBezTo>
                  <a:pt x="57" y="1085"/>
                  <a:pt x="49" y="1084"/>
                  <a:pt x="41" y="1080"/>
                </a:cubicBezTo>
                <a:cubicBezTo>
                  <a:pt x="32" y="1077"/>
                  <a:pt x="25" y="1072"/>
                  <a:pt x="19" y="1066"/>
                </a:cubicBezTo>
                <a:cubicBezTo>
                  <a:pt x="13" y="1060"/>
                  <a:pt x="8" y="1053"/>
                  <a:pt x="5" y="1045"/>
                </a:cubicBezTo>
                <a:cubicBezTo>
                  <a:pt x="1" y="1036"/>
                  <a:pt x="0" y="1028"/>
                  <a:pt x="0" y="101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38" name="" descr=""/>
          <p:cNvPicPr/>
          <p:nvPr/>
        </p:nvPicPr>
        <p:blipFill>
          <a:blip r:embed="rId4"/>
          <a:stretch/>
        </p:blipFill>
        <p:spPr>
          <a:xfrm>
            <a:off x="5619600" y="4390920"/>
            <a:ext cx="809280" cy="380520"/>
          </a:xfrm>
          <a:prstGeom prst="rect">
            <a:avLst/>
          </a:prstGeom>
          <a:ln w="0">
            <a:noFill/>
          </a:ln>
        </p:spPr>
      </p:pic>
      <p:sp>
        <p:nvSpPr>
          <p:cNvPr id="1039" name=""/>
          <p:cNvSpPr/>
          <p:nvPr/>
        </p:nvSpPr>
        <p:spPr>
          <a:xfrm>
            <a:off x="6481440" y="4386240"/>
            <a:ext cx="819720" cy="390600"/>
          </a:xfrm>
          <a:custGeom>
            <a:avLst/>
            <a:gdLst/>
            <a:ahLst/>
            <a:rect l="0" t="0" r="r" b="b"/>
            <a:pathLst>
              <a:path w="2277" h="1085">
                <a:moveTo>
                  <a:pt x="0" y="1019"/>
                </a:moveTo>
                <a:lnTo>
                  <a:pt x="0" y="66"/>
                </a:lnTo>
                <a:cubicBezTo>
                  <a:pt x="0" y="57"/>
                  <a:pt x="2" y="48"/>
                  <a:pt x="5" y="40"/>
                </a:cubicBezTo>
                <a:cubicBezTo>
                  <a:pt x="9" y="32"/>
                  <a:pt x="14" y="25"/>
                  <a:pt x="20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1"/>
                  <a:pt x="58" y="0"/>
                  <a:pt x="67" y="0"/>
                </a:cubicBezTo>
                <a:lnTo>
                  <a:pt x="2211" y="0"/>
                </a:lnTo>
                <a:cubicBezTo>
                  <a:pt x="2219" y="0"/>
                  <a:pt x="2228" y="1"/>
                  <a:pt x="2236" y="5"/>
                </a:cubicBezTo>
                <a:cubicBezTo>
                  <a:pt x="2244" y="8"/>
                  <a:pt x="2251" y="13"/>
                  <a:pt x="2257" y="19"/>
                </a:cubicBezTo>
                <a:cubicBezTo>
                  <a:pt x="2264" y="25"/>
                  <a:pt x="2268" y="32"/>
                  <a:pt x="2272" y="40"/>
                </a:cubicBezTo>
                <a:cubicBezTo>
                  <a:pt x="2275" y="48"/>
                  <a:pt x="2277" y="57"/>
                  <a:pt x="2277" y="66"/>
                </a:cubicBezTo>
                <a:lnTo>
                  <a:pt x="2277" y="1019"/>
                </a:lnTo>
                <a:cubicBezTo>
                  <a:pt x="2277" y="1028"/>
                  <a:pt x="2275" y="1036"/>
                  <a:pt x="2272" y="1045"/>
                </a:cubicBezTo>
                <a:cubicBezTo>
                  <a:pt x="2268" y="1053"/>
                  <a:pt x="2264" y="1060"/>
                  <a:pt x="2257" y="1066"/>
                </a:cubicBezTo>
                <a:cubicBezTo>
                  <a:pt x="2251" y="1072"/>
                  <a:pt x="2244" y="1077"/>
                  <a:pt x="2236" y="1080"/>
                </a:cubicBezTo>
                <a:cubicBezTo>
                  <a:pt x="2228" y="1084"/>
                  <a:pt x="2219" y="1085"/>
                  <a:pt x="2211" y="1085"/>
                </a:cubicBezTo>
                <a:lnTo>
                  <a:pt x="67" y="1085"/>
                </a:lnTo>
                <a:cubicBezTo>
                  <a:pt x="58" y="1085"/>
                  <a:pt x="49" y="1084"/>
                  <a:pt x="41" y="1080"/>
                </a:cubicBezTo>
                <a:cubicBezTo>
                  <a:pt x="33" y="1077"/>
                  <a:pt x="26" y="1072"/>
                  <a:pt x="20" y="1066"/>
                </a:cubicBezTo>
                <a:cubicBezTo>
                  <a:pt x="14" y="1060"/>
                  <a:pt x="9" y="1053"/>
                  <a:pt x="5" y="1045"/>
                </a:cubicBezTo>
                <a:cubicBezTo>
                  <a:pt x="2" y="1036"/>
                  <a:pt x="0" y="1028"/>
                  <a:pt x="0" y="101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40" name="" descr=""/>
          <p:cNvPicPr/>
          <p:nvPr/>
        </p:nvPicPr>
        <p:blipFill>
          <a:blip r:embed="rId5"/>
          <a:stretch/>
        </p:blipFill>
        <p:spPr>
          <a:xfrm>
            <a:off x="6486480" y="4390920"/>
            <a:ext cx="809280" cy="380520"/>
          </a:xfrm>
          <a:prstGeom prst="rect">
            <a:avLst/>
          </a:prstGeom>
          <a:ln w="0">
            <a:noFill/>
          </a:ln>
        </p:spPr>
      </p:pic>
      <p:sp>
        <p:nvSpPr>
          <p:cNvPr id="1041" name=""/>
          <p:cNvSpPr/>
          <p:nvPr/>
        </p:nvSpPr>
        <p:spPr>
          <a:xfrm>
            <a:off x="7358040" y="4386240"/>
            <a:ext cx="819360" cy="390600"/>
          </a:xfrm>
          <a:custGeom>
            <a:avLst/>
            <a:gdLst/>
            <a:ahLst/>
            <a:rect l="0" t="0" r="r" b="b"/>
            <a:pathLst>
              <a:path w="2276" h="1085">
                <a:moveTo>
                  <a:pt x="0" y="1019"/>
                </a:moveTo>
                <a:lnTo>
                  <a:pt x="0" y="66"/>
                </a:lnTo>
                <a:cubicBezTo>
                  <a:pt x="0" y="57"/>
                  <a:pt x="1" y="48"/>
                  <a:pt x="5" y="40"/>
                </a:cubicBezTo>
                <a:cubicBezTo>
                  <a:pt x="8" y="32"/>
                  <a:pt x="13" y="25"/>
                  <a:pt x="19" y="19"/>
                </a:cubicBezTo>
                <a:cubicBezTo>
                  <a:pt x="25" y="13"/>
                  <a:pt x="32" y="8"/>
                  <a:pt x="40" y="5"/>
                </a:cubicBezTo>
                <a:cubicBezTo>
                  <a:pt x="48" y="1"/>
                  <a:pt x="57" y="0"/>
                  <a:pt x="66" y="0"/>
                </a:cubicBezTo>
                <a:lnTo>
                  <a:pt x="2210" y="0"/>
                </a:lnTo>
                <a:cubicBezTo>
                  <a:pt x="2219" y="0"/>
                  <a:pt x="2227" y="1"/>
                  <a:pt x="2235" y="5"/>
                </a:cubicBezTo>
                <a:cubicBezTo>
                  <a:pt x="2243" y="8"/>
                  <a:pt x="2250" y="13"/>
                  <a:pt x="2257" y="19"/>
                </a:cubicBezTo>
                <a:cubicBezTo>
                  <a:pt x="2263" y="25"/>
                  <a:pt x="2268" y="32"/>
                  <a:pt x="2271" y="40"/>
                </a:cubicBezTo>
                <a:cubicBezTo>
                  <a:pt x="2274" y="48"/>
                  <a:pt x="2276" y="57"/>
                  <a:pt x="2276" y="66"/>
                </a:cubicBezTo>
                <a:lnTo>
                  <a:pt x="2276" y="1019"/>
                </a:lnTo>
                <a:cubicBezTo>
                  <a:pt x="2276" y="1028"/>
                  <a:pt x="2274" y="1036"/>
                  <a:pt x="2271" y="1045"/>
                </a:cubicBezTo>
                <a:cubicBezTo>
                  <a:pt x="2268" y="1053"/>
                  <a:pt x="2263" y="1060"/>
                  <a:pt x="2257" y="1066"/>
                </a:cubicBezTo>
                <a:cubicBezTo>
                  <a:pt x="2250" y="1072"/>
                  <a:pt x="2243" y="1077"/>
                  <a:pt x="2235" y="1080"/>
                </a:cubicBezTo>
                <a:cubicBezTo>
                  <a:pt x="2227" y="1084"/>
                  <a:pt x="2219" y="1085"/>
                  <a:pt x="2210" y="1085"/>
                </a:cubicBezTo>
                <a:lnTo>
                  <a:pt x="66" y="1085"/>
                </a:lnTo>
                <a:cubicBezTo>
                  <a:pt x="57" y="1085"/>
                  <a:pt x="48" y="1084"/>
                  <a:pt x="40" y="1080"/>
                </a:cubicBezTo>
                <a:cubicBezTo>
                  <a:pt x="32" y="1077"/>
                  <a:pt x="25" y="1072"/>
                  <a:pt x="19" y="1066"/>
                </a:cubicBezTo>
                <a:cubicBezTo>
                  <a:pt x="13" y="1060"/>
                  <a:pt x="8" y="1053"/>
                  <a:pt x="5" y="1045"/>
                </a:cubicBezTo>
                <a:cubicBezTo>
                  <a:pt x="1" y="1036"/>
                  <a:pt x="0" y="1028"/>
                  <a:pt x="0" y="101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42" name="" descr=""/>
          <p:cNvPicPr/>
          <p:nvPr/>
        </p:nvPicPr>
        <p:blipFill>
          <a:blip r:embed="rId6"/>
          <a:stretch/>
        </p:blipFill>
        <p:spPr>
          <a:xfrm>
            <a:off x="7362720" y="4390920"/>
            <a:ext cx="809280" cy="380520"/>
          </a:xfrm>
          <a:prstGeom prst="rect">
            <a:avLst/>
          </a:prstGeom>
          <a:ln w="0">
            <a:noFill/>
          </a:ln>
        </p:spPr>
      </p:pic>
      <p:sp>
        <p:nvSpPr>
          <p:cNvPr id="1043" name=""/>
          <p:cNvSpPr/>
          <p:nvPr/>
        </p:nvSpPr>
        <p:spPr>
          <a:xfrm>
            <a:off x="8224560" y="4386240"/>
            <a:ext cx="819720" cy="390600"/>
          </a:xfrm>
          <a:custGeom>
            <a:avLst/>
            <a:gdLst/>
            <a:ahLst/>
            <a:rect l="0" t="0" r="r" b="b"/>
            <a:pathLst>
              <a:path w="2277" h="1085">
                <a:moveTo>
                  <a:pt x="0" y="1019"/>
                </a:moveTo>
                <a:lnTo>
                  <a:pt x="0" y="66"/>
                </a:lnTo>
                <a:cubicBezTo>
                  <a:pt x="0" y="57"/>
                  <a:pt x="2" y="48"/>
                  <a:pt x="5" y="40"/>
                </a:cubicBezTo>
                <a:cubicBezTo>
                  <a:pt x="9" y="32"/>
                  <a:pt x="13" y="25"/>
                  <a:pt x="20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1"/>
                  <a:pt x="58" y="0"/>
                  <a:pt x="66" y="0"/>
                </a:cubicBezTo>
                <a:lnTo>
                  <a:pt x="2211" y="0"/>
                </a:lnTo>
                <a:cubicBezTo>
                  <a:pt x="2219" y="0"/>
                  <a:pt x="2228" y="1"/>
                  <a:pt x="2236" y="5"/>
                </a:cubicBezTo>
                <a:cubicBezTo>
                  <a:pt x="2244" y="8"/>
                  <a:pt x="2251" y="13"/>
                  <a:pt x="2257" y="19"/>
                </a:cubicBezTo>
                <a:cubicBezTo>
                  <a:pt x="2264" y="25"/>
                  <a:pt x="2268" y="32"/>
                  <a:pt x="2272" y="40"/>
                </a:cubicBezTo>
                <a:cubicBezTo>
                  <a:pt x="2275" y="48"/>
                  <a:pt x="2277" y="57"/>
                  <a:pt x="2277" y="66"/>
                </a:cubicBezTo>
                <a:lnTo>
                  <a:pt x="2277" y="1019"/>
                </a:lnTo>
                <a:cubicBezTo>
                  <a:pt x="2277" y="1028"/>
                  <a:pt x="2275" y="1036"/>
                  <a:pt x="2272" y="1045"/>
                </a:cubicBezTo>
                <a:cubicBezTo>
                  <a:pt x="2268" y="1053"/>
                  <a:pt x="2264" y="1060"/>
                  <a:pt x="2257" y="1066"/>
                </a:cubicBezTo>
                <a:cubicBezTo>
                  <a:pt x="2251" y="1072"/>
                  <a:pt x="2244" y="1077"/>
                  <a:pt x="2236" y="1080"/>
                </a:cubicBezTo>
                <a:cubicBezTo>
                  <a:pt x="2228" y="1084"/>
                  <a:pt x="2219" y="1085"/>
                  <a:pt x="2211" y="1085"/>
                </a:cubicBezTo>
                <a:lnTo>
                  <a:pt x="66" y="1085"/>
                </a:lnTo>
                <a:cubicBezTo>
                  <a:pt x="58" y="1085"/>
                  <a:pt x="49" y="1084"/>
                  <a:pt x="41" y="1080"/>
                </a:cubicBezTo>
                <a:cubicBezTo>
                  <a:pt x="33" y="1077"/>
                  <a:pt x="26" y="1072"/>
                  <a:pt x="20" y="1066"/>
                </a:cubicBezTo>
                <a:cubicBezTo>
                  <a:pt x="13" y="1060"/>
                  <a:pt x="9" y="1053"/>
                  <a:pt x="5" y="1045"/>
                </a:cubicBezTo>
                <a:cubicBezTo>
                  <a:pt x="2" y="1036"/>
                  <a:pt x="0" y="1028"/>
                  <a:pt x="0" y="101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44" name="" descr=""/>
          <p:cNvPicPr/>
          <p:nvPr/>
        </p:nvPicPr>
        <p:blipFill>
          <a:blip r:embed="rId7"/>
          <a:stretch/>
        </p:blipFill>
        <p:spPr>
          <a:xfrm>
            <a:off x="8229600" y="4390920"/>
            <a:ext cx="809280" cy="380520"/>
          </a:xfrm>
          <a:prstGeom prst="rect">
            <a:avLst/>
          </a:prstGeom>
          <a:ln w="0">
            <a:noFill/>
          </a:ln>
        </p:spPr>
      </p:pic>
      <p:sp>
        <p:nvSpPr>
          <p:cNvPr id="1045" name=""/>
          <p:cNvSpPr txBox="1"/>
          <p:nvPr/>
        </p:nvSpPr>
        <p:spPr>
          <a:xfrm>
            <a:off x="4046760" y="4191120"/>
            <a:ext cx="18644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Leerroute 4 tot en met 9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46" name="" descr=""/>
          <p:cNvPicPr/>
          <p:nvPr/>
        </p:nvPicPr>
        <p:blipFill>
          <a:blip r:embed="rId8"/>
          <a:stretch/>
        </p:blipFill>
        <p:spPr>
          <a:xfrm>
            <a:off x="171360" y="514440"/>
            <a:ext cx="8991360" cy="3447720"/>
          </a:xfrm>
          <a:prstGeom prst="rect">
            <a:avLst/>
          </a:prstGeom>
          <a:ln w="0">
            <a:noFill/>
          </a:ln>
        </p:spPr>
      </p:pic>
      <p:sp>
        <p:nvSpPr>
          <p:cNvPr id="1047" name=""/>
          <p:cNvSpPr/>
          <p:nvPr/>
        </p:nvSpPr>
        <p:spPr>
          <a:xfrm>
            <a:off x="6781680" y="2238120"/>
            <a:ext cx="628920" cy="524160"/>
          </a:xfrm>
          <a:custGeom>
            <a:avLst/>
            <a:gdLst/>
            <a:ahLst/>
            <a:rect l="0" t="0" r="r" b="b"/>
            <a:pathLst>
              <a:path w="1747" h="1456">
                <a:moveTo>
                  <a:pt x="0" y="739"/>
                </a:moveTo>
                <a:lnTo>
                  <a:pt x="0" y="719"/>
                </a:lnTo>
                <a:cubicBezTo>
                  <a:pt x="0" y="695"/>
                  <a:pt x="1" y="672"/>
                  <a:pt x="4" y="648"/>
                </a:cubicBezTo>
                <a:cubicBezTo>
                  <a:pt x="7" y="625"/>
                  <a:pt x="11" y="602"/>
                  <a:pt x="17" y="579"/>
                </a:cubicBezTo>
                <a:cubicBezTo>
                  <a:pt x="22" y="556"/>
                  <a:pt x="29" y="533"/>
                  <a:pt x="37" y="510"/>
                </a:cubicBezTo>
                <a:cubicBezTo>
                  <a:pt x="46" y="488"/>
                  <a:pt x="55" y="466"/>
                  <a:pt x="66" y="444"/>
                </a:cubicBezTo>
                <a:cubicBezTo>
                  <a:pt x="77" y="422"/>
                  <a:pt x="89" y="401"/>
                  <a:pt x="103" y="381"/>
                </a:cubicBezTo>
                <a:cubicBezTo>
                  <a:pt x="116" y="360"/>
                  <a:pt x="131" y="340"/>
                  <a:pt x="147" y="319"/>
                </a:cubicBezTo>
                <a:cubicBezTo>
                  <a:pt x="163" y="300"/>
                  <a:pt x="180" y="281"/>
                  <a:pt x="198" y="263"/>
                </a:cubicBezTo>
                <a:cubicBezTo>
                  <a:pt x="216" y="244"/>
                  <a:pt x="235" y="227"/>
                  <a:pt x="256" y="210"/>
                </a:cubicBezTo>
                <a:cubicBezTo>
                  <a:pt x="276" y="194"/>
                  <a:pt x="297" y="178"/>
                  <a:pt x="319" y="163"/>
                </a:cubicBezTo>
                <a:cubicBezTo>
                  <a:pt x="341" y="148"/>
                  <a:pt x="364" y="134"/>
                  <a:pt x="388" y="121"/>
                </a:cubicBezTo>
                <a:cubicBezTo>
                  <a:pt x="412" y="108"/>
                  <a:pt x="436" y="96"/>
                  <a:pt x="461" y="85"/>
                </a:cubicBezTo>
                <a:cubicBezTo>
                  <a:pt x="487" y="74"/>
                  <a:pt x="512" y="64"/>
                  <a:pt x="539" y="55"/>
                </a:cubicBezTo>
                <a:cubicBezTo>
                  <a:pt x="565" y="46"/>
                  <a:pt x="592" y="38"/>
                  <a:pt x="620" y="31"/>
                </a:cubicBezTo>
                <a:cubicBezTo>
                  <a:pt x="647" y="24"/>
                  <a:pt x="675" y="19"/>
                  <a:pt x="703" y="14"/>
                </a:cubicBezTo>
                <a:cubicBezTo>
                  <a:pt x="731" y="9"/>
                  <a:pt x="759" y="6"/>
                  <a:pt x="787" y="4"/>
                </a:cubicBezTo>
                <a:cubicBezTo>
                  <a:pt x="816" y="1"/>
                  <a:pt x="844" y="0"/>
                  <a:pt x="873" y="0"/>
                </a:cubicBezTo>
                <a:cubicBezTo>
                  <a:pt x="902" y="0"/>
                  <a:pt x="930" y="1"/>
                  <a:pt x="959" y="4"/>
                </a:cubicBezTo>
                <a:cubicBezTo>
                  <a:pt x="987" y="6"/>
                  <a:pt x="1015" y="9"/>
                  <a:pt x="1043" y="14"/>
                </a:cubicBezTo>
                <a:cubicBezTo>
                  <a:pt x="1071" y="19"/>
                  <a:pt x="1099" y="24"/>
                  <a:pt x="1126" y="31"/>
                </a:cubicBezTo>
                <a:cubicBezTo>
                  <a:pt x="1154" y="38"/>
                  <a:pt x="1181" y="46"/>
                  <a:pt x="1207" y="55"/>
                </a:cubicBezTo>
                <a:cubicBezTo>
                  <a:pt x="1234" y="64"/>
                  <a:pt x="1260" y="74"/>
                  <a:pt x="1286" y="85"/>
                </a:cubicBezTo>
                <a:cubicBezTo>
                  <a:pt x="1311" y="96"/>
                  <a:pt x="1335" y="108"/>
                  <a:pt x="1359" y="121"/>
                </a:cubicBezTo>
                <a:cubicBezTo>
                  <a:pt x="1383" y="134"/>
                  <a:pt x="1406" y="148"/>
                  <a:pt x="1428" y="163"/>
                </a:cubicBezTo>
                <a:cubicBezTo>
                  <a:pt x="1450" y="178"/>
                  <a:pt x="1471" y="194"/>
                  <a:pt x="1491" y="210"/>
                </a:cubicBezTo>
                <a:cubicBezTo>
                  <a:pt x="1512" y="227"/>
                  <a:pt x="1531" y="244"/>
                  <a:pt x="1549" y="263"/>
                </a:cubicBezTo>
                <a:cubicBezTo>
                  <a:pt x="1567" y="281"/>
                  <a:pt x="1584" y="300"/>
                  <a:pt x="1600" y="319"/>
                </a:cubicBezTo>
                <a:cubicBezTo>
                  <a:pt x="1616" y="340"/>
                  <a:pt x="1631" y="360"/>
                  <a:pt x="1644" y="381"/>
                </a:cubicBezTo>
                <a:cubicBezTo>
                  <a:pt x="1657" y="401"/>
                  <a:pt x="1670" y="422"/>
                  <a:pt x="1681" y="444"/>
                </a:cubicBezTo>
                <a:cubicBezTo>
                  <a:pt x="1692" y="466"/>
                  <a:pt x="1701" y="488"/>
                  <a:pt x="1709" y="510"/>
                </a:cubicBezTo>
                <a:cubicBezTo>
                  <a:pt x="1718" y="533"/>
                  <a:pt x="1725" y="556"/>
                  <a:pt x="1730" y="579"/>
                </a:cubicBezTo>
                <a:cubicBezTo>
                  <a:pt x="1736" y="602"/>
                  <a:pt x="1740" y="625"/>
                  <a:pt x="1743" y="648"/>
                </a:cubicBezTo>
                <a:cubicBezTo>
                  <a:pt x="1746" y="672"/>
                  <a:pt x="1747" y="695"/>
                  <a:pt x="1747" y="719"/>
                </a:cubicBezTo>
                <a:lnTo>
                  <a:pt x="1747" y="739"/>
                </a:lnTo>
                <a:cubicBezTo>
                  <a:pt x="1747" y="762"/>
                  <a:pt x="1746" y="786"/>
                  <a:pt x="1743" y="809"/>
                </a:cubicBezTo>
                <a:cubicBezTo>
                  <a:pt x="1740" y="833"/>
                  <a:pt x="1736" y="856"/>
                  <a:pt x="1730" y="879"/>
                </a:cubicBezTo>
                <a:cubicBezTo>
                  <a:pt x="1725" y="902"/>
                  <a:pt x="1718" y="925"/>
                  <a:pt x="1709" y="947"/>
                </a:cubicBezTo>
                <a:cubicBezTo>
                  <a:pt x="1701" y="970"/>
                  <a:pt x="1692" y="992"/>
                  <a:pt x="1681" y="1013"/>
                </a:cubicBezTo>
                <a:cubicBezTo>
                  <a:pt x="1670" y="1035"/>
                  <a:pt x="1657" y="1056"/>
                  <a:pt x="1644" y="1077"/>
                </a:cubicBezTo>
                <a:cubicBezTo>
                  <a:pt x="1631" y="1098"/>
                  <a:pt x="1616" y="1118"/>
                  <a:pt x="1600" y="1138"/>
                </a:cubicBezTo>
                <a:cubicBezTo>
                  <a:pt x="1584" y="1157"/>
                  <a:pt x="1567" y="1176"/>
                  <a:pt x="1549" y="1194"/>
                </a:cubicBezTo>
                <a:cubicBezTo>
                  <a:pt x="1531" y="1212"/>
                  <a:pt x="1512" y="1230"/>
                  <a:pt x="1491" y="1246"/>
                </a:cubicBezTo>
                <a:cubicBezTo>
                  <a:pt x="1471" y="1263"/>
                  <a:pt x="1450" y="1279"/>
                  <a:pt x="1428" y="1294"/>
                </a:cubicBezTo>
                <a:cubicBezTo>
                  <a:pt x="1406" y="1308"/>
                  <a:pt x="1383" y="1322"/>
                  <a:pt x="1359" y="1335"/>
                </a:cubicBezTo>
                <a:cubicBezTo>
                  <a:pt x="1335" y="1349"/>
                  <a:pt x="1311" y="1361"/>
                  <a:pt x="1286" y="1372"/>
                </a:cubicBezTo>
                <a:cubicBezTo>
                  <a:pt x="1260" y="1383"/>
                  <a:pt x="1234" y="1393"/>
                  <a:pt x="1207" y="1402"/>
                </a:cubicBezTo>
                <a:cubicBezTo>
                  <a:pt x="1181" y="1411"/>
                  <a:pt x="1154" y="1419"/>
                  <a:pt x="1126" y="1426"/>
                </a:cubicBezTo>
                <a:cubicBezTo>
                  <a:pt x="1099" y="1432"/>
                  <a:pt x="1071" y="1438"/>
                  <a:pt x="1043" y="1443"/>
                </a:cubicBezTo>
                <a:cubicBezTo>
                  <a:pt x="1015" y="1447"/>
                  <a:pt x="987" y="1451"/>
                  <a:pt x="959" y="1453"/>
                </a:cubicBezTo>
                <a:cubicBezTo>
                  <a:pt x="930" y="1455"/>
                  <a:pt x="902" y="1456"/>
                  <a:pt x="873" y="1456"/>
                </a:cubicBezTo>
                <a:cubicBezTo>
                  <a:pt x="844" y="1456"/>
                  <a:pt x="816" y="1455"/>
                  <a:pt x="787" y="1453"/>
                </a:cubicBezTo>
                <a:cubicBezTo>
                  <a:pt x="759" y="1451"/>
                  <a:pt x="731" y="1447"/>
                  <a:pt x="703" y="1443"/>
                </a:cubicBezTo>
                <a:cubicBezTo>
                  <a:pt x="675" y="1438"/>
                  <a:pt x="647" y="1432"/>
                  <a:pt x="620" y="1426"/>
                </a:cubicBezTo>
                <a:cubicBezTo>
                  <a:pt x="592" y="1419"/>
                  <a:pt x="565" y="1411"/>
                  <a:pt x="539" y="1402"/>
                </a:cubicBezTo>
                <a:cubicBezTo>
                  <a:pt x="512" y="1393"/>
                  <a:pt x="487" y="1383"/>
                  <a:pt x="461" y="1372"/>
                </a:cubicBezTo>
                <a:cubicBezTo>
                  <a:pt x="436" y="1361"/>
                  <a:pt x="412" y="1349"/>
                  <a:pt x="388" y="1335"/>
                </a:cubicBezTo>
                <a:cubicBezTo>
                  <a:pt x="364" y="1322"/>
                  <a:pt x="341" y="1308"/>
                  <a:pt x="319" y="1294"/>
                </a:cubicBezTo>
                <a:cubicBezTo>
                  <a:pt x="297" y="1279"/>
                  <a:pt x="276" y="1263"/>
                  <a:pt x="256" y="1246"/>
                </a:cubicBezTo>
                <a:cubicBezTo>
                  <a:pt x="235" y="1230"/>
                  <a:pt x="216" y="1212"/>
                  <a:pt x="198" y="1194"/>
                </a:cubicBezTo>
                <a:cubicBezTo>
                  <a:pt x="180" y="1176"/>
                  <a:pt x="163" y="1157"/>
                  <a:pt x="147" y="1138"/>
                </a:cubicBezTo>
                <a:cubicBezTo>
                  <a:pt x="131" y="1118"/>
                  <a:pt x="116" y="1098"/>
                  <a:pt x="103" y="1077"/>
                </a:cubicBezTo>
                <a:cubicBezTo>
                  <a:pt x="89" y="1056"/>
                  <a:pt x="77" y="1035"/>
                  <a:pt x="66" y="1013"/>
                </a:cubicBezTo>
                <a:cubicBezTo>
                  <a:pt x="55" y="992"/>
                  <a:pt x="46" y="970"/>
                  <a:pt x="37" y="947"/>
                </a:cubicBezTo>
                <a:cubicBezTo>
                  <a:pt x="29" y="925"/>
                  <a:pt x="22" y="902"/>
                  <a:pt x="17" y="879"/>
                </a:cubicBezTo>
                <a:cubicBezTo>
                  <a:pt x="11" y="856"/>
                  <a:pt x="7" y="833"/>
                  <a:pt x="4" y="809"/>
                </a:cubicBezTo>
                <a:cubicBezTo>
                  <a:pt x="1" y="786"/>
                  <a:pt x="0" y="762"/>
                  <a:pt x="0" y="739"/>
                </a:cubicBezTo>
                <a:moveTo>
                  <a:pt x="79" y="739"/>
                </a:moveTo>
                <a:lnTo>
                  <a:pt x="79" y="719"/>
                </a:lnTo>
                <a:cubicBezTo>
                  <a:pt x="79" y="698"/>
                  <a:pt x="80" y="677"/>
                  <a:pt x="83" y="656"/>
                </a:cubicBezTo>
                <a:cubicBezTo>
                  <a:pt x="86" y="635"/>
                  <a:pt x="89" y="615"/>
                  <a:pt x="94" y="594"/>
                </a:cubicBezTo>
                <a:cubicBezTo>
                  <a:pt x="100" y="574"/>
                  <a:pt x="106" y="554"/>
                  <a:pt x="113" y="534"/>
                </a:cubicBezTo>
                <a:cubicBezTo>
                  <a:pt x="121" y="514"/>
                  <a:pt x="130" y="494"/>
                  <a:pt x="140" y="475"/>
                </a:cubicBezTo>
                <a:cubicBezTo>
                  <a:pt x="150" y="455"/>
                  <a:pt x="161" y="436"/>
                  <a:pt x="173" y="418"/>
                </a:cubicBezTo>
                <a:cubicBezTo>
                  <a:pt x="185" y="399"/>
                  <a:pt x="199" y="382"/>
                  <a:pt x="213" y="364"/>
                </a:cubicBezTo>
                <a:cubicBezTo>
                  <a:pt x="227" y="347"/>
                  <a:pt x="243" y="329"/>
                  <a:pt x="259" y="313"/>
                </a:cubicBezTo>
                <a:cubicBezTo>
                  <a:pt x="276" y="297"/>
                  <a:pt x="293" y="281"/>
                  <a:pt x="312" y="267"/>
                </a:cubicBezTo>
                <a:cubicBezTo>
                  <a:pt x="330" y="252"/>
                  <a:pt x="349" y="238"/>
                  <a:pt x="369" y="224"/>
                </a:cubicBezTo>
                <a:cubicBezTo>
                  <a:pt x="390" y="211"/>
                  <a:pt x="410" y="199"/>
                  <a:pt x="432" y="187"/>
                </a:cubicBezTo>
                <a:cubicBezTo>
                  <a:pt x="454" y="176"/>
                  <a:pt x="476" y="165"/>
                  <a:pt x="499" y="155"/>
                </a:cubicBezTo>
                <a:cubicBezTo>
                  <a:pt x="522" y="145"/>
                  <a:pt x="545" y="136"/>
                  <a:pt x="569" y="128"/>
                </a:cubicBezTo>
                <a:cubicBezTo>
                  <a:pt x="593" y="120"/>
                  <a:pt x="618" y="113"/>
                  <a:pt x="643" y="107"/>
                </a:cubicBezTo>
                <a:cubicBezTo>
                  <a:pt x="667" y="101"/>
                  <a:pt x="693" y="96"/>
                  <a:pt x="718" y="92"/>
                </a:cubicBezTo>
                <a:cubicBezTo>
                  <a:pt x="744" y="88"/>
                  <a:pt x="769" y="85"/>
                  <a:pt x="795" y="83"/>
                </a:cubicBezTo>
                <a:cubicBezTo>
                  <a:pt x="821" y="81"/>
                  <a:pt x="847" y="80"/>
                  <a:pt x="873" y="80"/>
                </a:cubicBezTo>
                <a:cubicBezTo>
                  <a:pt x="899" y="80"/>
                  <a:pt x="925" y="81"/>
                  <a:pt x="951" y="83"/>
                </a:cubicBezTo>
                <a:cubicBezTo>
                  <a:pt x="977" y="85"/>
                  <a:pt x="1002" y="88"/>
                  <a:pt x="1028" y="92"/>
                </a:cubicBezTo>
                <a:cubicBezTo>
                  <a:pt x="1053" y="96"/>
                  <a:pt x="1078" y="101"/>
                  <a:pt x="1103" y="107"/>
                </a:cubicBezTo>
                <a:cubicBezTo>
                  <a:pt x="1128" y="113"/>
                  <a:pt x="1153" y="120"/>
                  <a:pt x="1177" y="128"/>
                </a:cubicBezTo>
                <a:cubicBezTo>
                  <a:pt x="1201" y="136"/>
                  <a:pt x="1224" y="145"/>
                  <a:pt x="1248" y="155"/>
                </a:cubicBezTo>
                <a:cubicBezTo>
                  <a:pt x="1271" y="165"/>
                  <a:pt x="1293" y="176"/>
                  <a:pt x="1315" y="187"/>
                </a:cubicBezTo>
                <a:cubicBezTo>
                  <a:pt x="1337" y="199"/>
                  <a:pt x="1357" y="211"/>
                  <a:pt x="1378" y="224"/>
                </a:cubicBezTo>
                <a:cubicBezTo>
                  <a:pt x="1398" y="238"/>
                  <a:pt x="1417" y="252"/>
                  <a:pt x="1435" y="267"/>
                </a:cubicBezTo>
                <a:cubicBezTo>
                  <a:pt x="1454" y="281"/>
                  <a:pt x="1471" y="297"/>
                  <a:pt x="1488" y="313"/>
                </a:cubicBezTo>
                <a:cubicBezTo>
                  <a:pt x="1504" y="329"/>
                  <a:pt x="1519" y="347"/>
                  <a:pt x="1534" y="364"/>
                </a:cubicBezTo>
                <a:cubicBezTo>
                  <a:pt x="1548" y="382"/>
                  <a:pt x="1562" y="399"/>
                  <a:pt x="1574" y="418"/>
                </a:cubicBezTo>
                <a:cubicBezTo>
                  <a:pt x="1586" y="436"/>
                  <a:pt x="1597" y="455"/>
                  <a:pt x="1607" y="475"/>
                </a:cubicBezTo>
                <a:cubicBezTo>
                  <a:pt x="1617" y="494"/>
                  <a:pt x="1626" y="514"/>
                  <a:pt x="1634" y="534"/>
                </a:cubicBezTo>
                <a:cubicBezTo>
                  <a:pt x="1641" y="554"/>
                  <a:pt x="1647" y="574"/>
                  <a:pt x="1652" y="594"/>
                </a:cubicBezTo>
                <a:cubicBezTo>
                  <a:pt x="1658" y="615"/>
                  <a:pt x="1661" y="635"/>
                  <a:pt x="1664" y="656"/>
                </a:cubicBezTo>
                <a:cubicBezTo>
                  <a:pt x="1666" y="677"/>
                  <a:pt x="1668" y="698"/>
                  <a:pt x="1668" y="719"/>
                </a:cubicBezTo>
                <a:lnTo>
                  <a:pt x="1668" y="739"/>
                </a:lnTo>
                <a:cubicBezTo>
                  <a:pt x="1668" y="760"/>
                  <a:pt x="1666" y="781"/>
                  <a:pt x="1664" y="801"/>
                </a:cubicBezTo>
                <a:cubicBezTo>
                  <a:pt x="1661" y="822"/>
                  <a:pt x="1658" y="843"/>
                  <a:pt x="1652" y="863"/>
                </a:cubicBezTo>
                <a:cubicBezTo>
                  <a:pt x="1647" y="884"/>
                  <a:pt x="1641" y="904"/>
                  <a:pt x="1634" y="924"/>
                </a:cubicBezTo>
                <a:cubicBezTo>
                  <a:pt x="1626" y="944"/>
                  <a:pt x="1617" y="964"/>
                  <a:pt x="1607" y="983"/>
                </a:cubicBezTo>
                <a:cubicBezTo>
                  <a:pt x="1597" y="1002"/>
                  <a:pt x="1586" y="1021"/>
                  <a:pt x="1574" y="1040"/>
                </a:cubicBezTo>
                <a:cubicBezTo>
                  <a:pt x="1562" y="1058"/>
                  <a:pt x="1548" y="1076"/>
                  <a:pt x="1534" y="1093"/>
                </a:cubicBezTo>
                <a:cubicBezTo>
                  <a:pt x="1519" y="1111"/>
                  <a:pt x="1504" y="1128"/>
                  <a:pt x="1488" y="1144"/>
                </a:cubicBezTo>
                <a:cubicBezTo>
                  <a:pt x="1471" y="1160"/>
                  <a:pt x="1454" y="1175"/>
                  <a:pt x="1435" y="1190"/>
                </a:cubicBezTo>
                <a:cubicBezTo>
                  <a:pt x="1417" y="1205"/>
                  <a:pt x="1398" y="1219"/>
                  <a:pt x="1378" y="1232"/>
                </a:cubicBezTo>
                <a:cubicBezTo>
                  <a:pt x="1357" y="1245"/>
                  <a:pt x="1337" y="1258"/>
                  <a:pt x="1315" y="1269"/>
                </a:cubicBezTo>
                <a:cubicBezTo>
                  <a:pt x="1293" y="1281"/>
                  <a:pt x="1271" y="1292"/>
                  <a:pt x="1248" y="1302"/>
                </a:cubicBezTo>
                <a:cubicBezTo>
                  <a:pt x="1224" y="1312"/>
                  <a:pt x="1201" y="1320"/>
                  <a:pt x="1177" y="1328"/>
                </a:cubicBezTo>
                <a:cubicBezTo>
                  <a:pt x="1153" y="1336"/>
                  <a:pt x="1128" y="1343"/>
                  <a:pt x="1103" y="1350"/>
                </a:cubicBezTo>
                <a:cubicBezTo>
                  <a:pt x="1078" y="1356"/>
                  <a:pt x="1053" y="1361"/>
                  <a:pt x="1028" y="1365"/>
                </a:cubicBezTo>
                <a:cubicBezTo>
                  <a:pt x="1002" y="1369"/>
                  <a:pt x="977" y="1372"/>
                  <a:pt x="951" y="1374"/>
                </a:cubicBezTo>
                <a:cubicBezTo>
                  <a:pt x="925" y="1376"/>
                  <a:pt x="899" y="1377"/>
                  <a:pt x="873" y="1377"/>
                </a:cubicBezTo>
                <a:cubicBezTo>
                  <a:pt x="847" y="1377"/>
                  <a:pt x="821" y="1376"/>
                  <a:pt x="795" y="1374"/>
                </a:cubicBezTo>
                <a:cubicBezTo>
                  <a:pt x="769" y="1372"/>
                  <a:pt x="744" y="1369"/>
                  <a:pt x="718" y="1365"/>
                </a:cubicBezTo>
                <a:cubicBezTo>
                  <a:pt x="693" y="1361"/>
                  <a:pt x="667" y="1356"/>
                  <a:pt x="643" y="1350"/>
                </a:cubicBezTo>
                <a:cubicBezTo>
                  <a:pt x="618" y="1343"/>
                  <a:pt x="593" y="1336"/>
                  <a:pt x="569" y="1328"/>
                </a:cubicBezTo>
                <a:cubicBezTo>
                  <a:pt x="545" y="1320"/>
                  <a:pt x="522" y="1312"/>
                  <a:pt x="499" y="1302"/>
                </a:cubicBezTo>
                <a:cubicBezTo>
                  <a:pt x="476" y="1292"/>
                  <a:pt x="454" y="1281"/>
                  <a:pt x="432" y="1269"/>
                </a:cubicBezTo>
                <a:cubicBezTo>
                  <a:pt x="410" y="1258"/>
                  <a:pt x="390" y="1245"/>
                  <a:pt x="369" y="1232"/>
                </a:cubicBezTo>
                <a:cubicBezTo>
                  <a:pt x="349" y="1219"/>
                  <a:pt x="330" y="1205"/>
                  <a:pt x="312" y="1190"/>
                </a:cubicBezTo>
                <a:cubicBezTo>
                  <a:pt x="293" y="1175"/>
                  <a:pt x="276" y="1160"/>
                  <a:pt x="259" y="1144"/>
                </a:cubicBezTo>
                <a:cubicBezTo>
                  <a:pt x="243" y="1128"/>
                  <a:pt x="227" y="1111"/>
                  <a:pt x="213" y="1093"/>
                </a:cubicBezTo>
                <a:cubicBezTo>
                  <a:pt x="199" y="1076"/>
                  <a:pt x="185" y="1058"/>
                  <a:pt x="173" y="1040"/>
                </a:cubicBezTo>
                <a:cubicBezTo>
                  <a:pt x="161" y="1021"/>
                  <a:pt x="150" y="1002"/>
                  <a:pt x="140" y="983"/>
                </a:cubicBezTo>
                <a:cubicBezTo>
                  <a:pt x="130" y="964"/>
                  <a:pt x="121" y="944"/>
                  <a:pt x="113" y="924"/>
                </a:cubicBezTo>
                <a:cubicBezTo>
                  <a:pt x="106" y="904"/>
                  <a:pt x="100" y="884"/>
                  <a:pt x="94" y="863"/>
                </a:cubicBezTo>
                <a:cubicBezTo>
                  <a:pt x="89" y="843"/>
                  <a:pt x="86" y="822"/>
                  <a:pt x="83" y="801"/>
                </a:cubicBezTo>
                <a:cubicBezTo>
                  <a:pt x="80" y="781"/>
                  <a:pt x="79" y="760"/>
                  <a:pt x="79" y="739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2962440" y="4937760"/>
            <a:ext cx="38548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Status: hoofdplaat ter beoordeling, tekeningen in de kennisbank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5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057" name=""/>
          <p:cNvSpPr txBox="1"/>
          <p:nvPr/>
        </p:nvSpPr>
        <p:spPr>
          <a:xfrm>
            <a:off x="243720" y="1133640"/>
            <a:ext cx="414432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dd784b"/>
                </a:solidFill>
                <a:latin typeface="Arial"/>
                <a:ea typeface="Arial"/>
              </a:rPr>
              <a:t>Interactieketens in concept</a:t>
            </a:r>
            <a:endParaRPr b="0" lang="en-US" sz="21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8" name=""/>
          <p:cNvSpPr/>
          <p:nvPr/>
        </p:nvSpPr>
        <p:spPr>
          <a:xfrm>
            <a:off x="247320" y="1914480"/>
            <a:ext cx="2867400" cy="648000"/>
          </a:xfrm>
          <a:custGeom>
            <a:avLst/>
            <a:gdLst/>
            <a:ahLst/>
            <a:rect l="0" t="0" r="r" b="b"/>
            <a:pathLst>
              <a:path w="7965" h="1800">
                <a:moveTo>
                  <a:pt x="0" y="0"/>
                </a:moveTo>
                <a:lnTo>
                  <a:pt x="7965" y="0"/>
                </a:lnTo>
                <a:lnTo>
                  <a:pt x="7965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9" name=""/>
          <p:cNvSpPr/>
          <p:nvPr/>
        </p:nvSpPr>
        <p:spPr>
          <a:xfrm>
            <a:off x="247320" y="1914480"/>
            <a:ext cx="2867400" cy="38160"/>
          </a:xfrm>
          <a:custGeom>
            <a:avLst/>
            <a:gdLst/>
            <a:ahLst/>
            <a:rect l="0" t="0" r="r" b="b"/>
            <a:pathLst>
              <a:path w="7965" h="106">
                <a:moveTo>
                  <a:pt x="0" y="0"/>
                </a:moveTo>
                <a:lnTo>
                  <a:pt x="7965" y="0"/>
                </a:lnTo>
                <a:lnTo>
                  <a:pt x="7965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0" name=""/>
          <p:cNvSpPr/>
          <p:nvPr/>
        </p:nvSpPr>
        <p:spPr>
          <a:xfrm>
            <a:off x="247320" y="2552400"/>
            <a:ext cx="2867400" cy="10080"/>
          </a:xfrm>
          <a:custGeom>
            <a:avLst/>
            <a:gdLst/>
            <a:ahLst/>
            <a:rect l="0" t="0" r="r" b="b"/>
            <a:pathLst>
              <a:path w="7965" h="28">
                <a:moveTo>
                  <a:pt x="0" y="0"/>
                </a:moveTo>
                <a:lnTo>
                  <a:pt x="7965" y="0"/>
                </a:lnTo>
                <a:lnTo>
                  <a:pt x="79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1" name=""/>
          <p:cNvSpPr/>
          <p:nvPr/>
        </p:nvSpPr>
        <p:spPr>
          <a:xfrm>
            <a:off x="3105000" y="1914480"/>
            <a:ext cx="9720" cy="648000"/>
          </a:xfrm>
          <a:custGeom>
            <a:avLst/>
            <a:gdLst/>
            <a:ahLst/>
            <a:rect l="0" t="0" r="r" b="b"/>
            <a:pathLst>
              <a:path w="27" h="1800">
                <a:moveTo>
                  <a:pt x="0" y="105"/>
                </a:moveTo>
                <a:lnTo>
                  <a:pt x="0" y="1800"/>
                </a:lnTo>
                <a:lnTo>
                  <a:pt x="27" y="1800"/>
                </a:lnTo>
                <a:lnTo>
                  <a:pt x="27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2" name=""/>
          <p:cNvSpPr/>
          <p:nvPr/>
        </p:nvSpPr>
        <p:spPr>
          <a:xfrm>
            <a:off x="247320" y="1914480"/>
            <a:ext cx="10080" cy="648000"/>
          </a:xfrm>
          <a:custGeom>
            <a:avLst/>
            <a:gdLst/>
            <a:ahLst/>
            <a:rect l="0" t="0" r="r" b="b"/>
            <a:pathLst>
              <a:path w="28" h="1800">
                <a:moveTo>
                  <a:pt x="0" y="0"/>
                </a:moveTo>
                <a:lnTo>
                  <a:pt x="0" y="1800"/>
                </a:lnTo>
                <a:lnTo>
                  <a:pt x="28" y="1800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3" name=""/>
          <p:cNvSpPr/>
          <p:nvPr/>
        </p:nvSpPr>
        <p:spPr>
          <a:xfrm>
            <a:off x="1329840" y="2060280"/>
            <a:ext cx="151200" cy="176400"/>
          </a:xfrm>
          <a:custGeom>
            <a:avLst/>
            <a:gdLst/>
            <a:ahLst/>
            <a:rect l="0" t="0" r="r" b="b"/>
            <a:pathLst>
              <a:path w="420" h="490">
                <a:moveTo>
                  <a:pt x="385" y="0"/>
                </a:moveTo>
                <a:lnTo>
                  <a:pt x="70" y="0"/>
                </a:lnTo>
                <a:cubicBezTo>
                  <a:pt x="65" y="0"/>
                  <a:pt x="61" y="1"/>
                  <a:pt x="57" y="3"/>
                </a:cubicBezTo>
                <a:cubicBezTo>
                  <a:pt x="52" y="4"/>
                  <a:pt x="49" y="7"/>
                  <a:pt x="45" y="10"/>
                </a:cubicBezTo>
                <a:cubicBezTo>
                  <a:pt x="42" y="13"/>
                  <a:pt x="39" y="17"/>
                  <a:pt x="38" y="21"/>
                </a:cubicBezTo>
                <a:cubicBezTo>
                  <a:pt x="36" y="26"/>
                  <a:pt x="35" y="30"/>
                  <a:pt x="35" y="35"/>
                </a:cubicBezTo>
                <a:lnTo>
                  <a:pt x="35" y="105"/>
                </a:lnTo>
                <a:lnTo>
                  <a:pt x="0" y="105"/>
                </a:lnTo>
                <a:lnTo>
                  <a:pt x="0" y="140"/>
                </a:lnTo>
                <a:lnTo>
                  <a:pt x="35" y="140"/>
                </a:lnTo>
                <a:lnTo>
                  <a:pt x="35" y="227"/>
                </a:lnTo>
                <a:lnTo>
                  <a:pt x="0" y="227"/>
                </a:lnTo>
                <a:lnTo>
                  <a:pt x="0" y="262"/>
                </a:lnTo>
                <a:lnTo>
                  <a:pt x="35" y="262"/>
                </a:lnTo>
                <a:lnTo>
                  <a:pt x="35" y="349"/>
                </a:lnTo>
                <a:lnTo>
                  <a:pt x="0" y="349"/>
                </a:lnTo>
                <a:lnTo>
                  <a:pt x="0" y="385"/>
                </a:lnTo>
                <a:lnTo>
                  <a:pt x="35" y="385"/>
                </a:lnTo>
                <a:lnTo>
                  <a:pt x="35" y="455"/>
                </a:lnTo>
                <a:cubicBezTo>
                  <a:pt x="35" y="459"/>
                  <a:pt x="36" y="464"/>
                  <a:pt x="38" y="468"/>
                </a:cubicBezTo>
                <a:cubicBezTo>
                  <a:pt x="39" y="472"/>
                  <a:pt x="42" y="476"/>
                  <a:pt x="45" y="479"/>
                </a:cubicBezTo>
                <a:cubicBezTo>
                  <a:pt x="49" y="483"/>
                  <a:pt x="52" y="485"/>
                  <a:pt x="57" y="487"/>
                </a:cubicBezTo>
                <a:cubicBezTo>
                  <a:pt x="61" y="489"/>
                  <a:pt x="65" y="490"/>
                  <a:pt x="70" y="490"/>
                </a:cubicBezTo>
                <a:lnTo>
                  <a:pt x="385" y="490"/>
                </a:lnTo>
                <a:cubicBezTo>
                  <a:pt x="390" y="490"/>
                  <a:pt x="394" y="489"/>
                  <a:pt x="398" y="487"/>
                </a:cubicBezTo>
                <a:cubicBezTo>
                  <a:pt x="403" y="485"/>
                  <a:pt x="406" y="483"/>
                  <a:pt x="410" y="479"/>
                </a:cubicBezTo>
                <a:cubicBezTo>
                  <a:pt x="413" y="476"/>
                  <a:pt x="416" y="472"/>
                  <a:pt x="417" y="468"/>
                </a:cubicBezTo>
                <a:cubicBezTo>
                  <a:pt x="419" y="464"/>
                  <a:pt x="420" y="459"/>
                  <a:pt x="420" y="455"/>
                </a:cubicBezTo>
                <a:lnTo>
                  <a:pt x="420" y="35"/>
                </a:lnTo>
                <a:cubicBezTo>
                  <a:pt x="420" y="30"/>
                  <a:pt x="419" y="26"/>
                  <a:pt x="417" y="21"/>
                </a:cubicBezTo>
                <a:cubicBezTo>
                  <a:pt x="416" y="17"/>
                  <a:pt x="413" y="13"/>
                  <a:pt x="410" y="10"/>
                </a:cubicBezTo>
                <a:cubicBezTo>
                  <a:pt x="406" y="7"/>
                  <a:pt x="403" y="4"/>
                  <a:pt x="398" y="3"/>
                </a:cubicBezTo>
                <a:cubicBezTo>
                  <a:pt x="394" y="1"/>
                  <a:pt x="390" y="0"/>
                  <a:pt x="385" y="0"/>
                </a:cubicBezTo>
                <a:moveTo>
                  <a:pt x="385" y="455"/>
                </a:moveTo>
                <a:lnTo>
                  <a:pt x="70" y="455"/>
                </a:lnTo>
                <a:lnTo>
                  <a:pt x="70" y="385"/>
                </a:lnTo>
                <a:lnTo>
                  <a:pt x="105" y="385"/>
                </a:lnTo>
                <a:lnTo>
                  <a:pt x="105" y="349"/>
                </a:lnTo>
                <a:lnTo>
                  <a:pt x="70" y="349"/>
                </a:lnTo>
                <a:lnTo>
                  <a:pt x="70" y="262"/>
                </a:lnTo>
                <a:lnTo>
                  <a:pt x="105" y="262"/>
                </a:lnTo>
                <a:lnTo>
                  <a:pt x="105" y="227"/>
                </a:lnTo>
                <a:lnTo>
                  <a:pt x="70" y="227"/>
                </a:lnTo>
                <a:lnTo>
                  <a:pt x="70" y="140"/>
                </a:lnTo>
                <a:lnTo>
                  <a:pt x="105" y="140"/>
                </a:lnTo>
                <a:lnTo>
                  <a:pt x="105" y="105"/>
                </a:lnTo>
                <a:lnTo>
                  <a:pt x="70" y="105"/>
                </a:lnTo>
                <a:lnTo>
                  <a:pt x="70" y="35"/>
                </a:lnTo>
                <a:lnTo>
                  <a:pt x="385" y="35"/>
                </a:lnTo>
                <a:lnTo>
                  <a:pt x="385" y="455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4" name=""/>
          <p:cNvSpPr/>
          <p:nvPr/>
        </p:nvSpPr>
        <p:spPr>
          <a:xfrm>
            <a:off x="1392840" y="2098080"/>
            <a:ext cx="50400" cy="100800"/>
          </a:xfrm>
          <a:custGeom>
            <a:avLst/>
            <a:gdLst/>
            <a:ahLst/>
            <a:rect l="0" t="0" r="r" b="b"/>
            <a:pathLst>
              <a:path w="140" h="280">
                <a:moveTo>
                  <a:pt x="0" y="0"/>
                </a:moveTo>
                <a:lnTo>
                  <a:pt x="140" y="0"/>
                </a:lnTo>
                <a:lnTo>
                  <a:pt x="140" y="35"/>
                </a:lnTo>
                <a:lnTo>
                  <a:pt x="0" y="35"/>
                </a:lnTo>
                <a:lnTo>
                  <a:pt x="0" y="0"/>
                </a:lnTo>
                <a:moveTo>
                  <a:pt x="0" y="122"/>
                </a:moveTo>
                <a:lnTo>
                  <a:pt x="140" y="122"/>
                </a:lnTo>
                <a:lnTo>
                  <a:pt x="140" y="157"/>
                </a:lnTo>
                <a:lnTo>
                  <a:pt x="0" y="157"/>
                </a:lnTo>
                <a:lnTo>
                  <a:pt x="0" y="122"/>
                </a:lnTo>
                <a:moveTo>
                  <a:pt x="0" y="245"/>
                </a:moveTo>
                <a:lnTo>
                  <a:pt x="140" y="245"/>
                </a:lnTo>
                <a:lnTo>
                  <a:pt x="140" y="280"/>
                </a:lnTo>
                <a:lnTo>
                  <a:pt x="0" y="280"/>
                </a:lnTo>
                <a:lnTo>
                  <a:pt x="0" y="245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3114720" y="1558800"/>
            <a:ext cx="37270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1b2a6b"/>
                </a:solidFill>
                <a:latin typeface="Arial"/>
                <a:ea typeface="Arial"/>
              </a:rPr>
              <a:t>Elk inzicht scherpt het eindproduct aan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1501920" y="2084400"/>
            <a:ext cx="6714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Aanbod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7" name=""/>
          <p:cNvSpPr/>
          <p:nvPr/>
        </p:nvSpPr>
        <p:spPr>
          <a:xfrm>
            <a:off x="3228840" y="1914480"/>
            <a:ext cx="2876760" cy="648000"/>
          </a:xfrm>
          <a:custGeom>
            <a:avLst/>
            <a:gdLst/>
            <a:ahLst/>
            <a:rect l="0" t="0" r="r" b="b"/>
            <a:pathLst>
              <a:path w="7991" h="1800">
                <a:moveTo>
                  <a:pt x="0" y="0"/>
                </a:moveTo>
                <a:lnTo>
                  <a:pt x="7991" y="0"/>
                </a:lnTo>
                <a:lnTo>
                  <a:pt x="7991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8" name=""/>
          <p:cNvSpPr/>
          <p:nvPr/>
        </p:nvSpPr>
        <p:spPr>
          <a:xfrm>
            <a:off x="3228840" y="1914480"/>
            <a:ext cx="2876760" cy="38160"/>
          </a:xfrm>
          <a:custGeom>
            <a:avLst/>
            <a:gdLst/>
            <a:ahLst/>
            <a:rect l="0" t="0" r="r" b="b"/>
            <a:pathLst>
              <a:path w="7991" h="106">
                <a:moveTo>
                  <a:pt x="0" y="0"/>
                </a:moveTo>
                <a:lnTo>
                  <a:pt x="7991" y="0"/>
                </a:lnTo>
                <a:lnTo>
                  <a:pt x="7991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9" name=""/>
          <p:cNvSpPr/>
          <p:nvPr/>
        </p:nvSpPr>
        <p:spPr>
          <a:xfrm>
            <a:off x="3228840" y="2552400"/>
            <a:ext cx="2876760" cy="10080"/>
          </a:xfrm>
          <a:custGeom>
            <a:avLst/>
            <a:gdLst/>
            <a:ahLst/>
            <a:rect l="0" t="0" r="r" b="b"/>
            <a:pathLst>
              <a:path w="7991" h="28">
                <a:moveTo>
                  <a:pt x="0" y="0"/>
                </a:moveTo>
                <a:lnTo>
                  <a:pt x="7991" y="0"/>
                </a:lnTo>
                <a:lnTo>
                  <a:pt x="79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0" name=""/>
          <p:cNvSpPr/>
          <p:nvPr/>
        </p:nvSpPr>
        <p:spPr>
          <a:xfrm>
            <a:off x="6095880" y="1914480"/>
            <a:ext cx="9720" cy="648000"/>
          </a:xfrm>
          <a:custGeom>
            <a:avLst/>
            <a:gdLst/>
            <a:ahLst/>
            <a:rect l="0" t="0" r="r" b="b"/>
            <a:pathLst>
              <a:path w="27" h="1800">
                <a:moveTo>
                  <a:pt x="0" y="105"/>
                </a:moveTo>
                <a:lnTo>
                  <a:pt x="0" y="1800"/>
                </a:lnTo>
                <a:lnTo>
                  <a:pt x="27" y="1800"/>
                </a:lnTo>
                <a:lnTo>
                  <a:pt x="27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1" name=""/>
          <p:cNvSpPr/>
          <p:nvPr/>
        </p:nvSpPr>
        <p:spPr>
          <a:xfrm>
            <a:off x="3228840" y="1914480"/>
            <a:ext cx="9720" cy="648000"/>
          </a:xfrm>
          <a:custGeom>
            <a:avLst/>
            <a:gdLst/>
            <a:ahLst/>
            <a:rect l="0" t="0" r="r" b="b"/>
            <a:pathLst>
              <a:path w="27" h="1800">
                <a:moveTo>
                  <a:pt x="0" y="0"/>
                </a:moveTo>
                <a:lnTo>
                  <a:pt x="0" y="1800"/>
                </a:lnTo>
                <a:lnTo>
                  <a:pt x="27" y="1800"/>
                </a:lnTo>
                <a:lnTo>
                  <a:pt x="27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2" name=""/>
          <p:cNvSpPr/>
          <p:nvPr/>
        </p:nvSpPr>
        <p:spPr>
          <a:xfrm>
            <a:off x="4250880" y="2060280"/>
            <a:ext cx="189000" cy="176400"/>
          </a:xfrm>
          <a:custGeom>
            <a:avLst/>
            <a:gdLst/>
            <a:ahLst/>
            <a:rect l="0" t="0" r="r" b="b"/>
            <a:pathLst>
              <a:path w="525" h="490">
                <a:moveTo>
                  <a:pt x="525" y="209"/>
                </a:moveTo>
                <a:lnTo>
                  <a:pt x="454" y="209"/>
                </a:lnTo>
                <a:lnTo>
                  <a:pt x="454" y="140"/>
                </a:lnTo>
                <a:lnTo>
                  <a:pt x="419" y="140"/>
                </a:lnTo>
                <a:lnTo>
                  <a:pt x="419" y="209"/>
                </a:lnTo>
                <a:lnTo>
                  <a:pt x="349" y="209"/>
                </a:lnTo>
                <a:lnTo>
                  <a:pt x="349" y="244"/>
                </a:lnTo>
                <a:lnTo>
                  <a:pt x="419" y="244"/>
                </a:lnTo>
                <a:lnTo>
                  <a:pt x="419" y="314"/>
                </a:lnTo>
                <a:lnTo>
                  <a:pt x="454" y="314"/>
                </a:lnTo>
                <a:lnTo>
                  <a:pt x="454" y="244"/>
                </a:lnTo>
                <a:lnTo>
                  <a:pt x="525" y="244"/>
                </a:lnTo>
                <a:lnTo>
                  <a:pt x="525" y="209"/>
                </a:lnTo>
                <a:moveTo>
                  <a:pt x="175" y="35"/>
                </a:moveTo>
                <a:cubicBezTo>
                  <a:pt x="186" y="35"/>
                  <a:pt x="198" y="37"/>
                  <a:pt x="208" y="41"/>
                </a:cubicBezTo>
                <a:cubicBezTo>
                  <a:pt x="219" y="46"/>
                  <a:pt x="228" y="52"/>
                  <a:pt x="237" y="60"/>
                </a:cubicBezTo>
                <a:cubicBezTo>
                  <a:pt x="245" y="69"/>
                  <a:pt x="251" y="78"/>
                  <a:pt x="256" y="89"/>
                </a:cubicBezTo>
                <a:cubicBezTo>
                  <a:pt x="260" y="99"/>
                  <a:pt x="262" y="111"/>
                  <a:pt x="262" y="122"/>
                </a:cubicBezTo>
                <a:cubicBezTo>
                  <a:pt x="262" y="134"/>
                  <a:pt x="260" y="145"/>
                  <a:pt x="256" y="156"/>
                </a:cubicBezTo>
                <a:cubicBezTo>
                  <a:pt x="251" y="166"/>
                  <a:pt x="245" y="176"/>
                  <a:pt x="237" y="184"/>
                </a:cubicBezTo>
                <a:cubicBezTo>
                  <a:pt x="228" y="192"/>
                  <a:pt x="219" y="198"/>
                  <a:pt x="208" y="203"/>
                </a:cubicBezTo>
                <a:cubicBezTo>
                  <a:pt x="198" y="207"/>
                  <a:pt x="186" y="209"/>
                  <a:pt x="175" y="209"/>
                </a:cubicBezTo>
                <a:cubicBezTo>
                  <a:pt x="163" y="209"/>
                  <a:pt x="152" y="207"/>
                  <a:pt x="142" y="203"/>
                </a:cubicBezTo>
                <a:cubicBezTo>
                  <a:pt x="131" y="198"/>
                  <a:pt x="121" y="192"/>
                  <a:pt x="113" y="184"/>
                </a:cubicBezTo>
                <a:cubicBezTo>
                  <a:pt x="105" y="176"/>
                  <a:pt x="99" y="166"/>
                  <a:pt x="94" y="156"/>
                </a:cubicBezTo>
                <a:cubicBezTo>
                  <a:pt x="90" y="145"/>
                  <a:pt x="88" y="134"/>
                  <a:pt x="88" y="122"/>
                </a:cubicBezTo>
                <a:cubicBezTo>
                  <a:pt x="88" y="111"/>
                  <a:pt x="90" y="99"/>
                  <a:pt x="94" y="89"/>
                </a:cubicBezTo>
                <a:cubicBezTo>
                  <a:pt x="99" y="78"/>
                  <a:pt x="105" y="69"/>
                  <a:pt x="113" y="60"/>
                </a:cubicBezTo>
                <a:cubicBezTo>
                  <a:pt x="121" y="52"/>
                  <a:pt x="131" y="46"/>
                  <a:pt x="142" y="41"/>
                </a:cubicBezTo>
                <a:cubicBezTo>
                  <a:pt x="152" y="37"/>
                  <a:pt x="163" y="35"/>
                  <a:pt x="175" y="35"/>
                </a:cubicBezTo>
                <a:moveTo>
                  <a:pt x="175" y="0"/>
                </a:moveTo>
                <a:cubicBezTo>
                  <a:pt x="159" y="0"/>
                  <a:pt x="143" y="3"/>
                  <a:pt x="128" y="9"/>
                </a:cubicBezTo>
                <a:cubicBezTo>
                  <a:pt x="113" y="15"/>
                  <a:pt x="100" y="24"/>
                  <a:pt x="89" y="36"/>
                </a:cubicBezTo>
                <a:cubicBezTo>
                  <a:pt x="77" y="47"/>
                  <a:pt x="68" y="60"/>
                  <a:pt x="62" y="75"/>
                </a:cubicBezTo>
                <a:cubicBezTo>
                  <a:pt x="56" y="90"/>
                  <a:pt x="53" y="106"/>
                  <a:pt x="53" y="122"/>
                </a:cubicBezTo>
                <a:cubicBezTo>
                  <a:pt x="53" y="138"/>
                  <a:pt x="56" y="154"/>
                  <a:pt x="62" y="169"/>
                </a:cubicBezTo>
                <a:cubicBezTo>
                  <a:pt x="68" y="184"/>
                  <a:pt x="77" y="197"/>
                  <a:pt x="89" y="209"/>
                </a:cubicBezTo>
                <a:cubicBezTo>
                  <a:pt x="100" y="220"/>
                  <a:pt x="113" y="229"/>
                  <a:pt x="128" y="235"/>
                </a:cubicBezTo>
                <a:cubicBezTo>
                  <a:pt x="143" y="241"/>
                  <a:pt x="159" y="244"/>
                  <a:pt x="175" y="244"/>
                </a:cubicBezTo>
                <a:cubicBezTo>
                  <a:pt x="191" y="244"/>
                  <a:pt x="207" y="241"/>
                  <a:pt x="222" y="235"/>
                </a:cubicBezTo>
                <a:cubicBezTo>
                  <a:pt x="237" y="229"/>
                  <a:pt x="250" y="220"/>
                  <a:pt x="261" y="209"/>
                </a:cubicBezTo>
                <a:cubicBezTo>
                  <a:pt x="273" y="197"/>
                  <a:pt x="282" y="184"/>
                  <a:pt x="288" y="169"/>
                </a:cubicBezTo>
                <a:cubicBezTo>
                  <a:pt x="294" y="154"/>
                  <a:pt x="297" y="138"/>
                  <a:pt x="297" y="122"/>
                </a:cubicBezTo>
                <a:cubicBezTo>
                  <a:pt x="297" y="106"/>
                  <a:pt x="294" y="90"/>
                  <a:pt x="288" y="75"/>
                </a:cubicBezTo>
                <a:cubicBezTo>
                  <a:pt x="282" y="60"/>
                  <a:pt x="273" y="47"/>
                  <a:pt x="261" y="36"/>
                </a:cubicBezTo>
                <a:cubicBezTo>
                  <a:pt x="250" y="24"/>
                  <a:pt x="237" y="15"/>
                  <a:pt x="222" y="9"/>
                </a:cubicBezTo>
                <a:cubicBezTo>
                  <a:pt x="207" y="3"/>
                  <a:pt x="191" y="0"/>
                  <a:pt x="175" y="0"/>
                </a:cubicBezTo>
                <a:moveTo>
                  <a:pt x="349" y="490"/>
                </a:moveTo>
                <a:lnTo>
                  <a:pt x="315" y="490"/>
                </a:lnTo>
                <a:lnTo>
                  <a:pt x="315" y="402"/>
                </a:lnTo>
                <a:cubicBezTo>
                  <a:pt x="315" y="391"/>
                  <a:pt x="312" y="380"/>
                  <a:pt x="308" y="368"/>
                </a:cubicBezTo>
                <a:cubicBezTo>
                  <a:pt x="303" y="357"/>
                  <a:pt x="297" y="348"/>
                  <a:pt x="289" y="340"/>
                </a:cubicBezTo>
                <a:cubicBezTo>
                  <a:pt x="281" y="331"/>
                  <a:pt x="271" y="325"/>
                  <a:pt x="261" y="321"/>
                </a:cubicBezTo>
                <a:cubicBezTo>
                  <a:pt x="250" y="316"/>
                  <a:pt x="239" y="314"/>
                  <a:pt x="227" y="314"/>
                </a:cubicBezTo>
                <a:lnTo>
                  <a:pt x="123" y="314"/>
                </a:lnTo>
                <a:cubicBezTo>
                  <a:pt x="111" y="314"/>
                  <a:pt x="100" y="316"/>
                  <a:pt x="89" y="321"/>
                </a:cubicBezTo>
                <a:cubicBezTo>
                  <a:pt x="78" y="325"/>
                  <a:pt x="69" y="331"/>
                  <a:pt x="61" y="340"/>
                </a:cubicBezTo>
                <a:cubicBezTo>
                  <a:pt x="53" y="348"/>
                  <a:pt x="46" y="357"/>
                  <a:pt x="42" y="368"/>
                </a:cubicBezTo>
                <a:cubicBezTo>
                  <a:pt x="37" y="380"/>
                  <a:pt x="35" y="391"/>
                  <a:pt x="35" y="402"/>
                </a:cubicBezTo>
                <a:lnTo>
                  <a:pt x="35" y="490"/>
                </a:lnTo>
                <a:lnTo>
                  <a:pt x="0" y="490"/>
                </a:lnTo>
                <a:lnTo>
                  <a:pt x="0" y="402"/>
                </a:lnTo>
                <a:cubicBezTo>
                  <a:pt x="0" y="386"/>
                  <a:pt x="3" y="370"/>
                  <a:pt x="10" y="355"/>
                </a:cubicBezTo>
                <a:cubicBezTo>
                  <a:pt x="16" y="340"/>
                  <a:pt x="25" y="326"/>
                  <a:pt x="36" y="315"/>
                </a:cubicBezTo>
                <a:cubicBezTo>
                  <a:pt x="48" y="304"/>
                  <a:pt x="61" y="295"/>
                  <a:pt x="76" y="289"/>
                </a:cubicBezTo>
                <a:cubicBezTo>
                  <a:pt x="91" y="282"/>
                  <a:pt x="106" y="279"/>
                  <a:pt x="123" y="279"/>
                </a:cubicBezTo>
                <a:lnTo>
                  <a:pt x="227" y="279"/>
                </a:lnTo>
                <a:cubicBezTo>
                  <a:pt x="243" y="279"/>
                  <a:pt x="259" y="282"/>
                  <a:pt x="274" y="289"/>
                </a:cubicBezTo>
                <a:cubicBezTo>
                  <a:pt x="289" y="295"/>
                  <a:pt x="302" y="304"/>
                  <a:pt x="314" y="315"/>
                </a:cubicBezTo>
                <a:cubicBezTo>
                  <a:pt x="325" y="326"/>
                  <a:pt x="334" y="340"/>
                  <a:pt x="340" y="355"/>
                </a:cubicBezTo>
                <a:cubicBezTo>
                  <a:pt x="346" y="370"/>
                  <a:pt x="349" y="386"/>
                  <a:pt x="349" y="402"/>
                </a:cubicBezTo>
                <a:lnTo>
                  <a:pt x="349" y="49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853560" y="2306160"/>
            <a:ext cx="18187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van ontwerp tot aanmeldbaar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4439160" y="2084400"/>
            <a:ext cx="7840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Instroom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5" name=""/>
          <p:cNvSpPr/>
          <p:nvPr/>
        </p:nvSpPr>
        <p:spPr>
          <a:xfrm>
            <a:off x="6219720" y="1914480"/>
            <a:ext cx="2867400" cy="648000"/>
          </a:xfrm>
          <a:custGeom>
            <a:avLst/>
            <a:gdLst/>
            <a:ahLst/>
            <a:rect l="0" t="0" r="r" b="b"/>
            <a:pathLst>
              <a:path w="7965" h="1800">
                <a:moveTo>
                  <a:pt x="0" y="0"/>
                </a:moveTo>
                <a:lnTo>
                  <a:pt x="7965" y="0"/>
                </a:lnTo>
                <a:lnTo>
                  <a:pt x="7965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6" name=""/>
          <p:cNvSpPr/>
          <p:nvPr/>
        </p:nvSpPr>
        <p:spPr>
          <a:xfrm>
            <a:off x="6219720" y="1914480"/>
            <a:ext cx="2867400" cy="38160"/>
          </a:xfrm>
          <a:custGeom>
            <a:avLst/>
            <a:gdLst/>
            <a:ahLst/>
            <a:rect l="0" t="0" r="r" b="b"/>
            <a:pathLst>
              <a:path w="7965" h="106">
                <a:moveTo>
                  <a:pt x="0" y="0"/>
                </a:moveTo>
                <a:lnTo>
                  <a:pt x="7965" y="0"/>
                </a:lnTo>
                <a:lnTo>
                  <a:pt x="7965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7" name=""/>
          <p:cNvSpPr/>
          <p:nvPr/>
        </p:nvSpPr>
        <p:spPr>
          <a:xfrm>
            <a:off x="6219720" y="2552400"/>
            <a:ext cx="2867400" cy="10080"/>
          </a:xfrm>
          <a:custGeom>
            <a:avLst/>
            <a:gdLst/>
            <a:ahLst/>
            <a:rect l="0" t="0" r="r" b="b"/>
            <a:pathLst>
              <a:path w="7965" h="28">
                <a:moveTo>
                  <a:pt x="0" y="0"/>
                </a:moveTo>
                <a:lnTo>
                  <a:pt x="7965" y="0"/>
                </a:lnTo>
                <a:lnTo>
                  <a:pt x="79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8" name=""/>
          <p:cNvSpPr/>
          <p:nvPr/>
        </p:nvSpPr>
        <p:spPr>
          <a:xfrm>
            <a:off x="9077040" y="1914480"/>
            <a:ext cx="10080" cy="648000"/>
          </a:xfrm>
          <a:custGeom>
            <a:avLst/>
            <a:gdLst/>
            <a:ahLst/>
            <a:rect l="0" t="0" r="r" b="b"/>
            <a:pathLst>
              <a:path w="28" h="1800">
                <a:moveTo>
                  <a:pt x="0" y="105"/>
                </a:moveTo>
                <a:lnTo>
                  <a:pt x="0" y="1800"/>
                </a:lnTo>
                <a:lnTo>
                  <a:pt x="28" y="1800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9" name=""/>
          <p:cNvSpPr/>
          <p:nvPr/>
        </p:nvSpPr>
        <p:spPr>
          <a:xfrm>
            <a:off x="6219720" y="1914480"/>
            <a:ext cx="9720" cy="648000"/>
          </a:xfrm>
          <a:custGeom>
            <a:avLst/>
            <a:gdLst/>
            <a:ahLst/>
            <a:rect l="0" t="0" r="r" b="b"/>
            <a:pathLst>
              <a:path w="27" h="1800">
                <a:moveTo>
                  <a:pt x="0" y="0"/>
                </a:moveTo>
                <a:lnTo>
                  <a:pt x="0" y="1800"/>
                </a:lnTo>
                <a:lnTo>
                  <a:pt x="27" y="1800"/>
                </a:lnTo>
                <a:lnTo>
                  <a:pt x="27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0" name=""/>
          <p:cNvSpPr/>
          <p:nvPr/>
        </p:nvSpPr>
        <p:spPr>
          <a:xfrm>
            <a:off x="7156080" y="2060280"/>
            <a:ext cx="176400" cy="176400"/>
          </a:xfrm>
          <a:custGeom>
            <a:avLst/>
            <a:gdLst/>
            <a:ahLst/>
            <a:rect l="0" t="0" r="r" b="b"/>
            <a:pathLst>
              <a:path w="490" h="490">
                <a:moveTo>
                  <a:pt x="443" y="174"/>
                </a:moveTo>
                <a:cubicBezTo>
                  <a:pt x="430" y="174"/>
                  <a:pt x="419" y="179"/>
                  <a:pt x="409" y="189"/>
                </a:cubicBezTo>
                <a:lnTo>
                  <a:pt x="403" y="196"/>
                </a:lnTo>
                <a:lnTo>
                  <a:pt x="396" y="189"/>
                </a:lnTo>
                <a:cubicBezTo>
                  <a:pt x="391" y="184"/>
                  <a:pt x="386" y="181"/>
                  <a:pt x="380" y="178"/>
                </a:cubicBezTo>
                <a:cubicBezTo>
                  <a:pt x="375" y="176"/>
                  <a:pt x="368" y="174"/>
                  <a:pt x="361" y="174"/>
                </a:cubicBezTo>
                <a:cubicBezTo>
                  <a:pt x="355" y="174"/>
                  <a:pt x="349" y="176"/>
                  <a:pt x="343" y="178"/>
                </a:cubicBezTo>
                <a:cubicBezTo>
                  <a:pt x="338" y="181"/>
                  <a:pt x="332" y="184"/>
                  <a:pt x="328" y="189"/>
                </a:cubicBezTo>
                <a:cubicBezTo>
                  <a:pt x="324" y="193"/>
                  <a:pt x="320" y="198"/>
                  <a:pt x="318" y="204"/>
                </a:cubicBezTo>
                <a:cubicBezTo>
                  <a:pt x="316" y="210"/>
                  <a:pt x="314" y="216"/>
                  <a:pt x="314" y="223"/>
                </a:cubicBezTo>
                <a:cubicBezTo>
                  <a:pt x="314" y="229"/>
                  <a:pt x="316" y="235"/>
                  <a:pt x="318" y="241"/>
                </a:cubicBezTo>
                <a:cubicBezTo>
                  <a:pt x="320" y="247"/>
                  <a:pt x="324" y="252"/>
                  <a:pt x="328" y="257"/>
                </a:cubicBezTo>
                <a:lnTo>
                  <a:pt x="403" y="332"/>
                </a:lnTo>
                <a:lnTo>
                  <a:pt x="476" y="257"/>
                </a:lnTo>
                <a:cubicBezTo>
                  <a:pt x="481" y="252"/>
                  <a:pt x="484" y="247"/>
                  <a:pt x="486" y="241"/>
                </a:cubicBezTo>
                <a:cubicBezTo>
                  <a:pt x="489" y="235"/>
                  <a:pt x="490" y="229"/>
                  <a:pt x="490" y="223"/>
                </a:cubicBezTo>
                <a:cubicBezTo>
                  <a:pt x="490" y="216"/>
                  <a:pt x="489" y="210"/>
                  <a:pt x="486" y="204"/>
                </a:cubicBezTo>
                <a:cubicBezTo>
                  <a:pt x="484" y="198"/>
                  <a:pt x="481" y="193"/>
                  <a:pt x="476" y="189"/>
                </a:cubicBezTo>
                <a:cubicBezTo>
                  <a:pt x="467" y="179"/>
                  <a:pt x="456" y="174"/>
                  <a:pt x="443" y="174"/>
                </a:cubicBezTo>
                <a:moveTo>
                  <a:pt x="0" y="490"/>
                </a:moveTo>
                <a:lnTo>
                  <a:pt x="35" y="490"/>
                </a:lnTo>
                <a:lnTo>
                  <a:pt x="35" y="402"/>
                </a:lnTo>
                <a:cubicBezTo>
                  <a:pt x="35" y="391"/>
                  <a:pt x="37" y="380"/>
                  <a:pt x="42" y="368"/>
                </a:cubicBezTo>
                <a:cubicBezTo>
                  <a:pt x="46" y="357"/>
                  <a:pt x="52" y="348"/>
                  <a:pt x="61" y="340"/>
                </a:cubicBezTo>
                <a:cubicBezTo>
                  <a:pt x="69" y="332"/>
                  <a:pt x="78" y="325"/>
                  <a:pt x="89" y="321"/>
                </a:cubicBezTo>
                <a:cubicBezTo>
                  <a:pt x="100" y="316"/>
                  <a:pt x="111" y="314"/>
                  <a:pt x="122" y="314"/>
                </a:cubicBezTo>
                <a:lnTo>
                  <a:pt x="227" y="314"/>
                </a:lnTo>
                <a:cubicBezTo>
                  <a:pt x="239" y="314"/>
                  <a:pt x="250" y="316"/>
                  <a:pt x="260" y="321"/>
                </a:cubicBezTo>
                <a:cubicBezTo>
                  <a:pt x="271" y="325"/>
                  <a:pt x="281" y="332"/>
                  <a:pt x="289" y="340"/>
                </a:cubicBezTo>
                <a:cubicBezTo>
                  <a:pt x="297" y="348"/>
                  <a:pt x="303" y="357"/>
                  <a:pt x="308" y="368"/>
                </a:cubicBezTo>
                <a:cubicBezTo>
                  <a:pt x="312" y="380"/>
                  <a:pt x="314" y="391"/>
                  <a:pt x="314" y="402"/>
                </a:cubicBezTo>
                <a:lnTo>
                  <a:pt x="314" y="490"/>
                </a:lnTo>
                <a:lnTo>
                  <a:pt x="349" y="490"/>
                </a:lnTo>
                <a:lnTo>
                  <a:pt x="349" y="402"/>
                </a:lnTo>
                <a:cubicBezTo>
                  <a:pt x="349" y="386"/>
                  <a:pt x="346" y="370"/>
                  <a:pt x="340" y="355"/>
                </a:cubicBezTo>
                <a:cubicBezTo>
                  <a:pt x="334" y="340"/>
                  <a:pt x="325" y="326"/>
                  <a:pt x="313" y="315"/>
                </a:cubicBezTo>
                <a:cubicBezTo>
                  <a:pt x="302" y="304"/>
                  <a:pt x="289" y="295"/>
                  <a:pt x="274" y="289"/>
                </a:cubicBezTo>
                <a:cubicBezTo>
                  <a:pt x="259" y="282"/>
                  <a:pt x="243" y="279"/>
                  <a:pt x="227" y="279"/>
                </a:cubicBezTo>
                <a:lnTo>
                  <a:pt x="122" y="279"/>
                </a:lnTo>
                <a:cubicBezTo>
                  <a:pt x="106" y="279"/>
                  <a:pt x="91" y="282"/>
                  <a:pt x="76" y="289"/>
                </a:cubicBezTo>
                <a:cubicBezTo>
                  <a:pt x="61" y="295"/>
                  <a:pt x="47" y="304"/>
                  <a:pt x="36" y="315"/>
                </a:cubicBezTo>
                <a:cubicBezTo>
                  <a:pt x="25" y="326"/>
                  <a:pt x="16" y="340"/>
                  <a:pt x="10" y="355"/>
                </a:cubicBezTo>
                <a:cubicBezTo>
                  <a:pt x="3" y="370"/>
                  <a:pt x="0" y="386"/>
                  <a:pt x="0" y="402"/>
                </a:cubicBezTo>
                <a:lnTo>
                  <a:pt x="0" y="490"/>
                </a:lnTo>
                <a:moveTo>
                  <a:pt x="175" y="35"/>
                </a:moveTo>
                <a:cubicBezTo>
                  <a:pt x="186" y="35"/>
                  <a:pt x="197" y="37"/>
                  <a:pt x="208" y="41"/>
                </a:cubicBezTo>
                <a:cubicBezTo>
                  <a:pt x="219" y="46"/>
                  <a:pt x="228" y="52"/>
                  <a:pt x="236" y="60"/>
                </a:cubicBezTo>
                <a:cubicBezTo>
                  <a:pt x="245" y="69"/>
                  <a:pt x="251" y="78"/>
                  <a:pt x="255" y="89"/>
                </a:cubicBezTo>
                <a:cubicBezTo>
                  <a:pt x="260" y="99"/>
                  <a:pt x="262" y="111"/>
                  <a:pt x="262" y="122"/>
                </a:cubicBezTo>
                <a:cubicBezTo>
                  <a:pt x="262" y="134"/>
                  <a:pt x="260" y="145"/>
                  <a:pt x="255" y="156"/>
                </a:cubicBezTo>
                <a:cubicBezTo>
                  <a:pt x="251" y="166"/>
                  <a:pt x="245" y="176"/>
                  <a:pt x="236" y="184"/>
                </a:cubicBezTo>
                <a:cubicBezTo>
                  <a:pt x="228" y="192"/>
                  <a:pt x="219" y="198"/>
                  <a:pt x="208" y="203"/>
                </a:cubicBezTo>
                <a:cubicBezTo>
                  <a:pt x="197" y="207"/>
                  <a:pt x="186" y="209"/>
                  <a:pt x="175" y="209"/>
                </a:cubicBezTo>
                <a:cubicBezTo>
                  <a:pt x="163" y="209"/>
                  <a:pt x="152" y="207"/>
                  <a:pt x="141" y="203"/>
                </a:cubicBezTo>
                <a:cubicBezTo>
                  <a:pt x="131" y="198"/>
                  <a:pt x="121" y="192"/>
                  <a:pt x="113" y="184"/>
                </a:cubicBezTo>
                <a:cubicBezTo>
                  <a:pt x="105" y="176"/>
                  <a:pt x="98" y="166"/>
                  <a:pt x="94" y="156"/>
                </a:cubicBezTo>
                <a:cubicBezTo>
                  <a:pt x="90" y="145"/>
                  <a:pt x="87" y="134"/>
                  <a:pt x="87" y="122"/>
                </a:cubicBezTo>
                <a:cubicBezTo>
                  <a:pt x="87" y="111"/>
                  <a:pt x="90" y="99"/>
                  <a:pt x="94" y="89"/>
                </a:cubicBezTo>
                <a:cubicBezTo>
                  <a:pt x="98" y="78"/>
                  <a:pt x="105" y="69"/>
                  <a:pt x="113" y="60"/>
                </a:cubicBezTo>
                <a:cubicBezTo>
                  <a:pt x="121" y="52"/>
                  <a:pt x="131" y="46"/>
                  <a:pt x="141" y="41"/>
                </a:cubicBezTo>
                <a:cubicBezTo>
                  <a:pt x="152" y="37"/>
                  <a:pt x="163" y="35"/>
                  <a:pt x="175" y="35"/>
                </a:cubicBezTo>
                <a:moveTo>
                  <a:pt x="175" y="0"/>
                </a:moveTo>
                <a:cubicBezTo>
                  <a:pt x="158" y="0"/>
                  <a:pt x="143" y="3"/>
                  <a:pt x="128" y="9"/>
                </a:cubicBezTo>
                <a:cubicBezTo>
                  <a:pt x="113" y="15"/>
                  <a:pt x="100" y="24"/>
                  <a:pt x="88" y="36"/>
                </a:cubicBezTo>
                <a:cubicBezTo>
                  <a:pt x="77" y="47"/>
                  <a:pt x="68" y="60"/>
                  <a:pt x="62" y="75"/>
                </a:cubicBezTo>
                <a:cubicBezTo>
                  <a:pt x="56" y="90"/>
                  <a:pt x="53" y="106"/>
                  <a:pt x="53" y="122"/>
                </a:cubicBezTo>
                <a:cubicBezTo>
                  <a:pt x="53" y="138"/>
                  <a:pt x="56" y="154"/>
                  <a:pt x="62" y="169"/>
                </a:cubicBezTo>
                <a:cubicBezTo>
                  <a:pt x="68" y="184"/>
                  <a:pt x="77" y="197"/>
                  <a:pt x="88" y="209"/>
                </a:cubicBezTo>
                <a:cubicBezTo>
                  <a:pt x="100" y="220"/>
                  <a:pt x="113" y="229"/>
                  <a:pt x="128" y="235"/>
                </a:cubicBezTo>
                <a:cubicBezTo>
                  <a:pt x="143" y="241"/>
                  <a:pt x="158" y="244"/>
                  <a:pt x="175" y="244"/>
                </a:cubicBezTo>
                <a:cubicBezTo>
                  <a:pt x="191" y="244"/>
                  <a:pt x="206" y="241"/>
                  <a:pt x="221" y="235"/>
                </a:cubicBezTo>
                <a:cubicBezTo>
                  <a:pt x="236" y="229"/>
                  <a:pt x="250" y="220"/>
                  <a:pt x="261" y="209"/>
                </a:cubicBezTo>
                <a:cubicBezTo>
                  <a:pt x="273" y="197"/>
                  <a:pt x="281" y="184"/>
                  <a:pt x="288" y="169"/>
                </a:cubicBezTo>
                <a:cubicBezTo>
                  <a:pt x="294" y="154"/>
                  <a:pt x="297" y="138"/>
                  <a:pt x="297" y="122"/>
                </a:cubicBezTo>
                <a:cubicBezTo>
                  <a:pt x="297" y="106"/>
                  <a:pt x="294" y="90"/>
                  <a:pt x="288" y="75"/>
                </a:cubicBezTo>
                <a:cubicBezTo>
                  <a:pt x="281" y="60"/>
                  <a:pt x="273" y="47"/>
                  <a:pt x="261" y="36"/>
                </a:cubicBezTo>
                <a:cubicBezTo>
                  <a:pt x="250" y="24"/>
                  <a:pt x="236" y="15"/>
                  <a:pt x="221" y="9"/>
                </a:cubicBezTo>
                <a:cubicBezTo>
                  <a:pt x="206" y="3"/>
                  <a:pt x="191" y="0"/>
                  <a:pt x="175" y="0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1" name=""/>
          <p:cNvSpPr txBox="1"/>
          <p:nvPr/>
        </p:nvSpPr>
        <p:spPr>
          <a:xfrm>
            <a:off x="3985920" y="2306160"/>
            <a:ext cx="15123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van aanmelding tot start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2" name=""/>
          <p:cNvSpPr txBox="1"/>
          <p:nvPr/>
        </p:nvSpPr>
        <p:spPr>
          <a:xfrm>
            <a:off x="7342920" y="2084400"/>
            <a:ext cx="9990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Keuzedelen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3" name=""/>
          <p:cNvSpPr txBox="1"/>
          <p:nvPr/>
        </p:nvSpPr>
        <p:spPr>
          <a:xfrm>
            <a:off x="6918480" y="2306160"/>
            <a:ext cx="16254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wat kiesbaar is, met reden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4" name=""/>
          <p:cNvSpPr/>
          <p:nvPr/>
        </p:nvSpPr>
        <p:spPr>
          <a:xfrm>
            <a:off x="247320" y="2981160"/>
            <a:ext cx="1057680" cy="305280"/>
          </a:xfrm>
          <a:custGeom>
            <a:avLst/>
            <a:gdLst/>
            <a:ahLst/>
            <a:rect l="0" t="0" r="r" b="b"/>
            <a:pathLst>
              <a:path w="2938" h="848">
                <a:moveTo>
                  <a:pt x="0" y="0"/>
                </a:moveTo>
                <a:lnTo>
                  <a:pt x="2938" y="0"/>
                </a:lnTo>
                <a:lnTo>
                  <a:pt x="293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5" name=""/>
          <p:cNvSpPr/>
          <p:nvPr/>
        </p:nvSpPr>
        <p:spPr>
          <a:xfrm>
            <a:off x="247320" y="2981160"/>
            <a:ext cx="1057680" cy="38520"/>
          </a:xfrm>
          <a:custGeom>
            <a:avLst/>
            <a:gdLst/>
            <a:ahLst/>
            <a:rect l="0" t="0" r="r" b="b"/>
            <a:pathLst>
              <a:path w="2938" h="107">
                <a:moveTo>
                  <a:pt x="0" y="0"/>
                </a:moveTo>
                <a:lnTo>
                  <a:pt x="2938" y="0"/>
                </a:lnTo>
                <a:lnTo>
                  <a:pt x="293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6" name=""/>
          <p:cNvSpPr/>
          <p:nvPr/>
        </p:nvSpPr>
        <p:spPr>
          <a:xfrm>
            <a:off x="247320" y="3276360"/>
            <a:ext cx="1057680" cy="10080"/>
          </a:xfrm>
          <a:custGeom>
            <a:avLst/>
            <a:gdLst/>
            <a:ahLst/>
            <a:rect l="0" t="0" r="r" b="b"/>
            <a:pathLst>
              <a:path w="2938" h="28">
                <a:moveTo>
                  <a:pt x="0" y="0"/>
                </a:moveTo>
                <a:lnTo>
                  <a:pt x="2938" y="0"/>
                </a:lnTo>
                <a:lnTo>
                  <a:pt x="29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7" name=""/>
          <p:cNvSpPr/>
          <p:nvPr/>
        </p:nvSpPr>
        <p:spPr>
          <a:xfrm>
            <a:off x="1295280" y="298116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106"/>
                </a:moveTo>
                <a:lnTo>
                  <a:pt x="0" y="848"/>
                </a:lnTo>
                <a:lnTo>
                  <a:pt x="27" y="848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8" name=""/>
          <p:cNvSpPr/>
          <p:nvPr/>
        </p:nvSpPr>
        <p:spPr>
          <a:xfrm>
            <a:off x="247320" y="298116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0" y="848"/>
                </a:lnTo>
                <a:lnTo>
                  <a:pt x="28" y="84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9" name=""/>
          <p:cNvSpPr txBox="1"/>
          <p:nvPr/>
        </p:nvSpPr>
        <p:spPr>
          <a:xfrm>
            <a:off x="243720" y="2757600"/>
            <a:ext cx="152640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1b2a6b"/>
                </a:solidFill>
                <a:latin typeface="Arial"/>
                <a:ea typeface="Arial"/>
              </a:rPr>
              <a:t>Leerroute 1, per fase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0" name=""/>
          <p:cNvSpPr/>
          <p:nvPr/>
        </p:nvSpPr>
        <p:spPr>
          <a:xfrm>
            <a:off x="1352520" y="2981160"/>
            <a:ext cx="1067040" cy="305280"/>
          </a:xfrm>
          <a:custGeom>
            <a:avLst/>
            <a:gdLst/>
            <a:ahLst/>
            <a:rect l="0" t="0" r="r" b="b"/>
            <a:pathLst>
              <a:path w="2964" h="848">
                <a:moveTo>
                  <a:pt x="0" y="0"/>
                </a:moveTo>
                <a:lnTo>
                  <a:pt x="2964" y="0"/>
                </a:lnTo>
                <a:lnTo>
                  <a:pt x="296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1" name=""/>
          <p:cNvSpPr/>
          <p:nvPr/>
        </p:nvSpPr>
        <p:spPr>
          <a:xfrm>
            <a:off x="1352520" y="2981160"/>
            <a:ext cx="1067040" cy="38520"/>
          </a:xfrm>
          <a:custGeom>
            <a:avLst/>
            <a:gdLst/>
            <a:ahLst/>
            <a:rect l="0" t="0" r="r" b="b"/>
            <a:pathLst>
              <a:path w="2964" h="107">
                <a:moveTo>
                  <a:pt x="0" y="0"/>
                </a:moveTo>
                <a:lnTo>
                  <a:pt x="2964" y="0"/>
                </a:lnTo>
                <a:lnTo>
                  <a:pt x="2964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2" name=""/>
          <p:cNvSpPr/>
          <p:nvPr/>
        </p:nvSpPr>
        <p:spPr>
          <a:xfrm>
            <a:off x="1352520" y="3276360"/>
            <a:ext cx="1067040" cy="10080"/>
          </a:xfrm>
          <a:custGeom>
            <a:avLst/>
            <a:gdLst/>
            <a:ahLst/>
            <a:rect l="0" t="0" r="r" b="b"/>
            <a:pathLst>
              <a:path w="2964" h="28">
                <a:moveTo>
                  <a:pt x="0" y="0"/>
                </a:moveTo>
                <a:lnTo>
                  <a:pt x="2964" y="0"/>
                </a:lnTo>
                <a:lnTo>
                  <a:pt x="29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3" name=""/>
          <p:cNvSpPr/>
          <p:nvPr/>
        </p:nvSpPr>
        <p:spPr>
          <a:xfrm>
            <a:off x="2409480" y="298116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106"/>
                </a:moveTo>
                <a:lnTo>
                  <a:pt x="0" y="848"/>
                </a:lnTo>
                <a:lnTo>
                  <a:pt x="28" y="848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4" name=""/>
          <p:cNvSpPr/>
          <p:nvPr/>
        </p:nvSpPr>
        <p:spPr>
          <a:xfrm>
            <a:off x="1352520" y="298116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0" y="848"/>
                </a:lnTo>
                <a:lnTo>
                  <a:pt x="27" y="848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5" name=""/>
          <p:cNvSpPr txBox="1"/>
          <p:nvPr/>
        </p:nvSpPr>
        <p:spPr>
          <a:xfrm>
            <a:off x="444600" y="3079440"/>
            <a:ext cx="801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1b2a6b"/>
                </a:solidFill>
                <a:latin typeface="Arial"/>
                <a:ea typeface="Arial"/>
              </a:rPr>
              <a:t>1 Ontwerpen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6" name=""/>
          <p:cNvSpPr/>
          <p:nvPr/>
        </p:nvSpPr>
        <p:spPr>
          <a:xfrm>
            <a:off x="2466720" y="2981160"/>
            <a:ext cx="1057680" cy="305280"/>
          </a:xfrm>
          <a:custGeom>
            <a:avLst/>
            <a:gdLst/>
            <a:ahLst/>
            <a:rect l="0" t="0" r="r" b="b"/>
            <a:pathLst>
              <a:path w="2938" h="848">
                <a:moveTo>
                  <a:pt x="0" y="0"/>
                </a:moveTo>
                <a:lnTo>
                  <a:pt x="2938" y="0"/>
                </a:lnTo>
                <a:lnTo>
                  <a:pt x="293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7" name=""/>
          <p:cNvSpPr/>
          <p:nvPr/>
        </p:nvSpPr>
        <p:spPr>
          <a:xfrm>
            <a:off x="2466720" y="2981160"/>
            <a:ext cx="1057680" cy="38520"/>
          </a:xfrm>
          <a:custGeom>
            <a:avLst/>
            <a:gdLst/>
            <a:ahLst/>
            <a:rect l="0" t="0" r="r" b="b"/>
            <a:pathLst>
              <a:path w="2938" h="107">
                <a:moveTo>
                  <a:pt x="0" y="0"/>
                </a:moveTo>
                <a:lnTo>
                  <a:pt x="2938" y="0"/>
                </a:lnTo>
                <a:lnTo>
                  <a:pt x="293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8" name=""/>
          <p:cNvSpPr/>
          <p:nvPr/>
        </p:nvSpPr>
        <p:spPr>
          <a:xfrm>
            <a:off x="2466720" y="3276360"/>
            <a:ext cx="1057680" cy="10080"/>
          </a:xfrm>
          <a:custGeom>
            <a:avLst/>
            <a:gdLst/>
            <a:ahLst/>
            <a:rect l="0" t="0" r="r" b="b"/>
            <a:pathLst>
              <a:path w="2938" h="28">
                <a:moveTo>
                  <a:pt x="0" y="0"/>
                </a:moveTo>
                <a:lnTo>
                  <a:pt x="2938" y="0"/>
                </a:lnTo>
                <a:lnTo>
                  <a:pt x="29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9" name=""/>
          <p:cNvSpPr/>
          <p:nvPr/>
        </p:nvSpPr>
        <p:spPr>
          <a:xfrm>
            <a:off x="3514680" y="298116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106"/>
                </a:moveTo>
                <a:lnTo>
                  <a:pt x="0" y="848"/>
                </a:lnTo>
                <a:lnTo>
                  <a:pt x="27" y="848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0" name=""/>
          <p:cNvSpPr/>
          <p:nvPr/>
        </p:nvSpPr>
        <p:spPr>
          <a:xfrm>
            <a:off x="2466720" y="298116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0" y="848"/>
                </a:lnTo>
                <a:lnTo>
                  <a:pt x="28" y="84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1633320" y="3079440"/>
            <a:ext cx="6163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1b2a6b"/>
                </a:solidFill>
                <a:latin typeface="Arial"/>
                <a:ea typeface="Arial"/>
              </a:rPr>
              <a:t>2 Plannen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2" name=""/>
          <p:cNvSpPr/>
          <p:nvPr/>
        </p:nvSpPr>
        <p:spPr>
          <a:xfrm>
            <a:off x="3581280" y="2981160"/>
            <a:ext cx="1057680" cy="305280"/>
          </a:xfrm>
          <a:custGeom>
            <a:avLst/>
            <a:gdLst/>
            <a:ahLst/>
            <a:rect l="0" t="0" r="r" b="b"/>
            <a:pathLst>
              <a:path w="2938" h="848">
                <a:moveTo>
                  <a:pt x="0" y="0"/>
                </a:moveTo>
                <a:lnTo>
                  <a:pt x="2938" y="0"/>
                </a:lnTo>
                <a:lnTo>
                  <a:pt x="293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3" name=""/>
          <p:cNvSpPr/>
          <p:nvPr/>
        </p:nvSpPr>
        <p:spPr>
          <a:xfrm>
            <a:off x="3581280" y="2981160"/>
            <a:ext cx="1057680" cy="38520"/>
          </a:xfrm>
          <a:custGeom>
            <a:avLst/>
            <a:gdLst/>
            <a:ahLst/>
            <a:rect l="0" t="0" r="r" b="b"/>
            <a:pathLst>
              <a:path w="2938" h="107">
                <a:moveTo>
                  <a:pt x="0" y="0"/>
                </a:moveTo>
                <a:lnTo>
                  <a:pt x="211" y="0"/>
                </a:lnTo>
                <a:lnTo>
                  <a:pt x="211" y="107"/>
                </a:lnTo>
                <a:lnTo>
                  <a:pt x="0" y="107"/>
                </a:lnTo>
                <a:lnTo>
                  <a:pt x="0" y="0"/>
                </a:lnTo>
                <a:moveTo>
                  <a:pt x="303" y="0"/>
                </a:moveTo>
                <a:lnTo>
                  <a:pt x="515" y="0"/>
                </a:lnTo>
                <a:lnTo>
                  <a:pt x="515" y="107"/>
                </a:lnTo>
                <a:lnTo>
                  <a:pt x="303" y="107"/>
                </a:lnTo>
                <a:lnTo>
                  <a:pt x="303" y="0"/>
                </a:lnTo>
                <a:moveTo>
                  <a:pt x="606" y="0"/>
                </a:moveTo>
                <a:lnTo>
                  <a:pt x="818" y="0"/>
                </a:lnTo>
                <a:lnTo>
                  <a:pt x="818" y="107"/>
                </a:lnTo>
                <a:lnTo>
                  <a:pt x="606" y="107"/>
                </a:lnTo>
                <a:lnTo>
                  <a:pt x="606" y="0"/>
                </a:lnTo>
                <a:moveTo>
                  <a:pt x="909" y="0"/>
                </a:moveTo>
                <a:lnTo>
                  <a:pt x="1121" y="0"/>
                </a:lnTo>
                <a:lnTo>
                  <a:pt x="1121" y="107"/>
                </a:lnTo>
                <a:lnTo>
                  <a:pt x="909" y="107"/>
                </a:lnTo>
                <a:lnTo>
                  <a:pt x="909" y="0"/>
                </a:lnTo>
                <a:moveTo>
                  <a:pt x="1212" y="0"/>
                </a:moveTo>
                <a:lnTo>
                  <a:pt x="1424" y="0"/>
                </a:lnTo>
                <a:lnTo>
                  <a:pt x="1424" y="107"/>
                </a:lnTo>
                <a:lnTo>
                  <a:pt x="1212" y="107"/>
                </a:lnTo>
                <a:lnTo>
                  <a:pt x="1212" y="0"/>
                </a:lnTo>
                <a:moveTo>
                  <a:pt x="1515" y="0"/>
                </a:moveTo>
                <a:lnTo>
                  <a:pt x="1727" y="0"/>
                </a:lnTo>
                <a:lnTo>
                  <a:pt x="1727" y="107"/>
                </a:lnTo>
                <a:lnTo>
                  <a:pt x="1515" y="107"/>
                </a:lnTo>
                <a:lnTo>
                  <a:pt x="1515" y="0"/>
                </a:lnTo>
                <a:moveTo>
                  <a:pt x="1818" y="0"/>
                </a:moveTo>
                <a:lnTo>
                  <a:pt x="2029" y="0"/>
                </a:lnTo>
                <a:lnTo>
                  <a:pt x="2029" y="107"/>
                </a:lnTo>
                <a:lnTo>
                  <a:pt x="1818" y="107"/>
                </a:lnTo>
                <a:lnTo>
                  <a:pt x="1818" y="0"/>
                </a:lnTo>
                <a:moveTo>
                  <a:pt x="2120" y="0"/>
                </a:moveTo>
                <a:lnTo>
                  <a:pt x="2332" y="0"/>
                </a:lnTo>
                <a:lnTo>
                  <a:pt x="2332" y="107"/>
                </a:lnTo>
                <a:lnTo>
                  <a:pt x="2120" y="107"/>
                </a:lnTo>
                <a:lnTo>
                  <a:pt x="2120" y="0"/>
                </a:lnTo>
                <a:moveTo>
                  <a:pt x="2423" y="0"/>
                </a:moveTo>
                <a:lnTo>
                  <a:pt x="2635" y="0"/>
                </a:lnTo>
                <a:lnTo>
                  <a:pt x="2635" y="107"/>
                </a:lnTo>
                <a:lnTo>
                  <a:pt x="2423" y="107"/>
                </a:lnTo>
                <a:lnTo>
                  <a:pt x="2423" y="0"/>
                </a:lnTo>
                <a:moveTo>
                  <a:pt x="2726" y="0"/>
                </a:moveTo>
                <a:lnTo>
                  <a:pt x="2938" y="0"/>
                </a:lnTo>
                <a:lnTo>
                  <a:pt x="2938" y="107"/>
                </a:lnTo>
                <a:lnTo>
                  <a:pt x="2726" y="107"/>
                </a:lnTo>
                <a:lnTo>
                  <a:pt x="2726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4" name=""/>
          <p:cNvSpPr/>
          <p:nvPr/>
        </p:nvSpPr>
        <p:spPr>
          <a:xfrm>
            <a:off x="3581280" y="3276360"/>
            <a:ext cx="1057680" cy="10080"/>
          </a:xfrm>
          <a:custGeom>
            <a:avLst/>
            <a:gdLst/>
            <a:ahLst/>
            <a:rect l="0" t="0" r="r" b="b"/>
            <a:pathLst>
              <a:path w="2938" h="28">
                <a:moveTo>
                  <a:pt x="0" y="0"/>
                </a:moveTo>
                <a:lnTo>
                  <a:pt x="2938" y="0"/>
                </a:lnTo>
                <a:lnTo>
                  <a:pt x="29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5" name=""/>
          <p:cNvSpPr/>
          <p:nvPr/>
        </p:nvSpPr>
        <p:spPr>
          <a:xfrm>
            <a:off x="4628880" y="298116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6" name=""/>
          <p:cNvSpPr/>
          <p:nvPr/>
        </p:nvSpPr>
        <p:spPr>
          <a:xfrm>
            <a:off x="3581280" y="298116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7" name=""/>
          <p:cNvSpPr txBox="1"/>
          <p:nvPr/>
        </p:nvSpPr>
        <p:spPr>
          <a:xfrm>
            <a:off x="2788920" y="3079440"/>
            <a:ext cx="5083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1b2a6b"/>
                </a:solidFill>
                <a:latin typeface="Arial"/>
                <a:ea typeface="Arial"/>
              </a:rPr>
              <a:t>3 Intake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8" name=""/>
          <p:cNvSpPr/>
          <p:nvPr/>
        </p:nvSpPr>
        <p:spPr>
          <a:xfrm>
            <a:off x="4695480" y="2981160"/>
            <a:ext cx="1057680" cy="305280"/>
          </a:xfrm>
          <a:custGeom>
            <a:avLst/>
            <a:gdLst/>
            <a:ahLst/>
            <a:rect l="0" t="0" r="r" b="b"/>
            <a:pathLst>
              <a:path w="2938" h="848">
                <a:moveTo>
                  <a:pt x="0" y="0"/>
                </a:moveTo>
                <a:lnTo>
                  <a:pt x="2938" y="0"/>
                </a:lnTo>
                <a:lnTo>
                  <a:pt x="293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9" name=""/>
          <p:cNvSpPr/>
          <p:nvPr/>
        </p:nvSpPr>
        <p:spPr>
          <a:xfrm>
            <a:off x="4695480" y="2981160"/>
            <a:ext cx="1057680" cy="38520"/>
          </a:xfrm>
          <a:custGeom>
            <a:avLst/>
            <a:gdLst/>
            <a:ahLst/>
            <a:rect l="0" t="0" r="r" b="b"/>
            <a:pathLst>
              <a:path w="2938" h="107">
                <a:moveTo>
                  <a:pt x="0" y="0"/>
                </a:moveTo>
                <a:lnTo>
                  <a:pt x="213" y="0"/>
                </a:lnTo>
                <a:lnTo>
                  <a:pt x="213" y="107"/>
                </a:lnTo>
                <a:lnTo>
                  <a:pt x="0" y="107"/>
                </a:lnTo>
                <a:lnTo>
                  <a:pt x="0" y="0"/>
                </a:lnTo>
                <a:moveTo>
                  <a:pt x="304" y="0"/>
                </a:moveTo>
                <a:lnTo>
                  <a:pt x="516" y="0"/>
                </a:lnTo>
                <a:lnTo>
                  <a:pt x="516" y="107"/>
                </a:lnTo>
                <a:lnTo>
                  <a:pt x="304" y="107"/>
                </a:lnTo>
                <a:lnTo>
                  <a:pt x="304" y="0"/>
                </a:lnTo>
                <a:moveTo>
                  <a:pt x="607" y="0"/>
                </a:moveTo>
                <a:lnTo>
                  <a:pt x="819" y="0"/>
                </a:lnTo>
                <a:lnTo>
                  <a:pt x="819" y="107"/>
                </a:lnTo>
                <a:lnTo>
                  <a:pt x="607" y="107"/>
                </a:lnTo>
                <a:lnTo>
                  <a:pt x="607" y="0"/>
                </a:lnTo>
                <a:moveTo>
                  <a:pt x="910" y="0"/>
                </a:moveTo>
                <a:lnTo>
                  <a:pt x="1122" y="0"/>
                </a:lnTo>
                <a:lnTo>
                  <a:pt x="1122" y="107"/>
                </a:lnTo>
                <a:lnTo>
                  <a:pt x="910" y="107"/>
                </a:lnTo>
                <a:lnTo>
                  <a:pt x="910" y="0"/>
                </a:lnTo>
                <a:moveTo>
                  <a:pt x="1213" y="0"/>
                </a:moveTo>
                <a:lnTo>
                  <a:pt x="1424" y="0"/>
                </a:lnTo>
                <a:lnTo>
                  <a:pt x="1424" y="107"/>
                </a:lnTo>
                <a:lnTo>
                  <a:pt x="1213" y="107"/>
                </a:lnTo>
                <a:lnTo>
                  <a:pt x="1213" y="0"/>
                </a:lnTo>
                <a:moveTo>
                  <a:pt x="1515" y="0"/>
                </a:moveTo>
                <a:lnTo>
                  <a:pt x="1727" y="0"/>
                </a:lnTo>
                <a:lnTo>
                  <a:pt x="1727" y="107"/>
                </a:lnTo>
                <a:lnTo>
                  <a:pt x="1515" y="107"/>
                </a:lnTo>
                <a:lnTo>
                  <a:pt x="1515" y="0"/>
                </a:lnTo>
                <a:moveTo>
                  <a:pt x="1818" y="0"/>
                </a:moveTo>
                <a:lnTo>
                  <a:pt x="2030" y="0"/>
                </a:lnTo>
                <a:lnTo>
                  <a:pt x="2030" y="107"/>
                </a:lnTo>
                <a:lnTo>
                  <a:pt x="1818" y="107"/>
                </a:lnTo>
                <a:lnTo>
                  <a:pt x="1818" y="0"/>
                </a:lnTo>
                <a:moveTo>
                  <a:pt x="2121" y="0"/>
                </a:moveTo>
                <a:lnTo>
                  <a:pt x="2333" y="0"/>
                </a:lnTo>
                <a:lnTo>
                  <a:pt x="2333" y="107"/>
                </a:lnTo>
                <a:lnTo>
                  <a:pt x="2121" y="107"/>
                </a:lnTo>
                <a:lnTo>
                  <a:pt x="2121" y="0"/>
                </a:lnTo>
                <a:moveTo>
                  <a:pt x="2424" y="0"/>
                </a:moveTo>
                <a:lnTo>
                  <a:pt x="2636" y="0"/>
                </a:lnTo>
                <a:lnTo>
                  <a:pt x="2636" y="107"/>
                </a:lnTo>
                <a:lnTo>
                  <a:pt x="2424" y="107"/>
                </a:lnTo>
                <a:lnTo>
                  <a:pt x="2424" y="0"/>
                </a:lnTo>
                <a:moveTo>
                  <a:pt x="2727" y="0"/>
                </a:moveTo>
                <a:lnTo>
                  <a:pt x="2938" y="0"/>
                </a:lnTo>
                <a:lnTo>
                  <a:pt x="2938" y="107"/>
                </a:lnTo>
                <a:lnTo>
                  <a:pt x="2727" y="107"/>
                </a:lnTo>
                <a:lnTo>
                  <a:pt x="2727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0" name=""/>
          <p:cNvSpPr/>
          <p:nvPr/>
        </p:nvSpPr>
        <p:spPr>
          <a:xfrm>
            <a:off x="4695480" y="3276360"/>
            <a:ext cx="1057680" cy="10080"/>
          </a:xfrm>
          <a:custGeom>
            <a:avLst/>
            <a:gdLst/>
            <a:ahLst/>
            <a:rect l="0" t="0" r="r" b="b"/>
            <a:pathLst>
              <a:path w="2938" h="28">
                <a:moveTo>
                  <a:pt x="0" y="0"/>
                </a:moveTo>
                <a:lnTo>
                  <a:pt x="2938" y="0"/>
                </a:lnTo>
                <a:lnTo>
                  <a:pt x="29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1" name=""/>
          <p:cNvSpPr/>
          <p:nvPr/>
        </p:nvSpPr>
        <p:spPr>
          <a:xfrm>
            <a:off x="5743440" y="298116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2" name=""/>
          <p:cNvSpPr/>
          <p:nvPr/>
        </p:nvSpPr>
        <p:spPr>
          <a:xfrm>
            <a:off x="4695480" y="298116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3" name=""/>
          <p:cNvSpPr txBox="1"/>
          <p:nvPr/>
        </p:nvSpPr>
        <p:spPr>
          <a:xfrm>
            <a:off x="3815640" y="3079440"/>
            <a:ext cx="6667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4 Roosteren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4" name=""/>
          <p:cNvSpPr/>
          <p:nvPr/>
        </p:nvSpPr>
        <p:spPr>
          <a:xfrm>
            <a:off x="5810040" y="2981160"/>
            <a:ext cx="1057680" cy="305280"/>
          </a:xfrm>
          <a:custGeom>
            <a:avLst/>
            <a:gdLst/>
            <a:ahLst/>
            <a:rect l="0" t="0" r="r" b="b"/>
            <a:pathLst>
              <a:path w="2938" h="848">
                <a:moveTo>
                  <a:pt x="0" y="0"/>
                </a:moveTo>
                <a:lnTo>
                  <a:pt x="2938" y="0"/>
                </a:lnTo>
                <a:lnTo>
                  <a:pt x="293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5" name=""/>
          <p:cNvSpPr/>
          <p:nvPr/>
        </p:nvSpPr>
        <p:spPr>
          <a:xfrm>
            <a:off x="5810040" y="2981160"/>
            <a:ext cx="1057680" cy="38520"/>
          </a:xfrm>
          <a:custGeom>
            <a:avLst/>
            <a:gdLst/>
            <a:ahLst/>
            <a:rect l="0" t="0" r="r" b="b"/>
            <a:pathLst>
              <a:path w="2938" h="107">
                <a:moveTo>
                  <a:pt x="0" y="0"/>
                </a:moveTo>
                <a:lnTo>
                  <a:pt x="2938" y="0"/>
                </a:lnTo>
                <a:lnTo>
                  <a:pt x="293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6" name=""/>
          <p:cNvSpPr/>
          <p:nvPr/>
        </p:nvSpPr>
        <p:spPr>
          <a:xfrm>
            <a:off x="5810040" y="3276360"/>
            <a:ext cx="1057680" cy="10080"/>
          </a:xfrm>
          <a:custGeom>
            <a:avLst/>
            <a:gdLst/>
            <a:ahLst/>
            <a:rect l="0" t="0" r="r" b="b"/>
            <a:pathLst>
              <a:path w="2938" h="28">
                <a:moveTo>
                  <a:pt x="0" y="0"/>
                </a:moveTo>
                <a:lnTo>
                  <a:pt x="2938" y="0"/>
                </a:lnTo>
                <a:lnTo>
                  <a:pt x="29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7" name=""/>
          <p:cNvSpPr/>
          <p:nvPr/>
        </p:nvSpPr>
        <p:spPr>
          <a:xfrm>
            <a:off x="6857640" y="298116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106"/>
                </a:moveTo>
                <a:lnTo>
                  <a:pt x="0" y="848"/>
                </a:lnTo>
                <a:lnTo>
                  <a:pt x="28" y="848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8" name=""/>
          <p:cNvSpPr/>
          <p:nvPr/>
        </p:nvSpPr>
        <p:spPr>
          <a:xfrm>
            <a:off x="5810040" y="298116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0" y="848"/>
                </a:lnTo>
                <a:lnTo>
                  <a:pt x="28" y="84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9" name=""/>
          <p:cNvSpPr txBox="1"/>
          <p:nvPr/>
        </p:nvSpPr>
        <p:spPr>
          <a:xfrm>
            <a:off x="4942440" y="3079440"/>
            <a:ext cx="6422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5 Uitvoeren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0" name=""/>
          <p:cNvSpPr/>
          <p:nvPr/>
        </p:nvSpPr>
        <p:spPr>
          <a:xfrm>
            <a:off x="6914880" y="2981160"/>
            <a:ext cx="1067400" cy="305280"/>
          </a:xfrm>
          <a:custGeom>
            <a:avLst/>
            <a:gdLst/>
            <a:ahLst/>
            <a:rect l="0" t="0" r="r" b="b"/>
            <a:pathLst>
              <a:path w="2965" h="848">
                <a:moveTo>
                  <a:pt x="0" y="0"/>
                </a:moveTo>
                <a:lnTo>
                  <a:pt x="2965" y="0"/>
                </a:lnTo>
                <a:lnTo>
                  <a:pt x="2965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1" name=""/>
          <p:cNvSpPr/>
          <p:nvPr/>
        </p:nvSpPr>
        <p:spPr>
          <a:xfrm>
            <a:off x="6914880" y="2981160"/>
            <a:ext cx="1067400" cy="38520"/>
          </a:xfrm>
          <a:custGeom>
            <a:avLst/>
            <a:gdLst/>
            <a:ahLst/>
            <a:rect l="0" t="0" r="r" b="b"/>
            <a:pathLst>
              <a:path w="2965" h="107">
                <a:moveTo>
                  <a:pt x="0" y="0"/>
                </a:moveTo>
                <a:lnTo>
                  <a:pt x="213" y="0"/>
                </a:lnTo>
                <a:lnTo>
                  <a:pt x="213" y="107"/>
                </a:lnTo>
                <a:lnTo>
                  <a:pt x="0" y="107"/>
                </a:lnTo>
                <a:lnTo>
                  <a:pt x="0" y="0"/>
                </a:lnTo>
                <a:moveTo>
                  <a:pt x="307" y="0"/>
                </a:moveTo>
                <a:lnTo>
                  <a:pt x="519" y="0"/>
                </a:lnTo>
                <a:lnTo>
                  <a:pt x="519" y="107"/>
                </a:lnTo>
                <a:lnTo>
                  <a:pt x="307" y="107"/>
                </a:lnTo>
                <a:lnTo>
                  <a:pt x="307" y="0"/>
                </a:lnTo>
                <a:moveTo>
                  <a:pt x="613" y="0"/>
                </a:moveTo>
                <a:lnTo>
                  <a:pt x="824" y="0"/>
                </a:lnTo>
                <a:lnTo>
                  <a:pt x="824" y="107"/>
                </a:lnTo>
                <a:lnTo>
                  <a:pt x="613" y="107"/>
                </a:lnTo>
                <a:lnTo>
                  <a:pt x="613" y="0"/>
                </a:lnTo>
                <a:moveTo>
                  <a:pt x="918" y="0"/>
                </a:moveTo>
                <a:lnTo>
                  <a:pt x="1130" y="0"/>
                </a:lnTo>
                <a:lnTo>
                  <a:pt x="1130" y="107"/>
                </a:lnTo>
                <a:lnTo>
                  <a:pt x="918" y="107"/>
                </a:lnTo>
                <a:lnTo>
                  <a:pt x="918" y="0"/>
                </a:lnTo>
                <a:moveTo>
                  <a:pt x="1224" y="0"/>
                </a:moveTo>
                <a:lnTo>
                  <a:pt x="1436" y="0"/>
                </a:lnTo>
                <a:lnTo>
                  <a:pt x="1436" y="107"/>
                </a:lnTo>
                <a:lnTo>
                  <a:pt x="1224" y="107"/>
                </a:lnTo>
                <a:lnTo>
                  <a:pt x="1224" y="0"/>
                </a:lnTo>
                <a:moveTo>
                  <a:pt x="1530" y="0"/>
                </a:moveTo>
                <a:lnTo>
                  <a:pt x="1742" y="0"/>
                </a:lnTo>
                <a:lnTo>
                  <a:pt x="1742" y="107"/>
                </a:lnTo>
                <a:lnTo>
                  <a:pt x="1530" y="107"/>
                </a:lnTo>
                <a:lnTo>
                  <a:pt x="1530" y="0"/>
                </a:lnTo>
                <a:moveTo>
                  <a:pt x="1836" y="0"/>
                </a:moveTo>
                <a:lnTo>
                  <a:pt x="2047" y="0"/>
                </a:lnTo>
                <a:lnTo>
                  <a:pt x="2047" y="107"/>
                </a:lnTo>
                <a:lnTo>
                  <a:pt x="1836" y="107"/>
                </a:lnTo>
                <a:lnTo>
                  <a:pt x="1836" y="0"/>
                </a:lnTo>
                <a:moveTo>
                  <a:pt x="2141" y="0"/>
                </a:moveTo>
                <a:lnTo>
                  <a:pt x="2353" y="0"/>
                </a:lnTo>
                <a:lnTo>
                  <a:pt x="2353" y="107"/>
                </a:lnTo>
                <a:lnTo>
                  <a:pt x="2141" y="107"/>
                </a:lnTo>
                <a:lnTo>
                  <a:pt x="2141" y="0"/>
                </a:lnTo>
                <a:moveTo>
                  <a:pt x="2447" y="0"/>
                </a:moveTo>
                <a:lnTo>
                  <a:pt x="2659" y="0"/>
                </a:lnTo>
                <a:lnTo>
                  <a:pt x="2659" y="107"/>
                </a:lnTo>
                <a:lnTo>
                  <a:pt x="2447" y="107"/>
                </a:lnTo>
                <a:lnTo>
                  <a:pt x="2447" y="0"/>
                </a:lnTo>
                <a:moveTo>
                  <a:pt x="2753" y="0"/>
                </a:moveTo>
                <a:lnTo>
                  <a:pt x="2965" y="0"/>
                </a:lnTo>
                <a:lnTo>
                  <a:pt x="2965" y="107"/>
                </a:lnTo>
                <a:lnTo>
                  <a:pt x="2753" y="107"/>
                </a:lnTo>
                <a:lnTo>
                  <a:pt x="2753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2" name=""/>
          <p:cNvSpPr/>
          <p:nvPr/>
        </p:nvSpPr>
        <p:spPr>
          <a:xfrm>
            <a:off x="6914880" y="3276360"/>
            <a:ext cx="1067400" cy="10080"/>
          </a:xfrm>
          <a:custGeom>
            <a:avLst/>
            <a:gdLst/>
            <a:ahLst/>
            <a:rect l="0" t="0" r="r" b="b"/>
            <a:pathLst>
              <a:path w="2965" h="28">
                <a:moveTo>
                  <a:pt x="0" y="0"/>
                </a:moveTo>
                <a:lnTo>
                  <a:pt x="2965" y="0"/>
                </a:lnTo>
                <a:lnTo>
                  <a:pt x="29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3" name=""/>
          <p:cNvSpPr/>
          <p:nvPr/>
        </p:nvSpPr>
        <p:spPr>
          <a:xfrm>
            <a:off x="7972200" y="298116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4" name=""/>
          <p:cNvSpPr/>
          <p:nvPr/>
        </p:nvSpPr>
        <p:spPr>
          <a:xfrm>
            <a:off x="6914880" y="298116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6112080" y="3079440"/>
            <a:ext cx="5295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1b2a6b"/>
                </a:solidFill>
                <a:latin typeface="Arial"/>
                <a:ea typeface="Arial"/>
              </a:rPr>
              <a:t>6 Kiezen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6" name=""/>
          <p:cNvSpPr/>
          <p:nvPr/>
        </p:nvSpPr>
        <p:spPr>
          <a:xfrm>
            <a:off x="8029440" y="2981160"/>
            <a:ext cx="1057680" cy="305280"/>
          </a:xfrm>
          <a:custGeom>
            <a:avLst/>
            <a:gdLst/>
            <a:ahLst/>
            <a:rect l="0" t="0" r="r" b="b"/>
            <a:pathLst>
              <a:path w="2938" h="848">
                <a:moveTo>
                  <a:pt x="0" y="0"/>
                </a:moveTo>
                <a:lnTo>
                  <a:pt x="2938" y="0"/>
                </a:lnTo>
                <a:lnTo>
                  <a:pt x="293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7" name=""/>
          <p:cNvSpPr/>
          <p:nvPr/>
        </p:nvSpPr>
        <p:spPr>
          <a:xfrm>
            <a:off x="8029440" y="2981160"/>
            <a:ext cx="1057680" cy="38520"/>
          </a:xfrm>
          <a:custGeom>
            <a:avLst/>
            <a:gdLst/>
            <a:ahLst/>
            <a:rect l="0" t="0" r="r" b="b"/>
            <a:pathLst>
              <a:path w="2938" h="107">
                <a:moveTo>
                  <a:pt x="0" y="0"/>
                </a:moveTo>
                <a:lnTo>
                  <a:pt x="212" y="0"/>
                </a:lnTo>
                <a:lnTo>
                  <a:pt x="212" y="107"/>
                </a:lnTo>
                <a:lnTo>
                  <a:pt x="0" y="107"/>
                </a:lnTo>
                <a:lnTo>
                  <a:pt x="0" y="0"/>
                </a:lnTo>
                <a:moveTo>
                  <a:pt x="303" y="0"/>
                </a:moveTo>
                <a:lnTo>
                  <a:pt x="514" y="0"/>
                </a:lnTo>
                <a:lnTo>
                  <a:pt x="514" y="107"/>
                </a:lnTo>
                <a:lnTo>
                  <a:pt x="303" y="107"/>
                </a:lnTo>
                <a:lnTo>
                  <a:pt x="303" y="0"/>
                </a:lnTo>
                <a:moveTo>
                  <a:pt x="605" y="0"/>
                </a:moveTo>
                <a:lnTo>
                  <a:pt x="817" y="0"/>
                </a:lnTo>
                <a:lnTo>
                  <a:pt x="817" y="107"/>
                </a:lnTo>
                <a:lnTo>
                  <a:pt x="605" y="107"/>
                </a:lnTo>
                <a:lnTo>
                  <a:pt x="605" y="0"/>
                </a:lnTo>
                <a:moveTo>
                  <a:pt x="908" y="0"/>
                </a:moveTo>
                <a:lnTo>
                  <a:pt x="1120" y="0"/>
                </a:lnTo>
                <a:lnTo>
                  <a:pt x="1120" y="107"/>
                </a:lnTo>
                <a:lnTo>
                  <a:pt x="908" y="107"/>
                </a:lnTo>
                <a:lnTo>
                  <a:pt x="908" y="0"/>
                </a:lnTo>
                <a:moveTo>
                  <a:pt x="1211" y="0"/>
                </a:moveTo>
                <a:lnTo>
                  <a:pt x="1423" y="0"/>
                </a:lnTo>
                <a:lnTo>
                  <a:pt x="1423" y="107"/>
                </a:lnTo>
                <a:lnTo>
                  <a:pt x="1211" y="107"/>
                </a:lnTo>
                <a:lnTo>
                  <a:pt x="1211" y="0"/>
                </a:lnTo>
                <a:moveTo>
                  <a:pt x="1514" y="0"/>
                </a:moveTo>
                <a:lnTo>
                  <a:pt x="1726" y="0"/>
                </a:lnTo>
                <a:lnTo>
                  <a:pt x="1726" y="107"/>
                </a:lnTo>
                <a:lnTo>
                  <a:pt x="1514" y="107"/>
                </a:lnTo>
                <a:lnTo>
                  <a:pt x="1514" y="0"/>
                </a:lnTo>
                <a:moveTo>
                  <a:pt x="1817" y="0"/>
                </a:moveTo>
                <a:lnTo>
                  <a:pt x="2028" y="0"/>
                </a:lnTo>
                <a:lnTo>
                  <a:pt x="2028" y="107"/>
                </a:lnTo>
                <a:lnTo>
                  <a:pt x="1817" y="107"/>
                </a:lnTo>
                <a:lnTo>
                  <a:pt x="1817" y="0"/>
                </a:lnTo>
                <a:moveTo>
                  <a:pt x="2119" y="0"/>
                </a:moveTo>
                <a:lnTo>
                  <a:pt x="2331" y="0"/>
                </a:lnTo>
                <a:lnTo>
                  <a:pt x="2331" y="107"/>
                </a:lnTo>
                <a:lnTo>
                  <a:pt x="2119" y="107"/>
                </a:lnTo>
                <a:lnTo>
                  <a:pt x="2119" y="0"/>
                </a:lnTo>
                <a:moveTo>
                  <a:pt x="2422" y="0"/>
                </a:moveTo>
                <a:lnTo>
                  <a:pt x="2634" y="0"/>
                </a:lnTo>
                <a:lnTo>
                  <a:pt x="2634" y="107"/>
                </a:lnTo>
                <a:lnTo>
                  <a:pt x="2422" y="107"/>
                </a:lnTo>
                <a:lnTo>
                  <a:pt x="2422" y="0"/>
                </a:lnTo>
                <a:moveTo>
                  <a:pt x="2726" y="0"/>
                </a:moveTo>
                <a:lnTo>
                  <a:pt x="2938" y="0"/>
                </a:lnTo>
                <a:lnTo>
                  <a:pt x="2938" y="107"/>
                </a:lnTo>
                <a:lnTo>
                  <a:pt x="2726" y="107"/>
                </a:lnTo>
                <a:lnTo>
                  <a:pt x="2726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8" name=""/>
          <p:cNvSpPr/>
          <p:nvPr/>
        </p:nvSpPr>
        <p:spPr>
          <a:xfrm>
            <a:off x="8029440" y="3276360"/>
            <a:ext cx="1057680" cy="10080"/>
          </a:xfrm>
          <a:custGeom>
            <a:avLst/>
            <a:gdLst/>
            <a:ahLst/>
            <a:rect l="0" t="0" r="r" b="b"/>
            <a:pathLst>
              <a:path w="2938" h="28">
                <a:moveTo>
                  <a:pt x="0" y="0"/>
                </a:moveTo>
                <a:lnTo>
                  <a:pt x="2938" y="0"/>
                </a:lnTo>
                <a:lnTo>
                  <a:pt x="29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9" name=""/>
          <p:cNvSpPr/>
          <p:nvPr/>
        </p:nvSpPr>
        <p:spPr>
          <a:xfrm>
            <a:off x="9077040" y="298116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0" name=""/>
          <p:cNvSpPr/>
          <p:nvPr/>
        </p:nvSpPr>
        <p:spPr>
          <a:xfrm>
            <a:off x="8029440" y="298116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1" name=""/>
          <p:cNvSpPr txBox="1"/>
          <p:nvPr/>
        </p:nvSpPr>
        <p:spPr>
          <a:xfrm>
            <a:off x="7191360" y="3079440"/>
            <a:ext cx="5950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7 Bijsturen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2" name=""/>
          <p:cNvSpPr/>
          <p:nvPr/>
        </p:nvSpPr>
        <p:spPr>
          <a:xfrm>
            <a:off x="247320" y="3447720"/>
            <a:ext cx="8839800" cy="667080"/>
          </a:xfrm>
          <a:custGeom>
            <a:avLst/>
            <a:gdLst/>
            <a:ahLst/>
            <a:rect l="0" t="0" r="r" b="b"/>
            <a:pathLst>
              <a:path w="24555" h="1853">
                <a:moveTo>
                  <a:pt x="0" y="0"/>
                </a:moveTo>
                <a:lnTo>
                  <a:pt x="24555" y="0"/>
                </a:lnTo>
                <a:lnTo>
                  <a:pt x="24555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3" name=""/>
          <p:cNvSpPr/>
          <p:nvPr/>
        </p:nvSpPr>
        <p:spPr>
          <a:xfrm>
            <a:off x="247320" y="3447720"/>
            <a:ext cx="8839800" cy="38520"/>
          </a:xfrm>
          <a:custGeom>
            <a:avLst/>
            <a:gdLst/>
            <a:ahLst/>
            <a:rect l="0" t="0" r="r" b="b"/>
            <a:pathLst>
              <a:path w="24555" h="107">
                <a:moveTo>
                  <a:pt x="0" y="0"/>
                </a:moveTo>
                <a:lnTo>
                  <a:pt x="24555" y="0"/>
                </a:lnTo>
                <a:lnTo>
                  <a:pt x="2455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f4d7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4" name=""/>
          <p:cNvSpPr/>
          <p:nvPr/>
        </p:nvSpPr>
        <p:spPr>
          <a:xfrm>
            <a:off x="247320" y="4105080"/>
            <a:ext cx="8839800" cy="9720"/>
          </a:xfrm>
          <a:custGeom>
            <a:avLst/>
            <a:gdLst/>
            <a:ahLst/>
            <a:rect l="0" t="0" r="r" b="b"/>
            <a:pathLst>
              <a:path w="24555" h="27">
                <a:moveTo>
                  <a:pt x="0" y="0"/>
                </a:moveTo>
                <a:lnTo>
                  <a:pt x="24555" y="0"/>
                </a:lnTo>
                <a:lnTo>
                  <a:pt x="245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5" name=""/>
          <p:cNvSpPr/>
          <p:nvPr/>
        </p:nvSpPr>
        <p:spPr>
          <a:xfrm>
            <a:off x="9077040" y="3447720"/>
            <a:ext cx="10080" cy="667080"/>
          </a:xfrm>
          <a:custGeom>
            <a:avLst/>
            <a:gdLst/>
            <a:ahLst/>
            <a:rect l="0" t="0" r="r" b="b"/>
            <a:pathLst>
              <a:path w="28" h="1853">
                <a:moveTo>
                  <a:pt x="0" y="106"/>
                </a:moveTo>
                <a:lnTo>
                  <a:pt x="0" y="1853"/>
                </a:lnTo>
                <a:lnTo>
                  <a:pt x="28" y="185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6" name=""/>
          <p:cNvSpPr/>
          <p:nvPr/>
        </p:nvSpPr>
        <p:spPr>
          <a:xfrm>
            <a:off x="247320" y="3447720"/>
            <a:ext cx="10080" cy="667080"/>
          </a:xfrm>
          <a:custGeom>
            <a:avLst/>
            <a:gdLst/>
            <a:ahLst/>
            <a:rect l="0" t="0" r="r" b="b"/>
            <a:pathLst>
              <a:path w="28" h="1853">
                <a:moveTo>
                  <a:pt x="0" y="0"/>
                </a:moveTo>
                <a:lnTo>
                  <a:pt x="0" y="1853"/>
                </a:lnTo>
                <a:lnTo>
                  <a:pt x="28" y="1853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7" name=""/>
          <p:cNvSpPr txBox="1"/>
          <p:nvPr/>
        </p:nvSpPr>
        <p:spPr>
          <a:xfrm>
            <a:off x="8222760" y="3079440"/>
            <a:ext cx="7642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8 Examineren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8" name=""/>
          <p:cNvSpPr txBox="1"/>
          <p:nvPr/>
        </p:nvSpPr>
        <p:spPr>
          <a:xfrm>
            <a:off x="3414600" y="3599280"/>
            <a:ext cx="30502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Nog verre van implementatiewaardig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0" name=""/>
          <p:cNvSpPr txBox="1"/>
          <p:nvPr/>
        </p:nvSpPr>
        <p:spPr>
          <a:xfrm>
            <a:off x="2604960" y="3846600"/>
            <a:ext cx="46900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374151"/>
                </a:solidFill>
                <a:latin typeface="Arial"/>
                <a:ea typeface="Arial"/>
              </a:rPr>
              <a:t>eerst intern vormgeven, daarna review met de sector, over twee maanden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4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14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148" name=""/>
          <p:cNvSpPr txBox="1"/>
          <p:nvPr/>
        </p:nvSpPr>
        <p:spPr>
          <a:xfrm>
            <a:off x="213120" y="1009800"/>
            <a:ext cx="349524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dd784b"/>
                </a:solidFill>
                <a:latin typeface="Arial"/>
                <a:ea typeface="Arial"/>
              </a:rPr>
              <a:t>Samenvatting techniek</a:t>
            </a:r>
            <a:endParaRPr b="0" lang="en-US" sz="21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9" name=""/>
          <p:cNvSpPr/>
          <p:nvPr/>
        </p:nvSpPr>
        <p:spPr>
          <a:xfrm>
            <a:off x="209520" y="1676160"/>
            <a:ext cx="2152800" cy="533880"/>
          </a:xfrm>
          <a:custGeom>
            <a:avLst/>
            <a:gdLst/>
            <a:ahLst/>
            <a:rect l="0" t="0" r="r" b="b"/>
            <a:pathLst>
              <a:path w="5980" h="1483">
                <a:moveTo>
                  <a:pt x="0" y="0"/>
                </a:moveTo>
                <a:lnTo>
                  <a:pt x="5980" y="0"/>
                </a:lnTo>
                <a:lnTo>
                  <a:pt x="598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0" name=""/>
          <p:cNvSpPr/>
          <p:nvPr/>
        </p:nvSpPr>
        <p:spPr>
          <a:xfrm>
            <a:off x="209520" y="1676160"/>
            <a:ext cx="2152800" cy="38520"/>
          </a:xfrm>
          <a:custGeom>
            <a:avLst/>
            <a:gdLst/>
            <a:ahLst/>
            <a:rect l="0" t="0" r="r" b="b"/>
            <a:pathLst>
              <a:path w="5980" h="107">
                <a:moveTo>
                  <a:pt x="0" y="0"/>
                </a:moveTo>
                <a:lnTo>
                  <a:pt x="5980" y="0"/>
                </a:lnTo>
                <a:lnTo>
                  <a:pt x="5980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1" name=""/>
          <p:cNvSpPr/>
          <p:nvPr/>
        </p:nvSpPr>
        <p:spPr>
          <a:xfrm>
            <a:off x="209520" y="2199960"/>
            <a:ext cx="2152800" cy="10080"/>
          </a:xfrm>
          <a:custGeom>
            <a:avLst/>
            <a:gdLst/>
            <a:ahLst/>
            <a:rect l="0" t="0" r="r" b="b"/>
            <a:pathLst>
              <a:path w="5980" h="28">
                <a:moveTo>
                  <a:pt x="0" y="0"/>
                </a:moveTo>
                <a:lnTo>
                  <a:pt x="5980" y="0"/>
                </a:lnTo>
                <a:lnTo>
                  <a:pt x="59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2" name=""/>
          <p:cNvSpPr/>
          <p:nvPr/>
        </p:nvSpPr>
        <p:spPr>
          <a:xfrm>
            <a:off x="2352600" y="16761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106"/>
                </a:moveTo>
                <a:lnTo>
                  <a:pt x="0" y="1483"/>
                </a:lnTo>
                <a:lnTo>
                  <a:pt x="27" y="1483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3" name=""/>
          <p:cNvSpPr/>
          <p:nvPr/>
        </p:nvSpPr>
        <p:spPr>
          <a:xfrm>
            <a:off x="209520" y="16761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0" y="1483"/>
                </a:lnTo>
                <a:lnTo>
                  <a:pt x="27" y="1483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213120" y="1452960"/>
            <a:ext cx="177012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1b2a6b"/>
                </a:solidFill>
                <a:latin typeface="Arial"/>
                <a:ea typeface="Arial"/>
              </a:rPr>
              <a:t>Opgeleverd, als voorstel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5" name=""/>
          <p:cNvSpPr txBox="1"/>
          <p:nvPr/>
        </p:nvSpPr>
        <p:spPr>
          <a:xfrm>
            <a:off x="329400" y="1789920"/>
            <a:ext cx="154152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Informatiemodel 0.2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6" name=""/>
          <p:cNvSpPr/>
          <p:nvPr/>
        </p:nvSpPr>
        <p:spPr>
          <a:xfrm>
            <a:off x="2466720" y="1676160"/>
            <a:ext cx="2143440" cy="533880"/>
          </a:xfrm>
          <a:custGeom>
            <a:avLst/>
            <a:gdLst/>
            <a:ahLst/>
            <a:rect l="0" t="0" r="r" b="b"/>
            <a:pathLst>
              <a:path w="5954" h="1483">
                <a:moveTo>
                  <a:pt x="0" y="0"/>
                </a:moveTo>
                <a:lnTo>
                  <a:pt x="5954" y="0"/>
                </a:lnTo>
                <a:lnTo>
                  <a:pt x="595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7" name=""/>
          <p:cNvSpPr/>
          <p:nvPr/>
        </p:nvSpPr>
        <p:spPr>
          <a:xfrm>
            <a:off x="2466720" y="1676160"/>
            <a:ext cx="2143440" cy="38520"/>
          </a:xfrm>
          <a:custGeom>
            <a:avLst/>
            <a:gdLst/>
            <a:ahLst/>
            <a:rect l="0" t="0" r="r" b="b"/>
            <a:pathLst>
              <a:path w="5954" h="107">
                <a:moveTo>
                  <a:pt x="0" y="0"/>
                </a:moveTo>
                <a:lnTo>
                  <a:pt x="5954" y="0"/>
                </a:lnTo>
                <a:lnTo>
                  <a:pt x="5954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8" name=""/>
          <p:cNvSpPr/>
          <p:nvPr/>
        </p:nvSpPr>
        <p:spPr>
          <a:xfrm>
            <a:off x="2466720" y="2199960"/>
            <a:ext cx="2143440" cy="10080"/>
          </a:xfrm>
          <a:custGeom>
            <a:avLst/>
            <a:gdLst/>
            <a:ahLst/>
            <a:rect l="0" t="0" r="r" b="b"/>
            <a:pathLst>
              <a:path w="5954" h="28">
                <a:moveTo>
                  <a:pt x="0" y="0"/>
                </a:moveTo>
                <a:lnTo>
                  <a:pt x="5954" y="0"/>
                </a:lnTo>
                <a:lnTo>
                  <a:pt x="59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9" name=""/>
          <p:cNvSpPr/>
          <p:nvPr/>
        </p:nvSpPr>
        <p:spPr>
          <a:xfrm>
            <a:off x="4600440" y="16761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106"/>
                </a:moveTo>
                <a:lnTo>
                  <a:pt x="0" y="1483"/>
                </a:lnTo>
                <a:lnTo>
                  <a:pt x="27" y="1483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0" name=""/>
          <p:cNvSpPr/>
          <p:nvPr/>
        </p:nvSpPr>
        <p:spPr>
          <a:xfrm>
            <a:off x="2466720" y="16761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0" y="1483"/>
                </a:lnTo>
                <a:lnTo>
                  <a:pt x="28" y="1483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1" name=""/>
          <p:cNvSpPr txBox="1"/>
          <p:nvPr/>
        </p:nvSpPr>
        <p:spPr>
          <a:xfrm>
            <a:off x="329400" y="1975680"/>
            <a:ext cx="5022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in Public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2583000" y="1789920"/>
            <a:ext cx="17578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Leerroute 1 uitgewerkt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3" name=""/>
          <p:cNvSpPr/>
          <p:nvPr/>
        </p:nvSpPr>
        <p:spPr>
          <a:xfrm>
            <a:off x="4724280" y="1676160"/>
            <a:ext cx="2143440" cy="533880"/>
          </a:xfrm>
          <a:custGeom>
            <a:avLst/>
            <a:gdLst/>
            <a:ahLst/>
            <a:rect l="0" t="0" r="r" b="b"/>
            <a:pathLst>
              <a:path w="5954" h="1483">
                <a:moveTo>
                  <a:pt x="0" y="0"/>
                </a:moveTo>
                <a:lnTo>
                  <a:pt x="5954" y="0"/>
                </a:lnTo>
                <a:lnTo>
                  <a:pt x="595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4" name=""/>
          <p:cNvSpPr/>
          <p:nvPr/>
        </p:nvSpPr>
        <p:spPr>
          <a:xfrm>
            <a:off x="4724280" y="1676160"/>
            <a:ext cx="2143440" cy="38520"/>
          </a:xfrm>
          <a:custGeom>
            <a:avLst/>
            <a:gdLst/>
            <a:ahLst/>
            <a:rect l="0" t="0" r="r" b="b"/>
            <a:pathLst>
              <a:path w="5954" h="107">
                <a:moveTo>
                  <a:pt x="0" y="0"/>
                </a:moveTo>
                <a:lnTo>
                  <a:pt x="5954" y="0"/>
                </a:lnTo>
                <a:lnTo>
                  <a:pt x="5954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5" name=""/>
          <p:cNvSpPr/>
          <p:nvPr/>
        </p:nvSpPr>
        <p:spPr>
          <a:xfrm>
            <a:off x="4724280" y="2199960"/>
            <a:ext cx="2143440" cy="10080"/>
          </a:xfrm>
          <a:custGeom>
            <a:avLst/>
            <a:gdLst/>
            <a:ahLst/>
            <a:rect l="0" t="0" r="r" b="b"/>
            <a:pathLst>
              <a:path w="5954" h="28">
                <a:moveTo>
                  <a:pt x="0" y="0"/>
                </a:moveTo>
                <a:lnTo>
                  <a:pt x="5954" y="0"/>
                </a:lnTo>
                <a:lnTo>
                  <a:pt x="59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6" name=""/>
          <p:cNvSpPr/>
          <p:nvPr/>
        </p:nvSpPr>
        <p:spPr>
          <a:xfrm>
            <a:off x="6857640" y="16761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106"/>
                </a:moveTo>
                <a:lnTo>
                  <a:pt x="0" y="1483"/>
                </a:lnTo>
                <a:lnTo>
                  <a:pt x="28" y="148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7" name=""/>
          <p:cNvSpPr/>
          <p:nvPr/>
        </p:nvSpPr>
        <p:spPr>
          <a:xfrm>
            <a:off x="4724280" y="16761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0" y="1483"/>
                </a:lnTo>
                <a:lnTo>
                  <a:pt x="27" y="1483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2583000" y="1975680"/>
            <a:ext cx="12686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67 platen, acht fasen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9" name=""/>
          <p:cNvSpPr txBox="1"/>
          <p:nvPr/>
        </p:nvSpPr>
        <p:spPr>
          <a:xfrm>
            <a:off x="4836600" y="1789920"/>
            <a:ext cx="12502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Interactieketens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0" name=""/>
          <p:cNvSpPr/>
          <p:nvPr/>
        </p:nvSpPr>
        <p:spPr>
          <a:xfrm>
            <a:off x="6972120" y="1676160"/>
            <a:ext cx="2153160" cy="533880"/>
          </a:xfrm>
          <a:custGeom>
            <a:avLst/>
            <a:gdLst/>
            <a:ahLst/>
            <a:rect l="0" t="0" r="r" b="b"/>
            <a:pathLst>
              <a:path w="5981" h="1483">
                <a:moveTo>
                  <a:pt x="0" y="0"/>
                </a:moveTo>
                <a:lnTo>
                  <a:pt x="5981" y="0"/>
                </a:lnTo>
                <a:lnTo>
                  <a:pt x="598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1" name=""/>
          <p:cNvSpPr/>
          <p:nvPr/>
        </p:nvSpPr>
        <p:spPr>
          <a:xfrm>
            <a:off x="6972120" y="1676160"/>
            <a:ext cx="2153160" cy="38520"/>
          </a:xfrm>
          <a:custGeom>
            <a:avLst/>
            <a:gdLst/>
            <a:ahLst/>
            <a:rect l="0" t="0" r="r" b="b"/>
            <a:pathLst>
              <a:path w="5981" h="107">
                <a:moveTo>
                  <a:pt x="0" y="0"/>
                </a:moveTo>
                <a:lnTo>
                  <a:pt x="5981" y="0"/>
                </a:lnTo>
                <a:lnTo>
                  <a:pt x="59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f4d7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2" name=""/>
          <p:cNvSpPr/>
          <p:nvPr/>
        </p:nvSpPr>
        <p:spPr>
          <a:xfrm>
            <a:off x="6972120" y="2199960"/>
            <a:ext cx="2153160" cy="10080"/>
          </a:xfrm>
          <a:custGeom>
            <a:avLst/>
            <a:gdLst/>
            <a:ahLst/>
            <a:rect l="0" t="0" r="r" b="b"/>
            <a:pathLst>
              <a:path w="5981" h="28">
                <a:moveTo>
                  <a:pt x="0" y="0"/>
                </a:moveTo>
                <a:lnTo>
                  <a:pt x="5981" y="0"/>
                </a:lnTo>
                <a:lnTo>
                  <a:pt x="59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3" name=""/>
          <p:cNvSpPr/>
          <p:nvPr/>
        </p:nvSpPr>
        <p:spPr>
          <a:xfrm>
            <a:off x="9115200" y="16761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106"/>
                </a:moveTo>
                <a:lnTo>
                  <a:pt x="0" y="1483"/>
                </a:lnTo>
                <a:lnTo>
                  <a:pt x="28" y="148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4" name=""/>
          <p:cNvSpPr/>
          <p:nvPr/>
        </p:nvSpPr>
        <p:spPr>
          <a:xfrm>
            <a:off x="6972120" y="16761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0" y="1483"/>
                </a:lnTo>
                <a:lnTo>
                  <a:pt x="27" y="1483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5" name=""/>
          <p:cNvSpPr txBox="1"/>
          <p:nvPr/>
        </p:nvSpPr>
        <p:spPr>
          <a:xfrm>
            <a:off x="4836600" y="1975680"/>
            <a:ext cx="8924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eerste concept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6" name=""/>
          <p:cNvSpPr txBox="1"/>
          <p:nvPr/>
        </p:nvSpPr>
        <p:spPr>
          <a:xfrm>
            <a:off x="7090200" y="1789920"/>
            <a:ext cx="120924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Hoofdplaat 1.7a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7" name=""/>
          <p:cNvSpPr txBox="1"/>
          <p:nvPr/>
        </p:nvSpPr>
        <p:spPr>
          <a:xfrm>
            <a:off x="7090200" y="1975680"/>
            <a:ext cx="15170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met inbreng mboRijnland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8" name=""/>
          <p:cNvSpPr/>
          <p:nvPr/>
        </p:nvSpPr>
        <p:spPr>
          <a:xfrm>
            <a:off x="209520" y="2571480"/>
            <a:ext cx="1009800" cy="667080"/>
          </a:xfrm>
          <a:custGeom>
            <a:avLst/>
            <a:gdLst/>
            <a:ahLst/>
            <a:rect l="0" t="0" r="r" b="b"/>
            <a:pathLst>
              <a:path w="2805" h="1853">
                <a:moveTo>
                  <a:pt x="0" y="0"/>
                </a:moveTo>
                <a:lnTo>
                  <a:pt x="2805" y="0"/>
                </a:lnTo>
                <a:lnTo>
                  <a:pt x="2805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9" name=""/>
          <p:cNvSpPr/>
          <p:nvPr/>
        </p:nvSpPr>
        <p:spPr>
          <a:xfrm>
            <a:off x="209520" y="2571480"/>
            <a:ext cx="1009800" cy="38520"/>
          </a:xfrm>
          <a:custGeom>
            <a:avLst/>
            <a:gdLst/>
            <a:ahLst/>
            <a:rect l="0" t="0" r="r" b="b"/>
            <a:pathLst>
              <a:path w="2805" h="107">
                <a:moveTo>
                  <a:pt x="0" y="0"/>
                </a:moveTo>
                <a:lnTo>
                  <a:pt x="2805" y="0"/>
                </a:lnTo>
                <a:lnTo>
                  <a:pt x="280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0" name=""/>
          <p:cNvSpPr/>
          <p:nvPr/>
        </p:nvSpPr>
        <p:spPr>
          <a:xfrm>
            <a:off x="209520" y="3228840"/>
            <a:ext cx="1009800" cy="9720"/>
          </a:xfrm>
          <a:custGeom>
            <a:avLst/>
            <a:gdLst/>
            <a:ahLst/>
            <a:rect l="0" t="0" r="r" b="b"/>
            <a:pathLst>
              <a:path w="2805" h="27">
                <a:moveTo>
                  <a:pt x="0" y="0"/>
                </a:moveTo>
                <a:lnTo>
                  <a:pt x="2805" y="0"/>
                </a:lnTo>
                <a:lnTo>
                  <a:pt x="28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1" name=""/>
          <p:cNvSpPr/>
          <p:nvPr/>
        </p:nvSpPr>
        <p:spPr>
          <a:xfrm>
            <a:off x="1209600" y="2571480"/>
            <a:ext cx="9720" cy="667080"/>
          </a:xfrm>
          <a:custGeom>
            <a:avLst/>
            <a:gdLst/>
            <a:ahLst/>
            <a:rect l="0" t="0" r="r" b="b"/>
            <a:pathLst>
              <a:path w="27" h="1853">
                <a:moveTo>
                  <a:pt x="0" y="106"/>
                </a:moveTo>
                <a:lnTo>
                  <a:pt x="0" y="1853"/>
                </a:lnTo>
                <a:lnTo>
                  <a:pt x="27" y="1853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2" name=""/>
          <p:cNvSpPr/>
          <p:nvPr/>
        </p:nvSpPr>
        <p:spPr>
          <a:xfrm>
            <a:off x="209520" y="2571480"/>
            <a:ext cx="9720" cy="667080"/>
          </a:xfrm>
          <a:custGeom>
            <a:avLst/>
            <a:gdLst/>
            <a:ahLst/>
            <a:rect l="0" t="0" r="r" b="b"/>
            <a:pathLst>
              <a:path w="27" h="1853">
                <a:moveTo>
                  <a:pt x="0" y="0"/>
                </a:moveTo>
                <a:lnTo>
                  <a:pt x="0" y="1853"/>
                </a:lnTo>
                <a:lnTo>
                  <a:pt x="27" y="1853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3" name=""/>
          <p:cNvSpPr/>
          <p:nvPr/>
        </p:nvSpPr>
        <p:spPr>
          <a:xfrm>
            <a:off x="631440" y="2755440"/>
            <a:ext cx="176400" cy="176400"/>
          </a:xfrm>
          <a:custGeom>
            <a:avLst/>
            <a:gdLst/>
            <a:ahLst/>
            <a:rect l="0" t="0" r="r" b="b"/>
            <a:pathLst>
              <a:path w="490" h="490">
                <a:moveTo>
                  <a:pt x="490" y="490"/>
                </a:moveTo>
                <a:lnTo>
                  <a:pt x="455" y="490"/>
                </a:lnTo>
                <a:lnTo>
                  <a:pt x="455" y="403"/>
                </a:lnTo>
                <a:cubicBezTo>
                  <a:pt x="455" y="390"/>
                  <a:pt x="453" y="379"/>
                  <a:pt x="448" y="368"/>
                </a:cubicBezTo>
                <a:cubicBezTo>
                  <a:pt x="444" y="358"/>
                  <a:pt x="437" y="348"/>
                  <a:pt x="428" y="340"/>
                </a:cubicBezTo>
                <a:cubicBezTo>
                  <a:pt x="420" y="332"/>
                  <a:pt x="411" y="326"/>
                  <a:pt x="400" y="321"/>
                </a:cubicBezTo>
                <a:cubicBezTo>
                  <a:pt x="389" y="317"/>
                  <a:pt x="378" y="315"/>
                  <a:pt x="367" y="315"/>
                </a:cubicBezTo>
                <a:lnTo>
                  <a:pt x="367" y="280"/>
                </a:lnTo>
                <a:cubicBezTo>
                  <a:pt x="383" y="280"/>
                  <a:pt x="398" y="283"/>
                  <a:pt x="413" y="289"/>
                </a:cubicBezTo>
                <a:cubicBezTo>
                  <a:pt x="428" y="295"/>
                  <a:pt x="443" y="304"/>
                  <a:pt x="454" y="316"/>
                </a:cubicBezTo>
                <a:cubicBezTo>
                  <a:pt x="466" y="327"/>
                  <a:pt x="474" y="340"/>
                  <a:pt x="481" y="355"/>
                </a:cubicBezTo>
                <a:cubicBezTo>
                  <a:pt x="487" y="370"/>
                  <a:pt x="490" y="386"/>
                  <a:pt x="490" y="403"/>
                </a:cubicBezTo>
                <a:lnTo>
                  <a:pt x="490" y="490"/>
                </a:lnTo>
                <a:moveTo>
                  <a:pt x="349" y="490"/>
                </a:moveTo>
                <a:lnTo>
                  <a:pt x="314" y="490"/>
                </a:lnTo>
                <a:lnTo>
                  <a:pt x="314" y="403"/>
                </a:lnTo>
                <a:cubicBezTo>
                  <a:pt x="314" y="390"/>
                  <a:pt x="312" y="379"/>
                  <a:pt x="308" y="368"/>
                </a:cubicBezTo>
                <a:cubicBezTo>
                  <a:pt x="303" y="358"/>
                  <a:pt x="297" y="348"/>
                  <a:pt x="289" y="340"/>
                </a:cubicBezTo>
                <a:cubicBezTo>
                  <a:pt x="281" y="332"/>
                  <a:pt x="271" y="326"/>
                  <a:pt x="260" y="321"/>
                </a:cubicBezTo>
                <a:cubicBezTo>
                  <a:pt x="250" y="317"/>
                  <a:pt x="239" y="315"/>
                  <a:pt x="227" y="315"/>
                </a:cubicBezTo>
                <a:lnTo>
                  <a:pt x="122" y="315"/>
                </a:lnTo>
                <a:cubicBezTo>
                  <a:pt x="111" y="315"/>
                  <a:pt x="100" y="317"/>
                  <a:pt x="89" y="321"/>
                </a:cubicBezTo>
                <a:cubicBezTo>
                  <a:pt x="78" y="326"/>
                  <a:pt x="69" y="332"/>
                  <a:pt x="61" y="340"/>
                </a:cubicBezTo>
                <a:cubicBezTo>
                  <a:pt x="53" y="348"/>
                  <a:pt x="46" y="358"/>
                  <a:pt x="42" y="368"/>
                </a:cubicBezTo>
                <a:cubicBezTo>
                  <a:pt x="37" y="379"/>
                  <a:pt x="35" y="390"/>
                  <a:pt x="35" y="403"/>
                </a:cubicBezTo>
                <a:lnTo>
                  <a:pt x="35" y="490"/>
                </a:lnTo>
                <a:lnTo>
                  <a:pt x="0" y="490"/>
                </a:lnTo>
                <a:lnTo>
                  <a:pt x="0" y="403"/>
                </a:lnTo>
                <a:cubicBezTo>
                  <a:pt x="0" y="386"/>
                  <a:pt x="3" y="370"/>
                  <a:pt x="10" y="355"/>
                </a:cubicBezTo>
                <a:cubicBezTo>
                  <a:pt x="16" y="340"/>
                  <a:pt x="25" y="327"/>
                  <a:pt x="36" y="316"/>
                </a:cubicBezTo>
                <a:cubicBezTo>
                  <a:pt x="47" y="304"/>
                  <a:pt x="61" y="295"/>
                  <a:pt x="76" y="289"/>
                </a:cubicBezTo>
                <a:cubicBezTo>
                  <a:pt x="91" y="283"/>
                  <a:pt x="106" y="280"/>
                  <a:pt x="122" y="280"/>
                </a:cubicBezTo>
                <a:lnTo>
                  <a:pt x="227" y="280"/>
                </a:lnTo>
                <a:cubicBezTo>
                  <a:pt x="243" y="280"/>
                  <a:pt x="259" y="283"/>
                  <a:pt x="274" y="289"/>
                </a:cubicBezTo>
                <a:cubicBezTo>
                  <a:pt x="289" y="295"/>
                  <a:pt x="302" y="304"/>
                  <a:pt x="313" y="316"/>
                </a:cubicBezTo>
                <a:cubicBezTo>
                  <a:pt x="325" y="327"/>
                  <a:pt x="334" y="340"/>
                  <a:pt x="340" y="355"/>
                </a:cubicBezTo>
                <a:cubicBezTo>
                  <a:pt x="346" y="370"/>
                  <a:pt x="349" y="386"/>
                  <a:pt x="349" y="403"/>
                </a:cubicBezTo>
                <a:lnTo>
                  <a:pt x="349" y="490"/>
                </a:lnTo>
                <a:moveTo>
                  <a:pt x="314" y="0"/>
                </a:moveTo>
                <a:lnTo>
                  <a:pt x="314" y="35"/>
                </a:lnTo>
                <a:cubicBezTo>
                  <a:pt x="326" y="35"/>
                  <a:pt x="337" y="38"/>
                  <a:pt x="348" y="42"/>
                </a:cubicBezTo>
                <a:cubicBezTo>
                  <a:pt x="358" y="46"/>
                  <a:pt x="368" y="53"/>
                  <a:pt x="376" y="61"/>
                </a:cubicBezTo>
                <a:cubicBezTo>
                  <a:pt x="384" y="69"/>
                  <a:pt x="391" y="78"/>
                  <a:pt x="395" y="89"/>
                </a:cubicBezTo>
                <a:cubicBezTo>
                  <a:pt x="399" y="100"/>
                  <a:pt x="402" y="111"/>
                  <a:pt x="402" y="123"/>
                </a:cubicBezTo>
                <a:cubicBezTo>
                  <a:pt x="402" y="134"/>
                  <a:pt x="399" y="145"/>
                  <a:pt x="395" y="156"/>
                </a:cubicBezTo>
                <a:cubicBezTo>
                  <a:pt x="391" y="167"/>
                  <a:pt x="384" y="176"/>
                  <a:pt x="376" y="184"/>
                </a:cubicBezTo>
                <a:cubicBezTo>
                  <a:pt x="368" y="192"/>
                  <a:pt x="358" y="199"/>
                  <a:pt x="348" y="203"/>
                </a:cubicBezTo>
                <a:cubicBezTo>
                  <a:pt x="337" y="208"/>
                  <a:pt x="326" y="210"/>
                  <a:pt x="314" y="210"/>
                </a:cubicBezTo>
                <a:lnTo>
                  <a:pt x="314" y="245"/>
                </a:lnTo>
                <a:cubicBezTo>
                  <a:pt x="331" y="245"/>
                  <a:pt x="346" y="242"/>
                  <a:pt x="361" y="235"/>
                </a:cubicBezTo>
                <a:cubicBezTo>
                  <a:pt x="376" y="229"/>
                  <a:pt x="389" y="220"/>
                  <a:pt x="401" y="209"/>
                </a:cubicBezTo>
                <a:cubicBezTo>
                  <a:pt x="412" y="198"/>
                  <a:pt x="421" y="184"/>
                  <a:pt x="427" y="169"/>
                </a:cubicBezTo>
                <a:cubicBezTo>
                  <a:pt x="433" y="154"/>
                  <a:pt x="437" y="139"/>
                  <a:pt x="437" y="123"/>
                </a:cubicBezTo>
                <a:cubicBezTo>
                  <a:pt x="437" y="106"/>
                  <a:pt x="433" y="91"/>
                  <a:pt x="427" y="76"/>
                </a:cubicBezTo>
                <a:cubicBezTo>
                  <a:pt x="421" y="61"/>
                  <a:pt x="412" y="48"/>
                  <a:pt x="401" y="36"/>
                </a:cubicBezTo>
                <a:cubicBezTo>
                  <a:pt x="389" y="25"/>
                  <a:pt x="376" y="16"/>
                  <a:pt x="361" y="10"/>
                </a:cubicBezTo>
                <a:cubicBezTo>
                  <a:pt x="346" y="4"/>
                  <a:pt x="331" y="0"/>
                  <a:pt x="314" y="0"/>
                </a:cubicBezTo>
                <a:moveTo>
                  <a:pt x="175" y="35"/>
                </a:moveTo>
                <a:cubicBezTo>
                  <a:pt x="186" y="35"/>
                  <a:pt x="197" y="38"/>
                  <a:pt x="208" y="42"/>
                </a:cubicBezTo>
                <a:cubicBezTo>
                  <a:pt x="219" y="46"/>
                  <a:pt x="228" y="53"/>
                  <a:pt x="236" y="61"/>
                </a:cubicBezTo>
                <a:cubicBezTo>
                  <a:pt x="245" y="69"/>
                  <a:pt x="251" y="78"/>
                  <a:pt x="255" y="89"/>
                </a:cubicBezTo>
                <a:cubicBezTo>
                  <a:pt x="260" y="100"/>
                  <a:pt x="262" y="111"/>
                  <a:pt x="262" y="123"/>
                </a:cubicBezTo>
                <a:cubicBezTo>
                  <a:pt x="262" y="134"/>
                  <a:pt x="260" y="145"/>
                  <a:pt x="255" y="156"/>
                </a:cubicBezTo>
                <a:cubicBezTo>
                  <a:pt x="251" y="167"/>
                  <a:pt x="245" y="176"/>
                  <a:pt x="236" y="184"/>
                </a:cubicBezTo>
                <a:cubicBezTo>
                  <a:pt x="228" y="192"/>
                  <a:pt x="219" y="199"/>
                  <a:pt x="208" y="203"/>
                </a:cubicBezTo>
                <a:cubicBezTo>
                  <a:pt x="197" y="208"/>
                  <a:pt x="186" y="210"/>
                  <a:pt x="175" y="210"/>
                </a:cubicBezTo>
                <a:cubicBezTo>
                  <a:pt x="163" y="210"/>
                  <a:pt x="152" y="208"/>
                  <a:pt x="141" y="203"/>
                </a:cubicBezTo>
                <a:cubicBezTo>
                  <a:pt x="131" y="199"/>
                  <a:pt x="121" y="192"/>
                  <a:pt x="113" y="184"/>
                </a:cubicBezTo>
                <a:cubicBezTo>
                  <a:pt x="105" y="176"/>
                  <a:pt x="99" y="167"/>
                  <a:pt x="94" y="156"/>
                </a:cubicBezTo>
                <a:cubicBezTo>
                  <a:pt x="90" y="145"/>
                  <a:pt x="87" y="134"/>
                  <a:pt x="87" y="123"/>
                </a:cubicBezTo>
                <a:cubicBezTo>
                  <a:pt x="87" y="111"/>
                  <a:pt x="90" y="100"/>
                  <a:pt x="94" y="89"/>
                </a:cubicBezTo>
                <a:cubicBezTo>
                  <a:pt x="99" y="78"/>
                  <a:pt x="105" y="69"/>
                  <a:pt x="113" y="61"/>
                </a:cubicBezTo>
                <a:cubicBezTo>
                  <a:pt x="121" y="53"/>
                  <a:pt x="131" y="46"/>
                  <a:pt x="141" y="42"/>
                </a:cubicBezTo>
                <a:cubicBezTo>
                  <a:pt x="152" y="38"/>
                  <a:pt x="163" y="35"/>
                  <a:pt x="175" y="35"/>
                </a:cubicBezTo>
                <a:moveTo>
                  <a:pt x="175" y="0"/>
                </a:moveTo>
                <a:cubicBezTo>
                  <a:pt x="159" y="0"/>
                  <a:pt x="143" y="4"/>
                  <a:pt x="128" y="10"/>
                </a:cubicBezTo>
                <a:cubicBezTo>
                  <a:pt x="113" y="16"/>
                  <a:pt x="100" y="25"/>
                  <a:pt x="88" y="36"/>
                </a:cubicBezTo>
                <a:cubicBezTo>
                  <a:pt x="77" y="48"/>
                  <a:pt x="68" y="61"/>
                  <a:pt x="62" y="76"/>
                </a:cubicBezTo>
                <a:cubicBezTo>
                  <a:pt x="56" y="91"/>
                  <a:pt x="53" y="106"/>
                  <a:pt x="53" y="123"/>
                </a:cubicBezTo>
                <a:cubicBezTo>
                  <a:pt x="53" y="139"/>
                  <a:pt x="56" y="154"/>
                  <a:pt x="62" y="169"/>
                </a:cubicBezTo>
                <a:cubicBezTo>
                  <a:pt x="68" y="184"/>
                  <a:pt x="77" y="198"/>
                  <a:pt x="88" y="209"/>
                </a:cubicBezTo>
                <a:cubicBezTo>
                  <a:pt x="100" y="220"/>
                  <a:pt x="113" y="229"/>
                  <a:pt x="128" y="235"/>
                </a:cubicBezTo>
                <a:cubicBezTo>
                  <a:pt x="143" y="242"/>
                  <a:pt x="159" y="245"/>
                  <a:pt x="175" y="245"/>
                </a:cubicBezTo>
                <a:cubicBezTo>
                  <a:pt x="191" y="245"/>
                  <a:pt x="207" y="242"/>
                  <a:pt x="221" y="235"/>
                </a:cubicBezTo>
                <a:cubicBezTo>
                  <a:pt x="236" y="229"/>
                  <a:pt x="250" y="220"/>
                  <a:pt x="261" y="209"/>
                </a:cubicBezTo>
                <a:cubicBezTo>
                  <a:pt x="273" y="198"/>
                  <a:pt x="281" y="184"/>
                  <a:pt x="288" y="169"/>
                </a:cubicBezTo>
                <a:cubicBezTo>
                  <a:pt x="294" y="154"/>
                  <a:pt x="297" y="139"/>
                  <a:pt x="297" y="123"/>
                </a:cubicBezTo>
                <a:cubicBezTo>
                  <a:pt x="297" y="106"/>
                  <a:pt x="294" y="91"/>
                  <a:pt x="288" y="76"/>
                </a:cubicBezTo>
                <a:cubicBezTo>
                  <a:pt x="281" y="61"/>
                  <a:pt x="273" y="48"/>
                  <a:pt x="261" y="36"/>
                </a:cubicBezTo>
                <a:cubicBezTo>
                  <a:pt x="250" y="25"/>
                  <a:pt x="236" y="16"/>
                  <a:pt x="221" y="10"/>
                </a:cubicBezTo>
                <a:cubicBezTo>
                  <a:pt x="207" y="4"/>
                  <a:pt x="191" y="0"/>
                  <a:pt x="175" y="0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4" name=""/>
          <p:cNvSpPr txBox="1"/>
          <p:nvPr/>
        </p:nvSpPr>
        <p:spPr>
          <a:xfrm>
            <a:off x="213120" y="2357640"/>
            <a:ext cx="41364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1b2a6b"/>
                </a:solidFill>
                <a:latin typeface="Arial"/>
                <a:ea typeface="Arial"/>
              </a:rPr>
              <a:t>Koers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5" name=""/>
          <p:cNvSpPr txBox="1"/>
          <p:nvPr/>
        </p:nvSpPr>
        <p:spPr>
          <a:xfrm>
            <a:off x="496080" y="2974680"/>
            <a:ext cx="5036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1b2a6b"/>
                </a:solidFill>
                <a:latin typeface="Arial"/>
                <a:ea typeface="Arial"/>
              </a:rPr>
              <a:t>Persona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6" name=""/>
          <p:cNvSpPr/>
          <p:nvPr/>
        </p:nvSpPr>
        <p:spPr>
          <a:xfrm>
            <a:off x="1533240" y="2571480"/>
            <a:ext cx="1000440" cy="667080"/>
          </a:xfrm>
          <a:custGeom>
            <a:avLst/>
            <a:gdLst/>
            <a:ahLst/>
            <a:rect l="0" t="0" r="r" b="b"/>
            <a:pathLst>
              <a:path w="2779" h="1853">
                <a:moveTo>
                  <a:pt x="0" y="0"/>
                </a:moveTo>
                <a:lnTo>
                  <a:pt x="2779" y="0"/>
                </a:lnTo>
                <a:lnTo>
                  <a:pt x="2779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7" name=""/>
          <p:cNvSpPr/>
          <p:nvPr/>
        </p:nvSpPr>
        <p:spPr>
          <a:xfrm>
            <a:off x="1533240" y="2571480"/>
            <a:ext cx="1000440" cy="38520"/>
          </a:xfrm>
          <a:custGeom>
            <a:avLst/>
            <a:gdLst/>
            <a:ahLst/>
            <a:rect l="0" t="0" r="r" b="b"/>
            <a:pathLst>
              <a:path w="2779" h="107">
                <a:moveTo>
                  <a:pt x="0" y="0"/>
                </a:moveTo>
                <a:lnTo>
                  <a:pt x="2779" y="0"/>
                </a:lnTo>
                <a:lnTo>
                  <a:pt x="277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8" name=""/>
          <p:cNvSpPr/>
          <p:nvPr/>
        </p:nvSpPr>
        <p:spPr>
          <a:xfrm>
            <a:off x="1533240" y="3228840"/>
            <a:ext cx="1000440" cy="9720"/>
          </a:xfrm>
          <a:custGeom>
            <a:avLst/>
            <a:gdLst/>
            <a:ahLst/>
            <a:rect l="0" t="0" r="r" b="b"/>
            <a:pathLst>
              <a:path w="2779" h="27">
                <a:moveTo>
                  <a:pt x="0" y="0"/>
                </a:moveTo>
                <a:lnTo>
                  <a:pt x="2779" y="0"/>
                </a:lnTo>
                <a:lnTo>
                  <a:pt x="27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9" name=""/>
          <p:cNvSpPr/>
          <p:nvPr/>
        </p:nvSpPr>
        <p:spPr>
          <a:xfrm>
            <a:off x="2523960" y="2571480"/>
            <a:ext cx="9720" cy="667080"/>
          </a:xfrm>
          <a:custGeom>
            <a:avLst/>
            <a:gdLst/>
            <a:ahLst/>
            <a:rect l="0" t="0" r="r" b="b"/>
            <a:pathLst>
              <a:path w="27" h="1853">
                <a:moveTo>
                  <a:pt x="0" y="106"/>
                </a:moveTo>
                <a:lnTo>
                  <a:pt x="0" y="1853"/>
                </a:lnTo>
                <a:lnTo>
                  <a:pt x="27" y="1853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0" name=""/>
          <p:cNvSpPr/>
          <p:nvPr/>
        </p:nvSpPr>
        <p:spPr>
          <a:xfrm>
            <a:off x="1533240" y="2571480"/>
            <a:ext cx="10080" cy="667080"/>
          </a:xfrm>
          <a:custGeom>
            <a:avLst/>
            <a:gdLst/>
            <a:ahLst/>
            <a:rect l="0" t="0" r="r" b="b"/>
            <a:pathLst>
              <a:path w="28" h="1853">
                <a:moveTo>
                  <a:pt x="0" y="0"/>
                </a:moveTo>
                <a:lnTo>
                  <a:pt x="0" y="1853"/>
                </a:lnTo>
                <a:lnTo>
                  <a:pt x="28" y="1853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1" name=""/>
          <p:cNvSpPr/>
          <p:nvPr/>
        </p:nvSpPr>
        <p:spPr>
          <a:xfrm>
            <a:off x="1983600" y="2755440"/>
            <a:ext cx="101160" cy="138600"/>
          </a:xfrm>
          <a:custGeom>
            <a:avLst/>
            <a:gdLst/>
            <a:ahLst/>
            <a:rect l="0" t="0" r="r" b="b"/>
            <a:pathLst>
              <a:path w="281" h="385">
                <a:moveTo>
                  <a:pt x="141" y="385"/>
                </a:moveTo>
                <a:lnTo>
                  <a:pt x="35" y="235"/>
                </a:lnTo>
                <a:cubicBezTo>
                  <a:pt x="17" y="214"/>
                  <a:pt x="6" y="189"/>
                  <a:pt x="2" y="162"/>
                </a:cubicBezTo>
                <a:cubicBezTo>
                  <a:pt x="-2" y="135"/>
                  <a:pt x="2" y="109"/>
                  <a:pt x="14" y="84"/>
                </a:cubicBezTo>
                <a:cubicBezTo>
                  <a:pt x="25" y="59"/>
                  <a:pt x="42" y="39"/>
                  <a:pt x="65" y="24"/>
                </a:cubicBezTo>
                <a:cubicBezTo>
                  <a:pt x="88" y="9"/>
                  <a:pt x="113" y="1"/>
                  <a:pt x="141" y="0"/>
                </a:cubicBezTo>
                <a:cubicBezTo>
                  <a:pt x="159" y="1"/>
                  <a:pt x="177" y="4"/>
                  <a:pt x="195" y="12"/>
                </a:cubicBezTo>
                <a:cubicBezTo>
                  <a:pt x="213" y="19"/>
                  <a:pt x="228" y="29"/>
                  <a:pt x="241" y="43"/>
                </a:cubicBezTo>
                <a:cubicBezTo>
                  <a:pt x="254" y="56"/>
                  <a:pt x="264" y="71"/>
                  <a:pt x="271" y="88"/>
                </a:cubicBezTo>
                <a:cubicBezTo>
                  <a:pt x="278" y="106"/>
                  <a:pt x="282" y="124"/>
                  <a:pt x="281" y="142"/>
                </a:cubicBezTo>
                <a:cubicBezTo>
                  <a:pt x="281" y="176"/>
                  <a:pt x="271" y="207"/>
                  <a:pt x="250" y="233"/>
                </a:cubicBezTo>
                <a:lnTo>
                  <a:pt x="141" y="385"/>
                </a:lnTo>
                <a:moveTo>
                  <a:pt x="141" y="35"/>
                </a:moveTo>
                <a:cubicBezTo>
                  <a:pt x="127" y="35"/>
                  <a:pt x="113" y="38"/>
                  <a:pt x="100" y="44"/>
                </a:cubicBezTo>
                <a:cubicBezTo>
                  <a:pt x="87" y="49"/>
                  <a:pt x="76" y="57"/>
                  <a:pt x="66" y="67"/>
                </a:cubicBezTo>
                <a:cubicBezTo>
                  <a:pt x="56" y="77"/>
                  <a:pt x="49" y="89"/>
                  <a:pt x="44" y="102"/>
                </a:cubicBezTo>
                <a:cubicBezTo>
                  <a:pt x="38" y="115"/>
                  <a:pt x="36" y="128"/>
                  <a:pt x="36" y="142"/>
                </a:cubicBezTo>
                <a:cubicBezTo>
                  <a:pt x="36" y="169"/>
                  <a:pt x="45" y="192"/>
                  <a:pt x="62" y="213"/>
                </a:cubicBezTo>
                <a:lnTo>
                  <a:pt x="141" y="325"/>
                </a:lnTo>
                <a:lnTo>
                  <a:pt x="223" y="211"/>
                </a:lnTo>
                <a:cubicBezTo>
                  <a:pt x="238" y="190"/>
                  <a:pt x="246" y="168"/>
                  <a:pt x="247" y="142"/>
                </a:cubicBezTo>
                <a:cubicBezTo>
                  <a:pt x="247" y="128"/>
                  <a:pt x="244" y="115"/>
                  <a:pt x="239" y="102"/>
                </a:cubicBezTo>
                <a:cubicBezTo>
                  <a:pt x="234" y="89"/>
                  <a:pt x="226" y="77"/>
                  <a:pt x="216" y="67"/>
                </a:cubicBezTo>
                <a:cubicBezTo>
                  <a:pt x="205" y="57"/>
                  <a:pt x="194" y="49"/>
                  <a:pt x="181" y="44"/>
                </a:cubicBezTo>
                <a:cubicBezTo>
                  <a:pt x="168" y="38"/>
                  <a:pt x="155" y="35"/>
                  <a:pt x="141" y="35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2" name=""/>
          <p:cNvSpPr/>
          <p:nvPr/>
        </p:nvSpPr>
        <p:spPr>
          <a:xfrm>
            <a:off x="2021400" y="2787120"/>
            <a:ext cx="25560" cy="25200"/>
          </a:xfrm>
          <a:custGeom>
            <a:avLst/>
            <a:gdLst/>
            <a:ahLst/>
            <a:rect l="0" t="0" r="r" b="b"/>
            <a:pathLst>
              <a:path w="71" h="70">
                <a:moveTo>
                  <a:pt x="71" y="36"/>
                </a:moveTo>
                <a:cubicBezTo>
                  <a:pt x="71" y="40"/>
                  <a:pt x="70" y="45"/>
                  <a:pt x="68" y="49"/>
                </a:cubicBezTo>
                <a:cubicBezTo>
                  <a:pt x="66" y="53"/>
                  <a:pt x="64" y="57"/>
                  <a:pt x="60" y="60"/>
                </a:cubicBezTo>
                <a:cubicBezTo>
                  <a:pt x="57" y="64"/>
                  <a:pt x="53" y="66"/>
                  <a:pt x="49" y="68"/>
                </a:cubicBezTo>
                <a:cubicBezTo>
                  <a:pt x="45" y="70"/>
                  <a:pt x="40" y="70"/>
                  <a:pt x="36" y="70"/>
                </a:cubicBezTo>
                <a:cubicBezTo>
                  <a:pt x="31" y="70"/>
                  <a:pt x="27" y="70"/>
                  <a:pt x="22" y="68"/>
                </a:cubicBezTo>
                <a:cubicBezTo>
                  <a:pt x="18" y="66"/>
                  <a:pt x="14" y="64"/>
                  <a:pt x="11" y="60"/>
                </a:cubicBezTo>
                <a:cubicBezTo>
                  <a:pt x="7" y="57"/>
                  <a:pt x="4" y="53"/>
                  <a:pt x="3" y="49"/>
                </a:cubicBezTo>
                <a:cubicBezTo>
                  <a:pt x="1" y="45"/>
                  <a:pt x="0" y="40"/>
                  <a:pt x="0" y="36"/>
                </a:cubicBezTo>
                <a:cubicBezTo>
                  <a:pt x="0" y="31"/>
                  <a:pt x="1" y="27"/>
                  <a:pt x="3" y="22"/>
                </a:cubicBezTo>
                <a:cubicBezTo>
                  <a:pt x="4" y="17"/>
                  <a:pt x="7" y="13"/>
                  <a:pt x="11" y="10"/>
                </a:cubicBezTo>
                <a:cubicBezTo>
                  <a:pt x="14" y="7"/>
                  <a:pt x="18" y="4"/>
                  <a:pt x="22" y="2"/>
                </a:cubicBezTo>
                <a:cubicBezTo>
                  <a:pt x="27" y="1"/>
                  <a:pt x="31" y="0"/>
                  <a:pt x="36" y="0"/>
                </a:cubicBezTo>
                <a:cubicBezTo>
                  <a:pt x="40" y="0"/>
                  <a:pt x="45" y="1"/>
                  <a:pt x="49" y="2"/>
                </a:cubicBezTo>
                <a:cubicBezTo>
                  <a:pt x="53" y="4"/>
                  <a:pt x="57" y="7"/>
                  <a:pt x="60" y="10"/>
                </a:cubicBezTo>
                <a:cubicBezTo>
                  <a:pt x="64" y="13"/>
                  <a:pt x="66" y="17"/>
                  <a:pt x="68" y="22"/>
                </a:cubicBezTo>
                <a:cubicBezTo>
                  <a:pt x="70" y="27"/>
                  <a:pt x="71" y="31"/>
                  <a:pt x="71" y="36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3" name=""/>
          <p:cNvSpPr/>
          <p:nvPr/>
        </p:nvSpPr>
        <p:spPr>
          <a:xfrm>
            <a:off x="1945800" y="2818440"/>
            <a:ext cx="176400" cy="113400"/>
          </a:xfrm>
          <a:custGeom>
            <a:avLst/>
            <a:gdLst/>
            <a:ahLst/>
            <a:rect l="0" t="0" r="r" b="b"/>
            <a:pathLst>
              <a:path w="490" h="315">
                <a:moveTo>
                  <a:pt x="455" y="0"/>
                </a:moveTo>
                <a:lnTo>
                  <a:pt x="420" y="0"/>
                </a:lnTo>
                <a:lnTo>
                  <a:pt x="420" y="35"/>
                </a:lnTo>
                <a:lnTo>
                  <a:pt x="455" y="35"/>
                </a:lnTo>
                <a:lnTo>
                  <a:pt x="455" y="280"/>
                </a:lnTo>
                <a:lnTo>
                  <a:pt x="35" y="280"/>
                </a:lnTo>
                <a:lnTo>
                  <a:pt x="35" y="35"/>
                </a:lnTo>
                <a:lnTo>
                  <a:pt x="70" y="35"/>
                </a:lnTo>
                <a:lnTo>
                  <a:pt x="70" y="0"/>
                </a:lnTo>
                <a:lnTo>
                  <a:pt x="35" y="0"/>
                </a:lnTo>
                <a:cubicBezTo>
                  <a:pt x="31" y="0"/>
                  <a:pt x="26" y="1"/>
                  <a:pt x="22" y="3"/>
                </a:cubicBezTo>
                <a:cubicBezTo>
                  <a:pt x="18" y="4"/>
                  <a:pt x="14" y="7"/>
                  <a:pt x="11" y="10"/>
                </a:cubicBezTo>
                <a:cubicBezTo>
                  <a:pt x="7" y="13"/>
                  <a:pt x="5" y="17"/>
                  <a:pt x="3" y="21"/>
                </a:cubicBezTo>
                <a:cubicBezTo>
                  <a:pt x="1" y="26"/>
                  <a:pt x="0" y="30"/>
                  <a:pt x="0" y="35"/>
                </a:cubicBezTo>
                <a:lnTo>
                  <a:pt x="0" y="280"/>
                </a:lnTo>
                <a:cubicBezTo>
                  <a:pt x="0" y="285"/>
                  <a:pt x="1" y="289"/>
                  <a:pt x="3" y="294"/>
                </a:cubicBezTo>
                <a:cubicBezTo>
                  <a:pt x="5" y="298"/>
                  <a:pt x="7" y="302"/>
                  <a:pt x="11" y="305"/>
                </a:cubicBezTo>
                <a:cubicBezTo>
                  <a:pt x="14" y="308"/>
                  <a:pt x="18" y="311"/>
                  <a:pt x="22" y="312"/>
                </a:cubicBezTo>
                <a:cubicBezTo>
                  <a:pt x="26" y="314"/>
                  <a:pt x="31" y="315"/>
                  <a:pt x="35" y="315"/>
                </a:cubicBezTo>
                <a:lnTo>
                  <a:pt x="455" y="315"/>
                </a:lnTo>
                <a:cubicBezTo>
                  <a:pt x="460" y="315"/>
                  <a:pt x="464" y="314"/>
                  <a:pt x="469" y="312"/>
                </a:cubicBezTo>
                <a:cubicBezTo>
                  <a:pt x="473" y="311"/>
                  <a:pt x="477" y="308"/>
                  <a:pt x="480" y="305"/>
                </a:cubicBezTo>
                <a:cubicBezTo>
                  <a:pt x="483" y="302"/>
                  <a:pt x="486" y="298"/>
                  <a:pt x="487" y="294"/>
                </a:cubicBezTo>
                <a:cubicBezTo>
                  <a:pt x="489" y="289"/>
                  <a:pt x="490" y="285"/>
                  <a:pt x="490" y="280"/>
                </a:cubicBezTo>
                <a:lnTo>
                  <a:pt x="490" y="35"/>
                </a:lnTo>
                <a:cubicBezTo>
                  <a:pt x="490" y="30"/>
                  <a:pt x="489" y="26"/>
                  <a:pt x="487" y="21"/>
                </a:cubicBezTo>
                <a:cubicBezTo>
                  <a:pt x="486" y="17"/>
                  <a:pt x="483" y="13"/>
                  <a:pt x="480" y="10"/>
                </a:cubicBezTo>
                <a:cubicBezTo>
                  <a:pt x="477" y="7"/>
                  <a:pt x="473" y="4"/>
                  <a:pt x="469" y="3"/>
                </a:cubicBezTo>
                <a:cubicBezTo>
                  <a:pt x="464" y="1"/>
                  <a:pt x="460" y="0"/>
                  <a:pt x="455" y="0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1278000" y="277884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1761120" y="2974680"/>
            <a:ext cx="6087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1b2a6b"/>
                </a:solidFill>
                <a:latin typeface="Arial"/>
                <a:ea typeface="Arial"/>
              </a:rPr>
              <a:t>Leerroute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6" name=""/>
          <p:cNvSpPr/>
          <p:nvPr/>
        </p:nvSpPr>
        <p:spPr>
          <a:xfrm>
            <a:off x="2847960" y="2571480"/>
            <a:ext cx="1000440" cy="667080"/>
          </a:xfrm>
          <a:custGeom>
            <a:avLst/>
            <a:gdLst/>
            <a:ahLst/>
            <a:rect l="0" t="0" r="r" b="b"/>
            <a:pathLst>
              <a:path w="2779" h="1853">
                <a:moveTo>
                  <a:pt x="0" y="0"/>
                </a:moveTo>
                <a:lnTo>
                  <a:pt x="2779" y="0"/>
                </a:lnTo>
                <a:lnTo>
                  <a:pt x="2779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7" name=""/>
          <p:cNvSpPr/>
          <p:nvPr/>
        </p:nvSpPr>
        <p:spPr>
          <a:xfrm>
            <a:off x="2847960" y="2571480"/>
            <a:ext cx="1000440" cy="38520"/>
          </a:xfrm>
          <a:custGeom>
            <a:avLst/>
            <a:gdLst/>
            <a:ahLst/>
            <a:rect l="0" t="0" r="r" b="b"/>
            <a:pathLst>
              <a:path w="2779" h="107">
                <a:moveTo>
                  <a:pt x="0" y="0"/>
                </a:moveTo>
                <a:lnTo>
                  <a:pt x="2779" y="0"/>
                </a:lnTo>
                <a:lnTo>
                  <a:pt x="277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8" name=""/>
          <p:cNvSpPr/>
          <p:nvPr/>
        </p:nvSpPr>
        <p:spPr>
          <a:xfrm>
            <a:off x="2847960" y="3228840"/>
            <a:ext cx="1000440" cy="9720"/>
          </a:xfrm>
          <a:custGeom>
            <a:avLst/>
            <a:gdLst/>
            <a:ahLst/>
            <a:rect l="0" t="0" r="r" b="b"/>
            <a:pathLst>
              <a:path w="2779" h="27">
                <a:moveTo>
                  <a:pt x="0" y="0"/>
                </a:moveTo>
                <a:lnTo>
                  <a:pt x="2779" y="0"/>
                </a:lnTo>
                <a:lnTo>
                  <a:pt x="27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9" name=""/>
          <p:cNvSpPr/>
          <p:nvPr/>
        </p:nvSpPr>
        <p:spPr>
          <a:xfrm>
            <a:off x="3838320" y="2571480"/>
            <a:ext cx="10080" cy="667080"/>
          </a:xfrm>
          <a:custGeom>
            <a:avLst/>
            <a:gdLst/>
            <a:ahLst/>
            <a:rect l="0" t="0" r="r" b="b"/>
            <a:pathLst>
              <a:path w="28" h="1853">
                <a:moveTo>
                  <a:pt x="0" y="106"/>
                </a:moveTo>
                <a:lnTo>
                  <a:pt x="0" y="1853"/>
                </a:lnTo>
                <a:lnTo>
                  <a:pt x="28" y="185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0" name=""/>
          <p:cNvSpPr/>
          <p:nvPr/>
        </p:nvSpPr>
        <p:spPr>
          <a:xfrm>
            <a:off x="2847960" y="2571480"/>
            <a:ext cx="9720" cy="667080"/>
          </a:xfrm>
          <a:custGeom>
            <a:avLst/>
            <a:gdLst/>
            <a:ahLst/>
            <a:rect l="0" t="0" r="r" b="b"/>
            <a:pathLst>
              <a:path w="27" h="1853">
                <a:moveTo>
                  <a:pt x="0" y="0"/>
                </a:moveTo>
                <a:lnTo>
                  <a:pt x="0" y="1853"/>
                </a:lnTo>
                <a:lnTo>
                  <a:pt x="27" y="1853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1" name=""/>
          <p:cNvSpPr/>
          <p:nvPr/>
        </p:nvSpPr>
        <p:spPr>
          <a:xfrm>
            <a:off x="3260520" y="2755440"/>
            <a:ext cx="176400" cy="176400"/>
          </a:xfrm>
          <a:custGeom>
            <a:avLst/>
            <a:gdLst/>
            <a:ahLst/>
            <a:rect l="0" t="0" r="r" b="b"/>
            <a:pathLst>
              <a:path w="490" h="490">
                <a:moveTo>
                  <a:pt x="436" y="352"/>
                </a:moveTo>
                <a:lnTo>
                  <a:pt x="436" y="262"/>
                </a:lnTo>
                <a:cubicBezTo>
                  <a:pt x="436" y="258"/>
                  <a:pt x="435" y="253"/>
                  <a:pt x="433" y="249"/>
                </a:cubicBezTo>
                <a:cubicBezTo>
                  <a:pt x="432" y="245"/>
                  <a:pt x="429" y="241"/>
                  <a:pt x="426" y="238"/>
                </a:cubicBezTo>
                <a:cubicBezTo>
                  <a:pt x="423" y="234"/>
                  <a:pt x="419" y="232"/>
                  <a:pt x="414" y="230"/>
                </a:cubicBezTo>
                <a:cubicBezTo>
                  <a:pt x="410" y="228"/>
                  <a:pt x="406" y="227"/>
                  <a:pt x="401" y="227"/>
                </a:cubicBezTo>
                <a:lnTo>
                  <a:pt x="262" y="227"/>
                </a:lnTo>
                <a:lnTo>
                  <a:pt x="262" y="138"/>
                </a:lnTo>
                <a:cubicBezTo>
                  <a:pt x="267" y="136"/>
                  <a:pt x="272" y="134"/>
                  <a:pt x="277" y="131"/>
                </a:cubicBezTo>
                <a:cubicBezTo>
                  <a:pt x="282" y="129"/>
                  <a:pt x="287" y="126"/>
                  <a:pt x="291" y="122"/>
                </a:cubicBezTo>
                <a:cubicBezTo>
                  <a:pt x="295" y="118"/>
                  <a:pt x="299" y="114"/>
                  <a:pt x="302" y="109"/>
                </a:cubicBezTo>
                <a:cubicBezTo>
                  <a:pt x="305" y="105"/>
                  <a:pt x="308" y="100"/>
                  <a:pt x="310" y="94"/>
                </a:cubicBezTo>
                <a:cubicBezTo>
                  <a:pt x="311" y="89"/>
                  <a:pt x="313" y="84"/>
                  <a:pt x="313" y="78"/>
                </a:cubicBezTo>
                <a:cubicBezTo>
                  <a:pt x="314" y="72"/>
                  <a:pt x="314" y="67"/>
                  <a:pt x="313" y="61"/>
                </a:cubicBezTo>
                <a:cubicBezTo>
                  <a:pt x="313" y="56"/>
                  <a:pt x="311" y="50"/>
                  <a:pt x="309" y="45"/>
                </a:cubicBezTo>
                <a:cubicBezTo>
                  <a:pt x="307" y="40"/>
                  <a:pt x="305" y="35"/>
                  <a:pt x="301" y="30"/>
                </a:cubicBezTo>
                <a:cubicBezTo>
                  <a:pt x="298" y="26"/>
                  <a:pt x="294" y="21"/>
                  <a:pt x="290" y="18"/>
                </a:cubicBezTo>
                <a:cubicBezTo>
                  <a:pt x="286" y="14"/>
                  <a:pt x="281" y="11"/>
                  <a:pt x="276" y="8"/>
                </a:cubicBezTo>
                <a:cubicBezTo>
                  <a:pt x="271" y="6"/>
                  <a:pt x="266" y="4"/>
                  <a:pt x="261" y="2"/>
                </a:cubicBezTo>
                <a:cubicBezTo>
                  <a:pt x="255" y="1"/>
                  <a:pt x="250" y="0"/>
                  <a:pt x="244" y="0"/>
                </a:cubicBezTo>
                <a:cubicBezTo>
                  <a:pt x="238" y="0"/>
                  <a:pt x="233" y="1"/>
                  <a:pt x="227" y="2"/>
                </a:cubicBezTo>
                <a:cubicBezTo>
                  <a:pt x="222" y="4"/>
                  <a:pt x="217" y="6"/>
                  <a:pt x="212" y="8"/>
                </a:cubicBezTo>
                <a:cubicBezTo>
                  <a:pt x="207" y="11"/>
                  <a:pt x="202" y="14"/>
                  <a:pt x="198" y="18"/>
                </a:cubicBezTo>
                <a:cubicBezTo>
                  <a:pt x="194" y="21"/>
                  <a:pt x="190" y="26"/>
                  <a:pt x="187" y="30"/>
                </a:cubicBezTo>
                <a:cubicBezTo>
                  <a:pt x="184" y="35"/>
                  <a:pt x="181" y="40"/>
                  <a:pt x="179" y="45"/>
                </a:cubicBezTo>
                <a:cubicBezTo>
                  <a:pt x="177" y="50"/>
                  <a:pt x="176" y="56"/>
                  <a:pt x="175" y="61"/>
                </a:cubicBezTo>
                <a:cubicBezTo>
                  <a:pt x="174" y="67"/>
                  <a:pt x="174" y="72"/>
                  <a:pt x="175" y="78"/>
                </a:cubicBezTo>
                <a:cubicBezTo>
                  <a:pt x="175" y="84"/>
                  <a:pt x="177" y="89"/>
                  <a:pt x="179" y="94"/>
                </a:cubicBezTo>
                <a:cubicBezTo>
                  <a:pt x="181" y="100"/>
                  <a:pt x="183" y="105"/>
                  <a:pt x="186" y="109"/>
                </a:cubicBezTo>
                <a:cubicBezTo>
                  <a:pt x="189" y="114"/>
                  <a:pt x="193" y="118"/>
                  <a:pt x="197" y="122"/>
                </a:cubicBezTo>
                <a:cubicBezTo>
                  <a:pt x="201" y="126"/>
                  <a:pt x="206" y="129"/>
                  <a:pt x="211" y="131"/>
                </a:cubicBezTo>
                <a:cubicBezTo>
                  <a:pt x="216" y="134"/>
                  <a:pt x="221" y="136"/>
                  <a:pt x="227" y="138"/>
                </a:cubicBezTo>
                <a:lnTo>
                  <a:pt x="227" y="227"/>
                </a:lnTo>
                <a:lnTo>
                  <a:pt x="87" y="227"/>
                </a:lnTo>
                <a:cubicBezTo>
                  <a:pt x="82" y="227"/>
                  <a:pt x="78" y="228"/>
                  <a:pt x="74" y="230"/>
                </a:cubicBezTo>
                <a:cubicBezTo>
                  <a:pt x="69" y="232"/>
                  <a:pt x="66" y="234"/>
                  <a:pt x="62" y="238"/>
                </a:cubicBezTo>
                <a:cubicBezTo>
                  <a:pt x="59" y="241"/>
                  <a:pt x="56" y="245"/>
                  <a:pt x="55" y="249"/>
                </a:cubicBezTo>
                <a:cubicBezTo>
                  <a:pt x="53" y="253"/>
                  <a:pt x="52" y="258"/>
                  <a:pt x="52" y="262"/>
                </a:cubicBezTo>
                <a:lnTo>
                  <a:pt x="52" y="352"/>
                </a:lnTo>
                <a:cubicBezTo>
                  <a:pt x="47" y="353"/>
                  <a:pt x="41" y="355"/>
                  <a:pt x="36" y="358"/>
                </a:cubicBezTo>
                <a:cubicBezTo>
                  <a:pt x="31" y="361"/>
                  <a:pt x="27" y="364"/>
                  <a:pt x="23" y="368"/>
                </a:cubicBezTo>
                <a:cubicBezTo>
                  <a:pt x="19" y="371"/>
                  <a:pt x="15" y="376"/>
                  <a:pt x="12" y="380"/>
                </a:cubicBezTo>
                <a:cubicBezTo>
                  <a:pt x="9" y="385"/>
                  <a:pt x="6" y="390"/>
                  <a:pt x="4" y="395"/>
                </a:cubicBezTo>
                <a:cubicBezTo>
                  <a:pt x="2" y="401"/>
                  <a:pt x="1" y="406"/>
                  <a:pt x="0" y="412"/>
                </a:cubicBezTo>
                <a:cubicBezTo>
                  <a:pt x="0" y="418"/>
                  <a:pt x="0" y="424"/>
                  <a:pt x="0" y="429"/>
                </a:cubicBezTo>
                <a:cubicBezTo>
                  <a:pt x="1" y="435"/>
                  <a:pt x="2" y="440"/>
                  <a:pt x="4" y="446"/>
                </a:cubicBezTo>
                <a:cubicBezTo>
                  <a:pt x="6" y="451"/>
                  <a:pt x="9" y="456"/>
                  <a:pt x="12" y="460"/>
                </a:cubicBezTo>
                <a:cubicBezTo>
                  <a:pt x="15" y="465"/>
                  <a:pt x="19" y="469"/>
                  <a:pt x="23" y="473"/>
                </a:cubicBezTo>
                <a:cubicBezTo>
                  <a:pt x="28" y="477"/>
                  <a:pt x="32" y="480"/>
                  <a:pt x="37" y="482"/>
                </a:cubicBezTo>
                <a:cubicBezTo>
                  <a:pt x="42" y="485"/>
                  <a:pt x="47" y="487"/>
                  <a:pt x="53" y="488"/>
                </a:cubicBezTo>
                <a:cubicBezTo>
                  <a:pt x="58" y="490"/>
                  <a:pt x="64" y="490"/>
                  <a:pt x="70" y="490"/>
                </a:cubicBezTo>
                <a:cubicBezTo>
                  <a:pt x="75" y="490"/>
                  <a:pt x="81" y="490"/>
                  <a:pt x="86" y="488"/>
                </a:cubicBezTo>
                <a:cubicBezTo>
                  <a:pt x="92" y="487"/>
                  <a:pt x="97" y="485"/>
                  <a:pt x="102" y="482"/>
                </a:cubicBezTo>
                <a:cubicBezTo>
                  <a:pt x="107" y="480"/>
                  <a:pt x="111" y="477"/>
                  <a:pt x="116" y="473"/>
                </a:cubicBezTo>
                <a:cubicBezTo>
                  <a:pt x="120" y="469"/>
                  <a:pt x="124" y="465"/>
                  <a:pt x="127" y="460"/>
                </a:cubicBezTo>
                <a:cubicBezTo>
                  <a:pt x="130" y="456"/>
                  <a:pt x="133" y="451"/>
                  <a:pt x="135" y="446"/>
                </a:cubicBezTo>
                <a:cubicBezTo>
                  <a:pt x="137" y="440"/>
                  <a:pt x="138" y="435"/>
                  <a:pt x="139" y="429"/>
                </a:cubicBezTo>
                <a:cubicBezTo>
                  <a:pt x="139" y="424"/>
                  <a:pt x="140" y="418"/>
                  <a:pt x="139" y="412"/>
                </a:cubicBezTo>
                <a:cubicBezTo>
                  <a:pt x="138" y="406"/>
                  <a:pt x="137" y="401"/>
                  <a:pt x="135" y="395"/>
                </a:cubicBezTo>
                <a:cubicBezTo>
                  <a:pt x="133" y="390"/>
                  <a:pt x="130" y="385"/>
                  <a:pt x="127" y="380"/>
                </a:cubicBezTo>
                <a:cubicBezTo>
                  <a:pt x="124" y="376"/>
                  <a:pt x="120" y="371"/>
                  <a:pt x="116" y="368"/>
                </a:cubicBezTo>
                <a:cubicBezTo>
                  <a:pt x="112" y="364"/>
                  <a:pt x="108" y="361"/>
                  <a:pt x="103" y="358"/>
                </a:cubicBezTo>
                <a:cubicBezTo>
                  <a:pt x="98" y="355"/>
                  <a:pt x="92" y="353"/>
                  <a:pt x="87" y="352"/>
                </a:cubicBezTo>
                <a:lnTo>
                  <a:pt x="87" y="262"/>
                </a:lnTo>
                <a:lnTo>
                  <a:pt x="401" y="262"/>
                </a:lnTo>
                <a:lnTo>
                  <a:pt x="401" y="352"/>
                </a:lnTo>
                <a:cubicBezTo>
                  <a:pt x="396" y="353"/>
                  <a:pt x="390" y="355"/>
                  <a:pt x="386" y="358"/>
                </a:cubicBezTo>
                <a:cubicBezTo>
                  <a:pt x="381" y="361"/>
                  <a:pt x="376" y="364"/>
                  <a:pt x="372" y="368"/>
                </a:cubicBezTo>
                <a:cubicBezTo>
                  <a:pt x="368" y="371"/>
                  <a:pt x="364" y="376"/>
                  <a:pt x="361" y="380"/>
                </a:cubicBezTo>
                <a:cubicBezTo>
                  <a:pt x="358" y="385"/>
                  <a:pt x="355" y="390"/>
                  <a:pt x="353" y="395"/>
                </a:cubicBezTo>
                <a:cubicBezTo>
                  <a:pt x="351" y="401"/>
                  <a:pt x="350" y="406"/>
                  <a:pt x="349" y="412"/>
                </a:cubicBezTo>
                <a:cubicBezTo>
                  <a:pt x="349" y="418"/>
                  <a:pt x="349" y="424"/>
                  <a:pt x="349" y="429"/>
                </a:cubicBezTo>
                <a:cubicBezTo>
                  <a:pt x="350" y="435"/>
                  <a:pt x="351" y="440"/>
                  <a:pt x="353" y="446"/>
                </a:cubicBezTo>
                <a:cubicBezTo>
                  <a:pt x="355" y="451"/>
                  <a:pt x="358" y="456"/>
                  <a:pt x="361" y="460"/>
                </a:cubicBezTo>
                <a:cubicBezTo>
                  <a:pt x="364" y="465"/>
                  <a:pt x="368" y="469"/>
                  <a:pt x="372" y="473"/>
                </a:cubicBezTo>
                <a:cubicBezTo>
                  <a:pt x="377" y="477"/>
                  <a:pt x="381" y="480"/>
                  <a:pt x="386" y="482"/>
                </a:cubicBezTo>
                <a:cubicBezTo>
                  <a:pt x="391" y="485"/>
                  <a:pt x="396" y="487"/>
                  <a:pt x="402" y="488"/>
                </a:cubicBezTo>
                <a:cubicBezTo>
                  <a:pt x="407" y="490"/>
                  <a:pt x="413" y="490"/>
                  <a:pt x="419" y="490"/>
                </a:cubicBezTo>
                <a:cubicBezTo>
                  <a:pt x="424" y="490"/>
                  <a:pt x="430" y="490"/>
                  <a:pt x="435" y="488"/>
                </a:cubicBezTo>
                <a:cubicBezTo>
                  <a:pt x="441" y="487"/>
                  <a:pt x="446" y="485"/>
                  <a:pt x="451" y="482"/>
                </a:cubicBezTo>
                <a:cubicBezTo>
                  <a:pt x="456" y="480"/>
                  <a:pt x="462" y="477"/>
                  <a:pt x="466" y="473"/>
                </a:cubicBezTo>
                <a:cubicBezTo>
                  <a:pt x="470" y="469"/>
                  <a:pt x="474" y="465"/>
                  <a:pt x="477" y="460"/>
                </a:cubicBezTo>
                <a:cubicBezTo>
                  <a:pt x="480" y="456"/>
                  <a:pt x="483" y="451"/>
                  <a:pt x="485" y="446"/>
                </a:cubicBezTo>
                <a:cubicBezTo>
                  <a:pt x="487" y="440"/>
                  <a:pt x="488" y="435"/>
                  <a:pt x="489" y="429"/>
                </a:cubicBezTo>
                <a:cubicBezTo>
                  <a:pt x="490" y="424"/>
                  <a:pt x="490" y="418"/>
                  <a:pt x="489" y="412"/>
                </a:cubicBezTo>
                <a:cubicBezTo>
                  <a:pt x="488" y="406"/>
                  <a:pt x="487" y="401"/>
                  <a:pt x="485" y="395"/>
                </a:cubicBezTo>
                <a:cubicBezTo>
                  <a:pt x="483" y="390"/>
                  <a:pt x="481" y="385"/>
                  <a:pt x="477" y="380"/>
                </a:cubicBezTo>
                <a:cubicBezTo>
                  <a:pt x="474" y="376"/>
                  <a:pt x="471" y="371"/>
                  <a:pt x="466" y="368"/>
                </a:cubicBezTo>
                <a:cubicBezTo>
                  <a:pt x="462" y="364"/>
                  <a:pt x="457" y="361"/>
                  <a:pt x="452" y="358"/>
                </a:cubicBezTo>
                <a:cubicBezTo>
                  <a:pt x="447" y="355"/>
                  <a:pt x="441" y="353"/>
                  <a:pt x="436" y="352"/>
                </a:cubicBezTo>
                <a:moveTo>
                  <a:pt x="104" y="420"/>
                </a:moveTo>
                <a:cubicBezTo>
                  <a:pt x="104" y="425"/>
                  <a:pt x="104" y="429"/>
                  <a:pt x="102" y="434"/>
                </a:cubicBezTo>
                <a:cubicBezTo>
                  <a:pt x="100" y="438"/>
                  <a:pt x="97" y="442"/>
                  <a:pt x="94" y="445"/>
                </a:cubicBezTo>
                <a:cubicBezTo>
                  <a:pt x="91" y="448"/>
                  <a:pt x="87" y="451"/>
                  <a:pt x="83" y="453"/>
                </a:cubicBezTo>
                <a:cubicBezTo>
                  <a:pt x="79" y="454"/>
                  <a:pt x="74" y="455"/>
                  <a:pt x="70" y="455"/>
                </a:cubicBezTo>
                <a:cubicBezTo>
                  <a:pt x="65" y="455"/>
                  <a:pt x="60" y="454"/>
                  <a:pt x="56" y="453"/>
                </a:cubicBezTo>
                <a:cubicBezTo>
                  <a:pt x="52" y="451"/>
                  <a:pt x="48" y="448"/>
                  <a:pt x="45" y="445"/>
                </a:cubicBezTo>
                <a:cubicBezTo>
                  <a:pt x="42" y="442"/>
                  <a:pt x="39" y="438"/>
                  <a:pt x="37" y="434"/>
                </a:cubicBezTo>
                <a:cubicBezTo>
                  <a:pt x="35" y="429"/>
                  <a:pt x="35" y="425"/>
                  <a:pt x="35" y="420"/>
                </a:cubicBezTo>
                <a:cubicBezTo>
                  <a:pt x="35" y="416"/>
                  <a:pt x="35" y="410"/>
                  <a:pt x="37" y="406"/>
                </a:cubicBezTo>
                <a:cubicBezTo>
                  <a:pt x="39" y="402"/>
                  <a:pt x="42" y="398"/>
                  <a:pt x="45" y="395"/>
                </a:cubicBezTo>
                <a:cubicBezTo>
                  <a:pt x="48" y="391"/>
                  <a:pt x="52" y="389"/>
                  <a:pt x="56" y="387"/>
                </a:cubicBezTo>
                <a:cubicBezTo>
                  <a:pt x="60" y="385"/>
                  <a:pt x="65" y="384"/>
                  <a:pt x="70" y="384"/>
                </a:cubicBezTo>
                <a:cubicBezTo>
                  <a:pt x="74" y="384"/>
                  <a:pt x="79" y="385"/>
                  <a:pt x="83" y="387"/>
                </a:cubicBezTo>
                <a:cubicBezTo>
                  <a:pt x="87" y="389"/>
                  <a:pt x="91" y="391"/>
                  <a:pt x="94" y="395"/>
                </a:cubicBezTo>
                <a:cubicBezTo>
                  <a:pt x="97" y="398"/>
                  <a:pt x="100" y="402"/>
                  <a:pt x="102" y="406"/>
                </a:cubicBezTo>
                <a:cubicBezTo>
                  <a:pt x="104" y="410"/>
                  <a:pt x="104" y="416"/>
                  <a:pt x="104" y="420"/>
                </a:cubicBezTo>
                <a:moveTo>
                  <a:pt x="209" y="70"/>
                </a:moveTo>
                <a:cubicBezTo>
                  <a:pt x="209" y="66"/>
                  <a:pt x="210" y="61"/>
                  <a:pt x="212" y="57"/>
                </a:cubicBezTo>
                <a:cubicBezTo>
                  <a:pt x="214" y="53"/>
                  <a:pt x="216" y="49"/>
                  <a:pt x="219" y="46"/>
                </a:cubicBezTo>
                <a:cubicBezTo>
                  <a:pt x="223" y="42"/>
                  <a:pt x="226" y="40"/>
                  <a:pt x="231" y="38"/>
                </a:cubicBezTo>
                <a:cubicBezTo>
                  <a:pt x="235" y="36"/>
                  <a:pt x="239" y="35"/>
                  <a:pt x="244" y="35"/>
                </a:cubicBezTo>
                <a:cubicBezTo>
                  <a:pt x="249" y="35"/>
                  <a:pt x="253" y="36"/>
                  <a:pt x="257" y="38"/>
                </a:cubicBezTo>
                <a:cubicBezTo>
                  <a:pt x="262" y="40"/>
                  <a:pt x="265" y="42"/>
                  <a:pt x="269" y="46"/>
                </a:cubicBezTo>
                <a:cubicBezTo>
                  <a:pt x="272" y="49"/>
                  <a:pt x="275" y="53"/>
                  <a:pt x="276" y="57"/>
                </a:cubicBezTo>
                <a:cubicBezTo>
                  <a:pt x="278" y="61"/>
                  <a:pt x="279" y="66"/>
                  <a:pt x="279" y="70"/>
                </a:cubicBezTo>
                <a:cubicBezTo>
                  <a:pt x="279" y="75"/>
                  <a:pt x="278" y="79"/>
                  <a:pt x="276" y="84"/>
                </a:cubicBezTo>
                <a:cubicBezTo>
                  <a:pt x="275" y="88"/>
                  <a:pt x="272" y="92"/>
                  <a:pt x="269" y="95"/>
                </a:cubicBezTo>
                <a:cubicBezTo>
                  <a:pt x="265" y="98"/>
                  <a:pt x="262" y="101"/>
                  <a:pt x="257" y="102"/>
                </a:cubicBezTo>
                <a:cubicBezTo>
                  <a:pt x="253" y="104"/>
                  <a:pt x="249" y="105"/>
                  <a:pt x="244" y="105"/>
                </a:cubicBezTo>
                <a:cubicBezTo>
                  <a:pt x="239" y="105"/>
                  <a:pt x="235" y="104"/>
                  <a:pt x="231" y="102"/>
                </a:cubicBezTo>
                <a:cubicBezTo>
                  <a:pt x="226" y="101"/>
                  <a:pt x="223" y="98"/>
                  <a:pt x="219" y="95"/>
                </a:cubicBezTo>
                <a:cubicBezTo>
                  <a:pt x="216" y="92"/>
                  <a:pt x="214" y="88"/>
                  <a:pt x="212" y="84"/>
                </a:cubicBezTo>
                <a:cubicBezTo>
                  <a:pt x="210" y="79"/>
                  <a:pt x="209" y="75"/>
                  <a:pt x="209" y="70"/>
                </a:cubicBezTo>
                <a:moveTo>
                  <a:pt x="419" y="455"/>
                </a:moveTo>
                <a:cubicBezTo>
                  <a:pt x="414" y="455"/>
                  <a:pt x="410" y="454"/>
                  <a:pt x="405" y="453"/>
                </a:cubicBezTo>
                <a:cubicBezTo>
                  <a:pt x="401" y="451"/>
                  <a:pt x="397" y="448"/>
                  <a:pt x="394" y="445"/>
                </a:cubicBezTo>
                <a:cubicBezTo>
                  <a:pt x="391" y="442"/>
                  <a:pt x="388" y="438"/>
                  <a:pt x="386" y="434"/>
                </a:cubicBezTo>
                <a:cubicBezTo>
                  <a:pt x="385" y="429"/>
                  <a:pt x="384" y="425"/>
                  <a:pt x="384" y="420"/>
                </a:cubicBezTo>
                <a:cubicBezTo>
                  <a:pt x="384" y="416"/>
                  <a:pt x="385" y="410"/>
                  <a:pt x="386" y="406"/>
                </a:cubicBezTo>
                <a:cubicBezTo>
                  <a:pt x="388" y="402"/>
                  <a:pt x="391" y="398"/>
                  <a:pt x="394" y="395"/>
                </a:cubicBezTo>
                <a:cubicBezTo>
                  <a:pt x="397" y="391"/>
                  <a:pt x="401" y="389"/>
                  <a:pt x="405" y="387"/>
                </a:cubicBezTo>
                <a:cubicBezTo>
                  <a:pt x="410" y="385"/>
                  <a:pt x="414" y="384"/>
                  <a:pt x="419" y="384"/>
                </a:cubicBezTo>
                <a:cubicBezTo>
                  <a:pt x="423" y="384"/>
                  <a:pt x="428" y="385"/>
                  <a:pt x="432" y="387"/>
                </a:cubicBezTo>
                <a:cubicBezTo>
                  <a:pt x="436" y="389"/>
                  <a:pt x="440" y="391"/>
                  <a:pt x="443" y="395"/>
                </a:cubicBezTo>
                <a:cubicBezTo>
                  <a:pt x="447" y="398"/>
                  <a:pt x="449" y="402"/>
                  <a:pt x="451" y="406"/>
                </a:cubicBezTo>
                <a:cubicBezTo>
                  <a:pt x="453" y="410"/>
                  <a:pt x="453" y="416"/>
                  <a:pt x="453" y="420"/>
                </a:cubicBezTo>
                <a:cubicBezTo>
                  <a:pt x="453" y="425"/>
                  <a:pt x="453" y="429"/>
                  <a:pt x="451" y="434"/>
                </a:cubicBezTo>
                <a:cubicBezTo>
                  <a:pt x="449" y="438"/>
                  <a:pt x="447" y="442"/>
                  <a:pt x="443" y="445"/>
                </a:cubicBezTo>
                <a:cubicBezTo>
                  <a:pt x="440" y="448"/>
                  <a:pt x="436" y="451"/>
                  <a:pt x="432" y="453"/>
                </a:cubicBezTo>
                <a:cubicBezTo>
                  <a:pt x="428" y="454"/>
                  <a:pt x="423" y="455"/>
                  <a:pt x="419" y="455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2" name=""/>
          <p:cNvSpPr txBox="1"/>
          <p:nvPr/>
        </p:nvSpPr>
        <p:spPr>
          <a:xfrm>
            <a:off x="2595600" y="277884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3" name=""/>
          <p:cNvSpPr txBox="1"/>
          <p:nvPr/>
        </p:nvSpPr>
        <p:spPr>
          <a:xfrm>
            <a:off x="3059280" y="2974680"/>
            <a:ext cx="6789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1b2a6b"/>
                </a:solidFill>
                <a:latin typeface="Arial"/>
                <a:ea typeface="Arial"/>
              </a:rPr>
              <a:t>Uitwerking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4" name=""/>
          <p:cNvSpPr/>
          <p:nvPr/>
        </p:nvSpPr>
        <p:spPr>
          <a:xfrm>
            <a:off x="4162320" y="2571480"/>
            <a:ext cx="1009800" cy="667080"/>
          </a:xfrm>
          <a:custGeom>
            <a:avLst/>
            <a:gdLst/>
            <a:ahLst/>
            <a:rect l="0" t="0" r="r" b="b"/>
            <a:pathLst>
              <a:path w="2805" h="1853">
                <a:moveTo>
                  <a:pt x="0" y="0"/>
                </a:moveTo>
                <a:lnTo>
                  <a:pt x="2805" y="0"/>
                </a:lnTo>
                <a:lnTo>
                  <a:pt x="2805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5" name=""/>
          <p:cNvSpPr/>
          <p:nvPr/>
        </p:nvSpPr>
        <p:spPr>
          <a:xfrm>
            <a:off x="4162320" y="2571480"/>
            <a:ext cx="1009800" cy="38520"/>
          </a:xfrm>
          <a:custGeom>
            <a:avLst/>
            <a:gdLst/>
            <a:ahLst/>
            <a:rect l="0" t="0" r="r" b="b"/>
            <a:pathLst>
              <a:path w="2805" h="107">
                <a:moveTo>
                  <a:pt x="0" y="0"/>
                </a:moveTo>
                <a:lnTo>
                  <a:pt x="2805" y="0"/>
                </a:lnTo>
                <a:lnTo>
                  <a:pt x="280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f4d7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6" name=""/>
          <p:cNvSpPr/>
          <p:nvPr/>
        </p:nvSpPr>
        <p:spPr>
          <a:xfrm>
            <a:off x="4162320" y="3228840"/>
            <a:ext cx="1009800" cy="9720"/>
          </a:xfrm>
          <a:custGeom>
            <a:avLst/>
            <a:gdLst/>
            <a:ahLst/>
            <a:rect l="0" t="0" r="r" b="b"/>
            <a:pathLst>
              <a:path w="2805" h="27">
                <a:moveTo>
                  <a:pt x="0" y="0"/>
                </a:moveTo>
                <a:lnTo>
                  <a:pt x="2805" y="0"/>
                </a:lnTo>
                <a:lnTo>
                  <a:pt x="28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7" name=""/>
          <p:cNvSpPr/>
          <p:nvPr/>
        </p:nvSpPr>
        <p:spPr>
          <a:xfrm>
            <a:off x="5162400" y="2571480"/>
            <a:ext cx="9720" cy="667080"/>
          </a:xfrm>
          <a:custGeom>
            <a:avLst/>
            <a:gdLst/>
            <a:ahLst/>
            <a:rect l="0" t="0" r="r" b="b"/>
            <a:pathLst>
              <a:path w="27" h="1853">
                <a:moveTo>
                  <a:pt x="0" y="106"/>
                </a:moveTo>
                <a:lnTo>
                  <a:pt x="0" y="1853"/>
                </a:lnTo>
                <a:lnTo>
                  <a:pt x="27" y="1853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8" name=""/>
          <p:cNvSpPr/>
          <p:nvPr/>
        </p:nvSpPr>
        <p:spPr>
          <a:xfrm>
            <a:off x="4162320" y="2571480"/>
            <a:ext cx="9720" cy="667080"/>
          </a:xfrm>
          <a:custGeom>
            <a:avLst/>
            <a:gdLst/>
            <a:ahLst/>
            <a:rect l="0" t="0" r="r" b="b"/>
            <a:pathLst>
              <a:path w="27" h="1853">
                <a:moveTo>
                  <a:pt x="0" y="0"/>
                </a:moveTo>
                <a:lnTo>
                  <a:pt x="0" y="1853"/>
                </a:lnTo>
                <a:lnTo>
                  <a:pt x="27" y="1853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9" name=""/>
          <p:cNvSpPr/>
          <p:nvPr/>
        </p:nvSpPr>
        <p:spPr>
          <a:xfrm>
            <a:off x="4574520" y="2688840"/>
            <a:ext cx="170280" cy="169920"/>
          </a:xfrm>
          <a:custGeom>
            <a:avLst/>
            <a:gdLst/>
            <a:ahLst/>
            <a:rect l="0" t="0" r="r" b="b"/>
            <a:pathLst>
              <a:path w="473" h="472">
                <a:moveTo>
                  <a:pt x="473" y="448"/>
                </a:moveTo>
                <a:lnTo>
                  <a:pt x="341" y="316"/>
                </a:lnTo>
                <a:cubicBezTo>
                  <a:pt x="347" y="310"/>
                  <a:pt x="351" y="302"/>
                  <a:pt x="356" y="295"/>
                </a:cubicBezTo>
                <a:cubicBezTo>
                  <a:pt x="360" y="288"/>
                  <a:pt x="364" y="281"/>
                  <a:pt x="368" y="274"/>
                </a:cubicBezTo>
                <a:cubicBezTo>
                  <a:pt x="371" y="266"/>
                  <a:pt x="374" y="259"/>
                  <a:pt x="377" y="251"/>
                </a:cubicBezTo>
                <a:cubicBezTo>
                  <a:pt x="379" y="243"/>
                  <a:pt x="381" y="235"/>
                  <a:pt x="383" y="227"/>
                </a:cubicBezTo>
                <a:cubicBezTo>
                  <a:pt x="384" y="219"/>
                  <a:pt x="385" y="211"/>
                  <a:pt x="386" y="203"/>
                </a:cubicBezTo>
                <a:cubicBezTo>
                  <a:pt x="386" y="195"/>
                  <a:pt x="386" y="187"/>
                  <a:pt x="385" y="179"/>
                </a:cubicBezTo>
                <a:cubicBezTo>
                  <a:pt x="385" y="171"/>
                  <a:pt x="384" y="163"/>
                  <a:pt x="382" y="155"/>
                </a:cubicBezTo>
                <a:cubicBezTo>
                  <a:pt x="381" y="147"/>
                  <a:pt x="379" y="139"/>
                  <a:pt x="376" y="131"/>
                </a:cubicBezTo>
                <a:cubicBezTo>
                  <a:pt x="373" y="123"/>
                  <a:pt x="370" y="116"/>
                  <a:pt x="367" y="108"/>
                </a:cubicBezTo>
                <a:cubicBezTo>
                  <a:pt x="363" y="101"/>
                  <a:pt x="359" y="94"/>
                  <a:pt x="355" y="87"/>
                </a:cubicBezTo>
                <a:cubicBezTo>
                  <a:pt x="350" y="80"/>
                  <a:pt x="346" y="74"/>
                  <a:pt x="340" y="67"/>
                </a:cubicBezTo>
                <a:cubicBezTo>
                  <a:pt x="335" y="61"/>
                  <a:pt x="329" y="55"/>
                  <a:pt x="323" y="50"/>
                </a:cubicBezTo>
                <a:cubicBezTo>
                  <a:pt x="317" y="44"/>
                  <a:pt x="311" y="39"/>
                  <a:pt x="304" y="35"/>
                </a:cubicBezTo>
                <a:cubicBezTo>
                  <a:pt x="298" y="30"/>
                  <a:pt x="291" y="26"/>
                  <a:pt x="283" y="22"/>
                </a:cubicBezTo>
                <a:cubicBezTo>
                  <a:pt x="276" y="18"/>
                  <a:pt x="269" y="15"/>
                  <a:pt x="261" y="12"/>
                </a:cubicBezTo>
                <a:cubicBezTo>
                  <a:pt x="253" y="9"/>
                  <a:pt x="245" y="7"/>
                  <a:pt x="237" y="5"/>
                </a:cubicBezTo>
                <a:cubicBezTo>
                  <a:pt x="229" y="3"/>
                  <a:pt x="221" y="1"/>
                  <a:pt x="213" y="1"/>
                </a:cubicBezTo>
                <a:cubicBezTo>
                  <a:pt x="205" y="0"/>
                  <a:pt x="196" y="-1"/>
                  <a:pt x="188" y="0"/>
                </a:cubicBezTo>
                <a:cubicBezTo>
                  <a:pt x="180" y="0"/>
                  <a:pt x="172" y="1"/>
                  <a:pt x="164" y="2"/>
                </a:cubicBezTo>
                <a:cubicBezTo>
                  <a:pt x="156" y="3"/>
                  <a:pt x="148" y="5"/>
                  <a:pt x="140" y="7"/>
                </a:cubicBezTo>
                <a:cubicBezTo>
                  <a:pt x="132" y="9"/>
                  <a:pt x="125" y="12"/>
                  <a:pt x="117" y="15"/>
                </a:cubicBezTo>
                <a:cubicBezTo>
                  <a:pt x="110" y="18"/>
                  <a:pt x="102" y="22"/>
                  <a:pt x="95" y="26"/>
                </a:cubicBezTo>
                <a:cubicBezTo>
                  <a:pt x="88" y="30"/>
                  <a:pt x="81" y="35"/>
                  <a:pt x="75" y="40"/>
                </a:cubicBezTo>
                <a:cubicBezTo>
                  <a:pt x="69" y="45"/>
                  <a:pt x="62" y="50"/>
                  <a:pt x="57" y="56"/>
                </a:cubicBezTo>
                <a:cubicBezTo>
                  <a:pt x="51" y="62"/>
                  <a:pt x="45" y="68"/>
                  <a:pt x="41" y="74"/>
                </a:cubicBezTo>
                <a:cubicBezTo>
                  <a:pt x="36" y="81"/>
                  <a:pt x="31" y="87"/>
                  <a:pt x="27" y="94"/>
                </a:cubicBezTo>
                <a:cubicBezTo>
                  <a:pt x="23" y="102"/>
                  <a:pt x="19" y="109"/>
                  <a:pt x="16" y="116"/>
                </a:cubicBezTo>
                <a:cubicBezTo>
                  <a:pt x="13" y="124"/>
                  <a:pt x="10" y="131"/>
                  <a:pt x="8" y="139"/>
                </a:cubicBezTo>
                <a:cubicBezTo>
                  <a:pt x="5" y="147"/>
                  <a:pt x="4" y="155"/>
                  <a:pt x="2" y="163"/>
                </a:cubicBezTo>
                <a:cubicBezTo>
                  <a:pt x="1" y="171"/>
                  <a:pt x="1" y="179"/>
                  <a:pt x="0" y="188"/>
                </a:cubicBezTo>
                <a:cubicBezTo>
                  <a:pt x="0" y="196"/>
                  <a:pt x="1" y="204"/>
                  <a:pt x="1" y="212"/>
                </a:cubicBezTo>
                <a:cubicBezTo>
                  <a:pt x="2" y="220"/>
                  <a:pt x="4" y="228"/>
                  <a:pt x="5" y="236"/>
                </a:cubicBezTo>
                <a:cubicBezTo>
                  <a:pt x="7" y="244"/>
                  <a:pt x="10" y="252"/>
                  <a:pt x="13" y="259"/>
                </a:cubicBezTo>
                <a:cubicBezTo>
                  <a:pt x="15" y="267"/>
                  <a:pt x="19" y="274"/>
                  <a:pt x="23" y="282"/>
                </a:cubicBezTo>
                <a:cubicBezTo>
                  <a:pt x="26" y="289"/>
                  <a:pt x="31" y="296"/>
                  <a:pt x="35" y="302"/>
                </a:cubicBezTo>
                <a:cubicBezTo>
                  <a:pt x="40" y="310"/>
                  <a:pt x="45" y="317"/>
                  <a:pt x="51" y="323"/>
                </a:cubicBezTo>
                <a:cubicBezTo>
                  <a:pt x="56" y="329"/>
                  <a:pt x="62" y="334"/>
                  <a:pt x="68" y="340"/>
                </a:cubicBezTo>
                <a:cubicBezTo>
                  <a:pt x="74" y="345"/>
                  <a:pt x="81" y="350"/>
                  <a:pt x="88" y="354"/>
                </a:cubicBezTo>
                <a:cubicBezTo>
                  <a:pt x="95" y="359"/>
                  <a:pt x="102" y="363"/>
                  <a:pt x="109" y="366"/>
                </a:cubicBezTo>
                <a:cubicBezTo>
                  <a:pt x="116" y="370"/>
                  <a:pt x="124" y="373"/>
                  <a:pt x="132" y="375"/>
                </a:cubicBezTo>
                <a:cubicBezTo>
                  <a:pt x="139" y="378"/>
                  <a:pt x="147" y="380"/>
                  <a:pt x="155" y="382"/>
                </a:cubicBezTo>
                <a:cubicBezTo>
                  <a:pt x="163" y="383"/>
                  <a:pt x="171" y="384"/>
                  <a:pt x="180" y="385"/>
                </a:cubicBezTo>
                <a:cubicBezTo>
                  <a:pt x="188" y="385"/>
                  <a:pt x="196" y="385"/>
                  <a:pt x="204" y="385"/>
                </a:cubicBezTo>
                <a:cubicBezTo>
                  <a:pt x="212" y="384"/>
                  <a:pt x="220" y="383"/>
                  <a:pt x="228" y="382"/>
                </a:cubicBezTo>
                <a:cubicBezTo>
                  <a:pt x="236" y="380"/>
                  <a:pt x="244" y="378"/>
                  <a:pt x="253" y="376"/>
                </a:cubicBezTo>
                <a:cubicBezTo>
                  <a:pt x="261" y="373"/>
                  <a:pt x="268" y="370"/>
                  <a:pt x="276" y="367"/>
                </a:cubicBezTo>
                <a:cubicBezTo>
                  <a:pt x="283" y="363"/>
                  <a:pt x="290" y="359"/>
                  <a:pt x="297" y="355"/>
                </a:cubicBezTo>
                <a:cubicBezTo>
                  <a:pt x="304" y="351"/>
                  <a:pt x="310" y="346"/>
                  <a:pt x="317" y="341"/>
                </a:cubicBezTo>
                <a:lnTo>
                  <a:pt x="449" y="472"/>
                </a:lnTo>
                <a:lnTo>
                  <a:pt x="473" y="448"/>
                </a:lnTo>
                <a:moveTo>
                  <a:pt x="36" y="192"/>
                </a:moveTo>
                <a:cubicBezTo>
                  <a:pt x="36" y="182"/>
                  <a:pt x="37" y="172"/>
                  <a:pt x="39" y="162"/>
                </a:cubicBezTo>
                <a:cubicBezTo>
                  <a:pt x="41" y="151"/>
                  <a:pt x="44" y="142"/>
                  <a:pt x="48" y="132"/>
                </a:cubicBezTo>
                <a:cubicBezTo>
                  <a:pt x="52" y="123"/>
                  <a:pt x="57" y="113"/>
                  <a:pt x="62" y="105"/>
                </a:cubicBezTo>
                <a:cubicBezTo>
                  <a:pt x="68" y="96"/>
                  <a:pt x="75" y="88"/>
                  <a:pt x="82" y="81"/>
                </a:cubicBezTo>
                <a:cubicBezTo>
                  <a:pt x="89" y="74"/>
                  <a:pt x="97" y="67"/>
                  <a:pt x="106" y="62"/>
                </a:cubicBezTo>
                <a:cubicBezTo>
                  <a:pt x="114" y="56"/>
                  <a:pt x="123" y="51"/>
                  <a:pt x="133" y="47"/>
                </a:cubicBezTo>
                <a:cubicBezTo>
                  <a:pt x="142" y="43"/>
                  <a:pt x="152" y="40"/>
                  <a:pt x="162" y="38"/>
                </a:cubicBezTo>
                <a:cubicBezTo>
                  <a:pt x="172" y="36"/>
                  <a:pt x="183" y="35"/>
                  <a:pt x="193" y="35"/>
                </a:cubicBezTo>
                <a:cubicBezTo>
                  <a:pt x="203" y="35"/>
                  <a:pt x="213" y="36"/>
                  <a:pt x="224" y="38"/>
                </a:cubicBezTo>
                <a:cubicBezTo>
                  <a:pt x="234" y="40"/>
                  <a:pt x="244" y="43"/>
                  <a:pt x="254" y="47"/>
                </a:cubicBezTo>
                <a:cubicBezTo>
                  <a:pt x="264" y="51"/>
                  <a:pt x="273" y="56"/>
                  <a:pt x="281" y="62"/>
                </a:cubicBezTo>
                <a:cubicBezTo>
                  <a:pt x="290" y="67"/>
                  <a:pt x="298" y="74"/>
                  <a:pt x="305" y="81"/>
                </a:cubicBezTo>
                <a:cubicBezTo>
                  <a:pt x="312" y="88"/>
                  <a:pt x="319" y="96"/>
                  <a:pt x="325" y="105"/>
                </a:cubicBezTo>
                <a:cubicBezTo>
                  <a:pt x="330" y="113"/>
                  <a:pt x="335" y="123"/>
                  <a:pt x="339" y="132"/>
                </a:cubicBezTo>
                <a:cubicBezTo>
                  <a:pt x="343" y="142"/>
                  <a:pt x="346" y="151"/>
                  <a:pt x="348" y="162"/>
                </a:cubicBezTo>
                <a:cubicBezTo>
                  <a:pt x="350" y="172"/>
                  <a:pt x="351" y="182"/>
                  <a:pt x="351" y="192"/>
                </a:cubicBezTo>
                <a:cubicBezTo>
                  <a:pt x="351" y="203"/>
                  <a:pt x="350" y="213"/>
                  <a:pt x="348" y="223"/>
                </a:cubicBezTo>
                <a:cubicBezTo>
                  <a:pt x="346" y="233"/>
                  <a:pt x="343" y="243"/>
                  <a:pt x="339" y="252"/>
                </a:cubicBezTo>
                <a:cubicBezTo>
                  <a:pt x="335" y="262"/>
                  <a:pt x="330" y="271"/>
                  <a:pt x="325" y="279"/>
                </a:cubicBezTo>
                <a:cubicBezTo>
                  <a:pt x="319" y="288"/>
                  <a:pt x="312" y="296"/>
                  <a:pt x="305" y="304"/>
                </a:cubicBezTo>
                <a:cubicBezTo>
                  <a:pt x="298" y="312"/>
                  <a:pt x="290" y="318"/>
                  <a:pt x="281" y="324"/>
                </a:cubicBezTo>
                <a:cubicBezTo>
                  <a:pt x="273" y="330"/>
                  <a:pt x="264" y="334"/>
                  <a:pt x="254" y="338"/>
                </a:cubicBezTo>
                <a:cubicBezTo>
                  <a:pt x="244" y="342"/>
                  <a:pt x="234" y="345"/>
                  <a:pt x="224" y="347"/>
                </a:cubicBezTo>
                <a:cubicBezTo>
                  <a:pt x="213" y="349"/>
                  <a:pt x="203" y="350"/>
                  <a:pt x="193" y="350"/>
                </a:cubicBezTo>
                <a:cubicBezTo>
                  <a:pt x="183" y="350"/>
                  <a:pt x="172" y="349"/>
                  <a:pt x="162" y="347"/>
                </a:cubicBezTo>
                <a:cubicBezTo>
                  <a:pt x="152" y="345"/>
                  <a:pt x="142" y="342"/>
                  <a:pt x="133" y="338"/>
                </a:cubicBezTo>
                <a:cubicBezTo>
                  <a:pt x="123" y="334"/>
                  <a:pt x="114" y="329"/>
                  <a:pt x="106" y="324"/>
                </a:cubicBezTo>
                <a:cubicBezTo>
                  <a:pt x="97" y="318"/>
                  <a:pt x="89" y="312"/>
                  <a:pt x="82" y="304"/>
                </a:cubicBezTo>
                <a:cubicBezTo>
                  <a:pt x="75" y="296"/>
                  <a:pt x="68" y="288"/>
                  <a:pt x="62" y="279"/>
                </a:cubicBezTo>
                <a:cubicBezTo>
                  <a:pt x="57" y="271"/>
                  <a:pt x="52" y="262"/>
                  <a:pt x="48" y="252"/>
                </a:cubicBezTo>
                <a:cubicBezTo>
                  <a:pt x="44" y="243"/>
                  <a:pt x="41" y="233"/>
                  <a:pt x="39" y="223"/>
                </a:cubicBezTo>
                <a:cubicBezTo>
                  <a:pt x="37" y="213"/>
                  <a:pt x="36" y="203"/>
                  <a:pt x="36" y="192"/>
                </a:cubicBezTo>
                <a:close/>
              </a:path>
            </a:pathLst>
          </a:custGeom>
          <a:solidFill>
            <a:srgbClr val="1b2a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0" name=""/>
          <p:cNvSpPr txBox="1"/>
          <p:nvPr/>
        </p:nvSpPr>
        <p:spPr>
          <a:xfrm>
            <a:off x="3912840" y="277884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1" name=""/>
          <p:cNvSpPr txBox="1"/>
          <p:nvPr/>
        </p:nvSpPr>
        <p:spPr>
          <a:xfrm>
            <a:off x="4309920" y="2908080"/>
            <a:ext cx="811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1b2a6b"/>
                </a:solidFill>
                <a:latin typeface="Arial"/>
                <a:ea typeface="Arial"/>
              </a:rPr>
              <a:t>Ontbrekende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2" name=""/>
          <p:cNvSpPr txBox="1"/>
          <p:nvPr/>
        </p:nvSpPr>
        <p:spPr>
          <a:xfrm>
            <a:off x="4395960" y="3041280"/>
            <a:ext cx="6379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1b2a6b"/>
                </a:solidFill>
                <a:latin typeface="Arial"/>
                <a:ea typeface="Arial"/>
              </a:rPr>
              <a:t>begrippen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3" name=""/>
          <p:cNvSpPr/>
          <p:nvPr/>
        </p:nvSpPr>
        <p:spPr>
          <a:xfrm>
            <a:off x="5486040" y="2571480"/>
            <a:ext cx="1000800" cy="667080"/>
          </a:xfrm>
          <a:custGeom>
            <a:avLst/>
            <a:gdLst/>
            <a:ahLst/>
            <a:rect l="0" t="0" r="r" b="b"/>
            <a:pathLst>
              <a:path w="2780" h="1853">
                <a:moveTo>
                  <a:pt x="0" y="0"/>
                </a:moveTo>
                <a:lnTo>
                  <a:pt x="2780" y="0"/>
                </a:lnTo>
                <a:lnTo>
                  <a:pt x="2780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4" name=""/>
          <p:cNvSpPr/>
          <p:nvPr/>
        </p:nvSpPr>
        <p:spPr>
          <a:xfrm>
            <a:off x="5486040" y="2571480"/>
            <a:ext cx="1000800" cy="38520"/>
          </a:xfrm>
          <a:custGeom>
            <a:avLst/>
            <a:gdLst/>
            <a:ahLst/>
            <a:rect l="0" t="0" r="r" b="b"/>
            <a:pathLst>
              <a:path w="2780" h="107">
                <a:moveTo>
                  <a:pt x="0" y="0"/>
                </a:moveTo>
                <a:lnTo>
                  <a:pt x="2780" y="0"/>
                </a:lnTo>
                <a:lnTo>
                  <a:pt x="2780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b2a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5" name=""/>
          <p:cNvSpPr/>
          <p:nvPr/>
        </p:nvSpPr>
        <p:spPr>
          <a:xfrm>
            <a:off x="5486040" y="3228840"/>
            <a:ext cx="1000800" cy="9720"/>
          </a:xfrm>
          <a:custGeom>
            <a:avLst/>
            <a:gdLst/>
            <a:ahLst/>
            <a:rect l="0" t="0" r="r" b="b"/>
            <a:pathLst>
              <a:path w="2780" h="27">
                <a:moveTo>
                  <a:pt x="0" y="0"/>
                </a:moveTo>
                <a:lnTo>
                  <a:pt x="2780" y="0"/>
                </a:lnTo>
                <a:lnTo>
                  <a:pt x="27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6" name=""/>
          <p:cNvSpPr/>
          <p:nvPr/>
        </p:nvSpPr>
        <p:spPr>
          <a:xfrm>
            <a:off x="6476760" y="2571480"/>
            <a:ext cx="10080" cy="667080"/>
          </a:xfrm>
          <a:custGeom>
            <a:avLst/>
            <a:gdLst/>
            <a:ahLst/>
            <a:rect l="0" t="0" r="r" b="b"/>
            <a:pathLst>
              <a:path w="28" h="1853">
                <a:moveTo>
                  <a:pt x="0" y="106"/>
                </a:moveTo>
                <a:lnTo>
                  <a:pt x="0" y="1853"/>
                </a:lnTo>
                <a:lnTo>
                  <a:pt x="28" y="185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7" name=""/>
          <p:cNvSpPr/>
          <p:nvPr/>
        </p:nvSpPr>
        <p:spPr>
          <a:xfrm>
            <a:off x="5486040" y="2571480"/>
            <a:ext cx="10080" cy="667080"/>
          </a:xfrm>
          <a:custGeom>
            <a:avLst/>
            <a:gdLst/>
            <a:ahLst/>
            <a:rect l="0" t="0" r="r" b="b"/>
            <a:pathLst>
              <a:path w="28" h="1853">
                <a:moveTo>
                  <a:pt x="0" y="0"/>
                </a:moveTo>
                <a:lnTo>
                  <a:pt x="0" y="1853"/>
                </a:lnTo>
                <a:lnTo>
                  <a:pt x="28" y="1853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8" name=""/>
          <p:cNvSpPr/>
          <p:nvPr/>
        </p:nvSpPr>
        <p:spPr>
          <a:xfrm>
            <a:off x="5936400" y="2780640"/>
            <a:ext cx="12960" cy="12960"/>
          </a:xfrm>
          <a:custGeom>
            <a:avLst/>
            <a:gdLst/>
            <a:ahLst/>
            <a:rect l="0" t="0" r="r" b="b"/>
            <a:pathLst>
              <a:path w="36" h="36">
                <a:moveTo>
                  <a:pt x="36" y="19"/>
                </a:moveTo>
                <a:cubicBezTo>
                  <a:pt x="36" y="23"/>
                  <a:pt x="35" y="28"/>
                  <a:pt x="31" y="31"/>
                </a:cubicBezTo>
                <a:cubicBezTo>
                  <a:pt x="28" y="34"/>
                  <a:pt x="24" y="36"/>
                  <a:pt x="19" y="36"/>
                </a:cubicBezTo>
                <a:cubicBezTo>
                  <a:pt x="13" y="36"/>
                  <a:pt x="9" y="34"/>
                  <a:pt x="5" y="31"/>
                </a:cubicBezTo>
                <a:cubicBezTo>
                  <a:pt x="2" y="28"/>
                  <a:pt x="0" y="23"/>
                  <a:pt x="0" y="19"/>
                </a:cubicBezTo>
                <a:cubicBezTo>
                  <a:pt x="0" y="14"/>
                  <a:pt x="2" y="9"/>
                  <a:pt x="5" y="5"/>
                </a:cubicBezTo>
                <a:cubicBezTo>
                  <a:pt x="9" y="2"/>
                  <a:pt x="13" y="0"/>
                  <a:pt x="19" y="0"/>
                </a:cubicBezTo>
                <a:cubicBezTo>
                  <a:pt x="24" y="0"/>
                  <a:pt x="28" y="2"/>
                  <a:pt x="31" y="5"/>
                </a:cubicBezTo>
                <a:cubicBezTo>
                  <a:pt x="35" y="9"/>
                  <a:pt x="36" y="14"/>
                  <a:pt x="36" y="19"/>
                </a:cubicBezTo>
                <a:close/>
              </a:path>
            </a:pathLst>
          </a:custGeom>
          <a:solidFill>
            <a:srgbClr val="1b2a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9" name=""/>
          <p:cNvSpPr/>
          <p:nvPr/>
        </p:nvSpPr>
        <p:spPr>
          <a:xfrm>
            <a:off x="5898960" y="2755440"/>
            <a:ext cx="176400" cy="176400"/>
          </a:xfrm>
          <a:custGeom>
            <a:avLst/>
            <a:gdLst/>
            <a:ahLst/>
            <a:rect l="0" t="0" r="r" b="b"/>
            <a:pathLst>
              <a:path w="490" h="490">
                <a:moveTo>
                  <a:pt x="436" y="352"/>
                </a:moveTo>
                <a:lnTo>
                  <a:pt x="436" y="280"/>
                </a:lnTo>
                <a:cubicBezTo>
                  <a:pt x="436" y="275"/>
                  <a:pt x="435" y="271"/>
                  <a:pt x="433" y="266"/>
                </a:cubicBezTo>
                <a:cubicBezTo>
                  <a:pt x="432" y="262"/>
                  <a:pt x="429" y="258"/>
                  <a:pt x="426" y="255"/>
                </a:cubicBezTo>
                <a:cubicBezTo>
                  <a:pt x="423" y="252"/>
                  <a:pt x="419" y="249"/>
                  <a:pt x="414" y="247"/>
                </a:cubicBezTo>
                <a:cubicBezTo>
                  <a:pt x="410" y="246"/>
                  <a:pt x="406" y="245"/>
                  <a:pt x="401" y="245"/>
                </a:cubicBezTo>
                <a:lnTo>
                  <a:pt x="261" y="245"/>
                </a:lnTo>
                <a:lnTo>
                  <a:pt x="261" y="175"/>
                </a:lnTo>
                <a:lnTo>
                  <a:pt x="419" y="175"/>
                </a:lnTo>
                <a:cubicBezTo>
                  <a:pt x="423" y="175"/>
                  <a:pt x="428" y="174"/>
                  <a:pt x="432" y="172"/>
                </a:cubicBezTo>
                <a:cubicBezTo>
                  <a:pt x="436" y="171"/>
                  <a:pt x="440" y="168"/>
                  <a:pt x="443" y="165"/>
                </a:cubicBezTo>
                <a:cubicBezTo>
                  <a:pt x="447" y="161"/>
                  <a:pt x="449" y="158"/>
                  <a:pt x="452" y="153"/>
                </a:cubicBezTo>
                <a:cubicBezTo>
                  <a:pt x="454" y="149"/>
                  <a:pt x="454" y="145"/>
                  <a:pt x="454" y="140"/>
                </a:cubicBezTo>
                <a:lnTo>
                  <a:pt x="454" y="35"/>
                </a:lnTo>
                <a:cubicBezTo>
                  <a:pt x="454" y="31"/>
                  <a:pt x="454" y="26"/>
                  <a:pt x="452" y="22"/>
                </a:cubicBezTo>
                <a:cubicBezTo>
                  <a:pt x="449" y="18"/>
                  <a:pt x="447" y="14"/>
                  <a:pt x="443" y="11"/>
                </a:cubicBezTo>
                <a:cubicBezTo>
                  <a:pt x="440" y="7"/>
                  <a:pt x="436" y="5"/>
                  <a:pt x="432" y="3"/>
                </a:cubicBezTo>
                <a:cubicBezTo>
                  <a:pt x="428" y="1"/>
                  <a:pt x="423" y="0"/>
                  <a:pt x="419" y="0"/>
                </a:cubicBezTo>
                <a:lnTo>
                  <a:pt x="69" y="0"/>
                </a:lnTo>
                <a:cubicBezTo>
                  <a:pt x="65" y="0"/>
                  <a:pt x="60" y="1"/>
                  <a:pt x="56" y="3"/>
                </a:cubicBezTo>
                <a:cubicBezTo>
                  <a:pt x="52" y="5"/>
                  <a:pt x="48" y="7"/>
                  <a:pt x="45" y="11"/>
                </a:cubicBezTo>
                <a:cubicBezTo>
                  <a:pt x="42" y="14"/>
                  <a:pt x="39" y="18"/>
                  <a:pt x="37" y="22"/>
                </a:cubicBezTo>
                <a:cubicBezTo>
                  <a:pt x="35" y="26"/>
                  <a:pt x="35" y="31"/>
                  <a:pt x="35" y="35"/>
                </a:cubicBezTo>
                <a:lnTo>
                  <a:pt x="35" y="140"/>
                </a:lnTo>
                <a:cubicBezTo>
                  <a:pt x="35" y="145"/>
                  <a:pt x="35" y="149"/>
                  <a:pt x="37" y="153"/>
                </a:cubicBezTo>
                <a:cubicBezTo>
                  <a:pt x="39" y="158"/>
                  <a:pt x="42" y="161"/>
                  <a:pt x="45" y="165"/>
                </a:cubicBezTo>
                <a:cubicBezTo>
                  <a:pt x="48" y="168"/>
                  <a:pt x="52" y="171"/>
                  <a:pt x="56" y="172"/>
                </a:cubicBezTo>
                <a:cubicBezTo>
                  <a:pt x="60" y="174"/>
                  <a:pt x="65" y="175"/>
                  <a:pt x="69" y="175"/>
                </a:cubicBezTo>
                <a:lnTo>
                  <a:pt x="227" y="175"/>
                </a:lnTo>
                <a:lnTo>
                  <a:pt x="227" y="245"/>
                </a:lnTo>
                <a:lnTo>
                  <a:pt x="87" y="245"/>
                </a:lnTo>
                <a:cubicBezTo>
                  <a:pt x="82" y="245"/>
                  <a:pt x="78" y="246"/>
                  <a:pt x="74" y="247"/>
                </a:cubicBezTo>
                <a:cubicBezTo>
                  <a:pt x="69" y="249"/>
                  <a:pt x="66" y="252"/>
                  <a:pt x="62" y="255"/>
                </a:cubicBezTo>
                <a:cubicBezTo>
                  <a:pt x="59" y="258"/>
                  <a:pt x="56" y="262"/>
                  <a:pt x="55" y="266"/>
                </a:cubicBezTo>
                <a:cubicBezTo>
                  <a:pt x="53" y="271"/>
                  <a:pt x="52" y="275"/>
                  <a:pt x="52" y="280"/>
                </a:cubicBezTo>
                <a:lnTo>
                  <a:pt x="52" y="352"/>
                </a:lnTo>
                <a:cubicBezTo>
                  <a:pt x="47" y="353"/>
                  <a:pt x="41" y="355"/>
                  <a:pt x="36" y="358"/>
                </a:cubicBezTo>
                <a:cubicBezTo>
                  <a:pt x="31" y="361"/>
                  <a:pt x="27" y="364"/>
                  <a:pt x="23" y="368"/>
                </a:cubicBezTo>
                <a:cubicBezTo>
                  <a:pt x="19" y="371"/>
                  <a:pt x="15" y="376"/>
                  <a:pt x="12" y="380"/>
                </a:cubicBezTo>
                <a:cubicBezTo>
                  <a:pt x="9" y="385"/>
                  <a:pt x="6" y="390"/>
                  <a:pt x="4" y="395"/>
                </a:cubicBezTo>
                <a:cubicBezTo>
                  <a:pt x="2" y="402"/>
                  <a:pt x="1" y="407"/>
                  <a:pt x="0" y="413"/>
                </a:cubicBezTo>
                <a:cubicBezTo>
                  <a:pt x="-1" y="418"/>
                  <a:pt x="0" y="424"/>
                  <a:pt x="0" y="429"/>
                </a:cubicBezTo>
                <a:cubicBezTo>
                  <a:pt x="1" y="435"/>
                  <a:pt x="2" y="440"/>
                  <a:pt x="4" y="446"/>
                </a:cubicBezTo>
                <a:cubicBezTo>
                  <a:pt x="6" y="451"/>
                  <a:pt x="9" y="456"/>
                  <a:pt x="12" y="460"/>
                </a:cubicBezTo>
                <a:cubicBezTo>
                  <a:pt x="15" y="465"/>
                  <a:pt x="19" y="469"/>
                  <a:pt x="23" y="473"/>
                </a:cubicBezTo>
                <a:cubicBezTo>
                  <a:pt x="28" y="477"/>
                  <a:pt x="32" y="480"/>
                  <a:pt x="37" y="482"/>
                </a:cubicBezTo>
                <a:cubicBezTo>
                  <a:pt x="42" y="485"/>
                  <a:pt x="47" y="487"/>
                  <a:pt x="53" y="488"/>
                </a:cubicBezTo>
                <a:cubicBezTo>
                  <a:pt x="58" y="490"/>
                  <a:pt x="64" y="490"/>
                  <a:pt x="69" y="490"/>
                </a:cubicBezTo>
                <a:cubicBezTo>
                  <a:pt x="75" y="490"/>
                  <a:pt x="81" y="490"/>
                  <a:pt x="86" y="488"/>
                </a:cubicBezTo>
                <a:cubicBezTo>
                  <a:pt x="92" y="487"/>
                  <a:pt x="97" y="485"/>
                  <a:pt x="102" y="482"/>
                </a:cubicBezTo>
                <a:cubicBezTo>
                  <a:pt x="107" y="480"/>
                  <a:pt x="111" y="477"/>
                  <a:pt x="116" y="473"/>
                </a:cubicBezTo>
                <a:cubicBezTo>
                  <a:pt x="120" y="469"/>
                  <a:pt x="124" y="465"/>
                  <a:pt x="127" y="460"/>
                </a:cubicBezTo>
                <a:cubicBezTo>
                  <a:pt x="130" y="456"/>
                  <a:pt x="133" y="451"/>
                  <a:pt x="135" y="446"/>
                </a:cubicBezTo>
                <a:cubicBezTo>
                  <a:pt x="137" y="440"/>
                  <a:pt x="138" y="435"/>
                  <a:pt x="139" y="429"/>
                </a:cubicBezTo>
                <a:cubicBezTo>
                  <a:pt x="139" y="424"/>
                  <a:pt x="139" y="418"/>
                  <a:pt x="139" y="413"/>
                </a:cubicBezTo>
                <a:cubicBezTo>
                  <a:pt x="138" y="407"/>
                  <a:pt x="137" y="402"/>
                  <a:pt x="135" y="395"/>
                </a:cubicBezTo>
                <a:cubicBezTo>
                  <a:pt x="133" y="390"/>
                  <a:pt x="130" y="385"/>
                  <a:pt x="127" y="380"/>
                </a:cubicBezTo>
                <a:cubicBezTo>
                  <a:pt x="124" y="376"/>
                  <a:pt x="120" y="371"/>
                  <a:pt x="116" y="368"/>
                </a:cubicBezTo>
                <a:cubicBezTo>
                  <a:pt x="112" y="364"/>
                  <a:pt x="107" y="361"/>
                  <a:pt x="103" y="358"/>
                </a:cubicBezTo>
                <a:cubicBezTo>
                  <a:pt x="98" y="355"/>
                  <a:pt x="92" y="353"/>
                  <a:pt x="87" y="352"/>
                </a:cubicBezTo>
                <a:lnTo>
                  <a:pt x="87" y="280"/>
                </a:lnTo>
                <a:lnTo>
                  <a:pt x="227" y="280"/>
                </a:lnTo>
                <a:lnTo>
                  <a:pt x="227" y="349"/>
                </a:lnTo>
                <a:lnTo>
                  <a:pt x="174" y="349"/>
                </a:lnTo>
                <a:lnTo>
                  <a:pt x="174" y="490"/>
                </a:lnTo>
                <a:lnTo>
                  <a:pt x="314" y="490"/>
                </a:lnTo>
                <a:lnTo>
                  <a:pt x="314" y="349"/>
                </a:lnTo>
                <a:lnTo>
                  <a:pt x="261" y="349"/>
                </a:lnTo>
                <a:lnTo>
                  <a:pt x="261" y="280"/>
                </a:lnTo>
                <a:lnTo>
                  <a:pt x="401" y="280"/>
                </a:lnTo>
                <a:lnTo>
                  <a:pt x="401" y="352"/>
                </a:lnTo>
                <a:cubicBezTo>
                  <a:pt x="396" y="353"/>
                  <a:pt x="390" y="355"/>
                  <a:pt x="385" y="358"/>
                </a:cubicBezTo>
                <a:cubicBezTo>
                  <a:pt x="381" y="361"/>
                  <a:pt x="376" y="364"/>
                  <a:pt x="372" y="368"/>
                </a:cubicBezTo>
                <a:cubicBezTo>
                  <a:pt x="368" y="371"/>
                  <a:pt x="364" y="376"/>
                  <a:pt x="361" y="380"/>
                </a:cubicBezTo>
                <a:cubicBezTo>
                  <a:pt x="358" y="385"/>
                  <a:pt x="355" y="390"/>
                  <a:pt x="353" y="395"/>
                </a:cubicBezTo>
                <a:cubicBezTo>
                  <a:pt x="351" y="402"/>
                  <a:pt x="350" y="407"/>
                  <a:pt x="349" y="413"/>
                </a:cubicBezTo>
                <a:cubicBezTo>
                  <a:pt x="349" y="418"/>
                  <a:pt x="349" y="424"/>
                  <a:pt x="349" y="429"/>
                </a:cubicBezTo>
                <a:cubicBezTo>
                  <a:pt x="350" y="435"/>
                  <a:pt x="351" y="440"/>
                  <a:pt x="353" y="446"/>
                </a:cubicBezTo>
                <a:cubicBezTo>
                  <a:pt x="355" y="451"/>
                  <a:pt x="358" y="456"/>
                  <a:pt x="361" y="460"/>
                </a:cubicBezTo>
                <a:cubicBezTo>
                  <a:pt x="364" y="465"/>
                  <a:pt x="368" y="469"/>
                  <a:pt x="372" y="473"/>
                </a:cubicBezTo>
                <a:cubicBezTo>
                  <a:pt x="377" y="477"/>
                  <a:pt x="381" y="480"/>
                  <a:pt x="386" y="482"/>
                </a:cubicBezTo>
                <a:cubicBezTo>
                  <a:pt x="391" y="485"/>
                  <a:pt x="396" y="487"/>
                  <a:pt x="402" y="488"/>
                </a:cubicBezTo>
                <a:cubicBezTo>
                  <a:pt x="407" y="490"/>
                  <a:pt x="413" y="490"/>
                  <a:pt x="419" y="490"/>
                </a:cubicBezTo>
                <a:cubicBezTo>
                  <a:pt x="424" y="490"/>
                  <a:pt x="430" y="490"/>
                  <a:pt x="435" y="488"/>
                </a:cubicBezTo>
                <a:cubicBezTo>
                  <a:pt x="441" y="487"/>
                  <a:pt x="446" y="485"/>
                  <a:pt x="452" y="482"/>
                </a:cubicBezTo>
                <a:cubicBezTo>
                  <a:pt x="457" y="480"/>
                  <a:pt x="461" y="477"/>
                  <a:pt x="466" y="473"/>
                </a:cubicBezTo>
                <a:cubicBezTo>
                  <a:pt x="470" y="469"/>
                  <a:pt x="474" y="465"/>
                  <a:pt x="477" y="460"/>
                </a:cubicBezTo>
                <a:cubicBezTo>
                  <a:pt x="480" y="456"/>
                  <a:pt x="483" y="451"/>
                  <a:pt x="485" y="446"/>
                </a:cubicBezTo>
                <a:cubicBezTo>
                  <a:pt x="487" y="440"/>
                  <a:pt x="488" y="435"/>
                  <a:pt x="489" y="429"/>
                </a:cubicBezTo>
                <a:cubicBezTo>
                  <a:pt x="490" y="424"/>
                  <a:pt x="490" y="418"/>
                  <a:pt x="489" y="413"/>
                </a:cubicBezTo>
                <a:cubicBezTo>
                  <a:pt x="488" y="407"/>
                  <a:pt x="487" y="402"/>
                  <a:pt x="485" y="395"/>
                </a:cubicBezTo>
                <a:cubicBezTo>
                  <a:pt x="483" y="390"/>
                  <a:pt x="480" y="385"/>
                  <a:pt x="477" y="380"/>
                </a:cubicBezTo>
                <a:cubicBezTo>
                  <a:pt x="474" y="376"/>
                  <a:pt x="470" y="371"/>
                  <a:pt x="466" y="368"/>
                </a:cubicBezTo>
                <a:cubicBezTo>
                  <a:pt x="462" y="364"/>
                  <a:pt x="458" y="361"/>
                  <a:pt x="453" y="358"/>
                </a:cubicBezTo>
                <a:cubicBezTo>
                  <a:pt x="447" y="355"/>
                  <a:pt x="441" y="353"/>
                  <a:pt x="436" y="352"/>
                </a:cubicBezTo>
                <a:moveTo>
                  <a:pt x="104" y="420"/>
                </a:moveTo>
                <a:cubicBezTo>
                  <a:pt x="104" y="425"/>
                  <a:pt x="103" y="429"/>
                  <a:pt x="102" y="434"/>
                </a:cubicBezTo>
                <a:cubicBezTo>
                  <a:pt x="100" y="438"/>
                  <a:pt x="97" y="442"/>
                  <a:pt x="94" y="445"/>
                </a:cubicBezTo>
                <a:cubicBezTo>
                  <a:pt x="91" y="448"/>
                  <a:pt x="87" y="451"/>
                  <a:pt x="83" y="453"/>
                </a:cubicBezTo>
                <a:cubicBezTo>
                  <a:pt x="79" y="454"/>
                  <a:pt x="74" y="455"/>
                  <a:pt x="69" y="455"/>
                </a:cubicBezTo>
                <a:cubicBezTo>
                  <a:pt x="65" y="455"/>
                  <a:pt x="60" y="454"/>
                  <a:pt x="56" y="453"/>
                </a:cubicBezTo>
                <a:cubicBezTo>
                  <a:pt x="52" y="451"/>
                  <a:pt x="48" y="448"/>
                  <a:pt x="45" y="445"/>
                </a:cubicBezTo>
                <a:cubicBezTo>
                  <a:pt x="42" y="442"/>
                  <a:pt x="39" y="438"/>
                  <a:pt x="37" y="434"/>
                </a:cubicBezTo>
                <a:cubicBezTo>
                  <a:pt x="35" y="429"/>
                  <a:pt x="35" y="425"/>
                  <a:pt x="35" y="420"/>
                </a:cubicBezTo>
                <a:cubicBezTo>
                  <a:pt x="35" y="416"/>
                  <a:pt x="35" y="411"/>
                  <a:pt x="37" y="407"/>
                </a:cubicBezTo>
                <a:cubicBezTo>
                  <a:pt x="39" y="403"/>
                  <a:pt x="42" y="399"/>
                  <a:pt x="45" y="395"/>
                </a:cubicBezTo>
                <a:cubicBezTo>
                  <a:pt x="48" y="391"/>
                  <a:pt x="52" y="389"/>
                  <a:pt x="56" y="387"/>
                </a:cubicBezTo>
                <a:cubicBezTo>
                  <a:pt x="60" y="385"/>
                  <a:pt x="65" y="384"/>
                  <a:pt x="69" y="384"/>
                </a:cubicBezTo>
                <a:cubicBezTo>
                  <a:pt x="74" y="384"/>
                  <a:pt x="79" y="385"/>
                  <a:pt x="83" y="387"/>
                </a:cubicBezTo>
                <a:cubicBezTo>
                  <a:pt x="87" y="389"/>
                  <a:pt x="91" y="391"/>
                  <a:pt x="94" y="395"/>
                </a:cubicBezTo>
                <a:cubicBezTo>
                  <a:pt x="97" y="399"/>
                  <a:pt x="100" y="403"/>
                  <a:pt x="102" y="407"/>
                </a:cubicBezTo>
                <a:cubicBezTo>
                  <a:pt x="103" y="411"/>
                  <a:pt x="104" y="416"/>
                  <a:pt x="104" y="420"/>
                </a:cubicBezTo>
                <a:moveTo>
                  <a:pt x="279" y="384"/>
                </a:moveTo>
                <a:lnTo>
                  <a:pt x="279" y="455"/>
                </a:lnTo>
                <a:lnTo>
                  <a:pt x="209" y="455"/>
                </a:lnTo>
                <a:lnTo>
                  <a:pt x="209" y="384"/>
                </a:lnTo>
                <a:lnTo>
                  <a:pt x="279" y="384"/>
                </a:lnTo>
                <a:moveTo>
                  <a:pt x="69" y="140"/>
                </a:moveTo>
                <a:lnTo>
                  <a:pt x="69" y="35"/>
                </a:lnTo>
                <a:lnTo>
                  <a:pt x="419" y="35"/>
                </a:lnTo>
                <a:lnTo>
                  <a:pt x="419" y="140"/>
                </a:lnTo>
                <a:lnTo>
                  <a:pt x="69" y="140"/>
                </a:lnTo>
                <a:moveTo>
                  <a:pt x="419" y="455"/>
                </a:moveTo>
                <a:cubicBezTo>
                  <a:pt x="414" y="455"/>
                  <a:pt x="409" y="454"/>
                  <a:pt x="405" y="453"/>
                </a:cubicBezTo>
                <a:cubicBezTo>
                  <a:pt x="401" y="451"/>
                  <a:pt x="397" y="448"/>
                  <a:pt x="394" y="445"/>
                </a:cubicBezTo>
                <a:cubicBezTo>
                  <a:pt x="391" y="442"/>
                  <a:pt x="388" y="438"/>
                  <a:pt x="386" y="434"/>
                </a:cubicBezTo>
                <a:cubicBezTo>
                  <a:pt x="385" y="429"/>
                  <a:pt x="384" y="425"/>
                  <a:pt x="384" y="420"/>
                </a:cubicBezTo>
                <a:cubicBezTo>
                  <a:pt x="384" y="416"/>
                  <a:pt x="385" y="411"/>
                  <a:pt x="386" y="407"/>
                </a:cubicBezTo>
                <a:cubicBezTo>
                  <a:pt x="388" y="403"/>
                  <a:pt x="391" y="399"/>
                  <a:pt x="394" y="395"/>
                </a:cubicBezTo>
                <a:cubicBezTo>
                  <a:pt x="397" y="391"/>
                  <a:pt x="401" y="389"/>
                  <a:pt x="405" y="387"/>
                </a:cubicBezTo>
                <a:cubicBezTo>
                  <a:pt x="409" y="385"/>
                  <a:pt x="414" y="384"/>
                  <a:pt x="419" y="384"/>
                </a:cubicBezTo>
                <a:cubicBezTo>
                  <a:pt x="423" y="384"/>
                  <a:pt x="428" y="385"/>
                  <a:pt x="432" y="387"/>
                </a:cubicBezTo>
                <a:cubicBezTo>
                  <a:pt x="436" y="389"/>
                  <a:pt x="440" y="391"/>
                  <a:pt x="443" y="395"/>
                </a:cubicBezTo>
                <a:cubicBezTo>
                  <a:pt x="447" y="399"/>
                  <a:pt x="449" y="403"/>
                  <a:pt x="452" y="407"/>
                </a:cubicBezTo>
                <a:cubicBezTo>
                  <a:pt x="454" y="411"/>
                  <a:pt x="454" y="416"/>
                  <a:pt x="454" y="420"/>
                </a:cubicBezTo>
                <a:cubicBezTo>
                  <a:pt x="454" y="425"/>
                  <a:pt x="454" y="429"/>
                  <a:pt x="452" y="434"/>
                </a:cubicBezTo>
                <a:cubicBezTo>
                  <a:pt x="449" y="438"/>
                  <a:pt x="447" y="442"/>
                  <a:pt x="443" y="445"/>
                </a:cubicBezTo>
                <a:cubicBezTo>
                  <a:pt x="440" y="448"/>
                  <a:pt x="436" y="451"/>
                  <a:pt x="432" y="453"/>
                </a:cubicBezTo>
                <a:cubicBezTo>
                  <a:pt x="428" y="454"/>
                  <a:pt x="423" y="455"/>
                  <a:pt x="419" y="455"/>
                </a:cubicBezTo>
                <a:close/>
              </a:path>
            </a:pathLst>
          </a:custGeom>
          <a:solidFill>
            <a:srgbClr val="1b2a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20" name=""/>
          <p:cNvSpPr txBox="1"/>
          <p:nvPr/>
        </p:nvSpPr>
        <p:spPr>
          <a:xfrm>
            <a:off x="5230440" y="277884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1" name=""/>
          <p:cNvSpPr txBox="1"/>
          <p:nvPr/>
        </p:nvSpPr>
        <p:spPr>
          <a:xfrm>
            <a:off x="5537160" y="2974680"/>
            <a:ext cx="10310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1b2a6b"/>
                </a:solidFill>
                <a:latin typeface="Arial"/>
                <a:ea typeface="Arial"/>
              </a:rPr>
              <a:t>Informatiemodel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2" name=""/>
          <p:cNvSpPr/>
          <p:nvPr/>
        </p:nvSpPr>
        <p:spPr>
          <a:xfrm>
            <a:off x="6800760" y="2571480"/>
            <a:ext cx="1000440" cy="667080"/>
          </a:xfrm>
          <a:custGeom>
            <a:avLst/>
            <a:gdLst/>
            <a:ahLst/>
            <a:rect l="0" t="0" r="r" b="b"/>
            <a:pathLst>
              <a:path w="2779" h="1853">
                <a:moveTo>
                  <a:pt x="0" y="0"/>
                </a:moveTo>
                <a:lnTo>
                  <a:pt x="2779" y="0"/>
                </a:lnTo>
                <a:lnTo>
                  <a:pt x="2779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3" name=""/>
          <p:cNvSpPr/>
          <p:nvPr/>
        </p:nvSpPr>
        <p:spPr>
          <a:xfrm>
            <a:off x="6800760" y="2571480"/>
            <a:ext cx="1000440" cy="38520"/>
          </a:xfrm>
          <a:custGeom>
            <a:avLst/>
            <a:gdLst/>
            <a:ahLst/>
            <a:rect l="0" t="0" r="r" b="b"/>
            <a:pathLst>
              <a:path w="2779" h="107">
                <a:moveTo>
                  <a:pt x="0" y="0"/>
                </a:moveTo>
                <a:lnTo>
                  <a:pt x="2779" y="0"/>
                </a:lnTo>
                <a:lnTo>
                  <a:pt x="277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c257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4" name=""/>
          <p:cNvSpPr/>
          <p:nvPr/>
        </p:nvSpPr>
        <p:spPr>
          <a:xfrm>
            <a:off x="6800760" y="3228840"/>
            <a:ext cx="1000440" cy="9720"/>
          </a:xfrm>
          <a:custGeom>
            <a:avLst/>
            <a:gdLst/>
            <a:ahLst/>
            <a:rect l="0" t="0" r="r" b="b"/>
            <a:pathLst>
              <a:path w="2779" h="27">
                <a:moveTo>
                  <a:pt x="0" y="0"/>
                </a:moveTo>
                <a:lnTo>
                  <a:pt x="2779" y="0"/>
                </a:lnTo>
                <a:lnTo>
                  <a:pt x="27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5" name=""/>
          <p:cNvSpPr/>
          <p:nvPr/>
        </p:nvSpPr>
        <p:spPr>
          <a:xfrm>
            <a:off x="7791120" y="2571480"/>
            <a:ext cx="10080" cy="667080"/>
          </a:xfrm>
          <a:custGeom>
            <a:avLst/>
            <a:gdLst/>
            <a:ahLst/>
            <a:rect l="0" t="0" r="r" b="b"/>
            <a:pathLst>
              <a:path w="28" h="1853">
                <a:moveTo>
                  <a:pt x="0" y="106"/>
                </a:moveTo>
                <a:lnTo>
                  <a:pt x="0" y="1853"/>
                </a:lnTo>
                <a:lnTo>
                  <a:pt x="28" y="185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6" name=""/>
          <p:cNvSpPr/>
          <p:nvPr/>
        </p:nvSpPr>
        <p:spPr>
          <a:xfrm>
            <a:off x="6800760" y="2571480"/>
            <a:ext cx="9720" cy="667080"/>
          </a:xfrm>
          <a:custGeom>
            <a:avLst/>
            <a:gdLst/>
            <a:ahLst/>
            <a:rect l="0" t="0" r="r" b="b"/>
            <a:pathLst>
              <a:path w="27" h="1853">
                <a:moveTo>
                  <a:pt x="0" y="0"/>
                </a:moveTo>
                <a:lnTo>
                  <a:pt x="0" y="1853"/>
                </a:lnTo>
                <a:lnTo>
                  <a:pt x="27" y="1853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7" name=""/>
          <p:cNvSpPr/>
          <p:nvPr/>
        </p:nvSpPr>
        <p:spPr>
          <a:xfrm>
            <a:off x="7213320" y="2837160"/>
            <a:ext cx="176400" cy="94680"/>
          </a:xfrm>
          <a:custGeom>
            <a:avLst/>
            <a:gdLst/>
            <a:ahLst/>
            <a:rect l="0" t="0" r="r" b="b"/>
            <a:pathLst>
              <a:path w="490" h="263">
                <a:moveTo>
                  <a:pt x="490" y="263"/>
                </a:moveTo>
                <a:lnTo>
                  <a:pt x="350" y="263"/>
                </a:lnTo>
                <a:lnTo>
                  <a:pt x="350" y="123"/>
                </a:lnTo>
                <a:lnTo>
                  <a:pt x="490" y="123"/>
                </a:lnTo>
                <a:lnTo>
                  <a:pt x="490" y="263"/>
                </a:lnTo>
                <a:moveTo>
                  <a:pt x="385" y="228"/>
                </a:moveTo>
                <a:lnTo>
                  <a:pt x="455" y="228"/>
                </a:lnTo>
                <a:lnTo>
                  <a:pt x="455" y="158"/>
                </a:lnTo>
                <a:lnTo>
                  <a:pt x="385" y="158"/>
                </a:lnTo>
                <a:lnTo>
                  <a:pt x="385" y="228"/>
                </a:lnTo>
                <a:moveTo>
                  <a:pt x="315" y="211"/>
                </a:moveTo>
                <a:lnTo>
                  <a:pt x="105" y="211"/>
                </a:lnTo>
                <a:cubicBezTo>
                  <a:pt x="91" y="211"/>
                  <a:pt x="77" y="208"/>
                  <a:pt x="65" y="203"/>
                </a:cubicBezTo>
                <a:cubicBezTo>
                  <a:pt x="52" y="197"/>
                  <a:pt x="40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4"/>
                  <a:pt x="65" y="8"/>
                </a:cubicBezTo>
                <a:cubicBezTo>
                  <a:pt x="77" y="3"/>
                  <a:pt x="91" y="0"/>
                  <a:pt x="105" y="0"/>
                </a:cubicBezTo>
                <a:lnTo>
                  <a:pt x="140" y="0"/>
                </a:lnTo>
                <a:lnTo>
                  <a:pt x="140" y="35"/>
                </a:lnTo>
                <a:lnTo>
                  <a:pt x="105" y="35"/>
                </a:lnTo>
                <a:cubicBezTo>
                  <a:pt x="95" y="35"/>
                  <a:pt x="86" y="37"/>
                  <a:pt x="78" y="41"/>
                </a:cubicBezTo>
                <a:cubicBezTo>
                  <a:pt x="69" y="44"/>
                  <a:pt x="62" y="49"/>
                  <a:pt x="55" y="56"/>
                </a:cubicBezTo>
                <a:cubicBezTo>
                  <a:pt x="49" y="62"/>
                  <a:pt x="44" y="70"/>
                  <a:pt x="40" y="78"/>
                </a:cubicBezTo>
                <a:cubicBezTo>
                  <a:pt x="37" y="88"/>
                  <a:pt x="35" y="97"/>
                  <a:pt x="35" y="106"/>
                </a:cubicBezTo>
                <a:cubicBezTo>
                  <a:pt x="35" y="115"/>
                  <a:pt x="37" y="124"/>
                  <a:pt x="40" y="133"/>
                </a:cubicBezTo>
                <a:cubicBezTo>
                  <a:pt x="44" y="141"/>
                  <a:pt x="49" y="149"/>
                  <a:pt x="55" y="155"/>
                </a:cubicBezTo>
                <a:cubicBezTo>
                  <a:pt x="62" y="162"/>
                  <a:pt x="69" y="167"/>
                  <a:pt x="78" y="171"/>
                </a:cubicBezTo>
                <a:cubicBezTo>
                  <a:pt x="86" y="174"/>
                  <a:pt x="95" y="176"/>
                  <a:pt x="105" y="176"/>
                </a:cubicBezTo>
                <a:lnTo>
                  <a:pt x="315" y="176"/>
                </a:lnTo>
                <a:lnTo>
                  <a:pt x="315" y="211"/>
                </a:lnTo>
                <a:close/>
              </a:path>
            </a:pathLst>
          </a:custGeom>
          <a:solidFill>
            <a:srgbClr val="c257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8" name=""/>
          <p:cNvSpPr/>
          <p:nvPr/>
        </p:nvSpPr>
        <p:spPr>
          <a:xfrm>
            <a:off x="7275960" y="2818440"/>
            <a:ext cx="50760" cy="50760"/>
          </a:xfrm>
          <a:custGeom>
            <a:avLst/>
            <a:gdLst/>
            <a:ahLst/>
            <a:rect l="0" t="0" r="r" b="b"/>
            <a:pathLst>
              <a:path w="141" h="141">
                <a:moveTo>
                  <a:pt x="141" y="141"/>
                </a:moveTo>
                <a:lnTo>
                  <a:pt x="0" y="141"/>
                </a:lnTo>
                <a:lnTo>
                  <a:pt x="0" y="0"/>
                </a:lnTo>
                <a:lnTo>
                  <a:pt x="141" y="0"/>
                </a:lnTo>
                <a:lnTo>
                  <a:pt x="141" y="141"/>
                </a:lnTo>
                <a:moveTo>
                  <a:pt x="36" y="106"/>
                </a:moveTo>
                <a:lnTo>
                  <a:pt x="106" y="106"/>
                </a:lnTo>
                <a:lnTo>
                  <a:pt x="106" y="36"/>
                </a:lnTo>
                <a:lnTo>
                  <a:pt x="36" y="36"/>
                </a:lnTo>
                <a:lnTo>
                  <a:pt x="36" y="106"/>
                </a:lnTo>
                <a:close/>
              </a:path>
            </a:pathLst>
          </a:custGeom>
          <a:solidFill>
            <a:srgbClr val="c257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9" name=""/>
          <p:cNvSpPr/>
          <p:nvPr/>
        </p:nvSpPr>
        <p:spPr>
          <a:xfrm>
            <a:off x="7213320" y="2755440"/>
            <a:ext cx="176400" cy="94680"/>
          </a:xfrm>
          <a:custGeom>
            <a:avLst/>
            <a:gdLst/>
            <a:ahLst/>
            <a:rect l="0" t="0" r="r" b="b"/>
            <a:pathLst>
              <a:path w="490" h="263">
                <a:moveTo>
                  <a:pt x="385" y="263"/>
                </a:moveTo>
                <a:lnTo>
                  <a:pt x="350" y="263"/>
                </a:lnTo>
                <a:lnTo>
                  <a:pt x="350" y="228"/>
                </a:lnTo>
                <a:lnTo>
                  <a:pt x="385" y="228"/>
                </a:lnTo>
                <a:cubicBezTo>
                  <a:pt x="394" y="228"/>
                  <a:pt x="403" y="227"/>
                  <a:pt x="412" y="223"/>
                </a:cubicBezTo>
                <a:cubicBezTo>
                  <a:pt x="420" y="219"/>
                  <a:pt x="428" y="214"/>
                  <a:pt x="434" y="208"/>
                </a:cubicBezTo>
                <a:cubicBezTo>
                  <a:pt x="441" y="201"/>
                  <a:pt x="446" y="194"/>
                  <a:pt x="449" y="185"/>
                </a:cubicBezTo>
                <a:cubicBezTo>
                  <a:pt x="453" y="177"/>
                  <a:pt x="455" y="168"/>
                  <a:pt x="455" y="158"/>
                </a:cubicBezTo>
                <a:cubicBezTo>
                  <a:pt x="455" y="149"/>
                  <a:pt x="453" y="140"/>
                  <a:pt x="449" y="132"/>
                </a:cubicBezTo>
                <a:cubicBezTo>
                  <a:pt x="446" y="123"/>
                  <a:pt x="441" y="116"/>
                  <a:pt x="434" y="109"/>
                </a:cubicBezTo>
                <a:cubicBezTo>
                  <a:pt x="428" y="103"/>
                  <a:pt x="420" y="98"/>
                  <a:pt x="412" y="94"/>
                </a:cubicBezTo>
                <a:cubicBezTo>
                  <a:pt x="403" y="90"/>
                  <a:pt x="394" y="89"/>
                  <a:pt x="385" y="89"/>
                </a:cubicBezTo>
                <a:lnTo>
                  <a:pt x="174" y="89"/>
                </a:lnTo>
                <a:lnTo>
                  <a:pt x="174" y="54"/>
                </a:lnTo>
                <a:lnTo>
                  <a:pt x="385" y="54"/>
                </a:lnTo>
                <a:cubicBezTo>
                  <a:pt x="399" y="54"/>
                  <a:pt x="412" y="56"/>
                  <a:pt x="425" y="62"/>
                </a:cubicBezTo>
                <a:cubicBezTo>
                  <a:pt x="438" y="67"/>
                  <a:pt x="449" y="75"/>
                  <a:pt x="459" y="84"/>
                </a:cubicBezTo>
                <a:cubicBezTo>
                  <a:pt x="469" y="94"/>
                  <a:pt x="476" y="106"/>
                  <a:pt x="482" y="118"/>
                </a:cubicBezTo>
                <a:cubicBezTo>
                  <a:pt x="487" y="131"/>
                  <a:pt x="490" y="145"/>
                  <a:pt x="490" y="158"/>
                </a:cubicBezTo>
                <a:cubicBezTo>
                  <a:pt x="490" y="172"/>
                  <a:pt x="487" y="186"/>
                  <a:pt x="482" y="199"/>
                </a:cubicBezTo>
                <a:cubicBezTo>
                  <a:pt x="476" y="211"/>
                  <a:pt x="469" y="223"/>
                  <a:pt x="459" y="233"/>
                </a:cubicBezTo>
                <a:cubicBezTo>
                  <a:pt x="449" y="242"/>
                  <a:pt x="438" y="250"/>
                  <a:pt x="425" y="255"/>
                </a:cubicBezTo>
                <a:cubicBezTo>
                  <a:pt x="412" y="261"/>
                  <a:pt x="399" y="263"/>
                  <a:pt x="385" y="263"/>
                </a:cubicBezTo>
                <a:moveTo>
                  <a:pt x="140" y="141"/>
                </a:moveTo>
                <a:lnTo>
                  <a:pt x="0" y="141"/>
                </a:lnTo>
                <a:lnTo>
                  <a:pt x="0" y="0"/>
                </a:lnTo>
                <a:lnTo>
                  <a:pt x="140" y="0"/>
                </a:lnTo>
                <a:lnTo>
                  <a:pt x="140" y="141"/>
                </a:lnTo>
                <a:moveTo>
                  <a:pt x="35" y="106"/>
                </a:moveTo>
                <a:lnTo>
                  <a:pt x="105" y="106"/>
                </a:lnTo>
                <a:lnTo>
                  <a:pt x="105" y="35"/>
                </a:lnTo>
                <a:lnTo>
                  <a:pt x="35" y="35"/>
                </a:lnTo>
                <a:lnTo>
                  <a:pt x="35" y="106"/>
                </a:lnTo>
                <a:close/>
              </a:path>
            </a:pathLst>
          </a:custGeom>
          <a:solidFill>
            <a:srgbClr val="c257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0" name=""/>
          <p:cNvSpPr txBox="1"/>
          <p:nvPr/>
        </p:nvSpPr>
        <p:spPr>
          <a:xfrm>
            <a:off x="6547680" y="277884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1" name=""/>
          <p:cNvSpPr txBox="1"/>
          <p:nvPr/>
        </p:nvSpPr>
        <p:spPr>
          <a:xfrm>
            <a:off x="6882840" y="2974680"/>
            <a:ext cx="9579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1b2a6b"/>
                </a:solidFill>
                <a:latin typeface="Arial"/>
                <a:ea typeface="Arial"/>
              </a:rPr>
              <a:t>Interactieketen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2" name=""/>
          <p:cNvSpPr/>
          <p:nvPr/>
        </p:nvSpPr>
        <p:spPr>
          <a:xfrm>
            <a:off x="8115120" y="2571480"/>
            <a:ext cx="1010160" cy="667080"/>
          </a:xfrm>
          <a:custGeom>
            <a:avLst/>
            <a:gdLst/>
            <a:ahLst/>
            <a:rect l="0" t="0" r="r" b="b"/>
            <a:pathLst>
              <a:path w="2806" h="1853">
                <a:moveTo>
                  <a:pt x="0" y="0"/>
                </a:moveTo>
                <a:lnTo>
                  <a:pt x="2806" y="0"/>
                </a:lnTo>
                <a:lnTo>
                  <a:pt x="2806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3" name=""/>
          <p:cNvSpPr/>
          <p:nvPr/>
        </p:nvSpPr>
        <p:spPr>
          <a:xfrm>
            <a:off x="8115120" y="2571480"/>
            <a:ext cx="1010160" cy="38520"/>
          </a:xfrm>
          <a:custGeom>
            <a:avLst/>
            <a:gdLst/>
            <a:ahLst/>
            <a:rect l="0" t="0" r="r" b="b"/>
            <a:pathLst>
              <a:path w="2806" h="107">
                <a:moveTo>
                  <a:pt x="0" y="0"/>
                </a:moveTo>
                <a:lnTo>
                  <a:pt x="2806" y="0"/>
                </a:lnTo>
                <a:lnTo>
                  <a:pt x="280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4" name=""/>
          <p:cNvSpPr/>
          <p:nvPr/>
        </p:nvSpPr>
        <p:spPr>
          <a:xfrm>
            <a:off x="8115120" y="3228840"/>
            <a:ext cx="1010160" cy="9720"/>
          </a:xfrm>
          <a:custGeom>
            <a:avLst/>
            <a:gdLst/>
            <a:ahLst/>
            <a:rect l="0" t="0" r="r" b="b"/>
            <a:pathLst>
              <a:path w="2806" h="27">
                <a:moveTo>
                  <a:pt x="0" y="0"/>
                </a:moveTo>
                <a:lnTo>
                  <a:pt x="2806" y="0"/>
                </a:lnTo>
                <a:lnTo>
                  <a:pt x="28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5" name=""/>
          <p:cNvSpPr/>
          <p:nvPr/>
        </p:nvSpPr>
        <p:spPr>
          <a:xfrm>
            <a:off x="9115200" y="2571480"/>
            <a:ext cx="10080" cy="667080"/>
          </a:xfrm>
          <a:custGeom>
            <a:avLst/>
            <a:gdLst/>
            <a:ahLst/>
            <a:rect l="0" t="0" r="r" b="b"/>
            <a:pathLst>
              <a:path w="28" h="1853">
                <a:moveTo>
                  <a:pt x="0" y="106"/>
                </a:moveTo>
                <a:lnTo>
                  <a:pt x="0" y="1853"/>
                </a:lnTo>
                <a:lnTo>
                  <a:pt x="28" y="185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6" name=""/>
          <p:cNvSpPr/>
          <p:nvPr/>
        </p:nvSpPr>
        <p:spPr>
          <a:xfrm>
            <a:off x="8115120" y="2571480"/>
            <a:ext cx="9720" cy="667080"/>
          </a:xfrm>
          <a:custGeom>
            <a:avLst/>
            <a:gdLst/>
            <a:ahLst/>
            <a:rect l="0" t="0" r="r" b="b"/>
            <a:pathLst>
              <a:path w="27" h="1853">
                <a:moveTo>
                  <a:pt x="0" y="0"/>
                </a:moveTo>
                <a:lnTo>
                  <a:pt x="0" y="1853"/>
                </a:lnTo>
                <a:lnTo>
                  <a:pt x="27" y="1853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7" name=""/>
          <p:cNvSpPr/>
          <p:nvPr/>
        </p:nvSpPr>
        <p:spPr>
          <a:xfrm>
            <a:off x="8552880" y="2688840"/>
            <a:ext cx="126000" cy="176400"/>
          </a:xfrm>
          <a:custGeom>
            <a:avLst/>
            <a:gdLst/>
            <a:ahLst/>
            <a:rect l="0" t="0" r="r" b="b"/>
            <a:pathLst>
              <a:path w="350" h="490">
                <a:moveTo>
                  <a:pt x="345" y="129"/>
                </a:moveTo>
                <a:lnTo>
                  <a:pt x="223" y="5"/>
                </a:lnTo>
                <a:cubicBezTo>
                  <a:pt x="219" y="2"/>
                  <a:pt x="216" y="0"/>
                  <a:pt x="210" y="0"/>
                </a:cubicBezTo>
                <a:lnTo>
                  <a:pt x="35" y="0"/>
                </a:lnTo>
                <a:cubicBezTo>
                  <a:pt x="16" y="0"/>
                  <a:pt x="0" y="16"/>
                  <a:pt x="0" y="35"/>
                </a:cubicBezTo>
                <a:lnTo>
                  <a:pt x="0" y="455"/>
                </a:lnTo>
                <a:cubicBezTo>
                  <a:pt x="0" y="474"/>
                  <a:pt x="16" y="490"/>
                  <a:pt x="35" y="490"/>
                </a:cubicBezTo>
                <a:lnTo>
                  <a:pt x="315" y="490"/>
                </a:lnTo>
                <a:cubicBezTo>
                  <a:pt x="334" y="490"/>
                  <a:pt x="350" y="474"/>
                  <a:pt x="350" y="455"/>
                </a:cubicBezTo>
                <a:lnTo>
                  <a:pt x="350" y="141"/>
                </a:lnTo>
                <a:cubicBezTo>
                  <a:pt x="350" y="136"/>
                  <a:pt x="348" y="132"/>
                  <a:pt x="345" y="129"/>
                </a:cubicBezTo>
                <a:moveTo>
                  <a:pt x="210" y="42"/>
                </a:moveTo>
                <a:lnTo>
                  <a:pt x="308" y="141"/>
                </a:lnTo>
                <a:lnTo>
                  <a:pt x="210" y="141"/>
                </a:lnTo>
                <a:lnTo>
                  <a:pt x="210" y="42"/>
                </a:lnTo>
                <a:moveTo>
                  <a:pt x="315" y="455"/>
                </a:moveTo>
                <a:lnTo>
                  <a:pt x="35" y="455"/>
                </a:lnTo>
                <a:lnTo>
                  <a:pt x="35" y="35"/>
                </a:lnTo>
                <a:lnTo>
                  <a:pt x="176" y="35"/>
                </a:lnTo>
                <a:lnTo>
                  <a:pt x="176" y="141"/>
                </a:lnTo>
                <a:cubicBezTo>
                  <a:pt x="176" y="160"/>
                  <a:pt x="191" y="176"/>
                  <a:pt x="210" y="176"/>
                </a:cubicBezTo>
                <a:lnTo>
                  <a:pt x="315" y="176"/>
                </a:lnTo>
                <a:lnTo>
                  <a:pt x="315" y="455"/>
                </a:ln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8" name=""/>
          <p:cNvSpPr/>
          <p:nvPr/>
        </p:nvSpPr>
        <p:spPr>
          <a:xfrm>
            <a:off x="8578080" y="2777040"/>
            <a:ext cx="75600" cy="50400"/>
          </a:xfrm>
          <a:custGeom>
            <a:avLst/>
            <a:gdLst/>
            <a:ahLst/>
            <a:rect l="0" t="0" r="r" b="b"/>
            <a:pathLst>
              <a:path w="210" h="140">
                <a:moveTo>
                  <a:pt x="0" y="105"/>
                </a:moveTo>
                <a:lnTo>
                  <a:pt x="210" y="105"/>
                </a:lnTo>
                <a:lnTo>
                  <a:pt x="210" y="140"/>
                </a:lnTo>
                <a:lnTo>
                  <a:pt x="0" y="140"/>
                </a:lnTo>
                <a:lnTo>
                  <a:pt x="0" y="105"/>
                </a:lnTo>
                <a:moveTo>
                  <a:pt x="0" y="0"/>
                </a:moveTo>
                <a:lnTo>
                  <a:pt x="210" y="0"/>
                </a:lnTo>
                <a:lnTo>
                  <a:pt x="210" y="35"/>
                </a:lnTo>
                <a:lnTo>
                  <a:pt x="0" y="35"/>
                </a:lnTo>
                <a:lnTo>
                  <a:pt x="0" y="0"/>
                </a:ln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9" name=""/>
          <p:cNvSpPr txBox="1"/>
          <p:nvPr/>
        </p:nvSpPr>
        <p:spPr>
          <a:xfrm>
            <a:off x="7864920" y="277884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0" name=""/>
          <p:cNvSpPr txBox="1"/>
          <p:nvPr/>
        </p:nvSpPr>
        <p:spPr>
          <a:xfrm>
            <a:off x="8338320" y="2908080"/>
            <a:ext cx="6894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1b2a6b"/>
                </a:solidFill>
                <a:latin typeface="Arial"/>
                <a:ea typeface="Arial"/>
              </a:rPr>
              <a:t>Interactie -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1" name=""/>
          <p:cNvSpPr/>
          <p:nvPr/>
        </p:nvSpPr>
        <p:spPr>
          <a:xfrm>
            <a:off x="209520" y="3295440"/>
            <a:ext cx="8915760" cy="19440"/>
          </a:xfrm>
          <a:custGeom>
            <a:avLst/>
            <a:gdLst/>
            <a:ahLst/>
            <a:rect l="0" t="0" r="r" b="b"/>
            <a:pathLst>
              <a:path w="24766" h="54">
                <a:moveTo>
                  <a:pt x="0" y="0"/>
                </a:moveTo>
                <a:lnTo>
                  <a:pt x="158" y="0"/>
                </a:lnTo>
                <a:lnTo>
                  <a:pt x="158" y="54"/>
                </a:lnTo>
                <a:lnTo>
                  <a:pt x="0" y="54"/>
                </a:lnTo>
                <a:lnTo>
                  <a:pt x="0" y="0"/>
                </a:lnTo>
                <a:moveTo>
                  <a:pt x="264" y="0"/>
                </a:moveTo>
                <a:lnTo>
                  <a:pt x="423" y="0"/>
                </a:lnTo>
                <a:lnTo>
                  <a:pt x="423" y="54"/>
                </a:lnTo>
                <a:lnTo>
                  <a:pt x="264" y="54"/>
                </a:lnTo>
                <a:lnTo>
                  <a:pt x="264" y="0"/>
                </a:lnTo>
                <a:moveTo>
                  <a:pt x="529" y="0"/>
                </a:moveTo>
                <a:lnTo>
                  <a:pt x="687" y="0"/>
                </a:lnTo>
                <a:lnTo>
                  <a:pt x="687" y="54"/>
                </a:lnTo>
                <a:lnTo>
                  <a:pt x="529" y="54"/>
                </a:lnTo>
                <a:lnTo>
                  <a:pt x="529" y="0"/>
                </a:lnTo>
                <a:moveTo>
                  <a:pt x="793" y="0"/>
                </a:moveTo>
                <a:lnTo>
                  <a:pt x="952" y="0"/>
                </a:lnTo>
                <a:lnTo>
                  <a:pt x="952" y="54"/>
                </a:lnTo>
                <a:lnTo>
                  <a:pt x="793" y="54"/>
                </a:lnTo>
                <a:lnTo>
                  <a:pt x="793" y="0"/>
                </a:lnTo>
                <a:moveTo>
                  <a:pt x="1058" y="0"/>
                </a:moveTo>
                <a:lnTo>
                  <a:pt x="1217" y="0"/>
                </a:lnTo>
                <a:lnTo>
                  <a:pt x="1217" y="54"/>
                </a:lnTo>
                <a:lnTo>
                  <a:pt x="1058" y="54"/>
                </a:lnTo>
                <a:lnTo>
                  <a:pt x="1058" y="0"/>
                </a:lnTo>
                <a:moveTo>
                  <a:pt x="1322" y="0"/>
                </a:moveTo>
                <a:lnTo>
                  <a:pt x="1481" y="0"/>
                </a:lnTo>
                <a:lnTo>
                  <a:pt x="1481" y="54"/>
                </a:lnTo>
                <a:lnTo>
                  <a:pt x="1322" y="54"/>
                </a:lnTo>
                <a:lnTo>
                  <a:pt x="1322" y="0"/>
                </a:lnTo>
                <a:moveTo>
                  <a:pt x="1587" y="0"/>
                </a:moveTo>
                <a:lnTo>
                  <a:pt x="1746" y="0"/>
                </a:lnTo>
                <a:lnTo>
                  <a:pt x="1746" y="54"/>
                </a:lnTo>
                <a:lnTo>
                  <a:pt x="1587" y="54"/>
                </a:lnTo>
                <a:lnTo>
                  <a:pt x="1587" y="0"/>
                </a:lnTo>
                <a:moveTo>
                  <a:pt x="1852" y="0"/>
                </a:moveTo>
                <a:lnTo>
                  <a:pt x="2010" y="0"/>
                </a:lnTo>
                <a:lnTo>
                  <a:pt x="2010" y="54"/>
                </a:lnTo>
                <a:lnTo>
                  <a:pt x="1852" y="54"/>
                </a:lnTo>
                <a:lnTo>
                  <a:pt x="1852" y="0"/>
                </a:lnTo>
                <a:moveTo>
                  <a:pt x="2116" y="0"/>
                </a:moveTo>
                <a:lnTo>
                  <a:pt x="2275" y="0"/>
                </a:lnTo>
                <a:lnTo>
                  <a:pt x="2275" y="54"/>
                </a:lnTo>
                <a:lnTo>
                  <a:pt x="2116" y="54"/>
                </a:lnTo>
                <a:lnTo>
                  <a:pt x="2116" y="0"/>
                </a:lnTo>
                <a:moveTo>
                  <a:pt x="2381" y="0"/>
                </a:moveTo>
                <a:lnTo>
                  <a:pt x="2540" y="0"/>
                </a:lnTo>
                <a:lnTo>
                  <a:pt x="2540" y="54"/>
                </a:lnTo>
                <a:lnTo>
                  <a:pt x="2381" y="54"/>
                </a:lnTo>
                <a:lnTo>
                  <a:pt x="2381" y="0"/>
                </a:lnTo>
                <a:moveTo>
                  <a:pt x="2645" y="0"/>
                </a:moveTo>
                <a:lnTo>
                  <a:pt x="2804" y="0"/>
                </a:lnTo>
                <a:lnTo>
                  <a:pt x="2804" y="54"/>
                </a:lnTo>
                <a:lnTo>
                  <a:pt x="2645" y="54"/>
                </a:lnTo>
                <a:lnTo>
                  <a:pt x="2645" y="0"/>
                </a:lnTo>
                <a:moveTo>
                  <a:pt x="2910" y="0"/>
                </a:moveTo>
                <a:lnTo>
                  <a:pt x="3069" y="0"/>
                </a:lnTo>
                <a:lnTo>
                  <a:pt x="3069" y="54"/>
                </a:lnTo>
                <a:lnTo>
                  <a:pt x="2910" y="54"/>
                </a:lnTo>
                <a:lnTo>
                  <a:pt x="2910" y="0"/>
                </a:lnTo>
                <a:moveTo>
                  <a:pt x="3175" y="0"/>
                </a:moveTo>
                <a:lnTo>
                  <a:pt x="3333" y="0"/>
                </a:lnTo>
                <a:lnTo>
                  <a:pt x="3333" y="54"/>
                </a:lnTo>
                <a:lnTo>
                  <a:pt x="3175" y="54"/>
                </a:lnTo>
                <a:lnTo>
                  <a:pt x="3175" y="0"/>
                </a:lnTo>
                <a:moveTo>
                  <a:pt x="3439" y="0"/>
                </a:moveTo>
                <a:lnTo>
                  <a:pt x="3598" y="0"/>
                </a:lnTo>
                <a:lnTo>
                  <a:pt x="3598" y="54"/>
                </a:lnTo>
                <a:lnTo>
                  <a:pt x="3439" y="54"/>
                </a:lnTo>
                <a:lnTo>
                  <a:pt x="3439" y="0"/>
                </a:lnTo>
                <a:moveTo>
                  <a:pt x="3704" y="0"/>
                </a:moveTo>
                <a:lnTo>
                  <a:pt x="3862" y="0"/>
                </a:lnTo>
                <a:lnTo>
                  <a:pt x="3862" y="54"/>
                </a:lnTo>
                <a:lnTo>
                  <a:pt x="3704" y="54"/>
                </a:lnTo>
                <a:lnTo>
                  <a:pt x="3704" y="0"/>
                </a:lnTo>
                <a:moveTo>
                  <a:pt x="3968" y="0"/>
                </a:moveTo>
                <a:lnTo>
                  <a:pt x="4127" y="0"/>
                </a:lnTo>
                <a:lnTo>
                  <a:pt x="4127" y="54"/>
                </a:lnTo>
                <a:lnTo>
                  <a:pt x="3968" y="54"/>
                </a:lnTo>
                <a:lnTo>
                  <a:pt x="3968" y="0"/>
                </a:lnTo>
                <a:moveTo>
                  <a:pt x="4233" y="0"/>
                </a:moveTo>
                <a:lnTo>
                  <a:pt x="4392" y="0"/>
                </a:lnTo>
                <a:lnTo>
                  <a:pt x="4392" y="54"/>
                </a:lnTo>
                <a:lnTo>
                  <a:pt x="4233" y="54"/>
                </a:lnTo>
                <a:lnTo>
                  <a:pt x="4233" y="0"/>
                </a:lnTo>
                <a:moveTo>
                  <a:pt x="4497" y="0"/>
                </a:moveTo>
                <a:lnTo>
                  <a:pt x="4656" y="0"/>
                </a:lnTo>
                <a:lnTo>
                  <a:pt x="4656" y="54"/>
                </a:lnTo>
                <a:lnTo>
                  <a:pt x="4497" y="54"/>
                </a:lnTo>
                <a:lnTo>
                  <a:pt x="4497" y="0"/>
                </a:lnTo>
                <a:moveTo>
                  <a:pt x="4762" y="0"/>
                </a:moveTo>
                <a:lnTo>
                  <a:pt x="4921" y="0"/>
                </a:lnTo>
                <a:lnTo>
                  <a:pt x="4921" y="54"/>
                </a:lnTo>
                <a:lnTo>
                  <a:pt x="4762" y="54"/>
                </a:lnTo>
                <a:lnTo>
                  <a:pt x="4762" y="0"/>
                </a:lnTo>
                <a:moveTo>
                  <a:pt x="5027" y="0"/>
                </a:moveTo>
                <a:lnTo>
                  <a:pt x="5185" y="0"/>
                </a:lnTo>
                <a:lnTo>
                  <a:pt x="5185" y="54"/>
                </a:lnTo>
                <a:lnTo>
                  <a:pt x="5027" y="54"/>
                </a:lnTo>
                <a:lnTo>
                  <a:pt x="5027" y="0"/>
                </a:lnTo>
                <a:moveTo>
                  <a:pt x="5291" y="0"/>
                </a:moveTo>
                <a:lnTo>
                  <a:pt x="5450" y="0"/>
                </a:lnTo>
                <a:lnTo>
                  <a:pt x="5450" y="54"/>
                </a:lnTo>
                <a:lnTo>
                  <a:pt x="5291" y="54"/>
                </a:lnTo>
                <a:lnTo>
                  <a:pt x="5291" y="0"/>
                </a:lnTo>
                <a:moveTo>
                  <a:pt x="5556" y="0"/>
                </a:moveTo>
                <a:lnTo>
                  <a:pt x="5715" y="0"/>
                </a:lnTo>
                <a:lnTo>
                  <a:pt x="5715" y="54"/>
                </a:lnTo>
                <a:lnTo>
                  <a:pt x="5556" y="54"/>
                </a:lnTo>
                <a:lnTo>
                  <a:pt x="5556" y="0"/>
                </a:lnTo>
                <a:moveTo>
                  <a:pt x="5820" y="0"/>
                </a:moveTo>
                <a:lnTo>
                  <a:pt x="5979" y="0"/>
                </a:lnTo>
                <a:lnTo>
                  <a:pt x="5979" y="54"/>
                </a:lnTo>
                <a:lnTo>
                  <a:pt x="5820" y="54"/>
                </a:lnTo>
                <a:lnTo>
                  <a:pt x="5820" y="0"/>
                </a:lnTo>
                <a:moveTo>
                  <a:pt x="6085" y="0"/>
                </a:moveTo>
                <a:lnTo>
                  <a:pt x="6244" y="0"/>
                </a:lnTo>
                <a:lnTo>
                  <a:pt x="6244" y="54"/>
                </a:lnTo>
                <a:lnTo>
                  <a:pt x="6085" y="54"/>
                </a:lnTo>
                <a:lnTo>
                  <a:pt x="6085" y="0"/>
                </a:lnTo>
                <a:moveTo>
                  <a:pt x="6350" y="0"/>
                </a:moveTo>
                <a:lnTo>
                  <a:pt x="6508" y="0"/>
                </a:lnTo>
                <a:lnTo>
                  <a:pt x="6508" y="54"/>
                </a:lnTo>
                <a:lnTo>
                  <a:pt x="6350" y="54"/>
                </a:lnTo>
                <a:lnTo>
                  <a:pt x="6350" y="0"/>
                </a:lnTo>
                <a:moveTo>
                  <a:pt x="6614" y="0"/>
                </a:moveTo>
                <a:lnTo>
                  <a:pt x="6773" y="0"/>
                </a:lnTo>
                <a:lnTo>
                  <a:pt x="6773" y="54"/>
                </a:lnTo>
                <a:lnTo>
                  <a:pt x="6614" y="54"/>
                </a:lnTo>
                <a:lnTo>
                  <a:pt x="6614" y="0"/>
                </a:lnTo>
                <a:moveTo>
                  <a:pt x="6879" y="0"/>
                </a:moveTo>
                <a:lnTo>
                  <a:pt x="7037" y="0"/>
                </a:lnTo>
                <a:lnTo>
                  <a:pt x="7037" y="54"/>
                </a:lnTo>
                <a:lnTo>
                  <a:pt x="6879" y="54"/>
                </a:lnTo>
                <a:lnTo>
                  <a:pt x="6879" y="0"/>
                </a:lnTo>
                <a:moveTo>
                  <a:pt x="7143" y="0"/>
                </a:moveTo>
                <a:lnTo>
                  <a:pt x="7302" y="0"/>
                </a:lnTo>
                <a:lnTo>
                  <a:pt x="7302" y="54"/>
                </a:lnTo>
                <a:lnTo>
                  <a:pt x="7143" y="54"/>
                </a:lnTo>
                <a:lnTo>
                  <a:pt x="7143" y="0"/>
                </a:lnTo>
                <a:moveTo>
                  <a:pt x="7408" y="0"/>
                </a:moveTo>
                <a:lnTo>
                  <a:pt x="7567" y="0"/>
                </a:lnTo>
                <a:lnTo>
                  <a:pt x="7567" y="54"/>
                </a:lnTo>
                <a:lnTo>
                  <a:pt x="7408" y="54"/>
                </a:lnTo>
                <a:lnTo>
                  <a:pt x="7408" y="0"/>
                </a:lnTo>
                <a:moveTo>
                  <a:pt x="7672" y="0"/>
                </a:moveTo>
                <a:lnTo>
                  <a:pt x="7831" y="0"/>
                </a:lnTo>
                <a:lnTo>
                  <a:pt x="7831" y="54"/>
                </a:lnTo>
                <a:lnTo>
                  <a:pt x="7672" y="54"/>
                </a:lnTo>
                <a:lnTo>
                  <a:pt x="7672" y="0"/>
                </a:lnTo>
                <a:moveTo>
                  <a:pt x="7937" y="0"/>
                </a:moveTo>
                <a:lnTo>
                  <a:pt x="8096" y="0"/>
                </a:lnTo>
                <a:lnTo>
                  <a:pt x="8096" y="54"/>
                </a:lnTo>
                <a:lnTo>
                  <a:pt x="7937" y="54"/>
                </a:lnTo>
                <a:lnTo>
                  <a:pt x="7937" y="0"/>
                </a:lnTo>
                <a:moveTo>
                  <a:pt x="8202" y="0"/>
                </a:moveTo>
                <a:lnTo>
                  <a:pt x="8360" y="0"/>
                </a:lnTo>
                <a:lnTo>
                  <a:pt x="8360" y="54"/>
                </a:lnTo>
                <a:lnTo>
                  <a:pt x="8202" y="54"/>
                </a:lnTo>
                <a:lnTo>
                  <a:pt x="8202" y="0"/>
                </a:lnTo>
                <a:moveTo>
                  <a:pt x="8466" y="0"/>
                </a:moveTo>
                <a:lnTo>
                  <a:pt x="8625" y="0"/>
                </a:lnTo>
                <a:lnTo>
                  <a:pt x="8625" y="54"/>
                </a:lnTo>
                <a:lnTo>
                  <a:pt x="8466" y="54"/>
                </a:lnTo>
                <a:lnTo>
                  <a:pt x="8466" y="0"/>
                </a:lnTo>
                <a:moveTo>
                  <a:pt x="8731" y="0"/>
                </a:moveTo>
                <a:lnTo>
                  <a:pt x="8890" y="0"/>
                </a:lnTo>
                <a:lnTo>
                  <a:pt x="8890" y="54"/>
                </a:lnTo>
                <a:lnTo>
                  <a:pt x="8731" y="54"/>
                </a:lnTo>
                <a:lnTo>
                  <a:pt x="8731" y="0"/>
                </a:lnTo>
                <a:moveTo>
                  <a:pt x="8995" y="0"/>
                </a:moveTo>
                <a:lnTo>
                  <a:pt x="9154" y="0"/>
                </a:lnTo>
                <a:lnTo>
                  <a:pt x="9154" y="54"/>
                </a:lnTo>
                <a:lnTo>
                  <a:pt x="8995" y="54"/>
                </a:lnTo>
                <a:lnTo>
                  <a:pt x="8995" y="0"/>
                </a:lnTo>
                <a:moveTo>
                  <a:pt x="9260" y="0"/>
                </a:moveTo>
                <a:lnTo>
                  <a:pt x="9419" y="0"/>
                </a:lnTo>
                <a:lnTo>
                  <a:pt x="9419" y="54"/>
                </a:lnTo>
                <a:lnTo>
                  <a:pt x="9260" y="54"/>
                </a:lnTo>
                <a:lnTo>
                  <a:pt x="9260" y="0"/>
                </a:lnTo>
                <a:moveTo>
                  <a:pt x="9525" y="0"/>
                </a:moveTo>
                <a:lnTo>
                  <a:pt x="9683" y="0"/>
                </a:lnTo>
                <a:lnTo>
                  <a:pt x="9683" y="54"/>
                </a:lnTo>
                <a:lnTo>
                  <a:pt x="9525" y="54"/>
                </a:lnTo>
                <a:lnTo>
                  <a:pt x="9525" y="0"/>
                </a:lnTo>
                <a:moveTo>
                  <a:pt x="9789" y="0"/>
                </a:moveTo>
                <a:lnTo>
                  <a:pt x="9948" y="0"/>
                </a:lnTo>
                <a:lnTo>
                  <a:pt x="9948" y="54"/>
                </a:lnTo>
                <a:lnTo>
                  <a:pt x="9789" y="54"/>
                </a:lnTo>
                <a:lnTo>
                  <a:pt x="9789" y="0"/>
                </a:lnTo>
                <a:moveTo>
                  <a:pt x="10054" y="0"/>
                </a:moveTo>
                <a:lnTo>
                  <a:pt x="10212" y="0"/>
                </a:lnTo>
                <a:lnTo>
                  <a:pt x="10212" y="54"/>
                </a:lnTo>
                <a:lnTo>
                  <a:pt x="10054" y="54"/>
                </a:lnTo>
                <a:lnTo>
                  <a:pt x="10054" y="0"/>
                </a:lnTo>
                <a:moveTo>
                  <a:pt x="10318" y="0"/>
                </a:moveTo>
                <a:lnTo>
                  <a:pt x="10477" y="0"/>
                </a:lnTo>
                <a:lnTo>
                  <a:pt x="10477" y="54"/>
                </a:lnTo>
                <a:lnTo>
                  <a:pt x="10318" y="54"/>
                </a:lnTo>
                <a:lnTo>
                  <a:pt x="10318" y="0"/>
                </a:lnTo>
                <a:moveTo>
                  <a:pt x="10583" y="0"/>
                </a:moveTo>
                <a:lnTo>
                  <a:pt x="10742" y="0"/>
                </a:lnTo>
                <a:lnTo>
                  <a:pt x="10742" y="54"/>
                </a:lnTo>
                <a:lnTo>
                  <a:pt x="10583" y="54"/>
                </a:lnTo>
                <a:lnTo>
                  <a:pt x="10583" y="0"/>
                </a:lnTo>
                <a:moveTo>
                  <a:pt x="10847" y="0"/>
                </a:moveTo>
                <a:lnTo>
                  <a:pt x="11006" y="0"/>
                </a:lnTo>
                <a:lnTo>
                  <a:pt x="11006" y="54"/>
                </a:lnTo>
                <a:lnTo>
                  <a:pt x="10847" y="54"/>
                </a:lnTo>
                <a:lnTo>
                  <a:pt x="10847" y="0"/>
                </a:lnTo>
                <a:moveTo>
                  <a:pt x="11112" y="0"/>
                </a:moveTo>
                <a:lnTo>
                  <a:pt x="11271" y="0"/>
                </a:lnTo>
                <a:lnTo>
                  <a:pt x="11271" y="54"/>
                </a:lnTo>
                <a:lnTo>
                  <a:pt x="11112" y="54"/>
                </a:lnTo>
                <a:lnTo>
                  <a:pt x="11112" y="0"/>
                </a:lnTo>
                <a:moveTo>
                  <a:pt x="11377" y="0"/>
                </a:moveTo>
                <a:lnTo>
                  <a:pt x="11535" y="0"/>
                </a:lnTo>
                <a:lnTo>
                  <a:pt x="11535" y="54"/>
                </a:lnTo>
                <a:lnTo>
                  <a:pt x="11377" y="54"/>
                </a:lnTo>
                <a:lnTo>
                  <a:pt x="11377" y="0"/>
                </a:lnTo>
                <a:moveTo>
                  <a:pt x="11641" y="0"/>
                </a:moveTo>
                <a:lnTo>
                  <a:pt x="11801" y="0"/>
                </a:lnTo>
                <a:lnTo>
                  <a:pt x="11801" y="54"/>
                </a:lnTo>
                <a:lnTo>
                  <a:pt x="11641" y="54"/>
                </a:lnTo>
                <a:lnTo>
                  <a:pt x="11641" y="0"/>
                </a:lnTo>
                <a:moveTo>
                  <a:pt x="11907" y="0"/>
                </a:moveTo>
                <a:lnTo>
                  <a:pt x="12066" y="0"/>
                </a:lnTo>
                <a:lnTo>
                  <a:pt x="12066" y="54"/>
                </a:lnTo>
                <a:lnTo>
                  <a:pt x="11907" y="54"/>
                </a:lnTo>
                <a:lnTo>
                  <a:pt x="11907" y="0"/>
                </a:lnTo>
                <a:moveTo>
                  <a:pt x="12171" y="0"/>
                </a:moveTo>
                <a:lnTo>
                  <a:pt x="12330" y="0"/>
                </a:lnTo>
                <a:lnTo>
                  <a:pt x="12330" y="54"/>
                </a:lnTo>
                <a:lnTo>
                  <a:pt x="12171" y="54"/>
                </a:lnTo>
                <a:lnTo>
                  <a:pt x="12171" y="0"/>
                </a:lnTo>
                <a:moveTo>
                  <a:pt x="12436" y="0"/>
                </a:moveTo>
                <a:lnTo>
                  <a:pt x="12595" y="0"/>
                </a:lnTo>
                <a:lnTo>
                  <a:pt x="12595" y="54"/>
                </a:lnTo>
                <a:lnTo>
                  <a:pt x="12436" y="54"/>
                </a:lnTo>
                <a:lnTo>
                  <a:pt x="12436" y="0"/>
                </a:lnTo>
                <a:moveTo>
                  <a:pt x="12701" y="0"/>
                </a:moveTo>
                <a:lnTo>
                  <a:pt x="12859" y="0"/>
                </a:lnTo>
                <a:lnTo>
                  <a:pt x="12859" y="54"/>
                </a:lnTo>
                <a:lnTo>
                  <a:pt x="12701" y="54"/>
                </a:lnTo>
                <a:lnTo>
                  <a:pt x="12701" y="0"/>
                </a:lnTo>
                <a:moveTo>
                  <a:pt x="12965" y="0"/>
                </a:moveTo>
                <a:lnTo>
                  <a:pt x="13124" y="0"/>
                </a:lnTo>
                <a:lnTo>
                  <a:pt x="13124" y="54"/>
                </a:lnTo>
                <a:lnTo>
                  <a:pt x="12965" y="54"/>
                </a:lnTo>
                <a:lnTo>
                  <a:pt x="12965" y="0"/>
                </a:lnTo>
                <a:moveTo>
                  <a:pt x="13230" y="0"/>
                </a:moveTo>
                <a:lnTo>
                  <a:pt x="13388" y="0"/>
                </a:lnTo>
                <a:lnTo>
                  <a:pt x="13388" y="54"/>
                </a:lnTo>
                <a:lnTo>
                  <a:pt x="13230" y="54"/>
                </a:lnTo>
                <a:lnTo>
                  <a:pt x="13230" y="0"/>
                </a:lnTo>
                <a:moveTo>
                  <a:pt x="13494" y="0"/>
                </a:moveTo>
                <a:lnTo>
                  <a:pt x="13653" y="0"/>
                </a:lnTo>
                <a:lnTo>
                  <a:pt x="13653" y="54"/>
                </a:lnTo>
                <a:lnTo>
                  <a:pt x="13494" y="54"/>
                </a:lnTo>
                <a:lnTo>
                  <a:pt x="13494" y="0"/>
                </a:lnTo>
                <a:moveTo>
                  <a:pt x="13759" y="0"/>
                </a:moveTo>
                <a:lnTo>
                  <a:pt x="13918" y="0"/>
                </a:lnTo>
                <a:lnTo>
                  <a:pt x="13918" y="54"/>
                </a:lnTo>
                <a:lnTo>
                  <a:pt x="13759" y="54"/>
                </a:lnTo>
                <a:lnTo>
                  <a:pt x="13759" y="0"/>
                </a:lnTo>
                <a:moveTo>
                  <a:pt x="14023" y="0"/>
                </a:moveTo>
                <a:lnTo>
                  <a:pt x="14182" y="0"/>
                </a:lnTo>
                <a:lnTo>
                  <a:pt x="14182" y="54"/>
                </a:lnTo>
                <a:lnTo>
                  <a:pt x="14023" y="54"/>
                </a:lnTo>
                <a:lnTo>
                  <a:pt x="14023" y="0"/>
                </a:lnTo>
                <a:moveTo>
                  <a:pt x="14288" y="0"/>
                </a:moveTo>
                <a:lnTo>
                  <a:pt x="14447" y="0"/>
                </a:lnTo>
                <a:lnTo>
                  <a:pt x="14447" y="54"/>
                </a:lnTo>
                <a:lnTo>
                  <a:pt x="14288" y="54"/>
                </a:lnTo>
                <a:lnTo>
                  <a:pt x="14288" y="0"/>
                </a:lnTo>
                <a:moveTo>
                  <a:pt x="14553" y="0"/>
                </a:moveTo>
                <a:lnTo>
                  <a:pt x="14711" y="0"/>
                </a:lnTo>
                <a:lnTo>
                  <a:pt x="14711" y="54"/>
                </a:lnTo>
                <a:lnTo>
                  <a:pt x="14553" y="54"/>
                </a:lnTo>
                <a:lnTo>
                  <a:pt x="14553" y="0"/>
                </a:lnTo>
                <a:moveTo>
                  <a:pt x="14817" y="0"/>
                </a:moveTo>
                <a:lnTo>
                  <a:pt x="14976" y="0"/>
                </a:lnTo>
                <a:lnTo>
                  <a:pt x="14976" y="54"/>
                </a:lnTo>
                <a:lnTo>
                  <a:pt x="14817" y="54"/>
                </a:lnTo>
                <a:lnTo>
                  <a:pt x="14817" y="0"/>
                </a:lnTo>
                <a:moveTo>
                  <a:pt x="15082" y="0"/>
                </a:moveTo>
                <a:lnTo>
                  <a:pt x="15241" y="0"/>
                </a:lnTo>
                <a:lnTo>
                  <a:pt x="15241" y="54"/>
                </a:lnTo>
                <a:lnTo>
                  <a:pt x="15082" y="54"/>
                </a:lnTo>
                <a:lnTo>
                  <a:pt x="15082" y="0"/>
                </a:lnTo>
                <a:moveTo>
                  <a:pt x="15346" y="0"/>
                </a:moveTo>
                <a:lnTo>
                  <a:pt x="15505" y="0"/>
                </a:lnTo>
                <a:lnTo>
                  <a:pt x="15505" y="54"/>
                </a:lnTo>
                <a:lnTo>
                  <a:pt x="15346" y="54"/>
                </a:lnTo>
                <a:lnTo>
                  <a:pt x="15346" y="0"/>
                </a:lnTo>
                <a:moveTo>
                  <a:pt x="15611" y="0"/>
                </a:moveTo>
                <a:lnTo>
                  <a:pt x="15770" y="0"/>
                </a:lnTo>
                <a:lnTo>
                  <a:pt x="15770" y="54"/>
                </a:lnTo>
                <a:lnTo>
                  <a:pt x="15611" y="54"/>
                </a:lnTo>
                <a:lnTo>
                  <a:pt x="15611" y="0"/>
                </a:lnTo>
                <a:moveTo>
                  <a:pt x="15876" y="0"/>
                </a:moveTo>
                <a:lnTo>
                  <a:pt x="16034" y="0"/>
                </a:lnTo>
                <a:lnTo>
                  <a:pt x="16034" y="54"/>
                </a:lnTo>
                <a:lnTo>
                  <a:pt x="15876" y="54"/>
                </a:lnTo>
                <a:lnTo>
                  <a:pt x="15876" y="0"/>
                </a:lnTo>
                <a:moveTo>
                  <a:pt x="16140" y="0"/>
                </a:moveTo>
                <a:lnTo>
                  <a:pt x="16299" y="0"/>
                </a:lnTo>
                <a:lnTo>
                  <a:pt x="16299" y="54"/>
                </a:lnTo>
                <a:lnTo>
                  <a:pt x="16140" y="54"/>
                </a:lnTo>
                <a:lnTo>
                  <a:pt x="16140" y="0"/>
                </a:lnTo>
                <a:moveTo>
                  <a:pt x="16405" y="0"/>
                </a:moveTo>
                <a:lnTo>
                  <a:pt x="16563" y="0"/>
                </a:lnTo>
                <a:lnTo>
                  <a:pt x="16563" y="54"/>
                </a:lnTo>
                <a:lnTo>
                  <a:pt x="16405" y="54"/>
                </a:lnTo>
                <a:lnTo>
                  <a:pt x="16405" y="0"/>
                </a:lnTo>
                <a:moveTo>
                  <a:pt x="16669" y="0"/>
                </a:moveTo>
                <a:lnTo>
                  <a:pt x="16828" y="0"/>
                </a:lnTo>
                <a:lnTo>
                  <a:pt x="16828" y="54"/>
                </a:lnTo>
                <a:lnTo>
                  <a:pt x="16669" y="54"/>
                </a:lnTo>
                <a:lnTo>
                  <a:pt x="16669" y="0"/>
                </a:lnTo>
                <a:moveTo>
                  <a:pt x="16934" y="0"/>
                </a:moveTo>
                <a:lnTo>
                  <a:pt x="17093" y="0"/>
                </a:lnTo>
                <a:lnTo>
                  <a:pt x="17093" y="54"/>
                </a:lnTo>
                <a:lnTo>
                  <a:pt x="16934" y="54"/>
                </a:lnTo>
                <a:lnTo>
                  <a:pt x="16934" y="0"/>
                </a:lnTo>
                <a:moveTo>
                  <a:pt x="17198" y="0"/>
                </a:moveTo>
                <a:lnTo>
                  <a:pt x="17357" y="0"/>
                </a:lnTo>
                <a:lnTo>
                  <a:pt x="17357" y="54"/>
                </a:lnTo>
                <a:lnTo>
                  <a:pt x="17198" y="54"/>
                </a:lnTo>
                <a:lnTo>
                  <a:pt x="17198" y="0"/>
                </a:lnTo>
                <a:moveTo>
                  <a:pt x="17463" y="0"/>
                </a:moveTo>
                <a:lnTo>
                  <a:pt x="17622" y="0"/>
                </a:lnTo>
                <a:lnTo>
                  <a:pt x="17622" y="54"/>
                </a:lnTo>
                <a:lnTo>
                  <a:pt x="17463" y="54"/>
                </a:lnTo>
                <a:lnTo>
                  <a:pt x="17463" y="0"/>
                </a:lnTo>
                <a:moveTo>
                  <a:pt x="17728" y="0"/>
                </a:moveTo>
                <a:lnTo>
                  <a:pt x="17886" y="0"/>
                </a:lnTo>
                <a:lnTo>
                  <a:pt x="17886" y="54"/>
                </a:lnTo>
                <a:lnTo>
                  <a:pt x="17728" y="54"/>
                </a:lnTo>
                <a:lnTo>
                  <a:pt x="17728" y="0"/>
                </a:lnTo>
                <a:moveTo>
                  <a:pt x="17992" y="0"/>
                </a:moveTo>
                <a:lnTo>
                  <a:pt x="18151" y="0"/>
                </a:lnTo>
                <a:lnTo>
                  <a:pt x="18151" y="54"/>
                </a:lnTo>
                <a:lnTo>
                  <a:pt x="17992" y="54"/>
                </a:lnTo>
                <a:lnTo>
                  <a:pt x="17992" y="0"/>
                </a:lnTo>
                <a:moveTo>
                  <a:pt x="18257" y="0"/>
                </a:moveTo>
                <a:lnTo>
                  <a:pt x="18416" y="0"/>
                </a:lnTo>
                <a:lnTo>
                  <a:pt x="18416" y="54"/>
                </a:lnTo>
                <a:lnTo>
                  <a:pt x="18257" y="54"/>
                </a:lnTo>
                <a:lnTo>
                  <a:pt x="18257" y="0"/>
                </a:lnTo>
                <a:moveTo>
                  <a:pt x="18521" y="0"/>
                </a:moveTo>
                <a:lnTo>
                  <a:pt x="18680" y="0"/>
                </a:lnTo>
                <a:lnTo>
                  <a:pt x="18680" y="54"/>
                </a:lnTo>
                <a:lnTo>
                  <a:pt x="18521" y="54"/>
                </a:lnTo>
                <a:lnTo>
                  <a:pt x="18521" y="0"/>
                </a:lnTo>
                <a:moveTo>
                  <a:pt x="18786" y="0"/>
                </a:moveTo>
                <a:lnTo>
                  <a:pt x="18945" y="0"/>
                </a:lnTo>
                <a:lnTo>
                  <a:pt x="18945" y="54"/>
                </a:lnTo>
                <a:lnTo>
                  <a:pt x="18786" y="54"/>
                </a:lnTo>
                <a:lnTo>
                  <a:pt x="18786" y="0"/>
                </a:lnTo>
                <a:moveTo>
                  <a:pt x="19051" y="0"/>
                </a:moveTo>
                <a:lnTo>
                  <a:pt x="19209" y="0"/>
                </a:lnTo>
                <a:lnTo>
                  <a:pt x="19209" y="54"/>
                </a:lnTo>
                <a:lnTo>
                  <a:pt x="19051" y="54"/>
                </a:lnTo>
                <a:lnTo>
                  <a:pt x="19051" y="0"/>
                </a:lnTo>
                <a:moveTo>
                  <a:pt x="19315" y="0"/>
                </a:moveTo>
                <a:lnTo>
                  <a:pt x="19474" y="0"/>
                </a:lnTo>
                <a:lnTo>
                  <a:pt x="19474" y="54"/>
                </a:lnTo>
                <a:lnTo>
                  <a:pt x="19315" y="54"/>
                </a:lnTo>
                <a:lnTo>
                  <a:pt x="19315" y="0"/>
                </a:lnTo>
                <a:moveTo>
                  <a:pt x="19580" y="0"/>
                </a:moveTo>
                <a:lnTo>
                  <a:pt x="19738" y="0"/>
                </a:lnTo>
                <a:lnTo>
                  <a:pt x="19738" y="54"/>
                </a:lnTo>
                <a:lnTo>
                  <a:pt x="19580" y="54"/>
                </a:lnTo>
                <a:lnTo>
                  <a:pt x="19580" y="0"/>
                </a:lnTo>
                <a:moveTo>
                  <a:pt x="19844" y="0"/>
                </a:moveTo>
                <a:lnTo>
                  <a:pt x="20003" y="0"/>
                </a:lnTo>
                <a:lnTo>
                  <a:pt x="20003" y="54"/>
                </a:lnTo>
                <a:lnTo>
                  <a:pt x="19844" y="54"/>
                </a:lnTo>
                <a:lnTo>
                  <a:pt x="19844" y="0"/>
                </a:lnTo>
                <a:moveTo>
                  <a:pt x="20109" y="0"/>
                </a:moveTo>
                <a:lnTo>
                  <a:pt x="20268" y="0"/>
                </a:lnTo>
                <a:lnTo>
                  <a:pt x="20268" y="54"/>
                </a:lnTo>
                <a:lnTo>
                  <a:pt x="20109" y="54"/>
                </a:lnTo>
                <a:lnTo>
                  <a:pt x="20109" y="0"/>
                </a:lnTo>
                <a:moveTo>
                  <a:pt x="20373" y="0"/>
                </a:moveTo>
                <a:lnTo>
                  <a:pt x="20532" y="0"/>
                </a:lnTo>
                <a:lnTo>
                  <a:pt x="20532" y="54"/>
                </a:lnTo>
                <a:lnTo>
                  <a:pt x="20373" y="54"/>
                </a:lnTo>
                <a:lnTo>
                  <a:pt x="20373" y="0"/>
                </a:lnTo>
                <a:moveTo>
                  <a:pt x="20638" y="0"/>
                </a:moveTo>
                <a:lnTo>
                  <a:pt x="20797" y="0"/>
                </a:lnTo>
                <a:lnTo>
                  <a:pt x="20797" y="54"/>
                </a:lnTo>
                <a:lnTo>
                  <a:pt x="20638" y="54"/>
                </a:lnTo>
                <a:lnTo>
                  <a:pt x="20638" y="0"/>
                </a:lnTo>
                <a:moveTo>
                  <a:pt x="20903" y="0"/>
                </a:moveTo>
                <a:lnTo>
                  <a:pt x="21061" y="0"/>
                </a:lnTo>
                <a:lnTo>
                  <a:pt x="21061" y="54"/>
                </a:lnTo>
                <a:lnTo>
                  <a:pt x="20903" y="54"/>
                </a:lnTo>
                <a:lnTo>
                  <a:pt x="20903" y="0"/>
                </a:lnTo>
                <a:moveTo>
                  <a:pt x="21167" y="0"/>
                </a:moveTo>
                <a:lnTo>
                  <a:pt x="21326" y="0"/>
                </a:lnTo>
                <a:lnTo>
                  <a:pt x="21326" y="54"/>
                </a:lnTo>
                <a:lnTo>
                  <a:pt x="21167" y="54"/>
                </a:lnTo>
                <a:lnTo>
                  <a:pt x="21167" y="0"/>
                </a:lnTo>
                <a:moveTo>
                  <a:pt x="21432" y="0"/>
                </a:moveTo>
                <a:lnTo>
                  <a:pt x="21591" y="0"/>
                </a:lnTo>
                <a:lnTo>
                  <a:pt x="21591" y="54"/>
                </a:lnTo>
                <a:lnTo>
                  <a:pt x="21432" y="54"/>
                </a:lnTo>
                <a:lnTo>
                  <a:pt x="21432" y="0"/>
                </a:lnTo>
                <a:moveTo>
                  <a:pt x="21696" y="0"/>
                </a:moveTo>
                <a:lnTo>
                  <a:pt x="21855" y="0"/>
                </a:lnTo>
                <a:lnTo>
                  <a:pt x="21855" y="54"/>
                </a:lnTo>
                <a:lnTo>
                  <a:pt x="21696" y="54"/>
                </a:lnTo>
                <a:lnTo>
                  <a:pt x="21696" y="0"/>
                </a:lnTo>
                <a:moveTo>
                  <a:pt x="21961" y="0"/>
                </a:moveTo>
                <a:lnTo>
                  <a:pt x="22120" y="0"/>
                </a:lnTo>
                <a:lnTo>
                  <a:pt x="22120" y="54"/>
                </a:lnTo>
                <a:lnTo>
                  <a:pt x="21961" y="54"/>
                </a:lnTo>
                <a:lnTo>
                  <a:pt x="21961" y="0"/>
                </a:lnTo>
                <a:moveTo>
                  <a:pt x="22226" y="0"/>
                </a:moveTo>
                <a:lnTo>
                  <a:pt x="22384" y="0"/>
                </a:lnTo>
                <a:lnTo>
                  <a:pt x="22384" y="54"/>
                </a:lnTo>
                <a:lnTo>
                  <a:pt x="22226" y="54"/>
                </a:lnTo>
                <a:lnTo>
                  <a:pt x="22226" y="0"/>
                </a:lnTo>
                <a:moveTo>
                  <a:pt x="22490" y="0"/>
                </a:moveTo>
                <a:lnTo>
                  <a:pt x="22649" y="0"/>
                </a:lnTo>
                <a:lnTo>
                  <a:pt x="22649" y="54"/>
                </a:lnTo>
                <a:lnTo>
                  <a:pt x="22490" y="54"/>
                </a:lnTo>
                <a:lnTo>
                  <a:pt x="22490" y="0"/>
                </a:lnTo>
                <a:moveTo>
                  <a:pt x="22755" y="0"/>
                </a:moveTo>
                <a:lnTo>
                  <a:pt x="22913" y="0"/>
                </a:lnTo>
                <a:lnTo>
                  <a:pt x="22913" y="54"/>
                </a:lnTo>
                <a:lnTo>
                  <a:pt x="22755" y="54"/>
                </a:lnTo>
                <a:lnTo>
                  <a:pt x="22755" y="0"/>
                </a:lnTo>
                <a:moveTo>
                  <a:pt x="23019" y="0"/>
                </a:moveTo>
                <a:lnTo>
                  <a:pt x="23178" y="0"/>
                </a:lnTo>
                <a:lnTo>
                  <a:pt x="23178" y="54"/>
                </a:lnTo>
                <a:lnTo>
                  <a:pt x="23019" y="54"/>
                </a:lnTo>
                <a:lnTo>
                  <a:pt x="23019" y="0"/>
                </a:lnTo>
                <a:moveTo>
                  <a:pt x="23284" y="0"/>
                </a:moveTo>
                <a:lnTo>
                  <a:pt x="23443" y="0"/>
                </a:lnTo>
                <a:lnTo>
                  <a:pt x="23443" y="54"/>
                </a:lnTo>
                <a:lnTo>
                  <a:pt x="23284" y="54"/>
                </a:lnTo>
                <a:lnTo>
                  <a:pt x="23284" y="0"/>
                </a:lnTo>
                <a:moveTo>
                  <a:pt x="23548" y="0"/>
                </a:moveTo>
                <a:lnTo>
                  <a:pt x="23707" y="0"/>
                </a:lnTo>
                <a:lnTo>
                  <a:pt x="23707" y="54"/>
                </a:lnTo>
                <a:lnTo>
                  <a:pt x="23548" y="54"/>
                </a:lnTo>
                <a:lnTo>
                  <a:pt x="23548" y="0"/>
                </a:lnTo>
                <a:moveTo>
                  <a:pt x="23813" y="0"/>
                </a:moveTo>
                <a:lnTo>
                  <a:pt x="23972" y="0"/>
                </a:lnTo>
                <a:lnTo>
                  <a:pt x="23972" y="54"/>
                </a:lnTo>
                <a:lnTo>
                  <a:pt x="23813" y="54"/>
                </a:lnTo>
                <a:lnTo>
                  <a:pt x="23813" y="0"/>
                </a:lnTo>
                <a:moveTo>
                  <a:pt x="24078" y="0"/>
                </a:moveTo>
                <a:lnTo>
                  <a:pt x="24236" y="0"/>
                </a:lnTo>
                <a:lnTo>
                  <a:pt x="24236" y="54"/>
                </a:lnTo>
                <a:lnTo>
                  <a:pt x="24078" y="54"/>
                </a:lnTo>
                <a:lnTo>
                  <a:pt x="24078" y="0"/>
                </a:lnTo>
                <a:moveTo>
                  <a:pt x="24342" y="0"/>
                </a:moveTo>
                <a:lnTo>
                  <a:pt x="24501" y="0"/>
                </a:lnTo>
                <a:lnTo>
                  <a:pt x="24501" y="54"/>
                </a:lnTo>
                <a:lnTo>
                  <a:pt x="24342" y="54"/>
                </a:lnTo>
                <a:lnTo>
                  <a:pt x="24342" y="0"/>
                </a:lnTo>
                <a:moveTo>
                  <a:pt x="24607" y="0"/>
                </a:moveTo>
                <a:lnTo>
                  <a:pt x="24766" y="0"/>
                </a:lnTo>
                <a:lnTo>
                  <a:pt x="24766" y="54"/>
                </a:lnTo>
                <a:lnTo>
                  <a:pt x="24607" y="54"/>
                </a:lnTo>
                <a:lnTo>
                  <a:pt x="24607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2" name=""/>
          <p:cNvSpPr/>
          <p:nvPr/>
        </p:nvSpPr>
        <p:spPr>
          <a:xfrm>
            <a:off x="2972520" y="3362760"/>
            <a:ext cx="144000" cy="154800"/>
          </a:xfrm>
          <a:custGeom>
            <a:avLst/>
            <a:gdLst/>
            <a:ahLst/>
            <a:rect l="0" t="0" r="r" b="b"/>
            <a:pathLst>
              <a:path w="400" h="430">
                <a:moveTo>
                  <a:pt x="393" y="291"/>
                </a:moveTo>
                <a:lnTo>
                  <a:pt x="364" y="236"/>
                </a:lnTo>
                <a:lnTo>
                  <a:pt x="339" y="250"/>
                </a:lnTo>
                <a:lnTo>
                  <a:pt x="368" y="304"/>
                </a:lnTo>
                <a:cubicBezTo>
                  <a:pt x="373" y="313"/>
                  <a:pt x="373" y="322"/>
                  <a:pt x="368" y="331"/>
                </a:cubicBezTo>
                <a:cubicBezTo>
                  <a:pt x="363" y="339"/>
                  <a:pt x="355" y="344"/>
                  <a:pt x="345" y="344"/>
                </a:cubicBezTo>
                <a:lnTo>
                  <a:pt x="240" y="344"/>
                </a:lnTo>
                <a:lnTo>
                  <a:pt x="277" y="307"/>
                </a:lnTo>
                <a:lnTo>
                  <a:pt x="257" y="286"/>
                </a:lnTo>
                <a:lnTo>
                  <a:pt x="185" y="358"/>
                </a:lnTo>
                <a:lnTo>
                  <a:pt x="257" y="430"/>
                </a:lnTo>
                <a:lnTo>
                  <a:pt x="277" y="410"/>
                </a:lnTo>
                <a:lnTo>
                  <a:pt x="240" y="373"/>
                </a:lnTo>
                <a:lnTo>
                  <a:pt x="345" y="373"/>
                </a:lnTo>
                <a:cubicBezTo>
                  <a:pt x="355" y="373"/>
                  <a:pt x="364" y="370"/>
                  <a:pt x="372" y="365"/>
                </a:cubicBezTo>
                <a:cubicBezTo>
                  <a:pt x="381" y="360"/>
                  <a:pt x="388" y="354"/>
                  <a:pt x="393" y="345"/>
                </a:cubicBezTo>
                <a:cubicBezTo>
                  <a:pt x="398" y="337"/>
                  <a:pt x="400" y="328"/>
                  <a:pt x="400" y="318"/>
                </a:cubicBezTo>
                <a:cubicBezTo>
                  <a:pt x="400" y="308"/>
                  <a:pt x="398" y="299"/>
                  <a:pt x="393" y="291"/>
                </a:cubicBezTo>
                <a:moveTo>
                  <a:pt x="55" y="344"/>
                </a:moveTo>
                <a:cubicBezTo>
                  <a:pt x="45" y="344"/>
                  <a:pt x="37" y="340"/>
                  <a:pt x="32" y="331"/>
                </a:cubicBezTo>
                <a:cubicBezTo>
                  <a:pt x="27" y="322"/>
                  <a:pt x="27" y="313"/>
                  <a:pt x="32" y="304"/>
                </a:cubicBezTo>
                <a:lnTo>
                  <a:pt x="90" y="198"/>
                </a:lnTo>
                <a:lnTo>
                  <a:pt x="105" y="248"/>
                </a:lnTo>
                <a:lnTo>
                  <a:pt x="133" y="240"/>
                </a:lnTo>
                <a:lnTo>
                  <a:pt x="104" y="143"/>
                </a:lnTo>
                <a:lnTo>
                  <a:pt x="7" y="172"/>
                </a:lnTo>
                <a:lnTo>
                  <a:pt x="15" y="199"/>
                </a:lnTo>
                <a:lnTo>
                  <a:pt x="65" y="184"/>
                </a:lnTo>
                <a:lnTo>
                  <a:pt x="7" y="291"/>
                </a:lnTo>
                <a:cubicBezTo>
                  <a:pt x="2" y="299"/>
                  <a:pt x="-1" y="308"/>
                  <a:pt x="0" y="318"/>
                </a:cubicBezTo>
                <a:cubicBezTo>
                  <a:pt x="0" y="328"/>
                  <a:pt x="2" y="337"/>
                  <a:pt x="7" y="345"/>
                </a:cubicBezTo>
                <a:cubicBezTo>
                  <a:pt x="12" y="354"/>
                  <a:pt x="19" y="360"/>
                  <a:pt x="27" y="365"/>
                </a:cubicBezTo>
                <a:cubicBezTo>
                  <a:pt x="36" y="370"/>
                  <a:pt x="45" y="373"/>
                  <a:pt x="55" y="373"/>
                </a:cubicBezTo>
                <a:lnTo>
                  <a:pt x="142" y="373"/>
                </a:lnTo>
                <a:lnTo>
                  <a:pt x="142" y="344"/>
                </a:lnTo>
                <a:lnTo>
                  <a:pt x="55" y="344"/>
                </a:lnTo>
                <a:moveTo>
                  <a:pt x="336" y="110"/>
                </a:moveTo>
                <a:lnTo>
                  <a:pt x="320" y="160"/>
                </a:lnTo>
                <a:lnTo>
                  <a:pt x="247" y="29"/>
                </a:lnTo>
                <a:cubicBezTo>
                  <a:pt x="237" y="11"/>
                  <a:pt x="220" y="0"/>
                  <a:pt x="199" y="0"/>
                </a:cubicBezTo>
                <a:cubicBezTo>
                  <a:pt x="179" y="0"/>
                  <a:pt x="161" y="11"/>
                  <a:pt x="152" y="29"/>
                </a:cubicBezTo>
                <a:lnTo>
                  <a:pt x="108" y="108"/>
                </a:lnTo>
                <a:lnTo>
                  <a:pt x="133" y="122"/>
                </a:lnTo>
                <a:lnTo>
                  <a:pt x="177" y="42"/>
                </a:lnTo>
                <a:cubicBezTo>
                  <a:pt x="181" y="34"/>
                  <a:pt x="190" y="29"/>
                  <a:pt x="199" y="29"/>
                </a:cubicBezTo>
                <a:cubicBezTo>
                  <a:pt x="209" y="29"/>
                  <a:pt x="218" y="34"/>
                  <a:pt x="222" y="42"/>
                </a:cubicBezTo>
                <a:lnTo>
                  <a:pt x="295" y="173"/>
                </a:lnTo>
                <a:lnTo>
                  <a:pt x="245" y="159"/>
                </a:lnTo>
                <a:lnTo>
                  <a:pt x="237" y="186"/>
                </a:lnTo>
                <a:lnTo>
                  <a:pt x="335" y="215"/>
                </a:lnTo>
                <a:lnTo>
                  <a:pt x="364" y="118"/>
                </a:lnTo>
                <a:lnTo>
                  <a:pt x="336" y="11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3" name=""/>
          <p:cNvSpPr txBox="1"/>
          <p:nvPr/>
        </p:nvSpPr>
        <p:spPr>
          <a:xfrm>
            <a:off x="8276400" y="3041280"/>
            <a:ext cx="7750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1b2a6b"/>
                </a:solidFill>
                <a:latin typeface="Arial"/>
                <a:ea typeface="Arial"/>
              </a:rPr>
              <a:t>speciﬁcaties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4" name=""/>
          <p:cNvSpPr/>
          <p:nvPr/>
        </p:nvSpPr>
        <p:spPr>
          <a:xfrm>
            <a:off x="209520" y="3686040"/>
            <a:ext cx="4400640" cy="552600"/>
          </a:xfrm>
          <a:custGeom>
            <a:avLst/>
            <a:gdLst/>
            <a:ahLst/>
            <a:rect l="0" t="0" r="r" b="b"/>
            <a:pathLst>
              <a:path w="12224" h="1535">
                <a:moveTo>
                  <a:pt x="0" y="0"/>
                </a:moveTo>
                <a:lnTo>
                  <a:pt x="12224" y="0"/>
                </a:lnTo>
                <a:lnTo>
                  <a:pt x="12224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5" name=""/>
          <p:cNvSpPr/>
          <p:nvPr/>
        </p:nvSpPr>
        <p:spPr>
          <a:xfrm>
            <a:off x="209520" y="3686040"/>
            <a:ext cx="4400640" cy="38520"/>
          </a:xfrm>
          <a:custGeom>
            <a:avLst/>
            <a:gdLst/>
            <a:ahLst/>
            <a:rect l="0" t="0" r="r" b="b"/>
            <a:pathLst>
              <a:path w="12224" h="107">
                <a:moveTo>
                  <a:pt x="0" y="0"/>
                </a:moveTo>
                <a:lnTo>
                  <a:pt x="12224" y="0"/>
                </a:lnTo>
                <a:lnTo>
                  <a:pt x="12224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6" name=""/>
          <p:cNvSpPr/>
          <p:nvPr/>
        </p:nvSpPr>
        <p:spPr>
          <a:xfrm>
            <a:off x="209520" y="4228920"/>
            <a:ext cx="4400640" cy="9720"/>
          </a:xfrm>
          <a:custGeom>
            <a:avLst/>
            <a:gdLst/>
            <a:ahLst/>
            <a:rect l="0" t="0" r="r" b="b"/>
            <a:pathLst>
              <a:path w="12224" h="27">
                <a:moveTo>
                  <a:pt x="0" y="0"/>
                </a:moveTo>
                <a:lnTo>
                  <a:pt x="12224" y="0"/>
                </a:lnTo>
                <a:lnTo>
                  <a:pt x="12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7" name=""/>
          <p:cNvSpPr/>
          <p:nvPr/>
        </p:nvSpPr>
        <p:spPr>
          <a:xfrm>
            <a:off x="4600440" y="368604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106"/>
                </a:moveTo>
                <a:lnTo>
                  <a:pt x="0" y="1535"/>
                </a:lnTo>
                <a:lnTo>
                  <a:pt x="27" y="1535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8" name=""/>
          <p:cNvSpPr/>
          <p:nvPr/>
        </p:nvSpPr>
        <p:spPr>
          <a:xfrm>
            <a:off x="209520" y="368604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0" y="1535"/>
                </a:lnTo>
                <a:lnTo>
                  <a:pt x="27" y="1535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9" name=""/>
          <p:cNvSpPr/>
          <p:nvPr/>
        </p:nvSpPr>
        <p:spPr>
          <a:xfrm>
            <a:off x="356040" y="3802320"/>
            <a:ext cx="137520" cy="160200"/>
          </a:xfrm>
          <a:custGeom>
            <a:avLst/>
            <a:gdLst/>
            <a:ahLst/>
            <a:rect l="0" t="0" r="r" b="b"/>
            <a:pathLst>
              <a:path w="382" h="445">
                <a:moveTo>
                  <a:pt x="32" y="445"/>
                </a:moveTo>
                <a:lnTo>
                  <a:pt x="0" y="445"/>
                </a:lnTo>
                <a:lnTo>
                  <a:pt x="0" y="0"/>
                </a:lnTo>
                <a:lnTo>
                  <a:pt x="382" y="0"/>
                </a:lnTo>
                <a:lnTo>
                  <a:pt x="289" y="142"/>
                </a:lnTo>
                <a:lnTo>
                  <a:pt x="382" y="285"/>
                </a:lnTo>
                <a:lnTo>
                  <a:pt x="32" y="285"/>
                </a:lnTo>
                <a:lnTo>
                  <a:pt x="32" y="445"/>
                </a:lnTo>
                <a:moveTo>
                  <a:pt x="32" y="253"/>
                </a:moveTo>
                <a:lnTo>
                  <a:pt x="323" y="253"/>
                </a:lnTo>
                <a:lnTo>
                  <a:pt x="251" y="142"/>
                </a:lnTo>
                <a:lnTo>
                  <a:pt x="323" y="31"/>
                </a:lnTo>
                <a:lnTo>
                  <a:pt x="32" y="31"/>
                </a:lnTo>
                <a:lnTo>
                  <a:pt x="32" y="253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0" name=""/>
          <p:cNvSpPr txBox="1"/>
          <p:nvPr/>
        </p:nvSpPr>
        <p:spPr>
          <a:xfrm>
            <a:off x="3125520" y="3381480"/>
            <a:ext cx="36964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 </a:t>
            </a:r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volgende: leerroute 2 en 3, met instellingen en leveranciers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1" name=""/>
          <p:cNvSpPr txBox="1"/>
          <p:nvPr/>
        </p:nvSpPr>
        <p:spPr>
          <a:xfrm>
            <a:off x="512280" y="3826440"/>
            <a:ext cx="193464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Doel over twee maanden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2" name=""/>
          <p:cNvSpPr/>
          <p:nvPr/>
        </p:nvSpPr>
        <p:spPr>
          <a:xfrm>
            <a:off x="4724280" y="3686040"/>
            <a:ext cx="4401000" cy="552600"/>
          </a:xfrm>
          <a:custGeom>
            <a:avLst/>
            <a:gdLst/>
            <a:ahLst/>
            <a:rect l="0" t="0" r="r" b="b"/>
            <a:pathLst>
              <a:path w="12225" h="1535">
                <a:moveTo>
                  <a:pt x="0" y="0"/>
                </a:moveTo>
                <a:lnTo>
                  <a:pt x="12225" y="0"/>
                </a:lnTo>
                <a:lnTo>
                  <a:pt x="12225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3" name=""/>
          <p:cNvSpPr/>
          <p:nvPr/>
        </p:nvSpPr>
        <p:spPr>
          <a:xfrm>
            <a:off x="4724280" y="3686040"/>
            <a:ext cx="4401000" cy="38520"/>
          </a:xfrm>
          <a:custGeom>
            <a:avLst/>
            <a:gdLst/>
            <a:ahLst/>
            <a:rect l="0" t="0" r="r" b="b"/>
            <a:pathLst>
              <a:path w="12225" h="107">
                <a:moveTo>
                  <a:pt x="0" y="0"/>
                </a:moveTo>
                <a:lnTo>
                  <a:pt x="12225" y="0"/>
                </a:lnTo>
                <a:lnTo>
                  <a:pt x="1222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4" name=""/>
          <p:cNvSpPr/>
          <p:nvPr/>
        </p:nvSpPr>
        <p:spPr>
          <a:xfrm>
            <a:off x="4724280" y="4228920"/>
            <a:ext cx="4401000" cy="9720"/>
          </a:xfrm>
          <a:custGeom>
            <a:avLst/>
            <a:gdLst/>
            <a:ahLst/>
            <a:rect l="0" t="0" r="r" b="b"/>
            <a:pathLst>
              <a:path w="12225" h="27">
                <a:moveTo>
                  <a:pt x="0" y="0"/>
                </a:moveTo>
                <a:lnTo>
                  <a:pt x="12225" y="0"/>
                </a:lnTo>
                <a:lnTo>
                  <a:pt x="122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5" name=""/>
          <p:cNvSpPr/>
          <p:nvPr/>
        </p:nvSpPr>
        <p:spPr>
          <a:xfrm>
            <a:off x="9115200" y="368604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106"/>
                </a:moveTo>
                <a:lnTo>
                  <a:pt x="0" y="1535"/>
                </a:lnTo>
                <a:lnTo>
                  <a:pt x="28" y="1535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6" name=""/>
          <p:cNvSpPr/>
          <p:nvPr/>
        </p:nvSpPr>
        <p:spPr>
          <a:xfrm>
            <a:off x="4724280" y="368604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0" y="1535"/>
                </a:lnTo>
                <a:lnTo>
                  <a:pt x="27" y="1535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7" name=""/>
          <p:cNvSpPr/>
          <p:nvPr/>
        </p:nvSpPr>
        <p:spPr>
          <a:xfrm>
            <a:off x="4859640" y="3796560"/>
            <a:ext cx="160200" cy="165960"/>
          </a:xfrm>
          <a:custGeom>
            <a:avLst/>
            <a:gdLst/>
            <a:ahLst/>
            <a:rect l="0" t="0" r="r" b="b"/>
            <a:pathLst>
              <a:path w="445" h="461">
                <a:moveTo>
                  <a:pt x="96" y="127"/>
                </a:moveTo>
                <a:cubicBezTo>
                  <a:pt x="87" y="127"/>
                  <a:pt x="79" y="125"/>
                  <a:pt x="71" y="122"/>
                </a:cubicBezTo>
                <a:cubicBezTo>
                  <a:pt x="64" y="119"/>
                  <a:pt x="57" y="114"/>
                  <a:pt x="51" y="108"/>
                </a:cubicBezTo>
                <a:cubicBezTo>
                  <a:pt x="45" y="102"/>
                  <a:pt x="39" y="95"/>
                  <a:pt x="36" y="88"/>
                </a:cubicBezTo>
                <a:cubicBezTo>
                  <a:pt x="33" y="80"/>
                  <a:pt x="31" y="72"/>
                  <a:pt x="31" y="63"/>
                </a:cubicBezTo>
                <a:cubicBezTo>
                  <a:pt x="31" y="55"/>
                  <a:pt x="33" y="47"/>
                  <a:pt x="36" y="39"/>
                </a:cubicBezTo>
                <a:cubicBezTo>
                  <a:pt x="39" y="31"/>
                  <a:pt x="45" y="24"/>
                  <a:pt x="51" y="18"/>
                </a:cubicBezTo>
                <a:cubicBezTo>
                  <a:pt x="57" y="12"/>
                  <a:pt x="64" y="8"/>
                  <a:pt x="71" y="5"/>
                </a:cubicBezTo>
                <a:cubicBezTo>
                  <a:pt x="79" y="1"/>
                  <a:pt x="87" y="0"/>
                  <a:pt x="96" y="0"/>
                </a:cubicBezTo>
                <a:cubicBezTo>
                  <a:pt x="104" y="0"/>
                  <a:pt x="112" y="1"/>
                  <a:pt x="120" y="5"/>
                </a:cubicBezTo>
                <a:cubicBezTo>
                  <a:pt x="128" y="8"/>
                  <a:pt x="135" y="12"/>
                  <a:pt x="141" y="18"/>
                </a:cubicBezTo>
                <a:cubicBezTo>
                  <a:pt x="147" y="24"/>
                  <a:pt x="151" y="31"/>
                  <a:pt x="154" y="39"/>
                </a:cubicBezTo>
                <a:cubicBezTo>
                  <a:pt x="158" y="47"/>
                  <a:pt x="159" y="55"/>
                  <a:pt x="159" y="63"/>
                </a:cubicBezTo>
                <a:cubicBezTo>
                  <a:pt x="159" y="72"/>
                  <a:pt x="158" y="80"/>
                  <a:pt x="154" y="88"/>
                </a:cubicBezTo>
                <a:cubicBezTo>
                  <a:pt x="151" y="95"/>
                  <a:pt x="147" y="102"/>
                  <a:pt x="141" y="108"/>
                </a:cubicBezTo>
                <a:cubicBezTo>
                  <a:pt x="135" y="114"/>
                  <a:pt x="128" y="119"/>
                  <a:pt x="120" y="122"/>
                </a:cubicBezTo>
                <a:cubicBezTo>
                  <a:pt x="112" y="125"/>
                  <a:pt x="104" y="127"/>
                  <a:pt x="96" y="127"/>
                </a:cubicBezTo>
                <a:moveTo>
                  <a:pt x="96" y="32"/>
                </a:moveTo>
                <a:cubicBezTo>
                  <a:pt x="87" y="32"/>
                  <a:pt x="79" y="35"/>
                  <a:pt x="73" y="41"/>
                </a:cubicBezTo>
                <a:cubicBezTo>
                  <a:pt x="67" y="47"/>
                  <a:pt x="64" y="54"/>
                  <a:pt x="64" y="63"/>
                </a:cubicBezTo>
                <a:cubicBezTo>
                  <a:pt x="64" y="72"/>
                  <a:pt x="67" y="79"/>
                  <a:pt x="73" y="86"/>
                </a:cubicBezTo>
                <a:cubicBezTo>
                  <a:pt x="79" y="92"/>
                  <a:pt x="87" y="95"/>
                  <a:pt x="96" y="95"/>
                </a:cubicBezTo>
                <a:cubicBezTo>
                  <a:pt x="104" y="95"/>
                  <a:pt x="112" y="92"/>
                  <a:pt x="118" y="86"/>
                </a:cubicBezTo>
                <a:cubicBezTo>
                  <a:pt x="124" y="79"/>
                  <a:pt x="127" y="72"/>
                  <a:pt x="127" y="63"/>
                </a:cubicBezTo>
                <a:cubicBezTo>
                  <a:pt x="127" y="54"/>
                  <a:pt x="124" y="47"/>
                  <a:pt x="118" y="41"/>
                </a:cubicBezTo>
                <a:cubicBezTo>
                  <a:pt x="112" y="35"/>
                  <a:pt x="104" y="32"/>
                  <a:pt x="96" y="32"/>
                </a:cubicBezTo>
                <a:moveTo>
                  <a:pt x="350" y="127"/>
                </a:moveTo>
                <a:cubicBezTo>
                  <a:pt x="341" y="127"/>
                  <a:pt x="333" y="125"/>
                  <a:pt x="325" y="122"/>
                </a:cubicBezTo>
                <a:cubicBezTo>
                  <a:pt x="317" y="119"/>
                  <a:pt x="311" y="114"/>
                  <a:pt x="305" y="108"/>
                </a:cubicBezTo>
                <a:cubicBezTo>
                  <a:pt x="299" y="102"/>
                  <a:pt x="294" y="95"/>
                  <a:pt x="291" y="88"/>
                </a:cubicBezTo>
                <a:cubicBezTo>
                  <a:pt x="288" y="80"/>
                  <a:pt x="286" y="72"/>
                  <a:pt x="286" y="63"/>
                </a:cubicBezTo>
                <a:cubicBezTo>
                  <a:pt x="286" y="55"/>
                  <a:pt x="288" y="47"/>
                  <a:pt x="291" y="39"/>
                </a:cubicBezTo>
                <a:cubicBezTo>
                  <a:pt x="294" y="31"/>
                  <a:pt x="299" y="24"/>
                  <a:pt x="305" y="18"/>
                </a:cubicBezTo>
                <a:cubicBezTo>
                  <a:pt x="311" y="12"/>
                  <a:pt x="317" y="8"/>
                  <a:pt x="325" y="5"/>
                </a:cubicBezTo>
                <a:cubicBezTo>
                  <a:pt x="333" y="1"/>
                  <a:pt x="341" y="0"/>
                  <a:pt x="350" y="0"/>
                </a:cubicBezTo>
                <a:cubicBezTo>
                  <a:pt x="358" y="0"/>
                  <a:pt x="366" y="1"/>
                  <a:pt x="374" y="5"/>
                </a:cubicBezTo>
                <a:cubicBezTo>
                  <a:pt x="382" y="8"/>
                  <a:pt x="388" y="12"/>
                  <a:pt x="394" y="18"/>
                </a:cubicBezTo>
                <a:cubicBezTo>
                  <a:pt x="400" y="24"/>
                  <a:pt x="405" y="31"/>
                  <a:pt x="408" y="39"/>
                </a:cubicBezTo>
                <a:cubicBezTo>
                  <a:pt x="411" y="47"/>
                  <a:pt x="413" y="55"/>
                  <a:pt x="413" y="63"/>
                </a:cubicBezTo>
                <a:cubicBezTo>
                  <a:pt x="413" y="72"/>
                  <a:pt x="411" y="80"/>
                  <a:pt x="408" y="88"/>
                </a:cubicBezTo>
                <a:cubicBezTo>
                  <a:pt x="405" y="95"/>
                  <a:pt x="400" y="102"/>
                  <a:pt x="394" y="108"/>
                </a:cubicBezTo>
                <a:cubicBezTo>
                  <a:pt x="388" y="114"/>
                  <a:pt x="382" y="119"/>
                  <a:pt x="374" y="122"/>
                </a:cubicBezTo>
                <a:cubicBezTo>
                  <a:pt x="366" y="125"/>
                  <a:pt x="358" y="127"/>
                  <a:pt x="350" y="127"/>
                </a:cubicBezTo>
                <a:moveTo>
                  <a:pt x="350" y="32"/>
                </a:moveTo>
                <a:cubicBezTo>
                  <a:pt x="341" y="32"/>
                  <a:pt x="333" y="35"/>
                  <a:pt x="327" y="41"/>
                </a:cubicBezTo>
                <a:cubicBezTo>
                  <a:pt x="321" y="47"/>
                  <a:pt x="318" y="54"/>
                  <a:pt x="318" y="63"/>
                </a:cubicBezTo>
                <a:cubicBezTo>
                  <a:pt x="318" y="72"/>
                  <a:pt x="321" y="79"/>
                  <a:pt x="327" y="86"/>
                </a:cubicBezTo>
                <a:cubicBezTo>
                  <a:pt x="333" y="92"/>
                  <a:pt x="341" y="95"/>
                  <a:pt x="350" y="95"/>
                </a:cubicBezTo>
                <a:cubicBezTo>
                  <a:pt x="358" y="95"/>
                  <a:pt x="366" y="92"/>
                  <a:pt x="372" y="86"/>
                </a:cubicBezTo>
                <a:cubicBezTo>
                  <a:pt x="378" y="79"/>
                  <a:pt x="381" y="72"/>
                  <a:pt x="381" y="63"/>
                </a:cubicBezTo>
                <a:cubicBezTo>
                  <a:pt x="381" y="54"/>
                  <a:pt x="378" y="47"/>
                  <a:pt x="372" y="41"/>
                </a:cubicBezTo>
                <a:cubicBezTo>
                  <a:pt x="366" y="35"/>
                  <a:pt x="358" y="32"/>
                  <a:pt x="350" y="32"/>
                </a:cubicBezTo>
                <a:moveTo>
                  <a:pt x="381" y="461"/>
                </a:moveTo>
                <a:lnTo>
                  <a:pt x="318" y="461"/>
                </a:lnTo>
                <a:cubicBezTo>
                  <a:pt x="309" y="461"/>
                  <a:pt x="302" y="458"/>
                  <a:pt x="295" y="452"/>
                </a:cubicBezTo>
                <a:cubicBezTo>
                  <a:pt x="289" y="445"/>
                  <a:pt x="286" y="438"/>
                  <a:pt x="286" y="429"/>
                </a:cubicBezTo>
                <a:lnTo>
                  <a:pt x="286" y="318"/>
                </a:lnTo>
                <a:lnTo>
                  <a:pt x="318" y="318"/>
                </a:lnTo>
                <a:lnTo>
                  <a:pt x="318" y="429"/>
                </a:lnTo>
                <a:lnTo>
                  <a:pt x="381" y="429"/>
                </a:lnTo>
                <a:lnTo>
                  <a:pt x="381" y="286"/>
                </a:lnTo>
                <a:lnTo>
                  <a:pt x="413" y="286"/>
                </a:lnTo>
                <a:lnTo>
                  <a:pt x="413" y="190"/>
                </a:lnTo>
                <a:cubicBezTo>
                  <a:pt x="413" y="186"/>
                  <a:pt x="411" y="182"/>
                  <a:pt x="408" y="179"/>
                </a:cubicBezTo>
                <a:cubicBezTo>
                  <a:pt x="405" y="176"/>
                  <a:pt x="402" y="174"/>
                  <a:pt x="397" y="174"/>
                </a:cubicBezTo>
                <a:lnTo>
                  <a:pt x="295" y="174"/>
                </a:lnTo>
                <a:lnTo>
                  <a:pt x="223" y="302"/>
                </a:lnTo>
                <a:lnTo>
                  <a:pt x="150" y="174"/>
                </a:lnTo>
                <a:lnTo>
                  <a:pt x="48" y="174"/>
                </a:lnTo>
                <a:cubicBezTo>
                  <a:pt x="44" y="174"/>
                  <a:pt x="39" y="176"/>
                  <a:pt x="36" y="179"/>
                </a:cubicBezTo>
                <a:cubicBezTo>
                  <a:pt x="33" y="182"/>
                  <a:pt x="31" y="186"/>
                  <a:pt x="31" y="190"/>
                </a:cubicBezTo>
                <a:lnTo>
                  <a:pt x="31" y="286"/>
                </a:lnTo>
                <a:lnTo>
                  <a:pt x="64" y="286"/>
                </a:lnTo>
                <a:lnTo>
                  <a:pt x="64" y="429"/>
                </a:lnTo>
                <a:lnTo>
                  <a:pt x="127" y="429"/>
                </a:lnTo>
                <a:lnTo>
                  <a:pt x="127" y="318"/>
                </a:lnTo>
                <a:lnTo>
                  <a:pt x="159" y="318"/>
                </a:lnTo>
                <a:lnTo>
                  <a:pt x="159" y="429"/>
                </a:lnTo>
                <a:cubicBezTo>
                  <a:pt x="159" y="438"/>
                  <a:pt x="156" y="445"/>
                  <a:pt x="150" y="452"/>
                </a:cubicBezTo>
                <a:cubicBezTo>
                  <a:pt x="144" y="458"/>
                  <a:pt x="136" y="461"/>
                  <a:pt x="127" y="461"/>
                </a:cubicBezTo>
                <a:lnTo>
                  <a:pt x="64" y="461"/>
                </a:lnTo>
                <a:cubicBezTo>
                  <a:pt x="55" y="461"/>
                  <a:pt x="48" y="458"/>
                  <a:pt x="41" y="452"/>
                </a:cubicBezTo>
                <a:cubicBezTo>
                  <a:pt x="34" y="445"/>
                  <a:pt x="31" y="438"/>
                  <a:pt x="31" y="429"/>
                </a:cubicBezTo>
                <a:lnTo>
                  <a:pt x="31" y="318"/>
                </a:lnTo>
                <a:cubicBezTo>
                  <a:pt x="22" y="318"/>
                  <a:pt x="15" y="315"/>
                  <a:pt x="9" y="309"/>
                </a:cubicBezTo>
                <a:cubicBezTo>
                  <a:pt x="3" y="303"/>
                  <a:pt x="0" y="295"/>
                  <a:pt x="0" y="286"/>
                </a:cubicBezTo>
                <a:lnTo>
                  <a:pt x="0" y="190"/>
                </a:lnTo>
                <a:cubicBezTo>
                  <a:pt x="0" y="184"/>
                  <a:pt x="1" y="178"/>
                  <a:pt x="3" y="172"/>
                </a:cubicBezTo>
                <a:cubicBezTo>
                  <a:pt x="6" y="166"/>
                  <a:pt x="9" y="161"/>
                  <a:pt x="13" y="157"/>
                </a:cubicBezTo>
                <a:cubicBezTo>
                  <a:pt x="18" y="152"/>
                  <a:pt x="23" y="149"/>
                  <a:pt x="29" y="146"/>
                </a:cubicBezTo>
                <a:cubicBezTo>
                  <a:pt x="35" y="144"/>
                  <a:pt x="41" y="143"/>
                  <a:pt x="48" y="143"/>
                </a:cubicBezTo>
                <a:lnTo>
                  <a:pt x="168" y="143"/>
                </a:lnTo>
                <a:lnTo>
                  <a:pt x="223" y="238"/>
                </a:lnTo>
                <a:lnTo>
                  <a:pt x="277" y="143"/>
                </a:lnTo>
                <a:lnTo>
                  <a:pt x="397" y="143"/>
                </a:lnTo>
                <a:cubicBezTo>
                  <a:pt x="403" y="143"/>
                  <a:pt x="410" y="144"/>
                  <a:pt x="415" y="146"/>
                </a:cubicBezTo>
                <a:cubicBezTo>
                  <a:pt x="421" y="149"/>
                  <a:pt x="426" y="152"/>
                  <a:pt x="431" y="157"/>
                </a:cubicBezTo>
                <a:cubicBezTo>
                  <a:pt x="435" y="161"/>
                  <a:pt x="439" y="166"/>
                  <a:pt x="441" y="172"/>
                </a:cubicBezTo>
                <a:cubicBezTo>
                  <a:pt x="444" y="178"/>
                  <a:pt x="445" y="184"/>
                  <a:pt x="445" y="190"/>
                </a:cubicBezTo>
                <a:lnTo>
                  <a:pt x="445" y="286"/>
                </a:lnTo>
                <a:cubicBezTo>
                  <a:pt x="445" y="295"/>
                  <a:pt x="442" y="303"/>
                  <a:pt x="435" y="309"/>
                </a:cubicBezTo>
                <a:cubicBezTo>
                  <a:pt x="429" y="315"/>
                  <a:pt x="422" y="318"/>
                  <a:pt x="413" y="318"/>
                </a:cubicBezTo>
                <a:lnTo>
                  <a:pt x="413" y="429"/>
                </a:lnTo>
                <a:cubicBezTo>
                  <a:pt x="413" y="438"/>
                  <a:pt x="410" y="445"/>
                  <a:pt x="404" y="452"/>
                </a:cubicBezTo>
                <a:cubicBezTo>
                  <a:pt x="398" y="458"/>
                  <a:pt x="390" y="461"/>
                  <a:pt x="381" y="461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8" name=""/>
          <p:cNvSpPr txBox="1"/>
          <p:nvPr/>
        </p:nvSpPr>
        <p:spPr>
          <a:xfrm>
            <a:off x="329400" y="4004640"/>
            <a:ext cx="33717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reviewbare interactieketenspeciﬁcatie, met leveranciers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9" name=""/>
          <p:cNvSpPr txBox="1"/>
          <p:nvPr/>
        </p:nvSpPr>
        <p:spPr>
          <a:xfrm>
            <a:off x="5027040" y="3826440"/>
            <a:ext cx="331236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Verbinden met andere pijlers binnen Npuls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0" name=""/>
          <p:cNvSpPr txBox="1"/>
          <p:nvPr/>
        </p:nvSpPr>
        <p:spPr>
          <a:xfrm>
            <a:off x="4844160" y="4004640"/>
            <a:ext cx="21448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eduXchange, eduID, leeruitkomsten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