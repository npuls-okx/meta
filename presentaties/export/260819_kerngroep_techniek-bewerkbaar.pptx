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svg" ContentType="image/svg+xml"/>
  <Override PartName="/docProps/app.xml" ContentType="application/vnd.openxmlformats-officedocument.extended-properties+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6.xml" ContentType="application/vnd.openxmlformats-officedocument.theme+xml"/>
  <Override PartName="/ppt/theme/theme5.xml" ContentType="application/vnd.openxmlformats-officedocument.theme+xml"/>
  <Override PartName="/ppt/theme/theme4.xml" ContentType="application/vnd.openxmlformats-officedocument.theme+xml"/>
  <Override PartName="/ppt/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embedTrueTypeFonts="1" showSpecialPlsOnTitleSld="0">
  <p:sldMasterIdLst>
    <p:sldMasterId id="2147483648" r:id="rId4"/>
    <p:sldMasterId id="2147483740" r:id="rId5"/>
    <p:sldMasterId id="2147483758" r:id="rId6"/>
    <p:sldMasterId id="2147483776" r:id="rId7"/>
    <p:sldMasterId id="2147483794" r:id="rId8"/>
    <p:sldMasterId id="2147483738" r:id="rId9"/>
  </p:sldMasterIdLst>
  <p:sldIdLst>
    <p:sldId id="256" r:id="rId10"/>
    <p:sldId id="257" r:id="rId11"/>
    <p:sldId id="258" r:id="rId12"/>
    <p:sldId id="259" r:id="rId13"/>
    <p:sldId id="260" r:id="rId14"/>
    <p:sldId id="261" r:id="rId15"/>
    <p:sldId id="262" r:id="rId16"/>
    <p:sldId id="263" r:id="rId17"/>
    <p:sldId id="264" r:id="rId18"/>
    <p:sldId id="265" r:id="rId19"/>
    <p:sldId id="266" r:id="rId20"/>
    <p:sldId id="267" r:id="rId21"/>
    <p:sldId id="268" r:id="rId22"/>
    <p:sldId id="269" r:id="rId23"/>
    <p:sldId id="270" r:id="rId24"/>
    <p:sldId id="271" r:id="rId25"/>
    <p:sldId id="272" r:id="rId26"/>
    <p:sldId id="273" r:id="rId27"/>
    <p:sldId id="274" r:id="rId28"/>
    <p:sldId id="275" r:id="rId29"/>
    <p:sldId id="276" r:id="rId30"/>
    <p:sldId id="277" r:id="rId31"/>
    <p:sldId id="278" r:id="rId32"/>
    <p:sldId id="279" r:id="rId33"/>
    <p:sldId id="280" r:id="rId34"/>
  </p:sldIdLst>
  <p:sldSz cx="12192000" cy="6858000"/>
  <p:notesSz cx="6858000" cy="9144000"/>
  <p:embeddedFontLst>
    <p:embeddedFont>
      <p:font charset="0" panose="0208050304030B020404" pitchFamily="18" typeface="Cooper Lt BT"/>
      <p:regular r:id="rId36"/>
    </p:embeddedFont>
    <p:embeddedFont>
      <p:font charset="0" pitchFamily="50" typeface="General Sans"/>
      <p:regular r:id="rId37"/>
      <p:bold r:id="rId38"/>
      <p:italic r:id="rId39"/>
      <p:boldItalic r:id="rId40"/>
    </p:embeddedFont>
    <p:embeddedFont>
      <p:font charset="0" pitchFamily="50" typeface="General Sans Semibold"/>
      <p:regular r:id="rId41"/>
      <p:bold r:id="rId42"/>
    </p:embeddedFont>
  </p:embeddedFontLst>
  <p:defaultTextStyle>
    <a:defPPr>
      <a:defRPr lang="en-NL"/>
    </a:defPPr>
    <a:lvl1pPr algn="l" defTabSz="914400" eaLnBrk="1" hangingPunct="1" latinLnBrk="0" marL="0" rtl="0">
      <a:defRPr kern="1200" sz="1800">
        <a:solidFill>
          <a:schemeClr val="tx1"/>
        </a:solidFill>
        <a:latin typeface="+mn-lt"/>
        <a:ea typeface="+mn-ea"/>
        <a:cs typeface="+mn-cs"/>
      </a:defRPr>
    </a:lvl1pPr>
    <a:lvl2pPr algn="l" defTabSz="914400" eaLnBrk="1" hangingPunct="1" latinLnBrk="0" marL="457200" rtl="0">
      <a:defRPr kern="1200" sz="1800">
        <a:solidFill>
          <a:schemeClr val="tx1"/>
        </a:solidFill>
        <a:latin typeface="+mn-lt"/>
        <a:ea typeface="+mn-ea"/>
        <a:cs typeface="+mn-cs"/>
      </a:defRPr>
    </a:lvl2pPr>
    <a:lvl3pPr algn="l" defTabSz="914400" eaLnBrk="1" hangingPunct="1" latinLnBrk="0" marL="914400" rtl="0">
      <a:defRPr kern="1200" sz="1800">
        <a:solidFill>
          <a:schemeClr val="tx1"/>
        </a:solidFill>
        <a:latin typeface="+mn-lt"/>
        <a:ea typeface="+mn-ea"/>
        <a:cs typeface="+mn-cs"/>
      </a:defRPr>
    </a:lvl3pPr>
    <a:lvl4pPr algn="l" defTabSz="914400" eaLnBrk="1" hangingPunct="1" latinLnBrk="0" marL="1371600" rtl="0">
      <a:defRPr kern="1200" sz="1800">
        <a:solidFill>
          <a:schemeClr val="tx1"/>
        </a:solidFill>
        <a:latin typeface="+mn-lt"/>
        <a:ea typeface="+mn-ea"/>
        <a:cs typeface="+mn-cs"/>
      </a:defRPr>
    </a:lvl4pPr>
    <a:lvl5pPr algn="l" defTabSz="914400" eaLnBrk="1" hangingPunct="1" latinLnBrk="0" marL="1828800" rtl="0">
      <a:defRPr kern="1200" sz="1800">
        <a:solidFill>
          <a:schemeClr val="tx1"/>
        </a:solidFill>
        <a:latin typeface="+mn-lt"/>
        <a:ea typeface="+mn-ea"/>
        <a:cs typeface="+mn-cs"/>
      </a:defRPr>
    </a:lvl5pPr>
    <a:lvl6pPr algn="l" defTabSz="914400" eaLnBrk="1" hangingPunct="1" latinLnBrk="0" marL="2286000" rtl="0">
      <a:defRPr kern="1200" sz="1800">
        <a:solidFill>
          <a:schemeClr val="tx1"/>
        </a:solidFill>
        <a:latin typeface="+mn-lt"/>
        <a:ea typeface="+mn-ea"/>
        <a:cs typeface="+mn-cs"/>
      </a:defRPr>
    </a:lvl6pPr>
    <a:lvl7pPr algn="l" defTabSz="914400" eaLnBrk="1" hangingPunct="1" latinLnBrk="0" marL="2743200" rtl="0">
      <a:defRPr kern="1200" sz="1800">
        <a:solidFill>
          <a:schemeClr val="tx1"/>
        </a:solidFill>
        <a:latin typeface="+mn-lt"/>
        <a:ea typeface="+mn-ea"/>
        <a:cs typeface="+mn-cs"/>
      </a:defRPr>
    </a:lvl7pPr>
    <a:lvl8pPr algn="l" defTabSz="914400" eaLnBrk="1" hangingPunct="1" latinLnBrk="0" marL="3200400" rtl="0">
      <a:defRPr kern="1200" sz="1800">
        <a:solidFill>
          <a:schemeClr val="tx1"/>
        </a:solidFill>
        <a:latin typeface="+mn-lt"/>
        <a:ea typeface="+mn-ea"/>
        <a:cs typeface="+mn-cs"/>
      </a:defRPr>
    </a:lvl8pPr>
    <a:lvl9pPr algn="l" defTabSz="914400" eaLnBrk="1" hangingPunct="1" latinLnBrk="0" marL="3657600" rtl="0">
      <a:defRPr kern="1200" sz="1800">
        <a:solidFill>
          <a:schemeClr val="tx1"/>
        </a:solidFill>
        <a:latin typeface="+mn-lt"/>
        <a:ea typeface="+mn-ea"/>
        <a:cs typeface="+mn-cs"/>
      </a:defRPr>
    </a:lvl9pPr>
  </p:defaultTextStyle>
  <p:extLst>
    <p:ext uri="{521415D9-36F7-43E2-AB2F-B90AF26B5E84}">
      <p14:sectionLst xmlns:p14="http://schemas.microsoft.com/office/powerpoint/2010/main">
        <p14:section id="{1A037AEA-AB4B-488B-B557-B7307E8A07B5}" name="Presentatie">
          <p14:sldIdLst>
            <p14:sldId id="360"/>
            <p14:sldId id="309"/>
            <p14:sldId id="322"/>
            <p14:sldId id="350"/>
            <p14:sldId id="356"/>
            <p14:sldId id="315"/>
            <p14:sldId id="320"/>
            <p14:sldId id="323"/>
            <p14:sldId id="310"/>
            <p14:sldId id="311"/>
            <p14:sldId id="317"/>
            <p14:sldId id="318"/>
            <p14:sldId id="324"/>
            <p14:sldId id="325"/>
            <p14:sldId id="327"/>
            <p14:sldId id="358"/>
            <p14:sldId id="354"/>
          </p14:sldIdLst>
        </p14:section>
        <p14:section id="{C9AB438D-2755-4B47-9664-02668DF100E1}" name="Dingen om te kopiëren">
          <p14:sldIdLst>
            <p14:sldId id="262"/>
            <p14:sldId id="304"/>
          </p14:sldIdLst>
        </p14:section>
        <p14:section id="{22421690-AC93-4D23-9C5E-D82FC6F641F4}" name="Tips">
          <p14:sldIdLst>
            <p14:sldId id="288"/>
          </p14:sldIdLst>
        </p14:section>
        <p14:section id="{87C13BBB-1F37-45FE-A024-28D6A10E2165}" name="Voorbeeldpresentatie">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D784B"/>
    <a:srgbClr val="F4D9DC"/>
    <a:srgbClr val="00AF81"/>
    <a:srgbClr val="F4D74B"/>
    <a:srgbClr val="FFFFFF"/>
    <a:srgbClr val="3D68EC"/>
    <a:srgbClr val="B7E3E5"/>
    <a:srgbClr val="1C2D5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72833802-FEF1-4C79-8D5D-14CF1EAF98D9}">
  <a:tblStyle styleId="{5C22544A-7EE6-4342-B048-85BDC9FD1C3A}" styleName="Stijl, gemiddeld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2833802-FEF1-4C79-8D5D-14CF1EAF98D9}" styleName="Stijl, licht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912C8C85-51F0-491E-9774-3900AFEF0FD7}" styleName="Stijl, licht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ED083AE6-46FA-4A59-8FB0-9F97EB10719F}" styleName="Stijl, licht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BC89EF96-8CEA-46FF-86C4-4CE0E7609802}" styleName="Stijl, licht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D113A9D2-9D6B-4929-AA2D-F23B5EE8CBE7}" styleName="Stijl, thema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B301B821-A1FF-4177-AEE7-76D212191A09}" styleName="Stijl, gemiddeld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p="http://schemas.openxmlformats.org/presentationml/2006/main" xmlns:r="http://schemas.openxmlformats.org/officeDocument/2006/relationships">
  <p:normalViewPr horzBarState="maximized">
    <p:restoredLeft autoAdjust="0" sz="14996"/>
    <p:restoredTop autoAdjust="0" sz="94690"/>
  </p:normalViewPr>
  <p:slideViewPr>
    <p:cSldViewPr snapToGrid="0">
      <p:cViewPr varScale="1">
        <p:scale>
          <a:sx d="100" n="79"/>
          <a:sy d="100" n="79"/>
        </p:scale>
        <p:origin x="43" y="43"/>
      </p:cViewPr>
      <p:guideLst/>
    </p:cSldViewPr>
  </p:slideViewPr>
  <p:outlineViewPr>
    <p:cViewPr>
      <p:scale>
        <a:sx d="100" n="33"/>
        <a:sy d="100" n="33"/>
      </p:scale>
      <p:origin x="0" y="0"/>
    </p:cViewPr>
  </p:outlineViewPr>
  <p:notesTextViewPr>
    <p:cViewPr>
      <p:scale>
        <a:sx d="1" n="1"/>
        <a:sy d="1" n="1"/>
      </p:scale>
      <p:origin x="0" y="0"/>
    </p:cViewPr>
  </p:notesTextViewPr>
  <p:notesViewPr>
    <p:cSldViewPr snapToGrid="0">
      <p:cViewPr varScale="1">
        <p:scale>
          <a:sx d="100" n="89"/>
          <a:sy d="100" n="89"/>
        </p:scale>
        <p:origin x="4114" y="96"/>
      </p:cViewPr>
      <p:guideLst/>
    </p:cSldViewPr>
  </p:notesViewPr>
  <p:gridSpacing cx="72008" cy="72008"/>
</p:viewPr>
</file>

<file path=ppt/_rels/presentation.xml.rels><?xml version="1.0" encoding="UTF-8"?><Relationships xmlns="http://schemas.openxmlformats.org/package/2006/relationships"><Relationship Id="rId10" Type="http://schemas.openxmlformats.org/officeDocument/2006/relationships/slide" Target="slides/slide1.xml" /><Relationship Id="rId11" Type="http://schemas.openxmlformats.org/officeDocument/2006/relationships/slide" Target="slides/slide2.xml" /><Relationship Id="rId12" Type="http://schemas.openxmlformats.org/officeDocument/2006/relationships/slide" Target="slides/slide3.xml" /><Relationship Id="rId13" Type="http://schemas.openxmlformats.org/officeDocument/2006/relationships/slide" Target="slides/slide4.xml" /><Relationship Id="rId14" Type="http://schemas.openxmlformats.org/officeDocument/2006/relationships/slide" Target="slides/slide5.xml" /><Relationship Id="rId15" Type="http://schemas.openxmlformats.org/officeDocument/2006/relationships/slide" Target="slides/slide6.xml" /><Relationship Id="rId16" Type="http://schemas.openxmlformats.org/officeDocument/2006/relationships/slide" Target="slides/slide7.xml" /><Relationship Id="rId17" Type="http://schemas.openxmlformats.org/officeDocument/2006/relationships/slide" Target="slides/slide8.xml" /><Relationship Id="rId18" Type="http://schemas.openxmlformats.org/officeDocument/2006/relationships/slide" Target="slides/slide9.xml" /><Relationship Id="rId19" Type="http://schemas.openxmlformats.org/officeDocument/2006/relationships/slide" Target="slides/slide10.xml" /><Relationship Id="rId20" Type="http://schemas.openxmlformats.org/officeDocument/2006/relationships/slide" Target="slides/slide11.xml" /><Relationship Id="rId21" Type="http://schemas.openxmlformats.org/officeDocument/2006/relationships/slide" Target="slides/slide12.xml" /><Relationship Id="rId22" Type="http://schemas.openxmlformats.org/officeDocument/2006/relationships/slide" Target="slides/slide13.xml" /><Relationship Id="rId23" Type="http://schemas.openxmlformats.org/officeDocument/2006/relationships/slide" Target="slides/slide14.xml" /><Relationship Id="rId24" Type="http://schemas.openxmlformats.org/officeDocument/2006/relationships/slide" Target="slides/slide15.xml" /><Relationship Id="rId25" Type="http://schemas.openxmlformats.org/officeDocument/2006/relationships/slide" Target="slides/slide16.xml" /><Relationship Id="rId26" Type="http://schemas.openxmlformats.org/officeDocument/2006/relationships/slide" Target="slides/slide17.xml" /><Relationship Id="rId27" Type="http://schemas.openxmlformats.org/officeDocument/2006/relationships/slide" Target="slides/slide18.xml" /><Relationship Id="rId28" Type="http://schemas.openxmlformats.org/officeDocument/2006/relationships/slide" Target="slides/slide19.xml" /><Relationship Id="rId29" Type="http://schemas.openxmlformats.org/officeDocument/2006/relationships/slide" Target="slides/slide20.xml" /><Relationship Id="rId30" Type="http://schemas.openxmlformats.org/officeDocument/2006/relationships/slide" Target="slides/slide21.xml" /><Relationship Id="rId31" Type="http://schemas.openxmlformats.org/officeDocument/2006/relationships/slide" Target="slides/slide22.xml" /><Relationship Id="rId32" Type="http://schemas.openxmlformats.org/officeDocument/2006/relationships/slide" Target="slides/slide23.xml" /><Relationship Id="rId33" Type="http://schemas.openxmlformats.org/officeDocument/2006/relationships/slide" Target="slides/slide24.xml" /><Relationship Id="rId34" Type="http://schemas.openxmlformats.org/officeDocument/2006/relationships/slide" Target="slides/slide25.xml" /><Relationship Id="rId43" Type="http://schemas.openxmlformats.org/officeDocument/2006/relationships/presProps" Target="presProps.xml" /><Relationship Id="rId38" Type="http://schemas.openxmlformats.org/officeDocument/2006/relationships/font" Target="fonts/font3.fntdata" /><Relationship Id="rId46" Type="http://schemas.openxmlformats.org/officeDocument/2006/relationships/tableStyles" Target="tableStyles.xml" /><Relationship Id="rId7" Type="http://schemas.openxmlformats.org/officeDocument/2006/relationships/slideMaster" Target="slideMasters/slideMaster4.xml" /><Relationship Id="rId2" Type="http://schemas.openxmlformats.org/officeDocument/2006/relationships/customXml" Target="../customXml/item2.xml" /><Relationship Id="rId45" Type="http://schemas.openxmlformats.org/officeDocument/2006/relationships/theme" Target="theme/theme1.xml" /><Relationship Id="rId1" Type="http://schemas.openxmlformats.org/officeDocument/2006/relationships/customXml" Target="../customXml/item1.xml" /><Relationship Id="rId6" Type="http://schemas.openxmlformats.org/officeDocument/2006/relationships/slideMaster" Target="slideMasters/slideMaster3.xml" /><Relationship Id="rId36" Type="http://schemas.openxmlformats.org/officeDocument/2006/relationships/font" Target="fonts/font1.fntdata" /><Relationship Id="rId41" Type="http://schemas.openxmlformats.org/officeDocument/2006/relationships/font" Target="fonts/font6.fntdata" /><Relationship Id="rId44" Type="http://schemas.openxmlformats.org/officeDocument/2006/relationships/viewProps" Target="viewProps.xml" /><Relationship Id="rId5" Type="http://schemas.openxmlformats.org/officeDocument/2006/relationships/slideMaster" Target="slideMasters/slideMaster2.xml" /><Relationship Id="rId40" Type="http://schemas.openxmlformats.org/officeDocument/2006/relationships/font" Target="fonts/font5.fntdata" /><Relationship Id="rId35" Type="http://schemas.openxmlformats.org/officeDocument/2006/relationships/handoutMaster" Target="handoutMasters/handoutMaster1.xml" /><Relationship Id="rId4" Type="http://schemas.openxmlformats.org/officeDocument/2006/relationships/slideMaster" Target="slideMasters/slideMaster1.xml" /><Relationship Id="rId9" Type="http://schemas.openxmlformats.org/officeDocument/2006/relationships/slideMaster" Target="slideMasters/slideMaster6.xml" /><Relationship Id="rId39" Type="http://schemas.openxmlformats.org/officeDocument/2006/relationships/font" Target="fonts/font4.fntdata" /><Relationship Id="rId47" Type="http://schemas.microsoft.com/office/2015/10/relationships/revisionInfo" Target="revisionInfo.xml" /><Relationship Id="rId8" Type="http://schemas.openxmlformats.org/officeDocument/2006/relationships/slideMaster" Target="slideMasters/slideMaster5.xml" /><Relationship Id="rId3" Type="http://schemas.openxmlformats.org/officeDocument/2006/relationships/customXml" Target="../customXml/item3.xml" /><Relationship Id="rId37" Type="http://schemas.openxmlformats.org/officeDocument/2006/relationships/font" Target="fonts/font2.fntdata" /><Relationship Id="rId42" Type="http://schemas.openxmlformats.org/officeDocument/2006/relationships/font" Target="fonts/font7.fntdata" /></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 Id="rId5" Type="http://schemas.openxmlformats.org/officeDocument/2006/relationships/image" Target="../media/image2.svg"/><Relationship Id="rId4"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8" Type="http://schemas.openxmlformats.org/officeDocument/2006/relationships/image" Target="../media/image13.png"/><Relationship Id="rId13" Type="http://schemas.openxmlformats.org/officeDocument/2006/relationships/image" Target="../media/image18.svg"/><Relationship Id="rId3" Type="http://schemas.openxmlformats.org/officeDocument/2006/relationships/image" Target="../media/image8.svg"/><Relationship Id="rId7" Type="http://schemas.openxmlformats.org/officeDocument/2006/relationships/image" Target="../media/image12.svg"/><Relationship Id="rId12" Type="http://schemas.openxmlformats.org/officeDocument/2006/relationships/image" Target="../media/image17.png"/><Relationship Id="rId2" Type="http://schemas.openxmlformats.org/officeDocument/2006/relationships/image" Target="../media/image7.png"/><Relationship Id="rId1" Type="http://schemas.openxmlformats.org/officeDocument/2006/relationships/slideMaster" Target="../slideMasters/slideMaster1.xml"/><Relationship Id="rId6" Type="http://schemas.openxmlformats.org/officeDocument/2006/relationships/image" Target="../media/image11.png"/><Relationship Id="rId11" Type="http://schemas.openxmlformats.org/officeDocument/2006/relationships/image" Target="../media/image16.svg"/><Relationship Id="rId5" Type="http://schemas.openxmlformats.org/officeDocument/2006/relationships/image" Target="../media/image10.svg"/><Relationship Id="rId10" Type="http://schemas.openxmlformats.org/officeDocument/2006/relationships/image" Target="../media/image15.png"/><Relationship Id="rId4" Type="http://schemas.openxmlformats.org/officeDocument/2006/relationships/image" Target="../media/image9.png"/><Relationship Id="rId9" Type="http://schemas.openxmlformats.org/officeDocument/2006/relationships/image" Target="../media/image14.sv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Master" Target="../slideMasters/slideMaster1.xml"/><Relationship Id="rId5" Type="http://schemas.openxmlformats.org/officeDocument/2006/relationships/image" Target="../media/image18.svg"/><Relationship Id="rId4" Type="http://schemas.openxmlformats.org/officeDocument/2006/relationships/image" Target="../media/image17.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image" Target="../media/image2.svg"/><Relationship Id="rId4" Type="http://schemas.openxmlformats.org/officeDocument/2006/relationships/image" Target="../media/image1.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19.png"/><Relationship Id="rId1" Type="http://schemas.openxmlformats.org/officeDocument/2006/relationships/slideMaster" Target="../slideMasters/slideMaster1.xml"/><Relationship Id="rId5" Type="http://schemas.openxmlformats.org/officeDocument/2006/relationships/image" Target="../media/image2.svg"/><Relationship Id="rId4" Type="http://schemas.openxmlformats.org/officeDocument/2006/relationships/image" Target="../media/image1.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1.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17.png"/><Relationship Id="rId1" Type="http://schemas.openxmlformats.org/officeDocument/2006/relationships/slideMaster" Target="../slideMasters/slideMaster2.xml"/><Relationship Id="rId5" Type="http://schemas.openxmlformats.org/officeDocument/2006/relationships/image" Target="../media/image23.svg"/><Relationship Id="rId4" Type="http://schemas.openxmlformats.org/officeDocument/2006/relationships/image" Target="../media/image22.png"/></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2.xml"/><Relationship Id="rId5" Type="http://schemas.openxmlformats.org/officeDocument/2006/relationships/image" Target="../media/image2.svg"/><Relationship Id="rId4" Type="http://schemas.openxmlformats.org/officeDocument/2006/relationships/image" Target="../media/image1.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8" Type="http://schemas.openxmlformats.org/officeDocument/2006/relationships/image" Target="../media/image9.png"/><Relationship Id="rId13" Type="http://schemas.openxmlformats.org/officeDocument/2006/relationships/image" Target="../media/image18.svg"/><Relationship Id="rId3" Type="http://schemas.openxmlformats.org/officeDocument/2006/relationships/image" Target="../media/image2.svg"/><Relationship Id="rId7" Type="http://schemas.openxmlformats.org/officeDocument/2006/relationships/image" Target="../media/image8.svg"/><Relationship Id="rId12" Type="http://schemas.openxmlformats.org/officeDocument/2006/relationships/image" Target="../media/image17.png"/><Relationship Id="rId17" Type="http://schemas.openxmlformats.org/officeDocument/2006/relationships/image" Target="../media/image29.svg"/><Relationship Id="rId2" Type="http://schemas.openxmlformats.org/officeDocument/2006/relationships/image" Target="../media/image1.png"/><Relationship Id="rId16" Type="http://schemas.openxmlformats.org/officeDocument/2006/relationships/image" Target="../media/image28.png"/><Relationship Id="rId1" Type="http://schemas.openxmlformats.org/officeDocument/2006/relationships/slideMaster" Target="../slideMasters/slideMaster2.xml"/><Relationship Id="rId6" Type="http://schemas.openxmlformats.org/officeDocument/2006/relationships/image" Target="../media/image7.png"/><Relationship Id="rId11" Type="http://schemas.openxmlformats.org/officeDocument/2006/relationships/image" Target="../media/image16.svg"/><Relationship Id="rId5" Type="http://schemas.openxmlformats.org/officeDocument/2006/relationships/image" Target="../media/image25.svg"/><Relationship Id="rId15" Type="http://schemas.openxmlformats.org/officeDocument/2006/relationships/image" Target="../media/image27.svg"/><Relationship Id="rId10" Type="http://schemas.openxmlformats.org/officeDocument/2006/relationships/image" Target="../media/image15.png"/><Relationship Id="rId4" Type="http://schemas.openxmlformats.org/officeDocument/2006/relationships/image" Target="../media/image24.png"/><Relationship Id="rId9" Type="http://schemas.openxmlformats.org/officeDocument/2006/relationships/image" Target="../media/image10.svg"/><Relationship Id="rId14" Type="http://schemas.openxmlformats.org/officeDocument/2006/relationships/image" Target="../media/image26.png"/></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31.svg"/><Relationship Id="rId2" Type="http://schemas.openxmlformats.org/officeDocument/2006/relationships/image" Target="../media/image30.png"/><Relationship Id="rId1" Type="http://schemas.openxmlformats.org/officeDocument/2006/relationships/slideMaster" Target="../slideMasters/slideMaster3.xml"/><Relationship Id="rId5" Type="http://schemas.openxmlformats.org/officeDocument/2006/relationships/image" Target="../media/image16.svg"/><Relationship Id="rId4" Type="http://schemas.openxmlformats.org/officeDocument/2006/relationships/image" Target="../media/image15.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33.svg"/><Relationship Id="rId2" Type="http://schemas.openxmlformats.org/officeDocument/2006/relationships/image" Target="../media/image32.png"/><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4.xml"/><Relationship Id="rId5" Type="http://schemas.openxmlformats.org/officeDocument/2006/relationships/image" Target="../media/image31.svg"/><Relationship Id="rId4" Type="http://schemas.openxmlformats.org/officeDocument/2006/relationships/image" Target="../media/image30.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35.svg"/><Relationship Id="rId2" Type="http://schemas.openxmlformats.org/officeDocument/2006/relationships/image" Target="../media/image34.png"/><Relationship Id="rId1" Type="http://schemas.openxmlformats.org/officeDocument/2006/relationships/slideMaster" Target="../slideMasters/slideMaster4.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37.svg"/><Relationship Id="rId2" Type="http://schemas.openxmlformats.org/officeDocument/2006/relationships/image" Target="../media/image36.png"/><Relationship Id="rId1" Type="http://schemas.openxmlformats.org/officeDocument/2006/relationships/slideMaster" Target="../slideMasters/slideMaster5.xml"/><Relationship Id="rId5" Type="http://schemas.openxmlformats.org/officeDocument/2006/relationships/image" Target="../media/image39.svg"/><Relationship Id="rId4" Type="http://schemas.openxmlformats.org/officeDocument/2006/relationships/image" Target="../media/image38.png"/></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33.svg"/><Relationship Id="rId2" Type="http://schemas.openxmlformats.org/officeDocument/2006/relationships/image" Target="../media/image32.png"/><Relationship Id="rId1" Type="http://schemas.openxmlformats.org/officeDocument/2006/relationships/slideMaster" Target="../slideMasters/slideMaster5.xml"/></Relationships>
</file>

<file path=ppt/slideLayouts/_rels/slideLayout31.xml.rels><?xml version="1.0" encoding="UTF-8" standalone="yes"?>
<Relationships xmlns="http://schemas.openxmlformats.org/package/2006/relationships"><Relationship Id="rId8" Type="http://schemas.openxmlformats.org/officeDocument/2006/relationships/image" Target="../media/image46.png"/><Relationship Id="rId3" Type="http://schemas.openxmlformats.org/officeDocument/2006/relationships/image" Target="../media/image41.png"/><Relationship Id="rId7" Type="http://schemas.openxmlformats.org/officeDocument/2006/relationships/image" Target="../media/image45.png"/><Relationship Id="rId2" Type="http://schemas.openxmlformats.org/officeDocument/2006/relationships/image" Target="../media/image40.png"/><Relationship Id="rId1" Type="http://schemas.openxmlformats.org/officeDocument/2006/relationships/slideMaster" Target="../slideMasters/slideMaster6.xml"/><Relationship Id="rId6" Type="http://schemas.openxmlformats.org/officeDocument/2006/relationships/image" Target="../media/image44.png"/><Relationship Id="rId5" Type="http://schemas.openxmlformats.org/officeDocument/2006/relationships/image" Target="../media/image43.png"/><Relationship Id="rId4" Type="http://schemas.openxmlformats.org/officeDocument/2006/relationships/image" Target="../media/image4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5" name="Tekstvak 4">
            <a:extLst>
              <a:ext uri="{FF2B5EF4-FFF2-40B4-BE49-F238E27FC236}">
                <a16:creationId xmlns:a16="http://schemas.microsoft.com/office/drawing/2014/main" id="{71AA2195-3BB3-6E88-1D7C-DAFD5067176E}"/>
              </a:ext>
            </a:extLst>
          </p:cNvPr>
          <p:cNvSpPr txBox="1"/>
          <p:nvPr userDrawn="1"/>
        </p:nvSpPr>
        <p:spPr>
          <a:xfrm>
            <a:off x="12317128" y="1564243"/>
            <a:ext cx="2794535" cy="553997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NL" sz="1600" dirty="0">
                <a:solidFill>
                  <a:schemeClr val="accent2"/>
                </a:solidFill>
              </a:rPr>
              <a:t>Om rechtsonder een huisstijlvorm te plaatsen: </a:t>
            </a:r>
          </a:p>
          <a:p>
            <a:pPr marL="0" marR="0" lvl="0" indent="0" algn="l" defTabSz="914400" rtl="0" eaLnBrk="1" fontAlgn="auto" latinLnBrk="0" hangingPunct="1">
              <a:lnSpc>
                <a:spcPct val="100000"/>
              </a:lnSpc>
              <a:spcBef>
                <a:spcPts val="0"/>
              </a:spcBef>
              <a:spcAft>
                <a:spcPts val="0"/>
              </a:spcAft>
              <a:buClrTx/>
              <a:buSzTx/>
              <a:buFontTx/>
              <a:buNone/>
              <a:tabLst/>
              <a:defRPr/>
            </a:pPr>
            <a:endParaRPr lang="nl-NL" sz="1600" dirty="0">
              <a:solidFill>
                <a:schemeClr val="accent2"/>
              </a:solidFill>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nl-NL" sz="1400" i="0" dirty="0">
                <a:solidFill>
                  <a:schemeClr val="accent2"/>
                </a:solidFill>
              </a:rPr>
              <a:t>Let op: je kunt de achtergrondkleur van dit kader niet aanpassen.</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nl-NL" sz="1600" dirty="0">
              <a:solidFill>
                <a:schemeClr val="accent2"/>
              </a:solidFill>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nl-NL" sz="1600" dirty="0">
                <a:solidFill>
                  <a:schemeClr val="accent2"/>
                </a:solidFill>
              </a:rPr>
              <a:t>Op de dia met vormentaal: geef de gewenste vorm een kleur en kopieer deze m.b.v. </a:t>
            </a:r>
            <a:r>
              <a:rPr lang="nl-NL" sz="1600" b="1" dirty="0" err="1">
                <a:solidFill>
                  <a:schemeClr val="accent2"/>
                </a:solidFill>
              </a:rPr>
              <a:t>Ctrl+C</a:t>
            </a:r>
            <a:r>
              <a:rPr lang="nl-NL" sz="1600" b="0" dirty="0">
                <a:solidFill>
                  <a:schemeClr val="accent2"/>
                </a:solidFill>
              </a:rPr>
              <a:t>.</a:t>
            </a:r>
            <a:br>
              <a:rPr lang="nl-NL" sz="1600" b="0" dirty="0">
                <a:solidFill>
                  <a:schemeClr val="accent2"/>
                </a:solidFill>
              </a:rPr>
            </a:br>
            <a:endParaRPr lang="nl-NL" sz="1600" b="0" dirty="0">
              <a:solidFill>
                <a:schemeClr val="accent2"/>
              </a:solidFill>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nl-NL" sz="1600" dirty="0">
                <a:solidFill>
                  <a:schemeClr val="accent2"/>
                </a:solidFill>
              </a:rPr>
              <a:t>Ga terug naar deze dia en klik op het bedoelde kader </a:t>
            </a:r>
            <a:br>
              <a:rPr lang="nl-NL" sz="1600" dirty="0">
                <a:solidFill>
                  <a:schemeClr val="accent2"/>
                </a:solidFill>
              </a:rPr>
            </a:br>
            <a:r>
              <a:rPr lang="nl-NL" sz="1400" dirty="0">
                <a:solidFill>
                  <a:schemeClr val="accent2"/>
                </a:solidFill>
              </a:rPr>
              <a:t>(Let op: klik niet op het afbeeldingsicon in het midden)</a:t>
            </a:r>
            <a:br>
              <a:rPr lang="nl-NL" sz="1400" dirty="0">
                <a:solidFill>
                  <a:schemeClr val="accent2"/>
                </a:solidFill>
              </a:rPr>
            </a:br>
            <a:endParaRPr lang="nl-NL" sz="1400" dirty="0">
              <a:solidFill>
                <a:schemeClr val="accent2"/>
              </a:solidFill>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nl-NL" sz="1600" dirty="0">
                <a:solidFill>
                  <a:schemeClr val="accent2"/>
                </a:solidFill>
              </a:rPr>
              <a:t>Plak de eerder gekopieerde vorm m.b.v.  </a:t>
            </a:r>
            <a:r>
              <a:rPr lang="nl-NL" sz="1600" b="1" dirty="0" err="1">
                <a:solidFill>
                  <a:schemeClr val="accent2"/>
                </a:solidFill>
              </a:rPr>
              <a:t>Ctrl+V</a:t>
            </a:r>
            <a:r>
              <a:rPr lang="nl-NL" sz="1600" b="0" dirty="0">
                <a:solidFill>
                  <a:schemeClr val="accent2"/>
                </a:solidFill>
              </a:rPr>
              <a:t>.</a:t>
            </a:r>
          </a:p>
        </p:txBody>
      </p:sp>
      <p:pic>
        <p:nvPicPr>
          <p:cNvPr id="8" name="Logo">
            <a:extLst>
              <a:ext uri="{FF2B5EF4-FFF2-40B4-BE49-F238E27FC236}">
                <a16:creationId xmlns:a16="http://schemas.microsoft.com/office/drawing/2014/main" id="{AC3AD2EE-DF8A-7E2B-4D7D-4320319B00CC}"/>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900000" y="510292"/>
            <a:ext cx="1728000" cy="589680"/>
          </a:xfrm>
          <a:prstGeom prst="rect">
            <a:avLst/>
          </a:prstGeom>
        </p:spPr>
      </p:pic>
      <p:pic>
        <p:nvPicPr>
          <p:cNvPr id="6" name="Graphic 5">
            <a:extLst>
              <a:ext uri="{FF2B5EF4-FFF2-40B4-BE49-F238E27FC236}">
                <a16:creationId xmlns:a16="http://schemas.microsoft.com/office/drawing/2014/main" id="{2B4CE1D8-3338-C7E7-FAD4-E460C41C03D6}"/>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10236017" y="4902017"/>
            <a:ext cx="1955983" cy="1955983"/>
          </a:xfrm>
          <a:prstGeom prst="rect">
            <a:avLst/>
          </a:prstGeom>
        </p:spPr>
      </p:pic>
      <p:sp>
        <p:nvSpPr>
          <p:cNvPr id="2" name="Title 1">
            <a:extLst>
              <a:ext uri="{FF2B5EF4-FFF2-40B4-BE49-F238E27FC236}">
                <a16:creationId xmlns:a16="http://schemas.microsoft.com/office/drawing/2014/main" id="{74CEC27C-C3E7-A662-B74E-0BBDDF138EDB}"/>
              </a:ext>
            </a:extLst>
          </p:cNvPr>
          <p:cNvSpPr>
            <a:spLocks noGrp="1"/>
          </p:cNvSpPr>
          <p:nvPr>
            <p:ph type="ctrTitle" hasCustomPrompt="1"/>
          </p:nvPr>
        </p:nvSpPr>
        <p:spPr>
          <a:xfrm>
            <a:off x="900000" y="1433623"/>
            <a:ext cx="8144775" cy="2758635"/>
          </a:xfrm>
          <a:prstGeom prst="rect">
            <a:avLst/>
          </a:prstGeom>
        </p:spPr>
        <p:txBody>
          <a:bodyPr anchor="b">
            <a:normAutofit/>
          </a:bodyPr>
          <a:lstStyle>
            <a:lvl1pPr algn="l">
              <a:defRPr sz="6600">
                <a:solidFill>
                  <a:schemeClr val="tx2"/>
                </a:solidFill>
              </a:defRPr>
            </a:lvl1pPr>
          </a:lstStyle>
          <a:p>
            <a:r>
              <a:rPr lang="en-GB" dirty="0"/>
              <a:t>[</a:t>
            </a:r>
            <a:r>
              <a:rPr lang="en-GB" dirty="0" err="1"/>
              <a:t>titel</a:t>
            </a:r>
            <a:r>
              <a:rPr lang="en-GB" dirty="0"/>
              <a:t>]</a:t>
            </a:r>
            <a:endParaRPr lang="en-NL" dirty="0"/>
          </a:p>
        </p:txBody>
      </p:sp>
      <p:sp>
        <p:nvSpPr>
          <p:cNvPr id="3" name="Ondertitel 2">
            <a:extLst>
              <a:ext uri="{FF2B5EF4-FFF2-40B4-BE49-F238E27FC236}">
                <a16:creationId xmlns:a16="http://schemas.microsoft.com/office/drawing/2014/main" id="{4D7293B7-4B2E-195A-030B-217A2D1FCB5F}"/>
              </a:ext>
            </a:extLst>
          </p:cNvPr>
          <p:cNvSpPr>
            <a:spLocks noGrp="1"/>
          </p:cNvSpPr>
          <p:nvPr>
            <p:ph type="subTitle" idx="1" hasCustomPrompt="1"/>
          </p:nvPr>
        </p:nvSpPr>
        <p:spPr>
          <a:xfrm>
            <a:off x="950353" y="5502779"/>
            <a:ext cx="8144775" cy="584250"/>
          </a:xfrm>
        </p:spPr>
        <p:txBody>
          <a:bodyPr>
            <a:normAutofit/>
          </a:bodyPr>
          <a:lstStyle>
            <a:lvl1pPr marL="0" indent="0" algn="l">
              <a:buNone/>
              <a:defRPr sz="1800">
                <a:latin typeface="Cooper Lt BT" panose="0208050304030B020404"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nl-NL" dirty="0"/>
              <a:t>[naam]</a:t>
            </a:r>
          </a:p>
        </p:txBody>
      </p:sp>
      <p:sp>
        <p:nvSpPr>
          <p:cNvPr id="4" name="Tijdelijke aanduiding voor tekst 12">
            <a:extLst>
              <a:ext uri="{FF2B5EF4-FFF2-40B4-BE49-F238E27FC236}">
                <a16:creationId xmlns:a16="http://schemas.microsoft.com/office/drawing/2014/main" id="{94A98B35-375B-1819-CE2A-8C2C445F810F}"/>
              </a:ext>
            </a:extLst>
          </p:cNvPr>
          <p:cNvSpPr>
            <a:spLocks noGrp="1"/>
          </p:cNvSpPr>
          <p:nvPr>
            <p:ph sz="quarter" idx="10" hasCustomPrompt="1"/>
          </p:nvPr>
        </p:nvSpPr>
        <p:spPr>
          <a:xfrm>
            <a:off x="940306" y="4330545"/>
            <a:ext cx="8104470" cy="584200"/>
          </a:xfrm>
        </p:spPr>
        <p:txBody>
          <a:bodyPr/>
          <a:lstStyle>
            <a:lvl1pPr marL="0" indent="0">
              <a:buNone/>
              <a:defRPr>
                <a:solidFill>
                  <a:schemeClr val="tx2"/>
                </a:solidFill>
              </a:defRPr>
            </a:lvl1pPr>
          </a:lstStyle>
          <a:p>
            <a:pPr lvl="0"/>
            <a:r>
              <a:rPr lang="nl-NL" dirty="0"/>
              <a:t>[ondertitel]</a:t>
            </a:r>
          </a:p>
        </p:txBody>
      </p:sp>
      <p:sp>
        <p:nvSpPr>
          <p:cNvPr id="12" name="Tijdelijke aanduiding voor tekst 15">
            <a:extLst>
              <a:ext uri="{FF2B5EF4-FFF2-40B4-BE49-F238E27FC236}">
                <a16:creationId xmlns:a16="http://schemas.microsoft.com/office/drawing/2014/main" id="{839DC652-DEDD-7AEA-1CDB-EEE04E55D1DD}"/>
              </a:ext>
            </a:extLst>
          </p:cNvPr>
          <p:cNvSpPr>
            <a:spLocks noGrp="1"/>
          </p:cNvSpPr>
          <p:nvPr>
            <p:ph sz="quarter" idx="11" hasCustomPrompt="1"/>
          </p:nvPr>
        </p:nvSpPr>
        <p:spPr>
          <a:xfrm>
            <a:off x="950353" y="5965872"/>
            <a:ext cx="2221843" cy="584250"/>
          </a:xfrm>
        </p:spPr>
        <p:txBody>
          <a:bodyPr>
            <a:normAutofit/>
          </a:bodyPr>
          <a:lstStyle>
            <a:lvl1pPr marL="0" indent="0">
              <a:buNone/>
              <a:defRPr sz="1800">
                <a:latin typeface="Cooper Lt BT" panose="0208050304030B020404" pitchFamily="18" charset="0"/>
              </a:defRPr>
            </a:lvl1pPr>
          </a:lstStyle>
          <a:p>
            <a:pPr lvl="0"/>
            <a:r>
              <a:rPr lang="nl-NL" dirty="0"/>
              <a:t>[datum]</a:t>
            </a:r>
          </a:p>
        </p:txBody>
      </p:sp>
    </p:spTree>
    <p:extLst>
      <p:ext uri="{BB962C8B-B14F-4D97-AF65-F5344CB8AC3E}">
        <p14:creationId xmlns:p14="http://schemas.microsoft.com/office/powerpoint/2010/main" val="27654030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Inhoud">
    <p:spTree>
      <p:nvGrpSpPr>
        <p:cNvPr id="1" name=""/>
        <p:cNvGrpSpPr/>
        <p:nvPr/>
      </p:nvGrpSpPr>
      <p:grpSpPr>
        <a:xfrm>
          <a:off x="0" y="0"/>
          <a:ext cx="0" cy="0"/>
          <a:chOff x="0" y="0"/>
          <a:chExt cx="0" cy="0"/>
        </a:xfrm>
      </p:grpSpPr>
      <p:sp>
        <p:nvSpPr>
          <p:cNvPr id="9" name="Tijdelijke aanduiding voor tekst 8">
            <a:extLst>
              <a:ext uri="{FF2B5EF4-FFF2-40B4-BE49-F238E27FC236}">
                <a16:creationId xmlns:a16="http://schemas.microsoft.com/office/drawing/2014/main" id="{11387784-1A9C-8D8F-8557-96F929ED8E23}"/>
              </a:ext>
            </a:extLst>
          </p:cNvPr>
          <p:cNvSpPr>
            <a:spLocks noGrp="1"/>
          </p:cNvSpPr>
          <p:nvPr>
            <p:ph type="body" sz="quarter" idx="13"/>
          </p:nvPr>
        </p:nvSpPr>
        <p:spPr>
          <a:xfrm>
            <a:off x="5582992" y="2006598"/>
            <a:ext cx="5545383" cy="4287600"/>
          </a:xfrm>
        </p:spPr>
        <p:txBody>
          <a:bodyPr>
            <a:normAutofit/>
          </a:bodyPr>
          <a:lstStyle>
            <a:lvl1pPr marL="457200" indent="-457200">
              <a:buClr>
                <a:schemeClr val="bg1">
                  <a:lumMod val="75000"/>
                </a:schemeClr>
              </a:buClr>
              <a:buFont typeface="+mj-lt"/>
              <a:buAutoNum type="arabicPeriod"/>
              <a:defRPr sz="2400">
                <a:latin typeface="+mj-lt"/>
              </a:defRPr>
            </a:lvl1pPr>
            <a:lvl2pPr>
              <a:defRPr sz="2400">
                <a:latin typeface="+mj-lt"/>
              </a:defRPr>
            </a:lvl2pPr>
            <a:lvl3pPr>
              <a:defRPr sz="2400">
                <a:latin typeface="+mj-lt"/>
              </a:defRPr>
            </a:lvl3pPr>
            <a:lvl4pPr>
              <a:defRPr sz="2400">
                <a:latin typeface="+mj-lt"/>
              </a:defRPr>
            </a:lvl4pPr>
            <a:lvl5pPr>
              <a:defRPr sz="2400">
                <a:latin typeface="+mj-lt"/>
              </a:defRPr>
            </a:lvl5pPr>
          </a:lstStyle>
          <a:p>
            <a:pPr lvl="0"/>
            <a:r>
              <a:rPr lang="nl-NL"/>
              <a:t>Klikken om de tekststijl van het model te bewerken</a:t>
            </a:r>
          </a:p>
        </p:txBody>
      </p:sp>
      <p:sp>
        <p:nvSpPr>
          <p:cNvPr id="11" name="Titel 10">
            <a:extLst>
              <a:ext uri="{FF2B5EF4-FFF2-40B4-BE49-F238E27FC236}">
                <a16:creationId xmlns:a16="http://schemas.microsoft.com/office/drawing/2014/main" id="{3952F1FC-3600-16B7-1FD2-E805D6E198EE}"/>
              </a:ext>
            </a:extLst>
          </p:cNvPr>
          <p:cNvSpPr>
            <a:spLocks noGrp="1"/>
          </p:cNvSpPr>
          <p:nvPr>
            <p:ph type="title"/>
          </p:nvPr>
        </p:nvSpPr>
        <p:spPr>
          <a:xfrm>
            <a:off x="5582991" y="901700"/>
            <a:ext cx="5545383" cy="1107996"/>
          </a:xfrm>
        </p:spPr>
        <p:txBody>
          <a:bodyPr wrap="square">
            <a:spAutoFit/>
          </a:bodyPr>
          <a:lstStyle/>
          <a:p>
            <a:r>
              <a:rPr lang="nl-NL" dirty="0"/>
              <a:t>Klik om stijl te bewerken</a:t>
            </a:r>
          </a:p>
        </p:txBody>
      </p:sp>
      <p:pic>
        <p:nvPicPr>
          <p:cNvPr id="7" name="Graphic 6">
            <a:extLst>
              <a:ext uri="{FF2B5EF4-FFF2-40B4-BE49-F238E27FC236}">
                <a16:creationId xmlns:a16="http://schemas.microsoft.com/office/drawing/2014/main" id="{99E3B6CB-0BA3-C57E-345C-4DB984E31858}"/>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 y="2137894"/>
            <a:ext cx="4720107" cy="4720107"/>
          </a:xfrm>
          <a:prstGeom prst="rect">
            <a:avLst/>
          </a:prstGeom>
        </p:spPr>
      </p:pic>
      <p:pic>
        <p:nvPicPr>
          <p:cNvPr id="8" name="Logo">
            <a:extLst>
              <a:ext uri="{FF2B5EF4-FFF2-40B4-BE49-F238E27FC236}">
                <a16:creationId xmlns:a16="http://schemas.microsoft.com/office/drawing/2014/main" id="{2538871D-F3B2-CE5A-292A-2737A84136D6}"/>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900000" y="510292"/>
            <a:ext cx="1728000" cy="589680"/>
          </a:xfrm>
          <a:prstGeom prst="rect">
            <a:avLst/>
          </a:prstGeom>
        </p:spPr>
      </p:pic>
    </p:spTree>
    <p:extLst>
      <p:ext uri="{BB962C8B-B14F-4D97-AF65-F5344CB8AC3E}">
        <p14:creationId xmlns:p14="http://schemas.microsoft.com/office/powerpoint/2010/main" val="8612452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5" name="Tijdelijke aanduiding voor dianummer 4">
            <a:extLst>
              <a:ext uri="{FF2B5EF4-FFF2-40B4-BE49-F238E27FC236}">
                <a16:creationId xmlns:a16="http://schemas.microsoft.com/office/drawing/2014/main" id="{F38214CE-2914-AABC-1FC7-658B39A367D7}"/>
              </a:ext>
            </a:extLst>
          </p:cNvPr>
          <p:cNvSpPr>
            <a:spLocks noGrp="1"/>
          </p:cNvSpPr>
          <p:nvPr>
            <p:ph type="sldNum" sz="quarter" idx="10"/>
          </p:nvPr>
        </p:nvSpPr>
        <p:spPr/>
        <p:txBody>
          <a:bodyPr/>
          <a:lstStyle/>
          <a:p>
            <a:fld id="{51C5D536-50B7-4CE6-B44E-3B56F0A7BD1A}" type="slidenum">
              <a:rPr lang="nl-NL" smtClean="0"/>
              <a:pPr/>
              <a:t>‹nr.›</a:t>
            </a:fld>
            <a:endParaRPr lang="nl-NL" dirty="0"/>
          </a:p>
        </p:txBody>
      </p:sp>
      <p:sp>
        <p:nvSpPr>
          <p:cNvPr id="9" name="Tijdelijke aanduiding voor tekst 8">
            <a:extLst>
              <a:ext uri="{FF2B5EF4-FFF2-40B4-BE49-F238E27FC236}">
                <a16:creationId xmlns:a16="http://schemas.microsoft.com/office/drawing/2014/main" id="{D71F4C19-905F-16CB-DFC1-EC5145A739E8}"/>
              </a:ext>
            </a:extLst>
          </p:cNvPr>
          <p:cNvSpPr>
            <a:spLocks noGrp="1"/>
          </p:cNvSpPr>
          <p:nvPr>
            <p:ph sz="quarter" idx="11"/>
          </p:nvPr>
        </p:nvSpPr>
        <p:spPr>
          <a:xfrm>
            <a:off x="900113" y="1809750"/>
            <a:ext cx="9540000" cy="4287600"/>
          </a:xfrm>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nl-NL" dirty="0"/>
          </a:p>
        </p:txBody>
      </p:sp>
      <p:sp>
        <p:nvSpPr>
          <p:cNvPr id="2" name="Tekstvak 1">
            <a:extLst>
              <a:ext uri="{FF2B5EF4-FFF2-40B4-BE49-F238E27FC236}">
                <a16:creationId xmlns:a16="http://schemas.microsoft.com/office/drawing/2014/main" id="{34FBDCF1-73B5-BA2F-CF21-7095B4245FF2}"/>
              </a:ext>
            </a:extLst>
          </p:cNvPr>
          <p:cNvSpPr txBox="1"/>
          <p:nvPr userDrawn="1"/>
        </p:nvSpPr>
        <p:spPr>
          <a:xfrm>
            <a:off x="12317128" y="1564243"/>
            <a:ext cx="2794535" cy="553997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NL" sz="1600" dirty="0">
                <a:solidFill>
                  <a:schemeClr val="accent2"/>
                </a:solidFill>
              </a:rPr>
              <a:t>Om rechtsonder een huisstijlvorm te plaatsen: </a:t>
            </a:r>
          </a:p>
          <a:p>
            <a:pPr marL="0" marR="0" lvl="0" indent="0" algn="l" defTabSz="914400" rtl="0" eaLnBrk="1" fontAlgn="auto" latinLnBrk="0" hangingPunct="1">
              <a:lnSpc>
                <a:spcPct val="100000"/>
              </a:lnSpc>
              <a:spcBef>
                <a:spcPts val="0"/>
              </a:spcBef>
              <a:spcAft>
                <a:spcPts val="0"/>
              </a:spcAft>
              <a:buClrTx/>
              <a:buSzTx/>
              <a:buFontTx/>
              <a:buNone/>
              <a:tabLst/>
              <a:defRPr/>
            </a:pPr>
            <a:endParaRPr lang="nl-NL" sz="1600" dirty="0">
              <a:solidFill>
                <a:schemeClr val="accent2"/>
              </a:solidFill>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nl-NL" sz="1400" i="0" dirty="0">
                <a:solidFill>
                  <a:schemeClr val="accent2"/>
                </a:solidFill>
              </a:rPr>
              <a:t>Let op: je kunt de achtergrondkleur van dit kader niet aanpassen.</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nl-NL" sz="1600" dirty="0">
              <a:solidFill>
                <a:schemeClr val="accent2"/>
              </a:solidFill>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nl-NL" sz="1600" dirty="0">
                <a:solidFill>
                  <a:schemeClr val="accent2"/>
                </a:solidFill>
              </a:rPr>
              <a:t>Op de dia met vormentaal: geef de gewenste vorm een kleur en kopieer deze m.b.v. </a:t>
            </a:r>
            <a:r>
              <a:rPr lang="nl-NL" sz="1600" b="1" dirty="0" err="1">
                <a:solidFill>
                  <a:schemeClr val="accent2"/>
                </a:solidFill>
              </a:rPr>
              <a:t>Ctrl+C</a:t>
            </a:r>
            <a:r>
              <a:rPr lang="nl-NL" sz="1600" b="0" dirty="0">
                <a:solidFill>
                  <a:schemeClr val="accent2"/>
                </a:solidFill>
              </a:rPr>
              <a:t>.</a:t>
            </a:r>
            <a:br>
              <a:rPr lang="nl-NL" sz="1600" b="0" dirty="0">
                <a:solidFill>
                  <a:schemeClr val="accent2"/>
                </a:solidFill>
              </a:rPr>
            </a:br>
            <a:endParaRPr lang="nl-NL" sz="1600" b="0" dirty="0">
              <a:solidFill>
                <a:schemeClr val="accent2"/>
              </a:solidFill>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nl-NL" sz="1600" dirty="0">
                <a:solidFill>
                  <a:schemeClr val="accent2"/>
                </a:solidFill>
              </a:rPr>
              <a:t>Ga terug naar deze dia en klik op het bedoelde kader </a:t>
            </a:r>
            <a:br>
              <a:rPr lang="nl-NL" sz="1600" dirty="0">
                <a:solidFill>
                  <a:schemeClr val="accent2"/>
                </a:solidFill>
              </a:rPr>
            </a:br>
            <a:r>
              <a:rPr lang="nl-NL" sz="1400" dirty="0">
                <a:solidFill>
                  <a:schemeClr val="accent2"/>
                </a:solidFill>
              </a:rPr>
              <a:t>(Let op: klik niet op het afbeeldingsicon in het midden)</a:t>
            </a:r>
            <a:br>
              <a:rPr lang="nl-NL" sz="1400" dirty="0">
                <a:solidFill>
                  <a:schemeClr val="accent2"/>
                </a:solidFill>
              </a:rPr>
            </a:br>
            <a:endParaRPr lang="nl-NL" sz="1400" dirty="0">
              <a:solidFill>
                <a:schemeClr val="accent2"/>
              </a:solidFill>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nl-NL" sz="1600" dirty="0">
                <a:solidFill>
                  <a:schemeClr val="accent2"/>
                </a:solidFill>
              </a:rPr>
              <a:t>Plak de eerder gekopieerde vorm m.b.v.  </a:t>
            </a:r>
            <a:r>
              <a:rPr lang="nl-NL" sz="1600" b="1" dirty="0" err="1">
                <a:solidFill>
                  <a:schemeClr val="accent2"/>
                </a:solidFill>
              </a:rPr>
              <a:t>Ctrl+V</a:t>
            </a:r>
            <a:r>
              <a:rPr lang="nl-NL" sz="1600" b="0" dirty="0">
                <a:solidFill>
                  <a:schemeClr val="accent2"/>
                </a:solidFill>
              </a:rPr>
              <a:t>.</a:t>
            </a:r>
          </a:p>
        </p:txBody>
      </p:sp>
      <p:sp>
        <p:nvSpPr>
          <p:cNvPr id="6" name="Titel 5">
            <a:extLst>
              <a:ext uri="{FF2B5EF4-FFF2-40B4-BE49-F238E27FC236}">
                <a16:creationId xmlns:a16="http://schemas.microsoft.com/office/drawing/2014/main" id="{9EDC4490-254F-A3CD-E1E5-8C4FCC5117B1}"/>
              </a:ext>
            </a:extLst>
          </p:cNvPr>
          <p:cNvSpPr>
            <a:spLocks noGrp="1"/>
          </p:cNvSpPr>
          <p:nvPr>
            <p:ph type="title"/>
          </p:nvPr>
        </p:nvSpPr>
        <p:spPr/>
        <p:txBody>
          <a:bodyPr/>
          <a:lstStyle/>
          <a:p>
            <a:r>
              <a:rPr lang="nl-NL"/>
              <a:t>Klik om stijl te bewerken</a:t>
            </a:r>
          </a:p>
        </p:txBody>
      </p:sp>
      <p:pic>
        <p:nvPicPr>
          <p:cNvPr id="4" name="Graphic 3">
            <a:extLst>
              <a:ext uri="{FF2B5EF4-FFF2-40B4-BE49-F238E27FC236}">
                <a16:creationId xmlns:a16="http://schemas.microsoft.com/office/drawing/2014/main" id="{59729F6B-8412-AC4C-F2A6-CB7A01359FDC}"/>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115481" y="4781481"/>
            <a:ext cx="2076519" cy="2076519"/>
          </a:xfrm>
          <a:prstGeom prst="rect">
            <a:avLst/>
          </a:prstGeom>
        </p:spPr>
      </p:pic>
    </p:spTree>
    <p:extLst>
      <p:ext uri="{BB962C8B-B14F-4D97-AF65-F5344CB8AC3E}">
        <p14:creationId xmlns:p14="http://schemas.microsoft.com/office/powerpoint/2010/main" val="39399717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5" name="Tijdelijke aanduiding voor dianummer 4">
            <a:extLst>
              <a:ext uri="{FF2B5EF4-FFF2-40B4-BE49-F238E27FC236}">
                <a16:creationId xmlns:a16="http://schemas.microsoft.com/office/drawing/2014/main" id="{F38214CE-2914-AABC-1FC7-658B39A367D7}"/>
              </a:ext>
            </a:extLst>
          </p:cNvPr>
          <p:cNvSpPr>
            <a:spLocks noGrp="1"/>
          </p:cNvSpPr>
          <p:nvPr>
            <p:ph type="sldNum" sz="quarter" idx="10"/>
          </p:nvPr>
        </p:nvSpPr>
        <p:spPr/>
        <p:txBody>
          <a:bodyPr/>
          <a:lstStyle/>
          <a:p>
            <a:fld id="{51C5D536-50B7-4CE6-B44E-3B56F0A7BD1A}" type="slidenum">
              <a:rPr lang="nl-NL" smtClean="0"/>
              <a:pPr/>
              <a:t>‹nr.›</a:t>
            </a:fld>
            <a:endParaRPr lang="nl-NL" dirty="0"/>
          </a:p>
        </p:txBody>
      </p:sp>
      <p:sp>
        <p:nvSpPr>
          <p:cNvPr id="9" name="Tijdelijke aanduiding voor tekst 8">
            <a:extLst>
              <a:ext uri="{FF2B5EF4-FFF2-40B4-BE49-F238E27FC236}">
                <a16:creationId xmlns:a16="http://schemas.microsoft.com/office/drawing/2014/main" id="{D71F4C19-905F-16CB-DFC1-EC5145A739E8}"/>
              </a:ext>
            </a:extLst>
          </p:cNvPr>
          <p:cNvSpPr>
            <a:spLocks noGrp="1"/>
          </p:cNvSpPr>
          <p:nvPr>
            <p:ph sz="quarter" idx="11"/>
          </p:nvPr>
        </p:nvSpPr>
        <p:spPr>
          <a:xfrm>
            <a:off x="900113" y="1626599"/>
            <a:ext cx="9540000" cy="4287600"/>
          </a:xfrm>
        </p:spPr>
        <p:txBody>
          <a:bodyPr numCol="2" spcCol="468000">
            <a:normAutofit/>
          </a:bodyPr>
          <a:lstStyle>
            <a:lvl1pPr marL="0" indent="0">
              <a:lnSpc>
                <a:spcPct val="112000"/>
              </a:lnSpc>
              <a:spcBef>
                <a:spcPts val="0"/>
              </a:spcBef>
              <a:buNone/>
              <a:defRPr sz="1200"/>
            </a:lvl1pPr>
            <a:lvl2pPr>
              <a:lnSpc>
                <a:spcPct val="112000"/>
              </a:lnSpc>
              <a:spcBef>
                <a:spcPts val="0"/>
              </a:spcBef>
              <a:defRPr sz="1200"/>
            </a:lvl2pPr>
            <a:lvl3pPr>
              <a:lnSpc>
                <a:spcPct val="112000"/>
              </a:lnSpc>
              <a:spcBef>
                <a:spcPts val="0"/>
              </a:spcBef>
              <a:defRPr sz="1200"/>
            </a:lvl3pPr>
            <a:lvl4pPr>
              <a:lnSpc>
                <a:spcPct val="112000"/>
              </a:lnSpc>
              <a:spcBef>
                <a:spcPts val="0"/>
              </a:spcBef>
              <a:defRPr sz="1200"/>
            </a:lvl4pPr>
            <a:lvl5pPr>
              <a:lnSpc>
                <a:spcPct val="112000"/>
              </a:lnSpc>
              <a:spcBef>
                <a:spcPts val="0"/>
              </a:spcBef>
              <a:defRPr sz="1200"/>
            </a:lvl5pPr>
          </a:lstStyle>
          <a:p>
            <a:pPr lvl="0"/>
            <a:r>
              <a:rPr lang="nl-NL" dirty="0"/>
              <a:t>Klikken om de tekststijl van het model te bewerken</a:t>
            </a:r>
          </a:p>
          <a:p>
            <a:pPr lvl="1"/>
            <a:r>
              <a:rPr lang="nl-NL" dirty="0"/>
              <a:t>Tweede niveau</a:t>
            </a:r>
          </a:p>
          <a:p>
            <a:pPr lvl="2"/>
            <a:r>
              <a:rPr lang="nl-NL" dirty="0"/>
              <a:t>Derde niveau</a:t>
            </a:r>
          </a:p>
          <a:p>
            <a:pPr lvl="3"/>
            <a:r>
              <a:rPr lang="nl-NL" dirty="0"/>
              <a:t>Vierde niveau</a:t>
            </a:r>
          </a:p>
          <a:p>
            <a:pPr lvl="4"/>
            <a:r>
              <a:rPr lang="nl-NL" dirty="0"/>
              <a:t>Vijfde niveau</a:t>
            </a:r>
          </a:p>
        </p:txBody>
      </p:sp>
      <p:sp>
        <p:nvSpPr>
          <p:cNvPr id="2" name="Tekstvak 1">
            <a:extLst>
              <a:ext uri="{FF2B5EF4-FFF2-40B4-BE49-F238E27FC236}">
                <a16:creationId xmlns:a16="http://schemas.microsoft.com/office/drawing/2014/main" id="{34FBDCF1-73B5-BA2F-CF21-7095B4245FF2}"/>
              </a:ext>
            </a:extLst>
          </p:cNvPr>
          <p:cNvSpPr txBox="1"/>
          <p:nvPr userDrawn="1"/>
        </p:nvSpPr>
        <p:spPr>
          <a:xfrm>
            <a:off x="12317128" y="1564243"/>
            <a:ext cx="2794535" cy="553997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NL" sz="1600" dirty="0">
                <a:solidFill>
                  <a:schemeClr val="accent2"/>
                </a:solidFill>
              </a:rPr>
              <a:t>Om rechtsonder een huisstijlvorm te plaatsen: </a:t>
            </a:r>
          </a:p>
          <a:p>
            <a:pPr marL="0" marR="0" lvl="0" indent="0" algn="l" defTabSz="914400" rtl="0" eaLnBrk="1" fontAlgn="auto" latinLnBrk="0" hangingPunct="1">
              <a:lnSpc>
                <a:spcPct val="100000"/>
              </a:lnSpc>
              <a:spcBef>
                <a:spcPts val="0"/>
              </a:spcBef>
              <a:spcAft>
                <a:spcPts val="0"/>
              </a:spcAft>
              <a:buClrTx/>
              <a:buSzTx/>
              <a:buFontTx/>
              <a:buNone/>
              <a:tabLst/>
              <a:defRPr/>
            </a:pPr>
            <a:endParaRPr lang="nl-NL" sz="1600" dirty="0">
              <a:solidFill>
                <a:schemeClr val="accent2"/>
              </a:solidFill>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nl-NL" sz="1400" i="0" dirty="0">
                <a:solidFill>
                  <a:schemeClr val="accent2"/>
                </a:solidFill>
              </a:rPr>
              <a:t>Let op: je kunt de achtergrondkleur van dit kader niet aanpassen.</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nl-NL" sz="1600" dirty="0">
              <a:solidFill>
                <a:schemeClr val="accent2"/>
              </a:solidFill>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nl-NL" sz="1600" dirty="0">
                <a:solidFill>
                  <a:schemeClr val="accent2"/>
                </a:solidFill>
              </a:rPr>
              <a:t>Op de dia met vormentaal: geef de gewenste vorm een kleur en kopieer deze m.b.v. </a:t>
            </a:r>
            <a:r>
              <a:rPr lang="nl-NL" sz="1600" b="1" dirty="0" err="1">
                <a:solidFill>
                  <a:schemeClr val="accent2"/>
                </a:solidFill>
              </a:rPr>
              <a:t>Ctrl+C</a:t>
            </a:r>
            <a:r>
              <a:rPr lang="nl-NL" sz="1600" b="0" dirty="0">
                <a:solidFill>
                  <a:schemeClr val="accent2"/>
                </a:solidFill>
              </a:rPr>
              <a:t>.</a:t>
            </a:r>
            <a:br>
              <a:rPr lang="nl-NL" sz="1600" b="0" dirty="0">
                <a:solidFill>
                  <a:schemeClr val="accent2"/>
                </a:solidFill>
              </a:rPr>
            </a:br>
            <a:endParaRPr lang="nl-NL" sz="1600" b="0" dirty="0">
              <a:solidFill>
                <a:schemeClr val="accent2"/>
              </a:solidFill>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nl-NL" sz="1600" dirty="0">
                <a:solidFill>
                  <a:schemeClr val="accent2"/>
                </a:solidFill>
              </a:rPr>
              <a:t>Ga terug naar deze dia en klik op het bedoelde kader </a:t>
            </a:r>
            <a:br>
              <a:rPr lang="nl-NL" sz="1600" dirty="0">
                <a:solidFill>
                  <a:schemeClr val="accent2"/>
                </a:solidFill>
              </a:rPr>
            </a:br>
            <a:r>
              <a:rPr lang="nl-NL" sz="1400" dirty="0">
                <a:solidFill>
                  <a:schemeClr val="accent2"/>
                </a:solidFill>
              </a:rPr>
              <a:t>(Let op: klik niet op het afbeeldingsicon in het midden)</a:t>
            </a:r>
            <a:br>
              <a:rPr lang="nl-NL" sz="1400" dirty="0">
                <a:solidFill>
                  <a:schemeClr val="accent2"/>
                </a:solidFill>
              </a:rPr>
            </a:br>
            <a:endParaRPr lang="nl-NL" sz="1400" dirty="0">
              <a:solidFill>
                <a:schemeClr val="accent2"/>
              </a:solidFill>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nl-NL" sz="1600" dirty="0">
                <a:solidFill>
                  <a:schemeClr val="accent2"/>
                </a:solidFill>
              </a:rPr>
              <a:t>Plak de eerder gekopieerde vorm m.b.v.  </a:t>
            </a:r>
            <a:r>
              <a:rPr lang="nl-NL" sz="1600" b="1" dirty="0" err="1">
                <a:solidFill>
                  <a:schemeClr val="accent2"/>
                </a:solidFill>
              </a:rPr>
              <a:t>Ctrl+V</a:t>
            </a:r>
            <a:r>
              <a:rPr lang="nl-NL" sz="1600" b="0" dirty="0">
                <a:solidFill>
                  <a:schemeClr val="accent2"/>
                </a:solidFill>
              </a:rPr>
              <a:t>.</a:t>
            </a:r>
          </a:p>
        </p:txBody>
      </p:sp>
      <p:sp>
        <p:nvSpPr>
          <p:cNvPr id="10" name="Titel 9">
            <a:extLst>
              <a:ext uri="{FF2B5EF4-FFF2-40B4-BE49-F238E27FC236}">
                <a16:creationId xmlns:a16="http://schemas.microsoft.com/office/drawing/2014/main" id="{D02CE955-AB00-7AE7-3A79-53D1BB30376A}"/>
              </a:ext>
            </a:extLst>
          </p:cNvPr>
          <p:cNvSpPr>
            <a:spLocks noGrp="1"/>
          </p:cNvSpPr>
          <p:nvPr>
            <p:ph type="title"/>
          </p:nvPr>
        </p:nvSpPr>
        <p:spPr/>
        <p:txBody>
          <a:bodyPr/>
          <a:lstStyle/>
          <a:p>
            <a:r>
              <a:rPr lang="nl-NL"/>
              <a:t>Klik om stijl te bewerken</a:t>
            </a:r>
          </a:p>
        </p:txBody>
      </p:sp>
      <p:pic>
        <p:nvPicPr>
          <p:cNvPr id="6" name="Graphic 5">
            <a:extLst>
              <a:ext uri="{FF2B5EF4-FFF2-40B4-BE49-F238E27FC236}">
                <a16:creationId xmlns:a16="http://schemas.microsoft.com/office/drawing/2014/main" id="{509C9145-66C2-1E0F-37EA-53258FF1E998}"/>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115481" y="4781481"/>
            <a:ext cx="2076519" cy="2076519"/>
          </a:xfrm>
          <a:prstGeom prst="rect">
            <a:avLst/>
          </a:prstGeom>
        </p:spPr>
      </p:pic>
    </p:spTree>
    <p:extLst>
      <p:ext uri="{BB962C8B-B14F-4D97-AF65-F5344CB8AC3E}">
        <p14:creationId xmlns:p14="http://schemas.microsoft.com/office/powerpoint/2010/main" val="28451174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Inhoud van twe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0686D88-BE89-4831-9B90-7D9EC10F0501}"/>
              </a:ext>
            </a:extLst>
          </p:cNvPr>
          <p:cNvSpPr>
            <a:spLocks noGrp="1"/>
          </p:cNvSpPr>
          <p:nvPr>
            <p:ph type="title"/>
          </p:nvPr>
        </p:nvSpPr>
        <p:spPr>
          <a:xfrm>
            <a:off x="900000" y="901700"/>
            <a:ext cx="9422417" cy="553998"/>
          </a:xfrm>
        </p:spPr>
        <p:txBody>
          <a:bodyPr/>
          <a:lstStyle/>
          <a:p>
            <a:r>
              <a:rPr lang="nl-NL"/>
              <a:t>Klik om stijl te bewerken</a:t>
            </a:r>
          </a:p>
        </p:txBody>
      </p:sp>
      <p:sp>
        <p:nvSpPr>
          <p:cNvPr id="3" name="Tijdelijke aanduiding voor inhoud 2">
            <a:extLst>
              <a:ext uri="{FF2B5EF4-FFF2-40B4-BE49-F238E27FC236}">
                <a16:creationId xmlns:a16="http://schemas.microsoft.com/office/drawing/2014/main" id="{910E9875-161D-D875-D621-D1FBF154DC57}"/>
              </a:ext>
            </a:extLst>
          </p:cNvPr>
          <p:cNvSpPr>
            <a:spLocks noGrp="1"/>
          </p:cNvSpPr>
          <p:nvPr>
            <p:ph sz="half" idx="1"/>
          </p:nvPr>
        </p:nvSpPr>
        <p:spPr>
          <a:xfrm>
            <a:off x="838200" y="1825625"/>
            <a:ext cx="4652493" cy="3969868"/>
          </a:xfrm>
        </p:spPr>
        <p:txBody>
          <a:bodyPr>
            <a:normAutofit/>
          </a:bodyPr>
          <a:lstStyle>
            <a:lvl1pPr>
              <a:defRPr sz="1400">
                <a:latin typeface="+mn-lt"/>
              </a:defRPr>
            </a:lvl1pPr>
            <a:lvl2pPr>
              <a:defRPr sz="1400">
                <a:latin typeface="+mn-lt"/>
              </a:defRPr>
            </a:lvl2pPr>
            <a:lvl3pPr>
              <a:defRPr sz="1400">
                <a:latin typeface="+mn-lt"/>
              </a:defRPr>
            </a:lvl3pPr>
            <a:lvl4pPr>
              <a:defRPr sz="1400">
                <a:latin typeface="+mn-lt"/>
              </a:defRPr>
            </a:lvl4pPr>
            <a:lvl5pPr>
              <a:defRPr sz="1400">
                <a:latin typeface="+mj-lt"/>
              </a:defRPr>
            </a:lvl5pPr>
          </a:lstStyle>
          <a:p>
            <a:pPr lvl="0"/>
            <a:r>
              <a:rPr lang="nl-NL" dirty="0"/>
              <a:t>Klikken om de tekststijl van het model te bewerken</a:t>
            </a:r>
          </a:p>
          <a:p>
            <a:pPr lvl="1"/>
            <a:r>
              <a:rPr lang="nl-NL" dirty="0"/>
              <a:t>Tweede niveau</a:t>
            </a:r>
          </a:p>
          <a:p>
            <a:pPr lvl="2"/>
            <a:r>
              <a:rPr lang="nl-NL" dirty="0"/>
              <a:t>Derde niveau</a:t>
            </a:r>
          </a:p>
          <a:p>
            <a:pPr lvl="3"/>
            <a:r>
              <a:rPr lang="nl-NL" dirty="0"/>
              <a:t>Vierde niveau</a:t>
            </a:r>
          </a:p>
          <a:p>
            <a:pPr lvl="4"/>
            <a:r>
              <a:rPr lang="nl-NL" dirty="0"/>
              <a:t>Vijfde niveau</a:t>
            </a:r>
          </a:p>
        </p:txBody>
      </p:sp>
      <p:sp>
        <p:nvSpPr>
          <p:cNvPr id="4" name="Tijdelijke aanduiding voor inhoud 3">
            <a:extLst>
              <a:ext uri="{FF2B5EF4-FFF2-40B4-BE49-F238E27FC236}">
                <a16:creationId xmlns:a16="http://schemas.microsoft.com/office/drawing/2014/main" id="{21BDC9B8-A484-A5C8-3997-42D7E4031856}"/>
              </a:ext>
            </a:extLst>
          </p:cNvPr>
          <p:cNvSpPr>
            <a:spLocks noGrp="1"/>
          </p:cNvSpPr>
          <p:nvPr>
            <p:ph sz="half" idx="2"/>
          </p:nvPr>
        </p:nvSpPr>
        <p:spPr>
          <a:xfrm>
            <a:off x="5669924" y="1825625"/>
            <a:ext cx="4652493" cy="3969868"/>
          </a:xfrm>
        </p:spPr>
        <p:txBody>
          <a:bodyPr>
            <a:normAutofit/>
          </a:bodyPr>
          <a:lstStyle>
            <a:lvl1pPr>
              <a:defRPr sz="1400">
                <a:latin typeface="+mn-lt"/>
              </a:defRPr>
            </a:lvl1pPr>
            <a:lvl2pPr>
              <a:defRPr sz="1400">
                <a:latin typeface="+mn-lt"/>
              </a:defRPr>
            </a:lvl2pPr>
            <a:lvl3pPr>
              <a:defRPr sz="1400">
                <a:latin typeface="+mn-lt"/>
              </a:defRPr>
            </a:lvl3pPr>
            <a:lvl4pPr>
              <a:defRPr sz="1400">
                <a:latin typeface="+mn-lt"/>
              </a:defRPr>
            </a:lvl4pPr>
            <a:lvl5pPr>
              <a:defRPr sz="1400">
                <a:latin typeface="+mj-lt"/>
              </a:defRPr>
            </a:lvl5pPr>
          </a:lstStyle>
          <a:p>
            <a:pPr lvl="0"/>
            <a:r>
              <a:rPr lang="nl-NL" dirty="0"/>
              <a:t>Klikken om de tekststijl van het model te bewerken</a:t>
            </a:r>
          </a:p>
          <a:p>
            <a:pPr lvl="1"/>
            <a:r>
              <a:rPr lang="nl-NL" dirty="0"/>
              <a:t>Tweede niveau</a:t>
            </a:r>
          </a:p>
          <a:p>
            <a:pPr lvl="2"/>
            <a:r>
              <a:rPr lang="nl-NL" dirty="0"/>
              <a:t>Derde niveau</a:t>
            </a:r>
          </a:p>
          <a:p>
            <a:pPr lvl="3"/>
            <a:r>
              <a:rPr lang="nl-NL" dirty="0"/>
              <a:t>Vierde niveau</a:t>
            </a:r>
          </a:p>
          <a:p>
            <a:pPr lvl="4"/>
            <a:r>
              <a:rPr lang="nl-NL" dirty="0"/>
              <a:t>Vijfde niveau</a:t>
            </a:r>
          </a:p>
        </p:txBody>
      </p:sp>
      <p:sp>
        <p:nvSpPr>
          <p:cNvPr id="7" name="Tijdelijke aanduiding voor dianummer 6">
            <a:extLst>
              <a:ext uri="{FF2B5EF4-FFF2-40B4-BE49-F238E27FC236}">
                <a16:creationId xmlns:a16="http://schemas.microsoft.com/office/drawing/2014/main" id="{2527F140-E89B-F499-401D-2DAD723D6393}"/>
              </a:ext>
            </a:extLst>
          </p:cNvPr>
          <p:cNvSpPr>
            <a:spLocks noGrp="1"/>
          </p:cNvSpPr>
          <p:nvPr>
            <p:ph type="sldNum" sz="quarter" idx="12"/>
          </p:nvPr>
        </p:nvSpPr>
        <p:spPr/>
        <p:txBody>
          <a:bodyPr/>
          <a:lstStyle/>
          <a:p>
            <a:fld id="{B00A88DA-2B99-48E0-A5D8-C1B42E06451B}" type="slidenum">
              <a:rPr lang="nl-NL" smtClean="0"/>
              <a:t>‹nr.›</a:t>
            </a:fld>
            <a:endParaRPr lang="nl-NL"/>
          </a:p>
        </p:txBody>
      </p:sp>
      <p:pic>
        <p:nvPicPr>
          <p:cNvPr id="8" name="Graphic 7">
            <a:extLst>
              <a:ext uri="{FF2B5EF4-FFF2-40B4-BE49-F238E27FC236}">
                <a16:creationId xmlns:a16="http://schemas.microsoft.com/office/drawing/2014/main" id="{1767A1E9-3F88-4F0D-BD5D-92E94F659FA7}"/>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115481" y="4781481"/>
            <a:ext cx="2076519" cy="2076519"/>
          </a:xfrm>
          <a:prstGeom prst="rect">
            <a:avLst/>
          </a:prstGeom>
        </p:spPr>
      </p:pic>
    </p:spTree>
    <p:extLst>
      <p:ext uri="{BB962C8B-B14F-4D97-AF65-F5344CB8AC3E}">
        <p14:creationId xmlns:p14="http://schemas.microsoft.com/office/powerpoint/2010/main" val="13450940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4E8E4099-0694-C524-03CE-0656BCE9B6E4}"/>
              </a:ext>
            </a:extLst>
          </p:cNvPr>
          <p:cNvSpPr>
            <a:spLocks noGrp="1"/>
          </p:cNvSpPr>
          <p:nvPr>
            <p:ph type="pic" idx="1"/>
          </p:nvPr>
        </p:nvSpPr>
        <p:spPr>
          <a:xfrm>
            <a:off x="6407888" y="765544"/>
            <a:ext cx="5018569" cy="5330455"/>
          </a:xfrm>
          <a:prstGeom prst="roundRect">
            <a:avLst>
              <a:gd name="adj" fmla="val 5791"/>
            </a:avLst>
          </a:prstGeom>
          <a:solidFill>
            <a:srgbClr val="F4D9DC"/>
          </a:solidFill>
          <a:ln>
            <a:noFill/>
          </a:ln>
        </p:spPr>
        <p:txBody>
          <a:bodyPr tIns="360000" anchor="t" anchorCtr="0">
            <a:normAutofit/>
          </a:bodyPr>
          <a:lstStyle>
            <a:lvl1pPr marL="0" indent="0" algn="ctr">
              <a:buNone/>
              <a:defRPr sz="1600">
                <a:solidFill>
                  <a:schemeClr val="tx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nl-NL"/>
              <a:t>Klik op het pictogram als u een afbeelding wilt toevoegen</a:t>
            </a:r>
            <a:endParaRPr lang="en-NL" dirty="0"/>
          </a:p>
        </p:txBody>
      </p:sp>
      <p:sp>
        <p:nvSpPr>
          <p:cNvPr id="5" name="Tijdelijke aanduiding voor dianummer 4">
            <a:extLst>
              <a:ext uri="{FF2B5EF4-FFF2-40B4-BE49-F238E27FC236}">
                <a16:creationId xmlns:a16="http://schemas.microsoft.com/office/drawing/2014/main" id="{FCCBD762-5884-7A00-9D82-7B15DC44D403}"/>
              </a:ext>
            </a:extLst>
          </p:cNvPr>
          <p:cNvSpPr>
            <a:spLocks noGrp="1"/>
          </p:cNvSpPr>
          <p:nvPr>
            <p:ph type="sldNum" sz="quarter" idx="10"/>
          </p:nvPr>
        </p:nvSpPr>
        <p:spPr>
          <a:xfrm>
            <a:off x="1638115" y="6375004"/>
            <a:ext cx="360000" cy="184666"/>
          </a:xfrm>
        </p:spPr>
        <p:txBody>
          <a:bodyPr/>
          <a:lstStyle/>
          <a:p>
            <a:fld id="{51C5D536-50B7-4CE6-B44E-3B56F0A7BD1A}" type="slidenum">
              <a:rPr lang="nl-NL" smtClean="0"/>
              <a:pPr/>
              <a:t>‹nr.›</a:t>
            </a:fld>
            <a:endParaRPr lang="nl-NL" dirty="0"/>
          </a:p>
        </p:txBody>
      </p:sp>
      <p:sp>
        <p:nvSpPr>
          <p:cNvPr id="8" name="Tekstvak 7">
            <a:extLst>
              <a:ext uri="{FF2B5EF4-FFF2-40B4-BE49-F238E27FC236}">
                <a16:creationId xmlns:a16="http://schemas.microsoft.com/office/drawing/2014/main" id="{9FC4AC9D-AABE-64F5-895E-CBC6C9D6BDFA}"/>
              </a:ext>
            </a:extLst>
          </p:cNvPr>
          <p:cNvSpPr txBox="1"/>
          <p:nvPr userDrawn="1"/>
        </p:nvSpPr>
        <p:spPr>
          <a:xfrm>
            <a:off x="12317128" y="1564243"/>
            <a:ext cx="2794535" cy="553997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NL" sz="1600" dirty="0">
                <a:solidFill>
                  <a:schemeClr val="accent2"/>
                </a:solidFill>
              </a:rPr>
              <a:t>Om rechtsonder een huisstijlvorm te plaatsen: </a:t>
            </a:r>
          </a:p>
          <a:p>
            <a:pPr marL="0" marR="0" lvl="0" indent="0" algn="l" defTabSz="914400" rtl="0" eaLnBrk="1" fontAlgn="auto" latinLnBrk="0" hangingPunct="1">
              <a:lnSpc>
                <a:spcPct val="100000"/>
              </a:lnSpc>
              <a:spcBef>
                <a:spcPts val="0"/>
              </a:spcBef>
              <a:spcAft>
                <a:spcPts val="0"/>
              </a:spcAft>
              <a:buClrTx/>
              <a:buSzTx/>
              <a:buFontTx/>
              <a:buNone/>
              <a:tabLst/>
              <a:defRPr/>
            </a:pPr>
            <a:endParaRPr lang="nl-NL" sz="1600" dirty="0">
              <a:solidFill>
                <a:schemeClr val="accent2"/>
              </a:solidFill>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nl-NL" sz="1400" i="0" dirty="0">
                <a:solidFill>
                  <a:schemeClr val="accent2"/>
                </a:solidFill>
              </a:rPr>
              <a:t>Let op: je kunt de achtergrondkleur van dit kader niet aanpassen.</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nl-NL" sz="1600" dirty="0">
              <a:solidFill>
                <a:schemeClr val="accent2"/>
              </a:solidFill>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nl-NL" sz="1600" dirty="0">
                <a:solidFill>
                  <a:schemeClr val="accent2"/>
                </a:solidFill>
              </a:rPr>
              <a:t>Op de dia met vormentaal: geef de gewenste vorm een kleur en kopieer deze m.b.v. </a:t>
            </a:r>
            <a:r>
              <a:rPr lang="nl-NL" sz="1600" b="1" dirty="0" err="1">
                <a:solidFill>
                  <a:schemeClr val="accent2"/>
                </a:solidFill>
              </a:rPr>
              <a:t>Ctrl+C</a:t>
            </a:r>
            <a:r>
              <a:rPr lang="nl-NL" sz="1600" b="0" dirty="0">
                <a:solidFill>
                  <a:schemeClr val="accent2"/>
                </a:solidFill>
              </a:rPr>
              <a:t>.</a:t>
            </a:r>
            <a:br>
              <a:rPr lang="nl-NL" sz="1600" b="0" dirty="0">
                <a:solidFill>
                  <a:schemeClr val="accent2"/>
                </a:solidFill>
              </a:rPr>
            </a:br>
            <a:endParaRPr lang="nl-NL" sz="1600" b="0" dirty="0">
              <a:solidFill>
                <a:schemeClr val="accent2"/>
              </a:solidFill>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nl-NL" sz="1600" dirty="0">
                <a:solidFill>
                  <a:schemeClr val="accent2"/>
                </a:solidFill>
              </a:rPr>
              <a:t>Ga terug naar deze dia en klik op het bedoelde kader </a:t>
            </a:r>
            <a:br>
              <a:rPr lang="nl-NL" sz="1600" dirty="0">
                <a:solidFill>
                  <a:schemeClr val="accent2"/>
                </a:solidFill>
              </a:rPr>
            </a:br>
            <a:r>
              <a:rPr lang="nl-NL" sz="1400" dirty="0">
                <a:solidFill>
                  <a:schemeClr val="accent2"/>
                </a:solidFill>
              </a:rPr>
              <a:t>(Let op: klik niet op het afbeeldingsicon in het midden)</a:t>
            </a:r>
            <a:br>
              <a:rPr lang="nl-NL" sz="1400" dirty="0">
                <a:solidFill>
                  <a:schemeClr val="accent2"/>
                </a:solidFill>
              </a:rPr>
            </a:br>
            <a:endParaRPr lang="nl-NL" sz="1400" dirty="0">
              <a:solidFill>
                <a:schemeClr val="accent2"/>
              </a:solidFill>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nl-NL" sz="1600" dirty="0">
                <a:solidFill>
                  <a:schemeClr val="accent2"/>
                </a:solidFill>
              </a:rPr>
              <a:t>Plak de eerder gekopieerde vorm m.b.v.  </a:t>
            </a:r>
            <a:r>
              <a:rPr lang="nl-NL" sz="1600" b="1" dirty="0" err="1">
                <a:solidFill>
                  <a:schemeClr val="accent2"/>
                </a:solidFill>
              </a:rPr>
              <a:t>Ctrl+V</a:t>
            </a:r>
            <a:r>
              <a:rPr lang="nl-NL" sz="1600" b="0" dirty="0">
                <a:solidFill>
                  <a:schemeClr val="accent2"/>
                </a:solidFill>
              </a:rPr>
              <a:t>.</a:t>
            </a:r>
          </a:p>
        </p:txBody>
      </p:sp>
      <p:sp>
        <p:nvSpPr>
          <p:cNvPr id="15" name="Titel 7">
            <a:extLst>
              <a:ext uri="{FF2B5EF4-FFF2-40B4-BE49-F238E27FC236}">
                <a16:creationId xmlns:a16="http://schemas.microsoft.com/office/drawing/2014/main" id="{02029F12-835A-7674-1418-0103C14231D9}"/>
              </a:ext>
            </a:extLst>
          </p:cNvPr>
          <p:cNvSpPr>
            <a:spLocks noGrp="1"/>
          </p:cNvSpPr>
          <p:nvPr>
            <p:ph type="title"/>
          </p:nvPr>
        </p:nvSpPr>
        <p:spPr>
          <a:xfrm>
            <a:off x="772123" y="822923"/>
            <a:ext cx="5018568" cy="1030288"/>
          </a:xfrm>
          <a:prstGeom prst="rect">
            <a:avLst/>
          </a:prstGeom>
        </p:spPr>
        <p:txBody>
          <a:bodyPr/>
          <a:lstStyle/>
          <a:p>
            <a:r>
              <a:rPr lang="nl-NL" dirty="0"/>
              <a:t>Klik om stijl te bewerken</a:t>
            </a:r>
          </a:p>
        </p:txBody>
      </p:sp>
      <p:sp>
        <p:nvSpPr>
          <p:cNvPr id="16" name="Tijdelijke aanduiding voor tekst 8">
            <a:extLst>
              <a:ext uri="{FF2B5EF4-FFF2-40B4-BE49-F238E27FC236}">
                <a16:creationId xmlns:a16="http://schemas.microsoft.com/office/drawing/2014/main" id="{4FDC1ACC-7E36-50AC-E0B8-7C9882B7A2A2}"/>
              </a:ext>
            </a:extLst>
          </p:cNvPr>
          <p:cNvSpPr>
            <a:spLocks noGrp="1"/>
          </p:cNvSpPr>
          <p:nvPr>
            <p:ph sz="quarter" idx="15"/>
          </p:nvPr>
        </p:nvSpPr>
        <p:spPr>
          <a:xfrm>
            <a:off x="772122" y="1972273"/>
            <a:ext cx="5018568" cy="2971050"/>
          </a:xfrm>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nl-NL" dirty="0"/>
          </a:p>
        </p:txBody>
      </p:sp>
    </p:spTree>
    <p:extLst>
      <p:ext uri="{BB962C8B-B14F-4D97-AF65-F5344CB8AC3E}">
        <p14:creationId xmlns:p14="http://schemas.microsoft.com/office/powerpoint/2010/main" val="35260007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ekst en afbeelding 2">
    <p:spTree>
      <p:nvGrpSpPr>
        <p:cNvPr id="1" name=""/>
        <p:cNvGrpSpPr/>
        <p:nvPr/>
      </p:nvGrpSpPr>
      <p:grpSpPr>
        <a:xfrm>
          <a:off x="0" y="0"/>
          <a:ext cx="0" cy="0"/>
          <a:chOff x="0" y="0"/>
          <a:chExt cx="0" cy="0"/>
        </a:xfrm>
      </p:grpSpPr>
      <p:sp>
        <p:nvSpPr>
          <p:cNvPr id="5" name="Picture Placeholder 2">
            <a:extLst>
              <a:ext uri="{FF2B5EF4-FFF2-40B4-BE49-F238E27FC236}">
                <a16:creationId xmlns:a16="http://schemas.microsoft.com/office/drawing/2014/main" id="{FB6C9DFA-51F2-9A14-4371-2BC452EA8D59}"/>
              </a:ext>
            </a:extLst>
          </p:cNvPr>
          <p:cNvSpPr>
            <a:spLocks noGrp="1"/>
          </p:cNvSpPr>
          <p:nvPr>
            <p:ph type="pic" idx="13"/>
          </p:nvPr>
        </p:nvSpPr>
        <p:spPr>
          <a:xfrm>
            <a:off x="839788" y="712382"/>
            <a:ext cx="5018569" cy="5330455"/>
          </a:xfrm>
          <a:prstGeom prst="roundRect">
            <a:avLst>
              <a:gd name="adj" fmla="val 5791"/>
            </a:avLst>
          </a:prstGeom>
          <a:solidFill>
            <a:srgbClr val="F4D9DC"/>
          </a:solidFill>
          <a:ln>
            <a:noFill/>
          </a:ln>
        </p:spPr>
        <p:txBody>
          <a:bodyPr tIns="360000" anchor="t" anchorCtr="0">
            <a:normAutofit/>
          </a:bodyPr>
          <a:lstStyle>
            <a:lvl1pPr marL="0" indent="0" algn="ctr">
              <a:buNone/>
              <a:defRPr sz="1600">
                <a:solidFill>
                  <a:schemeClr val="tx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nl-NL"/>
              <a:t>Klik op het pictogram als u een afbeelding wilt toevoegen</a:t>
            </a:r>
            <a:endParaRPr lang="en-NL" dirty="0"/>
          </a:p>
        </p:txBody>
      </p:sp>
      <p:sp>
        <p:nvSpPr>
          <p:cNvPr id="3" name="Tijdelijke aanduiding voor dianummer 2">
            <a:extLst>
              <a:ext uri="{FF2B5EF4-FFF2-40B4-BE49-F238E27FC236}">
                <a16:creationId xmlns:a16="http://schemas.microsoft.com/office/drawing/2014/main" id="{53328D32-D514-0893-242F-AE37AA33EE27}"/>
              </a:ext>
            </a:extLst>
          </p:cNvPr>
          <p:cNvSpPr>
            <a:spLocks noGrp="1"/>
          </p:cNvSpPr>
          <p:nvPr>
            <p:ph type="sldNum" sz="quarter" idx="14"/>
          </p:nvPr>
        </p:nvSpPr>
        <p:spPr/>
        <p:txBody>
          <a:bodyPr/>
          <a:lstStyle/>
          <a:p>
            <a:fld id="{51C5D536-50B7-4CE6-B44E-3B56F0A7BD1A}" type="slidenum">
              <a:rPr lang="nl-NL" smtClean="0"/>
              <a:pPr/>
              <a:t>‹nr.›</a:t>
            </a:fld>
            <a:endParaRPr lang="nl-NL" dirty="0"/>
          </a:p>
        </p:txBody>
      </p:sp>
      <p:sp>
        <p:nvSpPr>
          <p:cNvPr id="8" name="Titel 7">
            <a:extLst>
              <a:ext uri="{FF2B5EF4-FFF2-40B4-BE49-F238E27FC236}">
                <a16:creationId xmlns:a16="http://schemas.microsoft.com/office/drawing/2014/main" id="{0B2B25DC-E81D-39AB-54C1-99089AA8EF6A}"/>
              </a:ext>
            </a:extLst>
          </p:cNvPr>
          <p:cNvSpPr>
            <a:spLocks noGrp="1"/>
          </p:cNvSpPr>
          <p:nvPr>
            <p:ph type="title"/>
          </p:nvPr>
        </p:nvSpPr>
        <p:spPr>
          <a:xfrm>
            <a:off x="6407888" y="660400"/>
            <a:ext cx="5018568" cy="1030288"/>
          </a:xfrm>
          <a:prstGeom prst="rect">
            <a:avLst/>
          </a:prstGeom>
        </p:spPr>
        <p:txBody>
          <a:bodyPr/>
          <a:lstStyle/>
          <a:p>
            <a:r>
              <a:rPr lang="nl-NL" dirty="0"/>
              <a:t>Klik om stijl te bewerken</a:t>
            </a:r>
          </a:p>
        </p:txBody>
      </p:sp>
      <p:sp>
        <p:nvSpPr>
          <p:cNvPr id="9" name="Tijdelijke aanduiding voor tekst 8">
            <a:extLst>
              <a:ext uri="{FF2B5EF4-FFF2-40B4-BE49-F238E27FC236}">
                <a16:creationId xmlns:a16="http://schemas.microsoft.com/office/drawing/2014/main" id="{9C846342-5708-F691-55DC-8890FD1295B8}"/>
              </a:ext>
            </a:extLst>
          </p:cNvPr>
          <p:cNvSpPr>
            <a:spLocks noGrp="1"/>
          </p:cNvSpPr>
          <p:nvPr>
            <p:ph type="body" sz="quarter" idx="15"/>
          </p:nvPr>
        </p:nvSpPr>
        <p:spPr>
          <a:xfrm>
            <a:off x="6407887" y="1809750"/>
            <a:ext cx="5018568" cy="2971050"/>
          </a:xfrm>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nl-NL" dirty="0"/>
          </a:p>
        </p:txBody>
      </p:sp>
      <p:sp>
        <p:nvSpPr>
          <p:cNvPr id="10" name="Tekstvak 9">
            <a:extLst>
              <a:ext uri="{FF2B5EF4-FFF2-40B4-BE49-F238E27FC236}">
                <a16:creationId xmlns:a16="http://schemas.microsoft.com/office/drawing/2014/main" id="{4121D0CB-2473-F073-E195-3D2F277A74AA}"/>
              </a:ext>
            </a:extLst>
          </p:cNvPr>
          <p:cNvSpPr txBox="1"/>
          <p:nvPr userDrawn="1"/>
        </p:nvSpPr>
        <p:spPr>
          <a:xfrm>
            <a:off x="12317128" y="1564243"/>
            <a:ext cx="2794535" cy="553997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NL" sz="1600" dirty="0">
                <a:solidFill>
                  <a:schemeClr val="accent2"/>
                </a:solidFill>
              </a:rPr>
              <a:t>Om rechtsonder een huisstijlvorm te plaatsen: </a:t>
            </a:r>
          </a:p>
          <a:p>
            <a:pPr marL="0" marR="0" lvl="0" indent="0" algn="l" defTabSz="914400" rtl="0" eaLnBrk="1" fontAlgn="auto" latinLnBrk="0" hangingPunct="1">
              <a:lnSpc>
                <a:spcPct val="100000"/>
              </a:lnSpc>
              <a:spcBef>
                <a:spcPts val="0"/>
              </a:spcBef>
              <a:spcAft>
                <a:spcPts val="0"/>
              </a:spcAft>
              <a:buClrTx/>
              <a:buSzTx/>
              <a:buFontTx/>
              <a:buNone/>
              <a:tabLst/>
              <a:defRPr/>
            </a:pPr>
            <a:endParaRPr lang="nl-NL" sz="1600" dirty="0">
              <a:solidFill>
                <a:schemeClr val="accent2"/>
              </a:solidFill>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nl-NL" sz="1400" i="0" dirty="0">
                <a:solidFill>
                  <a:schemeClr val="accent2"/>
                </a:solidFill>
              </a:rPr>
              <a:t>Let op: je kunt de achtergrondkleur van dit kader niet aanpassen.</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nl-NL" sz="1600" dirty="0">
              <a:solidFill>
                <a:schemeClr val="accent2"/>
              </a:solidFill>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nl-NL" sz="1600" dirty="0">
                <a:solidFill>
                  <a:schemeClr val="accent2"/>
                </a:solidFill>
              </a:rPr>
              <a:t>Op de dia met vormentaal: geef de gewenste vorm een kleur en kopieer deze m.b.v. </a:t>
            </a:r>
            <a:r>
              <a:rPr lang="nl-NL" sz="1600" b="1" dirty="0" err="1">
                <a:solidFill>
                  <a:schemeClr val="accent2"/>
                </a:solidFill>
              </a:rPr>
              <a:t>Ctrl+C</a:t>
            </a:r>
            <a:r>
              <a:rPr lang="nl-NL" sz="1600" b="0" dirty="0">
                <a:solidFill>
                  <a:schemeClr val="accent2"/>
                </a:solidFill>
              </a:rPr>
              <a:t>.</a:t>
            </a:r>
            <a:br>
              <a:rPr lang="nl-NL" sz="1600" b="0" dirty="0">
                <a:solidFill>
                  <a:schemeClr val="accent2"/>
                </a:solidFill>
              </a:rPr>
            </a:br>
            <a:endParaRPr lang="nl-NL" sz="1600" b="0" dirty="0">
              <a:solidFill>
                <a:schemeClr val="accent2"/>
              </a:solidFill>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nl-NL" sz="1600" dirty="0">
                <a:solidFill>
                  <a:schemeClr val="accent2"/>
                </a:solidFill>
              </a:rPr>
              <a:t>Ga terug naar deze dia en klik op het bedoelde kader </a:t>
            </a:r>
            <a:br>
              <a:rPr lang="nl-NL" sz="1600" dirty="0">
                <a:solidFill>
                  <a:schemeClr val="accent2"/>
                </a:solidFill>
              </a:rPr>
            </a:br>
            <a:r>
              <a:rPr lang="nl-NL" sz="1400" dirty="0">
                <a:solidFill>
                  <a:schemeClr val="accent2"/>
                </a:solidFill>
              </a:rPr>
              <a:t>(Let op: klik niet op het afbeeldingsicon in het midden)</a:t>
            </a:r>
            <a:br>
              <a:rPr lang="nl-NL" sz="1400" dirty="0">
                <a:solidFill>
                  <a:schemeClr val="accent2"/>
                </a:solidFill>
              </a:rPr>
            </a:br>
            <a:endParaRPr lang="nl-NL" sz="1400" dirty="0">
              <a:solidFill>
                <a:schemeClr val="accent2"/>
              </a:solidFill>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nl-NL" sz="1600" dirty="0">
                <a:solidFill>
                  <a:schemeClr val="accent2"/>
                </a:solidFill>
              </a:rPr>
              <a:t>Plak de eerder gekopieerde vorm m.b.v.  </a:t>
            </a:r>
            <a:r>
              <a:rPr lang="nl-NL" sz="1600" b="1" dirty="0" err="1">
                <a:solidFill>
                  <a:schemeClr val="accent2"/>
                </a:solidFill>
              </a:rPr>
              <a:t>Ctrl+V</a:t>
            </a:r>
            <a:r>
              <a:rPr lang="nl-NL" sz="1600" b="0" dirty="0">
                <a:solidFill>
                  <a:schemeClr val="accent2"/>
                </a:solidFill>
              </a:rPr>
              <a:t>.</a:t>
            </a:r>
          </a:p>
        </p:txBody>
      </p:sp>
    </p:spTree>
    <p:extLst>
      <p:ext uri="{BB962C8B-B14F-4D97-AF65-F5344CB8AC3E}">
        <p14:creationId xmlns:p14="http://schemas.microsoft.com/office/powerpoint/2010/main" val="38109677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Tekst en vorm-blokken">
    <p:spTree>
      <p:nvGrpSpPr>
        <p:cNvPr id="1" name=""/>
        <p:cNvGrpSpPr/>
        <p:nvPr/>
      </p:nvGrpSpPr>
      <p:grpSpPr>
        <a:xfrm>
          <a:off x="0" y="0"/>
          <a:ext cx="0" cy="0"/>
          <a:chOff x="0" y="0"/>
          <a:chExt cx="0" cy="0"/>
        </a:xfrm>
      </p:grpSpPr>
      <p:sp>
        <p:nvSpPr>
          <p:cNvPr id="2" name="Tekstvak 1">
            <a:extLst>
              <a:ext uri="{FF2B5EF4-FFF2-40B4-BE49-F238E27FC236}">
                <a16:creationId xmlns:a16="http://schemas.microsoft.com/office/drawing/2014/main" id="{5B9F8765-6DF2-38D1-F58D-A1C4E97D5D32}"/>
              </a:ext>
            </a:extLst>
          </p:cNvPr>
          <p:cNvSpPr txBox="1"/>
          <p:nvPr userDrawn="1"/>
        </p:nvSpPr>
        <p:spPr>
          <a:xfrm>
            <a:off x="12317128" y="0"/>
            <a:ext cx="2794535" cy="603242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NL" sz="1600" dirty="0">
                <a:solidFill>
                  <a:schemeClr val="accent2"/>
                </a:solidFill>
              </a:rPr>
              <a:t>Om hier huisstijlvormen te plaatsen (per kader): </a:t>
            </a:r>
          </a:p>
          <a:p>
            <a:pPr marL="0" marR="0" lvl="0" indent="0" algn="l" defTabSz="914400" rtl="0" eaLnBrk="1" fontAlgn="auto" latinLnBrk="0" hangingPunct="1">
              <a:lnSpc>
                <a:spcPct val="100000"/>
              </a:lnSpc>
              <a:spcBef>
                <a:spcPts val="0"/>
              </a:spcBef>
              <a:spcAft>
                <a:spcPts val="0"/>
              </a:spcAft>
              <a:buClrTx/>
              <a:buSzTx/>
              <a:buFontTx/>
              <a:buNone/>
              <a:tabLst/>
              <a:defRPr/>
            </a:pPr>
            <a:endParaRPr lang="nl-NL" sz="1600" dirty="0">
              <a:solidFill>
                <a:schemeClr val="accent2"/>
              </a:solidFill>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nl-NL" sz="1400" i="0" dirty="0">
                <a:solidFill>
                  <a:schemeClr val="accent2"/>
                </a:solidFill>
              </a:rPr>
              <a:t>Let op: je kunt de achtergrondkleur van een kader niet aanpassen.</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nl-NL" sz="1600" dirty="0">
              <a:solidFill>
                <a:schemeClr val="accent2"/>
              </a:solidFill>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nl-NL" sz="1600" dirty="0">
                <a:solidFill>
                  <a:schemeClr val="accent2"/>
                </a:solidFill>
              </a:rPr>
              <a:t>Op de dia met vormentaal: geef de gewenste vorm een kleur die goed past bij de kaderachtergrond en kopieer de vorm m.b.v. </a:t>
            </a:r>
            <a:r>
              <a:rPr lang="nl-NL" sz="1600" b="1" dirty="0" err="1">
                <a:solidFill>
                  <a:schemeClr val="accent2"/>
                </a:solidFill>
              </a:rPr>
              <a:t>Ctrl+C</a:t>
            </a:r>
            <a:r>
              <a:rPr lang="nl-NL" sz="1600" b="0" dirty="0">
                <a:solidFill>
                  <a:schemeClr val="accent2"/>
                </a:solidFill>
              </a:rPr>
              <a:t>.</a:t>
            </a:r>
            <a:br>
              <a:rPr lang="nl-NL" sz="1600" b="0" dirty="0">
                <a:solidFill>
                  <a:schemeClr val="accent2"/>
                </a:solidFill>
              </a:rPr>
            </a:br>
            <a:endParaRPr lang="nl-NL" sz="1600" b="0" dirty="0">
              <a:solidFill>
                <a:schemeClr val="accent2"/>
              </a:solidFill>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nl-NL" sz="1600" dirty="0">
                <a:solidFill>
                  <a:schemeClr val="accent2"/>
                </a:solidFill>
              </a:rPr>
              <a:t>Ga terug naar deze pagina en klik op het bedoelde kader </a:t>
            </a:r>
            <a:br>
              <a:rPr lang="nl-NL" sz="1600" dirty="0">
                <a:solidFill>
                  <a:schemeClr val="accent2"/>
                </a:solidFill>
              </a:rPr>
            </a:br>
            <a:r>
              <a:rPr lang="nl-NL" sz="1400" dirty="0">
                <a:solidFill>
                  <a:schemeClr val="accent2"/>
                </a:solidFill>
              </a:rPr>
              <a:t>(Let op: klik niet op het afbeeldingsicon in het midden)</a:t>
            </a:r>
            <a:br>
              <a:rPr lang="nl-NL" sz="1400" dirty="0">
                <a:solidFill>
                  <a:schemeClr val="accent2"/>
                </a:solidFill>
              </a:rPr>
            </a:br>
            <a:endParaRPr lang="nl-NL" sz="1400" dirty="0">
              <a:solidFill>
                <a:schemeClr val="accent2"/>
              </a:solidFill>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nl-NL" sz="1600" dirty="0">
                <a:solidFill>
                  <a:schemeClr val="accent2"/>
                </a:solidFill>
              </a:rPr>
              <a:t>Plak de eerder gekopieerde vorm m.b.v.  </a:t>
            </a:r>
            <a:r>
              <a:rPr lang="nl-NL" sz="1600" b="1" dirty="0" err="1">
                <a:solidFill>
                  <a:schemeClr val="accent2"/>
                </a:solidFill>
              </a:rPr>
              <a:t>Ctrl+V</a:t>
            </a:r>
            <a:r>
              <a:rPr lang="nl-NL" sz="1600" b="0" dirty="0">
                <a:solidFill>
                  <a:schemeClr val="accent2"/>
                </a:solidFill>
              </a:rPr>
              <a:t>.</a:t>
            </a:r>
          </a:p>
        </p:txBody>
      </p:sp>
      <p:sp>
        <p:nvSpPr>
          <p:cNvPr id="11" name="Tijdelijke aanduiding voor tekst 8">
            <a:extLst>
              <a:ext uri="{FF2B5EF4-FFF2-40B4-BE49-F238E27FC236}">
                <a16:creationId xmlns:a16="http://schemas.microsoft.com/office/drawing/2014/main" id="{83D14173-2CD4-890E-EE80-8638CC9F4062}"/>
              </a:ext>
            </a:extLst>
          </p:cNvPr>
          <p:cNvSpPr>
            <a:spLocks noGrp="1"/>
          </p:cNvSpPr>
          <p:nvPr>
            <p:ph type="body" sz="quarter" idx="17"/>
          </p:nvPr>
        </p:nvSpPr>
        <p:spPr>
          <a:xfrm>
            <a:off x="900113" y="1809750"/>
            <a:ext cx="6257771" cy="3987800"/>
          </a:xfrm>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nl-NL" dirty="0"/>
          </a:p>
        </p:txBody>
      </p:sp>
      <p:sp>
        <p:nvSpPr>
          <p:cNvPr id="14" name="Tijdelijke aanduiding voor dianummer 13">
            <a:extLst>
              <a:ext uri="{FF2B5EF4-FFF2-40B4-BE49-F238E27FC236}">
                <a16:creationId xmlns:a16="http://schemas.microsoft.com/office/drawing/2014/main" id="{C0B807FF-4407-BC93-D943-1B6AF3166558}"/>
              </a:ext>
            </a:extLst>
          </p:cNvPr>
          <p:cNvSpPr>
            <a:spLocks noGrp="1"/>
          </p:cNvSpPr>
          <p:nvPr>
            <p:ph type="sldNum" sz="quarter" idx="18"/>
          </p:nvPr>
        </p:nvSpPr>
        <p:spPr/>
        <p:txBody>
          <a:bodyPr/>
          <a:lstStyle/>
          <a:p>
            <a:fld id="{51C5D536-50B7-4CE6-B44E-3B56F0A7BD1A}" type="slidenum">
              <a:rPr lang="nl-NL" smtClean="0"/>
              <a:pPr/>
              <a:t>‹nr.›</a:t>
            </a:fld>
            <a:endParaRPr lang="nl-NL" dirty="0"/>
          </a:p>
        </p:txBody>
      </p:sp>
      <p:sp>
        <p:nvSpPr>
          <p:cNvPr id="15" name="Titel 14">
            <a:extLst>
              <a:ext uri="{FF2B5EF4-FFF2-40B4-BE49-F238E27FC236}">
                <a16:creationId xmlns:a16="http://schemas.microsoft.com/office/drawing/2014/main" id="{B0FF9C61-FA47-4C8A-128D-7B90B2103CCF}"/>
              </a:ext>
            </a:extLst>
          </p:cNvPr>
          <p:cNvSpPr>
            <a:spLocks noGrp="1"/>
          </p:cNvSpPr>
          <p:nvPr>
            <p:ph type="title"/>
          </p:nvPr>
        </p:nvSpPr>
        <p:spPr>
          <a:xfrm>
            <a:off x="900000" y="901700"/>
            <a:ext cx="6257771" cy="553998"/>
          </a:xfrm>
        </p:spPr>
        <p:txBody>
          <a:bodyPr/>
          <a:lstStyle/>
          <a:p>
            <a:r>
              <a:rPr lang="nl-NL"/>
              <a:t>Klik om stijl te bewerken</a:t>
            </a:r>
            <a:endParaRPr lang="nl-NL" dirty="0"/>
          </a:p>
        </p:txBody>
      </p:sp>
      <p:pic>
        <p:nvPicPr>
          <p:cNvPr id="5" name="Graphic 4">
            <a:extLst>
              <a:ext uri="{FF2B5EF4-FFF2-40B4-BE49-F238E27FC236}">
                <a16:creationId xmlns:a16="http://schemas.microsoft.com/office/drawing/2014/main" id="{AAF971B3-DD08-A737-430D-E5CD90CA7E35}"/>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7618507" y="-935"/>
            <a:ext cx="2285999" cy="2285999"/>
          </a:xfrm>
          <a:prstGeom prst="rect">
            <a:avLst/>
          </a:prstGeom>
        </p:spPr>
      </p:pic>
      <p:pic>
        <p:nvPicPr>
          <p:cNvPr id="9" name="Graphic 8">
            <a:extLst>
              <a:ext uri="{FF2B5EF4-FFF2-40B4-BE49-F238E27FC236}">
                <a16:creationId xmlns:a16="http://schemas.microsoft.com/office/drawing/2014/main" id="{E60B8CA3-D0E8-D4AE-7886-1141CA324F24}"/>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9902264" y="0"/>
            <a:ext cx="2285998" cy="2285998"/>
          </a:xfrm>
          <a:prstGeom prst="rect">
            <a:avLst/>
          </a:prstGeom>
        </p:spPr>
      </p:pic>
      <p:pic>
        <p:nvPicPr>
          <p:cNvPr id="13" name="Graphic 12">
            <a:extLst>
              <a:ext uri="{FF2B5EF4-FFF2-40B4-BE49-F238E27FC236}">
                <a16:creationId xmlns:a16="http://schemas.microsoft.com/office/drawing/2014/main" id="{DB0AB541-F90D-30FF-9532-3A02CE96CB55}"/>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7619477" y="2285994"/>
            <a:ext cx="2284130" cy="2284130"/>
          </a:xfrm>
          <a:prstGeom prst="rect">
            <a:avLst/>
          </a:prstGeom>
        </p:spPr>
      </p:pic>
      <p:pic>
        <p:nvPicPr>
          <p:cNvPr id="16" name="Graphic 15">
            <a:extLst>
              <a:ext uri="{FF2B5EF4-FFF2-40B4-BE49-F238E27FC236}">
                <a16:creationId xmlns:a16="http://schemas.microsoft.com/office/drawing/2014/main" id="{E78E047D-626E-DAC7-A4F0-B4B59F6485ED}"/>
              </a:ext>
            </a:extLst>
          </p:cNvPr>
          <p:cNvPicPr>
            <a:picLocks noChangeAspect="1"/>
          </p:cNvPicPr>
          <p:nvPr userDrawn="1"/>
        </p:nvPicPr>
        <p:blipFill>
          <a:blip r:embed="rId8">
            <a:extLst>
              <a:ext uri="{96DAC541-7B7A-43D3-8B79-37D633B846F1}">
                <asvg:svgBlip xmlns:asvg="http://schemas.microsoft.com/office/drawing/2016/SVG/main" r:embed="rId9"/>
              </a:ext>
            </a:extLst>
          </a:blip>
          <a:stretch>
            <a:fillRect/>
          </a:stretch>
        </p:blipFill>
        <p:spPr>
          <a:xfrm>
            <a:off x="9901141" y="2279107"/>
            <a:ext cx="2287769" cy="2287769"/>
          </a:xfrm>
          <a:prstGeom prst="rect">
            <a:avLst/>
          </a:prstGeom>
        </p:spPr>
      </p:pic>
      <p:pic>
        <p:nvPicPr>
          <p:cNvPr id="18" name="Graphic 17">
            <a:extLst>
              <a:ext uri="{FF2B5EF4-FFF2-40B4-BE49-F238E27FC236}">
                <a16:creationId xmlns:a16="http://schemas.microsoft.com/office/drawing/2014/main" id="{C2F0633E-0B18-A3A1-0886-A69CEDD85A75}"/>
              </a:ext>
            </a:extLst>
          </p:cNvPr>
          <p:cNvPicPr>
            <a:picLocks noChangeAspect="1"/>
          </p:cNvPicPr>
          <p:nvPr userDrawn="1"/>
        </p:nvPicPr>
        <p:blipFill>
          <a:blip r:embed="rId10">
            <a:extLst>
              <a:ext uri="{96DAC541-7B7A-43D3-8B79-37D633B846F1}">
                <asvg:svgBlip xmlns:asvg="http://schemas.microsoft.com/office/drawing/2016/SVG/main" r:embed="rId11"/>
              </a:ext>
            </a:extLst>
          </a:blip>
          <a:stretch>
            <a:fillRect/>
          </a:stretch>
        </p:blipFill>
        <p:spPr>
          <a:xfrm>
            <a:off x="7617012" y="4563547"/>
            <a:ext cx="2294453" cy="2294453"/>
          </a:xfrm>
          <a:prstGeom prst="rect">
            <a:avLst/>
          </a:prstGeom>
        </p:spPr>
      </p:pic>
      <p:pic>
        <p:nvPicPr>
          <p:cNvPr id="12" name="Graphic 11">
            <a:extLst>
              <a:ext uri="{FF2B5EF4-FFF2-40B4-BE49-F238E27FC236}">
                <a16:creationId xmlns:a16="http://schemas.microsoft.com/office/drawing/2014/main" id="{14DCEC65-39BC-BB32-62EE-CC724E43164B}"/>
              </a:ext>
            </a:extLst>
          </p:cNvPr>
          <p:cNvPicPr>
            <a:picLocks noChangeAspect="1"/>
          </p:cNvPicPr>
          <p:nvPr userDrawn="1"/>
        </p:nvPicPr>
        <p:blipFill>
          <a:blip r:embed="rId12">
            <a:extLst>
              <a:ext uri="{96DAC541-7B7A-43D3-8B79-37D633B846F1}">
                <asvg:svgBlip xmlns:asvg="http://schemas.microsoft.com/office/drawing/2016/SVG/main" r:embed="rId13"/>
              </a:ext>
            </a:extLst>
          </a:blip>
          <a:stretch>
            <a:fillRect/>
          </a:stretch>
        </p:blipFill>
        <p:spPr>
          <a:xfrm>
            <a:off x="9903607" y="4566171"/>
            <a:ext cx="2294971" cy="2294971"/>
          </a:xfrm>
          <a:prstGeom prst="rect">
            <a:avLst/>
          </a:prstGeom>
        </p:spPr>
      </p:pic>
    </p:spTree>
    <p:extLst>
      <p:ext uri="{BB962C8B-B14F-4D97-AF65-F5344CB8AC3E}">
        <p14:creationId xmlns:p14="http://schemas.microsoft.com/office/powerpoint/2010/main" val="18682425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Afbeeldingen en vormen">
    <p:spTree>
      <p:nvGrpSpPr>
        <p:cNvPr id="1" name=""/>
        <p:cNvGrpSpPr/>
        <p:nvPr/>
      </p:nvGrpSpPr>
      <p:grpSpPr>
        <a:xfrm>
          <a:off x="0" y="0"/>
          <a:ext cx="0" cy="0"/>
          <a:chOff x="0" y="0"/>
          <a:chExt cx="0" cy="0"/>
        </a:xfrm>
      </p:grpSpPr>
      <p:sp>
        <p:nvSpPr>
          <p:cNvPr id="2" name="Tekstvak 1">
            <a:extLst>
              <a:ext uri="{FF2B5EF4-FFF2-40B4-BE49-F238E27FC236}">
                <a16:creationId xmlns:a16="http://schemas.microsoft.com/office/drawing/2014/main" id="{5B9F8765-6DF2-38D1-F58D-A1C4E97D5D32}"/>
              </a:ext>
            </a:extLst>
          </p:cNvPr>
          <p:cNvSpPr txBox="1"/>
          <p:nvPr userDrawn="1"/>
        </p:nvSpPr>
        <p:spPr>
          <a:xfrm>
            <a:off x="12317128" y="0"/>
            <a:ext cx="2794535" cy="603242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NL" sz="1600" dirty="0">
                <a:solidFill>
                  <a:schemeClr val="accent2"/>
                </a:solidFill>
              </a:rPr>
              <a:t>Om hier huisstijlvormen te plaatsen (per kader): </a:t>
            </a:r>
          </a:p>
          <a:p>
            <a:pPr marL="0" marR="0" lvl="0" indent="0" algn="l" defTabSz="914400" rtl="0" eaLnBrk="1" fontAlgn="auto" latinLnBrk="0" hangingPunct="1">
              <a:lnSpc>
                <a:spcPct val="100000"/>
              </a:lnSpc>
              <a:spcBef>
                <a:spcPts val="0"/>
              </a:spcBef>
              <a:spcAft>
                <a:spcPts val="0"/>
              </a:spcAft>
              <a:buClrTx/>
              <a:buSzTx/>
              <a:buFontTx/>
              <a:buNone/>
              <a:tabLst/>
              <a:defRPr/>
            </a:pPr>
            <a:endParaRPr lang="nl-NL" sz="1600" dirty="0">
              <a:solidFill>
                <a:schemeClr val="accent2"/>
              </a:solidFill>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nl-NL" sz="1400" i="0" dirty="0">
                <a:solidFill>
                  <a:schemeClr val="accent2"/>
                </a:solidFill>
              </a:rPr>
              <a:t>Let op: je kunt de achtergrondkleur van een kader niet aanpassen.</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nl-NL" sz="1600" dirty="0">
              <a:solidFill>
                <a:schemeClr val="accent2"/>
              </a:solidFill>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nl-NL" sz="1600" dirty="0">
                <a:solidFill>
                  <a:schemeClr val="accent2"/>
                </a:solidFill>
              </a:rPr>
              <a:t>Op de dia met vormentaal: geef de gewenste vorm een kleur die goed past bij de kaderachtergrond en kopieer de vorm m.b.v. </a:t>
            </a:r>
            <a:r>
              <a:rPr lang="nl-NL" sz="1600" b="1" dirty="0" err="1">
                <a:solidFill>
                  <a:schemeClr val="accent2"/>
                </a:solidFill>
              </a:rPr>
              <a:t>Ctrl+C</a:t>
            </a:r>
            <a:r>
              <a:rPr lang="nl-NL" sz="1600" b="0" dirty="0">
                <a:solidFill>
                  <a:schemeClr val="accent2"/>
                </a:solidFill>
              </a:rPr>
              <a:t>.</a:t>
            </a:r>
            <a:br>
              <a:rPr lang="nl-NL" sz="1600" b="0" dirty="0">
                <a:solidFill>
                  <a:schemeClr val="accent2"/>
                </a:solidFill>
              </a:rPr>
            </a:br>
            <a:endParaRPr lang="nl-NL" sz="1600" b="0" dirty="0">
              <a:solidFill>
                <a:schemeClr val="accent2"/>
              </a:solidFill>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nl-NL" sz="1600" dirty="0">
                <a:solidFill>
                  <a:schemeClr val="accent2"/>
                </a:solidFill>
              </a:rPr>
              <a:t>Ga terug naar deze pagina en klik op het bedoelde kader </a:t>
            </a:r>
            <a:br>
              <a:rPr lang="nl-NL" sz="1600" dirty="0">
                <a:solidFill>
                  <a:schemeClr val="accent2"/>
                </a:solidFill>
              </a:rPr>
            </a:br>
            <a:r>
              <a:rPr lang="nl-NL" sz="1400" dirty="0">
                <a:solidFill>
                  <a:schemeClr val="accent2"/>
                </a:solidFill>
              </a:rPr>
              <a:t>(Let op: klik niet op het afbeeldingsicon in het midden)</a:t>
            </a:r>
            <a:br>
              <a:rPr lang="nl-NL" sz="1400" dirty="0">
                <a:solidFill>
                  <a:schemeClr val="accent2"/>
                </a:solidFill>
              </a:rPr>
            </a:br>
            <a:endParaRPr lang="nl-NL" sz="1400" dirty="0">
              <a:solidFill>
                <a:schemeClr val="accent2"/>
              </a:solidFill>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nl-NL" sz="1600" dirty="0">
                <a:solidFill>
                  <a:schemeClr val="accent2"/>
                </a:solidFill>
              </a:rPr>
              <a:t>Plak de eerder gekopieerde vorm m.b.v.  </a:t>
            </a:r>
            <a:r>
              <a:rPr lang="nl-NL" sz="1600" b="1" dirty="0" err="1">
                <a:solidFill>
                  <a:schemeClr val="accent2"/>
                </a:solidFill>
              </a:rPr>
              <a:t>Ctrl+V</a:t>
            </a:r>
            <a:r>
              <a:rPr lang="nl-NL" sz="1600" b="0" dirty="0">
                <a:solidFill>
                  <a:schemeClr val="accent2"/>
                </a:solidFill>
              </a:rPr>
              <a:t>.</a:t>
            </a:r>
          </a:p>
        </p:txBody>
      </p:sp>
      <p:sp>
        <p:nvSpPr>
          <p:cNvPr id="15" name="Tijdelijke aanduiding voor afbeelding 14">
            <a:extLst>
              <a:ext uri="{FF2B5EF4-FFF2-40B4-BE49-F238E27FC236}">
                <a16:creationId xmlns:a16="http://schemas.microsoft.com/office/drawing/2014/main" id="{256A5361-A3AF-B2EF-BDAF-DA4B1D0942D4}"/>
              </a:ext>
            </a:extLst>
          </p:cNvPr>
          <p:cNvSpPr>
            <a:spLocks noGrp="1"/>
          </p:cNvSpPr>
          <p:nvPr>
            <p:ph type="pic" sz="quarter" idx="14"/>
          </p:nvPr>
        </p:nvSpPr>
        <p:spPr>
          <a:xfrm>
            <a:off x="0" y="0"/>
            <a:ext cx="3425825" cy="3427200"/>
          </a:xfrm>
          <a:solidFill>
            <a:schemeClr val="accent2">
              <a:lumMod val="10000"/>
              <a:lumOff val="90000"/>
            </a:schemeClr>
          </a:solidFill>
        </p:spPr>
        <p:txBody>
          <a:bodyPr>
            <a:normAutofit/>
          </a:bodyPr>
          <a:lstStyle>
            <a:lvl1pPr marL="0" indent="0" algn="ctr">
              <a:buNone/>
              <a:defRPr sz="1600"/>
            </a:lvl1pPr>
          </a:lstStyle>
          <a:p>
            <a:r>
              <a:rPr lang="nl-NL"/>
              <a:t>Klik op het pictogram als u een afbeelding wilt toevoegen</a:t>
            </a:r>
          </a:p>
        </p:txBody>
      </p:sp>
      <p:sp>
        <p:nvSpPr>
          <p:cNvPr id="16" name="Tijdelijke aanduiding voor afbeelding 14">
            <a:extLst>
              <a:ext uri="{FF2B5EF4-FFF2-40B4-BE49-F238E27FC236}">
                <a16:creationId xmlns:a16="http://schemas.microsoft.com/office/drawing/2014/main" id="{6A7F7F4C-9087-19A8-C61D-C357C5ABA7DC}"/>
              </a:ext>
            </a:extLst>
          </p:cNvPr>
          <p:cNvSpPr>
            <a:spLocks noGrp="1"/>
          </p:cNvSpPr>
          <p:nvPr>
            <p:ph type="pic" sz="quarter" idx="15"/>
          </p:nvPr>
        </p:nvSpPr>
        <p:spPr>
          <a:xfrm>
            <a:off x="6853200" y="-4881"/>
            <a:ext cx="5338800" cy="3427200"/>
          </a:xfrm>
          <a:solidFill>
            <a:schemeClr val="accent2">
              <a:lumMod val="10000"/>
              <a:lumOff val="90000"/>
            </a:schemeClr>
          </a:solidFill>
        </p:spPr>
        <p:txBody>
          <a:bodyPr>
            <a:normAutofit/>
          </a:bodyPr>
          <a:lstStyle>
            <a:lvl1pPr marL="0" indent="0" algn="ctr">
              <a:buNone/>
              <a:defRPr sz="1600"/>
            </a:lvl1pPr>
          </a:lstStyle>
          <a:p>
            <a:r>
              <a:rPr lang="nl-NL"/>
              <a:t>Klik op het pictogram als u een afbeelding wilt toevoegen</a:t>
            </a:r>
          </a:p>
        </p:txBody>
      </p:sp>
      <p:sp>
        <p:nvSpPr>
          <p:cNvPr id="17" name="Tijdelijke aanduiding voor afbeelding 14">
            <a:extLst>
              <a:ext uri="{FF2B5EF4-FFF2-40B4-BE49-F238E27FC236}">
                <a16:creationId xmlns:a16="http://schemas.microsoft.com/office/drawing/2014/main" id="{15C20B14-51AE-DD04-FBC8-D93D4D887DA1}"/>
              </a:ext>
            </a:extLst>
          </p:cNvPr>
          <p:cNvSpPr>
            <a:spLocks noGrp="1"/>
          </p:cNvSpPr>
          <p:nvPr>
            <p:ph type="pic" sz="quarter" idx="16"/>
          </p:nvPr>
        </p:nvSpPr>
        <p:spPr>
          <a:xfrm>
            <a:off x="0" y="3427200"/>
            <a:ext cx="5338800" cy="3430800"/>
          </a:xfrm>
          <a:solidFill>
            <a:schemeClr val="accent2">
              <a:lumMod val="10000"/>
              <a:lumOff val="90000"/>
            </a:schemeClr>
          </a:solidFill>
        </p:spPr>
        <p:txBody>
          <a:bodyPr>
            <a:normAutofit/>
          </a:bodyPr>
          <a:lstStyle>
            <a:lvl1pPr marL="0" indent="0" algn="ctr">
              <a:buNone/>
              <a:defRPr sz="1600"/>
            </a:lvl1pPr>
          </a:lstStyle>
          <a:p>
            <a:r>
              <a:rPr lang="nl-NL"/>
              <a:t>Klik op het pictogram als u een afbeelding wilt toevoegen</a:t>
            </a:r>
          </a:p>
        </p:txBody>
      </p:sp>
      <p:sp>
        <p:nvSpPr>
          <p:cNvPr id="18" name="Tijdelijke aanduiding voor afbeelding 14">
            <a:extLst>
              <a:ext uri="{FF2B5EF4-FFF2-40B4-BE49-F238E27FC236}">
                <a16:creationId xmlns:a16="http://schemas.microsoft.com/office/drawing/2014/main" id="{59EC7349-D9E4-0C14-D6F9-8CBD597B7696}"/>
              </a:ext>
            </a:extLst>
          </p:cNvPr>
          <p:cNvSpPr>
            <a:spLocks noGrp="1"/>
          </p:cNvSpPr>
          <p:nvPr>
            <p:ph type="pic" sz="quarter" idx="17"/>
          </p:nvPr>
        </p:nvSpPr>
        <p:spPr>
          <a:xfrm>
            <a:off x="8766175" y="3427200"/>
            <a:ext cx="3425825" cy="3430800"/>
          </a:xfrm>
          <a:solidFill>
            <a:schemeClr val="accent2">
              <a:lumMod val="10000"/>
              <a:lumOff val="90000"/>
            </a:schemeClr>
          </a:solidFill>
        </p:spPr>
        <p:txBody>
          <a:bodyPr>
            <a:normAutofit/>
          </a:bodyPr>
          <a:lstStyle>
            <a:lvl1pPr marL="0" indent="0" algn="ctr">
              <a:buNone/>
              <a:defRPr sz="1600"/>
            </a:lvl1pPr>
          </a:lstStyle>
          <a:p>
            <a:r>
              <a:rPr lang="nl-NL"/>
              <a:t>Klik op het pictogram als u een afbeelding wilt toevoegen</a:t>
            </a:r>
          </a:p>
        </p:txBody>
      </p:sp>
      <p:pic>
        <p:nvPicPr>
          <p:cNvPr id="4" name="Graphic 3">
            <a:extLst>
              <a:ext uri="{FF2B5EF4-FFF2-40B4-BE49-F238E27FC236}">
                <a16:creationId xmlns:a16="http://schemas.microsoft.com/office/drawing/2014/main" id="{DEF692E1-B0B6-874D-22C6-4E2CE8F3B604}"/>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3430754" y="6681"/>
            <a:ext cx="3422319" cy="3422319"/>
          </a:xfrm>
          <a:prstGeom prst="rect">
            <a:avLst/>
          </a:prstGeom>
        </p:spPr>
      </p:pic>
      <p:pic>
        <p:nvPicPr>
          <p:cNvPr id="5" name="Graphic 4">
            <a:extLst>
              <a:ext uri="{FF2B5EF4-FFF2-40B4-BE49-F238E27FC236}">
                <a16:creationId xmlns:a16="http://schemas.microsoft.com/office/drawing/2014/main" id="{D10B13FF-1F7E-1657-6683-C0C5677A1C8D}"/>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5338799" y="3435681"/>
            <a:ext cx="3422319" cy="3422319"/>
          </a:xfrm>
          <a:prstGeom prst="rect">
            <a:avLst/>
          </a:prstGeom>
        </p:spPr>
      </p:pic>
    </p:spTree>
    <p:extLst>
      <p:ext uri="{BB962C8B-B14F-4D97-AF65-F5344CB8AC3E}">
        <p14:creationId xmlns:p14="http://schemas.microsoft.com/office/powerpoint/2010/main" val="18503156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9" name="Tijdelijke aanduiding voor tekst 8">
            <a:extLst>
              <a:ext uri="{FF2B5EF4-FFF2-40B4-BE49-F238E27FC236}">
                <a16:creationId xmlns:a16="http://schemas.microsoft.com/office/drawing/2014/main" id="{D71F4C19-905F-16CB-DFC1-EC5145A739E8}"/>
              </a:ext>
            </a:extLst>
          </p:cNvPr>
          <p:cNvSpPr>
            <a:spLocks noGrp="1"/>
          </p:cNvSpPr>
          <p:nvPr>
            <p:ph type="body" sz="quarter" idx="11" hasCustomPrompt="1"/>
          </p:nvPr>
        </p:nvSpPr>
        <p:spPr>
          <a:xfrm>
            <a:off x="2278743" y="1542228"/>
            <a:ext cx="7712810" cy="3310079"/>
          </a:xfrm>
        </p:spPr>
        <p:txBody>
          <a:bodyPr anchor="ctr" anchorCtr="0">
            <a:normAutofit/>
          </a:bodyPr>
          <a:lstStyle>
            <a:lvl1pPr marL="0" indent="0">
              <a:lnSpc>
                <a:spcPct val="107000"/>
              </a:lnSpc>
              <a:spcBef>
                <a:spcPts val="0"/>
              </a:spcBef>
              <a:buNone/>
              <a:defRPr sz="4000">
                <a:solidFill>
                  <a:schemeClr val="tx1"/>
                </a:solidFill>
                <a:latin typeface="Cooper Lt BT" panose="0208050304030B020404" pitchFamily="18" charset="0"/>
              </a:defRPr>
            </a:lvl1pPr>
            <a:lvl2pPr marL="457200" indent="0">
              <a:buNone/>
              <a:defRPr sz="4000">
                <a:solidFill>
                  <a:schemeClr val="tx1"/>
                </a:solidFill>
                <a:latin typeface="Cooper Lt BT" panose="0208050304030B020404" pitchFamily="18" charset="0"/>
              </a:defRPr>
            </a:lvl2pPr>
            <a:lvl3pPr marL="914400" indent="0">
              <a:buNone/>
              <a:defRPr sz="4000">
                <a:solidFill>
                  <a:schemeClr val="tx1"/>
                </a:solidFill>
                <a:latin typeface="Cooper Lt BT" panose="0208050304030B020404" pitchFamily="18" charset="0"/>
              </a:defRPr>
            </a:lvl3pPr>
            <a:lvl4pPr marL="1371600" indent="0">
              <a:buNone/>
              <a:defRPr sz="4000">
                <a:solidFill>
                  <a:schemeClr val="tx1"/>
                </a:solidFill>
                <a:latin typeface="Cooper Lt BT" panose="0208050304030B020404" pitchFamily="18" charset="0"/>
              </a:defRPr>
            </a:lvl4pPr>
            <a:lvl5pPr marL="1828800" indent="0">
              <a:buNone/>
              <a:defRPr sz="4000">
                <a:solidFill>
                  <a:schemeClr val="tx1"/>
                </a:solidFill>
                <a:latin typeface="Cooper Lt BT" panose="0208050304030B020404" pitchFamily="18" charset="0"/>
              </a:defRPr>
            </a:lvl5pPr>
          </a:lstStyle>
          <a:p>
            <a:pPr lvl="0"/>
            <a:r>
              <a:rPr lang="nl-NL" dirty="0"/>
              <a:t>[quote]</a:t>
            </a:r>
          </a:p>
        </p:txBody>
      </p:sp>
      <p:sp>
        <p:nvSpPr>
          <p:cNvPr id="5" name="Tijdelijke aanduiding voor dianummer 4">
            <a:extLst>
              <a:ext uri="{FF2B5EF4-FFF2-40B4-BE49-F238E27FC236}">
                <a16:creationId xmlns:a16="http://schemas.microsoft.com/office/drawing/2014/main" id="{F38214CE-2914-AABC-1FC7-658B39A367D7}"/>
              </a:ext>
            </a:extLst>
          </p:cNvPr>
          <p:cNvSpPr>
            <a:spLocks noGrp="1"/>
          </p:cNvSpPr>
          <p:nvPr>
            <p:ph type="sldNum" sz="quarter" idx="10"/>
          </p:nvPr>
        </p:nvSpPr>
        <p:spPr/>
        <p:txBody>
          <a:bodyPr/>
          <a:lstStyle/>
          <a:p>
            <a:fld id="{51C5D536-50B7-4CE6-B44E-3B56F0A7BD1A}" type="slidenum">
              <a:rPr lang="nl-NL" smtClean="0"/>
              <a:pPr/>
              <a:t>‹nr.›</a:t>
            </a:fld>
            <a:endParaRPr lang="nl-NL" dirty="0"/>
          </a:p>
        </p:txBody>
      </p:sp>
      <p:sp>
        <p:nvSpPr>
          <p:cNvPr id="2" name="Tekstvak 1">
            <a:extLst>
              <a:ext uri="{FF2B5EF4-FFF2-40B4-BE49-F238E27FC236}">
                <a16:creationId xmlns:a16="http://schemas.microsoft.com/office/drawing/2014/main" id="{34FBDCF1-73B5-BA2F-CF21-7095B4245FF2}"/>
              </a:ext>
            </a:extLst>
          </p:cNvPr>
          <p:cNvSpPr txBox="1"/>
          <p:nvPr userDrawn="1"/>
        </p:nvSpPr>
        <p:spPr>
          <a:xfrm>
            <a:off x="12317128" y="1564243"/>
            <a:ext cx="2794535" cy="553997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NL" sz="1600" dirty="0">
                <a:solidFill>
                  <a:schemeClr val="accent2"/>
                </a:solidFill>
              </a:rPr>
              <a:t>Om rechtsonder een huisstijlvorm te plaatsen: </a:t>
            </a:r>
          </a:p>
          <a:p>
            <a:pPr marL="0" marR="0" lvl="0" indent="0" algn="l" defTabSz="914400" rtl="0" eaLnBrk="1" fontAlgn="auto" latinLnBrk="0" hangingPunct="1">
              <a:lnSpc>
                <a:spcPct val="100000"/>
              </a:lnSpc>
              <a:spcBef>
                <a:spcPts val="0"/>
              </a:spcBef>
              <a:spcAft>
                <a:spcPts val="0"/>
              </a:spcAft>
              <a:buClrTx/>
              <a:buSzTx/>
              <a:buFontTx/>
              <a:buNone/>
              <a:tabLst/>
              <a:defRPr/>
            </a:pPr>
            <a:endParaRPr lang="nl-NL" sz="1600" dirty="0">
              <a:solidFill>
                <a:schemeClr val="accent2"/>
              </a:solidFill>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nl-NL" sz="1400" i="0" dirty="0">
                <a:solidFill>
                  <a:schemeClr val="accent2"/>
                </a:solidFill>
              </a:rPr>
              <a:t>Let op: je kunt de achtergrondkleur van dit kader niet aanpassen.</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nl-NL" sz="1600" dirty="0">
              <a:solidFill>
                <a:schemeClr val="accent2"/>
              </a:solidFill>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nl-NL" sz="1600" dirty="0">
                <a:solidFill>
                  <a:schemeClr val="accent2"/>
                </a:solidFill>
              </a:rPr>
              <a:t>Op de dia met vormentaal: geef de gewenste vorm een kleur en kopieer deze m.b.v. </a:t>
            </a:r>
            <a:r>
              <a:rPr lang="nl-NL" sz="1600" b="1" dirty="0" err="1">
                <a:solidFill>
                  <a:schemeClr val="accent2"/>
                </a:solidFill>
              </a:rPr>
              <a:t>Ctrl+C</a:t>
            </a:r>
            <a:r>
              <a:rPr lang="nl-NL" sz="1600" b="0" dirty="0">
                <a:solidFill>
                  <a:schemeClr val="accent2"/>
                </a:solidFill>
              </a:rPr>
              <a:t>.</a:t>
            </a:r>
            <a:br>
              <a:rPr lang="nl-NL" sz="1600" b="0" dirty="0">
                <a:solidFill>
                  <a:schemeClr val="accent2"/>
                </a:solidFill>
              </a:rPr>
            </a:br>
            <a:endParaRPr lang="nl-NL" sz="1600" b="0" dirty="0">
              <a:solidFill>
                <a:schemeClr val="accent2"/>
              </a:solidFill>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nl-NL" sz="1600" dirty="0">
                <a:solidFill>
                  <a:schemeClr val="accent2"/>
                </a:solidFill>
              </a:rPr>
              <a:t>Ga terug naar deze dia en klik op het bedoelde kader </a:t>
            </a:r>
            <a:br>
              <a:rPr lang="nl-NL" sz="1600" dirty="0">
                <a:solidFill>
                  <a:schemeClr val="accent2"/>
                </a:solidFill>
              </a:rPr>
            </a:br>
            <a:r>
              <a:rPr lang="nl-NL" sz="1400" dirty="0">
                <a:solidFill>
                  <a:schemeClr val="accent2"/>
                </a:solidFill>
              </a:rPr>
              <a:t>(Let op: klik niet op het afbeeldingsicon in het midden)</a:t>
            </a:r>
            <a:br>
              <a:rPr lang="nl-NL" sz="1400" dirty="0">
                <a:solidFill>
                  <a:schemeClr val="accent2"/>
                </a:solidFill>
              </a:rPr>
            </a:br>
            <a:endParaRPr lang="nl-NL" sz="1400" dirty="0">
              <a:solidFill>
                <a:schemeClr val="accent2"/>
              </a:solidFill>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nl-NL" sz="1600" dirty="0">
                <a:solidFill>
                  <a:schemeClr val="accent2"/>
                </a:solidFill>
              </a:rPr>
              <a:t>Plak de eerder gekopieerde vorm m.b.v.  </a:t>
            </a:r>
            <a:r>
              <a:rPr lang="nl-NL" sz="1600" b="1" dirty="0" err="1">
                <a:solidFill>
                  <a:schemeClr val="accent2"/>
                </a:solidFill>
              </a:rPr>
              <a:t>Ctrl+V</a:t>
            </a:r>
            <a:r>
              <a:rPr lang="nl-NL" sz="1600" b="0" dirty="0">
                <a:solidFill>
                  <a:schemeClr val="accent2"/>
                </a:solidFill>
              </a:rPr>
              <a:t>.</a:t>
            </a:r>
          </a:p>
        </p:txBody>
      </p:sp>
      <p:pic>
        <p:nvPicPr>
          <p:cNvPr id="4" name="Graphic 3">
            <a:extLst>
              <a:ext uri="{FF2B5EF4-FFF2-40B4-BE49-F238E27FC236}">
                <a16:creationId xmlns:a16="http://schemas.microsoft.com/office/drawing/2014/main" id="{49174CDC-8052-FFBA-877F-942B35AB9F9F}"/>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115481" y="4781481"/>
            <a:ext cx="2076519" cy="2076519"/>
          </a:xfrm>
          <a:prstGeom prst="rect">
            <a:avLst/>
          </a:prstGeom>
        </p:spPr>
      </p:pic>
      <p:pic>
        <p:nvPicPr>
          <p:cNvPr id="6" name="Logo">
            <a:extLst>
              <a:ext uri="{FF2B5EF4-FFF2-40B4-BE49-F238E27FC236}">
                <a16:creationId xmlns:a16="http://schemas.microsoft.com/office/drawing/2014/main" id="{F735F1B6-FD39-5B14-05FC-B5EC9A754A87}"/>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900000" y="510292"/>
            <a:ext cx="1728000" cy="589680"/>
          </a:xfrm>
          <a:prstGeom prst="rect">
            <a:avLst/>
          </a:prstGeom>
        </p:spPr>
      </p:pic>
    </p:spTree>
    <p:extLst>
      <p:ext uri="{BB962C8B-B14F-4D97-AF65-F5344CB8AC3E}">
        <p14:creationId xmlns:p14="http://schemas.microsoft.com/office/powerpoint/2010/main" val="38888501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Tijdelijke aanduiding voor dianummer 2">
            <a:extLst>
              <a:ext uri="{FF2B5EF4-FFF2-40B4-BE49-F238E27FC236}">
                <a16:creationId xmlns:a16="http://schemas.microsoft.com/office/drawing/2014/main" id="{0F3CBD7B-4E02-DC08-0627-028D8E2F2CDA}"/>
              </a:ext>
            </a:extLst>
          </p:cNvPr>
          <p:cNvSpPr>
            <a:spLocks noGrp="1"/>
          </p:cNvSpPr>
          <p:nvPr>
            <p:ph type="sldNum" sz="quarter" idx="10"/>
          </p:nvPr>
        </p:nvSpPr>
        <p:spPr/>
        <p:txBody>
          <a:bodyPr/>
          <a:lstStyle/>
          <a:p>
            <a:fld id="{51C5D536-50B7-4CE6-B44E-3B56F0A7BD1A}" type="slidenum">
              <a:rPr lang="nl-NL" smtClean="0"/>
              <a:pPr/>
              <a:t>‹nr.›</a:t>
            </a:fld>
            <a:endParaRPr lang="nl-NL" dirty="0"/>
          </a:p>
        </p:txBody>
      </p:sp>
      <p:sp>
        <p:nvSpPr>
          <p:cNvPr id="6" name="Tekstvak 5">
            <a:extLst>
              <a:ext uri="{FF2B5EF4-FFF2-40B4-BE49-F238E27FC236}">
                <a16:creationId xmlns:a16="http://schemas.microsoft.com/office/drawing/2014/main" id="{BF84485D-D36B-47FA-E030-96B8CFBD8FF7}"/>
              </a:ext>
            </a:extLst>
          </p:cNvPr>
          <p:cNvSpPr txBox="1"/>
          <p:nvPr userDrawn="1"/>
        </p:nvSpPr>
        <p:spPr>
          <a:xfrm>
            <a:off x="12317128" y="1564243"/>
            <a:ext cx="2794535" cy="553997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NL" sz="1600" dirty="0">
                <a:solidFill>
                  <a:schemeClr val="accent2"/>
                </a:solidFill>
              </a:rPr>
              <a:t>Om links een huisstijlvorm te plaatsen: </a:t>
            </a:r>
          </a:p>
          <a:p>
            <a:pPr marL="0" marR="0" lvl="0" indent="0" algn="l" defTabSz="914400" rtl="0" eaLnBrk="1" fontAlgn="auto" latinLnBrk="0" hangingPunct="1">
              <a:lnSpc>
                <a:spcPct val="100000"/>
              </a:lnSpc>
              <a:spcBef>
                <a:spcPts val="0"/>
              </a:spcBef>
              <a:spcAft>
                <a:spcPts val="0"/>
              </a:spcAft>
              <a:buClrTx/>
              <a:buSzTx/>
              <a:buFontTx/>
              <a:buNone/>
              <a:tabLst/>
              <a:defRPr/>
            </a:pPr>
            <a:endParaRPr lang="nl-NL" sz="1600" dirty="0">
              <a:solidFill>
                <a:schemeClr val="accent2"/>
              </a:solidFill>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nl-NL" sz="1400" i="0" dirty="0">
                <a:solidFill>
                  <a:schemeClr val="accent2"/>
                </a:solidFill>
              </a:rPr>
              <a:t>Let op: je kunt de achtergrondkleur van dit kader niet aanpassen.</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nl-NL" sz="1600" dirty="0">
              <a:solidFill>
                <a:schemeClr val="accent2"/>
              </a:solidFill>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nl-NL" sz="1600" dirty="0">
                <a:solidFill>
                  <a:schemeClr val="accent2"/>
                </a:solidFill>
              </a:rPr>
              <a:t>Op de dia met vormentaal: geef de gewenste vorm een kleur en kopieer deze m.b.v. </a:t>
            </a:r>
            <a:r>
              <a:rPr lang="nl-NL" sz="1600" b="1" dirty="0" err="1">
                <a:solidFill>
                  <a:schemeClr val="accent2"/>
                </a:solidFill>
              </a:rPr>
              <a:t>Ctrl+C</a:t>
            </a:r>
            <a:r>
              <a:rPr lang="nl-NL" sz="1600" b="0" dirty="0">
                <a:solidFill>
                  <a:schemeClr val="accent2"/>
                </a:solidFill>
              </a:rPr>
              <a:t>.</a:t>
            </a:r>
            <a:br>
              <a:rPr lang="nl-NL" sz="1600" b="0" dirty="0">
                <a:solidFill>
                  <a:schemeClr val="accent2"/>
                </a:solidFill>
              </a:rPr>
            </a:br>
            <a:endParaRPr lang="nl-NL" sz="1600" b="0" dirty="0">
              <a:solidFill>
                <a:schemeClr val="accent2"/>
              </a:solidFill>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nl-NL" sz="1600" dirty="0">
                <a:solidFill>
                  <a:schemeClr val="accent2"/>
                </a:solidFill>
              </a:rPr>
              <a:t>Ga terug naar deze dia en klik op het bedoelde kader </a:t>
            </a:r>
            <a:br>
              <a:rPr lang="nl-NL" sz="1600" dirty="0">
                <a:solidFill>
                  <a:schemeClr val="accent2"/>
                </a:solidFill>
              </a:rPr>
            </a:br>
            <a:r>
              <a:rPr lang="nl-NL" sz="1400" dirty="0">
                <a:solidFill>
                  <a:schemeClr val="accent2"/>
                </a:solidFill>
              </a:rPr>
              <a:t>(Let op: klik niet op het afbeeldingsicon in het midden)</a:t>
            </a:r>
            <a:br>
              <a:rPr lang="nl-NL" sz="1400" dirty="0">
                <a:solidFill>
                  <a:schemeClr val="accent2"/>
                </a:solidFill>
              </a:rPr>
            </a:br>
            <a:endParaRPr lang="nl-NL" sz="1400" dirty="0">
              <a:solidFill>
                <a:schemeClr val="accent2"/>
              </a:solidFill>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nl-NL" sz="1600" dirty="0">
                <a:solidFill>
                  <a:schemeClr val="accent2"/>
                </a:solidFill>
              </a:rPr>
              <a:t>Plak de eerder gekopieerde vorm m.b.v.  </a:t>
            </a:r>
            <a:r>
              <a:rPr lang="nl-NL" sz="1600" b="1" dirty="0" err="1">
                <a:solidFill>
                  <a:schemeClr val="accent2"/>
                </a:solidFill>
              </a:rPr>
              <a:t>Ctrl+V</a:t>
            </a:r>
            <a:r>
              <a:rPr lang="nl-NL" sz="1600" b="0" dirty="0">
                <a:solidFill>
                  <a:schemeClr val="accent2"/>
                </a:solidFill>
              </a:rPr>
              <a:t>.</a:t>
            </a:r>
          </a:p>
        </p:txBody>
      </p:sp>
      <p:sp>
        <p:nvSpPr>
          <p:cNvPr id="7" name="Titel 6">
            <a:extLst>
              <a:ext uri="{FF2B5EF4-FFF2-40B4-BE49-F238E27FC236}">
                <a16:creationId xmlns:a16="http://schemas.microsoft.com/office/drawing/2014/main" id="{B6C3B928-45CC-1139-BCEA-69F47ED8F48E}"/>
              </a:ext>
            </a:extLst>
          </p:cNvPr>
          <p:cNvSpPr>
            <a:spLocks noGrp="1"/>
          </p:cNvSpPr>
          <p:nvPr>
            <p:ph type="title" hasCustomPrompt="1"/>
          </p:nvPr>
        </p:nvSpPr>
        <p:spPr>
          <a:xfrm>
            <a:off x="5562600" y="901700"/>
            <a:ext cx="5638800" cy="553998"/>
          </a:xfrm>
        </p:spPr>
        <p:txBody>
          <a:bodyPr/>
          <a:lstStyle>
            <a:lvl1pPr>
              <a:defRPr/>
            </a:lvl1pPr>
          </a:lstStyle>
          <a:p>
            <a:r>
              <a:rPr lang="nl-NL" dirty="0"/>
              <a:t>[titel]</a:t>
            </a:r>
          </a:p>
        </p:txBody>
      </p:sp>
      <p:sp>
        <p:nvSpPr>
          <p:cNvPr id="9" name="Tijdelijke aanduiding voor tekst 8">
            <a:extLst>
              <a:ext uri="{FF2B5EF4-FFF2-40B4-BE49-F238E27FC236}">
                <a16:creationId xmlns:a16="http://schemas.microsoft.com/office/drawing/2014/main" id="{4F07B35C-E7A5-73EB-7FE1-840DF1C52B33}"/>
              </a:ext>
            </a:extLst>
          </p:cNvPr>
          <p:cNvSpPr>
            <a:spLocks noGrp="1"/>
          </p:cNvSpPr>
          <p:nvPr>
            <p:ph sz="quarter" idx="13"/>
          </p:nvPr>
        </p:nvSpPr>
        <p:spPr>
          <a:xfrm>
            <a:off x="5502275" y="1578688"/>
            <a:ext cx="5715000" cy="1008062"/>
          </a:xfrm>
          <a:prstGeom prst="roundRect">
            <a:avLst>
              <a:gd name="adj" fmla="val 8163"/>
            </a:avLst>
          </a:prstGeom>
          <a:solidFill>
            <a:schemeClr val="accent2">
              <a:lumMod val="10000"/>
              <a:lumOff val="90000"/>
            </a:schemeClr>
          </a:solidFill>
        </p:spPr>
        <p:txBody>
          <a:bodyPr lIns="1296000" rIns="180000" anchor="ctr" anchorCtr="0">
            <a:noAutofit/>
          </a:bodyPr>
          <a:lstStyle>
            <a:lvl1pPr marL="0" indent="0">
              <a:spcBef>
                <a:spcPts val="0"/>
              </a:spcBef>
              <a:buNone/>
              <a:defRPr sz="1600"/>
            </a:lvl1pPr>
          </a:lstStyle>
          <a:p>
            <a:pPr lvl="0"/>
            <a:r>
              <a:rPr lang="nl-NL" dirty="0"/>
              <a:t>Klikken om de tekststijl van het model te bewerken</a:t>
            </a:r>
          </a:p>
        </p:txBody>
      </p:sp>
      <p:sp>
        <p:nvSpPr>
          <p:cNvPr id="11" name="Tijdelijke aanduiding voor afbeelding 10">
            <a:extLst>
              <a:ext uri="{FF2B5EF4-FFF2-40B4-BE49-F238E27FC236}">
                <a16:creationId xmlns:a16="http://schemas.microsoft.com/office/drawing/2014/main" id="{546C9DEF-02B6-6394-986C-51709E0BFCD4}"/>
              </a:ext>
            </a:extLst>
          </p:cNvPr>
          <p:cNvSpPr>
            <a:spLocks noGrp="1"/>
          </p:cNvSpPr>
          <p:nvPr>
            <p:ph type="pic" sz="quarter" idx="14" hasCustomPrompt="1"/>
          </p:nvPr>
        </p:nvSpPr>
        <p:spPr>
          <a:xfrm>
            <a:off x="5670596" y="1686719"/>
            <a:ext cx="874504" cy="792000"/>
          </a:xfrm>
        </p:spPr>
        <p:txBody>
          <a:bodyPr>
            <a:normAutofit/>
          </a:bodyPr>
          <a:lstStyle>
            <a:lvl1pPr marL="0" indent="0" algn="ctr">
              <a:buNone/>
              <a:defRPr sz="1400"/>
            </a:lvl1pPr>
          </a:lstStyle>
          <a:p>
            <a:r>
              <a:rPr lang="nl-NL" dirty="0"/>
              <a:t>icon</a:t>
            </a:r>
          </a:p>
        </p:txBody>
      </p:sp>
      <p:sp>
        <p:nvSpPr>
          <p:cNvPr id="12" name="Tijdelijke aanduiding voor tekst 8">
            <a:extLst>
              <a:ext uri="{FF2B5EF4-FFF2-40B4-BE49-F238E27FC236}">
                <a16:creationId xmlns:a16="http://schemas.microsoft.com/office/drawing/2014/main" id="{F4EC8C2E-FF8E-A6A4-5B04-CDF621D85DC0}"/>
              </a:ext>
            </a:extLst>
          </p:cNvPr>
          <p:cNvSpPr>
            <a:spLocks noGrp="1"/>
          </p:cNvSpPr>
          <p:nvPr>
            <p:ph sz="quarter" idx="15"/>
          </p:nvPr>
        </p:nvSpPr>
        <p:spPr>
          <a:xfrm>
            <a:off x="5502275" y="2840077"/>
            <a:ext cx="5715000" cy="1008062"/>
          </a:xfrm>
          <a:prstGeom prst="roundRect">
            <a:avLst>
              <a:gd name="adj" fmla="val 8163"/>
            </a:avLst>
          </a:prstGeom>
          <a:solidFill>
            <a:schemeClr val="accent2">
              <a:lumMod val="10000"/>
              <a:lumOff val="90000"/>
            </a:schemeClr>
          </a:solidFill>
        </p:spPr>
        <p:txBody>
          <a:bodyPr lIns="1296000" rIns="180000" anchor="ctr" anchorCtr="0">
            <a:noAutofit/>
          </a:bodyPr>
          <a:lstStyle>
            <a:lvl1pPr marL="0" indent="0">
              <a:spcBef>
                <a:spcPts val="0"/>
              </a:spcBef>
              <a:buNone/>
              <a:defRPr sz="1600"/>
            </a:lvl1pPr>
          </a:lstStyle>
          <a:p>
            <a:pPr lvl="0"/>
            <a:r>
              <a:rPr lang="nl-NL"/>
              <a:t>Klikken om de tekststijl van het model te bewerken</a:t>
            </a:r>
          </a:p>
        </p:txBody>
      </p:sp>
      <p:sp>
        <p:nvSpPr>
          <p:cNvPr id="14" name="Tijdelijke aanduiding voor tekst 8">
            <a:extLst>
              <a:ext uri="{FF2B5EF4-FFF2-40B4-BE49-F238E27FC236}">
                <a16:creationId xmlns:a16="http://schemas.microsoft.com/office/drawing/2014/main" id="{64DCBBF4-CBEC-FDAF-5F3B-12AC37FADAA1}"/>
              </a:ext>
            </a:extLst>
          </p:cNvPr>
          <p:cNvSpPr>
            <a:spLocks noGrp="1"/>
          </p:cNvSpPr>
          <p:nvPr>
            <p:ph sz="quarter" idx="17"/>
          </p:nvPr>
        </p:nvSpPr>
        <p:spPr>
          <a:xfrm>
            <a:off x="5502275" y="4101466"/>
            <a:ext cx="5715000" cy="1008062"/>
          </a:xfrm>
          <a:prstGeom prst="roundRect">
            <a:avLst>
              <a:gd name="adj" fmla="val 8163"/>
            </a:avLst>
          </a:prstGeom>
          <a:solidFill>
            <a:schemeClr val="accent2">
              <a:lumMod val="10000"/>
              <a:lumOff val="90000"/>
            </a:schemeClr>
          </a:solidFill>
        </p:spPr>
        <p:txBody>
          <a:bodyPr lIns="1296000" rIns="180000" anchor="ctr" anchorCtr="0">
            <a:noAutofit/>
          </a:bodyPr>
          <a:lstStyle>
            <a:lvl1pPr marL="0" indent="0">
              <a:spcBef>
                <a:spcPts val="0"/>
              </a:spcBef>
              <a:buNone/>
              <a:defRPr sz="1600"/>
            </a:lvl1pPr>
          </a:lstStyle>
          <a:p>
            <a:pPr lvl="0"/>
            <a:r>
              <a:rPr lang="nl-NL"/>
              <a:t>Klikken om de tekststijl van het model te bewerken</a:t>
            </a:r>
          </a:p>
        </p:txBody>
      </p:sp>
      <p:sp>
        <p:nvSpPr>
          <p:cNvPr id="15" name="Tijdelijke aanduiding voor afbeelding 10">
            <a:extLst>
              <a:ext uri="{FF2B5EF4-FFF2-40B4-BE49-F238E27FC236}">
                <a16:creationId xmlns:a16="http://schemas.microsoft.com/office/drawing/2014/main" id="{36758B46-503D-FB72-F122-FC14CF759242}"/>
              </a:ext>
            </a:extLst>
          </p:cNvPr>
          <p:cNvSpPr>
            <a:spLocks noGrp="1"/>
          </p:cNvSpPr>
          <p:nvPr>
            <p:ph type="pic" sz="quarter" idx="18" hasCustomPrompt="1"/>
          </p:nvPr>
        </p:nvSpPr>
        <p:spPr>
          <a:xfrm>
            <a:off x="5658748" y="4209497"/>
            <a:ext cx="886352" cy="792000"/>
          </a:xfrm>
        </p:spPr>
        <p:txBody>
          <a:bodyPr>
            <a:normAutofit/>
          </a:bodyPr>
          <a:lstStyle>
            <a:lvl1pPr marL="0" indent="0" algn="ctr">
              <a:buNone/>
              <a:defRPr sz="1400"/>
            </a:lvl1pPr>
          </a:lstStyle>
          <a:p>
            <a:r>
              <a:rPr lang="nl-NL" dirty="0"/>
              <a:t>icon</a:t>
            </a:r>
          </a:p>
        </p:txBody>
      </p:sp>
      <p:sp>
        <p:nvSpPr>
          <p:cNvPr id="16" name="Tijdelijke aanduiding voor tekst 8">
            <a:extLst>
              <a:ext uri="{FF2B5EF4-FFF2-40B4-BE49-F238E27FC236}">
                <a16:creationId xmlns:a16="http://schemas.microsoft.com/office/drawing/2014/main" id="{93D2FE1D-B7AC-B75D-8293-1C1F3ADBA5FC}"/>
              </a:ext>
            </a:extLst>
          </p:cNvPr>
          <p:cNvSpPr>
            <a:spLocks noGrp="1"/>
          </p:cNvSpPr>
          <p:nvPr>
            <p:ph sz="quarter" idx="19"/>
          </p:nvPr>
        </p:nvSpPr>
        <p:spPr>
          <a:xfrm>
            <a:off x="5502275" y="5362856"/>
            <a:ext cx="5715000" cy="1008062"/>
          </a:xfrm>
          <a:prstGeom prst="roundRect">
            <a:avLst>
              <a:gd name="adj" fmla="val 8163"/>
            </a:avLst>
          </a:prstGeom>
          <a:solidFill>
            <a:schemeClr val="accent2">
              <a:lumMod val="10000"/>
              <a:lumOff val="90000"/>
            </a:schemeClr>
          </a:solidFill>
        </p:spPr>
        <p:txBody>
          <a:bodyPr lIns="1296000" rIns="180000" anchor="ctr" anchorCtr="0">
            <a:noAutofit/>
          </a:bodyPr>
          <a:lstStyle>
            <a:lvl1pPr marL="0" indent="0">
              <a:spcBef>
                <a:spcPts val="0"/>
              </a:spcBef>
              <a:buNone/>
              <a:defRPr sz="1600"/>
            </a:lvl1pPr>
          </a:lstStyle>
          <a:p>
            <a:pPr lvl="0"/>
            <a:r>
              <a:rPr lang="nl-NL"/>
              <a:t>Klikken om de tekststijl van het model te bewerken</a:t>
            </a:r>
          </a:p>
        </p:txBody>
      </p:sp>
      <p:sp>
        <p:nvSpPr>
          <p:cNvPr id="17" name="Tijdelijke aanduiding voor afbeelding 10">
            <a:extLst>
              <a:ext uri="{FF2B5EF4-FFF2-40B4-BE49-F238E27FC236}">
                <a16:creationId xmlns:a16="http://schemas.microsoft.com/office/drawing/2014/main" id="{230CE660-38CB-7751-DD66-1F4F15A017B6}"/>
              </a:ext>
            </a:extLst>
          </p:cNvPr>
          <p:cNvSpPr>
            <a:spLocks noGrp="1"/>
          </p:cNvSpPr>
          <p:nvPr>
            <p:ph type="pic" sz="quarter" idx="20" hasCustomPrompt="1"/>
          </p:nvPr>
        </p:nvSpPr>
        <p:spPr>
          <a:xfrm>
            <a:off x="5658748" y="5470887"/>
            <a:ext cx="886352" cy="792000"/>
          </a:xfrm>
        </p:spPr>
        <p:txBody>
          <a:bodyPr>
            <a:normAutofit/>
          </a:bodyPr>
          <a:lstStyle>
            <a:lvl1pPr marL="0" indent="0" algn="ctr">
              <a:buNone/>
              <a:defRPr sz="1400"/>
            </a:lvl1pPr>
          </a:lstStyle>
          <a:p>
            <a:r>
              <a:rPr lang="nl-NL" dirty="0"/>
              <a:t>icon</a:t>
            </a:r>
          </a:p>
        </p:txBody>
      </p:sp>
      <p:sp>
        <p:nvSpPr>
          <p:cNvPr id="2" name="Tijdelijke aanduiding voor afbeelding 10">
            <a:extLst>
              <a:ext uri="{FF2B5EF4-FFF2-40B4-BE49-F238E27FC236}">
                <a16:creationId xmlns:a16="http://schemas.microsoft.com/office/drawing/2014/main" id="{7F0ECBE5-06A9-283B-0AE8-D046347B8914}"/>
              </a:ext>
            </a:extLst>
          </p:cNvPr>
          <p:cNvSpPr>
            <a:spLocks noGrp="1"/>
          </p:cNvSpPr>
          <p:nvPr>
            <p:ph type="pic" sz="quarter" idx="21" hasCustomPrompt="1"/>
          </p:nvPr>
        </p:nvSpPr>
        <p:spPr>
          <a:xfrm>
            <a:off x="5658748" y="2948108"/>
            <a:ext cx="874504" cy="792000"/>
          </a:xfrm>
        </p:spPr>
        <p:txBody>
          <a:bodyPr>
            <a:normAutofit/>
          </a:bodyPr>
          <a:lstStyle>
            <a:lvl1pPr marL="0" indent="0" algn="ctr">
              <a:buNone/>
              <a:defRPr sz="1400"/>
            </a:lvl1pPr>
          </a:lstStyle>
          <a:p>
            <a:r>
              <a:rPr lang="nl-NL" dirty="0"/>
              <a:t>icon</a:t>
            </a:r>
          </a:p>
        </p:txBody>
      </p:sp>
      <p:pic>
        <p:nvPicPr>
          <p:cNvPr id="10" name="Graphic 9">
            <a:extLst>
              <a:ext uri="{FF2B5EF4-FFF2-40B4-BE49-F238E27FC236}">
                <a16:creationId xmlns:a16="http://schemas.microsoft.com/office/drawing/2014/main" id="{12A9EE8A-5F9B-7080-01C8-5E7132F7B697}"/>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0" y="1800172"/>
            <a:ext cx="4611472" cy="4602587"/>
          </a:xfrm>
          <a:prstGeom prst="rect">
            <a:avLst/>
          </a:prstGeom>
        </p:spPr>
      </p:pic>
      <p:pic>
        <p:nvPicPr>
          <p:cNvPr id="4" name="Logo">
            <a:extLst>
              <a:ext uri="{FF2B5EF4-FFF2-40B4-BE49-F238E27FC236}">
                <a16:creationId xmlns:a16="http://schemas.microsoft.com/office/drawing/2014/main" id="{EF2E285B-F244-A22E-7F24-8783419E8902}"/>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900000" y="510292"/>
            <a:ext cx="1728000" cy="589680"/>
          </a:xfrm>
          <a:prstGeom prst="rect">
            <a:avLst/>
          </a:prstGeom>
        </p:spPr>
      </p:pic>
    </p:spTree>
    <p:extLst>
      <p:ext uri="{BB962C8B-B14F-4D97-AF65-F5344CB8AC3E}">
        <p14:creationId xmlns:p14="http://schemas.microsoft.com/office/powerpoint/2010/main" val="368867527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Alleen titel">
    <p:spTree>
      <p:nvGrpSpPr>
        <p:cNvPr id="1" name=""/>
        <p:cNvGrpSpPr/>
        <p:nvPr/>
      </p:nvGrpSpPr>
      <p:grpSpPr>
        <a:xfrm>
          <a:off x="0" y="0"/>
          <a:ext cx="0" cy="0"/>
          <a:chOff x="0" y="0"/>
          <a:chExt cx="0" cy="0"/>
        </a:xfrm>
      </p:grpSpPr>
      <p:sp>
        <p:nvSpPr>
          <p:cNvPr id="3" name="Tijdelijke aanduiding voor dianummer 2">
            <a:extLst>
              <a:ext uri="{FF2B5EF4-FFF2-40B4-BE49-F238E27FC236}">
                <a16:creationId xmlns:a16="http://schemas.microsoft.com/office/drawing/2014/main" id="{C32D3B33-F547-A729-3BD4-B54118CA12BD}"/>
              </a:ext>
            </a:extLst>
          </p:cNvPr>
          <p:cNvSpPr>
            <a:spLocks noGrp="1"/>
          </p:cNvSpPr>
          <p:nvPr>
            <p:ph type="sldNum" sz="quarter" idx="10"/>
          </p:nvPr>
        </p:nvSpPr>
        <p:spPr/>
        <p:txBody>
          <a:bodyPr/>
          <a:lstStyle/>
          <a:p>
            <a:fld id="{51C5D536-50B7-4CE6-B44E-3B56F0A7BD1A}" type="slidenum">
              <a:rPr lang="nl-NL" smtClean="0"/>
              <a:pPr/>
              <a:t>‹nr.›</a:t>
            </a:fld>
            <a:endParaRPr lang="nl-NL" dirty="0"/>
          </a:p>
        </p:txBody>
      </p:sp>
      <p:sp>
        <p:nvSpPr>
          <p:cNvPr id="4" name="Titel 3">
            <a:extLst>
              <a:ext uri="{FF2B5EF4-FFF2-40B4-BE49-F238E27FC236}">
                <a16:creationId xmlns:a16="http://schemas.microsoft.com/office/drawing/2014/main" id="{9F96FDB8-90F8-8E3A-EE13-D1385A791BCA}"/>
              </a:ext>
            </a:extLst>
          </p:cNvPr>
          <p:cNvSpPr>
            <a:spLocks noGrp="1"/>
          </p:cNvSpPr>
          <p:nvPr>
            <p:ph type="title"/>
          </p:nvPr>
        </p:nvSpPr>
        <p:spPr/>
        <p:txBody>
          <a:bodyPr/>
          <a:lstStyle/>
          <a:p>
            <a:r>
              <a:rPr lang="nl-NL"/>
              <a:t>Klik om stijl te bewerken</a:t>
            </a:r>
          </a:p>
        </p:txBody>
      </p:sp>
    </p:spTree>
    <p:extLst>
      <p:ext uri="{BB962C8B-B14F-4D97-AF65-F5344CB8AC3E}">
        <p14:creationId xmlns:p14="http://schemas.microsoft.com/office/powerpoint/2010/main" val="353994948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Partnerslide">
    <p:spTree>
      <p:nvGrpSpPr>
        <p:cNvPr id="1" name=""/>
        <p:cNvGrpSpPr/>
        <p:nvPr/>
      </p:nvGrpSpPr>
      <p:grpSpPr>
        <a:xfrm>
          <a:off x="0" y="0"/>
          <a:ext cx="0" cy="0"/>
          <a:chOff x="0" y="0"/>
          <a:chExt cx="0" cy="0"/>
        </a:xfrm>
      </p:grpSpPr>
      <p:sp>
        <p:nvSpPr>
          <p:cNvPr id="6" name="Rechthoek 5">
            <a:extLst>
              <a:ext uri="{FF2B5EF4-FFF2-40B4-BE49-F238E27FC236}">
                <a16:creationId xmlns:a16="http://schemas.microsoft.com/office/drawing/2014/main" id="{7D1969A5-A398-7E16-ECF7-BFB3F16D194D}"/>
              </a:ext>
            </a:extLst>
          </p:cNvPr>
          <p:cNvSpPr>
            <a:spLocks noGrp="1" noRot="1" noMove="1" noResize="1" noEditPoints="1" noAdjustHandles="1" noChangeArrowheads="1" noChangeShapeType="1"/>
          </p:cNvSpPr>
          <p:nvPr userDrawn="1"/>
        </p:nvSpPr>
        <p:spPr>
          <a:xfrm>
            <a:off x="0" y="0"/>
            <a:ext cx="12192000" cy="68580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dirty="0" err="1">
              <a:solidFill>
                <a:schemeClr val="bg1"/>
              </a:solidFill>
            </a:endParaRPr>
          </a:p>
        </p:txBody>
      </p:sp>
      <p:sp>
        <p:nvSpPr>
          <p:cNvPr id="3" name="Tijdelijke aanduiding voor dianummer 2">
            <a:extLst>
              <a:ext uri="{FF2B5EF4-FFF2-40B4-BE49-F238E27FC236}">
                <a16:creationId xmlns:a16="http://schemas.microsoft.com/office/drawing/2014/main" id="{66EE441F-77FB-75AD-6B1A-0F17F6DDA103}"/>
              </a:ext>
            </a:extLst>
          </p:cNvPr>
          <p:cNvSpPr>
            <a:spLocks noGrp="1"/>
          </p:cNvSpPr>
          <p:nvPr>
            <p:ph type="sldNum" sz="quarter" idx="10"/>
          </p:nvPr>
        </p:nvSpPr>
        <p:spPr/>
        <p:txBody>
          <a:bodyPr/>
          <a:lstStyle/>
          <a:p>
            <a:fld id="{51C5D536-50B7-4CE6-B44E-3B56F0A7BD1A}" type="slidenum">
              <a:rPr lang="nl-NL" smtClean="0"/>
              <a:pPr/>
              <a:t>‹nr.›</a:t>
            </a:fld>
            <a:endParaRPr lang="nl-NL" dirty="0"/>
          </a:p>
        </p:txBody>
      </p:sp>
      <p:pic>
        <p:nvPicPr>
          <p:cNvPr id="5" name="Afbeelding 4" descr="Afbeelding met zwart, duisternis&#10;&#10;Automatisch gegenereerde beschrijving">
            <a:extLst>
              <a:ext uri="{FF2B5EF4-FFF2-40B4-BE49-F238E27FC236}">
                <a16:creationId xmlns:a16="http://schemas.microsoft.com/office/drawing/2014/main" id="{1D03909B-CFF5-7B12-9FC6-6A6CF44876A9}"/>
              </a:ext>
            </a:extLst>
          </p:cNvPr>
          <p:cNvPicPr>
            <a:picLocks noChangeAspect="1"/>
          </p:cNvPicPr>
          <p:nvPr userDrawn="1"/>
        </p:nvPicPr>
        <p:blipFill>
          <a:blip r:embed="rId2"/>
          <a:stretch>
            <a:fillRect/>
          </a:stretch>
        </p:blipFill>
        <p:spPr>
          <a:xfrm>
            <a:off x="7136224" y="2698432"/>
            <a:ext cx="4281714" cy="1461135"/>
          </a:xfrm>
          <a:prstGeom prst="rect">
            <a:avLst/>
          </a:prstGeom>
        </p:spPr>
      </p:pic>
      <p:pic>
        <p:nvPicPr>
          <p:cNvPr id="7" name="Graphic 6">
            <a:extLst>
              <a:ext uri="{FF2B5EF4-FFF2-40B4-BE49-F238E27FC236}">
                <a16:creationId xmlns:a16="http://schemas.microsoft.com/office/drawing/2014/main" id="{431A78B4-DD8B-CED3-9390-FF735F89D22C}"/>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10311685" y="4977685"/>
            <a:ext cx="1880315" cy="1880315"/>
          </a:xfrm>
          <a:prstGeom prst="rect">
            <a:avLst/>
          </a:prstGeom>
        </p:spPr>
      </p:pic>
      <p:sp>
        <p:nvSpPr>
          <p:cNvPr id="8" name="Ovaal 7">
            <a:extLst>
              <a:ext uri="{FF2B5EF4-FFF2-40B4-BE49-F238E27FC236}">
                <a16:creationId xmlns:a16="http://schemas.microsoft.com/office/drawing/2014/main" id="{20F142C1-5C23-3B73-5E6A-3A31855F59CC}"/>
              </a:ext>
            </a:extLst>
          </p:cNvPr>
          <p:cNvSpPr>
            <a:spLocks noGrp="1" noRot="1" noMove="1" noResize="1" noEditPoints="1" noAdjustHandles="1" noChangeArrowheads="1" noChangeShapeType="1"/>
          </p:cNvSpPr>
          <p:nvPr userDrawn="1"/>
        </p:nvSpPr>
        <p:spPr>
          <a:xfrm>
            <a:off x="638175" y="1106250"/>
            <a:ext cx="4645500" cy="4645500"/>
          </a:xfrm>
          <a:prstGeom prst="ellipse">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dirty="0" err="1">
              <a:solidFill>
                <a:schemeClr val="bg1"/>
              </a:solidFill>
            </a:endParaRPr>
          </a:p>
        </p:txBody>
      </p:sp>
      <p:sp>
        <p:nvSpPr>
          <p:cNvPr id="15" name="Tijdelijke aanduiding voor inhoud 14">
            <a:extLst>
              <a:ext uri="{FF2B5EF4-FFF2-40B4-BE49-F238E27FC236}">
                <a16:creationId xmlns:a16="http://schemas.microsoft.com/office/drawing/2014/main" id="{FDFC43D0-75D8-1FAE-58A3-B4E13448EB43}"/>
              </a:ext>
            </a:extLst>
          </p:cNvPr>
          <p:cNvSpPr>
            <a:spLocks noGrp="1"/>
          </p:cNvSpPr>
          <p:nvPr>
            <p:ph sz="quarter" idx="11" hasCustomPrompt="1"/>
          </p:nvPr>
        </p:nvSpPr>
        <p:spPr>
          <a:xfrm>
            <a:off x="166483" y="2871957"/>
            <a:ext cx="5067300" cy="914400"/>
          </a:xfrm>
        </p:spPr>
        <p:txBody>
          <a:bodyPr>
            <a:normAutofit/>
          </a:bodyPr>
          <a:lstStyle>
            <a:lvl1pPr algn="ctr">
              <a:defRPr sz="1800"/>
            </a:lvl1pPr>
          </a:lstStyle>
          <a:p>
            <a:pPr lvl="0"/>
            <a:r>
              <a:rPr lang="en-GB" dirty="0" err="1"/>
              <a:t>Voeg</a:t>
            </a:r>
            <a:r>
              <a:rPr lang="en-GB" dirty="0"/>
              <a:t> </a:t>
            </a:r>
            <a:r>
              <a:rPr lang="en-GB" dirty="0" err="1"/>
              <a:t>hier</a:t>
            </a:r>
            <a:r>
              <a:rPr lang="en-GB" dirty="0"/>
              <a:t> de </a:t>
            </a:r>
          </a:p>
          <a:p>
            <a:pPr lvl="0"/>
            <a:r>
              <a:rPr lang="en-GB" dirty="0" err="1"/>
              <a:t>afbeelding</a:t>
            </a:r>
            <a:r>
              <a:rPr lang="en-GB" dirty="0"/>
              <a:t> van de partner toe</a:t>
            </a:r>
            <a:endParaRPr lang="nl-NL" dirty="0"/>
          </a:p>
        </p:txBody>
      </p:sp>
      <p:sp>
        <p:nvSpPr>
          <p:cNvPr id="2" name="Rechthoek 1">
            <a:extLst>
              <a:ext uri="{FF2B5EF4-FFF2-40B4-BE49-F238E27FC236}">
                <a16:creationId xmlns:a16="http://schemas.microsoft.com/office/drawing/2014/main" id="{BEE6D581-5BF2-26FE-8B53-8CC47BC9FFC7}"/>
              </a:ext>
            </a:extLst>
          </p:cNvPr>
          <p:cNvSpPr/>
          <p:nvPr userDrawn="1"/>
        </p:nvSpPr>
        <p:spPr>
          <a:xfrm>
            <a:off x="0" y="0"/>
            <a:ext cx="6096000" cy="68580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dirty="0" err="1">
              <a:solidFill>
                <a:schemeClr val="bg1"/>
              </a:solidFill>
            </a:endParaRPr>
          </a:p>
        </p:txBody>
      </p:sp>
    </p:spTree>
    <p:extLst>
      <p:ext uri="{BB962C8B-B14F-4D97-AF65-F5344CB8AC3E}">
        <p14:creationId xmlns:p14="http://schemas.microsoft.com/office/powerpoint/2010/main" val="4306920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eldia">
    <p:spTree>
      <p:nvGrpSpPr>
        <p:cNvPr id="1" name=""/>
        <p:cNvGrpSpPr/>
        <p:nvPr/>
      </p:nvGrpSpPr>
      <p:grpSpPr>
        <a:xfrm>
          <a:off x="0" y="0"/>
          <a:ext cx="0" cy="0"/>
          <a:chOff x="0" y="0"/>
          <a:chExt cx="0" cy="0"/>
        </a:xfrm>
      </p:grpSpPr>
      <p:sp>
        <p:nvSpPr>
          <p:cNvPr id="5" name="Tekstvak 4">
            <a:extLst>
              <a:ext uri="{FF2B5EF4-FFF2-40B4-BE49-F238E27FC236}">
                <a16:creationId xmlns:a16="http://schemas.microsoft.com/office/drawing/2014/main" id="{71AA2195-3BB3-6E88-1D7C-DAFD5067176E}"/>
              </a:ext>
            </a:extLst>
          </p:cNvPr>
          <p:cNvSpPr txBox="1"/>
          <p:nvPr userDrawn="1"/>
        </p:nvSpPr>
        <p:spPr>
          <a:xfrm>
            <a:off x="12317128" y="1564243"/>
            <a:ext cx="2794535" cy="553997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NL" sz="1600" dirty="0">
                <a:solidFill>
                  <a:schemeClr val="accent2"/>
                </a:solidFill>
              </a:rPr>
              <a:t>Om rechtsonder een huisstijlvorm te plaatsen: </a:t>
            </a:r>
          </a:p>
          <a:p>
            <a:pPr marL="0" marR="0" lvl="0" indent="0" algn="l" defTabSz="914400" rtl="0" eaLnBrk="1" fontAlgn="auto" latinLnBrk="0" hangingPunct="1">
              <a:lnSpc>
                <a:spcPct val="100000"/>
              </a:lnSpc>
              <a:spcBef>
                <a:spcPts val="0"/>
              </a:spcBef>
              <a:spcAft>
                <a:spcPts val="0"/>
              </a:spcAft>
              <a:buClrTx/>
              <a:buSzTx/>
              <a:buFontTx/>
              <a:buNone/>
              <a:tabLst/>
              <a:defRPr/>
            </a:pPr>
            <a:endParaRPr lang="nl-NL" sz="1600" dirty="0">
              <a:solidFill>
                <a:schemeClr val="accent2"/>
              </a:solidFill>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nl-NL" sz="1400" i="0" dirty="0">
                <a:solidFill>
                  <a:schemeClr val="accent2"/>
                </a:solidFill>
              </a:rPr>
              <a:t>Let op: je kunt de achtergrondkleur van dit kader niet aanpassen.</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nl-NL" sz="1600" dirty="0">
              <a:solidFill>
                <a:schemeClr val="accent2"/>
              </a:solidFill>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nl-NL" sz="1600" dirty="0">
                <a:solidFill>
                  <a:schemeClr val="accent2"/>
                </a:solidFill>
              </a:rPr>
              <a:t>Op de dia met vormentaal: geef de gewenste vorm een kleur en kopieer deze m.b.v. </a:t>
            </a:r>
            <a:r>
              <a:rPr lang="nl-NL" sz="1600" b="1" dirty="0" err="1">
                <a:solidFill>
                  <a:schemeClr val="accent2"/>
                </a:solidFill>
              </a:rPr>
              <a:t>Ctrl+C</a:t>
            </a:r>
            <a:r>
              <a:rPr lang="nl-NL" sz="1600" b="0" dirty="0">
                <a:solidFill>
                  <a:schemeClr val="accent2"/>
                </a:solidFill>
              </a:rPr>
              <a:t>.</a:t>
            </a:r>
            <a:br>
              <a:rPr lang="nl-NL" sz="1600" b="0" dirty="0">
                <a:solidFill>
                  <a:schemeClr val="accent2"/>
                </a:solidFill>
              </a:rPr>
            </a:br>
            <a:endParaRPr lang="nl-NL" sz="1600" b="0" dirty="0">
              <a:solidFill>
                <a:schemeClr val="accent2"/>
              </a:solidFill>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nl-NL" sz="1600" dirty="0">
                <a:solidFill>
                  <a:schemeClr val="accent2"/>
                </a:solidFill>
              </a:rPr>
              <a:t>Ga terug naar deze dia en klik op het bedoelde kader </a:t>
            </a:r>
            <a:br>
              <a:rPr lang="nl-NL" sz="1600" dirty="0">
                <a:solidFill>
                  <a:schemeClr val="accent2"/>
                </a:solidFill>
              </a:rPr>
            </a:br>
            <a:r>
              <a:rPr lang="nl-NL" sz="1400" dirty="0">
                <a:solidFill>
                  <a:schemeClr val="accent2"/>
                </a:solidFill>
              </a:rPr>
              <a:t>(Let op: klik niet op het afbeeldingsicon in het midden)</a:t>
            </a:r>
            <a:br>
              <a:rPr lang="nl-NL" sz="1400" dirty="0">
                <a:solidFill>
                  <a:schemeClr val="accent2"/>
                </a:solidFill>
              </a:rPr>
            </a:br>
            <a:endParaRPr lang="nl-NL" sz="1400" dirty="0">
              <a:solidFill>
                <a:schemeClr val="accent2"/>
              </a:solidFill>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nl-NL" sz="1600" dirty="0">
                <a:solidFill>
                  <a:schemeClr val="accent2"/>
                </a:solidFill>
              </a:rPr>
              <a:t>Plak de eerder gekopieerde vorm m.b.v.  </a:t>
            </a:r>
            <a:r>
              <a:rPr lang="nl-NL" sz="1600" b="1" dirty="0" err="1">
                <a:solidFill>
                  <a:schemeClr val="accent2"/>
                </a:solidFill>
              </a:rPr>
              <a:t>Ctrl+V</a:t>
            </a:r>
            <a:r>
              <a:rPr lang="nl-NL" sz="1600" b="0" dirty="0">
                <a:solidFill>
                  <a:schemeClr val="accent2"/>
                </a:solidFill>
              </a:rPr>
              <a:t>.</a:t>
            </a:r>
          </a:p>
        </p:txBody>
      </p:sp>
      <p:pic>
        <p:nvPicPr>
          <p:cNvPr id="8" name="Logo">
            <a:extLst>
              <a:ext uri="{FF2B5EF4-FFF2-40B4-BE49-F238E27FC236}">
                <a16:creationId xmlns:a16="http://schemas.microsoft.com/office/drawing/2014/main" id="{AC3AD2EE-DF8A-7E2B-4D7D-4320319B00CC}"/>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900000" y="510292"/>
            <a:ext cx="1728000" cy="589680"/>
          </a:xfrm>
          <a:prstGeom prst="rect">
            <a:avLst/>
          </a:prstGeom>
        </p:spPr>
      </p:pic>
      <p:pic>
        <p:nvPicPr>
          <p:cNvPr id="3" name="Graphic 2">
            <a:extLst>
              <a:ext uri="{FF2B5EF4-FFF2-40B4-BE49-F238E27FC236}">
                <a16:creationId xmlns:a16="http://schemas.microsoft.com/office/drawing/2014/main" id="{2C60D9CA-EB49-A582-53B5-846A965F1E49}"/>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10115481" y="4781481"/>
            <a:ext cx="2076519" cy="2076519"/>
          </a:xfrm>
          <a:prstGeom prst="rect">
            <a:avLst/>
          </a:prstGeom>
        </p:spPr>
      </p:pic>
      <p:sp>
        <p:nvSpPr>
          <p:cNvPr id="6" name="Title 1">
            <a:extLst>
              <a:ext uri="{FF2B5EF4-FFF2-40B4-BE49-F238E27FC236}">
                <a16:creationId xmlns:a16="http://schemas.microsoft.com/office/drawing/2014/main" id="{BC054AA3-B848-E889-B39C-CB90E6035AA6}"/>
              </a:ext>
            </a:extLst>
          </p:cNvPr>
          <p:cNvSpPr>
            <a:spLocks noGrp="1"/>
          </p:cNvSpPr>
          <p:nvPr>
            <p:ph type="ctrTitle" hasCustomPrompt="1"/>
          </p:nvPr>
        </p:nvSpPr>
        <p:spPr>
          <a:xfrm>
            <a:off x="900000" y="1433623"/>
            <a:ext cx="8144775" cy="2758635"/>
          </a:xfrm>
          <a:prstGeom prst="rect">
            <a:avLst/>
          </a:prstGeom>
        </p:spPr>
        <p:txBody>
          <a:bodyPr anchor="b">
            <a:normAutofit/>
          </a:bodyPr>
          <a:lstStyle>
            <a:lvl1pPr algn="l">
              <a:defRPr sz="6600">
                <a:solidFill>
                  <a:schemeClr val="tx2"/>
                </a:solidFill>
              </a:defRPr>
            </a:lvl1pPr>
          </a:lstStyle>
          <a:p>
            <a:r>
              <a:rPr lang="en-GB" dirty="0"/>
              <a:t>[</a:t>
            </a:r>
            <a:r>
              <a:rPr lang="en-GB" dirty="0" err="1"/>
              <a:t>titel</a:t>
            </a:r>
            <a:r>
              <a:rPr lang="en-GB" dirty="0"/>
              <a:t>]</a:t>
            </a:r>
            <a:endParaRPr lang="en-NL" dirty="0"/>
          </a:p>
        </p:txBody>
      </p:sp>
      <p:sp>
        <p:nvSpPr>
          <p:cNvPr id="7" name="Ondertitel 2">
            <a:extLst>
              <a:ext uri="{FF2B5EF4-FFF2-40B4-BE49-F238E27FC236}">
                <a16:creationId xmlns:a16="http://schemas.microsoft.com/office/drawing/2014/main" id="{501B8DBE-BB73-AC27-CA33-875C23536034}"/>
              </a:ext>
            </a:extLst>
          </p:cNvPr>
          <p:cNvSpPr>
            <a:spLocks noGrp="1"/>
          </p:cNvSpPr>
          <p:nvPr>
            <p:ph type="subTitle" idx="1" hasCustomPrompt="1"/>
          </p:nvPr>
        </p:nvSpPr>
        <p:spPr>
          <a:xfrm>
            <a:off x="950353" y="5502779"/>
            <a:ext cx="8144775" cy="584250"/>
          </a:xfrm>
        </p:spPr>
        <p:txBody>
          <a:bodyPr>
            <a:normAutofit/>
          </a:bodyPr>
          <a:lstStyle>
            <a:lvl1pPr marL="0" indent="0" algn="l">
              <a:buNone/>
              <a:defRPr sz="1800">
                <a:latin typeface="Cooper Lt BT" panose="0208050304030B020404"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nl-NL" dirty="0"/>
              <a:t>[naam]</a:t>
            </a:r>
          </a:p>
        </p:txBody>
      </p:sp>
      <p:sp>
        <p:nvSpPr>
          <p:cNvPr id="13" name="Tijdelijke aanduiding voor tekst 12">
            <a:extLst>
              <a:ext uri="{FF2B5EF4-FFF2-40B4-BE49-F238E27FC236}">
                <a16:creationId xmlns:a16="http://schemas.microsoft.com/office/drawing/2014/main" id="{6FA6C80D-8DE6-ADAB-C7BA-07AFD945F0F6}"/>
              </a:ext>
            </a:extLst>
          </p:cNvPr>
          <p:cNvSpPr>
            <a:spLocks noGrp="1"/>
          </p:cNvSpPr>
          <p:nvPr>
            <p:ph type="body" sz="quarter" idx="10" hasCustomPrompt="1"/>
          </p:nvPr>
        </p:nvSpPr>
        <p:spPr>
          <a:xfrm>
            <a:off x="940306" y="4330545"/>
            <a:ext cx="8104470" cy="584200"/>
          </a:xfrm>
        </p:spPr>
        <p:txBody>
          <a:bodyPr/>
          <a:lstStyle>
            <a:lvl1pPr marL="0" indent="0">
              <a:buNone/>
              <a:defRPr>
                <a:solidFill>
                  <a:schemeClr val="tx2"/>
                </a:solidFill>
              </a:defRPr>
            </a:lvl1pPr>
          </a:lstStyle>
          <a:p>
            <a:pPr lvl="0"/>
            <a:r>
              <a:rPr lang="nl-NL" dirty="0"/>
              <a:t>[ondertitel]</a:t>
            </a:r>
          </a:p>
        </p:txBody>
      </p:sp>
      <p:sp>
        <p:nvSpPr>
          <p:cNvPr id="16" name="Tijdelijke aanduiding voor tekst 15">
            <a:extLst>
              <a:ext uri="{FF2B5EF4-FFF2-40B4-BE49-F238E27FC236}">
                <a16:creationId xmlns:a16="http://schemas.microsoft.com/office/drawing/2014/main" id="{E3E24751-2E07-7697-543D-BC17DE7BA637}"/>
              </a:ext>
            </a:extLst>
          </p:cNvPr>
          <p:cNvSpPr>
            <a:spLocks noGrp="1"/>
          </p:cNvSpPr>
          <p:nvPr>
            <p:ph type="body" sz="quarter" idx="11" hasCustomPrompt="1"/>
          </p:nvPr>
        </p:nvSpPr>
        <p:spPr>
          <a:xfrm>
            <a:off x="950353" y="5965872"/>
            <a:ext cx="2221843" cy="584250"/>
          </a:xfrm>
        </p:spPr>
        <p:txBody>
          <a:bodyPr>
            <a:normAutofit/>
          </a:bodyPr>
          <a:lstStyle>
            <a:lvl1pPr marL="0" indent="0">
              <a:buNone/>
              <a:defRPr sz="1800">
                <a:latin typeface="Cooper Lt BT" panose="0208050304030B020404" pitchFamily="18" charset="0"/>
              </a:defRPr>
            </a:lvl1pPr>
          </a:lstStyle>
          <a:p>
            <a:pPr lvl="0"/>
            <a:r>
              <a:rPr lang="nl-NL" dirty="0"/>
              <a:t>[datum]</a:t>
            </a:r>
          </a:p>
        </p:txBody>
      </p:sp>
    </p:spTree>
    <p:extLst>
      <p:ext uri="{BB962C8B-B14F-4D97-AF65-F5344CB8AC3E}">
        <p14:creationId xmlns:p14="http://schemas.microsoft.com/office/powerpoint/2010/main" val="124445876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eldia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07CB05-DF60-5C73-2332-1456CCF023E3}"/>
              </a:ext>
            </a:extLst>
          </p:cNvPr>
          <p:cNvSpPr>
            <a:spLocks noGrp="1"/>
          </p:cNvSpPr>
          <p:nvPr>
            <p:ph type="ctrTitle" hasCustomPrompt="1"/>
          </p:nvPr>
        </p:nvSpPr>
        <p:spPr>
          <a:xfrm>
            <a:off x="3923326" y="1219200"/>
            <a:ext cx="6566873" cy="2232391"/>
          </a:xfrm>
          <a:prstGeom prst="rect">
            <a:avLst/>
          </a:prstGeom>
        </p:spPr>
        <p:txBody>
          <a:bodyPr anchor="b">
            <a:noAutofit/>
          </a:bodyPr>
          <a:lstStyle>
            <a:lvl1pPr algn="l">
              <a:lnSpc>
                <a:spcPct val="100000"/>
              </a:lnSpc>
              <a:defRPr sz="4800">
                <a:solidFill>
                  <a:schemeClr val="tx1"/>
                </a:solidFill>
              </a:defRPr>
            </a:lvl1pPr>
          </a:lstStyle>
          <a:p>
            <a:r>
              <a:rPr lang="nl-NL" dirty="0"/>
              <a:t>[titel 1]</a:t>
            </a:r>
            <a:endParaRPr lang="en-NL" dirty="0"/>
          </a:p>
        </p:txBody>
      </p:sp>
      <p:sp>
        <p:nvSpPr>
          <p:cNvPr id="4" name="Ondertitel 2">
            <a:extLst>
              <a:ext uri="{FF2B5EF4-FFF2-40B4-BE49-F238E27FC236}">
                <a16:creationId xmlns:a16="http://schemas.microsoft.com/office/drawing/2014/main" id="{B873B73A-1A14-C1D5-2D89-25F18DB04E82}"/>
              </a:ext>
            </a:extLst>
          </p:cNvPr>
          <p:cNvSpPr>
            <a:spLocks noGrp="1"/>
          </p:cNvSpPr>
          <p:nvPr>
            <p:ph type="subTitle" idx="1" hasCustomPrompt="1"/>
          </p:nvPr>
        </p:nvSpPr>
        <p:spPr>
          <a:xfrm>
            <a:off x="3923326" y="4759850"/>
            <a:ext cx="6566873" cy="584250"/>
          </a:xfrm>
        </p:spPr>
        <p:txBody>
          <a:bodyPr>
            <a:normAutofit/>
          </a:bodyPr>
          <a:lstStyle>
            <a:lvl1pPr marL="0" indent="0" algn="l">
              <a:spcBef>
                <a:spcPts val="0"/>
              </a:spcBef>
              <a:buNone/>
              <a:defRPr sz="2800">
                <a:latin typeface="Cooper Lt BT" panose="0208050304030B020404"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nl-NL" dirty="0"/>
              <a:t>Ondertitel[ondertitel of datum]</a:t>
            </a:r>
          </a:p>
        </p:txBody>
      </p:sp>
      <p:sp>
        <p:nvSpPr>
          <p:cNvPr id="14" name="Tijdelijke aanduiding voor tekst 13">
            <a:extLst>
              <a:ext uri="{FF2B5EF4-FFF2-40B4-BE49-F238E27FC236}">
                <a16:creationId xmlns:a16="http://schemas.microsoft.com/office/drawing/2014/main" id="{FD1BCABA-47E0-A310-F24B-7453565F0792}"/>
              </a:ext>
            </a:extLst>
          </p:cNvPr>
          <p:cNvSpPr>
            <a:spLocks noGrp="1"/>
          </p:cNvSpPr>
          <p:nvPr>
            <p:ph type="body" sz="quarter" idx="12" hasCustomPrompt="1"/>
          </p:nvPr>
        </p:nvSpPr>
        <p:spPr>
          <a:xfrm>
            <a:off x="3922713" y="3513068"/>
            <a:ext cx="6566400" cy="1107996"/>
          </a:xfrm>
        </p:spPr>
        <p:txBody>
          <a:bodyPr>
            <a:spAutoFit/>
          </a:bodyPr>
          <a:lstStyle>
            <a:lvl1pPr marL="0" indent="0">
              <a:buNone/>
              <a:defRPr sz="7200">
                <a:solidFill>
                  <a:schemeClr val="tx2"/>
                </a:solidFill>
                <a:latin typeface="+mj-lt"/>
              </a:defRPr>
            </a:lvl1pPr>
          </a:lstStyle>
          <a:p>
            <a:pPr lvl="0"/>
            <a:r>
              <a:rPr lang="nl-NL" dirty="0"/>
              <a:t>[titel 2]</a:t>
            </a:r>
          </a:p>
        </p:txBody>
      </p:sp>
      <p:sp>
        <p:nvSpPr>
          <p:cNvPr id="12" name="Tijdelijke aanduiding voor afbeelding 11">
            <a:extLst>
              <a:ext uri="{FF2B5EF4-FFF2-40B4-BE49-F238E27FC236}">
                <a16:creationId xmlns:a16="http://schemas.microsoft.com/office/drawing/2014/main" id="{3721FC4A-C6B8-F27F-946C-C457AE2883A4}"/>
              </a:ext>
            </a:extLst>
          </p:cNvPr>
          <p:cNvSpPr>
            <a:spLocks noGrp="1"/>
          </p:cNvSpPr>
          <p:nvPr>
            <p:ph type="pic" sz="quarter" idx="13"/>
          </p:nvPr>
        </p:nvSpPr>
        <p:spPr>
          <a:xfrm>
            <a:off x="1" y="0"/>
            <a:ext cx="3411767" cy="6858000"/>
          </a:xfrm>
          <a:custGeom>
            <a:avLst/>
            <a:gdLst>
              <a:gd name="connsiteX0" fmla="*/ 7826 w 3411767"/>
              <a:gd name="connsiteY0" fmla="*/ 0 h 6858000"/>
              <a:gd name="connsiteX1" fmla="*/ 3411767 w 3411767"/>
              <a:gd name="connsiteY1" fmla="*/ 3429000 h 6858000"/>
              <a:gd name="connsiteX2" fmla="*/ 7826 w 3411767"/>
              <a:gd name="connsiteY2" fmla="*/ 6858000 h 6858000"/>
              <a:gd name="connsiteX3" fmla="*/ 0 w 3411767"/>
              <a:gd name="connsiteY3" fmla="*/ 6850116 h 6858000"/>
              <a:gd name="connsiteX4" fmla="*/ 0 w 3411767"/>
              <a:gd name="connsiteY4" fmla="*/ 7884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11767" h="6858000">
                <a:moveTo>
                  <a:pt x="7826" y="0"/>
                </a:moveTo>
                <a:lnTo>
                  <a:pt x="3411767" y="3429000"/>
                </a:lnTo>
                <a:lnTo>
                  <a:pt x="7826" y="6858000"/>
                </a:lnTo>
                <a:lnTo>
                  <a:pt x="0" y="6850116"/>
                </a:lnTo>
                <a:lnTo>
                  <a:pt x="0" y="7884"/>
                </a:lnTo>
                <a:close/>
              </a:path>
            </a:pathLst>
          </a:custGeom>
          <a:solidFill>
            <a:schemeClr val="accent2">
              <a:lumMod val="10000"/>
              <a:lumOff val="90000"/>
            </a:schemeClr>
          </a:solidFill>
        </p:spPr>
        <p:txBody>
          <a:bodyPr wrap="square" lIns="108000" bIns="1476000" anchor="ctr" anchorCtr="0">
            <a:noAutofit/>
          </a:bodyPr>
          <a:lstStyle>
            <a:lvl1pPr marL="0" indent="0">
              <a:buFontTx/>
              <a:buNone/>
              <a:defRPr sz="1600"/>
            </a:lvl1pPr>
          </a:lstStyle>
          <a:p>
            <a:endParaRPr lang="nl-NL" dirty="0"/>
          </a:p>
        </p:txBody>
      </p:sp>
      <p:pic>
        <p:nvPicPr>
          <p:cNvPr id="5" name="Logo">
            <a:extLst>
              <a:ext uri="{FF2B5EF4-FFF2-40B4-BE49-F238E27FC236}">
                <a16:creationId xmlns:a16="http://schemas.microsoft.com/office/drawing/2014/main" id="{E56B361B-B13A-16AB-9DAB-8FC5CE4BB688}"/>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471500" y="481717"/>
            <a:ext cx="1728000" cy="589680"/>
          </a:xfrm>
          <a:prstGeom prst="rect">
            <a:avLst/>
          </a:prstGeom>
        </p:spPr>
      </p:pic>
    </p:spTree>
    <p:extLst>
      <p:ext uri="{BB962C8B-B14F-4D97-AF65-F5344CB8AC3E}">
        <p14:creationId xmlns:p14="http://schemas.microsoft.com/office/powerpoint/2010/main" val="239747392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Afbeeldingen en vormen">
    <p:spTree>
      <p:nvGrpSpPr>
        <p:cNvPr id="1" name=""/>
        <p:cNvGrpSpPr/>
        <p:nvPr/>
      </p:nvGrpSpPr>
      <p:grpSpPr>
        <a:xfrm>
          <a:off x="0" y="0"/>
          <a:ext cx="0" cy="0"/>
          <a:chOff x="0" y="0"/>
          <a:chExt cx="0" cy="0"/>
        </a:xfrm>
      </p:grpSpPr>
      <p:sp>
        <p:nvSpPr>
          <p:cNvPr id="2" name="Tekstvak 1">
            <a:extLst>
              <a:ext uri="{FF2B5EF4-FFF2-40B4-BE49-F238E27FC236}">
                <a16:creationId xmlns:a16="http://schemas.microsoft.com/office/drawing/2014/main" id="{5B9F8765-6DF2-38D1-F58D-A1C4E97D5D32}"/>
              </a:ext>
            </a:extLst>
          </p:cNvPr>
          <p:cNvSpPr txBox="1"/>
          <p:nvPr userDrawn="1"/>
        </p:nvSpPr>
        <p:spPr>
          <a:xfrm>
            <a:off x="12317128" y="0"/>
            <a:ext cx="2794535" cy="603242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NL" sz="1600" dirty="0">
                <a:solidFill>
                  <a:schemeClr val="accent2"/>
                </a:solidFill>
              </a:rPr>
              <a:t>Om hier huisstijlvormen te plaatsen (per kader): </a:t>
            </a:r>
          </a:p>
          <a:p>
            <a:pPr marL="0" marR="0" lvl="0" indent="0" algn="l" defTabSz="914400" rtl="0" eaLnBrk="1" fontAlgn="auto" latinLnBrk="0" hangingPunct="1">
              <a:lnSpc>
                <a:spcPct val="100000"/>
              </a:lnSpc>
              <a:spcBef>
                <a:spcPts val="0"/>
              </a:spcBef>
              <a:spcAft>
                <a:spcPts val="0"/>
              </a:spcAft>
              <a:buClrTx/>
              <a:buSzTx/>
              <a:buFontTx/>
              <a:buNone/>
              <a:tabLst/>
              <a:defRPr/>
            </a:pPr>
            <a:endParaRPr lang="nl-NL" sz="1600" dirty="0">
              <a:solidFill>
                <a:schemeClr val="accent2"/>
              </a:solidFill>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nl-NL" sz="1400" i="0" dirty="0">
                <a:solidFill>
                  <a:schemeClr val="accent2"/>
                </a:solidFill>
              </a:rPr>
              <a:t>Let op: je kunt de achtergrondkleur van een kader niet aanpassen.</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nl-NL" sz="1600" dirty="0">
              <a:solidFill>
                <a:schemeClr val="accent2"/>
              </a:solidFill>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nl-NL" sz="1600" dirty="0">
                <a:solidFill>
                  <a:schemeClr val="accent2"/>
                </a:solidFill>
              </a:rPr>
              <a:t>Op de dia met vormentaal: geef de gewenste vorm een kleur die goed past bij de kaderachtergrond en kopieer de vorm m.b.v. </a:t>
            </a:r>
            <a:r>
              <a:rPr lang="nl-NL" sz="1600" b="1" dirty="0" err="1">
                <a:solidFill>
                  <a:schemeClr val="accent2"/>
                </a:solidFill>
              </a:rPr>
              <a:t>Ctrl+C</a:t>
            </a:r>
            <a:r>
              <a:rPr lang="nl-NL" sz="1600" b="0" dirty="0">
                <a:solidFill>
                  <a:schemeClr val="accent2"/>
                </a:solidFill>
              </a:rPr>
              <a:t>.</a:t>
            </a:r>
            <a:br>
              <a:rPr lang="nl-NL" sz="1600" b="0" dirty="0">
                <a:solidFill>
                  <a:schemeClr val="accent2"/>
                </a:solidFill>
              </a:rPr>
            </a:br>
            <a:endParaRPr lang="nl-NL" sz="1600" b="0" dirty="0">
              <a:solidFill>
                <a:schemeClr val="accent2"/>
              </a:solidFill>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nl-NL" sz="1600" dirty="0">
                <a:solidFill>
                  <a:schemeClr val="accent2"/>
                </a:solidFill>
              </a:rPr>
              <a:t>Ga terug naar deze pagina en klik op het bedoelde kader </a:t>
            </a:r>
            <a:br>
              <a:rPr lang="nl-NL" sz="1600" dirty="0">
                <a:solidFill>
                  <a:schemeClr val="accent2"/>
                </a:solidFill>
              </a:rPr>
            </a:br>
            <a:r>
              <a:rPr lang="nl-NL" sz="1400" dirty="0">
                <a:solidFill>
                  <a:schemeClr val="accent2"/>
                </a:solidFill>
              </a:rPr>
              <a:t>(Let op: klik niet op het afbeeldingsicon in het midden)</a:t>
            </a:r>
            <a:br>
              <a:rPr lang="nl-NL" sz="1400" dirty="0">
                <a:solidFill>
                  <a:schemeClr val="accent2"/>
                </a:solidFill>
              </a:rPr>
            </a:br>
            <a:endParaRPr lang="nl-NL" sz="1400" dirty="0">
              <a:solidFill>
                <a:schemeClr val="accent2"/>
              </a:solidFill>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nl-NL" sz="1600" dirty="0">
                <a:solidFill>
                  <a:schemeClr val="accent2"/>
                </a:solidFill>
              </a:rPr>
              <a:t>Plak de eerder gekopieerde vorm m.b.v.  </a:t>
            </a:r>
            <a:r>
              <a:rPr lang="nl-NL" sz="1600" b="1" dirty="0" err="1">
                <a:solidFill>
                  <a:schemeClr val="accent2"/>
                </a:solidFill>
              </a:rPr>
              <a:t>Ctrl+V</a:t>
            </a:r>
            <a:r>
              <a:rPr lang="nl-NL" sz="1600" b="0" dirty="0">
                <a:solidFill>
                  <a:schemeClr val="accent2"/>
                </a:solidFill>
              </a:rPr>
              <a:t>.</a:t>
            </a:r>
          </a:p>
        </p:txBody>
      </p:sp>
      <p:sp>
        <p:nvSpPr>
          <p:cNvPr id="15" name="Tijdelijke aanduiding voor afbeelding 14">
            <a:extLst>
              <a:ext uri="{FF2B5EF4-FFF2-40B4-BE49-F238E27FC236}">
                <a16:creationId xmlns:a16="http://schemas.microsoft.com/office/drawing/2014/main" id="{256A5361-A3AF-B2EF-BDAF-DA4B1D0942D4}"/>
              </a:ext>
            </a:extLst>
          </p:cNvPr>
          <p:cNvSpPr>
            <a:spLocks noGrp="1"/>
          </p:cNvSpPr>
          <p:nvPr>
            <p:ph type="pic" sz="quarter" idx="14"/>
          </p:nvPr>
        </p:nvSpPr>
        <p:spPr>
          <a:xfrm>
            <a:off x="0" y="0"/>
            <a:ext cx="3425825" cy="3427200"/>
          </a:xfrm>
          <a:solidFill>
            <a:schemeClr val="accent2">
              <a:lumMod val="10000"/>
              <a:lumOff val="90000"/>
            </a:schemeClr>
          </a:solidFill>
        </p:spPr>
        <p:txBody>
          <a:bodyPr>
            <a:normAutofit/>
          </a:bodyPr>
          <a:lstStyle>
            <a:lvl1pPr marL="0" indent="0" algn="ctr">
              <a:buNone/>
              <a:defRPr sz="1600"/>
            </a:lvl1pPr>
          </a:lstStyle>
          <a:p>
            <a:endParaRPr lang="nl-NL"/>
          </a:p>
        </p:txBody>
      </p:sp>
      <p:sp>
        <p:nvSpPr>
          <p:cNvPr id="16" name="Tijdelijke aanduiding voor afbeelding 14">
            <a:extLst>
              <a:ext uri="{FF2B5EF4-FFF2-40B4-BE49-F238E27FC236}">
                <a16:creationId xmlns:a16="http://schemas.microsoft.com/office/drawing/2014/main" id="{6A7F7F4C-9087-19A8-C61D-C357C5ABA7DC}"/>
              </a:ext>
            </a:extLst>
          </p:cNvPr>
          <p:cNvSpPr>
            <a:spLocks noGrp="1"/>
          </p:cNvSpPr>
          <p:nvPr>
            <p:ph type="pic" sz="quarter" idx="15"/>
          </p:nvPr>
        </p:nvSpPr>
        <p:spPr>
          <a:xfrm>
            <a:off x="6853200" y="-4881"/>
            <a:ext cx="5338800" cy="3427200"/>
          </a:xfrm>
          <a:solidFill>
            <a:schemeClr val="accent2">
              <a:lumMod val="10000"/>
              <a:lumOff val="90000"/>
            </a:schemeClr>
          </a:solidFill>
        </p:spPr>
        <p:txBody>
          <a:bodyPr>
            <a:normAutofit/>
          </a:bodyPr>
          <a:lstStyle>
            <a:lvl1pPr marL="0" indent="0" algn="ctr">
              <a:buNone/>
              <a:defRPr sz="1600"/>
            </a:lvl1pPr>
          </a:lstStyle>
          <a:p>
            <a:endParaRPr lang="nl-NL"/>
          </a:p>
        </p:txBody>
      </p:sp>
      <p:sp>
        <p:nvSpPr>
          <p:cNvPr id="17" name="Tijdelijke aanduiding voor afbeelding 14">
            <a:extLst>
              <a:ext uri="{FF2B5EF4-FFF2-40B4-BE49-F238E27FC236}">
                <a16:creationId xmlns:a16="http://schemas.microsoft.com/office/drawing/2014/main" id="{15C20B14-51AE-DD04-FBC8-D93D4D887DA1}"/>
              </a:ext>
            </a:extLst>
          </p:cNvPr>
          <p:cNvSpPr>
            <a:spLocks noGrp="1"/>
          </p:cNvSpPr>
          <p:nvPr>
            <p:ph type="pic" sz="quarter" idx="16"/>
          </p:nvPr>
        </p:nvSpPr>
        <p:spPr>
          <a:xfrm>
            <a:off x="0" y="3427200"/>
            <a:ext cx="5338800" cy="3430800"/>
          </a:xfrm>
          <a:solidFill>
            <a:schemeClr val="accent2">
              <a:lumMod val="10000"/>
              <a:lumOff val="90000"/>
            </a:schemeClr>
          </a:solidFill>
        </p:spPr>
        <p:txBody>
          <a:bodyPr>
            <a:normAutofit/>
          </a:bodyPr>
          <a:lstStyle>
            <a:lvl1pPr marL="0" indent="0" algn="ctr">
              <a:buNone/>
              <a:defRPr sz="1600"/>
            </a:lvl1pPr>
          </a:lstStyle>
          <a:p>
            <a:endParaRPr lang="nl-NL"/>
          </a:p>
        </p:txBody>
      </p:sp>
      <p:sp>
        <p:nvSpPr>
          <p:cNvPr id="18" name="Tijdelijke aanduiding voor afbeelding 14">
            <a:extLst>
              <a:ext uri="{FF2B5EF4-FFF2-40B4-BE49-F238E27FC236}">
                <a16:creationId xmlns:a16="http://schemas.microsoft.com/office/drawing/2014/main" id="{59EC7349-D9E4-0C14-D6F9-8CBD597B7696}"/>
              </a:ext>
            </a:extLst>
          </p:cNvPr>
          <p:cNvSpPr>
            <a:spLocks noGrp="1"/>
          </p:cNvSpPr>
          <p:nvPr>
            <p:ph type="pic" sz="quarter" idx="17"/>
          </p:nvPr>
        </p:nvSpPr>
        <p:spPr>
          <a:xfrm>
            <a:off x="8766175" y="3427200"/>
            <a:ext cx="3425825" cy="3430800"/>
          </a:xfrm>
          <a:solidFill>
            <a:schemeClr val="accent2">
              <a:lumMod val="10000"/>
              <a:lumOff val="90000"/>
            </a:schemeClr>
          </a:solidFill>
        </p:spPr>
        <p:txBody>
          <a:bodyPr>
            <a:normAutofit/>
          </a:bodyPr>
          <a:lstStyle>
            <a:lvl1pPr marL="0" indent="0" algn="ctr">
              <a:buNone/>
              <a:defRPr sz="1600"/>
            </a:lvl1pPr>
          </a:lstStyle>
          <a:p>
            <a:endParaRPr lang="nl-NL"/>
          </a:p>
        </p:txBody>
      </p:sp>
      <p:pic>
        <p:nvPicPr>
          <p:cNvPr id="4" name="Graphic 3">
            <a:extLst>
              <a:ext uri="{FF2B5EF4-FFF2-40B4-BE49-F238E27FC236}">
                <a16:creationId xmlns:a16="http://schemas.microsoft.com/office/drawing/2014/main" id="{C98EEACF-EFAF-96BD-919F-35795F14EDD5}"/>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5338799" y="3422319"/>
            <a:ext cx="3435681" cy="3435681"/>
          </a:xfrm>
          <a:prstGeom prst="rect">
            <a:avLst/>
          </a:prstGeom>
        </p:spPr>
      </p:pic>
      <p:pic>
        <p:nvPicPr>
          <p:cNvPr id="7" name="Graphic 6">
            <a:extLst>
              <a:ext uri="{FF2B5EF4-FFF2-40B4-BE49-F238E27FC236}">
                <a16:creationId xmlns:a16="http://schemas.microsoft.com/office/drawing/2014/main" id="{7218C0DF-6B04-9D21-9920-A28E4F598164}"/>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3416745" y="-15803"/>
            <a:ext cx="3435681" cy="3435681"/>
          </a:xfrm>
          <a:prstGeom prst="rect">
            <a:avLst/>
          </a:prstGeom>
        </p:spPr>
      </p:pic>
    </p:spTree>
    <p:extLst>
      <p:ext uri="{BB962C8B-B14F-4D97-AF65-F5344CB8AC3E}">
        <p14:creationId xmlns:p14="http://schemas.microsoft.com/office/powerpoint/2010/main" val="274494922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9" name="Tijdelijke aanduiding voor tekst 8">
            <a:extLst>
              <a:ext uri="{FF2B5EF4-FFF2-40B4-BE49-F238E27FC236}">
                <a16:creationId xmlns:a16="http://schemas.microsoft.com/office/drawing/2014/main" id="{D71F4C19-905F-16CB-DFC1-EC5145A739E8}"/>
              </a:ext>
            </a:extLst>
          </p:cNvPr>
          <p:cNvSpPr>
            <a:spLocks noGrp="1"/>
          </p:cNvSpPr>
          <p:nvPr>
            <p:ph type="body" sz="quarter" idx="11" hasCustomPrompt="1"/>
          </p:nvPr>
        </p:nvSpPr>
        <p:spPr>
          <a:xfrm>
            <a:off x="2278743" y="1542228"/>
            <a:ext cx="7712810" cy="3310079"/>
          </a:xfrm>
        </p:spPr>
        <p:txBody>
          <a:bodyPr anchor="ctr" anchorCtr="0">
            <a:normAutofit/>
          </a:bodyPr>
          <a:lstStyle>
            <a:lvl1pPr marL="0" indent="0">
              <a:lnSpc>
                <a:spcPct val="107000"/>
              </a:lnSpc>
              <a:spcBef>
                <a:spcPts val="0"/>
              </a:spcBef>
              <a:buNone/>
              <a:defRPr sz="4000">
                <a:solidFill>
                  <a:schemeClr val="tx1"/>
                </a:solidFill>
                <a:latin typeface="Cooper Lt BT" panose="0208050304030B020404" pitchFamily="18" charset="0"/>
              </a:defRPr>
            </a:lvl1pPr>
            <a:lvl2pPr marL="457200" indent="0">
              <a:buNone/>
              <a:defRPr sz="4000">
                <a:solidFill>
                  <a:schemeClr val="tx1"/>
                </a:solidFill>
                <a:latin typeface="Cooper Lt BT" panose="0208050304030B020404" pitchFamily="18" charset="0"/>
              </a:defRPr>
            </a:lvl2pPr>
            <a:lvl3pPr marL="914400" indent="0">
              <a:buNone/>
              <a:defRPr sz="4000">
                <a:solidFill>
                  <a:schemeClr val="tx1"/>
                </a:solidFill>
                <a:latin typeface="Cooper Lt BT" panose="0208050304030B020404" pitchFamily="18" charset="0"/>
              </a:defRPr>
            </a:lvl3pPr>
            <a:lvl4pPr marL="1371600" indent="0">
              <a:buNone/>
              <a:defRPr sz="4000">
                <a:solidFill>
                  <a:schemeClr val="tx1"/>
                </a:solidFill>
                <a:latin typeface="Cooper Lt BT" panose="0208050304030B020404" pitchFamily="18" charset="0"/>
              </a:defRPr>
            </a:lvl4pPr>
            <a:lvl5pPr marL="1828800" indent="0">
              <a:buNone/>
              <a:defRPr sz="4000">
                <a:solidFill>
                  <a:schemeClr val="tx1"/>
                </a:solidFill>
                <a:latin typeface="Cooper Lt BT" panose="0208050304030B020404" pitchFamily="18" charset="0"/>
              </a:defRPr>
            </a:lvl5pPr>
          </a:lstStyle>
          <a:p>
            <a:pPr lvl="0"/>
            <a:r>
              <a:rPr lang="nl-NL" dirty="0"/>
              <a:t>[quote]</a:t>
            </a:r>
          </a:p>
        </p:txBody>
      </p:sp>
      <p:sp>
        <p:nvSpPr>
          <p:cNvPr id="5" name="Tijdelijke aanduiding voor dianummer 4">
            <a:extLst>
              <a:ext uri="{FF2B5EF4-FFF2-40B4-BE49-F238E27FC236}">
                <a16:creationId xmlns:a16="http://schemas.microsoft.com/office/drawing/2014/main" id="{F38214CE-2914-AABC-1FC7-658B39A367D7}"/>
              </a:ext>
            </a:extLst>
          </p:cNvPr>
          <p:cNvSpPr>
            <a:spLocks noGrp="1"/>
          </p:cNvSpPr>
          <p:nvPr>
            <p:ph type="sldNum" sz="quarter" idx="10"/>
          </p:nvPr>
        </p:nvSpPr>
        <p:spPr/>
        <p:txBody>
          <a:bodyPr/>
          <a:lstStyle/>
          <a:p>
            <a:fld id="{51C5D536-50B7-4CE6-B44E-3B56F0A7BD1A}" type="slidenum">
              <a:rPr lang="nl-NL" smtClean="0"/>
              <a:pPr/>
              <a:t>‹nr.›</a:t>
            </a:fld>
            <a:endParaRPr lang="nl-NL" dirty="0"/>
          </a:p>
        </p:txBody>
      </p:sp>
      <p:sp>
        <p:nvSpPr>
          <p:cNvPr id="2" name="Tekstvak 1">
            <a:extLst>
              <a:ext uri="{FF2B5EF4-FFF2-40B4-BE49-F238E27FC236}">
                <a16:creationId xmlns:a16="http://schemas.microsoft.com/office/drawing/2014/main" id="{34FBDCF1-73B5-BA2F-CF21-7095B4245FF2}"/>
              </a:ext>
            </a:extLst>
          </p:cNvPr>
          <p:cNvSpPr txBox="1"/>
          <p:nvPr userDrawn="1"/>
        </p:nvSpPr>
        <p:spPr>
          <a:xfrm>
            <a:off x="12317128" y="1564243"/>
            <a:ext cx="2794535" cy="553997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NL" sz="1600" dirty="0">
                <a:solidFill>
                  <a:schemeClr val="accent2"/>
                </a:solidFill>
              </a:rPr>
              <a:t>Om rechtsonder een huisstijlvorm te plaatsen: </a:t>
            </a:r>
          </a:p>
          <a:p>
            <a:pPr marL="0" marR="0" lvl="0" indent="0" algn="l" defTabSz="914400" rtl="0" eaLnBrk="1" fontAlgn="auto" latinLnBrk="0" hangingPunct="1">
              <a:lnSpc>
                <a:spcPct val="100000"/>
              </a:lnSpc>
              <a:spcBef>
                <a:spcPts val="0"/>
              </a:spcBef>
              <a:spcAft>
                <a:spcPts val="0"/>
              </a:spcAft>
              <a:buClrTx/>
              <a:buSzTx/>
              <a:buFontTx/>
              <a:buNone/>
              <a:tabLst/>
              <a:defRPr/>
            </a:pPr>
            <a:endParaRPr lang="nl-NL" sz="1600" dirty="0">
              <a:solidFill>
                <a:schemeClr val="accent2"/>
              </a:solidFill>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nl-NL" sz="1400" i="0" dirty="0">
                <a:solidFill>
                  <a:schemeClr val="accent2"/>
                </a:solidFill>
              </a:rPr>
              <a:t>Let op: je kunt de achtergrondkleur van dit kader niet aanpassen.</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nl-NL" sz="1600" dirty="0">
              <a:solidFill>
                <a:schemeClr val="accent2"/>
              </a:solidFill>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nl-NL" sz="1600" dirty="0">
                <a:solidFill>
                  <a:schemeClr val="accent2"/>
                </a:solidFill>
              </a:rPr>
              <a:t>Op de dia met vormentaal: geef de gewenste vorm een kleur en kopieer deze m.b.v. </a:t>
            </a:r>
            <a:r>
              <a:rPr lang="nl-NL" sz="1600" b="1" dirty="0" err="1">
                <a:solidFill>
                  <a:schemeClr val="accent2"/>
                </a:solidFill>
              </a:rPr>
              <a:t>Ctrl+C</a:t>
            </a:r>
            <a:r>
              <a:rPr lang="nl-NL" sz="1600" b="0" dirty="0">
                <a:solidFill>
                  <a:schemeClr val="accent2"/>
                </a:solidFill>
              </a:rPr>
              <a:t>.</a:t>
            </a:r>
            <a:br>
              <a:rPr lang="nl-NL" sz="1600" b="0" dirty="0">
                <a:solidFill>
                  <a:schemeClr val="accent2"/>
                </a:solidFill>
              </a:rPr>
            </a:br>
            <a:endParaRPr lang="nl-NL" sz="1600" b="0" dirty="0">
              <a:solidFill>
                <a:schemeClr val="accent2"/>
              </a:solidFill>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nl-NL" sz="1600" dirty="0">
                <a:solidFill>
                  <a:schemeClr val="accent2"/>
                </a:solidFill>
              </a:rPr>
              <a:t>Ga terug naar deze dia en klik op het bedoelde kader </a:t>
            </a:r>
            <a:br>
              <a:rPr lang="nl-NL" sz="1600" dirty="0">
                <a:solidFill>
                  <a:schemeClr val="accent2"/>
                </a:solidFill>
              </a:rPr>
            </a:br>
            <a:r>
              <a:rPr lang="nl-NL" sz="1400" dirty="0">
                <a:solidFill>
                  <a:schemeClr val="accent2"/>
                </a:solidFill>
              </a:rPr>
              <a:t>(Let op: klik niet op het afbeeldingsicon in het midden)</a:t>
            </a:r>
            <a:br>
              <a:rPr lang="nl-NL" sz="1400" dirty="0">
                <a:solidFill>
                  <a:schemeClr val="accent2"/>
                </a:solidFill>
              </a:rPr>
            </a:br>
            <a:endParaRPr lang="nl-NL" sz="1400" dirty="0">
              <a:solidFill>
                <a:schemeClr val="accent2"/>
              </a:solidFill>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nl-NL" sz="1600" dirty="0">
                <a:solidFill>
                  <a:schemeClr val="accent2"/>
                </a:solidFill>
              </a:rPr>
              <a:t>Plak de eerder gekopieerde vorm m.b.v.  </a:t>
            </a:r>
            <a:r>
              <a:rPr lang="nl-NL" sz="1600" b="1" dirty="0" err="1">
                <a:solidFill>
                  <a:schemeClr val="accent2"/>
                </a:solidFill>
              </a:rPr>
              <a:t>Ctrl+V</a:t>
            </a:r>
            <a:r>
              <a:rPr lang="nl-NL" sz="1600" b="0" dirty="0">
                <a:solidFill>
                  <a:schemeClr val="accent2"/>
                </a:solidFill>
              </a:rPr>
              <a:t>.</a:t>
            </a:r>
          </a:p>
        </p:txBody>
      </p:sp>
      <p:pic>
        <p:nvPicPr>
          <p:cNvPr id="4" name="Graphic 3">
            <a:extLst>
              <a:ext uri="{FF2B5EF4-FFF2-40B4-BE49-F238E27FC236}">
                <a16:creationId xmlns:a16="http://schemas.microsoft.com/office/drawing/2014/main" id="{127F536F-B51A-8D36-F0DE-C5DB1406863D}"/>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115481" y="4781481"/>
            <a:ext cx="2076519" cy="2076519"/>
          </a:xfrm>
          <a:prstGeom prst="rect">
            <a:avLst/>
          </a:prstGeom>
        </p:spPr>
      </p:pic>
      <p:pic>
        <p:nvPicPr>
          <p:cNvPr id="7" name="Logo">
            <a:extLst>
              <a:ext uri="{FF2B5EF4-FFF2-40B4-BE49-F238E27FC236}">
                <a16:creationId xmlns:a16="http://schemas.microsoft.com/office/drawing/2014/main" id="{BB5098CC-1014-CBD4-5381-42045D0F1496}"/>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900000" y="510292"/>
            <a:ext cx="1728000" cy="589680"/>
          </a:xfrm>
          <a:prstGeom prst="rect">
            <a:avLst/>
          </a:prstGeom>
        </p:spPr>
      </p:pic>
    </p:spTree>
    <p:extLst>
      <p:ext uri="{BB962C8B-B14F-4D97-AF65-F5344CB8AC3E}">
        <p14:creationId xmlns:p14="http://schemas.microsoft.com/office/powerpoint/2010/main" val="227642602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ussendia">
    <p:spTree>
      <p:nvGrpSpPr>
        <p:cNvPr id="1" name=""/>
        <p:cNvGrpSpPr/>
        <p:nvPr/>
      </p:nvGrpSpPr>
      <p:grpSpPr>
        <a:xfrm>
          <a:off x="0" y="0"/>
          <a:ext cx="0" cy="0"/>
          <a:chOff x="0" y="0"/>
          <a:chExt cx="0" cy="0"/>
        </a:xfrm>
      </p:grpSpPr>
      <p:sp>
        <p:nvSpPr>
          <p:cNvPr id="13" name="Picture Placeholder 2">
            <a:extLst>
              <a:ext uri="{FF2B5EF4-FFF2-40B4-BE49-F238E27FC236}">
                <a16:creationId xmlns:a16="http://schemas.microsoft.com/office/drawing/2014/main" id="{5A946707-9F36-2CA7-BA77-E730397F0AAA}"/>
              </a:ext>
            </a:extLst>
          </p:cNvPr>
          <p:cNvSpPr>
            <a:spLocks noGrp="1"/>
          </p:cNvSpPr>
          <p:nvPr>
            <p:ph type="pic" idx="14"/>
          </p:nvPr>
        </p:nvSpPr>
        <p:spPr>
          <a:xfrm>
            <a:off x="4522381" y="-6538"/>
            <a:ext cx="7669619" cy="6864537"/>
          </a:xfrm>
          <a:prstGeom prst="rect">
            <a:avLst/>
          </a:prstGeom>
          <a:solidFill>
            <a:schemeClr val="accent2">
              <a:lumMod val="10000"/>
              <a:lumOff val="90000"/>
            </a:schemeClr>
          </a:solidFill>
          <a:ln>
            <a:noFill/>
          </a:ln>
        </p:spPr>
        <p:txBody>
          <a:bodyPr tIns="360000" anchor="t" anchorCtr="0">
            <a:normAutofit/>
          </a:bodyPr>
          <a:lstStyle>
            <a:lvl1pPr marL="0" indent="0" algn="ctr">
              <a:buNone/>
              <a:defRPr sz="1600">
                <a:solidFill>
                  <a:schemeClr val="tx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NL" dirty="0"/>
          </a:p>
        </p:txBody>
      </p:sp>
      <p:sp>
        <p:nvSpPr>
          <p:cNvPr id="2" name="Tijdelijke aanduiding voor dianummer 1">
            <a:extLst>
              <a:ext uri="{FF2B5EF4-FFF2-40B4-BE49-F238E27FC236}">
                <a16:creationId xmlns:a16="http://schemas.microsoft.com/office/drawing/2014/main" id="{D62976FA-3DAF-2CC5-B631-AE73A38B9CC4}"/>
              </a:ext>
            </a:extLst>
          </p:cNvPr>
          <p:cNvSpPr>
            <a:spLocks noGrp="1"/>
          </p:cNvSpPr>
          <p:nvPr>
            <p:ph type="sldNum" sz="quarter" idx="15"/>
          </p:nvPr>
        </p:nvSpPr>
        <p:spPr>
          <a:xfrm>
            <a:off x="476045" y="6370918"/>
            <a:ext cx="360000" cy="184666"/>
          </a:xfrm>
        </p:spPr>
        <p:txBody>
          <a:bodyPr/>
          <a:lstStyle>
            <a:lvl1pPr>
              <a:defRPr>
                <a:solidFill>
                  <a:schemeClr val="tx1"/>
                </a:solidFill>
              </a:defRPr>
            </a:lvl1pPr>
          </a:lstStyle>
          <a:p>
            <a:fld id="{51C5D536-50B7-4CE6-B44E-3B56F0A7BD1A}" type="slidenum">
              <a:rPr lang="nl-NL" smtClean="0"/>
              <a:pPr/>
              <a:t>‹nr.›</a:t>
            </a:fld>
            <a:endParaRPr lang="nl-NL" dirty="0"/>
          </a:p>
        </p:txBody>
      </p:sp>
      <p:sp>
        <p:nvSpPr>
          <p:cNvPr id="7" name="Tekstvak 6">
            <a:extLst>
              <a:ext uri="{FF2B5EF4-FFF2-40B4-BE49-F238E27FC236}">
                <a16:creationId xmlns:a16="http://schemas.microsoft.com/office/drawing/2014/main" id="{BB34A02B-BFFA-A885-2477-10F9028A17BF}"/>
              </a:ext>
            </a:extLst>
          </p:cNvPr>
          <p:cNvSpPr txBox="1"/>
          <p:nvPr userDrawn="1"/>
        </p:nvSpPr>
        <p:spPr>
          <a:xfrm>
            <a:off x="12317128" y="1564243"/>
            <a:ext cx="2794535" cy="553997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NL" sz="1600" dirty="0">
                <a:solidFill>
                  <a:schemeClr val="accent2"/>
                </a:solidFill>
              </a:rPr>
              <a:t>Om over het tekstdeel een huisstijlvorm te plaatsen: </a:t>
            </a:r>
          </a:p>
          <a:p>
            <a:pPr marL="0" marR="0" lvl="0" indent="0" algn="l" defTabSz="914400" rtl="0" eaLnBrk="1" fontAlgn="auto" latinLnBrk="0" hangingPunct="1">
              <a:lnSpc>
                <a:spcPct val="100000"/>
              </a:lnSpc>
              <a:spcBef>
                <a:spcPts val="0"/>
              </a:spcBef>
              <a:spcAft>
                <a:spcPts val="0"/>
              </a:spcAft>
              <a:buClrTx/>
              <a:buSzTx/>
              <a:buFontTx/>
              <a:buNone/>
              <a:tabLst/>
              <a:defRPr/>
            </a:pPr>
            <a:endParaRPr lang="nl-NL" sz="1600" dirty="0">
              <a:solidFill>
                <a:schemeClr val="accent2"/>
              </a:solidFill>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nl-NL" sz="1400" i="0" dirty="0">
                <a:solidFill>
                  <a:schemeClr val="accent2"/>
                </a:solidFill>
              </a:rPr>
              <a:t>Let op: je kunt de achtergrondkleur van dit kader niet aanpassen.</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nl-NL" sz="1600" dirty="0">
              <a:solidFill>
                <a:schemeClr val="accent2"/>
              </a:solidFill>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nl-NL" sz="1600" dirty="0">
                <a:solidFill>
                  <a:schemeClr val="accent2"/>
                </a:solidFill>
              </a:rPr>
              <a:t>Op de dia met vormentaal: geef de gewenste vorm een kleur en kopieer deze m.b.v. </a:t>
            </a:r>
            <a:r>
              <a:rPr lang="nl-NL" sz="1600" b="1" dirty="0" err="1">
                <a:solidFill>
                  <a:schemeClr val="accent2"/>
                </a:solidFill>
              </a:rPr>
              <a:t>Ctrl+C</a:t>
            </a:r>
            <a:r>
              <a:rPr lang="nl-NL" sz="1600" b="0" dirty="0">
                <a:solidFill>
                  <a:schemeClr val="accent2"/>
                </a:solidFill>
              </a:rPr>
              <a:t>.</a:t>
            </a:r>
            <a:br>
              <a:rPr lang="nl-NL" sz="1600" b="0" dirty="0">
                <a:solidFill>
                  <a:schemeClr val="accent2"/>
                </a:solidFill>
              </a:rPr>
            </a:br>
            <a:endParaRPr lang="nl-NL" sz="1600" b="0" dirty="0">
              <a:solidFill>
                <a:schemeClr val="accent2"/>
              </a:solidFill>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nl-NL" sz="1600" dirty="0">
                <a:solidFill>
                  <a:schemeClr val="accent2"/>
                </a:solidFill>
              </a:rPr>
              <a:t>Ga terug naar deze dia en klik op het bedoelde kader </a:t>
            </a:r>
            <a:br>
              <a:rPr lang="nl-NL" sz="1600" dirty="0">
                <a:solidFill>
                  <a:schemeClr val="accent2"/>
                </a:solidFill>
              </a:rPr>
            </a:br>
            <a:r>
              <a:rPr lang="nl-NL" sz="1400" dirty="0">
                <a:solidFill>
                  <a:schemeClr val="accent2"/>
                </a:solidFill>
              </a:rPr>
              <a:t>(Let op: klik niet op het afbeeldingsicon in het midden)</a:t>
            </a:r>
            <a:br>
              <a:rPr lang="nl-NL" sz="1400" dirty="0">
                <a:solidFill>
                  <a:schemeClr val="accent2"/>
                </a:solidFill>
              </a:rPr>
            </a:br>
            <a:endParaRPr lang="nl-NL" sz="1400" dirty="0">
              <a:solidFill>
                <a:schemeClr val="accent2"/>
              </a:solidFill>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nl-NL" sz="1600" dirty="0">
                <a:solidFill>
                  <a:schemeClr val="accent2"/>
                </a:solidFill>
              </a:rPr>
              <a:t>Plak de eerder gekopieerde vorm m.b.v.  </a:t>
            </a:r>
            <a:r>
              <a:rPr lang="nl-NL" sz="1600" b="1" dirty="0" err="1">
                <a:solidFill>
                  <a:schemeClr val="accent2"/>
                </a:solidFill>
              </a:rPr>
              <a:t>Ctrl+V</a:t>
            </a:r>
            <a:r>
              <a:rPr lang="nl-NL" sz="1600" b="0" dirty="0">
                <a:solidFill>
                  <a:schemeClr val="accent2"/>
                </a:solidFill>
              </a:rPr>
              <a:t>.</a:t>
            </a:r>
          </a:p>
        </p:txBody>
      </p:sp>
      <p:sp>
        <p:nvSpPr>
          <p:cNvPr id="9" name="Tijdelijke aanduiding voor tekst 8">
            <a:extLst>
              <a:ext uri="{FF2B5EF4-FFF2-40B4-BE49-F238E27FC236}">
                <a16:creationId xmlns:a16="http://schemas.microsoft.com/office/drawing/2014/main" id="{0CB0E648-8ABB-7D43-2D05-23D0A312BE1B}"/>
              </a:ext>
            </a:extLst>
          </p:cNvPr>
          <p:cNvSpPr>
            <a:spLocks noGrp="1"/>
          </p:cNvSpPr>
          <p:nvPr>
            <p:ph type="body" sz="quarter" idx="16"/>
          </p:nvPr>
        </p:nvSpPr>
        <p:spPr>
          <a:xfrm>
            <a:off x="449944" y="1800225"/>
            <a:ext cx="3547270" cy="4019550"/>
          </a:xfrm>
        </p:spPr>
        <p:txBody>
          <a:bodyPr/>
          <a:lstStyle>
            <a:lvl1pPr marL="0" indent="0">
              <a:buNone/>
              <a:defRPr>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nl-NL" dirty="0"/>
              <a:t>Klikken om de tekststijl van het model te bewerken</a:t>
            </a:r>
          </a:p>
        </p:txBody>
      </p:sp>
      <p:sp>
        <p:nvSpPr>
          <p:cNvPr id="10" name="Titel 9">
            <a:extLst>
              <a:ext uri="{FF2B5EF4-FFF2-40B4-BE49-F238E27FC236}">
                <a16:creationId xmlns:a16="http://schemas.microsoft.com/office/drawing/2014/main" id="{CEED97D7-B613-8457-6DD7-9845D6D9A34D}"/>
              </a:ext>
            </a:extLst>
          </p:cNvPr>
          <p:cNvSpPr>
            <a:spLocks noGrp="1"/>
          </p:cNvSpPr>
          <p:nvPr>
            <p:ph type="title"/>
          </p:nvPr>
        </p:nvSpPr>
        <p:spPr>
          <a:xfrm>
            <a:off x="449944" y="660400"/>
            <a:ext cx="3547270" cy="1030288"/>
          </a:xfrm>
          <a:prstGeom prst="rect">
            <a:avLst/>
          </a:prstGeom>
        </p:spPr>
        <p:txBody>
          <a:bodyPr/>
          <a:lstStyle>
            <a:lvl1pPr>
              <a:defRPr>
                <a:solidFill>
                  <a:schemeClr val="tx1"/>
                </a:solidFill>
              </a:defRPr>
            </a:lvl1pPr>
          </a:lstStyle>
          <a:p>
            <a:r>
              <a:rPr lang="nl-NL" dirty="0"/>
              <a:t>Klik om stijl te bewerken</a:t>
            </a:r>
          </a:p>
        </p:txBody>
      </p:sp>
    </p:spTree>
    <p:extLst>
      <p:ext uri="{BB962C8B-B14F-4D97-AF65-F5344CB8AC3E}">
        <p14:creationId xmlns:p14="http://schemas.microsoft.com/office/powerpoint/2010/main" val="386329369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3" name="Tijdelijke aanduiding voor dianummer 2">
            <a:extLst>
              <a:ext uri="{FF2B5EF4-FFF2-40B4-BE49-F238E27FC236}">
                <a16:creationId xmlns:a16="http://schemas.microsoft.com/office/drawing/2014/main" id="{38BBE2B1-E710-785E-AD2E-2DC622062DCA}"/>
              </a:ext>
            </a:extLst>
          </p:cNvPr>
          <p:cNvSpPr>
            <a:spLocks noGrp="1"/>
          </p:cNvSpPr>
          <p:nvPr>
            <p:ph type="sldNum" sz="quarter" idx="10"/>
          </p:nvPr>
        </p:nvSpPr>
        <p:spPr/>
        <p:txBody>
          <a:bodyPr/>
          <a:lstStyle/>
          <a:p>
            <a:fld id="{51C5D536-50B7-4CE6-B44E-3B56F0A7BD1A}" type="slidenum">
              <a:rPr lang="nl-NL" smtClean="0"/>
              <a:pPr/>
              <a:t>‹nr.›</a:t>
            </a:fld>
            <a:endParaRPr lang="nl-NL" dirty="0"/>
          </a:p>
        </p:txBody>
      </p:sp>
      <p:sp>
        <p:nvSpPr>
          <p:cNvPr id="4" name="Titel 1">
            <a:extLst>
              <a:ext uri="{FF2B5EF4-FFF2-40B4-BE49-F238E27FC236}">
                <a16:creationId xmlns:a16="http://schemas.microsoft.com/office/drawing/2014/main" id="{3620CD77-6FD8-B9DB-73E9-6A75BD5D8D04}"/>
              </a:ext>
            </a:extLst>
          </p:cNvPr>
          <p:cNvSpPr>
            <a:spLocks noGrp="1"/>
          </p:cNvSpPr>
          <p:nvPr>
            <p:ph type="title" hasCustomPrompt="1"/>
          </p:nvPr>
        </p:nvSpPr>
        <p:spPr>
          <a:xfrm>
            <a:off x="900000" y="726962"/>
            <a:ext cx="10515860" cy="276999"/>
          </a:xfrm>
        </p:spPr>
        <p:txBody>
          <a:bodyPr/>
          <a:lstStyle>
            <a:lvl1pPr>
              <a:defRPr sz="2000">
                <a:latin typeface="+mn-lt"/>
              </a:defRPr>
            </a:lvl1pPr>
          </a:lstStyle>
          <a:p>
            <a:r>
              <a:rPr lang="nl-NL" dirty="0"/>
              <a:t>[Gebruik deze dia als sectiescheider]</a:t>
            </a:r>
          </a:p>
        </p:txBody>
      </p:sp>
      <p:pic>
        <p:nvPicPr>
          <p:cNvPr id="5" name="Graphic 4">
            <a:extLst>
              <a:ext uri="{FF2B5EF4-FFF2-40B4-BE49-F238E27FC236}">
                <a16:creationId xmlns:a16="http://schemas.microsoft.com/office/drawing/2014/main" id="{009C80A9-D8F6-0496-BB6B-3C751A9FC51F}"/>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115481" y="4781481"/>
            <a:ext cx="2076519" cy="2076519"/>
          </a:xfrm>
          <a:prstGeom prst="rect">
            <a:avLst/>
          </a:prstGeom>
        </p:spPr>
      </p:pic>
      <p:sp>
        <p:nvSpPr>
          <p:cNvPr id="6" name="Tijdelijke aanduiding voor tekst 8">
            <a:extLst>
              <a:ext uri="{FF2B5EF4-FFF2-40B4-BE49-F238E27FC236}">
                <a16:creationId xmlns:a16="http://schemas.microsoft.com/office/drawing/2014/main" id="{4D47FE1F-C2EC-4370-2154-CAA9FEB42C01}"/>
              </a:ext>
            </a:extLst>
          </p:cNvPr>
          <p:cNvSpPr>
            <a:spLocks noGrp="1"/>
          </p:cNvSpPr>
          <p:nvPr>
            <p:ph sz="quarter" idx="11" hasCustomPrompt="1"/>
          </p:nvPr>
        </p:nvSpPr>
        <p:spPr>
          <a:xfrm>
            <a:off x="900000" y="2820959"/>
            <a:ext cx="7712810" cy="3310079"/>
          </a:xfrm>
        </p:spPr>
        <p:txBody>
          <a:bodyPr anchor="ctr" anchorCtr="0">
            <a:normAutofit/>
          </a:bodyPr>
          <a:lstStyle>
            <a:lvl1pPr marL="0" indent="0">
              <a:lnSpc>
                <a:spcPct val="107000"/>
              </a:lnSpc>
              <a:spcBef>
                <a:spcPts val="0"/>
              </a:spcBef>
              <a:buNone/>
              <a:defRPr sz="4000">
                <a:solidFill>
                  <a:schemeClr val="tx1"/>
                </a:solidFill>
                <a:latin typeface="+mj-lt"/>
              </a:defRPr>
            </a:lvl1pPr>
            <a:lvl2pPr marL="457200" indent="0">
              <a:buNone/>
              <a:defRPr sz="4000">
                <a:solidFill>
                  <a:schemeClr val="tx1"/>
                </a:solidFill>
                <a:latin typeface="Cooper Lt BT" panose="0208050304030B020404" pitchFamily="18" charset="0"/>
              </a:defRPr>
            </a:lvl2pPr>
            <a:lvl3pPr marL="914400" indent="0">
              <a:buNone/>
              <a:defRPr sz="4000">
                <a:solidFill>
                  <a:schemeClr val="tx1"/>
                </a:solidFill>
                <a:latin typeface="Cooper Lt BT" panose="0208050304030B020404" pitchFamily="18" charset="0"/>
              </a:defRPr>
            </a:lvl3pPr>
            <a:lvl4pPr marL="1371600" indent="0">
              <a:buNone/>
              <a:defRPr sz="4000">
                <a:solidFill>
                  <a:schemeClr val="tx1"/>
                </a:solidFill>
                <a:latin typeface="Cooper Lt BT" panose="0208050304030B020404" pitchFamily="18" charset="0"/>
              </a:defRPr>
            </a:lvl4pPr>
            <a:lvl5pPr marL="1828800" indent="0">
              <a:buNone/>
              <a:defRPr sz="4000">
                <a:solidFill>
                  <a:schemeClr val="tx1"/>
                </a:solidFill>
                <a:latin typeface="Cooper Lt BT" panose="0208050304030B020404" pitchFamily="18" charset="0"/>
              </a:defRPr>
            </a:lvl5pPr>
          </a:lstStyle>
          <a:p>
            <a:pPr lvl="0"/>
            <a:r>
              <a:rPr lang="nl-NL" dirty="0"/>
              <a:t>[Titel]</a:t>
            </a:r>
          </a:p>
        </p:txBody>
      </p:sp>
    </p:spTree>
    <p:extLst>
      <p:ext uri="{BB962C8B-B14F-4D97-AF65-F5344CB8AC3E}">
        <p14:creationId xmlns:p14="http://schemas.microsoft.com/office/powerpoint/2010/main" val="216776851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lank">
    <p:bg>
      <p:bgPr>
        <a:solidFill>
          <a:schemeClr val="bg1"/>
        </a:solidFill>
        <a:effectLst/>
      </p:bgPr>
    </p:bg>
    <p:spTree>
      <p:nvGrpSpPr>
        <p:cNvPr id="1" name=""/>
        <p:cNvGrpSpPr/>
        <p:nvPr/>
      </p:nvGrpSpPr>
      <p:grpSpPr>
        <a:xfrm>
          <a:off x="0" y="0"/>
          <a:ext cx="0" cy="0"/>
          <a:chOff x="0" y="0"/>
          <a:chExt cx="0" cy="0"/>
        </a:xfrm>
      </p:grpSpPr>
      <p:sp>
        <p:nvSpPr>
          <p:cNvPr id="7" name="Tips">
            <a:extLst>
              <a:ext uri="{FF2B5EF4-FFF2-40B4-BE49-F238E27FC236}">
                <a16:creationId xmlns:a16="http://schemas.microsoft.com/office/drawing/2014/main" id="{CF4BFBB2-A9DF-6ED0-B6DE-D72DE6A0263B}"/>
              </a:ext>
            </a:extLst>
          </p:cNvPr>
          <p:cNvSpPr txBox="1"/>
          <p:nvPr userDrawn="1"/>
        </p:nvSpPr>
        <p:spPr>
          <a:xfrm>
            <a:off x="12317128" y="1564243"/>
            <a:ext cx="2794535" cy="553997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NL" sz="1600" dirty="0">
                <a:solidFill>
                  <a:schemeClr val="accent2"/>
                </a:solidFill>
              </a:rPr>
              <a:t>Om links een huisstijlvorm te plaatsen: </a:t>
            </a:r>
          </a:p>
          <a:p>
            <a:pPr marL="0" marR="0" lvl="0" indent="0" algn="l" defTabSz="914400" rtl="0" eaLnBrk="1" fontAlgn="auto" latinLnBrk="0" hangingPunct="1">
              <a:lnSpc>
                <a:spcPct val="100000"/>
              </a:lnSpc>
              <a:spcBef>
                <a:spcPts val="0"/>
              </a:spcBef>
              <a:spcAft>
                <a:spcPts val="0"/>
              </a:spcAft>
              <a:buClrTx/>
              <a:buSzTx/>
              <a:buFontTx/>
              <a:buNone/>
              <a:tabLst/>
              <a:defRPr/>
            </a:pPr>
            <a:endParaRPr lang="nl-NL" sz="1600" dirty="0">
              <a:solidFill>
                <a:schemeClr val="accent2"/>
              </a:solidFill>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nl-NL" sz="1400" i="0" dirty="0">
                <a:solidFill>
                  <a:schemeClr val="accent2"/>
                </a:solidFill>
              </a:rPr>
              <a:t>Let op: je kunt de achtergrondkleur van dit kader niet aanpassen.</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nl-NL" sz="1600" dirty="0">
              <a:solidFill>
                <a:schemeClr val="accent2"/>
              </a:solidFill>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nl-NL" sz="1600" dirty="0">
                <a:solidFill>
                  <a:schemeClr val="accent2"/>
                </a:solidFill>
              </a:rPr>
              <a:t>Op de dia met vormentaal: geef de gewenste vorm een kleur en kopieer deze m.b.v. </a:t>
            </a:r>
            <a:r>
              <a:rPr lang="nl-NL" sz="1600" b="1" dirty="0" err="1">
                <a:solidFill>
                  <a:schemeClr val="accent2"/>
                </a:solidFill>
              </a:rPr>
              <a:t>Ctrl+C</a:t>
            </a:r>
            <a:r>
              <a:rPr lang="nl-NL" sz="1600" b="0" dirty="0">
                <a:solidFill>
                  <a:schemeClr val="accent2"/>
                </a:solidFill>
              </a:rPr>
              <a:t>.</a:t>
            </a:r>
            <a:br>
              <a:rPr lang="nl-NL" sz="1600" b="0" dirty="0">
                <a:solidFill>
                  <a:schemeClr val="accent2"/>
                </a:solidFill>
              </a:rPr>
            </a:br>
            <a:endParaRPr lang="nl-NL" sz="1600" b="0" dirty="0">
              <a:solidFill>
                <a:schemeClr val="accent2"/>
              </a:solidFill>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nl-NL" sz="1600" dirty="0">
                <a:solidFill>
                  <a:schemeClr val="accent2"/>
                </a:solidFill>
              </a:rPr>
              <a:t>Ga terug naar deze dia en klik op het bedoelde kader </a:t>
            </a:r>
            <a:br>
              <a:rPr lang="nl-NL" sz="1600" dirty="0">
                <a:solidFill>
                  <a:schemeClr val="accent2"/>
                </a:solidFill>
              </a:rPr>
            </a:br>
            <a:r>
              <a:rPr lang="nl-NL" sz="1400" dirty="0">
                <a:solidFill>
                  <a:schemeClr val="accent2"/>
                </a:solidFill>
              </a:rPr>
              <a:t>(Let op: klik niet op het afbeeldingsicon in het midden)</a:t>
            </a:r>
            <a:br>
              <a:rPr lang="nl-NL" sz="1400" dirty="0">
                <a:solidFill>
                  <a:schemeClr val="accent2"/>
                </a:solidFill>
              </a:rPr>
            </a:br>
            <a:endParaRPr lang="nl-NL" sz="1400" dirty="0">
              <a:solidFill>
                <a:schemeClr val="accent2"/>
              </a:solidFill>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nl-NL" sz="1600" dirty="0">
                <a:solidFill>
                  <a:schemeClr val="accent2"/>
                </a:solidFill>
              </a:rPr>
              <a:t>Plak de eerder gekopieerde vorm m.b.v.  </a:t>
            </a:r>
            <a:r>
              <a:rPr lang="nl-NL" sz="1600" b="1" dirty="0" err="1">
                <a:solidFill>
                  <a:schemeClr val="accent2"/>
                </a:solidFill>
              </a:rPr>
              <a:t>Ctrl+V</a:t>
            </a:r>
            <a:r>
              <a:rPr lang="nl-NL" sz="1600" b="0" dirty="0">
                <a:solidFill>
                  <a:schemeClr val="accent2"/>
                </a:solidFill>
              </a:rPr>
              <a:t>.</a:t>
            </a:r>
          </a:p>
        </p:txBody>
      </p:sp>
      <p:pic>
        <p:nvPicPr>
          <p:cNvPr id="8" name="Logo">
            <a:extLst>
              <a:ext uri="{FF2B5EF4-FFF2-40B4-BE49-F238E27FC236}">
                <a16:creationId xmlns:a16="http://schemas.microsoft.com/office/drawing/2014/main" id="{0B68CAB0-07A3-F472-F8E5-B4B58ED2512D}"/>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6096000" y="2602423"/>
            <a:ext cx="4825119" cy="1646572"/>
          </a:xfrm>
          <a:prstGeom prst="rect">
            <a:avLst/>
          </a:prstGeom>
        </p:spPr>
      </p:pic>
      <p:pic>
        <p:nvPicPr>
          <p:cNvPr id="9" name="Graphic 8">
            <a:extLst>
              <a:ext uri="{FF2B5EF4-FFF2-40B4-BE49-F238E27FC236}">
                <a16:creationId xmlns:a16="http://schemas.microsoft.com/office/drawing/2014/main" id="{451AAA51-25AB-ECAE-D3D9-8A9E96BD409A}"/>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9528382" y="5841634"/>
            <a:ext cx="2253211" cy="751773"/>
          </a:xfrm>
          <a:prstGeom prst="rect">
            <a:avLst/>
          </a:prstGeom>
        </p:spPr>
      </p:pic>
      <p:pic>
        <p:nvPicPr>
          <p:cNvPr id="2" name="Graphic 1">
            <a:extLst>
              <a:ext uri="{FF2B5EF4-FFF2-40B4-BE49-F238E27FC236}">
                <a16:creationId xmlns:a16="http://schemas.microsoft.com/office/drawing/2014/main" id="{CF2E618E-E055-424C-CA81-DF8A45DF4D63}"/>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2258315" y="2268456"/>
            <a:ext cx="2285999" cy="2285999"/>
          </a:xfrm>
          <a:prstGeom prst="rect">
            <a:avLst/>
          </a:prstGeom>
        </p:spPr>
      </p:pic>
      <p:pic>
        <p:nvPicPr>
          <p:cNvPr id="4" name="Graphic 3">
            <a:extLst>
              <a:ext uri="{FF2B5EF4-FFF2-40B4-BE49-F238E27FC236}">
                <a16:creationId xmlns:a16="http://schemas.microsoft.com/office/drawing/2014/main" id="{2553FFCF-056A-BD7B-9674-1B3A1F74152A}"/>
              </a:ext>
            </a:extLst>
          </p:cNvPr>
          <p:cNvPicPr>
            <a:picLocks noChangeAspect="1"/>
          </p:cNvPicPr>
          <p:nvPr userDrawn="1"/>
        </p:nvPicPr>
        <p:blipFill>
          <a:blip r:embed="rId8">
            <a:extLst>
              <a:ext uri="{96DAC541-7B7A-43D3-8B79-37D633B846F1}">
                <asvg:svgBlip xmlns:asvg="http://schemas.microsoft.com/office/drawing/2016/SVG/main" r:embed="rId9"/>
              </a:ext>
            </a:extLst>
          </a:blip>
          <a:stretch>
            <a:fillRect/>
          </a:stretch>
        </p:blipFill>
        <p:spPr>
          <a:xfrm>
            <a:off x="2270601" y="2500"/>
            <a:ext cx="2278673" cy="2286934"/>
          </a:xfrm>
          <a:prstGeom prst="rect">
            <a:avLst/>
          </a:prstGeom>
        </p:spPr>
      </p:pic>
      <p:pic>
        <p:nvPicPr>
          <p:cNvPr id="10" name="Graphic 9">
            <a:extLst>
              <a:ext uri="{FF2B5EF4-FFF2-40B4-BE49-F238E27FC236}">
                <a16:creationId xmlns:a16="http://schemas.microsoft.com/office/drawing/2014/main" id="{AE5603BF-9608-A171-78EE-5C2D3DA68A93}"/>
              </a:ext>
            </a:extLst>
          </p:cNvPr>
          <p:cNvPicPr>
            <a:picLocks noChangeAspect="1"/>
          </p:cNvPicPr>
          <p:nvPr userDrawn="1"/>
        </p:nvPicPr>
        <p:blipFill>
          <a:blip r:embed="rId10">
            <a:extLst>
              <a:ext uri="{96DAC541-7B7A-43D3-8B79-37D633B846F1}">
                <asvg:svgBlip xmlns:asvg="http://schemas.microsoft.com/office/drawing/2016/SVG/main" r:embed="rId11"/>
              </a:ext>
            </a:extLst>
          </a:blip>
          <a:stretch>
            <a:fillRect/>
          </a:stretch>
        </p:blipFill>
        <p:spPr>
          <a:xfrm>
            <a:off x="-25830" y="2288500"/>
            <a:ext cx="2294453" cy="2294453"/>
          </a:xfrm>
          <a:prstGeom prst="rect">
            <a:avLst/>
          </a:prstGeom>
        </p:spPr>
      </p:pic>
      <p:pic>
        <p:nvPicPr>
          <p:cNvPr id="12" name="Graphic 11">
            <a:extLst>
              <a:ext uri="{FF2B5EF4-FFF2-40B4-BE49-F238E27FC236}">
                <a16:creationId xmlns:a16="http://schemas.microsoft.com/office/drawing/2014/main" id="{C6C3EAE3-3DF1-83A1-B6E0-7B006083EE52}"/>
              </a:ext>
            </a:extLst>
          </p:cNvPr>
          <p:cNvPicPr>
            <a:picLocks noChangeAspect="1"/>
          </p:cNvPicPr>
          <p:nvPr userDrawn="1"/>
        </p:nvPicPr>
        <p:blipFill>
          <a:blip r:embed="rId12">
            <a:extLst>
              <a:ext uri="{96DAC541-7B7A-43D3-8B79-37D633B846F1}">
                <asvg:svgBlip xmlns:asvg="http://schemas.microsoft.com/office/drawing/2016/SVG/main" r:embed="rId13"/>
              </a:ext>
            </a:extLst>
          </a:blip>
          <a:stretch>
            <a:fillRect/>
          </a:stretch>
        </p:blipFill>
        <p:spPr>
          <a:xfrm>
            <a:off x="-34519" y="4528206"/>
            <a:ext cx="2311830" cy="2329813"/>
          </a:xfrm>
          <a:prstGeom prst="rect">
            <a:avLst/>
          </a:prstGeom>
        </p:spPr>
      </p:pic>
      <p:pic>
        <p:nvPicPr>
          <p:cNvPr id="18" name="Graphic 17">
            <a:extLst>
              <a:ext uri="{FF2B5EF4-FFF2-40B4-BE49-F238E27FC236}">
                <a16:creationId xmlns:a16="http://schemas.microsoft.com/office/drawing/2014/main" id="{A1983F7C-C190-F9F8-C12C-4AC8143C53B1}"/>
              </a:ext>
            </a:extLst>
          </p:cNvPr>
          <p:cNvPicPr>
            <a:picLocks noChangeAspect="1"/>
          </p:cNvPicPr>
          <p:nvPr userDrawn="1"/>
        </p:nvPicPr>
        <p:blipFill>
          <a:blip r:embed="rId14">
            <a:extLst>
              <a:ext uri="{96DAC541-7B7A-43D3-8B79-37D633B846F1}">
                <asvg:svgBlip xmlns:asvg="http://schemas.microsoft.com/office/drawing/2016/SVG/main" r:embed="rId15"/>
              </a:ext>
            </a:extLst>
          </a:blip>
          <a:stretch>
            <a:fillRect/>
          </a:stretch>
        </p:blipFill>
        <p:spPr>
          <a:xfrm>
            <a:off x="-34519" y="-6610"/>
            <a:ext cx="2301829" cy="2303932"/>
          </a:xfrm>
          <a:prstGeom prst="rect">
            <a:avLst/>
          </a:prstGeom>
        </p:spPr>
      </p:pic>
      <p:pic>
        <p:nvPicPr>
          <p:cNvPr id="20" name="Graphic 19">
            <a:extLst>
              <a:ext uri="{FF2B5EF4-FFF2-40B4-BE49-F238E27FC236}">
                <a16:creationId xmlns:a16="http://schemas.microsoft.com/office/drawing/2014/main" id="{5DD4B32C-A470-465F-617B-20C5688E40D6}"/>
              </a:ext>
            </a:extLst>
          </p:cNvPr>
          <p:cNvPicPr>
            <a:picLocks noChangeAspect="1"/>
          </p:cNvPicPr>
          <p:nvPr userDrawn="1"/>
        </p:nvPicPr>
        <p:blipFill>
          <a:blip r:embed="rId16">
            <a:extLst>
              <a:ext uri="{96DAC541-7B7A-43D3-8B79-37D633B846F1}">
                <asvg:svgBlip xmlns:asvg="http://schemas.microsoft.com/office/drawing/2016/SVG/main" r:embed="rId17"/>
              </a:ext>
            </a:extLst>
          </a:blip>
          <a:stretch>
            <a:fillRect/>
          </a:stretch>
        </p:blipFill>
        <p:spPr>
          <a:xfrm>
            <a:off x="2266646" y="4529232"/>
            <a:ext cx="2278673" cy="2328768"/>
          </a:xfrm>
          <a:prstGeom prst="rect">
            <a:avLst/>
          </a:prstGeom>
        </p:spPr>
      </p:pic>
    </p:spTree>
    <p:extLst>
      <p:ext uri="{BB962C8B-B14F-4D97-AF65-F5344CB8AC3E}">
        <p14:creationId xmlns:p14="http://schemas.microsoft.com/office/powerpoint/2010/main" val="278876332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eldia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07CB05-DF60-5C73-2332-1456CCF023E3}"/>
              </a:ext>
            </a:extLst>
          </p:cNvPr>
          <p:cNvSpPr>
            <a:spLocks noGrp="1"/>
          </p:cNvSpPr>
          <p:nvPr>
            <p:ph type="ctrTitle" hasCustomPrompt="1"/>
          </p:nvPr>
        </p:nvSpPr>
        <p:spPr>
          <a:xfrm>
            <a:off x="3923326" y="1219200"/>
            <a:ext cx="6566873" cy="2232391"/>
          </a:xfrm>
          <a:prstGeom prst="rect">
            <a:avLst/>
          </a:prstGeom>
        </p:spPr>
        <p:txBody>
          <a:bodyPr anchor="b">
            <a:noAutofit/>
          </a:bodyPr>
          <a:lstStyle>
            <a:lvl1pPr algn="l">
              <a:lnSpc>
                <a:spcPct val="100000"/>
              </a:lnSpc>
              <a:defRPr sz="4800">
                <a:solidFill>
                  <a:schemeClr val="tx1"/>
                </a:solidFill>
              </a:defRPr>
            </a:lvl1pPr>
          </a:lstStyle>
          <a:p>
            <a:r>
              <a:rPr lang="nl-NL" dirty="0"/>
              <a:t>[titel 1]</a:t>
            </a:r>
            <a:endParaRPr lang="en-NL" dirty="0"/>
          </a:p>
        </p:txBody>
      </p:sp>
      <p:sp>
        <p:nvSpPr>
          <p:cNvPr id="4" name="Ondertitel 2">
            <a:extLst>
              <a:ext uri="{FF2B5EF4-FFF2-40B4-BE49-F238E27FC236}">
                <a16:creationId xmlns:a16="http://schemas.microsoft.com/office/drawing/2014/main" id="{B873B73A-1A14-C1D5-2D89-25F18DB04E82}"/>
              </a:ext>
            </a:extLst>
          </p:cNvPr>
          <p:cNvSpPr>
            <a:spLocks noGrp="1"/>
          </p:cNvSpPr>
          <p:nvPr>
            <p:ph type="subTitle" idx="1" hasCustomPrompt="1"/>
          </p:nvPr>
        </p:nvSpPr>
        <p:spPr>
          <a:xfrm>
            <a:off x="3923326" y="4759850"/>
            <a:ext cx="6566873" cy="584250"/>
          </a:xfrm>
        </p:spPr>
        <p:txBody>
          <a:bodyPr>
            <a:normAutofit/>
          </a:bodyPr>
          <a:lstStyle>
            <a:lvl1pPr marL="0" indent="0" algn="l">
              <a:spcBef>
                <a:spcPts val="0"/>
              </a:spcBef>
              <a:buNone/>
              <a:defRPr sz="2800">
                <a:latin typeface="Cooper Lt BT" panose="0208050304030B020404"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nl-NL" dirty="0"/>
              <a:t>Ondertitel[ondertitel of datum]</a:t>
            </a:r>
          </a:p>
        </p:txBody>
      </p:sp>
      <p:pic>
        <p:nvPicPr>
          <p:cNvPr id="11" name="Logo">
            <a:extLst>
              <a:ext uri="{FF2B5EF4-FFF2-40B4-BE49-F238E27FC236}">
                <a16:creationId xmlns:a16="http://schemas.microsoft.com/office/drawing/2014/main" id="{4D51728D-5A12-961E-7E87-3F5FAE0B715F}"/>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683768" y="510292"/>
            <a:ext cx="1728000" cy="589680"/>
          </a:xfrm>
          <a:prstGeom prst="rect">
            <a:avLst/>
          </a:prstGeom>
        </p:spPr>
      </p:pic>
      <p:sp>
        <p:nvSpPr>
          <p:cNvPr id="14" name="Tijdelijke aanduiding voor tekst 13">
            <a:extLst>
              <a:ext uri="{FF2B5EF4-FFF2-40B4-BE49-F238E27FC236}">
                <a16:creationId xmlns:a16="http://schemas.microsoft.com/office/drawing/2014/main" id="{FD1BCABA-47E0-A310-F24B-7453565F0792}"/>
              </a:ext>
            </a:extLst>
          </p:cNvPr>
          <p:cNvSpPr>
            <a:spLocks noGrp="1"/>
          </p:cNvSpPr>
          <p:nvPr>
            <p:ph type="body" sz="quarter" idx="12" hasCustomPrompt="1"/>
          </p:nvPr>
        </p:nvSpPr>
        <p:spPr>
          <a:xfrm>
            <a:off x="3922713" y="3513068"/>
            <a:ext cx="6566400" cy="1107996"/>
          </a:xfrm>
        </p:spPr>
        <p:txBody>
          <a:bodyPr>
            <a:spAutoFit/>
          </a:bodyPr>
          <a:lstStyle>
            <a:lvl1pPr marL="0" indent="0">
              <a:buNone/>
              <a:defRPr sz="7200">
                <a:solidFill>
                  <a:schemeClr val="tx2"/>
                </a:solidFill>
                <a:latin typeface="+mj-lt"/>
              </a:defRPr>
            </a:lvl1pPr>
          </a:lstStyle>
          <a:p>
            <a:pPr lvl="0"/>
            <a:r>
              <a:rPr lang="nl-NL" dirty="0"/>
              <a:t>[titel 2]</a:t>
            </a:r>
          </a:p>
        </p:txBody>
      </p:sp>
      <p:sp>
        <p:nvSpPr>
          <p:cNvPr id="12" name="Tijdelijke aanduiding voor afbeelding 11">
            <a:extLst>
              <a:ext uri="{FF2B5EF4-FFF2-40B4-BE49-F238E27FC236}">
                <a16:creationId xmlns:a16="http://schemas.microsoft.com/office/drawing/2014/main" id="{3721FC4A-C6B8-F27F-946C-C457AE2883A4}"/>
              </a:ext>
            </a:extLst>
          </p:cNvPr>
          <p:cNvSpPr>
            <a:spLocks noGrp="1"/>
          </p:cNvSpPr>
          <p:nvPr>
            <p:ph type="pic" sz="quarter" idx="13"/>
          </p:nvPr>
        </p:nvSpPr>
        <p:spPr>
          <a:xfrm>
            <a:off x="1" y="0"/>
            <a:ext cx="3411767" cy="6858000"/>
          </a:xfrm>
          <a:custGeom>
            <a:avLst/>
            <a:gdLst>
              <a:gd name="connsiteX0" fmla="*/ 7826 w 3411767"/>
              <a:gd name="connsiteY0" fmla="*/ 0 h 6858000"/>
              <a:gd name="connsiteX1" fmla="*/ 3411767 w 3411767"/>
              <a:gd name="connsiteY1" fmla="*/ 3429000 h 6858000"/>
              <a:gd name="connsiteX2" fmla="*/ 7826 w 3411767"/>
              <a:gd name="connsiteY2" fmla="*/ 6858000 h 6858000"/>
              <a:gd name="connsiteX3" fmla="*/ 0 w 3411767"/>
              <a:gd name="connsiteY3" fmla="*/ 6850116 h 6858000"/>
              <a:gd name="connsiteX4" fmla="*/ 0 w 3411767"/>
              <a:gd name="connsiteY4" fmla="*/ 7884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11767" h="6858000">
                <a:moveTo>
                  <a:pt x="7826" y="0"/>
                </a:moveTo>
                <a:lnTo>
                  <a:pt x="3411767" y="3429000"/>
                </a:lnTo>
                <a:lnTo>
                  <a:pt x="7826" y="6858000"/>
                </a:lnTo>
                <a:lnTo>
                  <a:pt x="0" y="6850116"/>
                </a:lnTo>
                <a:lnTo>
                  <a:pt x="0" y="7884"/>
                </a:lnTo>
                <a:close/>
              </a:path>
            </a:pathLst>
          </a:custGeom>
          <a:solidFill>
            <a:schemeClr val="accent2">
              <a:lumMod val="10000"/>
              <a:lumOff val="90000"/>
            </a:schemeClr>
          </a:solidFill>
        </p:spPr>
        <p:txBody>
          <a:bodyPr wrap="square" lIns="108000" bIns="1476000" anchor="ctr" anchorCtr="0">
            <a:noAutofit/>
          </a:bodyPr>
          <a:lstStyle>
            <a:lvl1pPr marL="0" indent="0">
              <a:buFontTx/>
              <a:buNone/>
              <a:defRPr sz="1600"/>
            </a:lvl1pPr>
          </a:lstStyle>
          <a:p>
            <a:endParaRPr lang="nl-NL" dirty="0"/>
          </a:p>
        </p:txBody>
      </p:sp>
    </p:spTree>
    <p:extLst>
      <p:ext uri="{BB962C8B-B14F-4D97-AF65-F5344CB8AC3E}">
        <p14:creationId xmlns:p14="http://schemas.microsoft.com/office/powerpoint/2010/main" val="9682032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Afbeeldingen en vormen">
    <p:spTree>
      <p:nvGrpSpPr>
        <p:cNvPr id="1" name=""/>
        <p:cNvGrpSpPr/>
        <p:nvPr/>
      </p:nvGrpSpPr>
      <p:grpSpPr>
        <a:xfrm>
          <a:off x="0" y="0"/>
          <a:ext cx="0" cy="0"/>
          <a:chOff x="0" y="0"/>
          <a:chExt cx="0" cy="0"/>
        </a:xfrm>
      </p:grpSpPr>
      <p:sp>
        <p:nvSpPr>
          <p:cNvPr id="2" name="Tekstvak 1">
            <a:extLst>
              <a:ext uri="{FF2B5EF4-FFF2-40B4-BE49-F238E27FC236}">
                <a16:creationId xmlns:a16="http://schemas.microsoft.com/office/drawing/2014/main" id="{5B9F8765-6DF2-38D1-F58D-A1C4E97D5D32}"/>
              </a:ext>
            </a:extLst>
          </p:cNvPr>
          <p:cNvSpPr txBox="1"/>
          <p:nvPr userDrawn="1"/>
        </p:nvSpPr>
        <p:spPr>
          <a:xfrm>
            <a:off x="12317128" y="0"/>
            <a:ext cx="2794535" cy="603242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NL" sz="1600" dirty="0">
                <a:solidFill>
                  <a:schemeClr val="accent2"/>
                </a:solidFill>
              </a:rPr>
              <a:t>Om hier huisstijlvormen te plaatsen (per kader): </a:t>
            </a:r>
          </a:p>
          <a:p>
            <a:pPr marL="0" marR="0" lvl="0" indent="0" algn="l" defTabSz="914400" rtl="0" eaLnBrk="1" fontAlgn="auto" latinLnBrk="0" hangingPunct="1">
              <a:lnSpc>
                <a:spcPct val="100000"/>
              </a:lnSpc>
              <a:spcBef>
                <a:spcPts val="0"/>
              </a:spcBef>
              <a:spcAft>
                <a:spcPts val="0"/>
              </a:spcAft>
              <a:buClrTx/>
              <a:buSzTx/>
              <a:buFontTx/>
              <a:buNone/>
              <a:tabLst/>
              <a:defRPr/>
            </a:pPr>
            <a:endParaRPr lang="nl-NL" sz="1600" dirty="0">
              <a:solidFill>
                <a:schemeClr val="accent2"/>
              </a:solidFill>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nl-NL" sz="1400" i="0" dirty="0">
                <a:solidFill>
                  <a:schemeClr val="accent2"/>
                </a:solidFill>
              </a:rPr>
              <a:t>Let op: je kunt de achtergrondkleur van een kader niet aanpassen.</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nl-NL" sz="1600" dirty="0">
              <a:solidFill>
                <a:schemeClr val="accent2"/>
              </a:solidFill>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nl-NL" sz="1600" dirty="0">
                <a:solidFill>
                  <a:schemeClr val="accent2"/>
                </a:solidFill>
              </a:rPr>
              <a:t>Op de dia met vormentaal: geef de gewenste vorm een kleur die goed past bij de kaderachtergrond en kopieer de vorm m.b.v. </a:t>
            </a:r>
            <a:r>
              <a:rPr lang="nl-NL" sz="1600" b="1" dirty="0" err="1">
                <a:solidFill>
                  <a:schemeClr val="accent2"/>
                </a:solidFill>
              </a:rPr>
              <a:t>Ctrl+C</a:t>
            </a:r>
            <a:r>
              <a:rPr lang="nl-NL" sz="1600" b="0" dirty="0">
                <a:solidFill>
                  <a:schemeClr val="accent2"/>
                </a:solidFill>
              </a:rPr>
              <a:t>.</a:t>
            </a:r>
            <a:br>
              <a:rPr lang="nl-NL" sz="1600" b="0" dirty="0">
                <a:solidFill>
                  <a:schemeClr val="accent2"/>
                </a:solidFill>
              </a:rPr>
            </a:br>
            <a:endParaRPr lang="nl-NL" sz="1600" b="0" dirty="0">
              <a:solidFill>
                <a:schemeClr val="accent2"/>
              </a:solidFill>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nl-NL" sz="1600" dirty="0">
                <a:solidFill>
                  <a:schemeClr val="accent2"/>
                </a:solidFill>
              </a:rPr>
              <a:t>Ga terug naar deze pagina en klik op het bedoelde kader </a:t>
            </a:r>
            <a:br>
              <a:rPr lang="nl-NL" sz="1600" dirty="0">
                <a:solidFill>
                  <a:schemeClr val="accent2"/>
                </a:solidFill>
              </a:rPr>
            </a:br>
            <a:r>
              <a:rPr lang="nl-NL" sz="1400" dirty="0">
                <a:solidFill>
                  <a:schemeClr val="accent2"/>
                </a:solidFill>
              </a:rPr>
              <a:t>(Let op: klik niet op het afbeeldingsicon in het midden)</a:t>
            </a:r>
            <a:br>
              <a:rPr lang="nl-NL" sz="1400" dirty="0">
                <a:solidFill>
                  <a:schemeClr val="accent2"/>
                </a:solidFill>
              </a:rPr>
            </a:br>
            <a:endParaRPr lang="nl-NL" sz="1400" dirty="0">
              <a:solidFill>
                <a:schemeClr val="accent2"/>
              </a:solidFill>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nl-NL" sz="1600" dirty="0">
                <a:solidFill>
                  <a:schemeClr val="accent2"/>
                </a:solidFill>
              </a:rPr>
              <a:t>Plak de eerder gekopieerde vorm m.b.v.  </a:t>
            </a:r>
            <a:r>
              <a:rPr lang="nl-NL" sz="1600" b="1" dirty="0" err="1">
                <a:solidFill>
                  <a:schemeClr val="accent2"/>
                </a:solidFill>
              </a:rPr>
              <a:t>Ctrl+V</a:t>
            </a:r>
            <a:r>
              <a:rPr lang="nl-NL" sz="1600" b="0" dirty="0">
                <a:solidFill>
                  <a:schemeClr val="accent2"/>
                </a:solidFill>
              </a:rPr>
              <a:t>.</a:t>
            </a:r>
          </a:p>
        </p:txBody>
      </p:sp>
      <p:sp>
        <p:nvSpPr>
          <p:cNvPr id="15" name="Tijdelijke aanduiding voor afbeelding 14">
            <a:extLst>
              <a:ext uri="{FF2B5EF4-FFF2-40B4-BE49-F238E27FC236}">
                <a16:creationId xmlns:a16="http://schemas.microsoft.com/office/drawing/2014/main" id="{256A5361-A3AF-B2EF-BDAF-DA4B1D0942D4}"/>
              </a:ext>
            </a:extLst>
          </p:cNvPr>
          <p:cNvSpPr>
            <a:spLocks noGrp="1"/>
          </p:cNvSpPr>
          <p:nvPr>
            <p:ph type="pic" sz="quarter" idx="14"/>
          </p:nvPr>
        </p:nvSpPr>
        <p:spPr>
          <a:xfrm>
            <a:off x="0" y="0"/>
            <a:ext cx="3425825" cy="3427200"/>
          </a:xfrm>
          <a:solidFill>
            <a:schemeClr val="accent2">
              <a:lumMod val="10000"/>
              <a:lumOff val="90000"/>
            </a:schemeClr>
          </a:solidFill>
        </p:spPr>
        <p:txBody>
          <a:bodyPr>
            <a:normAutofit/>
          </a:bodyPr>
          <a:lstStyle>
            <a:lvl1pPr marL="0" indent="0" algn="ctr">
              <a:buNone/>
              <a:defRPr sz="1600"/>
            </a:lvl1pPr>
          </a:lstStyle>
          <a:p>
            <a:endParaRPr lang="nl-NL"/>
          </a:p>
        </p:txBody>
      </p:sp>
      <p:sp>
        <p:nvSpPr>
          <p:cNvPr id="16" name="Tijdelijke aanduiding voor afbeelding 14">
            <a:extLst>
              <a:ext uri="{FF2B5EF4-FFF2-40B4-BE49-F238E27FC236}">
                <a16:creationId xmlns:a16="http://schemas.microsoft.com/office/drawing/2014/main" id="{6A7F7F4C-9087-19A8-C61D-C357C5ABA7DC}"/>
              </a:ext>
            </a:extLst>
          </p:cNvPr>
          <p:cNvSpPr>
            <a:spLocks noGrp="1"/>
          </p:cNvSpPr>
          <p:nvPr>
            <p:ph type="pic" sz="quarter" idx="15"/>
          </p:nvPr>
        </p:nvSpPr>
        <p:spPr>
          <a:xfrm>
            <a:off x="6853200" y="-4881"/>
            <a:ext cx="5338800" cy="3427200"/>
          </a:xfrm>
          <a:solidFill>
            <a:schemeClr val="accent2">
              <a:lumMod val="10000"/>
              <a:lumOff val="90000"/>
            </a:schemeClr>
          </a:solidFill>
        </p:spPr>
        <p:txBody>
          <a:bodyPr>
            <a:normAutofit/>
          </a:bodyPr>
          <a:lstStyle>
            <a:lvl1pPr marL="0" indent="0" algn="ctr">
              <a:buNone/>
              <a:defRPr sz="1600"/>
            </a:lvl1pPr>
          </a:lstStyle>
          <a:p>
            <a:endParaRPr lang="nl-NL"/>
          </a:p>
        </p:txBody>
      </p:sp>
      <p:sp>
        <p:nvSpPr>
          <p:cNvPr id="17" name="Tijdelijke aanduiding voor afbeelding 14">
            <a:extLst>
              <a:ext uri="{FF2B5EF4-FFF2-40B4-BE49-F238E27FC236}">
                <a16:creationId xmlns:a16="http://schemas.microsoft.com/office/drawing/2014/main" id="{15C20B14-51AE-DD04-FBC8-D93D4D887DA1}"/>
              </a:ext>
            </a:extLst>
          </p:cNvPr>
          <p:cNvSpPr>
            <a:spLocks noGrp="1"/>
          </p:cNvSpPr>
          <p:nvPr>
            <p:ph type="pic" sz="quarter" idx="16"/>
          </p:nvPr>
        </p:nvSpPr>
        <p:spPr>
          <a:xfrm>
            <a:off x="0" y="3427200"/>
            <a:ext cx="5338800" cy="3430800"/>
          </a:xfrm>
          <a:solidFill>
            <a:schemeClr val="accent2">
              <a:lumMod val="10000"/>
              <a:lumOff val="90000"/>
            </a:schemeClr>
          </a:solidFill>
        </p:spPr>
        <p:txBody>
          <a:bodyPr>
            <a:normAutofit/>
          </a:bodyPr>
          <a:lstStyle>
            <a:lvl1pPr marL="0" indent="0" algn="ctr">
              <a:buNone/>
              <a:defRPr sz="1600"/>
            </a:lvl1pPr>
          </a:lstStyle>
          <a:p>
            <a:endParaRPr lang="nl-NL"/>
          </a:p>
        </p:txBody>
      </p:sp>
      <p:sp>
        <p:nvSpPr>
          <p:cNvPr id="18" name="Tijdelijke aanduiding voor afbeelding 14">
            <a:extLst>
              <a:ext uri="{FF2B5EF4-FFF2-40B4-BE49-F238E27FC236}">
                <a16:creationId xmlns:a16="http://schemas.microsoft.com/office/drawing/2014/main" id="{59EC7349-D9E4-0C14-D6F9-8CBD597B7696}"/>
              </a:ext>
            </a:extLst>
          </p:cNvPr>
          <p:cNvSpPr>
            <a:spLocks noGrp="1"/>
          </p:cNvSpPr>
          <p:nvPr>
            <p:ph type="pic" sz="quarter" idx="17"/>
          </p:nvPr>
        </p:nvSpPr>
        <p:spPr>
          <a:xfrm>
            <a:off x="8766175" y="3427200"/>
            <a:ext cx="3425825" cy="3430800"/>
          </a:xfrm>
          <a:solidFill>
            <a:schemeClr val="accent2">
              <a:lumMod val="10000"/>
              <a:lumOff val="90000"/>
            </a:schemeClr>
          </a:solidFill>
        </p:spPr>
        <p:txBody>
          <a:bodyPr>
            <a:normAutofit/>
          </a:bodyPr>
          <a:lstStyle>
            <a:lvl1pPr marL="0" indent="0" algn="ctr">
              <a:buNone/>
              <a:defRPr sz="1600"/>
            </a:lvl1pPr>
          </a:lstStyle>
          <a:p>
            <a:endParaRPr lang="nl-NL"/>
          </a:p>
        </p:txBody>
      </p:sp>
      <p:pic>
        <p:nvPicPr>
          <p:cNvPr id="7" name="Graphic 6">
            <a:extLst>
              <a:ext uri="{FF2B5EF4-FFF2-40B4-BE49-F238E27FC236}">
                <a16:creationId xmlns:a16="http://schemas.microsoft.com/office/drawing/2014/main" id="{83623EDF-ED1C-10E6-26E8-40A0020AC575}"/>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5338799" y="3422319"/>
            <a:ext cx="3435681" cy="3435681"/>
          </a:xfrm>
          <a:prstGeom prst="rect">
            <a:avLst/>
          </a:prstGeom>
        </p:spPr>
      </p:pic>
      <p:pic>
        <p:nvPicPr>
          <p:cNvPr id="8" name="Graphic 7">
            <a:extLst>
              <a:ext uri="{FF2B5EF4-FFF2-40B4-BE49-F238E27FC236}">
                <a16:creationId xmlns:a16="http://schemas.microsoft.com/office/drawing/2014/main" id="{7969BF8E-8FB2-4BA6-E463-625162A13BDA}"/>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3425825" y="-9761"/>
            <a:ext cx="3438762" cy="3438762"/>
          </a:xfrm>
          <a:prstGeom prst="rect">
            <a:avLst/>
          </a:prstGeom>
        </p:spPr>
      </p:pic>
    </p:spTree>
    <p:extLst>
      <p:ext uri="{BB962C8B-B14F-4D97-AF65-F5344CB8AC3E}">
        <p14:creationId xmlns:p14="http://schemas.microsoft.com/office/powerpoint/2010/main" val="124370883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ussendia">
    <p:spTree>
      <p:nvGrpSpPr>
        <p:cNvPr id="1" name=""/>
        <p:cNvGrpSpPr/>
        <p:nvPr/>
      </p:nvGrpSpPr>
      <p:grpSpPr>
        <a:xfrm>
          <a:off x="0" y="0"/>
          <a:ext cx="0" cy="0"/>
          <a:chOff x="0" y="0"/>
          <a:chExt cx="0" cy="0"/>
        </a:xfrm>
      </p:grpSpPr>
      <p:sp>
        <p:nvSpPr>
          <p:cNvPr id="13" name="Picture Placeholder 2">
            <a:extLst>
              <a:ext uri="{FF2B5EF4-FFF2-40B4-BE49-F238E27FC236}">
                <a16:creationId xmlns:a16="http://schemas.microsoft.com/office/drawing/2014/main" id="{5A946707-9F36-2CA7-BA77-E730397F0AAA}"/>
              </a:ext>
            </a:extLst>
          </p:cNvPr>
          <p:cNvSpPr>
            <a:spLocks noGrp="1"/>
          </p:cNvSpPr>
          <p:nvPr>
            <p:ph type="pic" idx="14"/>
          </p:nvPr>
        </p:nvSpPr>
        <p:spPr>
          <a:xfrm>
            <a:off x="4522381" y="-6538"/>
            <a:ext cx="7669619" cy="6864537"/>
          </a:xfrm>
          <a:prstGeom prst="rect">
            <a:avLst/>
          </a:prstGeom>
          <a:solidFill>
            <a:schemeClr val="accent2">
              <a:lumMod val="10000"/>
              <a:lumOff val="90000"/>
            </a:schemeClr>
          </a:solidFill>
          <a:ln>
            <a:noFill/>
          </a:ln>
        </p:spPr>
        <p:txBody>
          <a:bodyPr tIns="360000" anchor="t" anchorCtr="0">
            <a:normAutofit/>
          </a:bodyPr>
          <a:lstStyle>
            <a:lvl1pPr marL="0" indent="0" algn="ctr">
              <a:buNone/>
              <a:defRPr sz="1600">
                <a:solidFill>
                  <a:schemeClr val="tx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NL" dirty="0"/>
          </a:p>
        </p:txBody>
      </p:sp>
      <p:sp>
        <p:nvSpPr>
          <p:cNvPr id="2" name="Tijdelijke aanduiding voor dianummer 1">
            <a:extLst>
              <a:ext uri="{FF2B5EF4-FFF2-40B4-BE49-F238E27FC236}">
                <a16:creationId xmlns:a16="http://schemas.microsoft.com/office/drawing/2014/main" id="{D62976FA-3DAF-2CC5-B631-AE73A38B9CC4}"/>
              </a:ext>
            </a:extLst>
          </p:cNvPr>
          <p:cNvSpPr>
            <a:spLocks noGrp="1"/>
          </p:cNvSpPr>
          <p:nvPr>
            <p:ph type="sldNum" sz="quarter" idx="15"/>
          </p:nvPr>
        </p:nvSpPr>
        <p:spPr>
          <a:xfrm>
            <a:off x="476045" y="6370918"/>
            <a:ext cx="360000" cy="184666"/>
          </a:xfrm>
        </p:spPr>
        <p:txBody>
          <a:bodyPr/>
          <a:lstStyle>
            <a:lvl1pPr>
              <a:defRPr>
                <a:solidFill>
                  <a:schemeClr val="tx1"/>
                </a:solidFill>
              </a:defRPr>
            </a:lvl1pPr>
          </a:lstStyle>
          <a:p>
            <a:fld id="{51C5D536-50B7-4CE6-B44E-3B56F0A7BD1A}" type="slidenum">
              <a:rPr lang="nl-NL" smtClean="0"/>
              <a:pPr/>
              <a:t>‹nr.›</a:t>
            </a:fld>
            <a:endParaRPr lang="nl-NL" dirty="0"/>
          </a:p>
        </p:txBody>
      </p:sp>
      <p:sp>
        <p:nvSpPr>
          <p:cNvPr id="7" name="Tekstvak 6">
            <a:extLst>
              <a:ext uri="{FF2B5EF4-FFF2-40B4-BE49-F238E27FC236}">
                <a16:creationId xmlns:a16="http://schemas.microsoft.com/office/drawing/2014/main" id="{BB34A02B-BFFA-A885-2477-10F9028A17BF}"/>
              </a:ext>
            </a:extLst>
          </p:cNvPr>
          <p:cNvSpPr txBox="1"/>
          <p:nvPr userDrawn="1"/>
        </p:nvSpPr>
        <p:spPr>
          <a:xfrm>
            <a:off x="12317128" y="1564243"/>
            <a:ext cx="2794535" cy="553997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NL" sz="1600" dirty="0">
                <a:solidFill>
                  <a:schemeClr val="accent2"/>
                </a:solidFill>
              </a:rPr>
              <a:t>Om over het tekstdeel een huisstijlvorm te plaatsen: </a:t>
            </a:r>
          </a:p>
          <a:p>
            <a:pPr marL="0" marR="0" lvl="0" indent="0" algn="l" defTabSz="914400" rtl="0" eaLnBrk="1" fontAlgn="auto" latinLnBrk="0" hangingPunct="1">
              <a:lnSpc>
                <a:spcPct val="100000"/>
              </a:lnSpc>
              <a:spcBef>
                <a:spcPts val="0"/>
              </a:spcBef>
              <a:spcAft>
                <a:spcPts val="0"/>
              </a:spcAft>
              <a:buClrTx/>
              <a:buSzTx/>
              <a:buFontTx/>
              <a:buNone/>
              <a:tabLst/>
              <a:defRPr/>
            </a:pPr>
            <a:endParaRPr lang="nl-NL" sz="1600" dirty="0">
              <a:solidFill>
                <a:schemeClr val="accent2"/>
              </a:solidFill>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nl-NL" sz="1400" i="0" dirty="0">
                <a:solidFill>
                  <a:schemeClr val="accent2"/>
                </a:solidFill>
              </a:rPr>
              <a:t>Let op: je kunt de achtergrondkleur van dit kader niet aanpassen.</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nl-NL" sz="1600" dirty="0">
              <a:solidFill>
                <a:schemeClr val="accent2"/>
              </a:solidFill>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nl-NL" sz="1600" dirty="0">
                <a:solidFill>
                  <a:schemeClr val="accent2"/>
                </a:solidFill>
              </a:rPr>
              <a:t>Op de dia met vormentaal: geef de gewenste vorm een kleur en kopieer deze m.b.v. </a:t>
            </a:r>
            <a:r>
              <a:rPr lang="nl-NL" sz="1600" b="1" dirty="0" err="1">
                <a:solidFill>
                  <a:schemeClr val="accent2"/>
                </a:solidFill>
              </a:rPr>
              <a:t>Ctrl+C</a:t>
            </a:r>
            <a:r>
              <a:rPr lang="nl-NL" sz="1600" b="0" dirty="0">
                <a:solidFill>
                  <a:schemeClr val="accent2"/>
                </a:solidFill>
              </a:rPr>
              <a:t>.</a:t>
            </a:r>
            <a:br>
              <a:rPr lang="nl-NL" sz="1600" b="0" dirty="0">
                <a:solidFill>
                  <a:schemeClr val="accent2"/>
                </a:solidFill>
              </a:rPr>
            </a:br>
            <a:endParaRPr lang="nl-NL" sz="1600" b="0" dirty="0">
              <a:solidFill>
                <a:schemeClr val="accent2"/>
              </a:solidFill>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nl-NL" sz="1600" dirty="0">
                <a:solidFill>
                  <a:schemeClr val="accent2"/>
                </a:solidFill>
              </a:rPr>
              <a:t>Ga terug naar deze dia en klik op het bedoelde kader </a:t>
            </a:r>
            <a:br>
              <a:rPr lang="nl-NL" sz="1600" dirty="0">
                <a:solidFill>
                  <a:schemeClr val="accent2"/>
                </a:solidFill>
              </a:rPr>
            </a:br>
            <a:r>
              <a:rPr lang="nl-NL" sz="1400" dirty="0">
                <a:solidFill>
                  <a:schemeClr val="accent2"/>
                </a:solidFill>
              </a:rPr>
              <a:t>(Let op: klik niet op het afbeeldingsicon in het midden)</a:t>
            </a:r>
            <a:br>
              <a:rPr lang="nl-NL" sz="1400" dirty="0">
                <a:solidFill>
                  <a:schemeClr val="accent2"/>
                </a:solidFill>
              </a:rPr>
            </a:br>
            <a:endParaRPr lang="nl-NL" sz="1400" dirty="0">
              <a:solidFill>
                <a:schemeClr val="accent2"/>
              </a:solidFill>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nl-NL" sz="1600" dirty="0">
                <a:solidFill>
                  <a:schemeClr val="accent2"/>
                </a:solidFill>
              </a:rPr>
              <a:t>Plak de eerder gekopieerde vorm m.b.v.  </a:t>
            </a:r>
            <a:r>
              <a:rPr lang="nl-NL" sz="1600" b="1" dirty="0" err="1">
                <a:solidFill>
                  <a:schemeClr val="accent2"/>
                </a:solidFill>
              </a:rPr>
              <a:t>Ctrl+V</a:t>
            </a:r>
            <a:r>
              <a:rPr lang="nl-NL" sz="1600" b="0" dirty="0">
                <a:solidFill>
                  <a:schemeClr val="accent2"/>
                </a:solidFill>
              </a:rPr>
              <a:t>.</a:t>
            </a:r>
          </a:p>
        </p:txBody>
      </p:sp>
      <p:sp>
        <p:nvSpPr>
          <p:cNvPr id="9" name="Tijdelijke aanduiding voor tekst 8">
            <a:extLst>
              <a:ext uri="{FF2B5EF4-FFF2-40B4-BE49-F238E27FC236}">
                <a16:creationId xmlns:a16="http://schemas.microsoft.com/office/drawing/2014/main" id="{0CB0E648-8ABB-7D43-2D05-23D0A312BE1B}"/>
              </a:ext>
            </a:extLst>
          </p:cNvPr>
          <p:cNvSpPr>
            <a:spLocks noGrp="1"/>
          </p:cNvSpPr>
          <p:nvPr>
            <p:ph type="body" sz="quarter" idx="16"/>
          </p:nvPr>
        </p:nvSpPr>
        <p:spPr>
          <a:xfrm>
            <a:off x="449944" y="1800225"/>
            <a:ext cx="3547270" cy="4019550"/>
          </a:xfrm>
        </p:spPr>
        <p:txBody>
          <a:bodyPr/>
          <a:lstStyle>
            <a:lvl1pPr marL="0" indent="0">
              <a:buNone/>
              <a:defRPr>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nl-NL" dirty="0"/>
              <a:t>Klikken om de tekststijl van het model te bewerken</a:t>
            </a:r>
          </a:p>
        </p:txBody>
      </p:sp>
      <p:sp>
        <p:nvSpPr>
          <p:cNvPr id="10" name="Titel 9">
            <a:extLst>
              <a:ext uri="{FF2B5EF4-FFF2-40B4-BE49-F238E27FC236}">
                <a16:creationId xmlns:a16="http://schemas.microsoft.com/office/drawing/2014/main" id="{CEED97D7-B613-8457-6DD7-9845D6D9A34D}"/>
              </a:ext>
            </a:extLst>
          </p:cNvPr>
          <p:cNvSpPr>
            <a:spLocks noGrp="1"/>
          </p:cNvSpPr>
          <p:nvPr>
            <p:ph type="title"/>
          </p:nvPr>
        </p:nvSpPr>
        <p:spPr>
          <a:xfrm>
            <a:off x="449944" y="660400"/>
            <a:ext cx="3547270" cy="1030288"/>
          </a:xfrm>
          <a:prstGeom prst="rect">
            <a:avLst/>
          </a:prstGeom>
        </p:spPr>
        <p:txBody>
          <a:bodyPr/>
          <a:lstStyle>
            <a:lvl1pPr>
              <a:defRPr>
                <a:solidFill>
                  <a:schemeClr val="tx1"/>
                </a:solidFill>
              </a:defRPr>
            </a:lvl1pPr>
          </a:lstStyle>
          <a:p>
            <a:r>
              <a:rPr lang="nl-NL" dirty="0"/>
              <a:t>Klik om stijl te bewerken</a:t>
            </a:r>
          </a:p>
        </p:txBody>
      </p:sp>
    </p:spTree>
    <p:extLst>
      <p:ext uri="{BB962C8B-B14F-4D97-AF65-F5344CB8AC3E}">
        <p14:creationId xmlns:p14="http://schemas.microsoft.com/office/powerpoint/2010/main" val="310815870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Sectiescheider">
    <p:spTree>
      <p:nvGrpSpPr>
        <p:cNvPr id="1" name=""/>
        <p:cNvGrpSpPr/>
        <p:nvPr/>
      </p:nvGrpSpPr>
      <p:grpSpPr>
        <a:xfrm>
          <a:off x="0" y="0"/>
          <a:ext cx="0" cy="0"/>
          <a:chOff x="0" y="0"/>
          <a:chExt cx="0" cy="0"/>
        </a:xfrm>
      </p:grpSpPr>
      <p:sp>
        <p:nvSpPr>
          <p:cNvPr id="3" name="Tijdelijke aanduiding voor dianummer 2">
            <a:extLst>
              <a:ext uri="{FF2B5EF4-FFF2-40B4-BE49-F238E27FC236}">
                <a16:creationId xmlns:a16="http://schemas.microsoft.com/office/drawing/2014/main" id="{38BBE2B1-E710-785E-AD2E-2DC622062DCA}"/>
              </a:ext>
            </a:extLst>
          </p:cNvPr>
          <p:cNvSpPr>
            <a:spLocks noGrp="1"/>
          </p:cNvSpPr>
          <p:nvPr>
            <p:ph type="sldNum" sz="quarter" idx="10"/>
          </p:nvPr>
        </p:nvSpPr>
        <p:spPr/>
        <p:txBody>
          <a:bodyPr/>
          <a:lstStyle/>
          <a:p>
            <a:fld id="{51C5D536-50B7-4CE6-B44E-3B56F0A7BD1A}" type="slidenum">
              <a:rPr lang="nl-NL" smtClean="0"/>
              <a:pPr/>
              <a:t>‹nr.›</a:t>
            </a:fld>
            <a:endParaRPr lang="nl-NL" dirty="0"/>
          </a:p>
        </p:txBody>
      </p:sp>
      <p:pic>
        <p:nvPicPr>
          <p:cNvPr id="5" name="Graphic 4">
            <a:extLst>
              <a:ext uri="{FF2B5EF4-FFF2-40B4-BE49-F238E27FC236}">
                <a16:creationId xmlns:a16="http://schemas.microsoft.com/office/drawing/2014/main" id="{326492F0-08A9-DE6E-2BB2-37C2DA43F32D}"/>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115481" y="4781481"/>
            <a:ext cx="2076519" cy="2076519"/>
          </a:xfrm>
          <a:prstGeom prst="rect">
            <a:avLst/>
          </a:prstGeom>
        </p:spPr>
      </p:pic>
      <p:sp>
        <p:nvSpPr>
          <p:cNvPr id="7" name="Tijdelijke aanduiding voor tekst 8">
            <a:extLst>
              <a:ext uri="{FF2B5EF4-FFF2-40B4-BE49-F238E27FC236}">
                <a16:creationId xmlns:a16="http://schemas.microsoft.com/office/drawing/2014/main" id="{60B1CD89-2CCD-7B7F-2F76-AEB4210A0BD8}"/>
              </a:ext>
            </a:extLst>
          </p:cNvPr>
          <p:cNvSpPr>
            <a:spLocks noGrp="1"/>
          </p:cNvSpPr>
          <p:nvPr>
            <p:ph type="body" sz="quarter" idx="11" hasCustomPrompt="1"/>
          </p:nvPr>
        </p:nvSpPr>
        <p:spPr>
          <a:xfrm>
            <a:off x="900000" y="2820959"/>
            <a:ext cx="7712810" cy="3258371"/>
          </a:xfrm>
        </p:spPr>
        <p:txBody>
          <a:bodyPr anchor="ctr" anchorCtr="0">
            <a:normAutofit/>
          </a:bodyPr>
          <a:lstStyle>
            <a:lvl1pPr marL="0" indent="0">
              <a:lnSpc>
                <a:spcPct val="107000"/>
              </a:lnSpc>
              <a:spcBef>
                <a:spcPts val="0"/>
              </a:spcBef>
              <a:buNone/>
              <a:defRPr sz="4000">
                <a:solidFill>
                  <a:schemeClr val="tx1"/>
                </a:solidFill>
                <a:latin typeface="+mj-lt"/>
              </a:defRPr>
            </a:lvl1pPr>
            <a:lvl2pPr marL="457200" indent="0">
              <a:buNone/>
              <a:defRPr sz="4000">
                <a:solidFill>
                  <a:schemeClr val="tx1"/>
                </a:solidFill>
                <a:latin typeface="Cooper Lt BT" panose="0208050304030B020404" pitchFamily="18" charset="0"/>
              </a:defRPr>
            </a:lvl2pPr>
            <a:lvl3pPr marL="914400" indent="0">
              <a:buNone/>
              <a:defRPr sz="4000">
                <a:solidFill>
                  <a:schemeClr val="tx1"/>
                </a:solidFill>
                <a:latin typeface="Cooper Lt BT" panose="0208050304030B020404" pitchFamily="18" charset="0"/>
              </a:defRPr>
            </a:lvl3pPr>
            <a:lvl4pPr marL="1371600" indent="0">
              <a:buNone/>
              <a:defRPr sz="4000">
                <a:solidFill>
                  <a:schemeClr val="tx1"/>
                </a:solidFill>
                <a:latin typeface="Cooper Lt BT" panose="0208050304030B020404" pitchFamily="18" charset="0"/>
              </a:defRPr>
            </a:lvl4pPr>
            <a:lvl5pPr marL="1828800" indent="0">
              <a:buNone/>
              <a:defRPr sz="4000">
                <a:solidFill>
                  <a:schemeClr val="tx1"/>
                </a:solidFill>
                <a:latin typeface="Cooper Lt BT" panose="0208050304030B020404" pitchFamily="18" charset="0"/>
              </a:defRPr>
            </a:lvl5pPr>
          </a:lstStyle>
          <a:p>
            <a:pPr lvl="0"/>
            <a:r>
              <a:rPr lang="nl-NL" dirty="0"/>
              <a:t>[Titel]</a:t>
            </a:r>
          </a:p>
        </p:txBody>
      </p:sp>
      <p:sp>
        <p:nvSpPr>
          <p:cNvPr id="8" name="Titel 1">
            <a:extLst>
              <a:ext uri="{FF2B5EF4-FFF2-40B4-BE49-F238E27FC236}">
                <a16:creationId xmlns:a16="http://schemas.microsoft.com/office/drawing/2014/main" id="{ADFA6C4F-F615-E33A-20B5-0AB866F61F79}"/>
              </a:ext>
            </a:extLst>
          </p:cNvPr>
          <p:cNvSpPr>
            <a:spLocks noGrp="1"/>
          </p:cNvSpPr>
          <p:nvPr>
            <p:ph type="title" hasCustomPrompt="1"/>
          </p:nvPr>
        </p:nvSpPr>
        <p:spPr>
          <a:xfrm>
            <a:off x="900000" y="726962"/>
            <a:ext cx="10515860" cy="276999"/>
          </a:xfrm>
        </p:spPr>
        <p:txBody>
          <a:bodyPr/>
          <a:lstStyle>
            <a:lvl1pPr>
              <a:defRPr sz="2000">
                <a:latin typeface="+mn-lt"/>
              </a:defRPr>
            </a:lvl1pPr>
          </a:lstStyle>
          <a:p>
            <a:r>
              <a:rPr lang="nl-NL" dirty="0"/>
              <a:t>[Gebruik deze dia als sectiescheider]</a:t>
            </a:r>
          </a:p>
        </p:txBody>
      </p:sp>
    </p:spTree>
    <p:extLst>
      <p:ext uri="{BB962C8B-B14F-4D97-AF65-F5344CB8AC3E}">
        <p14:creationId xmlns:p14="http://schemas.microsoft.com/office/powerpoint/2010/main" val="247334170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iteldia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07CB05-DF60-5C73-2332-1456CCF023E3}"/>
              </a:ext>
            </a:extLst>
          </p:cNvPr>
          <p:cNvSpPr>
            <a:spLocks noGrp="1"/>
          </p:cNvSpPr>
          <p:nvPr>
            <p:ph type="ctrTitle" hasCustomPrompt="1"/>
          </p:nvPr>
        </p:nvSpPr>
        <p:spPr>
          <a:xfrm>
            <a:off x="3923326" y="1219200"/>
            <a:ext cx="6566873" cy="2232391"/>
          </a:xfrm>
          <a:prstGeom prst="rect">
            <a:avLst/>
          </a:prstGeom>
        </p:spPr>
        <p:txBody>
          <a:bodyPr anchor="b">
            <a:noAutofit/>
          </a:bodyPr>
          <a:lstStyle>
            <a:lvl1pPr algn="l">
              <a:lnSpc>
                <a:spcPct val="100000"/>
              </a:lnSpc>
              <a:defRPr sz="4800">
                <a:solidFill>
                  <a:schemeClr val="tx1"/>
                </a:solidFill>
              </a:defRPr>
            </a:lvl1pPr>
          </a:lstStyle>
          <a:p>
            <a:r>
              <a:rPr lang="nl-NL" dirty="0"/>
              <a:t>[titel 1]</a:t>
            </a:r>
            <a:endParaRPr lang="en-NL" dirty="0"/>
          </a:p>
        </p:txBody>
      </p:sp>
      <p:sp>
        <p:nvSpPr>
          <p:cNvPr id="4" name="Ondertitel 2">
            <a:extLst>
              <a:ext uri="{FF2B5EF4-FFF2-40B4-BE49-F238E27FC236}">
                <a16:creationId xmlns:a16="http://schemas.microsoft.com/office/drawing/2014/main" id="{B873B73A-1A14-C1D5-2D89-25F18DB04E82}"/>
              </a:ext>
            </a:extLst>
          </p:cNvPr>
          <p:cNvSpPr>
            <a:spLocks noGrp="1"/>
          </p:cNvSpPr>
          <p:nvPr>
            <p:ph type="subTitle" idx="1" hasCustomPrompt="1"/>
          </p:nvPr>
        </p:nvSpPr>
        <p:spPr>
          <a:xfrm>
            <a:off x="3923326" y="4759850"/>
            <a:ext cx="6566873" cy="584250"/>
          </a:xfrm>
        </p:spPr>
        <p:txBody>
          <a:bodyPr>
            <a:normAutofit/>
          </a:bodyPr>
          <a:lstStyle>
            <a:lvl1pPr marL="0" indent="0" algn="l">
              <a:spcBef>
                <a:spcPts val="0"/>
              </a:spcBef>
              <a:buNone/>
              <a:defRPr sz="2800">
                <a:latin typeface="Cooper Lt BT" panose="0208050304030B020404"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nl-NL" dirty="0"/>
              <a:t>Ondertitel[ondertitel of datum]</a:t>
            </a:r>
          </a:p>
        </p:txBody>
      </p:sp>
      <p:pic>
        <p:nvPicPr>
          <p:cNvPr id="11" name="Logo">
            <a:extLst>
              <a:ext uri="{FF2B5EF4-FFF2-40B4-BE49-F238E27FC236}">
                <a16:creationId xmlns:a16="http://schemas.microsoft.com/office/drawing/2014/main" id="{4D51728D-5A12-961E-7E87-3F5FAE0B715F}"/>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683768" y="510292"/>
            <a:ext cx="1728000" cy="589680"/>
          </a:xfrm>
          <a:prstGeom prst="rect">
            <a:avLst/>
          </a:prstGeom>
        </p:spPr>
      </p:pic>
      <p:sp>
        <p:nvSpPr>
          <p:cNvPr id="14" name="Tijdelijke aanduiding voor tekst 13">
            <a:extLst>
              <a:ext uri="{FF2B5EF4-FFF2-40B4-BE49-F238E27FC236}">
                <a16:creationId xmlns:a16="http://schemas.microsoft.com/office/drawing/2014/main" id="{FD1BCABA-47E0-A310-F24B-7453565F0792}"/>
              </a:ext>
            </a:extLst>
          </p:cNvPr>
          <p:cNvSpPr>
            <a:spLocks noGrp="1"/>
          </p:cNvSpPr>
          <p:nvPr>
            <p:ph type="body" sz="quarter" idx="12" hasCustomPrompt="1"/>
          </p:nvPr>
        </p:nvSpPr>
        <p:spPr>
          <a:xfrm>
            <a:off x="3922713" y="3513068"/>
            <a:ext cx="6566400" cy="1107996"/>
          </a:xfrm>
        </p:spPr>
        <p:txBody>
          <a:bodyPr>
            <a:spAutoFit/>
          </a:bodyPr>
          <a:lstStyle>
            <a:lvl1pPr marL="0" indent="0">
              <a:buNone/>
              <a:defRPr sz="7200">
                <a:solidFill>
                  <a:schemeClr val="tx2"/>
                </a:solidFill>
                <a:latin typeface="+mj-lt"/>
              </a:defRPr>
            </a:lvl1pPr>
          </a:lstStyle>
          <a:p>
            <a:pPr lvl="0"/>
            <a:r>
              <a:rPr lang="nl-NL" dirty="0"/>
              <a:t>[titel 2]</a:t>
            </a:r>
          </a:p>
        </p:txBody>
      </p:sp>
      <p:sp>
        <p:nvSpPr>
          <p:cNvPr id="12" name="Tijdelijke aanduiding voor afbeelding 11">
            <a:extLst>
              <a:ext uri="{FF2B5EF4-FFF2-40B4-BE49-F238E27FC236}">
                <a16:creationId xmlns:a16="http://schemas.microsoft.com/office/drawing/2014/main" id="{3721FC4A-C6B8-F27F-946C-C457AE2883A4}"/>
              </a:ext>
            </a:extLst>
          </p:cNvPr>
          <p:cNvSpPr>
            <a:spLocks noGrp="1"/>
          </p:cNvSpPr>
          <p:nvPr>
            <p:ph type="pic" sz="quarter" idx="13"/>
          </p:nvPr>
        </p:nvSpPr>
        <p:spPr>
          <a:xfrm>
            <a:off x="1" y="0"/>
            <a:ext cx="3411767" cy="6858000"/>
          </a:xfrm>
          <a:custGeom>
            <a:avLst/>
            <a:gdLst>
              <a:gd name="connsiteX0" fmla="*/ 7826 w 3411767"/>
              <a:gd name="connsiteY0" fmla="*/ 0 h 6858000"/>
              <a:gd name="connsiteX1" fmla="*/ 3411767 w 3411767"/>
              <a:gd name="connsiteY1" fmla="*/ 3429000 h 6858000"/>
              <a:gd name="connsiteX2" fmla="*/ 7826 w 3411767"/>
              <a:gd name="connsiteY2" fmla="*/ 6858000 h 6858000"/>
              <a:gd name="connsiteX3" fmla="*/ 0 w 3411767"/>
              <a:gd name="connsiteY3" fmla="*/ 6850116 h 6858000"/>
              <a:gd name="connsiteX4" fmla="*/ 0 w 3411767"/>
              <a:gd name="connsiteY4" fmla="*/ 7884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11767" h="6858000">
                <a:moveTo>
                  <a:pt x="7826" y="0"/>
                </a:moveTo>
                <a:lnTo>
                  <a:pt x="3411767" y="3429000"/>
                </a:lnTo>
                <a:lnTo>
                  <a:pt x="7826" y="6858000"/>
                </a:lnTo>
                <a:lnTo>
                  <a:pt x="0" y="6850116"/>
                </a:lnTo>
                <a:lnTo>
                  <a:pt x="0" y="7884"/>
                </a:lnTo>
                <a:close/>
              </a:path>
            </a:pathLst>
          </a:custGeom>
          <a:solidFill>
            <a:schemeClr val="accent2">
              <a:lumMod val="10000"/>
              <a:lumOff val="90000"/>
            </a:schemeClr>
          </a:solidFill>
        </p:spPr>
        <p:txBody>
          <a:bodyPr wrap="square" lIns="108000" bIns="1476000" anchor="ctr" anchorCtr="0">
            <a:noAutofit/>
          </a:bodyPr>
          <a:lstStyle>
            <a:lvl1pPr marL="0" indent="0">
              <a:buFontTx/>
              <a:buNone/>
              <a:defRPr sz="1600"/>
            </a:lvl1pPr>
          </a:lstStyle>
          <a:p>
            <a:endParaRPr lang="nl-NL" dirty="0"/>
          </a:p>
        </p:txBody>
      </p:sp>
    </p:spTree>
    <p:extLst>
      <p:ext uri="{BB962C8B-B14F-4D97-AF65-F5344CB8AC3E}">
        <p14:creationId xmlns:p14="http://schemas.microsoft.com/office/powerpoint/2010/main" val="326128397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Afbeeldingen en vormen">
    <p:spTree>
      <p:nvGrpSpPr>
        <p:cNvPr id="1" name=""/>
        <p:cNvGrpSpPr/>
        <p:nvPr/>
      </p:nvGrpSpPr>
      <p:grpSpPr>
        <a:xfrm>
          <a:off x="0" y="0"/>
          <a:ext cx="0" cy="0"/>
          <a:chOff x="0" y="0"/>
          <a:chExt cx="0" cy="0"/>
        </a:xfrm>
      </p:grpSpPr>
      <p:sp>
        <p:nvSpPr>
          <p:cNvPr id="2" name="Tekstvak 1">
            <a:extLst>
              <a:ext uri="{FF2B5EF4-FFF2-40B4-BE49-F238E27FC236}">
                <a16:creationId xmlns:a16="http://schemas.microsoft.com/office/drawing/2014/main" id="{5B9F8765-6DF2-38D1-F58D-A1C4E97D5D32}"/>
              </a:ext>
            </a:extLst>
          </p:cNvPr>
          <p:cNvSpPr txBox="1"/>
          <p:nvPr userDrawn="1"/>
        </p:nvSpPr>
        <p:spPr>
          <a:xfrm>
            <a:off x="12317128" y="0"/>
            <a:ext cx="2794535" cy="603242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NL" sz="1600" dirty="0">
                <a:solidFill>
                  <a:schemeClr val="accent2"/>
                </a:solidFill>
              </a:rPr>
              <a:t>Om hier huisstijlvormen te plaatsen (per kader): </a:t>
            </a:r>
          </a:p>
          <a:p>
            <a:pPr marL="0" marR="0" lvl="0" indent="0" algn="l" defTabSz="914400" rtl="0" eaLnBrk="1" fontAlgn="auto" latinLnBrk="0" hangingPunct="1">
              <a:lnSpc>
                <a:spcPct val="100000"/>
              </a:lnSpc>
              <a:spcBef>
                <a:spcPts val="0"/>
              </a:spcBef>
              <a:spcAft>
                <a:spcPts val="0"/>
              </a:spcAft>
              <a:buClrTx/>
              <a:buSzTx/>
              <a:buFontTx/>
              <a:buNone/>
              <a:tabLst/>
              <a:defRPr/>
            </a:pPr>
            <a:endParaRPr lang="nl-NL" sz="1600" dirty="0">
              <a:solidFill>
                <a:schemeClr val="accent2"/>
              </a:solidFill>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nl-NL" sz="1400" i="0" dirty="0">
                <a:solidFill>
                  <a:schemeClr val="accent2"/>
                </a:solidFill>
              </a:rPr>
              <a:t>Let op: je kunt de achtergrondkleur van een kader niet aanpassen.</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nl-NL" sz="1600" dirty="0">
              <a:solidFill>
                <a:schemeClr val="accent2"/>
              </a:solidFill>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nl-NL" sz="1600" dirty="0">
                <a:solidFill>
                  <a:schemeClr val="accent2"/>
                </a:solidFill>
              </a:rPr>
              <a:t>Op de dia met vormentaal: geef de gewenste vorm een kleur die goed past bij de kaderachtergrond en kopieer de vorm m.b.v. </a:t>
            </a:r>
            <a:r>
              <a:rPr lang="nl-NL" sz="1600" b="1" dirty="0" err="1">
                <a:solidFill>
                  <a:schemeClr val="accent2"/>
                </a:solidFill>
              </a:rPr>
              <a:t>Ctrl+C</a:t>
            </a:r>
            <a:r>
              <a:rPr lang="nl-NL" sz="1600" b="0" dirty="0">
                <a:solidFill>
                  <a:schemeClr val="accent2"/>
                </a:solidFill>
              </a:rPr>
              <a:t>.</a:t>
            </a:r>
            <a:br>
              <a:rPr lang="nl-NL" sz="1600" b="0" dirty="0">
                <a:solidFill>
                  <a:schemeClr val="accent2"/>
                </a:solidFill>
              </a:rPr>
            </a:br>
            <a:endParaRPr lang="nl-NL" sz="1600" b="0" dirty="0">
              <a:solidFill>
                <a:schemeClr val="accent2"/>
              </a:solidFill>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nl-NL" sz="1600" dirty="0">
                <a:solidFill>
                  <a:schemeClr val="accent2"/>
                </a:solidFill>
              </a:rPr>
              <a:t>Ga terug naar deze pagina en klik op het bedoelde kader </a:t>
            </a:r>
            <a:br>
              <a:rPr lang="nl-NL" sz="1600" dirty="0">
                <a:solidFill>
                  <a:schemeClr val="accent2"/>
                </a:solidFill>
              </a:rPr>
            </a:br>
            <a:r>
              <a:rPr lang="nl-NL" sz="1400" dirty="0">
                <a:solidFill>
                  <a:schemeClr val="accent2"/>
                </a:solidFill>
              </a:rPr>
              <a:t>(Let op: klik niet op het afbeeldingsicon in het midden)</a:t>
            </a:r>
            <a:br>
              <a:rPr lang="nl-NL" sz="1400" dirty="0">
                <a:solidFill>
                  <a:schemeClr val="accent2"/>
                </a:solidFill>
              </a:rPr>
            </a:br>
            <a:endParaRPr lang="nl-NL" sz="1400" dirty="0">
              <a:solidFill>
                <a:schemeClr val="accent2"/>
              </a:solidFill>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nl-NL" sz="1600" dirty="0">
                <a:solidFill>
                  <a:schemeClr val="accent2"/>
                </a:solidFill>
              </a:rPr>
              <a:t>Plak de eerder gekopieerde vorm m.b.v.  </a:t>
            </a:r>
            <a:r>
              <a:rPr lang="nl-NL" sz="1600" b="1" dirty="0" err="1">
                <a:solidFill>
                  <a:schemeClr val="accent2"/>
                </a:solidFill>
              </a:rPr>
              <a:t>Ctrl+V</a:t>
            </a:r>
            <a:r>
              <a:rPr lang="nl-NL" sz="1600" b="0" dirty="0">
                <a:solidFill>
                  <a:schemeClr val="accent2"/>
                </a:solidFill>
              </a:rPr>
              <a:t>.</a:t>
            </a:r>
          </a:p>
        </p:txBody>
      </p:sp>
      <p:sp>
        <p:nvSpPr>
          <p:cNvPr id="15" name="Tijdelijke aanduiding voor afbeelding 14">
            <a:extLst>
              <a:ext uri="{FF2B5EF4-FFF2-40B4-BE49-F238E27FC236}">
                <a16:creationId xmlns:a16="http://schemas.microsoft.com/office/drawing/2014/main" id="{256A5361-A3AF-B2EF-BDAF-DA4B1D0942D4}"/>
              </a:ext>
            </a:extLst>
          </p:cNvPr>
          <p:cNvSpPr>
            <a:spLocks noGrp="1"/>
          </p:cNvSpPr>
          <p:nvPr>
            <p:ph type="pic" sz="quarter" idx="14"/>
          </p:nvPr>
        </p:nvSpPr>
        <p:spPr>
          <a:xfrm>
            <a:off x="0" y="0"/>
            <a:ext cx="3425825" cy="3427200"/>
          </a:xfrm>
          <a:solidFill>
            <a:schemeClr val="accent2">
              <a:lumMod val="10000"/>
              <a:lumOff val="90000"/>
            </a:schemeClr>
          </a:solidFill>
        </p:spPr>
        <p:txBody>
          <a:bodyPr>
            <a:normAutofit/>
          </a:bodyPr>
          <a:lstStyle>
            <a:lvl1pPr marL="0" indent="0" algn="ctr">
              <a:buNone/>
              <a:defRPr sz="1600"/>
            </a:lvl1pPr>
          </a:lstStyle>
          <a:p>
            <a:endParaRPr lang="nl-NL"/>
          </a:p>
        </p:txBody>
      </p:sp>
      <p:sp>
        <p:nvSpPr>
          <p:cNvPr id="16" name="Tijdelijke aanduiding voor afbeelding 14">
            <a:extLst>
              <a:ext uri="{FF2B5EF4-FFF2-40B4-BE49-F238E27FC236}">
                <a16:creationId xmlns:a16="http://schemas.microsoft.com/office/drawing/2014/main" id="{6A7F7F4C-9087-19A8-C61D-C357C5ABA7DC}"/>
              </a:ext>
            </a:extLst>
          </p:cNvPr>
          <p:cNvSpPr>
            <a:spLocks noGrp="1"/>
          </p:cNvSpPr>
          <p:nvPr>
            <p:ph type="pic" sz="quarter" idx="15"/>
          </p:nvPr>
        </p:nvSpPr>
        <p:spPr>
          <a:xfrm>
            <a:off x="6853200" y="-4881"/>
            <a:ext cx="5338800" cy="3427200"/>
          </a:xfrm>
          <a:solidFill>
            <a:schemeClr val="accent2">
              <a:lumMod val="10000"/>
              <a:lumOff val="90000"/>
            </a:schemeClr>
          </a:solidFill>
        </p:spPr>
        <p:txBody>
          <a:bodyPr>
            <a:normAutofit/>
          </a:bodyPr>
          <a:lstStyle>
            <a:lvl1pPr marL="0" indent="0" algn="ctr">
              <a:buNone/>
              <a:defRPr sz="1600"/>
            </a:lvl1pPr>
          </a:lstStyle>
          <a:p>
            <a:endParaRPr lang="nl-NL"/>
          </a:p>
        </p:txBody>
      </p:sp>
      <p:sp>
        <p:nvSpPr>
          <p:cNvPr id="17" name="Tijdelijke aanduiding voor afbeelding 14">
            <a:extLst>
              <a:ext uri="{FF2B5EF4-FFF2-40B4-BE49-F238E27FC236}">
                <a16:creationId xmlns:a16="http://schemas.microsoft.com/office/drawing/2014/main" id="{15C20B14-51AE-DD04-FBC8-D93D4D887DA1}"/>
              </a:ext>
            </a:extLst>
          </p:cNvPr>
          <p:cNvSpPr>
            <a:spLocks noGrp="1"/>
          </p:cNvSpPr>
          <p:nvPr>
            <p:ph type="pic" sz="quarter" idx="16"/>
          </p:nvPr>
        </p:nvSpPr>
        <p:spPr>
          <a:xfrm>
            <a:off x="0" y="3427200"/>
            <a:ext cx="5338800" cy="3430800"/>
          </a:xfrm>
          <a:solidFill>
            <a:schemeClr val="accent2">
              <a:lumMod val="10000"/>
              <a:lumOff val="90000"/>
            </a:schemeClr>
          </a:solidFill>
        </p:spPr>
        <p:txBody>
          <a:bodyPr>
            <a:normAutofit/>
          </a:bodyPr>
          <a:lstStyle>
            <a:lvl1pPr marL="0" indent="0" algn="ctr">
              <a:buNone/>
              <a:defRPr sz="1600"/>
            </a:lvl1pPr>
          </a:lstStyle>
          <a:p>
            <a:endParaRPr lang="nl-NL"/>
          </a:p>
        </p:txBody>
      </p:sp>
      <p:sp>
        <p:nvSpPr>
          <p:cNvPr id="18" name="Tijdelijke aanduiding voor afbeelding 14">
            <a:extLst>
              <a:ext uri="{FF2B5EF4-FFF2-40B4-BE49-F238E27FC236}">
                <a16:creationId xmlns:a16="http://schemas.microsoft.com/office/drawing/2014/main" id="{59EC7349-D9E4-0C14-D6F9-8CBD597B7696}"/>
              </a:ext>
            </a:extLst>
          </p:cNvPr>
          <p:cNvSpPr>
            <a:spLocks noGrp="1"/>
          </p:cNvSpPr>
          <p:nvPr>
            <p:ph type="pic" sz="quarter" idx="17"/>
          </p:nvPr>
        </p:nvSpPr>
        <p:spPr>
          <a:xfrm>
            <a:off x="8766175" y="3427200"/>
            <a:ext cx="3425825" cy="3430800"/>
          </a:xfrm>
          <a:solidFill>
            <a:schemeClr val="accent2">
              <a:lumMod val="10000"/>
              <a:lumOff val="90000"/>
            </a:schemeClr>
          </a:solidFill>
        </p:spPr>
        <p:txBody>
          <a:bodyPr>
            <a:normAutofit/>
          </a:bodyPr>
          <a:lstStyle>
            <a:lvl1pPr marL="0" indent="0" algn="ctr">
              <a:buNone/>
              <a:defRPr sz="1600"/>
            </a:lvl1pPr>
          </a:lstStyle>
          <a:p>
            <a:endParaRPr lang="nl-NL"/>
          </a:p>
        </p:txBody>
      </p:sp>
      <p:pic>
        <p:nvPicPr>
          <p:cNvPr id="4" name="Graphic 3">
            <a:extLst>
              <a:ext uri="{FF2B5EF4-FFF2-40B4-BE49-F238E27FC236}">
                <a16:creationId xmlns:a16="http://schemas.microsoft.com/office/drawing/2014/main" id="{C8B74CB0-B244-A138-2CC4-DC923D240A74}"/>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5338800" y="3435682"/>
            <a:ext cx="3422318" cy="3422318"/>
          </a:xfrm>
          <a:prstGeom prst="rect">
            <a:avLst/>
          </a:prstGeom>
        </p:spPr>
      </p:pic>
      <p:pic>
        <p:nvPicPr>
          <p:cNvPr id="5" name="Graphic 4">
            <a:extLst>
              <a:ext uri="{FF2B5EF4-FFF2-40B4-BE49-F238E27FC236}">
                <a16:creationId xmlns:a16="http://schemas.microsoft.com/office/drawing/2014/main" id="{081D1E73-7D9A-6AF5-3286-DE9234B5F6AB}"/>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3425825" y="6682"/>
            <a:ext cx="3422318" cy="3422318"/>
          </a:xfrm>
          <a:prstGeom prst="rect">
            <a:avLst/>
          </a:prstGeom>
        </p:spPr>
      </p:pic>
    </p:spTree>
    <p:extLst>
      <p:ext uri="{BB962C8B-B14F-4D97-AF65-F5344CB8AC3E}">
        <p14:creationId xmlns:p14="http://schemas.microsoft.com/office/powerpoint/2010/main" val="69896526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ussendia">
    <p:spTree>
      <p:nvGrpSpPr>
        <p:cNvPr id="1" name=""/>
        <p:cNvGrpSpPr/>
        <p:nvPr/>
      </p:nvGrpSpPr>
      <p:grpSpPr>
        <a:xfrm>
          <a:off x="0" y="0"/>
          <a:ext cx="0" cy="0"/>
          <a:chOff x="0" y="0"/>
          <a:chExt cx="0" cy="0"/>
        </a:xfrm>
      </p:grpSpPr>
      <p:sp>
        <p:nvSpPr>
          <p:cNvPr id="13" name="Picture Placeholder 2">
            <a:extLst>
              <a:ext uri="{FF2B5EF4-FFF2-40B4-BE49-F238E27FC236}">
                <a16:creationId xmlns:a16="http://schemas.microsoft.com/office/drawing/2014/main" id="{5A946707-9F36-2CA7-BA77-E730397F0AAA}"/>
              </a:ext>
            </a:extLst>
          </p:cNvPr>
          <p:cNvSpPr>
            <a:spLocks noGrp="1"/>
          </p:cNvSpPr>
          <p:nvPr>
            <p:ph type="pic" idx="14"/>
          </p:nvPr>
        </p:nvSpPr>
        <p:spPr>
          <a:xfrm>
            <a:off x="4522381" y="-6538"/>
            <a:ext cx="7669619" cy="6864537"/>
          </a:xfrm>
          <a:prstGeom prst="rect">
            <a:avLst/>
          </a:prstGeom>
          <a:solidFill>
            <a:schemeClr val="accent2">
              <a:lumMod val="10000"/>
              <a:lumOff val="90000"/>
            </a:schemeClr>
          </a:solidFill>
          <a:ln>
            <a:noFill/>
          </a:ln>
        </p:spPr>
        <p:txBody>
          <a:bodyPr tIns="360000" anchor="t" anchorCtr="0">
            <a:normAutofit/>
          </a:bodyPr>
          <a:lstStyle>
            <a:lvl1pPr marL="0" indent="0" algn="ctr">
              <a:buNone/>
              <a:defRPr sz="1600">
                <a:solidFill>
                  <a:schemeClr val="tx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NL" dirty="0"/>
          </a:p>
        </p:txBody>
      </p:sp>
      <p:sp>
        <p:nvSpPr>
          <p:cNvPr id="2" name="Tijdelijke aanduiding voor dianummer 1">
            <a:extLst>
              <a:ext uri="{FF2B5EF4-FFF2-40B4-BE49-F238E27FC236}">
                <a16:creationId xmlns:a16="http://schemas.microsoft.com/office/drawing/2014/main" id="{D62976FA-3DAF-2CC5-B631-AE73A38B9CC4}"/>
              </a:ext>
            </a:extLst>
          </p:cNvPr>
          <p:cNvSpPr>
            <a:spLocks noGrp="1"/>
          </p:cNvSpPr>
          <p:nvPr>
            <p:ph type="sldNum" sz="quarter" idx="15"/>
          </p:nvPr>
        </p:nvSpPr>
        <p:spPr>
          <a:xfrm>
            <a:off x="476045" y="6370918"/>
            <a:ext cx="360000" cy="184666"/>
          </a:xfrm>
        </p:spPr>
        <p:txBody>
          <a:bodyPr/>
          <a:lstStyle>
            <a:lvl1pPr>
              <a:defRPr>
                <a:solidFill>
                  <a:schemeClr val="tx1"/>
                </a:solidFill>
              </a:defRPr>
            </a:lvl1pPr>
          </a:lstStyle>
          <a:p>
            <a:fld id="{51C5D536-50B7-4CE6-B44E-3B56F0A7BD1A}" type="slidenum">
              <a:rPr lang="nl-NL" smtClean="0"/>
              <a:pPr/>
              <a:t>‹nr.›</a:t>
            </a:fld>
            <a:endParaRPr lang="nl-NL" dirty="0"/>
          </a:p>
        </p:txBody>
      </p:sp>
      <p:sp>
        <p:nvSpPr>
          <p:cNvPr id="7" name="Tekstvak 6">
            <a:extLst>
              <a:ext uri="{FF2B5EF4-FFF2-40B4-BE49-F238E27FC236}">
                <a16:creationId xmlns:a16="http://schemas.microsoft.com/office/drawing/2014/main" id="{BB34A02B-BFFA-A885-2477-10F9028A17BF}"/>
              </a:ext>
            </a:extLst>
          </p:cNvPr>
          <p:cNvSpPr txBox="1"/>
          <p:nvPr userDrawn="1"/>
        </p:nvSpPr>
        <p:spPr>
          <a:xfrm>
            <a:off x="12317128" y="1564243"/>
            <a:ext cx="2794535" cy="553997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NL" sz="1600" dirty="0">
                <a:solidFill>
                  <a:schemeClr val="accent2"/>
                </a:solidFill>
              </a:rPr>
              <a:t>Om over het tekstdeel een huisstijlvorm te plaatsen: </a:t>
            </a:r>
          </a:p>
          <a:p>
            <a:pPr marL="0" marR="0" lvl="0" indent="0" algn="l" defTabSz="914400" rtl="0" eaLnBrk="1" fontAlgn="auto" latinLnBrk="0" hangingPunct="1">
              <a:lnSpc>
                <a:spcPct val="100000"/>
              </a:lnSpc>
              <a:spcBef>
                <a:spcPts val="0"/>
              </a:spcBef>
              <a:spcAft>
                <a:spcPts val="0"/>
              </a:spcAft>
              <a:buClrTx/>
              <a:buSzTx/>
              <a:buFontTx/>
              <a:buNone/>
              <a:tabLst/>
              <a:defRPr/>
            </a:pPr>
            <a:endParaRPr lang="nl-NL" sz="1600" dirty="0">
              <a:solidFill>
                <a:schemeClr val="accent2"/>
              </a:solidFill>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nl-NL" sz="1400" i="0" dirty="0">
                <a:solidFill>
                  <a:schemeClr val="accent2"/>
                </a:solidFill>
              </a:rPr>
              <a:t>Let op: je kunt de achtergrondkleur van dit kader niet aanpassen.</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nl-NL" sz="1600" dirty="0">
              <a:solidFill>
                <a:schemeClr val="accent2"/>
              </a:solidFill>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nl-NL" sz="1600" dirty="0">
                <a:solidFill>
                  <a:schemeClr val="accent2"/>
                </a:solidFill>
              </a:rPr>
              <a:t>Op de dia met vormentaal: geef de gewenste vorm een kleur en kopieer deze m.b.v. </a:t>
            </a:r>
            <a:r>
              <a:rPr lang="nl-NL" sz="1600" b="1" dirty="0" err="1">
                <a:solidFill>
                  <a:schemeClr val="accent2"/>
                </a:solidFill>
              </a:rPr>
              <a:t>Ctrl+C</a:t>
            </a:r>
            <a:r>
              <a:rPr lang="nl-NL" sz="1600" b="0" dirty="0">
                <a:solidFill>
                  <a:schemeClr val="accent2"/>
                </a:solidFill>
              </a:rPr>
              <a:t>.</a:t>
            </a:r>
            <a:br>
              <a:rPr lang="nl-NL" sz="1600" b="0" dirty="0">
                <a:solidFill>
                  <a:schemeClr val="accent2"/>
                </a:solidFill>
              </a:rPr>
            </a:br>
            <a:endParaRPr lang="nl-NL" sz="1600" b="0" dirty="0">
              <a:solidFill>
                <a:schemeClr val="accent2"/>
              </a:solidFill>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nl-NL" sz="1600" dirty="0">
                <a:solidFill>
                  <a:schemeClr val="accent2"/>
                </a:solidFill>
              </a:rPr>
              <a:t>Ga terug naar deze dia en klik op het bedoelde kader </a:t>
            </a:r>
            <a:br>
              <a:rPr lang="nl-NL" sz="1600" dirty="0">
                <a:solidFill>
                  <a:schemeClr val="accent2"/>
                </a:solidFill>
              </a:rPr>
            </a:br>
            <a:r>
              <a:rPr lang="nl-NL" sz="1400" dirty="0">
                <a:solidFill>
                  <a:schemeClr val="accent2"/>
                </a:solidFill>
              </a:rPr>
              <a:t>(Let op: klik niet op het afbeeldingsicon in het midden)</a:t>
            </a:r>
            <a:br>
              <a:rPr lang="nl-NL" sz="1400" dirty="0">
                <a:solidFill>
                  <a:schemeClr val="accent2"/>
                </a:solidFill>
              </a:rPr>
            </a:br>
            <a:endParaRPr lang="nl-NL" sz="1400" dirty="0">
              <a:solidFill>
                <a:schemeClr val="accent2"/>
              </a:solidFill>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nl-NL" sz="1600" dirty="0">
                <a:solidFill>
                  <a:schemeClr val="accent2"/>
                </a:solidFill>
              </a:rPr>
              <a:t>Plak de eerder gekopieerde vorm m.b.v.  </a:t>
            </a:r>
            <a:r>
              <a:rPr lang="nl-NL" sz="1600" b="1" dirty="0" err="1">
                <a:solidFill>
                  <a:schemeClr val="accent2"/>
                </a:solidFill>
              </a:rPr>
              <a:t>Ctrl+V</a:t>
            </a:r>
            <a:r>
              <a:rPr lang="nl-NL" sz="1600" b="0" dirty="0">
                <a:solidFill>
                  <a:schemeClr val="accent2"/>
                </a:solidFill>
              </a:rPr>
              <a:t>.</a:t>
            </a:r>
          </a:p>
        </p:txBody>
      </p:sp>
      <p:sp>
        <p:nvSpPr>
          <p:cNvPr id="9" name="Tijdelijke aanduiding voor tekst 8">
            <a:extLst>
              <a:ext uri="{FF2B5EF4-FFF2-40B4-BE49-F238E27FC236}">
                <a16:creationId xmlns:a16="http://schemas.microsoft.com/office/drawing/2014/main" id="{0CB0E648-8ABB-7D43-2D05-23D0A312BE1B}"/>
              </a:ext>
            </a:extLst>
          </p:cNvPr>
          <p:cNvSpPr>
            <a:spLocks noGrp="1"/>
          </p:cNvSpPr>
          <p:nvPr>
            <p:ph type="body" sz="quarter" idx="16"/>
          </p:nvPr>
        </p:nvSpPr>
        <p:spPr>
          <a:xfrm>
            <a:off x="449944" y="1800225"/>
            <a:ext cx="3547270" cy="4019550"/>
          </a:xfrm>
        </p:spPr>
        <p:txBody>
          <a:bodyPr/>
          <a:lstStyle>
            <a:lvl1pPr marL="0" indent="0">
              <a:buNone/>
              <a:defRPr>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nl-NL" dirty="0"/>
              <a:t>Klikken om de tekststijl van het model te bewerken</a:t>
            </a:r>
          </a:p>
        </p:txBody>
      </p:sp>
      <p:sp>
        <p:nvSpPr>
          <p:cNvPr id="10" name="Titel 9">
            <a:extLst>
              <a:ext uri="{FF2B5EF4-FFF2-40B4-BE49-F238E27FC236}">
                <a16:creationId xmlns:a16="http://schemas.microsoft.com/office/drawing/2014/main" id="{CEED97D7-B613-8457-6DD7-9845D6D9A34D}"/>
              </a:ext>
            </a:extLst>
          </p:cNvPr>
          <p:cNvSpPr>
            <a:spLocks noGrp="1"/>
          </p:cNvSpPr>
          <p:nvPr>
            <p:ph type="title"/>
          </p:nvPr>
        </p:nvSpPr>
        <p:spPr>
          <a:xfrm>
            <a:off x="449944" y="660400"/>
            <a:ext cx="3547270" cy="1030288"/>
          </a:xfrm>
          <a:prstGeom prst="rect">
            <a:avLst/>
          </a:prstGeom>
        </p:spPr>
        <p:txBody>
          <a:bodyPr/>
          <a:lstStyle>
            <a:lvl1pPr>
              <a:defRPr>
                <a:solidFill>
                  <a:schemeClr val="tx1"/>
                </a:solidFill>
              </a:defRPr>
            </a:lvl1pPr>
          </a:lstStyle>
          <a:p>
            <a:r>
              <a:rPr lang="nl-NL" dirty="0"/>
              <a:t>Klik om stijl te bewerken</a:t>
            </a:r>
          </a:p>
        </p:txBody>
      </p:sp>
    </p:spTree>
    <p:extLst>
      <p:ext uri="{BB962C8B-B14F-4D97-AF65-F5344CB8AC3E}">
        <p14:creationId xmlns:p14="http://schemas.microsoft.com/office/powerpoint/2010/main" val="260574556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Sectiescheider">
    <p:spTree>
      <p:nvGrpSpPr>
        <p:cNvPr id="1" name=""/>
        <p:cNvGrpSpPr/>
        <p:nvPr/>
      </p:nvGrpSpPr>
      <p:grpSpPr>
        <a:xfrm>
          <a:off x="0" y="0"/>
          <a:ext cx="0" cy="0"/>
          <a:chOff x="0" y="0"/>
          <a:chExt cx="0" cy="0"/>
        </a:xfrm>
      </p:grpSpPr>
      <p:sp>
        <p:nvSpPr>
          <p:cNvPr id="3" name="Tijdelijke aanduiding voor dianummer 2">
            <a:extLst>
              <a:ext uri="{FF2B5EF4-FFF2-40B4-BE49-F238E27FC236}">
                <a16:creationId xmlns:a16="http://schemas.microsoft.com/office/drawing/2014/main" id="{38BBE2B1-E710-785E-AD2E-2DC622062DCA}"/>
              </a:ext>
            </a:extLst>
          </p:cNvPr>
          <p:cNvSpPr>
            <a:spLocks noGrp="1"/>
          </p:cNvSpPr>
          <p:nvPr>
            <p:ph type="sldNum" sz="quarter" idx="10"/>
          </p:nvPr>
        </p:nvSpPr>
        <p:spPr/>
        <p:txBody>
          <a:bodyPr/>
          <a:lstStyle/>
          <a:p>
            <a:fld id="{51C5D536-50B7-4CE6-B44E-3B56F0A7BD1A}" type="slidenum">
              <a:rPr lang="nl-NL" smtClean="0"/>
              <a:pPr/>
              <a:t>‹nr.›</a:t>
            </a:fld>
            <a:endParaRPr lang="nl-NL" dirty="0"/>
          </a:p>
        </p:txBody>
      </p:sp>
      <p:pic>
        <p:nvPicPr>
          <p:cNvPr id="4" name="Graphic 3">
            <a:extLst>
              <a:ext uri="{FF2B5EF4-FFF2-40B4-BE49-F238E27FC236}">
                <a16:creationId xmlns:a16="http://schemas.microsoft.com/office/drawing/2014/main" id="{743D9B0E-1125-0C86-9BB6-A0D5C669DC2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115481" y="4781481"/>
            <a:ext cx="2076519" cy="2076519"/>
          </a:xfrm>
          <a:prstGeom prst="rect">
            <a:avLst/>
          </a:prstGeom>
        </p:spPr>
      </p:pic>
      <p:sp>
        <p:nvSpPr>
          <p:cNvPr id="5" name="Tijdelijke aanduiding voor tekst 8">
            <a:extLst>
              <a:ext uri="{FF2B5EF4-FFF2-40B4-BE49-F238E27FC236}">
                <a16:creationId xmlns:a16="http://schemas.microsoft.com/office/drawing/2014/main" id="{D7D87C91-882A-FDFC-A7CB-3C7D8CA62C53}"/>
              </a:ext>
            </a:extLst>
          </p:cNvPr>
          <p:cNvSpPr>
            <a:spLocks noGrp="1"/>
          </p:cNvSpPr>
          <p:nvPr>
            <p:ph type="body" sz="quarter" idx="11" hasCustomPrompt="1"/>
          </p:nvPr>
        </p:nvSpPr>
        <p:spPr>
          <a:xfrm>
            <a:off x="900000" y="2820959"/>
            <a:ext cx="7712810" cy="3336953"/>
          </a:xfrm>
        </p:spPr>
        <p:txBody>
          <a:bodyPr anchor="ctr" anchorCtr="0">
            <a:normAutofit/>
          </a:bodyPr>
          <a:lstStyle>
            <a:lvl1pPr marL="0" indent="0">
              <a:lnSpc>
                <a:spcPct val="107000"/>
              </a:lnSpc>
              <a:spcBef>
                <a:spcPts val="0"/>
              </a:spcBef>
              <a:buNone/>
              <a:defRPr sz="4000">
                <a:solidFill>
                  <a:schemeClr val="tx1"/>
                </a:solidFill>
                <a:latin typeface="+mj-lt"/>
              </a:defRPr>
            </a:lvl1pPr>
            <a:lvl2pPr marL="457200" indent="0">
              <a:buNone/>
              <a:defRPr sz="4000">
                <a:solidFill>
                  <a:schemeClr val="tx1"/>
                </a:solidFill>
                <a:latin typeface="Cooper Lt BT" panose="0208050304030B020404" pitchFamily="18" charset="0"/>
              </a:defRPr>
            </a:lvl2pPr>
            <a:lvl3pPr marL="914400" indent="0">
              <a:buNone/>
              <a:defRPr sz="4000">
                <a:solidFill>
                  <a:schemeClr val="tx1"/>
                </a:solidFill>
                <a:latin typeface="Cooper Lt BT" panose="0208050304030B020404" pitchFamily="18" charset="0"/>
              </a:defRPr>
            </a:lvl3pPr>
            <a:lvl4pPr marL="1371600" indent="0">
              <a:buNone/>
              <a:defRPr sz="4000">
                <a:solidFill>
                  <a:schemeClr val="tx1"/>
                </a:solidFill>
                <a:latin typeface="Cooper Lt BT" panose="0208050304030B020404" pitchFamily="18" charset="0"/>
              </a:defRPr>
            </a:lvl4pPr>
            <a:lvl5pPr marL="1828800" indent="0">
              <a:buNone/>
              <a:defRPr sz="4000">
                <a:solidFill>
                  <a:schemeClr val="tx1"/>
                </a:solidFill>
                <a:latin typeface="Cooper Lt BT" panose="0208050304030B020404" pitchFamily="18" charset="0"/>
              </a:defRPr>
            </a:lvl5pPr>
          </a:lstStyle>
          <a:p>
            <a:pPr lvl="0"/>
            <a:r>
              <a:rPr lang="nl-NL" dirty="0"/>
              <a:t>[Titel]</a:t>
            </a:r>
          </a:p>
        </p:txBody>
      </p:sp>
      <p:sp>
        <p:nvSpPr>
          <p:cNvPr id="6" name="Titel 1">
            <a:extLst>
              <a:ext uri="{FF2B5EF4-FFF2-40B4-BE49-F238E27FC236}">
                <a16:creationId xmlns:a16="http://schemas.microsoft.com/office/drawing/2014/main" id="{0462091F-CC15-A4F5-462A-C4E80C4F9338}"/>
              </a:ext>
            </a:extLst>
          </p:cNvPr>
          <p:cNvSpPr>
            <a:spLocks noGrp="1"/>
          </p:cNvSpPr>
          <p:nvPr>
            <p:ph type="title" hasCustomPrompt="1"/>
          </p:nvPr>
        </p:nvSpPr>
        <p:spPr>
          <a:xfrm>
            <a:off x="900000" y="726962"/>
            <a:ext cx="10515860" cy="276999"/>
          </a:xfrm>
        </p:spPr>
        <p:txBody>
          <a:bodyPr/>
          <a:lstStyle>
            <a:lvl1pPr>
              <a:defRPr sz="2000">
                <a:latin typeface="+mn-lt"/>
              </a:defRPr>
            </a:lvl1pPr>
          </a:lstStyle>
          <a:p>
            <a:r>
              <a:rPr lang="nl-NL" dirty="0"/>
              <a:t>[Gebruik deze dia als sectiescheider]</a:t>
            </a:r>
          </a:p>
        </p:txBody>
      </p:sp>
    </p:spTree>
    <p:extLst>
      <p:ext uri="{BB962C8B-B14F-4D97-AF65-F5344CB8AC3E}">
        <p14:creationId xmlns:p14="http://schemas.microsoft.com/office/powerpoint/2010/main" val="20039655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Afbeeldingen en vormen">
    <p:spTree>
      <p:nvGrpSpPr>
        <p:cNvPr id="1" name=""/>
        <p:cNvGrpSpPr/>
        <p:nvPr/>
      </p:nvGrpSpPr>
      <p:grpSpPr>
        <a:xfrm>
          <a:off x="0" y="0"/>
          <a:ext cx="0" cy="0"/>
          <a:chOff x="0" y="0"/>
          <a:chExt cx="0" cy="0"/>
        </a:xfrm>
      </p:grpSpPr>
      <p:sp>
        <p:nvSpPr>
          <p:cNvPr id="2" name="Tekstvak 1">
            <a:extLst>
              <a:ext uri="{FF2B5EF4-FFF2-40B4-BE49-F238E27FC236}">
                <a16:creationId xmlns:a16="http://schemas.microsoft.com/office/drawing/2014/main" id="{5B9F8765-6DF2-38D1-F58D-A1C4E97D5D32}"/>
              </a:ext>
            </a:extLst>
          </p:cNvPr>
          <p:cNvSpPr txBox="1"/>
          <p:nvPr userDrawn="1"/>
        </p:nvSpPr>
        <p:spPr>
          <a:xfrm>
            <a:off x="12317128" y="0"/>
            <a:ext cx="2794535" cy="603242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NL" sz="1600" dirty="0">
                <a:solidFill>
                  <a:schemeClr val="accent2"/>
                </a:solidFill>
              </a:rPr>
              <a:t>Om hier huisstijlvormen te plaatsen (per kader): </a:t>
            </a:r>
          </a:p>
          <a:p>
            <a:pPr marL="0" marR="0" lvl="0" indent="0" algn="l" defTabSz="914400" rtl="0" eaLnBrk="1" fontAlgn="auto" latinLnBrk="0" hangingPunct="1">
              <a:lnSpc>
                <a:spcPct val="100000"/>
              </a:lnSpc>
              <a:spcBef>
                <a:spcPts val="0"/>
              </a:spcBef>
              <a:spcAft>
                <a:spcPts val="0"/>
              </a:spcAft>
              <a:buClrTx/>
              <a:buSzTx/>
              <a:buFontTx/>
              <a:buNone/>
              <a:tabLst/>
              <a:defRPr/>
            </a:pPr>
            <a:endParaRPr lang="nl-NL" sz="1600" dirty="0">
              <a:solidFill>
                <a:schemeClr val="accent2"/>
              </a:solidFill>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nl-NL" sz="1400" i="0" dirty="0">
                <a:solidFill>
                  <a:schemeClr val="accent2"/>
                </a:solidFill>
              </a:rPr>
              <a:t>Let op: je kunt de achtergrondkleur van een kader niet aanpassen.</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nl-NL" sz="1600" dirty="0">
              <a:solidFill>
                <a:schemeClr val="accent2"/>
              </a:solidFill>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nl-NL" sz="1600" dirty="0">
                <a:solidFill>
                  <a:schemeClr val="accent2"/>
                </a:solidFill>
              </a:rPr>
              <a:t>Op de dia met vormentaal: geef de gewenste vorm een kleur die goed past bij de kaderachtergrond en kopieer de vorm m.b.v. </a:t>
            </a:r>
            <a:r>
              <a:rPr lang="nl-NL" sz="1600" b="1" dirty="0" err="1">
                <a:solidFill>
                  <a:schemeClr val="accent2"/>
                </a:solidFill>
              </a:rPr>
              <a:t>Ctrl+C</a:t>
            </a:r>
            <a:r>
              <a:rPr lang="nl-NL" sz="1600" b="0" dirty="0">
                <a:solidFill>
                  <a:schemeClr val="accent2"/>
                </a:solidFill>
              </a:rPr>
              <a:t>.</a:t>
            </a:r>
            <a:br>
              <a:rPr lang="nl-NL" sz="1600" b="0" dirty="0">
                <a:solidFill>
                  <a:schemeClr val="accent2"/>
                </a:solidFill>
              </a:rPr>
            </a:br>
            <a:endParaRPr lang="nl-NL" sz="1600" b="0" dirty="0">
              <a:solidFill>
                <a:schemeClr val="accent2"/>
              </a:solidFill>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nl-NL" sz="1600" dirty="0">
                <a:solidFill>
                  <a:schemeClr val="accent2"/>
                </a:solidFill>
              </a:rPr>
              <a:t>Ga terug naar deze pagina en klik op het bedoelde kader </a:t>
            </a:r>
            <a:br>
              <a:rPr lang="nl-NL" sz="1600" dirty="0">
                <a:solidFill>
                  <a:schemeClr val="accent2"/>
                </a:solidFill>
              </a:rPr>
            </a:br>
            <a:r>
              <a:rPr lang="nl-NL" sz="1400" dirty="0">
                <a:solidFill>
                  <a:schemeClr val="accent2"/>
                </a:solidFill>
              </a:rPr>
              <a:t>(Let op: klik niet op het afbeeldingsicon in het midden)</a:t>
            </a:r>
            <a:br>
              <a:rPr lang="nl-NL" sz="1400" dirty="0">
                <a:solidFill>
                  <a:schemeClr val="accent2"/>
                </a:solidFill>
              </a:rPr>
            </a:br>
            <a:endParaRPr lang="nl-NL" sz="1400" dirty="0">
              <a:solidFill>
                <a:schemeClr val="accent2"/>
              </a:solidFill>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nl-NL" sz="1600" dirty="0">
                <a:solidFill>
                  <a:schemeClr val="accent2"/>
                </a:solidFill>
              </a:rPr>
              <a:t>Plak de eerder gekopieerde vorm m.b.v.  </a:t>
            </a:r>
            <a:r>
              <a:rPr lang="nl-NL" sz="1600" b="1" dirty="0" err="1">
                <a:solidFill>
                  <a:schemeClr val="accent2"/>
                </a:solidFill>
              </a:rPr>
              <a:t>Ctrl+V</a:t>
            </a:r>
            <a:r>
              <a:rPr lang="nl-NL" sz="1600" b="0" dirty="0">
                <a:solidFill>
                  <a:schemeClr val="accent2"/>
                </a:solidFill>
              </a:rPr>
              <a:t>.</a:t>
            </a:r>
          </a:p>
        </p:txBody>
      </p:sp>
      <p:sp>
        <p:nvSpPr>
          <p:cNvPr id="15" name="Tijdelijke aanduiding voor afbeelding 14">
            <a:extLst>
              <a:ext uri="{FF2B5EF4-FFF2-40B4-BE49-F238E27FC236}">
                <a16:creationId xmlns:a16="http://schemas.microsoft.com/office/drawing/2014/main" id="{256A5361-A3AF-B2EF-BDAF-DA4B1D0942D4}"/>
              </a:ext>
            </a:extLst>
          </p:cNvPr>
          <p:cNvSpPr>
            <a:spLocks noGrp="1"/>
          </p:cNvSpPr>
          <p:nvPr>
            <p:ph type="pic" sz="quarter" idx="14"/>
          </p:nvPr>
        </p:nvSpPr>
        <p:spPr>
          <a:xfrm>
            <a:off x="0" y="0"/>
            <a:ext cx="3425825" cy="3427200"/>
          </a:xfrm>
          <a:solidFill>
            <a:schemeClr val="accent2">
              <a:lumMod val="10000"/>
              <a:lumOff val="90000"/>
            </a:schemeClr>
          </a:solidFill>
        </p:spPr>
        <p:txBody>
          <a:bodyPr>
            <a:normAutofit/>
          </a:bodyPr>
          <a:lstStyle>
            <a:lvl1pPr marL="0" indent="0" algn="ctr">
              <a:buNone/>
              <a:defRPr sz="1600"/>
            </a:lvl1pPr>
          </a:lstStyle>
          <a:p>
            <a:endParaRPr lang="nl-NL"/>
          </a:p>
        </p:txBody>
      </p:sp>
      <p:sp>
        <p:nvSpPr>
          <p:cNvPr id="16" name="Tijdelijke aanduiding voor afbeelding 14">
            <a:extLst>
              <a:ext uri="{FF2B5EF4-FFF2-40B4-BE49-F238E27FC236}">
                <a16:creationId xmlns:a16="http://schemas.microsoft.com/office/drawing/2014/main" id="{6A7F7F4C-9087-19A8-C61D-C357C5ABA7DC}"/>
              </a:ext>
            </a:extLst>
          </p:cNvPr>
          <p:cNvSpPr>
            <a:spLocks noGrp="1"/>
          </p:cNvSpPr>
          <p:nvPr>
            <p:ph type="pic" sz="quarter" idx="15"/>
          </p:nvPr>
        </p:nvSpPr>
        <p:spPr>
          <a:xfrm>
            <a:off x="6853200" y="-4881"/>
            <a:ext cx="5338800" cy="3427200"/>
          </a:xfrm>
          <a:solidFill>
            <a:schemeClr val="accent2">
              <a:lumMod val="10000"/>
              <a:lumOff val="90000"/>
            </a:schemeClr>
          </a:solidFill>
        </p:spPr>
        <p:txBody>
          <a:bodyPr>
            <a:normAutofit/>
          </a:bodyPr>
          <a:lstStyle>
            <a:lvl1pPr marL="0" indent="0" algn="ctr">
              <a:buNone/>
              <a:defRPr sz="1600"/>
            </a:lvl1pPr>
          </a:lstStyle>
          <a:p>
            <a:endParaRPr lang="nl-NL"/>
          </a:p>
        </p:txBody>
      </p:sp>
      <p:sp>
        <p:nvSpPr>
          <p:cNvPr id="17" name="Tijdelijke aanduiding voor afbeelding 14">
            <a:extLst>
              <a:ext uri="{FF2B5EF4-FFF2-40B4-BE49-F238E27FC236}">
                <a16:creationId xmlns:a16="http://schemas.microsoft.com/office/drawing/2014/main" id="{15C20B14-51AE-DD04-FBC8-D93D4D887DA1}"/>
              </a:ext>
            </a:extLst>
          </p:cNvPr>
          <p:cNvSpPr>
            <a:spLocks noGrp="1"/>
          </p:cNvSpPr>
          <p:nvPr>
            <p:ph type="pic" sz="quarter" idx="16"/>
          </p:nvPr>
        </p:nvSpPr>
        <p:spPr>
          <a:xfrm>
            <a:off x="0" y="3427200"/>
            <a:ext cx="5338800" cy="3430800"/>
          </a:xfrm>
          <a:solidFill>
            <a:schemeClr val="accent2">
              <a:lumMod val="10000"/>
              <a:lumOff val="90000"/>
            </a:schemeClr>
          </a:solidFill>
        </p:spPr>
        <p:txBody>
          <a:bodyPr>
            <a:normAutofit/>
          </a:bodyPr>
          <a:lstStyle>
            <a:lvl1pPr marL="0" indent="0" algn="ctr">
              <a:buNone/>
              <a:defRPr sz="1600"/>
            </a:lvl1pPr>
          </a:lstStyle>
          <a:p>
            <a:endParaRPr lang="nl-NL"/>
          </a:p>
        </p:txBody>
      </p:sp>
      <p:sp>
        <p:nvSpPr>
          <p:cNvPr id="18" name="Tijdelijke aanduiding voor afbeelding 14">
            <a:extLst>
              <a:ext uri="{FF2B5EF4-FFF2-40B4-BE49-F238E27FC236}">
                <a16:creationId xmlns:a16="http://schemas.microsoft.com/office/drawing/2014/main" id="{59EC7349-D9E4-0C14-D6F9-8CBD597B7696}"/>
              </a:ext>
            </a:extLst>
          </p:cNvPr>
          <p:cNvSpPr>
            <a:spLocks noGrp="1"/>
          </p:cNvSpPr>
          <p:nvPr>
            <p:ph type="pic" sz="quarter" idx="17"/>
          </p:nvPr>
        </p:nvSpPr>
        <p:spPr>
          <a:xfrm>
            <a:off x="8766175" y="3427200"/>
            <a:ext cx="3425825" cy="3430800"/>
          </a:xfrm>
          <a:solidFill>
            <a:schemeClr val="accent2">
              <a:lumMod val="10000"/>
              <a:lumOff val="90000"/>
            </a:schemeClr>
          </a:solidFill>
        </p:spPr>
        <p:txBody>
          <a:bodyPr>
            <a:normAutofit/>
          </a:bodyPr>
          <a:lstStyle>
            <a:lvl1pPr marL="0" indent="0" algn="ctr">
              <a:buNone/>
              <a:defRPr sz="1600"/>
            </a:lvl1pPr>
          </a:lstStyle>
          <a:p>
            <a:endParaRPr lang="nl-NL"/>
          </a:p>
        </p:txBody>
      </p:sp>
      <p:pic>
        <p:nvPicPr>
          <p:cNvPr id="4" name="Graphic 3">
            <a:extLst>
              <a:ext uri="{FF2B5EF4-FFF2-40B4-BE49-F238E27FC236}">
                <a16:creationId xmlns:a16="http://schemas.microsoft.com/office/drawing/2014/main" id="{84A2D241-25AA-D4D4-D1C9-8F8B9CAB4A24}"/>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3425825" y="1800"/>
            <a:ext cx="3427200" cy="3427200"/>
          </a:xfrm>
          <a:prstGeom prst="rect">
            <a:avLst/>
          </a:prstGeom>
        </p:spPr>
      </p:pic>
      <p:pic>
        <p:nvPicPr>
          <p:cNvPr id="5" name="Graphic 4">
            <a:extLst>
              <a:ext uri="{FF2B5EF4-FFF2-40B4-BE49-F238E27FC236}">
                <a16:creationId xmlns:a16="http://schemas.microsoft.com/office/drawing/2014/main" id="{5EFD2B57-8DC9-65C2-6EA1-3A10098023ED}"/>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5338799" y="3435681"/>
            <a:ext cx="3418719" cy="3418719"/>
          </a:xfrm>
          <a:prstGeom prst="rect">
            <a:avLst/>
          </a:prstGeom>
        </p:spPr>
      </p:pic>
    </p:spTree>
    <p:extLst>
      <p:ext uri="{BB962C8B-B14F-4D97-AF65-F5344CB8AC3E}">
        <p14:creationId xmlns:p14="http://schemas.microsoft.com/office/powerpoint/2010/main" val="314752117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Sectiescheider">
    <p:spTree>
      <p:nvGrpSpPr>
        <p:cNvPr id="1" name=""/>
        <p:cNvGrpSpPr/>
        <p:nvPr/>
      </p:nvGrpSpPr>
      <p:grpSpPr>
        <a:xfrm>
          <a:off x="0" y="0"/>
          <a:ext cx="0" cy="0"/>
          <a:chOff x="0" y="0"/>
          <a:chExt cx="0" cy="0"/>
        </a:xfrm>
      </p:grpSpPr>
      <p:sp>
        <p:nvSpPr>
          <p:cNvPr id="3" name="Tijdelijke aanduiding voor dianummer 2">
            <a:extLst>
              <a:ext uri="{FF2B5EF4-FFF2-40B4-BE49-F238E27FC236}">
                <a16:creationId xmlns:a16="http://schemas.microsoft.com/office/drawing/2014/main" id="{38BBE2B1-E710-785E-AD2E-2DC622062DCA}"/>
              </a:ext>
            </a:extLst>
          </p:cNvPr>
          <p:cNvSpPr>
            <a:spLocks noGrp="1"/>
          </p:cNvSpPr>
          <p:nvPr>
            <p:ph type="sldNum" sz="quarter" idx="10"/>
          </p:nvPr>
        </p:nvSpPr>
        <p:spPr/>
        <p:txBody>
          <a:bodyPr/>
          <a:lstStyle/>
          <a:p>
            <a:fld id="{51C5D536-50B7-4CE6-B44E-3B56F0A7BD1A}" type="slidenum">
              <a:rPr lang="nl-NL" smtClean="0"/>
              <a:pPr/>
              <a:t>‹nr.›</a:t>
            </a:fld>
            <a:endParaRPr lang="nl-NL" dirty="0"/>
          </a:p>
        </p:txBody>
      </p:sp>
      <p:pic>
        <p:nvPicPr>
          <p:cNvPr id="5" name="Graphic 4">
            <a:extLst>
              <a:ext uri="{FF2B5EF4-FFF2-40B4-BE49-F238E27FC236}">
                <a16:creationId xmlns:a16="http://schemas.microsoft.com/office/drawing/2014/main" id="{42F1959A-3310-3679-2012-7E94279C2DF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115481" y="4781481"/>
            <a:ext cx="2076519" cy="2076519"/>
          </a:xfrm>
          <a:prstGeom prst="rect">
            <a:avLst/>
          </a:prstGeom>
        </p:spPr>
      </p:pic>
      <p:sp>
        <p:nvSpPr>
          <p:cNvPr id="6" name="Tijdelijke aanduiding voor tekst 8">
            <a:extLst>
              <a:ext uri="{FF2B5EF4-FFF2-40B4-BE49-F238E27FC236}">
                <a16:creationId xmlns:a16="http://schemas.microsoft.com/office/drawing/2014/main" id="{1CC95772-D717-B1D3-D6BB-7047A11E3E50}"/>
              </a:ext>
            </a:extLst>
          </p:cNvPr>
          <p:cNvSpPr>
            <a:spLocks noGrp="1"/>
          </p:cNvSpPr>
          <p:nvPr>
            <p:ph type="body" sz="quarter" idx="11" hasCustomPrompt="1"/>
          </p:nvPr>
        </p:nvSpPr>
        <p:spPr>
          <a:xfrm>
            <a:off x="900000" y="2820959"/>
            <a:ext cx="7712810" cy="3310079"/>
          </a:xfrm>
        </p:spPr>
        <p:txBody>
          <a:bodyPr anchor="ctr" anchorCtr="0">
            <a:normAutofit/>
          </a:bodyPr>
          <a:lstStyle>
            <a:lvl1pPr marL="0" indent="0">
              <a:lnSpc>
                <a:spcPct val="107000"/>
              </a:lnSpc>
              <a:spcBef>
                <a:spcPts val="0"/>
              </a:spcBef>
              <a:buNone/>
              <a:defRPr sz="4000">
                <a:solidFill>
                  <a:schemeClr val="tx1"/>
                </a:solidFill>
                <a:latin typeface="+mj-lt"/>
              </a:defRPr>
            </a:lvl1pPr>
            <a:lvl2pPr marL="457200" indent="0">
              <a:buNone/>
              <a:defRPr sz="4000">
                <a:solidFill>
                  <a:schemeClr val="tx1"/>
                </a:solidFill>
                <a:latin typeface="Cooper Lt BT" panose="0208050304030B020404" pitchFamily="18" charset="0"/>
              </a:defRPr>
            </a:lvl2pPr>
            <a:lvl3pPr marL="914400" indent="0">
              <a:buNone/>
              <a:defRPr sz="4000">
                <a:solidFill>
                  <a:schemeClr val="tx1"/>
                </a:solidFill>
                <a:latin typeface="Cooper Lt BT" panose="0208050304030B020404" pitchFamily="18" charset="0"/>
              </a:defRPr>
            </a:lvl3pPr>
            <a:lvl4pPr marL="1371600" indent="0">
              <a:buNone/>
              <a:defRPr sz="4000">
                <a:solidFill>
                  <a:schemeClr val="tx1"/>
                </a:solidFill>
                <a:latin typeface="Cooper Lt BT" panose="0208050304030B020404" pitchFamily="18" charset="0"/>
              </a:defRPr>
            </a:lvl4pPr>
            <a:lvl5pPr marL="1828800" indent="0">
              <a:buNone/>
              <a:defRPr sz="4000">
                <a:solidFill>
                  <a:schemeClr val="tx1"/>
                </a:solidFill>
                <a:latin typeface="Cooper Lt BT" panose="0208050304030B020404" pitchFamily="18" charset="0"/>
              </a:defRPr>
            </a:lvl5pPr>
          </a:lstStyle>
          <a:p>
            <a:pPr lvl="0"/>
            <a:r>
              <a:rPr lang="nl-NL" dirty="0"/>
              <a:t>[Titel]</a:t>
            </a:r>
          </a:p>
        </p:txBody>
      </p:sp>
      <p:sp>
        <p:nvSpPr>
          <p:cNvPr id="7" name="Titel 1">
            <a:extLst>
              <a:ext uri="{FF2B5EF4-FFF2-40B4-BE49-F238E27FC236}">
                <a16:creationId xmlns:a16="http://schemas.microsoft.com/office/drawing/2014/main" id="{4F7E909A-F14D-E4B7-A317-1171D0F5F7AF}"/>
              </a:ext>
            </a:extLst>
          </p:cNvPr>
          <p:cNvSpPr>
            <a:spLocks noGrp="1"/>
          </p:cNvSpPr>
          <p:nvPr>
            <p:ph type="title" hasCustomPrompt="1"/>
          </p:nvPr>
        </p:nvSpPr>
        <p:spPr>
          <a:xfrm>
            <a:off x="900000" y="726962"/>
            <a:ext cx="10515860" cy="276999"/>
          </a:xfrm>
        </p:spPr>
        <p:txBody>
          <a:bodyPr/>
          <a:lstStyle>
            <a:lvl1pPr>
              <a:defRPr sz="2000">
                <a:latin typeface="+mn-lt"/>
              </a:defRPr>
            </a:lvl1pPr>
          </a:lstStyle>
          <a:p>
            <a:r>
              <a:rPr lang="nl-NL" dirty="0"/>
              <a:t>[Gebruik deze dia als sectiescheider]</a:t>
            </a:r>
          </a:p>
        </p:txBody>
      </p:sp>
    </p:spTree>
    <p:extLst>
      <p:ext uri="{BB962C8B-B14F-4D97-AF65-F5344CB8AC3E}">
        <p14:creationId xmlns:p14="http://schemas.microsoft.com/office/powerpoint/2010/main" val="3363770433"/>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ips">
    <p:spTree>
      <p:nvGrpSpPr>
        <p:cNvPr id="1" name=""/>
        <p:cNvGrpSpPr/>
        <p:nvPr/>
      </p:nvGrpSpPr>
      <p:grpSpPr>
        <a:xfrm>
          <a:off x="0" y="0"/>
          <a:ext cx="0" cy="0"/>
          <a:chOff x="0" y="0"/>
          <a:chExt cx="0" cy="0"/>
        </a:xfrm>
      </p:grpSpPr>
      <p:sp>
        <p:nvSpPr>
          <p:cNvPr id="121" name="Titel">
            <a:extLst>
              <a:ext uri="{FF2B5EF4-FFF2-40B4-BE49-F238E27FC236}">
                <a16:creationId xmlns:a16="http://schemas.microsoft.com/office/drawing/2014/main" id="{9832AF1D-3B01-4FCA-BD0E-9FC69B177B89}"/>
              </a:ext>
            </a:extLst>
          </p:cNvPr>
          <p:cNvSpPr txBox="1"/>
          <p:nvPr userDrawn="1"/>
        </p:nvSpPr>
        <p:spPr>
          <a:xfrm>
            <a:off x="1080002" y="540003"/>
            <a:ext cx="2121117" cy="615425"/>
          </a:xfrm>
          <a:prstGeom prst="rect">
            <a:avLst/>
          </a:prstGeom>
          <a:noFill/>
        </p:spPr>
        <p:txBody>
          <a:bodyPr vert="horz" wrap="square" lIns="0" tIns="0" rIns="0" bIns="0" rtlCol="0" anchor="t" anchorCtr="0">
            <a:spAutoFit/>
          </a:bodyPr>
          <a:lstStyle>
            <a:lvl1pPr defTabSz="1177226">
              <a:lnSpc>
                <a:spcPct val="100000"/>
              </a:lnSpc>
              <a:spcBef>
                <a:spcPct val="0"/>
              </a:spcBef>
              <a:buNone/>
              <a:defRPr sz="4000" b="1" cap="none" baseline="0">
                <a:solidFill>
                  <a:schemeClr val="accent1"/>
                </a:solidFill>
                <a:effectLst/>
                <a:latin typeface="+mj-lt"/>
                <a:ea typeface="+mj-ea"/>
                <a:cs typeface="+mj-cs"/>
              </a:defRPr>
            </a:lvl1pPr>
          </a:lstStyle>
          <a:p>
            <a:pPr lvl="0"/>
            <a:r>
              <a:rPr lang="nl-NL" sz="3999" dirty="0">
                <a:latin typeface="Calibri Light" panose="020F0302020204030204" pitchFamily="34" charset="0"/>
                <a:cs typeface="Calibri Light" panose="020F0302020204030204" pitchFamily="34" charset="0"/>
              </a:rPr>
              <a:t>Tips</a:t>
            </a:r>
          </a:p>
        </p:txBody>
      </p:sp>
      <p:grpSp>
        <p:nvGrpSpPr>
          <p:cNvPr id="122" name="Tip Nieuwe dia">
            <a:extLst>
              <a:ext uri="{FF2B5EF4-FFF2-40B4-BE49-F238E27FC236}">
                <a16:creationId xmlns:a16="http://schemas.microsoft.com/office/drawing/2014/main" id="{2F3A47AE-5DF6-4111-8B0C-0399D4275924}"/>
              </a:ext>
            </a:extLst>
          </p:cNvPr>
          <p:cNvGrpSpPr/>
          <p:nvPr userDrawn="1"/>
        </p:nvGrpSpPr>
        <p:grpSpPr>
          <a:xfrm>
            <a:off x="1114089" y="1391510"/>
            <a:ext cx="2304000" cy="2723826"/>
            <a:chOff x="-2545133" y="2057057"/>
            <a:chExt cx="2304000" cy="2723826"/>
          </a:xfrm>
        </p:grpSpPr>
        <p:sp>
          <p:nvSpPr>
            <p:cNvPr id="123" name="Tip tekst">
              <a:extLst>
                <a:ext uri="{FF2B5EF4-FFF2-40B4-BE49-F238E27FC236}">
                  <a16:creationId xmlns:a16="http://schemas.microsoft.com/office/drawing/2014/main" id="{76D67B95-38B3-4D3A-AEA9-4A12D55E48B7}"/>
                </a:ext>
              </a:extLst>
            </p:cNvPr>
            <p:cNvSpPr txBox="1"/>
            <p:nvPr userDrawn="1"/>
          </p:nvSpPr>
          <p:spPr>
            <a:xfrm>
              <a:off x="-2545133" y="2057057"/>
              <a:ext cx="2304000" cy="2423740"/>
            </a:xfrm>
            <a:prstGeom prst="rect">
              <a:avLst/>
            </a:prstGeom>
            <a:noFill/>
          </p:spPr>
          <p:txBody>
            <a:bodyPr wrap="square" lIns="0" tIns="0" rIns="0" bIns="0" rtlCol="0">
              <a:spAutoFit/>
            </a:bodyPr>
            <a:lstStyle/>
            <a:p>
              <a:pPr>
                <a:lnSpc>
                  <a:spcPct val="100000"/>
                </a:lnSpc>
              </a:pPr>
              <a:r>
                <a:rPr lang="nl-NL" sz="1050" b="1" kern="1200" cap="all" baseline="0" noProof="1">
                  <a:solidFill>
                    <a:schemeClr val="accent1"/>
                  </a:solidFill>
                  <a:latin typeface="Calibri Light" panose="020F0302020204030204" pitchFamily="34" charset="0"/>
                  <a:ea typeface="+mn-ea"/>
                  <a:cs typeface="Calibri Light" panose="020F0302020204030204" pitchFamily="34" charset="0"/>
                </a:rPr>
                <a:t>Nieuwe</a:t>
              </a:r>
              <a:r>
                <a:rPr lang="nl-NL" sz="1050" b="1" baseline="0" noProof="1">
                  <a:solidFill>
                    <a:schemeClr val="tx2"/>
                  </a:solidFill>
                  <a:latin typeface="Calibri Light" panose="020F0302020204030204" pitchFamily="34" charset="0"/>
                  <a:cs typeface="Calibri Light" panose="020F0302020204030204" pitchFamily="34" charset="0"/>
                </a:rPr>
                <a:t> </a:t>
              </a:r>
              <a:r>
                <a:rPr lang="nl-NL" sz="1050" b="1" kern="1200" cap="all" baseline="0" noProof="1">
                  <a:solidFill>
                    <a:schemeClr val="accent1"/>
                  </a:solidFill>
                  <a:latin typeface="Calibri Light" panose="020F0302020204030204" pitchFamily="34" charset="0"/>
                  <a:ea typeface="+mn-ea"/>
                  <a:cs typeface="Calibri Light" panose="020F0302020204030204" pitchFamily="34" charset="0"/>
                </a:rPr>
                <a:t>dia</a:t>
              </a:r>
            </a:p>
            <a:p>
              <a:pPr>
                <a:lnSpc>
                  <a:spcPct val="100000"/>
                </a:lnSpc>
              </a:pPr>
              <a:endParaRPr lang="nl-NL" sz="1050" baseline="0" noProof="1">
                <a:solidFill>
                  <a:schemeClr val="tx1"/>
                </a:solidFill>
                <a:latin typeface="Calibri Light" panose="020F0302020204030204" pitchFamily="34" charset="0"/>
                <a:cs typeface="Calibri Light" panose="020F0302020204030204" pitchFamily="34" charset="0"/>
              </a:endParaRPr>
            </a:p>
            <a:p>
              <a:pPr>
                <a:lnSpc>
                  <a:spcPct val="100000"/>
                </a:lnSpc>
              </a:pPr>
              <a:r>
                <a:rPr lang="nl-NL" sz="1050" baseline="0" noProof="1">
                  <a:solidFill>
                    <a:schemeClr val="tx1"/>
                  </a:solidFill>
                  <a:latin typeface="Calibri Light" panose="020F0302020204030204" pitchFamily="34" charset="0"/>
                  <a:cs typeface="Calibri Light" panose="020F0302020204030204" pitchFamily="34" charset="0"/>
                </a:rPr>
                <a:t>Op tab </a:t>
              </a:r>
              <a:r>
                <a:rPr lang="nl-NL" sz="1050" b="1" baseline="0" noProof="1">
                  <a:solidFill>
                    <a:schemeClr val="tx1"/>
                  </a:solidFill>
                  <a:latin typeface="Calibri Light" panose="020F0302020204030204" pitchFamily="34" charset="0"/>
                  <a:cs typeface="Calibri Light" panose="020F0302020204030204" pitchFamily="34" charset="0"/>
                </a:rPr>
                <a:t>Start</a:t>
              </a:r>
              <a:r>
                <a:rPr lang="nl-NL" sz="1050" baseline="0" noProof="1">
                  <a:solidFill>
                    <a:schemeClr val="tx1"/>
                  </a:solidFill>
                  <a:latin typeface="Calibri Light" panose="020F0302020204030204" pitchFamily="34" charset="0"/>
                  <a:cs typeface="Calibri Light" panose="020F0302020204030204" pitchFamily="34" charset="0"/>
                </a:rPr>
                <a:t>: klik </a:t>
              </a:r>
              <a:r>
                <a:rPr lang="nl-NL" sz="1050" u="sng" baseline="0" noProof="1">
                  <a:solidFill>
                    <a:schemeClr val="tx1"/>
                  </a:solidFill>
                  <a:latin typeface="Calibri Light" panose="020F0302020204030204" pitchFamily="34" charset="0"/>
                  <a:cs typeface="Calibri Light" panose="020F0302020204030204" pitchFamily="34" charset="0"/>
                </a:rPr>
                <a:t>op het tekstje onder </a:t>
              </a:r>
              <a:r>
                <a:rPr lang="nl-NL" sz="1050" baseline="0" noProof="1">
                  <a:solidFill>
                    <a:schemeClr val="tx1"/>
                  </a:solidFill>
                  <a:latin typeface="Calibri Light" panose="020F0302020204030204" pitchFamily="34" charset="0"/>
                  <a:cs typeface="Calibri Light" panose="020F0302020204030204" pitchFamily="34" charset="0"/>
                </a:rPr>
                <a:t>het pictogram </a:t>
              </a:r>
              <a:r>
                <a:rPr lang="nl-NL" sz="1050" b="1" baseline="0" noProof="1">
                  <a:solidFill>
                    <a:schemeClr val="tx1"/>
                  </a:solidFill>
                  <a:latin typeface="Calibri Light" panose="020F0302020204030204" pitchFamily="34" charset="0"/>
                  <a:cs typeface="Calibri Light" panose="020F0302020204030204" pitchFamily="34" charset="0"/>
                </a:rPr>
                <a:t>Nieuwe dia</a:t>
              </a:r>
              <a:r>
                <a:rPr lang="nl-NL" sz="1050" baseline="0" noProof="1">
                  <a:solidFill>
                    <a:schemeClr val="tx1"/>
                  </a:solidFill>
                  <a:latin typeface="Calibri Light" panose="020F0302020204030204" pitchFamily="34" charset="0"/>
                  <a:cs typeface="Calibri Light" panose="020F0302020204030204" pitchFamily="34" charset="0"/>
                </a:rPr>
                <a:t>:</a:t>
              </a:r>
            </a:p>
            <a:p>
              <a:pPr>
                <a:lnSpc>
                  <a:spcPct val="100000"/>
                </a:lnSpc>
              </a:pPr>
              <a:endParaRPr lang="nl-NL" sz="1050" baseline="0" noProof="1">
                <a:solidFill>
                  <a:schemeClr val="tx1"/>
                </a:solidFill>
                <a:latin typeface="Calibri Light" panose="020F0302020204030204" pitchFamily="34" charset="0"/>
                <a:cs typeface="Calibri Light" panose="020F0302020204030204" pitchFamily="34" charset="0"/>
              </a:endParaRPr>
            </a:p>
            <a:p>
              <a:pPr>
                <a:lnSpc>
                  <a:spcPct val="100000"/>
                </a:lnSpc>
              </a:pPr>
              <a:endParaRPr lang="nl-NL" sz="1050" baseline="0" noProof="1">
                <a:solidFill>
                  <a:schemeClr val="tx1"/>
                </a:solidFill>
                <a:latin typeface="Calibri Light" panose="020F0302020204030204" pitchFamily="34" charset="0"/>
                <a:cs typeface="Calibri Light" panose="020F0302020204030204" pitchFamily="34" charset="0"/>
              </a:endParaRPr>
            </a:p>
            <a:p>
              <a:pPr>
                <a:lnSpc>
                  <a:spcPct val="100000"/>
                </a:lnSpc>
              </a:pPr>
              <a:endParaRPr lang="nl-NL" sz="1050" baseline="0" noProof="1">
                <a:solidFill>
                  <a:schemeClr val="tx1"/>
                </a:solidFill>
                <a:latin typeface="Calibri Light" panose="020F0302020204030204" pitchFamily="34" charset="0"/>
                <a:cs typeface="Calibri Light" panose="020F0302020204030204" pitchFamily="34" charset="0"/>
              </a:endParaRPr>
            </a:p>
            <a:p>
              <a:pPr>
                <a:lnSpc>
                  <a:spcPct val="100000"/>
                </a:lnSpc>
              </a:pPr>
              <a:endParaRPr lang="nl-NL" sz="1050" baseline="0" noProof="1">
                <a:solidFill>
                  <a:schemeClr val="tx1"/>
                </a:solidFill>
                <a:latin typeface="Calibri Light" panose="020F0302020204030204" pitchFamily="34" charset="0"/>
                <a:cs typeface="Calibri Light" panose="020F0302020204030204" pitchFamily="34" charset="0"/>
              </a:endParaRPr>
            </a:p>
            <a:p>
              <a:pPr>
                <a:lnSpc>
                  <a:spcPct val="100000"/>
                </a:lnSpc>
              </a:pPr>
              <a:endParaRPr lang="nl-NL" sz="1050" baseline="0" noProof="1">
                <a:solidFill>
                  <a:schemeClr val="tx1"/>
                </a:solidFill>
                <a:latin typeface="Calibri Light" panose="020F0302020204030204" pitchFamily="34" charset="0"/>
                <a:cs typeface="Calibri Light" panose="020F0302020204030204" pitchFamily="34" charset="0"/>
              </a:endParaRPr>
            </a:p>
            <a:p>
              <a:pPr>
                <a:lnSpc>
                  <a:spcPct val="100000"/>
                </a:lnSpc>
              </a:pPr>
              <a:endParaRPr lang="nl-NL" sz="1050" b="1" baseline="0" noProof="1">
                <a:solidFill>
                  <a:schemeClr val="tx1"/>
                </a:solidFill>
                <a:latin typeface="Calibri Light" panose="020F0302020204030204" pitchFamily="34" charset="0"/>
                <a:cs typeface="Calibri Light" panose="020F0302020204030204" pitchFamily="34" charset="0"/>
              </a:endParaRPr>
            </a:p>
            <a:p>
              <a:pPr>
                <a:lnSpc>
                  <a:spcPct val="100000"/>
                </a:lnSpc>
              </a:pPr>
              <a:endParaRPr lang="nl-NL" sz="1050" b="1" baseline="0" noProof="1">
                <a:solidFill>
                  <a:schemeClr val="tx2"/>
                </a:solidFill>
                <a:latin typeface="Calibri Light" panose="020F0302020204030204" pitchFamily="34" charset="0"/>
                <a:cs typeface="Calibri Light" panose="020F0302020204030204" pitchFamily="34" charset="0"/>
              </a:endParaRPr>
            </a:p>
            <a:p>
              <a:pPr>
                <a:lnSpc>
                  <a:spcPct val="100000"/>
                </a:lnSpc>
              </a:pPr>
              <a:endParaRPr lang="nl-NL" sz="1050" b="1" baseline="0" noProof="1">
                <a:solidFill>
                  <a:schemeClr val="tx2"/>
                </a:solidFill>
                <a:latin typeface="Calibri Light" panose="020F0302020204030204" pitchFamily="34" charset="0"/>
                <a:cs typeface="Calibri Light" panose="020F0302020204030204" pitchFamily="34" charset="0"/>
              </a:endParaRPr>
            </a:p>
            <a:p>
              <a:pPr>
                <a:lnSpc>
                  <a:spcPct val="100000"/>
                </a:lnSpc>
              </a:pPr>
              <a:r>
                <a:rPr lang="nl-NL" sz="1050" b="1" cap="all" baseline="0" noProof="1">
                  <a:solidFill>
                    <a:schemeClr val="accent1"/>
                  </a:solidFill>
                  <a:latin typeface="Calibri Light" panose="020F0302020204030204" pitchFamily="34" charset="0"/>
                  <a:cs typeface="Calibri Light" panose="020F0302020204030204" pitchFamily="34" charset="0"/>
                </a:rPr>
                <a:t>Andere indeling voor huidige dia</a:t>
              </a:r>
            </a:p>
            <a:p>
              <a:pPr>
                <a:lnSpc>
                  <a:spcPct val="100000"/>
                </a:lnSpc>
              </a:pPr>
              <a:endParaRPr lang="nl-NL" sz="1050" b="0" baseline="0" noProof="1">
                <a:solidFill>
                  <a:schemeClr val="tx1"/>
                </a:solidFill>
                <a:latin typeface="Calibri Light" panose="020F0302020204030204" pitchFamily="34" charset="0"/>
                <a:cs typeface="Calibri Light" panose="020F0302020204030204" pitchFamily="34" charset="0"/>
              </a:endParaRPr>
            </a:p>
            <a:p>
              <a:pPr>
                <a:lnSpc>
                  <a:spcPct val="100000"/>
                </a:lnSpc>
              </a:pPr>
              <a:r>
                <a:rPr lang="nl-NL" sz="1050" b="0" baseline="0" noProof="1">
                  <a:solidFill>
                    <a:schemeClr val="tx1"/>
                  </a:solidFill>
                  <a:latin typeface="Calibri Light" panose="020F0302020204030204" pitchFamily="34" charset="0"/>
                  <a:cs typeface="Calibri Light" panose="020F0302020204030204" pitchFamily="34" charset="0"/>
                </a:rPr>
                <a:t>Op tab </a:t>
              </a:r>
              <a:r>
                <a:rPr lang="nl-NL" sz="1050" b="1" baseline="0" noProof="1">
                  <a:solidFill>
                    <a:schemeClr val="tx1"/>
                  </a:solidFill>
                  <a:latin typeface="Calibri Light" panose="020F0302020204030204" pitchFamily="34" charset="0"/>
                  <a:cs typeface="Calibri Light" panose="020F0302020204030204" pitchFamily="34" charset="0"/>
                </a:rPr>
                <a:t>Start</a:t>
              </a:r>
              <a:r>
                <a:rPr lang="nl-NL" sz="1050" b="0" baseline="0" noProof="1">
                  <a:solidFill>
                    <a:schemeClr val="tx1"/>
                  </a:solidFill>
                  <a:latin typeface="Calibri Light" panose="020F0302020204030204" pitchFamily="34" charset="0"/>
                  <a:cs typeface="Calibri Light" panose="020F0302020204030204" pitchFamily="34" charset="0"/>
                </a:rPr>
                <a:t>: klik op </a:t>
              </a:r>
              <a:r>
                <a:rPr lang="nl-NL" sz="1050" b="1" baseline="0" noProof="1">
                  <a:solidFill>
                    <a:schemeClr val="tx1"/>
                  </a:solidFill>
                  <a:latin typeface="Calibri Light" panose="020F0302020204030204" pitchFamily="34" charset="0"/>
                  <a:cs typeface="Calibri Light" panose="020F0302020204030204" pitchFamily="34" charset="0"/>
                </a:rPr>
                <a:t>Indeling</a:t>
              </a:r>
              <a:r>
                <a:rPr lang="nl-NL" sz="1050" b="0" baseline="0" noProof="1">
                  <a:solidFill>
                    <a:schemeClr val="tx1"/>
                  </a:solidFill>
                  <a:latin typeface="Calibri Light" panose="020F0302020204030204" pitchFamily="34" charset="0"/>
                  <a:cs typeface="Calibri Light" panose="020F0302020204030204" pitchFamily="34" charset="0"/>
                </a:rPr>
                <a:t>:</a:t>
              </a:r>
            </a:p>
          </p:txBody>
        </p:sp>
        <p:pic>
          <p:nvPicPr>
            <p:cNvPr id="124" name="Icon Nieuwe dia">
              <a:extLst>
                <a:ext uri="{FF2B5EF4-FFF2-40B4-BE49-F238E27FC236}">
                  <a16:creationId xmlns:a16="http://schemas.microsoft.com/office/drawing/2014/main" id="{7514B464-40D9-4395-B242-8B1A8E5A62B1}"/>
                </a:ext>
              </a:extLst>
            </p:cNvPr>
            <p:cNvPicPr>
              <a:picLocks noChangeAspect="1"/>
            </p:cNvPicPr>
            <p:nvPr userDrawn="1"/>
          </p:nvPicPr>
          <p:blipFill>
            <a:blip r:embed="rId2">
              <a:extLst>
                <a:ext uri="{28A0092B-C50C-407E-A947-70E740481C1C}">
                  <a14:useLocalDpi xmlns:a14="http://schemas.microsoft.com/office/drawing/2010/main" val="0"/>
                </a:ext>
              </a:extLst>
            </a:blip>
            <a:stretch/>
          </p:blipFill>
          <p:spPr>
            <a:xfrm>
              <a:off x="-2003707" y="2776092"/>
              <a:ext cx="495369" cy="762106"/>
            </a:xfrm>
            <a:prstGeom prst="rect">
              <a:avLst/>
            </a:prstGeom>
          </p:spPr>
        </p:pic>
        <p:sp>
          <p:nvSpPr>
            <p:cNvPr id="125" name="Pijl">
              <a:extLst>
                <a:ext uri="{FF2B5EF4-FFF2-40B4-BE49-F238E27FC236}">
                  <a16:creationId xmlns:a16="http://schemas.microsoft.com/office/drawing/2014/main" id="{764757AD-2B56-4485-A16B-AA17D099C223}"/>
                </a:ext>
              </a:extLst>
            </p:cNvPr>
            <p:cNvSpPr/>
            <p:nvPr userDrawn="1"/>
          </p:nvSpPr>
          <p:spPr>
            <a:xfrm>
              <a:off x="-1498911" y="3213945"/>
              <a:ext cx="606634" cy="181070"/>
            </a:xfrm>
            <a:prstGeom prst="leftArrow">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100" dirty="0">
                <a:solidFill>
                  <a:schemeClr val="tx1"/>
                </a:solidFill>
              </a:endParaRPr>
            </a:p>
          </p:txBody>
        </p:sp>
        <p:pic>
          <p:nvPicPr>
            <p:cNvPr id="126" name="Icon Indeling">
              <a:extLst>
                <a:ext uri="{FF2B5EF4-FFF2-40B4-BE49-F238E27FC236}">
                  <a16:creationId xmlns:a16="http://schemas.microsoft.com/office/drawing/2014/main" id="{087A846B-EA89-4B54-A854-EC14B137075C}"/>
                </a:ext>
              </a:extLst>
            </p:cNvPr>
            <p:cNvPicPr>
              <a:picLocks noChangeAspect="1"/>
            </p:cNvPicPr>
            <p:nvPr userDrawn="1"/>
          </p:nvPicPr>
          <p:blipFill>
            <a:blip r:embed="rId3">
              <a:extLst>
                <a:ext uri="{28A0092B-C50C-407E-A947-70E740481C1C}">
                  <a14:useLocalDpi xmlns:a14="http://schemas.microsoft.com/office/drawing/2010/main" val="0"/>
                </a:ext>
              </a:extLst>
            </a:blip>
            <a:stretch/>
          </p:blipFill>
          <p:spPr>
            <a:xfrm>
              <a:off x="-2052470" y="4552251"/>
              <a:ext cx="838317" cy="228632"/>
            </a:xfrm>
            <a:prstGeom prst="rect">
              <a:avLst/>
            </a:prstGeom>
          </p:spPr>
        </p:pic>
        <p:cxnSp>
          <p:nvCxnSpPr>
            <p:cNvPr id="127" name="Lijn">
              <a:extLst>
                <a:ext uri="{FF2B5EF4-FFF2-40B4-BE49-F238E27FC236}">
                  <a16:creationId xmlns:a16="http://schemas.microsoft.com/office/drawing/2014/main" id="{EEEAE59C-FEF7-4ADA-9FDC-3CE8BDF07E7B}"/>
                </a:ext>
              </a:extLst>
            </p:cNvPr>
            <p:cNvCxnSpPr>
              <a:cxnSpLocks/>
            </p:cNvCxnSpPr>
            <p:nvPr userDrawn="1"/>
          </p:nvCxnSpPr>
          <p:spPr>
            <a:xfrm>
              <a:off x="-2545133" y="2249550"/>
              <a:ext cx="23040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28" name="Lijn">
              <a:extLst>
                <a:ext uri="{FF2B5EF4-FFF2-40B4-BE49-F238E27FC236}">
                  <a16:creationId xmlns:a16="http://schemas.microsoft.com/office/drawing/2014/main" id="{DCE5BD24-CCFA-4DB5-A414-B10E7DB9B620}"/>
                </a:ext>
              </a:extLst>
            </p:cNvPr>
            <p:cNvCxnSpPr>
              <a:cxnSpLocks/>
            </p:cNvCxnSpPr>
            <p:nvPr userDrawn="1"/>
          </p:nvCxnSpPr>
          <p:spPr>
            <a:xfrm>
              <a:off x="-2545133" y="4186876"/>
              <a:ext cx="2304000" cy="0"/>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129" name="Tip Tekst opmaken">
            <a:extLst>
              <a:ext uri="{FF2B5EF4-FFF2-40B4-BE49-F238E27FC236}">
                <a16:creationId xmlns:a16="http://schemas.microsoft.com/office/drawing/2014/main" id="{72553A87-E6DE-4AC8-ADFF-F96D4DE43FE9}"/>
              </a:ext>
            </a:extLst>
          </p:cNvPr>
          <p:cNvGrpSpPr/>
          <p:nvPr userDrawn="1"/>
        </p:nvGrpSpPr>
        <p:grpSpPr>
          <a:xfrm>
            <a:off x="3908090" y="1391508"/>
            <a:ext cx="2304000" cy="3070071"/>
            <a:chOff x="-2564091" y="1731373"/>
            <a:chExt cx="2304000" cy="3070071"/>
          </a:xfrm>
        </p:grpSpPr>
        <p:sp>
          <p:nvSpPr>
            <p:cNvPr id="130" name="Tip tekst">
              <a:extLst>
                <a:ext uri="{FF2B5EF4-FFF2-40B4-BE49-F238E27FC236}">
                  <a16:creationId xmlns:a16="http://schemas.microsoft.com/office/drawing/2014/main" id="{D7BB2FFC-8DBF-407F-8DB2-3AA87503BAF7}"/>
                </a:ext>
              </a:extLst>
            </p:cNvPr>
            <p:cNvSpPr txBox="1"/>
            <p:nvPr userDrawn="1"/>
          </p:nvSpPr>
          <p:spPr>
            <a:xfrm>
              <a:off x="-2564091" y="1731373"/>
              <a:ext cx="2304000" cy="3070071"/>
            </a:xfrm>
            <a:prstGeom prst="rect">
              <a:avLst/>
            </a:prstGeom>
            <a:noFill/>
          </p:spPr>
          <p:txBody>
            <a:bodyPr wrap="square" lIns="0" tIns="0" rIns="0" bIns="0" rtlCol="0">
              <a:spAutoFit/>
            </a:bodyPr>
            <a:lstStyle/>
            <a:p>
              <a:pPr>
                <a:lnSpc>
                  <a:spcPct val="100000"/>
                </a:lnSpc>
              </a:pPr>
              <a:r>
                <a:rPr lang="nl-NL" sz="1050" b="1" cap="all" baseline="0" noProof="1">
                  <a:solidFill>
                    <a:schemeClr val="accent1"/>
                  </a:solidFill>
                  <a:latin typeface="Calibri Light" panose="020F0302020204030204" pitchFamily="34" charset="0"/>
                  <a:cs typeface="Calibri Light" panose="020F0302020204030204" pitchFamily="34" charset="0"/>
                </a:rPr>
                <a:t>Tekst opmaken</a:t>
              </a:r>
            </a:p>
            <a:p>
              <a:pPr>
                <a:lnSpc>
                  <a:spcPct val="100000"/>
                </a:lnSpc>
              </a:pPr>
              <a:endParaRPr lang="nl-NL" sz="1050" cap="all" baseline="0" noProof="1">
                <a:solidFill>
                  <a:schemeClr val="accent1"/>
                </a:solidFill>
                <a:latin typeface="Calibri Light" panose="020F0302020204030204" pitchFamily="34" charset="0"/>
                <a:cs typeface="Calibri Light" panose="020F0302020204030204" pitchFamily="34" charset="0"/>
              </a:endParaRPr>
            </a:p>
            <a:p>
              <a:pPr>
                <a:lnSpc>
                  <a:spcPct val="100000"/>
                </a:lnSpc>
              </a:pPr>
              <a:r>
                <a:rPr lang="nl-NL" sz="1050" baseline="0" noProof="1">
                  <a:solidFill>
                    <a:schemeClr val="tx1"/>
                  </a:solidFill>
                  <a:latin typeface="Calibri Light" panose="020F0302020204030204" pitchFamily="34" charset="0"/>
                  <a:cs typeface="Calibri Light" panose="020F0302020204030204" pitchFamily="34" charset="0"/>
                </a:rPr>
                <a:t>In tekstkaders zijn vijf stijlen ingesteld:</a:t>
              </a:r>
            </a:p>
            <a:p>
              <a:pPr>
                <a:lnSpc>
                  <a:spcPct val="100000"/>
                </a:lnSpc>
              </a:pPr>
              <a:endParaRPr lang="nl-NL" sz="1050" baseline="0" noProof="1">
                <a:solidFill>
                  <a:schemeClr val="tx1"/>
                </a:solidFill>
                <a:latin typeface="Calibri Light" panose="020F0302020204030204" pitchFamily="34" charset="0"/>
                <a:cs typeface="Calibri Light" panose="020F0302020204030204" pitchFamily="34" charset="0"/>
              </a:endParaRPr>
            </a:p>
            <a:p>
              <a:pPr>
                <a:lnSpc>
                  <a:spcPct val="100000"/>
                </a:lnSpc>
              </a:pPr>
              <a:endParaRPr lang="nl-NL" sz="1050" baseline="0" noProof="1">
                <a:solidFill>
                  <a:schemeClr val="tx1"/>
                </a:solidFill>
                <a:latin typeface="Calibri Light" panose="020F0302020204030204" pitchFamily="34" charset="0"/>
                <a:cs typeface="Calibri Light" panose="020F0302020204030204" pitchFamily="34" charset="0"/>
              </a:endParaRPr>
            </a:p>
            <a:p>
              <a:pPr>
                <a:lnSpc>
                  <a:spcPct val="100000"/>
                </a:lnSpc>
              </a:pPr>
              <a:endParaRPr lang="nl-NL" sz="1050" baseline="0" noProof="1">
                <a:solidFill>
                  <a:schemeClr val="tx1"/>
                </a:solidFill>
                <a:latin typeface="Calibri Light" panose="020F0302020204030204" pitchFamily="34" charset="0"/>
                <a:cs typeface="Calibri Light" panose="020F0302020204030204" pitchFamily="34" charset="0"/>
              </a:endParaRPr>
            </a:p>
            <a:p>
              <a:pPr>
                <a:lnSpc>
                  <a:spcPct val="100000"/>
                </a:lnSpc>
              </a:pPr>
              <a:endParaRPr lang="nl-NL" sz="1050" baseline="0" noProof="1">
                <a:solidFill>
                  <a:schemeClr val="tx1"/>
                </a:solidFill>
                <a:latin typeface="Calibri Light" panose="020F0302020204030204" pitchFamily="34" charset="0"/>
                <a:cs typeface="Calibri Light" panose="020F0302020204030204" pitchFamily="34" charset="0"/>
              </a:endParaRPr>
            </a:p>
            <a:p>
              <a:pPr>
                <a:lnSpc>
                  <a:spcPct val="100000"/>
                </a:lnSpc>
              </a:pPr>
              <a:endParaRPr lang="nl-NL" sz="1050" baseline="0" noProof="1">
                <a:solidFill>
                  <a:schemeClr val="tx1"/>
                </a:solidFill>
                <a:latin typeface="Calibri Light" panose="020F0302020204030204" pitchFamily="34" charset="0"/>
                <a:cs typeface="Calibri Light" panose="020F0302020204030204" pitchFamily="34" charset="0"/>
              </a:endParaRPr>
            </a:p>
            <a:p>
              <a:pPr>
                <a:lnSpc>
                  <a:spcPct val="100000"/>
                </a:lnSpc>
              </a:pPr>
              <a:endParaRPr lang="nl-NL" sz="1050" baseline="0" noProof="1">
                <a:solidFill>
                  <a:schemeClr val="tx1"/>
                </a:solidFill>
                <a:latin typeface="Calibri Light" panose="020F0302020204030204" pitchFamily="34" charset="0"/>
                <a:cs typeface="Calibri Light" panose="020F0302020204030204" pitchFamily="34" charset="0"/>
              </a:endParaRPr>
            </a:p>
            <a:p>
              <a:pPr>
                <a:lnSpc>
                  <a:spcPct val="100000"/>
                </a:lnSpc>
              </a:pPr>
              <a:endParaRPr lang="nl-NL" sz="1050" baseline="0" noProof="1">
                <a:solidFill>
                  <a:schemeClr val="tx1"/>
                </a:solidFill>
                <a:latin typeface="Calibri Light" panose="020F0302020204030204" pitchFamily="34" charset="0"/>
                <a:cs typeface="Calibri Light" panose="020F0302020204030204" pitchFamily="34" charset="0"/>
              </a:endParaRPr>
            </a:p>
            <a:p>
              <a:pPr>
                <a:lnSpc>
                  <a:spcPct val="100000"/>
                </a:lnSpc>
              </a:pPr>
              <a:r>
                <a:rPr lang="nl-NL" sz="1050" baseline="0" noProof="1">
                  <a:solidFill>
                    <a:schemeClr val="tx1"/>
                  </a:solidFill>
                  <a:latin typeface="Calibri Light" panose="020F0302020204030204" pitchFamily="34" charset="0"/>
                  <a:cs typeface="Calibri Light" panose="020F0302020204030204" pitchFamily="34" charset="0"/>
                </a:rPr>
                <a:t>Je kiest een volgende/vorige stijl door op de </a:t>
              </a:r>
              <a:r>
                <a:rPr lang="nl-NL" sz="1050" b="1" baseline="0" noProof="1">
                  <a:solidFill>
                    <a:schemeClr val="tx1"/>
                  </a:solidFill>
                  <a:latin typeface="Calibri Light" panose="020F0302020204030204" pitchFamily="34" charset="0"/>
                  <a:cs typeface="Calibri Light" panose="020F0302020204030204" pitchFamily="34" charset="0"/>
                </a:rPr>
                <a:t>Start</a:t>
              </a:r>
              <a:r>
                <a:rPr lang="nl-NL" sz="1050" b="0" baseline="0" noProof="1">
                  <a:solidFill>
                    <a:schemeClr val="tx1"/>
                  </a:solidFill>
                  <a:latin typeface="Calibri Light" panose="020F0302020204030204" pitchFamily="34" charset="0"/>
                  <a:cs typeface="Calibri Light" panose="020F0302020204030204" pitchFamily="34" charset="0"/>
                </a:rPr>
                <a:t>-tab</a:t>
              </a:r>
              <a:r>
                <a:rPr lang="nl-NL" sz="1050" baseline="0" noProof="1">
                  <a:solidFill>
                    <a:schemeClr val="tx1"/>
                  </a:solidFill>
                  <a:latin typeface="Calibri Light" panose="020F0302020204030204" pitchFamily="34" charset="0"/>
                  <a:cs typeface="Calibri Light" panose="020F0302020204030204" pitchFamily="34" charset="0"/>
                </a:rPr>
                <a:t> op de volgende knoppen te klikken:</a:t>
              </a:r>
            </a:p>
            <a:p>
              <a:pPr>
                <a:lnSpc>
                  <a:spcPct val="100000"/>
                </a:lnSpc>
              </a:pPr>
              <a:endParaRPr lang="nl-NL" sz="1050" baseline="0" noProof="1">
                <a:solidFill>
                  <a:schemeClr val="tx1"/>
                </a:solidFill>
                <a:latin typeface="Calibri Light" panose="020F0302020204030204" pitchFamily="34" charset="0"/>
                <a:cs typeface="Calibri Light" panose="020F0302020204030204" pitchFamily="34" charset="0"/>
              </a:endParaRPr>
            </a:p>
            <a:p>
              <a:pPr>
                <a:lnSpc>
                  <a:spcPct val="100000"/>
                </a:lnSpc>
              </a:pPr>
              <a:endParaRPr lang="nl-NL" sz="1050" baseline="0" noProof="1">
                <a:solidFill>
                  <a:schemeClr val="tx1"/>
                </a:solidFill>
                <a:latin typeface="Calibri Light" panose="020F0302020204030204" pitchFamily="34" charset="0"/>
                <a:cs typeface="Calibri Light" panose="020F0302020204030204" pitchFamily="34" charset="0"/>
              </a:endParaRPr>
            </a:p>
            <a:p>
              <a:pPr marL="0" indent="0">
                <a:lnSpc>
                  <a:spcPct val="100000"/>
                </a:lnSpc>
                <a:buFont typeface="Calibri" panose="020B0604020202020204" pitchFamily="34" charset="0"/>
                <a:buNone/>
              </a:pPr>
              <a:r>
                <a:rPr lang="nl-NL" sz="1050" i="0" u="none" baseline="0" noProof="1">
                  <a:solidFill>
                    <a:schemeClr val="tx1"/>
                  </a:solidFill>
                  <a:latin typeface="Calibri Light" panose="020F0302020204030204" pitchFamily="34" charset="0"/>
                  <a:cs typeface="Calibri Light" panose="020F0302020204030204" pitchFamily="34" charset="0"/>
                </a:rPr>
                <a:t>Je kunt meerdere ‘sprongen’ tegelijk voor- of achteruit maken als je b.v. van stijl 1 naar stijl 4 wilt gaan. Je klikt dan meerdere keren op de betreffende knop.</a:t>
              </a:r>
              <a:endParaRPr lang="nl-NL" sz="1050" b="0" i="1" u="none" baseline="0" noProof="1">
                <a:solidFill>
                  <a:schemeClr val="tx1"/>
                </a:solidFill>
                <a:latin typeface="Calibri Light" panose="020F0302020204030204" pitchFamily="34" charset="0"/>
                <a:cs typeface="Calibri Light" panose="020F0302020204030204" pitchFamily="34" charset="0"/>
              </a:endParaRPr>
            </a:p>
          </p:txBody>
        </p:sp>
        <p:pic>
          <p:nvPicPr>
            <p:cNvPr id="131" name="Icon Inspringen">
              <a:extLst>
                <a:ext uri="{FF2B5EF4-FFF2-40B4-BE49-F238E27FC236}">
                  <a16:creationId xmlns:a16="http://schemas.microsoft.com/office/drawing/2014/main" id="{CF43F927-00B0-4D5B-B697-0D4CC3EA58D3}"/>
                </a:ext>
              </a:extLst>
            </p:cNvPr>
            <p:cNvPicPr>
              <a:picLocks noChangeAspect="1"/>
            </p:cNvPicPr>
            <p:nvPr userDrawn="1"/>
          </p:nvPicPr>
          <p:blipFill>
            <a:blip r:embed="rId4">
              <a:extLst>
                <a:ext uri="{28A0092B-C50C-407E-A947-70E740481C1C}">
                  <a14:useLocalDpi xmlns:a14="http://schemas.microsoft.com/office/drawing/2010/main" val="0"/>
                </a:ext>
              </a:extLst>
            </a:blip>
            <a:srcRect/>
            <a:stretch/>
          </p:blipFill>
          <p:spPr>
            <a:xfrm>
              <a:off x="-1800650" y="3690667"/>
              <a:ext cx="757782" cy="322059"/>
            </a:xfrm>
            <a:prstGeom prst="rect">
              <a:avLst/>
            </a:prstGeom>
          </p:spPr>
        </p:pic>
        <p:cxnSp>
          <p:nvCxnSpPr>
            <p:cNvPr id="132" name="Lijn">
              <a:extLst>
                <a:ext uri="{FF2B5EF4-FFF2-40B4-BE49-F238E27FC236}">
                  <a16:creationId xmlns:a16="http://schemas.microsoft.com/office/drawing/2014/main" id="{55783685-606D-41B5-B8A6-C63AC95E381A}"/>
                </a:ext>
              </a:extLst>
            </p:cNvPr>
            <p:cNvCxnSpPr>
              <a:cxnSpLocks/>
            </p:cNvCxnSpPr>
            <p:nvPr userDrawn="1"/>
          </p:nvCxnSpPr>
          <p:spPr>
            <a:xfrm>
              <a:off x="-2564091" y="1923866"/>
              <a:ext cx="2304000" cy="0"/>
            </a:xfrm>
            <a:prstGeom prst="line">
              <a:avLst/>
            </a:prstGeom>
          </p:spPr>
          <p:style>
            <a:lnRef idx="1">
              <a:schemeClr val="accent1"/>
            </a:lnRef>
            <a:fillRef idx="0">
              <a:schemeClr val="accent1"/>
            </a:fillRef>
            <a:effectRef idx="0">
              <a:schemeClr val="accent1"/>
            </a:effectRef>
            <a:fontRef idx="minor">
              <a:schemeClr val="tx1"/>
            </a:fontRef>
          </p:style>
        </p:cxnSp>
        <p:pic>
          <p:nvPicPr>
            <p:cNvPr id="133" name="Screenprint stijlen">
              <a:extLst>
                <a:ext uri="{FF2B5EF4-FFF2-40B4-BE49-F238E27FC236}">
                  <a16:creationId xmlns:a16="http://schemas.microsoft.com/office/drawing/2014/main" id="{86BD6095-FD1D-4D21-8E99-06BCB4E7C812}"/>
                </a:ext>
              </a:extLst>
            </p:cNvPr>
            <p:cNvPicPr>
              <a:picLocks noChangeAspect="1"/>
            </p:cNvPicPr>
            <p:nvPr userDrawn="1"/>
          </p:nvPicPr>
          <p:blipFill>
            <a:blip r:embed="rId5"/>
            <a:srcRect/>
            <a:stretch/>
          </p:blipFill>
          <p:spPr>
            <a:xfrm>
              <a:off x="-2212199" y="2262433"/>
              <a:ext cx="1191281" cy="875520"/>
            </a:xfrm>
            <a:prstGeom prst="rect">
              <a:avLst/>
            </a:prstGeom>
          </p:spPr>
        </p:pic>
      </p:grpSp>
      <p:grpSp>
        <p:nvGrpSpPr>
          <p:cNvPr id="134" name="Tip Foto instellen">
            <a:extLst>
              <a:ext uri="{FF2B5EF4-FFF2-40B4-BE49-F238E27FC236}">
                <a16:creationId xmlns:a16="http://schemas.microsoft.com/office/drawing/2014/main" id="{36DEFC1B-2E82-48C4-A6CC-F2001A75A195}"/>
              </a:ext>
            </a:extLst>
          </p:cNvPr>
          <p:cNvGrpSpPr/>
          <p:nvPr userDrawn="1"/>
        </p:nvGrpSpPr>
        <p:grpSpPr>
          <a:xfrm>
            <a:off x="6641622" y="1391508"/>
            <a:ext cx="2304000" cy="5009064"/>
            <a:chOff x="6633481" y="1391507"/>
            <a:chExt cx="2304000" cy="5009064"/>
          </a:xfrm>
        </p:grpSpPr>
        <p:sp>
          <p:nvSpPr>
            <p:cNvPr id="135" name="Tip tekst">
              <a:extLst>
                <a:ext uri="{FF2B5EF4-FFF2-40B4-BE49-F238E27FC236}">
                  <a16:creationId xmlns:a16="http://schemas.microsoft.com/office/drawing/2014/main" id="{DAFF4126-7BC9-40F2-A4AD-0897615BC5FC}"/>
                </a:ext>
              </a:extLst>
            </p:cNvPr>
            <p:cNvSpPr txBox="1"/>
            <p:nvPr userDrawn="1"/>
          </p:nvSpPr>
          <p:spPr>
            <a:xfrm>
              <a:off x="6633481" y="1391507"/>
              <a:ext cx="2304000" cy="5009064"/>
            </a:xfrm>
            <a:prstGeom prst="rect">
              <a:avLst/>
            </a:prstGeom>
            <a:noFill/>
          </p:spPr>
          <p:txBody>
            <a:bodyPr wrap="square" lIns="0" tIns="0" rIns="0" bIns="0" rtlCol="0">
              <a:spAutoFit/>
            </a:bodyPr>
            <a:lstStyle/>
            <a:p>
              <a:pPr marL="0" algn="l" defTabSz="531979" rtl="0" eaLnBrk="1" latinLnBrk="0" hangingPunct="1">
                <a:lnSpc>
                  <a:spcPct val="100000"/>
                </a:lnSpc>
              </a:pPr>
              <a:r>
                <a:rPr lang="nl-NL" sz="1050" b="1" kern="1200" cap="all" baseline="0" noProof="1">
                  <a:solidFill>
                    <a:schemeClr val="accent1"/>
                  </a:solidFill>
                  <a:latin typeface="Calibri Light" panose="020F0302020204030204" pitchFamily="34" charset="0"/>
                  <a:ea typeface="+mn-ea"/>
                  <a:cs typeface="Calibri Light" panose="020F0302020204030204" pitchFamily="34" charset="0"/>
                </a:rPr>
                <a:t>Foto instellen</a:t>
              </a:r>
            </a:p>
            <a:p>
              <a:pPr marL="0" algn="l" defTabSz="531979" rtl="0" eaLnBrk="1" latinLnBrk="0" hangingPunct="1">
                <a:lnSpc>
                  <a:spcPct val="100000"/>
                </a:lnSpc>
              </a:pPr>
              <a:endParaRPr lang="nl-NL" sz="1050" b="0" kern="1200" cap="none" baseline="0" noProof="1">
                <a:solidFill>
                  <a:schemeClr val="tx1"/>
                </a:solidFill>
                <a:latin typeface="Calibri Light" panose="020F0302020204030204" pitchFamily="34" charset="0"/>
                <a:ea typeface="+mn-ea"/>
                <a:cs typeface="Calibri Light" panose="020F0302020204030204" pitchFamily="34" charset="0"/>
              </a:endParaRPr>
            </a:p>
            <a:p>
              <a:pPr>
                <a:lnSpc>
                  <a:spcPct val="100000"/>
                </a:lnSpc>
              </a:pPr>
              <a:r>
                <a:rPr lang="nl-NL" sz="1050" baseline="0" noProof="1">
                  <a:solidFill>
                    <a:schemeClr val="tx1"/>
                  </a:solidFill>
                  <a:latin typeface="Calibri Light" panose="020F0302020204030204" pitchFamily="34" charset="0"/>
                  <a:cs typeface="Calibri Light" panose="020F0302020204030204" pitchFamily="34" charset="0"/>
                </a:rPr>
                <a:t>Een fotokader wordt altijd vanuit het midden van de gekozen foto gevuld. </a:t>
              </a:r>
            </a:p>
            <a:p>
              <a:pPr>
                <a:lnSpc>
                  <a:spcPct val="100000"/>
                </a:lnSpc>
              </a:pPr>
              <a:endParaRPr lang="nl-NL" sz="1050" baseline="0" noProof="1">
                <a:solidFill>
                  <a:schemeClr val="tx1"/>
                </a:solidFill>
                <a:latin typeface="Calibri Light" panose="020F0302020204030204" pitchFamily="34" charset="0"/>
                <a:cs typeface="Calibri Light" panose="020F0302020204030204" pitchFamily="34" charset="0"/>
              </a:endParaRPr>
            </a:p>
            <a:p>
              <a:pPr>
                <a:lnSpc>
                  <a:spcPct val="100000"/>
                </a:lnSpc>
              </a:pPr>
              <a:r>
                <a:rPr lang="nl-NL" sz="1050" b="0" i="0" u="none" baseline="0" noProof="1">
                  <a:solidFill>
                    <a:schemeClr val="tx1"/>
                  </a:solidFill>
                  <a:latin typeface="Calibri Light" panose="020F0302020204030204" pitchFamily="34" charset="0"/>
                  <a:cs typeface="Calibri Light" panose="020F0302020204030204" pitchFamily="34" charset="0"/>
                </a:rPr>
                <a:t>Als je een ander gedeelte van de foto wilt zien, gebruik je de functie ‘bijsnijden’:</a:t>
              </a:r>
            </a:p>
            <a:p>
              <a:pPr marL="143991" indent="-143991">
                <a:lnSpc>
                  <a:spcPct val="100000"/>
                </a:lnSpc>
                <a:buSzPct val="85000"/>
                <a:buFont typeface="Calibri" panose="020B0604020202020204" pitchFamily="34" charset="0"/>
                <a:buChar char="•"/>
              </a:pPr>
              <a:r>
                <a:rPr lang="nl-NL" sz="1050" b="0" i="0" u="none" baseline="0" noProof="1">
                  <a:solidFill>
                    <a:schemeClr val="tx1"/>
                  </a:solidFill>
                  <a:latin typeface="Calibri Light" panose="020F0302020204030204" pitchFamily="34" charset="0"/>
                  <a:cs typeface="Calibri Light" panose="020F0302020204030204" pitchFamily="34" charset="0"/>
                </a:rPr>
                <a:t>Klik op de foto.</a:t>
              </a:r>
            </a:p>
            <a:p>
              <a:pPr marL="143991" indent="-143991">
                <a:lnSpc>
                  <a:spcPct val="100000"/>
                </a:lnSpc>
                <a:buSzPct val="85000"/>
                <a:buFont typeface="Calibri" panose="020B0604020202020204" pitchFamily="34" charset="0"/>
                <a:buChar char="•"/>
              </a:pPr>
              <a:r>
                <a:rPr lang="nl-NL" sz="1050" b="0" i="0" u="none" baseline="0" noProof="1">
                  <a:solidFill>
                    <a:schemeClr val="tx1"/>
                  </a:solidFill>
                  <a:latin typeface="Calibri Light" panose="020F0302020204030204" pitchFamily="34" charset="0"/>
                  <a:cs typeface="Calibri Light" panose="020F0302020204030204" pitchFamily="34" charset="0"/>
                </a:rPr>
                <a:t>Op tab </a:t>
              </a:r>
              <a:r>
                <a:rPr lang="nl-NL" sz="1050" b="1" i="0" u="none" baseline="0" noProof="1">
                  <a:solidFill>
                    <a:schemeClr val="tx1"/>
                  </a:solidFill>
                  <a:latin typeface="Calibri Light" panose="020F0302020204030204" pitchFamily="34" charset="0"/>
                  <a:cs typeface="Calibri Light" panose="020F0302020204030204" pitchFamily="34" charset="0"/>
                </a:rPr>
                <a:t>Afbeeldingsopmaak</a:t>
              </a:r>
              <a:r>
                <a:rPr lang="nl-NL" sz="1050" b="0" i="0" u="none" baseline="0" noProof="1">
                  <a:solidFill>
                    <a:schemeClr val="tx1"/>
                  </a:solidFill>
                  <a:latin typeface="Calibri Light" panose="020F0302020204030204" pitchFamily="34" charset="0"/>
                  <a:cs typeface="Calibri Light" panose="020F0302020204030204" pitchFamily="34" charset="0"/>
                </a:rPr>
                <a:t>: klik op </a:t>
              </a:r>
              <a:r>
                <a:rPr lang="nl-NL" sz="1050" b="1" i="0" u="none" baseline="0" noProof="1">
                  <a:solidFill>
                    <a:schemeClr val="tx1"/>
                  </a:solidFill>
                  <a:latin typeface="Calibri Light" panose="020F0302020204030204" pitchFamily="34" charset="0"/>
                  <a:cs typeface="Calibri Light" panose="020F0302020204030204" pitchFamily="34" charset="0"/>
                </a:rPr>
                <a:t>Bijsnijden</a:t>
              </a:r>
              <a:r>
                <a:rPr lang="nl-NL" sz="1050" b="0" i="0" u="none" baseline="0" noProof="1">
                  <a:solidFill>
                    <a:schemeClr val="tx1"/>
                  </a:solidFill>
                  <a:latin typeface="Calibri Light" panose="020F0302020204030204" pitchFamily="34" charset="0"/>
                  <a:cs typeface="Calibri Light" panose="020F0302020204030204" pitchFamily="34" charset="0"/>
                </a:rPr>
                <a:t>:</a:t>
              </a:r>
            </a:p>
            <a:p>
              <a:pPr marL="143991" indent="-143991">
                <a:lnSpc>
                  <a:spcPct val="100000"/>
                </a:lnSpc>
                <a:buSzPct val="85000"/>
                <a:buFont typeface="Calibri" panose="020B0604020202020204" pitchFamily="34" charset="0"/>
                <a:buChar char="•"/>
              </a:pPr>
              <a:endParaRPr lang="nl-NL" sz="1050" b="0" i="0" u="none" baseline="0" noProof="1">
                <a:solidFill>
                  <a:schemeClr val="tx1"/>
                </a:solidFill>
                <a:latin typeface="Calibri Light" panose="020F0302020204030204" pitchFamily="34" charset="0"/>
                <a:cs typeface="Calibri Light" panose="020F0302020204030204" pitchFamily="34" charset="0"/>
              </a:endParaRPr>
            </a:p>
            <a:p>
              <a:pPr marL="143991" indent="-143991">
                <a:lnSpc>
                  <a:spcPct val="100000"/>
                </a:lnSpc>
                <a:buSzPct val="85000"/>
                <a:buFont typeface="Calibri" panose="020B0604020202020204" pitchFamily="34" charset="0"/>
                <a:buChar char="•"/>
              </a:pPr>
              <a:endParaRPr lang="nl-NL" sz="1050" b="0" i="0" u="none" baseline="0" noProof="1">
                <a:solidFill>
                  <a:schemeClr val="tx1"/>
                </a:solidFill>
                <a:latin typeface="Calibri Light" panose="020F0302020204030204" pitchFamily="34" charset="0"/>
                <a:cs typeface="Calibri Light" panose="020F0302020204030204" pitchFamily="34" charset="0"/>
              </a:endParaRPr>
            </a:p>
            <a:p>
              <a:pPr marL="143991" indent="-143991">
                <a:lnSpc>
                  <a:spcPct val="100000"/>
                </a:lnSpc>
                <a:buSzPct val="85000"/>
                <a:buFont typeface="Calibri" panose="020B0604020202020204" pitchFamily="34" charset="0"/>
                <a:buChar char="•"/>
              </a:pPr>
              <a:endParaRPr lang="nl-NL" sz="1050" b="0" i="0" u="none" baseline="0" noProof="1">
                <a:solidFill>
                  <a:schemeClr val="tx1"/>
                </a:solidFill>
                <a:latin typeface="Calibri Light" panose="020F0302020204030204" pitchFamily="34" charset="0"/>
                <a:cs typeface="Calibri Light" panose="020F0302020204030204" pitchFamily="34" charset="0"/>
              </a:endParaRPr>
            </a:p>
            <a:p>
              <a:pPr marL="143991" indent="-143991">
                <a:lnSpc>
                  <a:spcPct val="100000"/>
                </a:lnSpc>
                <a:buSzPct val="85000"/>
                <a:buFont typeface="Calibri" panose="020B0604020202020204" pitchFamily="34" charset="0"/>
                <a:buChar char="•"/>
              </a:pPr>
              <a:endParaRPr lang="nl-NL" sz="1050" b="0" i="0" u="none" baseline="0" noProof="1">
                <a:solidFill>
                  <a:schemeClr val="tx1"/>
                </a:solidFill>
                <a:latin typeface="Calibri Light" panose="020F0302020204030204" pitchFamily="34" charset="0"/>
                <a:cs typeface="Calibri Light" panose="020F0302020204030204" pitchFamily="34" charset="0"/>
              </a:endParaRPr>
            </a:p>
            <a:p>
              <a:pPr marL="143991" indent="-143991">
                <a:lnSpc>
                  <a:spcPct val="100000"/>
                </a:lnSpc>
                <a:buSzPct val="85000"/>
                <a:buFont typeface="Calibri" panose="020B0604020202020204" pitchFamily="34" charset="0"/>
                <a:buChar char="•"/>
              </a:pPr>
              <a:r>
                <a:rPr lang="nl-NL" sz="1050" b="0" i="0" u="none" baseline="0" noProof="1">
                  <a:solidFill>
                    <a:schemeClr val="tx1"/>
                  </a:solidFill>
                  <a:latin typeface="Calibri Light" panose="020F0302020204030204" pitchFamily="34" charset="0"/>
                  <a:cs typeface="Calibri Light" panose="020F0302020204030204" pitchFamily="34" charset="0"/>
                </a:rPr>
                <a:t>Nu kun je de foto bewegen en daarmee het gewenste deel in beeld schuiven. Ook kun je de foto vergroten/ verkleinen door met de ronde witte greepjes in de hoeken te slepen.</a:t>
              </a:r>
            </a:p>
            <a:p>
              <a:pPr marL="143991" indent="-143991">
                <a:lnSpc>
                  <a:spcPct val="100000"/>
                </a:lnSpc>
                <a:buSzPct val="85000"/>
                <a:buFont typeface="Calibri" panose="020B0604020202020204" pitchFamily="34" charset="0"/>
                <a:buChar char="•"/>
              </a:pPr>
              <a:r>
                <a:rPr lang="nl-NL" sz="1050" b="0" i="0" u="none" baseline="0" noProof="1">
                  <a:solidFill>
                    <a:schemeClr val="tx1"/>
                  </a:solidFill>
                  <a:latin typeface="Calibri Light" panose="020F0302020204030204" pitchFamily="34" charset="0"/>
                  <a:cs typeface="Calibri Light" panose="020F0302020204030204" pitchFamily="34" charset="0"/>
                </a:rPr>
                <a:t>Klik naast het kader om de bijsnijden-functie te verlaten.</a:t>
              </a:r>
            </a:p>
            <a:p>
              <a:pPr marL="0" indent="0">
                <a:lnSpc>
                  <a:spcPct val="100000"/>
                </a:lnSpc>
                <a:buFont typeface="Calibri" panose="020B0604020202020204" pitchFamily="34" charset="0"/>
                <a:buNone/>
              </a:pPr>
              <a:endParaRPr lang="nl-NL" sz="1050" b="0" i="0" u="none" baseline="0" noProof="1">
                <a:solidFill>
                  <a:schemeClr val="tx1"/>
                </a:solidFill>
                <a:latin typeface="Calibri Light" panose="020F0302020204030204" pitchFamily="34" charset="0"/>
                <a:cs typeface="Calibri Light" panose="020F0302020204030204" pitchFamily="34" charset="0"/>
              </a:endParaRPr>
            </a:p>
            <a:p>
              <a:pPr marL="0" indent="0" algn="l" defTabSz="531979" rtl="0" eaLnBrk="1" latinLnBrk="0" hangingPunct="1">
                <a:lnSpc>
                  <a:spcPct val="100000"/>
                </a:lnSpc>
                <a:buFont typeface="Calibri" panose="020B0604020202020204" pitchFamily="34" charset="0"/>
                <a:buNone/>
              </a:pPr>
              <a:r>
                <a:rPr lang="nl-NL" sz="1050" b="1" kern="1200" cap="all" baseline="0" noProof="1">
                  <a:solidFill>
                    <a:schemeClr val="accent1"/>
                  </a:solidFill>
                  <a:latin typeface="Calibri Light" panose="020F0302020204030204" pitchFamily="34" charset="0"/>
                  <a:ea typeface="+mn-ea"/>
                  <a:cs typeface="Calibri Light" panose="020F0302020204030204" pitchFamily="34" charset="0"/>
                </a:rPr>
                <a:t>Andere foto kiezen</a:t>
              </a:r>
            </a:p>
            <a:p>
              <a:pPr marL="0" indent="0" algn="l" defTabSz="531979" rtl="0" eaLnBrk="1" latinLnBrk="0" hangingPunct="1">
                <a:lnSpc>
                  <a:spcPct val="100000"/>
                </a:lnSpc>
                <a:buFont typeface="Calibri" panose="020B0604020202020204" pitchFamily="34" charset="0"/>
                <a:buNone/>
              </a:pPr>
              <a:endParaRPr lang="nl-NL" sz="1050" b="0" kern="1200" cap="none" baseline="0" noProof="1">
                <a:solidFill>
                  <a:schemeClr val="tx1"/>
                </a:solidFill>
                <a:latin typeface="Calibri Light" panose="020F0302020204030204" pitchFamily="34" charset="0"/>
                <a:ea typeface="+mn-ea"/>
                <a:cs typeface="Calibri Light" panose="020F0302020204030204" pitchFamily="34" charset="0"/>
              </a:endParaRPr>
            </a:p>
            <a:p>
              <a:pPr marL="143991" indent="-143991">
                <a:lnSpc>
                  <a:spcPct val="100000"/>
                </a:lnSpc>
                <a:buSzPct val="85000"/>
                <a:buFont typeface="Calibri" panose="020B0604020202020204" pitchFamily="34" charset="0"/>
                <a:buChar char="•"/>
              </a:pPr>
              <a:r>
                <a:rPr lang="nl-NL" sz="1050" b="0" i="0" u="none" baseline="0" noProof="1">
                  <a:solidFill>
                    <a:schemeClr val="tx1"/>
                  </a:solidFill>
                  <a:latin typeface="Calibri Light" panose="020F0302020204030204" pitchFamily="34" charset="0"/>
                  <a:cs typeface="Calibri Light" panose="020F0302020204030204" pitchFamily="34" charset="0"/>
                </a:rPr>
                <a:t>Selecteer de foto.</a:t>
              </a:r>
            </a:p>
            <a:p>
              <a:pPr marL="143991" indent="-143991">
                <a:lnSpc>
                  <a:spcPct val="100000"/>
                </a:lnSpc>
                <a:buSzPct val="85000"/>
                <a:buFont typeface="Calibri" panose="020B0604020202020204" pitchFamily="34" charset="0"/>
                <a:buChar char="•"/>
              </a:pPr>
              <a:r>
                <a:rPr lang="nl-NL" sz="1050" b="0" i="0" u="none" baseline="0" noProof="1">
                  <a:solidFill>
                    <a:schemeClr val="tx1"/>
                  </a:solidFill>
                  <a:latin typeface="Calibri Light" panose="020F0302020204030204" pitchFamily="34" charset="0"/>
                  <a:cs typeface="Calibri Light" panose="020F0302020204030204" pitchFamily="34" charset="0"/>
                </a:rPr>
                <a:t>Druk op </a:t>
              </a:r>
              <a:r>
                <a:rPr lang="nl-NL" sz="1050" b="1" i="0" u="none" baseline="0" noProof="1">
                  <a:solidFill>
                    <a:schemeClr val="tx1"/>
                  </a:solidFill>
                  <a:latin typeface="Calibri Light" panose="020F0302020204030204" pitchFamily="34" charset="0"/>
                  <a:cs typeface="Calibri Light" panose="020F0302020204030204" pitchFamily="34" charset="0"/>
                </a:rPr>
                <a:t>[Delete]</a:t>
              </a:r>
              <a:endParaRPr lang="nl-NL" sz="1050" b="0" i="0" u="none" baseline="0" noProof="1">
                <a:solidFill>
                  <a:schemeClr val="tx1"/>
                </a:solidFill>
                <a:latin typeface="Calibri Light" panose="020F0302020204030204" pitchFamily="34" charset="0"/>
                <a:cs typeface="Calibri Light" panose="020F0302020204030204" pitchFamily="34" charset="0"/>
              </a:endParaRPr>
            </a:p>
            <a:p>
              <a:pPr marL="143991" marR="0" lvl="0" indent="-143991" algn="l" defTabSz="829402" rtl="0" eaLnBrk="1" fontAlgn="auto" latinLnBrk="0" hangingPunct="1">
                <a:lnSpc>
                  <a:spcPct val="100000"/>
                </a:lnSpc>
                <a:spcBef>
                  <a:spcPts val="0"/>
                </a:spcBef>
                <a:spcAft>
                  <a:spcPts val="0"/>
                </a:spcAft>
                <a:buClrTx/>
                <a:buSzPct val="85000"/>
                <a:buFont typeface="Calibri" panose="020B0604020202020204" pitchFamily="34" charset="0"/>
                <a:buChar char="•"/>
                <a:tabLst/>
                <a:defRPr/>
              </a:pPr>
              <a:r>
                <a:rPr lang="nl-NL" sz="1050" b="0" i="0" u="none" baseline="0" noProof="1">
                  <a:solidFill>
                    <a:schemeClr val="tx1"/>
                  </a:solidFill>
                  <a:latin typeface="Calibri Light" panose="020F0302020204030204" pitchFamily="34" charset="0"/>
                  <a:cs typeface="Calibri Light" panose="020F0302020204030204" pitchFamily="34" charset="0"/>
                </a:rPr>
                <a:t>Op tab </a:t>
              </a:r>
              <a:r>
                <a:rPr lang="nl-NL" sz="1050" b="1" i="0" u="none" baseline="0" noProof="1">
                  <a:solidFill>
                    <a:schemeClr val="tx1"/>
                  </a:solidFill>
                  <a:latin typeface="Calibri Light" panose="020F0302020204030204" pitchFamily="34" charset="0"/>
                  <a:cs typeface="Calibri Light" panose="020F0302020204030204" pitchFamily="34" charset="0"/>
                </a:rPr>
                <a:t>Start</a:t>
              </a:r>
              <a:r>
                <a:rPr lang="nl-NL" sz="1050" b="0" i="0" u="none" baseline="0" noProof="1">
                  <a:solidFill>
                    <a:schemeClr val="tx1"/>
                  </a:solidFill>
                  <a:latin typeface="Calibri Light" panose="020F0302020204030204" pitchFamily="34" charset="0"/>
                  <a:cs typeface="Calibri Light" panose="020F0302020204030204" pitchFamily="34" charset="0"/>
                </a:rPr>
                <a:t>:</a:t>
              </a:r>
              <a:r>
                <a:rPr lang="nl-NL" sz="1050" b="1" i="0" u="none" baseline="0" noProof="1">
                  <a:solidFill>
                    <a:schemeClr val="tx1"/>
                  </a:solidFill>
                  <a:latin typeface="Calibri Light" panose="020F0302020204030204" pitchFamily="34" charset="0"/>
                  <a:cs typeface="Calibri Light" panose="020F0302020204030204" pitchFamily="34" charset="0"/>
                </a:rPr>
                <a:t> </a:t>
              </a:r>
              <a:r>
                <a:rPr lang="nl-NL" sz="1050" b="0" i="0" u="none" baseline="0" noProof="1">
                  <a:solidFill>
                    <a:schemeClr val="tx1"/>
                  </a:solidFill>
                  <a:latin typeface="Calibri Light" panose="020F0302020204030204" pitchFamily="34" charset="0"/>
                  <a:cs typeface="Calibri Light" panose="020F0302020204030204" pitchFamily="34" charset="0"/>
                </a:rPr>
                <a:t>klik op </a:t>
              </a:r>
              <a:r>
                <a:rPr lang="nl-NL" sz="1050" b="1" i="0" u="none" baseline="0" noProof="1">
                  <a:solidFill>
                    <a:schemeClr val="tx1"/>
                  </a:solidFill>
                  <a:latin typeface="Calibri Light" panose="020F0302020204030204" pitchFamily="34" charset="0"/>
                  <a:cs typeface="Calibri Light" panose="020F0302020204030204" pitchFamily="34" charset="0"/>
                </a:rPr>
                <a:t>Opnieuw instellen</a:t>
              </a:r>
              <a:r>
                <a:rPr lang="nl-NL" sz="1050" b="0" i="0" u="none" baseline="0" noProof="1">
                  <a:solidFill>
                    <a:schemeClr val="tx1"/>
                  </a:solidFill>
                  <a:latin typeface="Calibri Light" panose="020F0302020204030204" pitchFamily="34" charset="0"/>
                  <a:cs typeface="Calibri Light" panose="020F0302020204030204" pitchFamily="34" charset="0"/>
                </a:rPr>
                <a:t>:</a:t>
              </a:r>
            </a:p>
            <a:p>
              <a:pPr marL="143991" marR="0" lvl="0" indent="-143991" algn="l" defTabSz="829402" rtl="0" eaLnBrk="1" fontAlgn="auto" latinLnBrk="0" hangingPunct="1">
                <a:lnSpc>
                  <a:spcPct val="100000"/>
                </a:lnSpc>
                <a:spcBef>
                  <a:spcPts val="0"/>
                </a:spcBef>
                <a:spcAft>
                  <a:spcPts val="0"/>
                </a:spcAft>
                <a:buClrTx/>
                <a:buSzPct val="85000"/>
                <a:buFont typeface="Calibri" panose="020B0604020202020204" pitchFamily="34" charset="0"/>
                <a:buChar char="•"/>
                <a:tabLst/>
                <a:defRPr/>
              </a:pPr>
              <a:endParaRPr lang="nl-NL" sz="1050" b="0" i="0" u="none" baseline="0" noProof="1">
                <a:solidFill>
                  <a:schemeClr val="tx1"/>
                </a:solidFill>
                <a:latin typeface="Calibri Light" panose="020F0302020204030204" pitchFamily="34" charset="0"/>
                <a:cs typeface="Calibri Light" panose="020F0302020204030204" pitchFamily="34" charset="0"/>
              </a:endParaRPr>
            </a:p>
            <a:p>
              <a:pPr marL="143991" marR="0" lvl="0" indent="-143991" algn="l" defTabSz="829402" rtl="0" eaLnBrk="1" fontAlgn="auto" latinLnBrk="0" hangingPunct="1">
                <a:lnSpc>
                  <a:spcPct val="100000"/>
                </a:lnSpc>
                <a:spcBef>
                  <a:spcPts val="0"/>
                </a:spcBef>
                <a:spcAft>
                  <a:spcPts val="0"/>
                </a:spcAft>
                <a:buClrTx/>
                <a:buSzPct val="85000"/>
                <a:buFont typeface="Calibri" panose="020B0604020202020204" pitchFamily="34" charset="0"/>
                <a:buChar char="•"/>
                <a:tabLst/>
                <a:defRPr/>
              </a:pPr>
              <a:endParaRPr lang="nl-NL" sz="1050" b="1" i="0" u="none" baseline="0" noProof="1">
                <a:solidFill>
                  <a:schemeClr val="tx1"/>
                </a:solidFill>
                <a:latin typeface="Calibri Light" panose="020F0302020204030204" pitchFamily="34" charset="0"/>
                <a:cs typeface="Calibri Light" panose="020F0302020204030204" pitchFamily="34" charset="0"/>
              </a:endParaRPr>
            </a:p>
            <a:p>
              <a:pPr marL="143991" indent="-143991">
                <a:lnSpc>
                  <a:spcPct val="100000"/>
                </a:lnSpc>
                <a:buSzPct val="85000"/>
                <a:buFont typeface="Calibri" panose="020B0604020202020204" pitchFamily="34" charset="0"/>
                <a:buChar char="•"/>
              </a:pPr>
              <a:r>
                <a:rPr lang="nl-NL" sz="1050" b="0" i="0" u="none" baseline="0" noProof="1">
                  <a:solidFill>
                    <a:schemeClr val="tx1"/>
                  </a:solidFill>
                  <a:latin typeface="Calibri Light" panose="020F0302020204030204" pitchFamily="34" charset="0"/>
                  <a:cs typeface="Calibri Light" panose="020F0302020204030204" pitchFamily="34" charset="0"/>
                </a:rPr>
                <a:t>Kies een nieuwe foto volgens de aanwijzingen.</a:t>
              </a:r>
            </a:p>
          </p:txBody>
        </p:sp>
        <p:cxnSp>
          <p:nvCxnSpPr>
            <p:cNvPr id="136" name="Lijn">
              <a:extLst>
                <a:ext uri="{FF2B5EF4-FFF2-40B4-BE49-F238E27FC236}">
                  <a16:creationId xmlns:a16="http://schemas.microsoft.com/office/drawing/2014/main" id="{A8E43A82-FA65-4B50-9828-C4740E9E741A}"/>
                </a:ext>
              </a:extLst>
            </p:cNvPr>
            <p:cNvCxnSpPr>
              <a:cxnSpLocks/>
            </p:cNvCxnSpPr>
            <p:nvPr userDrawn="1"/>
          </p:nvCxnSpPr>
          <p:spPr>
            <a:xfrm>
              <a:off x="6633481" y="1584000"/>
              <a:ext cx="23040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37" name="Lijn">
              <a:extLst>
                <a:ext uri="{FF2B5EF4-FFF2-40B4-BE49-F238E27FC236}">
                  <a16:creationId xmlns:a16="http://schemas.microsoft.com/office/drawing/2014/main" id="{0150E791-AE56-48CE-BD8B-44B868408D75}"/>
                </a:ext>
              </a:extLst>
            </p:cNvPr>
            <p:cNvCxnSpPr>
              <a:cxnSpLocks/>
            </p:cNvCxnSpPr>
            <p:nvPr userDrawn="1"/>
          </p:nvCxnSpPr>
          <p:spPr>
            <a:xfrm>
              <a:off x="6633481" y="5127989"/>
              <a:ext cx="2304000" cy="0"/>
            </a:xfrm>
            <a:prstGeom prst="line">
              <a:avLst/>
            </a:prstGeom>
          </p:spPr>
          <p:style>
            <a:lnRef idx="1">
              <a:schemeClr val="accent1"/>
            </a:lnRef>
            <a:fillRef idx="0">
              <a:schemeClr val="accent1"/>
            </a:fillRef>
            <a:effectRef idx="0">
              <a:schemeClr val="accent1"/>
            </a:effectRef>
            <a:fontRef idx="minor">
              <a:schemeClr val="tx1"/>
            </a:fontRef>
          </p:style>
        </p:cxnSp>
        <p:pic>
          <p:nvPicPr>
            <p:cNvPr id="138" name="Icon Bijsnijden" descr="Afbeelding met tafel&#10;&#10;Automatisch gegenereerde beschrijving">
              <a:extLst>
                <a:ext uri="{FF2B5EF4-FFF2-40B4-BE49-F238E27FC236}">
                  <a16:creationId xmlns:a16="http://schemas.microsoft.com/office/drawing/2014/main" id="{4B64F629-3218-474E-A1F5-909319BB8D0C}"/>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7296542" y="2948859"/>
              <a:ext cx="562053" cy="724001"/>
            </a:xfrm>
            <a:prstGeom prst="rect">
              <a:avLst/>
            </a:prstGeom>
          </p:spPr>
        </p:pic>
        <p:pic>
          <p:nvPicPr>
            <p:cNvPr id="139" name="Icon Opnieuw instellen">
              <a:extLst>
                <a:ext uri="{FF2B5EF4-FFF2-40B4-BE49-F238E27FC236}">
                  <a16:creationId xmlns:a16="http://schemas.microsoft.com/office/drawing/2014/main" id="{ECEAD7ED-CCA4-47A3-9804-4095FAD53DD8}"/>
                </a:ext>
              </a:extLst>
            </p:cNvPr>
            <p:cNvPicPr>
              <a:picLocks noChangeAspect="1"/>
            </p:cNvPicPr>
            <p:nvPr userDrawn="1"/>
          </p:nvPicPr>
          <p:blipFill>
            <a:blip r:embed="rId7">
              <a:extLst>
                <a:ext uri="{28A0092B-C50C-407E-A947-70E740481C1C}">
                  <a14:useLocalDpi xmlns:a14="http://schemas.microsoft.com/office/drawing/2010/main" val="0"/>
                </a:ext>
              </a:extLst>
            </a:blip>
            <a:stretch>
              <a:fillRect/>
            </a:stretch>
          </p:blipFill>
          <p:spPr>
            <a:xfrm>
              <a:off x="7132014" y="5743449"/>
              <a:ext cx="1181265" cy="257211"/>
            </a:xfrm>
            <a:prstGeom prst="rect">
              <a:avLst/>
            </a:prstGeom>
          </p:spPr>
        </p:pic>
      </p:grpSp>
      <p:grpSp>
        <p:nvGrpSpPr>
          <p:cNvPr id="140" name="Tip Dia herstellen">
            <a:extLst>
              <a:ext uri="{FF2B5EF4-FFF2-40B4-BE49-F238E27FC236}">
                <a16:creationId xmlns:a16="http://schemas.microsoft.com/office/drawing/2014/main" id="{50F5CC48-804D-426E-8495-1935FB72D7E5}"/>
              </a:ext>
            </a:extLst>
          </p:cNvPr>
          <p:cNvGrpSpPr/>
          <p:nvPr userDrawn="1"/>
        </p:nvGrpSpPr>
        <p:grpSpPr>
          <a:xfrm>
            <a:off x="9375155" y="1391510"/>
            <a:ext cx="2304000" cy="4201150"/>
            <a:chOff x="9375155" y="1391507"/>
            <a:chExt cx="2304000" cy="4201150"/>
          </a:xfrm>
        </p:grpSpPr>
        <p:sp>
          <p:nvSpPr>
            <p:cNvPr id="141" name="Tip tekst">
              <a:extLst>
                <a:ext uri="{FF2B5EF4-FFF2-40B4-BE49-F238E27FC236}">
                  <a16:creationId xmlns:a16="http://schemas.microsoft.com/office/drawing/2014/main" id="{F03604F6-D217-4100-8DC7-447C5DF07B76}"/>
                </a:ext>
              </a:extLst>
            </p:cNvPr>
            <p:cNvSpPr txBox="1"/>
            <p:nvPr userDrawn="1"/>
          </p:nvSpPr>
          <p:spPr>
            <a:xfrm>
              <a:off x="9375155" y="1391507"/>
              <a:ext cx="2304000" cy="4201150"/>
            </a:xfrm>
            <a:prstGeom prst="rect">
              <a:avLst/>
            </a:prstGeom>
            <a:noFill/>
          </p:spPr>
          <p:txBody>
            <a:bodyPr wrap="square" lIns="0" tIns="0" rIns="0" bIns="0" rtlCol="0">
              <a:spAutoFit/>
            </a:bodyPr>
            <a:lstStyle/>
            <a:p>
              <a:pPr>
                <a:lnSpc>
                  <a:spcPct val="100000"/>
                </a:lnSpc>
              </a:pPr>
              <a:r>
                <a:rPr lang="nl-NL" sz="1050" b="1" cap="all" baseline="0" noProof="1">
                  <a:solidFill>
                    <a:schemeClr val="accent1"/>
                  </a:solidFill>
                  <a:latin typeface="Calibri Light" panose="020F0302020204030204" pitchFamily="34" charset="0"/>
                  <a:cs typeface="Calibri Light" panose="020F0302020204030204" pitchFamily="34" charset="0"/>
                </a:rPr>
                <a:t>Dia herstellen</a:t>
              </a:r>
            </a:p>
            <a:p>
              <a:pPr>
                <a:lnSpc>
                  <a:spcPct val="100000"/>
                </a:lnSpc>
              </a:pPr>
              <a:endParaRPr lang="nl-NL" sz="1050" b="0" cap="none" baseline="0" noProof="1">
                <a:solidFill>
                  <a:schemeClr val="tx1"/>
                </a:solidFill>
                <a:latin typeface="Calibri Light" panose="020F0302020204030204" pitchFamily="34" charset="0"/>
                <a:cs typeface="Calibri Light" panose="020F0302020204030204" pitchFamily="34" charset="0"/>
              </a:endParaRPr>
            </a:p>
            <a:p>
              <a:pPr marL="0" marR="0" lvl="0" indent="0" algn="l" defTabSz="531979" rtl="0" eaLnBrk="1" fontAlgn="auto" latinLnBrk="0" hangingPunct="1">
                <a:lnSpc>
                  <a:spcPct val="100000"/>
                </a:lnSpc>
                <a:spcBef>
                  <a:spcPts val="0"/>
                </a:spcBef>
                <a:spcAft>
                  <a:spcPts val="0"/>
                </a:spcAft>
                <a:buClrTx/>
                <a:buSzTx/>
                <a:buFont typeface="Calibri" panose="020B0604020202020204" pitchFamily="34" charset="0"/>
                <a:buNone/>
                <a:tabLst/>
                <a:defRPr/>
              </a:pPr>
              <a:r>
                <a:rPr lang="nl-NL" sz="1050" b="0" i="0" u="none" baseline="0" noProof="1">
                  <a:solidFill>
                    <a:schemeClr val="tx1"/>
                  </a:solidFill>
                  <a:latin typeface="Calibri Light" panose="020F0302020204030204" pitchFamily="34" charset="0"/>
                  <a:cs typeface="Calibri Light" panose="020F0302020204030204" pitchFamily="34" charset="0"/>
                </a:rPr>
                <a:t>Als de dia-elementen niet (meer) op de juiste manier (over elkaar) liggen kun je de dia-indeling herstellen:</a:t>
              </a:r>
            </a:p>
            <a:p>
              <a:pPr marL="0" marR="0" lvl="0" indent="0" algn="l" defTabSz="531979" rtl="0" eaLnBrk="1" fontAlgn="auto" latinLnBrk="0" hangingPunct="1">
                <a:lnSpc>
                  <a:spcPct val="100000"/>
                </a:lnSpc>
                <a:spcBef>
                  <a:spcPts val="0"/>
                </a:spcBef>
                <a:spcAft>
                  <a:spcPts val="0"/>
                </a:spcAft>
                <a:buClrTx/>
                <a:buSzTx/>
                <a:buFont typeface="Calibri" panose="020B0604020202020204" pitchFamily="34" charset="0"/>
                <a:buNone/>
                <a:tabLst/>
                <a:defRPr/>
              </a:pPr>
              <a:endParaRPr lang="nl-NL" sz="1050" b="0" i="0" u="none" baseline="0" noProof="1">
                <a:solidFill>
                  <a:schemeClr val="tx1"/>
                </a:solidFill>
                <a:latin typeface="Calibri Light" panose="020F0302020204030204" pitchFamily="34" charset="0"/>
                <a:cs typeface="Calibri Light" panose="020F0302020204030204" pitchFamily="34" charset="0"/>
              </a:endParaRPr>
            </a:p>
            <a:p>
              <a:pPr marL="0" marR="0" lvl="0" indent="0" algn="l" defTabSz="531979" rtl="0" eaLnBrk="1" fontAlgn="auto" latinLnBrk="0" hangingPunct="1">
                <a:lnSpc>
                  <a:spcPct val="100000"/>
                </a:lnSpc>
                <a:spcBef>
                  <a:spcPts val="0"/>
                </a:spcBef>
                <a:spcAft>
                  <a:spcPts val="0"/>
                </a:spcAft>
                <a:buClrTx/>
                <a:buSzTx/>
                <a:buFont typeface="Calibri" panose="020B0604020202020204" pitchFamily="34" charset="0"/>
                <a:buNone/>
                <a:tabLst/>
                <a:defRPr/>
              </a:pPr>
              <a:r>
                <a:rPr lang="nl-NL" sz="1050" b="0" i="0" u="sng" cap="all" baseline="0" noProof="1">
                  <a:solidFill>
                    <a:schemeClr val="accent1"/>
                  </a:solidFill>
                  <a:latin typeface="Calibri Light" panose="020F0302020204030204" pitchFamily="34" charset="0"/>
                  <a:cs typeface="Calibri Light" panose="020F0302020204030204" pitchFamily="34" charset="0"/>
                </a:rPr>
                <a:t>Stap 1:</a:t>
              </a:r>
            </a:p>
            <a:p>
              <a:pPr marL="0" marR="0" lvl="0" indent="0" algn="l" defTabSz="531979" rtl="0" eaLnBrk="1" fontAlgn="auto" latinLnBrk="0" hangingPunct="1">
                <a:lnSpc>
                  <a:spcPct val="100000"/>
                </a:lnSpc>
                <a:spcBef>
                  <a:spcPts val="0"/>
                </a:spcBef>
                <a:spcAft>
                  <a:spcPts val="0"/>
                </a:spcAft>
                <a:buClrTx/>
                <a:buSzTx/>
                <a:buFont typeface="Calibri" panose="020B0604020202020204" pitchFamily="34" charset="0"/>
                <a:buNone/>
                <a:tabLst/>
                <a:defRPr/>
              </a:pPr>
              <a:r>
                <a:rPr lang="nl-NL" sz="1050" b="0" i="0" u="none" baseline="0" noProof="1">
                  <a:solidFill>
                    <a:schemeClr val="tx1"/>
                  </a:solidFill>
                  <a:latin typeface="Calibri Light" panose="020F0302020204030204" pitchFamily="34" charset="0"/>
                  <a:cs typeface="Calibri Light" panose="020F0302020204030204" pitchFamily="34" charset="0"/>
                </a:rPr>
                <a:t>Verwijder eerst de bijsnijdingen van foto’s op deze dia (anders raken ze in STAP 2 verloren): </a:t>
              </a:r>
            </a:p>
            <a:p>
              <a:pPr marL="143991" marR="0" lvl="1" indent="-143991" algn="l" defTabSz="531979" rtl="0" eaLnBrk="1" fontAlgn="auto" latinLnBrk="0" hangingPunct="1">
                <a:lnSpc>
                  <a:spcPct val="100000"/>
                </a:lnSpc>
                <a:spcBef>
                  <a:spcPts val="0"/>
                </a:spcBef>
                <a:spcAft>
                  <a:spcPts val="0"/>
                </a:spcAft>
                <a:buClrTx/>
                <a:buSzPct val="85000"/>
                <a:buFont typeface="Calibri" panose="020B0604020202020204" pitchFamily="34" charset="0"/>
                <a:buChar char="•"/>
                <a:tabLst/>
                <a:defRPr/>
              </a:pPr>
              <a:r>
                <a:rPr lang="nl-NL" sz="1050" b="0" i="0" u="none" kern="1200" baseline="0" noProof="1">
                  <a:solidFill>
                    <a:schemeClr val="tx1"/>
                  </a:solidFill>
                  <a:latin typeface="Calibri Light" panose="020F0302020204030204" pitchFamily="34" charset="0"/>
                  <a:ea typeface="+mn-ea"/>
                  <a:cs typeface="Calibri Light" panose="020F0302020204030204" pitchFamily="34" charset="0"/>
                </a:rPr>
                <a:t>Klik op de foto. </a:t>
              </a:r>
            </a:p>
            <a:p>
              <a:pPr marL="143991" marR="0" lvl="1" indent="-143991" algn="l" defTabSz="531979" rtl="0" eaLnBrk="1" fontAlgn="auto" latinLnBrk="0" hangingPunct="1">
                <a:lnSpc>
                  <a:spcPct val="100000"/>
                </a:lnSpc>
                <a:spcBef>
                  <a:spcPts val="0"/>
                </a:spcBef>
                <a:spcAft>
                  <a:spcPts val="0"/>
                </a:spcAft>
                <a:buClrTx/>
                <a:buSzPct val="85000"/>
                <a:buFont typeface="Calibri" panose="020B0604020202020204" pitchFamily="34" charset="0"/>
                <a:buChar char="•"/>
                <a:tabLst/>
                <a:defRPr/>
              </a:pPr>
              <a:r>
                <a:rPr lang="nl-NL" sz="1050" b="0" i="0" u="none" kern="1200" baseline="0" noProof="1">
                  <a:solidFill>
                    <a:schemeClr val="tx1"/>
                  </a:solidFill>
                  <a:latin typeface="Calibri Light" panose="020F0302020204030204" pitchFamily="34" charset="0"/>
                  <a:ea typeface="+mn-ea"/>
                  <a:cs typeface="Calibri Light" panose="020F0302020204030204" pitchFamily="34" charset="0"/>
                </a:rPr>
                <a:t>Op tab </a:t>
              </a:r>
              <a:r>
                <a:rPr lang="nl-NL" sz="1050" b="1" i="0" u="none" kern="1200" baseline="0" noProof="1">
                  <a:solidFill>
                    <a:schemeClr val="tx1"/>
                  </a:solidFill>
                  <a:latin typeface="Calibri Light" panose="020F0302020204030204" pitchFamily="34" charset="0"/>
                  <a:ea typeface="+mn-ea"/>
                  <a:cs typeface="Calibri Light" panose="020F0302020204030204" pitchFamily="34" charset="0"/>
                </a:rPr>
                <a:t>Afbeeldingsopmaak</a:t>
              </a:r>
              <a:r>
                <a:rPr lang="nl-NL" sz="1050" b="0" i="0" u="none" kern="1200" baseline="0" noProof="1">
                  <a:solidFill>
                    <a:schemeClr val="tx1"/>
                  </a:solidFill>
                  <a:latin typeface="Calibri Light" panose="020F0302020204030204" pitchFamily="34" charset="0"/>
                  <a:ea typeface="+mn-ea"/>
                  <a:cs typeface="Calibri Light" panose="020F0302020204030204" pitchFamily="34" charset="0"/>
                </a:rPr>
                <a:t>: klik op </a:t>
              </a:r>
              <a:r>
                <a:rPr lang="nl-NL" sz="1050" b="1" i="0" u="none" kern="1200" baseline="0" noProof="1">
                  <a:solidFill>
                    <a:schemeClr val="tx1"/>
                  </a:solidFill>
                  <a:latin typeface="Calibri Light" panose="020F0302020204030204" pitchFamily="34" charset="0"/>
                  <a:ea typeface="+mn-ea"/>
                  <a:cs typeface="Calibri Light" panose="020F0302020204030204" pitchFamily="34" charset="0"/>
                </a:rPr>
                <a:t>Afbeeldingen comprimeren</a:t>
              </a:r>
              <a:r>
                <a:rPr lang="nl-NL" sz="1050" b="0" i="0" u="none" kern="1200" baseline="0" noProof="1">
                  <a:solidFill>
                    <a:schemeClr val="tx1"/>
                  </a:solidFill>
                  <a:latin typeface="Calibri Light" panose="020F0302020204030204" pitchFamily="34" charset="0"/>
                  <a:ea typeface="+mn-ea"/>
                  <a:cs typeface="Calibri Light" panose="020F0302020204030204" pitchFamily="34" charset="0"/>
                </a:rPr>
                <a:t>:</a:t>
              </a:r>
            </a:p>
            <a:p>
              <a:pPr marL="143991" marR="0" lvl="0" indent="-143991" algn="l" defTabSz="1377955" rtl="0" eaLnBrk="1" fontAlgn="auto" latinLnBrk="0" hangingPunct="1">
                <a:lnSpc>
                  <a:spcPct val="100000"/>
                </a:lnSpc>
                <a:spcBef>
                  <a:spcPts val="0"/>
                </a:spcBef>
                <a:spcAft>
                  <a:spcPts val="0"/>
                </a:spcAft>
                <a:buClrTx/>
                <a:buSzPct val="85000"/>
                <a:buFont typeface="Calibri" panose="020B0604020202020204" pitchFamily="34" charset="0"/>
                <a:buChar char="•"/>
                <a:tabLst/>
                <a:defRPr/>
              </a:pPr>
              <a:endParaRPr lang="nl-NL" sz="1050" b="0" i="0" u="none" baseline="0" noProof="1">
                <a:solidFill>
                  <a:schemeClr val="tx1"/>
                </a:solidFill>
                <a:latin typeface="Calibri Light" panose="020F0302020204030204" pitchFamily="34" charset="0"/>
                <a:cs typeface="Calibri Light" panose="020F0302020204030204" pitchFamily="34" charset="0"/>
              </a:endParaRPr>
            </a:p>
            <a:p>
              <a:pPr marL="143991" marR="0" lvl="0" indent="-143991" algn="l" defTabSz="1377955" rtl="0" eaLnBrk="1" fontAlgn="auto" latinLnBrk="0" hangingPunct="1">
                <a:lnSpc>
                  <a:spcPct val="100000"/>
                </a:lnSpc>
                <a:spcBef>
                  <a:spcPts val="0"/>
                </a:spcBef>
                <a:spcAft>
                  <a:spcPts val="0"/>
                </a:spcAft>
                <a:buClrTx/>
                <a:buSzPct val="85000"/>
                <a:buFont typeface="Calibri" panose="020B0604020202020204" pitchFamily="34" charset="0"/>
                <a:buChar char="•"/>
                <a:tabLst/>
                <a:defRPr/>
              </a:pPr>
              <a:endParaRPr lang="nl-NL" sz="1050" b="0" i="0" u="none" baseline="0" noProof="1">
                <a:solidFill>
                  <a:schemeClr val="tx1"/>
                </a:solidFill>
                <a:latin typeface="Calibri Light" panose="020F0302020204030204" pitchFamily="34" charset="0"/>
                <a:cs typeface="Calibri Light" panose="020F0302020204030204" pitchFamily="34" charset="0"/>
              </a:endParaRPr>
            </a:p>
            <a:p>
              <a:pPr marL="143991" marR="0" lvl="0" indent="-143991" algn="l" defTabSz="1377955" rtl="0" eaLnBrk="1" fontAlgn="auto" latinLnBrk="0" hangingPunct="1">
                <a:lnSpc>
                  <a:spcPct val="100000"/>
                </a:lnSpc>
                <a:spcBef>
                  <a:spcPts val="0"/>
                </a:spcBef>
                <a:spcAft>
                  <a:spcPts val="0"/>
                </a:spcAft>
                <a:buClrTx/>
                <a:buSzPct val="85000"/>
                <a:buFont typeface="Calibri" panose="020B0604020202020204" pitchFamily="34" charset="0"/>
                <a:buChar char="•"/>
                <a:tabLst/>
                <a:defRPr/>
              </a:pPr>
              <a:r>
                <a:rPr lang="nl-NL" sz="1050" b="0" i="0" u="none" baseline="0" noProof="1">
                  <a:solidFill>
                    <a:schemeClr val="tx1"/>
                  </a:solidFill>
                  <a:latin typeface="Calibri Light" panose="020F0302020204030204" pitchFamily="34" charset="0"/>
                  <a:cs typeface="Calibri Light" panose="020F0302020204030204" pitchFamily="34" charset="0"/>
                </a:rPr>
                <a:t>Selecteer </a:t>
              </a:r>
              <a:r>
                <a:rPr lang="nl-NL" sz="1050" b="1" i="0" u="none" baseline="0" noProof="1">
                  <a:solidFill>
                    <a:schemeClr val="tx1"/>
                  </a:solidFill>
                  <a:latin typeface="Calibri Light" panose="020F0302020204030204" pitchFamily="34" charset="0"/>
                  <a:cs typeface="Calibri Light" panose="020F0302020204030204" pitchFamily="34" charset="0"/>
                </a:rPr>
                <a:t>Bijgesneden gebieden van afbeeldingen verwijderen</a:t>
              </a:r>
              <a:r>
                <a:rPr lang="nl-NL" sz="1050" b="0" i="0" u="none" baseline="0" noProof="1">
                  <a:solidFill>
                    <a:schemeClr val="tx1"/>
                  </a:solidFill>
                  <a:latin typeface="Calibri Light" panose="020F0302020204030204" pitchFamily="34" charset="0"/>
                  <a:cs typeface="Calibri Light" panose="020F0302020204030204" pitchFamily="34" charset="0"/>
                </a:rPr>
                <a:t> en </a:t>
              </a:r>
              <a:r>
                <a:rPr lang="nl-NL" sz="1050" b="1" i="0" u="none" baseline="0" noProof="1">
                  <a:solidFill>
                    <a:schemeClr val="tx1"/>
                  </a:solidFill>
                  <a:latin typeface="Calibri Light" panose="020F0302020204030204" pitchFamily="34" charset="0"/>
                  <a:cs typeface="Calibri Light" panose="020F0302020204030204" pitchFamily="34" charset="0"/>
                </a:rPr>
                <a:t>Standaardresolutie gebruiken</a:t>
              </a:r>
              <a:r>
                <a:rPr lang="nl-NL" sz="1050" b="0" i="0" u="none" baseline="0" noProof="1">
                  <a:solidFill>
                    <a:schemeClr val="tx1"/>
                  </a:solidFill>
                  <a:latin typeface="Calibri Light" panose="020F0302020204030204" pitchFamily="34" charset="0"/>
                  <a:cs typeface="Calibri Light" panose="020F0302020204030204" pitchFamily="34" charset="0"/>
                </a:rPr>
                <a:t>.</a:t>
              </a:r>
            </a:p>
            <a:p>
              <a:pPr marL="143991" marR="0" lvl="0" indent="-143991" algn="l" defTabSz="1377955" rtl="0" eaLnBrk="1" fontAlgn="auto" latinLnBrk="0" hangingPunct="1">
                <a:lnSpc>
                  <a:spcPct val="100000"/>
                </a:lnSpc>
                <a:spcBef>
                  <a:spcPts val="0"/>
                </a:spcBef>
                <a:spcAft>
                  <a:spcPts val="0"/>
                </a:spcAft>
                <a:buClrTx/>
                <a:buSzPct val="85000"/>
                <a:buFont typeface="Calibri" panose="020B0604020202020204" pitchFamily="34" charset="0"/>
                <a:buChar char="•"/>
                <a:tabLst/>
                <a:defRPr/>
              </a:pPr>
              <a:r>
                <a:rPr lang="nl-NL" sz="1050" b="0" i="0" u="none" baseline="0" noProof="1">
                  <a:solidFill>
                    <a:schemeClr val="tx1"/>
                  </a:solidFill>
                  <a:latin typeface="Calibri Light" panose="020F0302020204030204" pitchFamily="34" charset="0"/>
                  <a:cs typeface="Calibri Light" panose="020F0302020204030204" pitchFamily="34" charset="0"/>
                </a:rPr>
                <a:t>Sluit af met een klik op </a:t>
              </a:r>
              <a:r>
                <a:rPr lang="nl-NL" sz="1050" b="1" i="0" u="none" baseline="0" noProof="1">
                  <a:solidFill>
                    <a:schemeClr val="tx1"/>
                  </a:solidFill>
                  <a:latin typeface="Calibri Light" panose="020F0302020204030204" pitchFamily="34" charset="0"/>
                  <a:cs typeface="Calibri Light" panose="020F0302020204030204" pitchFamily="34" charset="0"/>
                </a:rPr>
                <a:t>OK</a:t>
              </a:r>
              <a:r>
                <a:rPr lang="nl-NL" sz="1050" b="0" i="0" u="none" baseline="0" noProof="1">
                  <a:solidFill>
                    <a:schemeClr val="tx1"/>
                  </a:solidFill>
                  <a:latin typeface="Calibri Light" panose="020F0302020204030204" pitchFamily="34" charset="0"/>
                  <a:cs typeface="Calibri Light" panose="020F0302020204030204" pitchFamily="34" charset="0"/>
                </a:rPr>
                <a:t>.</a:t>
              </a:r>
            </a:p>
            <a:p>
              <a:pPr marL="0" indent="0">
                <a:lnSpc>
                  <a:spcPct val="100000"/>
                </a:lnSpc>
                <a:buFont typeface="Calibri" panose="020B0604020202020204" pitchFamily="34" charset="0"/>
                <a:buNone/>
              </a:pPr>
              <a:endParaRPr lang="nl-NL" sz="1050" b="0" i="0" u="none" baseline="0" noProof="1">
                <a:solidFill>
                  <a:schemeClr val="tx1"/>
                </a:solidFill>
                <a:latin typeface="Calibri Light" panose="020F0302020204030204" pitchFamily="34" charset="0"/>
                <a:cs typeface="Calibri Light" panose="020F0302020204030204" pitchFamily="34" charset="0"/>
              </a:endParaRPr>
            </a:p>
            <a:p>
              <a:pPr marL="0" marR="0" lvl="0" indent="0" algn="l" defTabSz="531979" rtl="0" eaLnBrk="1" fontAlgn="auto" latinLnBrk="0" hangingPunct="1">
                <a:lnSpc>
                  <a:spcPct val="100000"/>
                </a:lnSpc>
                <a:spcBef>
                  <a:spcPts val="0"/>
                </a:spcBef>
                <a:spcAft>
                  <a:spcPts val="0"/>
                </a:spcAft>
                <a:buClrTx/>
                <a:buSzTx/>
                <a:buFont typeface="Calibri" panose="020B0604020202020204" pitchFamily="34" charset="0"/>
                <a:buNone/>
                <a:tabLst/>
                <a:defRPr/>
              </a:pPr>
              <a:r>
                <a:rPr lang="nl-NL" sz="1050" b="0" i="0" u="sng" cap="all" baseline="0" noProof="1">
                  <a:solidFill>
                    <a:schemeClr val="accent1"/>
                  </a:solidFill>
                  <a:latin typeface="Calibri Light" panose="020F0302020204030204" pitchFamily="34" charset="0"/>
                  <a:cs typeface="Calibri Light" panose="020F0302020204030204" pitchFamily="34" charset="0"/>
                </a:rPr>
                <a:t>Stap 2:</a:t>
              </a:r>
            </a:p>
            <a:p>
              <a:pPr marL="143991" indent="-143991">
                <a:lnSpc>
                  <a:spcPct val="100000"/>
                </a:lnSpc>
                <a:buSzPct val="85000"/>
                <a:buFont typeface="Calibri" panose="020B0604020202020204" pitchFamily="34" charset="0"/>
                <a:buChar char="•"/>
              </a:pPr>
              <a:r>
                <a:rPr lang="nl-NL" sz="1050" b="0" i="0" u="none" baseline="0" noProof="1">
                  <a:solidFill>
                    <a:schemeClr val="tx1"/>
                  </a:solidFill>
                  <a:latin typeface="Calibri Light" panose="020F0302020204030204" pitchFamily="34" charset="0"/>
                  <a:cs typeface="Calibri Light" panose="020F0302020204030204" pitchFamily="34" charset="0"/>
                </a:rPr>
                <a:t>Op tab </a:t>
              </a:r>
              <a:r>
                <a:rPr lang="nl-NL" sz="1050" b="1" i="0" u="none" baseline="0" noProof="1">
                  <a:solidFill>
                    <a:schemeClr val="tx1"/>
                  </a:solidFill>
                  <a:latin typeface="Calibri Light" panose="020F0302020204030204" pitchFamily="34" charset="0"/>
                  <a:cs typeface="Calibri Light" panose="020F0302020204030204" pitchFamily="34" charset="0"/>
                </a:rPr>
                <a:t>Start</a:t>
              </a:r>
              <a:r>
                <a:rPr lang="nl-NL" sz="1050" b="0" i="0" u="none" baseline="0" noProof="1">
                  <a:solidFill>
                    <a:schemeClr val="tx1"/>
                  </a:solidFill>
                  <a:latin typeface="Calibri Light" panose="020F0302020204030204" pitchFamily="34" charset="0"/>
                  <a:cs typeface="Calibri Light" panose="020F0302020204030204" pitchFamily="34" charset="0"/>
                </a:rPr>
                <a:t>:</a:t>
              </a:r>
              <a:r>
                <a:rPr lang="nl-NL" sz="1050" b="1" i="0" u="none" baseline="0" noProof="1">
                  <a:solidFill>
                    <a:schemeClr val="tx1"/>
                  </a:solidFill>
                  <a:latin typeface="Calibri Light" panose="020F0302020204030204" pitchFamily="34" charset="0"/>
                  <a:cs typeface="Calibri Light" panose="020F0302020204030204" pitchFamily="34" charset="0"/>
                </a:rPr>
                <a:t> </a:t>
              </a:r>
              <a:r>
                <a:rPr lang="nl-NL" sz="1050" b="0" i="0" u="none" baseline="0" noProof="1">
                  <a:solidFill>
                    <a:schemeClr val="tx1"/>
                  </a:solidFill>
                  <a:latin typeface="Calibri Light" panose="020F0302020204030204" pitchFamily="34" charset="0"/>
                  <a:cs typeface="Calibri Light" panose="020F0302020204030204" pitchFamily="34" charset="0"/>
                </a:rPr>
                <a:t>klik op </a:t>
              </a:r>
              <a:r>
                <a:rPr lang="nl-NL" sz="1050" b="1" i="0" u="none" baseline="0" noProof="1">
                  <a:solidFill>
                    <a:schemeClr val="tx1"/>
                  </a:solidFill>
                  <a:latin typeface="Calibri Light" panose="020F0302020204030204" pitchFamily="34" charset="0"/>
                  <a:cs typeface="Calibri Light" panose="020F0302020204030204" pitchFamily="34" charset="0"/>
                </a:rPr>
                <a:t>Opnieuw instellen</a:t>
              </a:r>
              <a:r>
                <a:rPr lang="nl-NL" sz="1050" b="0" i="0" u="none" baseline="0" noProof="1">
                  <a:solidFill>
                    <a:schemeClr val="tx1"/>
                  </a:solidFill>
                  <a:latin typeface="Calibri Light" panose="020F0302020204030204" pitchFamily="34" charset="0"/>
                  <a:cs typeface="Calibri Light" panose="020F0302020204030204" pitchFamily="34" charset="0"/>
                </a:rPr>
                <a:t>:</a:t>
              </a:r>
            </a:p>
            <a:p>
              <a:pPr marL="0" indent="0">
                <a:lnSpc>
                  <a:spcPct val="100000"/>
                </a:lnSpc>
                <a:buFont typeface="Calibri" panose="020B0604020202020204" pitchFamily="34" charset="0"/>
                <a:buNone/>
              </a:pPr>
              <a:endParaRPr lang="nl-NL" sz="1050" b="0" i="0" u="none" baseline="0" noProof="1">
                <a:solidFill>
                  <a:schemeClr val="tx1"/>
                </a:solidFill>
                <a:latin typeface="Calibri Light" panose="020F0302020204030204" pitchFamily="34" charset="0"/>
                <a:cs typeface="Calibri Light" panose="020F0302020204030204" pitchFamily="34" charset="0"/>
              </a:endParaRPr>
            </a:p>
            <a:p>
              <a:pPr marL="0" indent="0">
                <a:lnSpc>
                  <a:spcPct val="100000"/>
                </a:lnSpc>
                <a:buFont typeface="Calibri" panose="020B0604020202020204" pitchFamily="34" charset="0"/>
                <a:buNone/>
              </a:pPr>
              <a:endParaRPr lang="nl-NL" sz="1050" b="0" i="0" u="none" baseline="0" noProof="1">
                <a:solidFill>
                  <a:schemeClr val="tx1"/>
                </a:solidFill>
                <a:latin typeface="Calibri Light" panose="020F0302020204030204" pitchFamily="34" charset="0"/>
                <a:cs typeface="Calibri Light" panose="020F0302020204030204" pitchFamily="34" charset="0"/>
              </a:endParaRPr>
            </a:p>
            <a:p>
              <a:pPr marL="0" indent="0">
                <a:lnSpc>
                  <a:spcPct val="100000"/>
                </a:lnSpc>
                <a:buFont typeface="Calibri" panose="020B0604020202020204" pitchFamily="34" charset="0"/>
                <a:buNone/>
              </a:pPr>
              <a:endParaRPr lang="nl-NL" sz="1050" b="0" i="0" u="none" baseline="0" noProof="1">
                <a:solidFill>
                  <a:schemeClr val="tx1"/>
                </a:solidFill>
                <a:latin typeface="Calibri Light" panose="020F0302020204030204" pitchFamily="34" charset="0"/>
                <a:cs typeface="Calibri Light" panose="020F0302020204030204" pitchFamily="34" charset="0"/>
              </a:endParaRPr>
            </a:p>
            <a:p>
              <a:pPr marL="0" marR="0" lvl="0" indent="0" algn="l" defTabSz="1377955" rtl="0" eaLnBrk="1" fontAlgn="auto" latinLnBrk="0" hangingPunct="1">
                <a:lnSpc>
                  <a:spcPct val="100000"/>
                </a:lnSpc>
                <a:spcBef>
                  <a:spcPts val="0"/>
                </a:spcBef>
                <a:spcAft>
                  <a:spcPts val="0"/>
                </a:spcAft>
                <a:buClrTx/>
                <a:buSzTx/>
                <a:buFont typeface="Calibri" panose="020B0604020202020204" pitchFamily="34" charset="0"/>
                <a:buNone/>
                <a:tabLst/>
                <a:defRPr/>
              </a:pPr>
              <a:endParaRPr lang="nl-NL" sz="1050" b="0" i="0" u="none" baseline="0" noProof="1">
                <a:solidFill>
                  <a:schemeClr val="tx1"/>
                </a:solidFill>
                <a:latin typeface="Calibri Light" panose="020F0302020204030204" pitchFamily="34" charset="0"/>
                <a:cs typeface="Calibri Light" panose="020F0302020204030204" pitchFamily="34" charset="0"/>
              </a:endParaRPr>
            </a:p>
          </p:txBody>
        </p:sp>
        <p:cxnSp>
          <p:nvCxnSpPr>
            <p:cNvPr id="142" name="Lijn">
              <a:extLst>
                <a:ext uri="{FF2B5EF4-FFF2-40B4-BE49-F238E27FC236}">
                  <a16:creationId xmlns:a16="http://schemas.microsoft.com/office/drawing/2014/main" id="{ECE3DE52-C3EA-4DC1-B3F9-EEA3DBCEEEF4}"/>
                </a:ext>
              </a:extLst>
            </p:cNvPr>
            <p:cNvCxnSpPr>
              <a:cxnSpLocks/>
            </p:cNvCxnSpPr>
            <p:nvPr userDrawn="1"/>
          </p:nvCxnSpPr>
          <p:spPr>
            <a:xfrm>
              <a:off x="9375155" y="1584000"/>
              <a:ext cx="2304000" cy="0"/>
            </a:xfrm>
            <a:prstGeom prst="line">
              <a:avLst/>
            </a:prstGeom>
          </p:spPr>
          <p:style>
            <a:lnRef idx="1">
              <a:schemeClr val="accent1"/>
            </a:lnRef>
            <a:fillRef idx="0">
              <a:schemeClr val="accent1"/>
            </a:fillRef>
            <a:effectRef idx="0">
              <a:schemeClr val="accent1"/>
            </a:effectRef>
            <a:fontRef idx="minor">
              <a:schemeClr val="tx1"/>
            </a:fontRef>
          </p:style>
        </p:cxnSp>
        <p:pic>
          <p:nvPicPr>
            <p:cNvPr id="143" name="Icon Afbeeldingen comprimeren">
              <a:extLst>
                <a:ext uri="{FF2B5EF4-FFF2-40B4-BE49-F238E27FC236}">
                  <a16:creationId xmlns:a16="http://schemas.microsoft.com/office/drawing/2014/main" id="{242BF795-21CD-4CB0-B783-A5078CF86BBF}"/>
                </a:ext>
              </a:extLst>
            </p:cNvPr>
            <p:cNvPicPr>
              <a:picLocks noChangeAspect="1"/>
            </p:cNvPicPr>
            <p:nvPr userDrawn="1"/>
          </p:nvPicPr>
          <p:blipFill>
            <a:blip r:embed="rId8">
              <a:extLst>
                <a:ext uri="{28A0092B-C50C-407E-A947-70E740481C1C}">
                  <a14:useLocalDpi xmlns:a14="http://schemas.microsoft.com/office/drawing/2010/main" val="0"/>
                </a:ext>
              </a:extLst>
            </a:blip>
            <a:stretch/>
          </p:blipFill>
          <p:spPr>
            <a:xfrm>
              <a:off x="9511434" y="3464874"/>
              <a:ext cx="1705213" cy="228632"/>
            </a:xfrm>
            <a:prstGeom prst="rect">
              <a:avLst/>
            </a:prstGeom>
          </p:spPr>
        </p:pic>
        <p:pic>
          <p:nvPicPr>
            <p:cNvPr id="144" name="Icon Opnieuw instellen">
              <a:extLst>
                <a:ext uri="{FF2B5EF4-FFF2-40B4-BE49-F238E27FC236}">
                  <a16:creationId xmlns:a16="http://schemas.microsoft.com/office/drawing/2014/main" id="{0F159EE5-0DB6-44B4-B1E3-B600765D8FC5}"/>
                </a:ext>
              </a:extLst>
            </p:cNvPr>
            <p:cNvPicPr>
              <a:picLocks noChangeAspect="1"/>
            </p:cNvPicPr>
            <p:nvPr userDrawn="1"/>
          </p:nvPicPr>
          <p:blipFill>
            <a:blip r:embed="rId7">
              <a:extLst>
                <a:ext uri="{28A0092B-C50C-407E-A947-70E740481C1C}">
                  <a14:useLocalDpi xmlns:a14="http://schemas.microsoft.com/office/drawing/2010/main" val="0"/>
                </a:ext>
              </a:extLst>
            </a:blip>
            <a:stretch>
              <a:fillRect/>
            </a:stretch>
          </p:blipFill>
          <p:spPr>
            <a:xfrm>
              <a:off x="9778170" y="4937066"/>
              <a:ext cx="1181265" cy="257211"/>
            </a:xfrm>
            <a:prstGeom prst="rect">
              <a:avLst/>
            </a:prstGeom>
          </p:spPr>
        </p:pic>
      </p:grpSp>
      <p:sp>
        <p:nvSpPr>
          <p:cNvPr id="145" name="Tijdelijke aanduiding voor datum 1">
            <a:extLst>
              <a:ext uri="{FF2B5EF4-FFF2-40B4-BE49-F238E27FC236}">
                <a16:creationId xmlns:a16="http://schemas.microsoft.com/office/drawing/2014/main" id="{3FFF70E0-9C62-42C0-999D-79C0187433DB}"/>
              </a:ext>
            </a:extLst>
          </p:cNvPr>
          <p:cNvSpPr>
            <a:spLocks noGrp="1"/>
          </p:cNvSpPr>
          <p:nvPr>
            <p:ph type="dt" sz="half" idx="10"/>
          </p:nvPr>
        </p:nvSpPr>
        <p:spPr>
          <a:xfrm>
            <a:off x="-84432" y="6695008"/>
            <a:ext cx="36000" cy="307777"/>
          </a:xfrm>
          <a:prstGeom prst="rect">
            <a:avLst/>
          </a:prstGeom>
        </p:spPr>
        <p:txBody>
          <a:bodyPr>
            <a:spAutoFit/>
          </a:bodyPr>
          <a:lstStyle>
            <a:lvl1pPr>
              <a:defRPr sz="100">
                <a:solidFill>
                  <a:srgbClr val="E6E6E6"/>
                </a:solidFill>
              </a:defRPr>
            </a:lvl1pPr>
          </a:lstStyle>
          <a:p>
            <a:fld id="{8B37950E-F7D9-49D4-8201-0A96F5749215}" type="datetime4">
              <a:rPr lang="nl-NL" smtClean="0"/>
              <a:t>4 juni 2024</a:t>
            </a:fld>
            <a:endParaRPr lang="nl-NL" dirty="0"/>
          </a:p>
        </p:txBody>
      </p:sp>
      <p:sp>
        <p:nvSpPr>
          <p:cNvPr id="146" name="Tijdelijke aanduiding voor voettekst 2">
            <a:extLst>
              <a:ext uri="{FF2B5EF4-FFF2-40B4-BE49-F238E27FC236}">
                <a16:creationId xmlns:a16="http://schemas.microsoft.com/office/drawing/2014/main" id="{C970C9C0-2814-41BA-938D-B4F9E5E41EFB}"/>
              </a:ext>
            </a:extLst>
          </p:cNvPr>
          <p:cNvSpPr>
            <a:spLocks noGrp="1"/>
          </p:cNvSpPr>
          <p:nvPr>
            <p:ph type="ftr" sz="quarter" idx="11"/>
          </p:nvPr>
        </p:nvSpPr>
        <p:spPr>
          <a:xfrm>
            <a:off x="-84432" y="6695010"/>
            <a:ext cx="36000" cy="907941"/>
          </a:xfrm>
          <a:prstGeom prst="rect">
            <a:avLst/>
          </a:prstGeom>
        </p:spPr>
        <p:txBody>
          <a:bodyPr>
            <a:spAutoFit/>
          </a:bodyPr>
          <a:lstStyle>
            <a:lvl1pPr>
              <a:defRPr sz="100">
                <a:solidFill>
                  <a:srgbClr val="E6E6E6"/>
                </a:solidFill>
              </a:defRPr>
            </a:lvl1pPr>
          </a:lstStyle>
          <a:p>
            <a:r>
              <a:rPr lang="nl-NL" dirty="0"/>
              <a:t>Titel van de presentatie via &gt;Invoegen &gt;Koptekst en voettekst</a:t>
            </a:r>
          </a:p>
        </p:txBody>
      </p:sp>
      <p:sp>
        <p:nvSpPr>
          <p:cNvPr id="147" name="Tijdelijke aanduiding voor dianummer 3">
            <a:extLst>
              <a:ext uri="{FF2B5EF4-FFF2-40B4-BE49-F238E27FC236}">
                <a16:creationId xmlns:a16="http://schemas.microsoft.com/office/drawing/2014/main" id="{0B7FD4F4-2E28-41DA-B738-FB098BA4F714}"/>
              </a:ext>
            </a:extLst>
          </p:cNvPr>
          <p:cNvSpPr>
            <a:spLocks noGrp="1"/>
          </p:cNvSpPr>
          <p:nvPr>
            <p:ph type="sldNum" sz="quarter" idx="12"/>
          </p:nvPr>
        </p:nvSpPr>
        <p:spPr>
          <a:xfrm>
            <a:off x="-84432" y="6695008"/>
            <a:ext cx="36000" cy="169277"/>
          </a:xfrm>
          <a:prstGeom prst="rect">
            <a:avLst/>
          </a:prstGeom>
        </p:spPr>
        <p:txBody>
          <a:bodyPr>
            <a:spAutoFit/>
          </a:bodyPr>
          <a:lstStyle>
            <a:lvl1pPr>
              <a:defRPr sz="100">
                <a:solidFill>
                  <a:srgbClr val="E6E6E6"/>
                </a:solidFill>
              </a:defRPr>
            </a:lvl1pPr>
          </a:lstStyle>
          <a:p>
            <a:fld id="{B8626174-7854-4699-ADD6-1A80D8049B55}" type="slidenum">
              <a:rPr lang="nl-NL" smtClean="0"/>
              <a:pPr/>
              <a:t>‹nr.›</a:t>
            </a:fld>
            <a:endParaRPr lang="nl-NL" dirty="0"/>
          </a:p>
        </p:txBody>
      </p:sp>
      <p:sp>
        <p:nvSpPr>
          <p:cNvPr id="148" name="Titel 4">
            <a:extLst>
              <a:ext uri="{FF2B5EF4-FFF2-40B4-BE49-F238E27FC236}">
                <a16:creationId xmlns:a16="http://schemas.microsoft.com/office/drawing/2014/main" id="{D1AB2F9D-80F5-47D5-B03F-079A6920C3EA}"/>
              </a:ext>
            </a:extLst>
          </p:cNvPr>
          <p:cNvSpPr>
            <a:spLocks noGrp="1"/>
          </p:cNvSpPr>
          <p:nvPr>
            <p:ph type="title" hasCustomPrompt="1"/>
          </p:nvPr>
        </p:nvSpPr>
        <p:spPr>
          <a:xfrm>
            <a:off x="43490" y="-228203"/>
            <a:ext cx="360000" cy="153888"/>
          </a:xfrm>
          <a:prstGeom prst="rect">
            <a:avLst/>
          </a:prstGeom>
        </p:spPr>
        <p:txBody>
          <a:bodyPr lIns="0" tIns="0" rIns="0" bIns="0"/>
          <a:lstStyle>
            <a:lvl1pPr>
              <a:defRPr sz="1000">
                <a:solidFill>
                  <a:schemeClr val="bg2">
                    <a:lumMod val="75000"/>
                  </a:schemeClr>
                </a:solidFill>
              </a:defRPr>
            </a:lvl1pPr>
          </a:lstStyle>
          <a:p>
            <a:r>
              <a:rPr lang="nl-NL" dirty="0"/>
              <a:t>[titel]</a:t>
            </a:r>
          </a:p>
        </p:txBody>
      </p:sp>
    </p:spTree>
    <p:extLst>
      <p:ext uri="{BB962C8B-B14F-4D97-AF65-F5344CB8AC3E}">
        <p14:creationId xmlns:p14="http://schemas.microsoft.com/office/powerpoint/2010/main" val="333959361"/>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13" Target="../slideLayouts/slideLayout13.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slideLayouts/slideLayout12.xml" Type="http://schemas.openxmlformats.org/officeDocument/2006/relationships/slideLayout"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 Id="rId14" Target="../theme/theme1.xml" Type="http://schemas.openxmlformats.org/officeDocument/2006/relationships/theme"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EA5E4F1-CB3F-D1CB-C7D0-F1D66C147FB3}"/>
              </a:ext>
            </a:extLst>
          </p:cNvPr>
          <p:cNvSpPr>
            <a:spLocks noGrp="1"/>
          </p:cNvSpPr>
          <p:nvPr>
            <p:ph type="title"/>
          </p:nvPr>
        </p:nvSpPr>
        <p:spPr>
          <a:xfrm>
            <a:off x="900000" y="901700"/>
            <a:ext cx="9540000" cy="553998"/>
          </a:xfrm>
          <a:prstGeom prst="rect">
            <a:avLst/>
          </a:prstGeom>
        </p:spPr>
        <p:txBody>
          <a:bodyPr anchor="t" anchorCtr="0" bIns="0" lIns="0" rIns="0" rtlCol="0" tIns="0" vert="horz">
            <a:spAutoFit/>
          </a:bodyPr>
          <a:lstStyle/>
          <a:p>
            <a:r>
              <a:rPr lang="nl-NL"/>
              <a:t>Klik om stijl te bewerken</a:t>
            </a:r>
            <a:endParaRPr dirty="0" lang="en-NL"/>
          </a:p>
        </p:txBody>
      </p:sp>
      <p:sp>
        <p:nvSpPr>
          <p:cNvPr id="3" name="Text Placeholder 2">
            <a:extLst>
              <a:ext uri="{FF2B5EF4-FFF2-40B4-BE49-F238E27FC236}">
                <a16:creationId xmlns:a16="http://schemas.microsoft.com/office/drawing/2014/main" id="{829F18BF-4E1F-243E-FD61-9FE65856176F}"/>
              </a:ext>
            </a:extLst>
          </p:cNvPr>
          <p:cNvSpPr>
            <a:spLocks noGrp="1"/>
          </p:cNvSpPr>
          <p:nvPr>
            <p:ph idx="1" type="body"/>
          </p:nvPr>
        </p:nvSpPr>
        <p:spPr>
          <a:xfrm>
            <a:off x="900000" y="1825624"/>
            <a:ext cx="9540000" cy="4287600"/>
          </a:xfrm>
          <a:prstGeom prst="rect">
            <a:avLst/>
          </a:prstGeom>
        </p:spPr>
        <p:txBody>
          <a:bodyPr bIns="0" lIns="0" rIns="0" rtlCol="0" tIns="0" vert="horz">
            <a:normAutofit/>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dirty="0" lang="en-NL"/>
          </a:p>
        </p:txBody>
      </p:sp>
      <p:sp>
        <p:nvSpPr>
          <p:cNvPr id="4" name="Tijdelijke aanduiding voor dianummer 3">
            <a:extLst>
              <a:ext uri="{FF2B5EF4-FFF2-40B4-BE49-F238E27FC236}">
                <a16:creationId xmlns:a16="http://schemas.microsoft.com/office/drawing/2014/main" id="{F85BBFD7-6CBD-195F-2D78-2779BB6C05AE}"/>
              </a:ext>
            </a:extLst>
          </p:cNvPr>
          <p:cNvSpPr>
            <a:spLocks noGrp="1"/>
          </p:cNvSpPr>
          <p:nvPr>
            <p:ph idx="4" sz="quarter" type="sldNum"/>
          </p:nvPr>
        </p:nvSpPr>
        <p:spPr>
          <a:xfrm>
            <a:off x="900000" y="6370918"/>
            <a:ext cx="360000" cy="184666"/>
          </a:xfrm>
          <a:prstGeom prst="rect">
            <a:avLst/>
          </a:prstGeom>
        </p:spPr>
        <p:txBody>
          <a:bodyPr anchor="ctr" bIns="0" lIns="0" rIns="0" rtlCol="0" tIns="0" vert="horz">
            <a:spAutoFit/>
          </a:bodyPr>
          <a:lstStyle>
            <a:lvl1pPr algn="l">
              <a:defRPr sz="1200">
                <a:solidFill>
                  <a:schemeClr val="tx1">
                    <a:tint val="82000"/>
                  </a:schemeClr>
                </a:solidFill>
              </a:defRPr>
            </a:lvl1pPr>
          </a:lstStyle>
          <a:p>
            <a:fld id="{51C5D536-50B7-4CE6-B44E-3B56F0A7BD1A}" type="slidenum">
              <a:rPr lang="nl-NL" smtClean="0"/>
              <a:pPr/>
              <a:t>‹nr.›</a:t>
            </a:fld>
            <a:endParaRPr dirty="0" lang="nl-NL"/>
          </a:p>
        </p:txBody>
      </p:sp>
    </p:spTree>
    <p:extLst>
      <p:ext uri="{BB962C8B-B14F-4D97-AF65-F5344CB8AC3E}">
        <p14:creationId xmlns:p14="http://schemas.microsoft.com/office/powerpoint/2010/main" val="4258596104"/>
      </p:ext>
    </p:extLst>
  </p:cSld>
  <p:clrMap accent1="accent1" accent2="accent2" accent3="accent3" accent4="accent4" accent5="accent5" accent6="accent6" bg1="lt1" bg2="lt2" folHlink="folHlink" hlink="hlink" tx1="dk1" tx2="dk2"/>
  <p:sldLayoutIdLst>
    <p:sldLayoutId id="2147483649" r:id="rId1"/>
    <p:sldLayoutId id="2147483651" r:id="rId2"/>
    <p:sldLayoutId id="2147483650" r:id="rId3"/>
    <p:sldLayoutId id="2147483672" r:id="rId4"/>
    <p:sldLayoutId id="2147483814" r:id="rId5"/>
    <p:sldLayoutId id="2147483657" r:id="rId6"/>
    <p:sldLayoutId id="2147483658" r:id="rId7"/>
    <p:sldLayoutId id="2147483667" r:id="rId8"/>
    <p:sldLayoutId id="2147483671" r:id="rId9"/>
    <p:sldLayoutId id="2147483669" r:id="rId10"/>
    <p:sldLayoutId id="2147483675" r:id="rId11"/>
    <p:sldLayoutId id="2147483664" r:id="rId12"/>
    <p:sldLayoutId id="2147483676" r:id="rId13"/>
  </p:sldLayoutIdLst>
  <p:hf dt="0" ftr="0" hdr="0"/>
  <p:txStyles>
    <p:titleStyle>
      <a:lvl1pPr algn="l" defTabSz="914400" eaLnBrk="1" hangingPunct="1" latinLnBrk="0" rtl="0">
        <a:lnSpc>
          <a:spcPct val="90000"/>
        </a:lnSpc>
        <a:spcBef>
          <a:spcPct val="0"/>
        </a:spcBef>
        <a:buNone/>
        <a:defRPr b="0" i="0" kern="1200" sz="4000">
          <a:solidFill>
            <a:schemeClr val="tx1"/>
          </a:solidFill>
          <a:latin typeface="+mj-lt"/>
          <a:ea typeface="+mj-ea"/>
          <a:cs typeface="+mj-cs"/>
        </a:defRPr>
      </a:lvl1pPr>
    </p:titleStyle>
    <p:bodyStyle>
      <a:lvl1pPr algn="l" defTabSz="914400" eaLnBrk="1" hangingPunct="1" indent="-228600" latinLnBrk="0" marL="228600" rtl="0">
        <a:lnSpc>
          <a:spcPct val="100000"/>
        </a:lnSpc>
        <a:spcBef>
          <a:spcPts val="1000"/>
        </a:spcBef>
        <a:buClr>
          <a:schemeClr val="tx2"/>
        </a:buClr>
        <a:buFont charset="0" panose="020B0604020202020204" pitchFamily="34" typeface="Arial"/>
        <a:buChar char="•"/>
        <a:defRPr b="0" i="0" kern="1200" sz="2400">
          <a:solidFill>
            <a:schemeClr val="tx1"/>
          </a:solidFill>
          <a:latin typeface="+mn-lt"/>
          <a:ea typeface="+mn-ea"/>
          <a:cs typeface="+mn-cs"/>
        </a:defRPr>
      </a:lvl1pPr>
      <a:lvl2pPr algn="l" defTabSz="914400" eaLnBrk="1" hangingPunct="1" indent="-228600" latinLnBrk="0" marL="685800" rtl="0">
        <a:lnSpc>
          <a:spcPct val="100000"/>
        </a:lnSpc>
        <a:spcBef>
          <a:spcPts val="1000"/>
        </a:spcBef>
        <a:buFont charset="0" panose="020B0604020202020204" pitchFamily="34" typeface="Arial"/>
        <a:buChar char="•"/>
        <a:defRPr b="0" i="0" kern="1200" sz="2400">
          <a:solidFill>
            <a:schemeClr val="tx1"/>
          </a:solidFill>
          <a:latin typeface="+mn-lt"/>
          <a:ea typeface="+mn-ea"/>
          <a:cs typeface="+mn-cs"/>
        </a:defRPr>
      </a:lvl2pPr>
      <a:lvl3pPr algn="l" defTabSz="914400" eaLnBrk="1" hangingPunct="1" indent="-228600" latinLnBrk="0" marL="1143000" rtl="0">
        <a:lnSpc>
          <a:spcPct val="100000"/>
        </a:lnSpc>
        <a:spcBef>
          <a:spcPts val="1000"/>
        </a:spcBef>
        <a:buFont charset="0" pitchFamily="50" typeface="General Sans"/>
        <a:buChar char="-"/>
        <a:defRPr b="0" i="0" kern="1200" sz="2400">
          <a:solidFill>
            <a:schemeClr val="tx1"/>
          </a:solidFill>
          <a:latin typeface="+mn-lt"/>
          <a:ea typeface="+mn-ea"/>
          <a:cs typeface="+mn-cs"/>
        </a:defRPr>
      </a:lvl3pPr>
      <a:lvl4pPr algn="l" defTabSz="914400" eaLnBrk="1" hangingPunct="1" indent="0" latinLnBrk="0" marL="0" rtl="0">
        <a:lnSpc>
          <a:spcPct val="100000"/>
        </a:lnSpc>
        <a:spcBef>
          <a:spcPts val="1000"/>
        </a:spcBef>
        <a:buFont charset="0" panose="020B0604020202020204" pitchFamily="34" typeface="Arial"/>
        <a:buNone/>
        <a:defRPr b="0" i="0" kern="1200" sz="2400">
          <a:solidFill>
            <a:schemeClr val="tx1"/>
          </a:solidFill>
          <a:latin typeface="+mn-lt"/>
          <a:ea typeface="+mn-ea"/>
          <a:cs typeface="+mn-cs"/>
        </a:defRPr>
      </a:lvl4pPr>
      <a:lvl5pPr algn="l" defTabSz="914400" eaLnBrk="1" hangingPunct="1" indent="0" latinLnBrk="0" marL="0" rtl="0">
        <a:lnSpc>
          <a:spcPct val="100000"/>
        </a:lnSpc>
        <a:spcBef>
          <a:spcPts val="1000"/>
        </a:spcBef>
        <a:buFont charset="0" panose="020B0604020202020204" pitchFamily="34" typeface="Arial"/>
        <a:buNone/>
        <a:defRPr b="0" i="0" kern="1200" sz="2400">
          <a:solidFill>
            <a:schemeClr val="tx2"/>
          </a:solidFill>
          <a:latin typeface="+mj-lt"/>
          <a:ea typeface="+mn-ea"/>
          <a:cs typeface="+mn-cs"/>
        </a:defRPr>
      </a:lvl5pPr>
      <a:lvl6pPr algn="l" defTabSz="914400" eaLnBrk="1" hangingPunct="1" indent="-228600" latinLnBrk="0" marL="25146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6pPr>
      <a:lvl7pPr algn="l" defTabSz="914400" eaLnBrk="1" hangingPunct="1" indent="-228600" latinLnBrk="0" marL="29718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7pPr>
      <a:lvl8pPr algn="l" defTabSz="914400" eaLnBrk="1" hangingPunct="1" indent="-228600" latinLnBrk="0" marL="34290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8pPr>
      <a:lvl9pPr algn="l" defTabSz="914400" eaLnBrk="1" hangingPunct="1" indent="-228600" latinLnBrk="0" marL="38862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9pPr>
    </p:bodyStyle>
    <p:otherStyle>
      <a:defPPr>
        <a:defRPr lang="en-NL"/>
      </a:defPPr>
      <a:lvl1pPr algn="l" defTabSz="914400" eaLnBrk="1" hangingPunct="1" latinLnBrk="0" marL="0" rtl="0">
        <a:defRPr kern="1200" sz="1800">
          <a:solidFill>
            <a:schemeClr val="tx1"/>
          </a:solidFill>
          <a:latin typeface="+mn-lt"/>
          <a:ea typeface="+mn-ea"/>
          <a:cs typeface="+mn-cs"/>
        </a:defRPr>
      </a:lvl1pPr>
      <a:lvl2pPr algn="l" defTabSz="914400" eaLnBrk="1" hangingPunct="1" latinLnBrk="0" marL="457200" rtl="0">
        <a:defRPr kern="1200" sz="1800">
          <a:solidFill>
            <a:schemeClr val="tx1"/>
          </a:solidFill>
          <a:latin typeface="+mn-lt"/>
          <a:ea typeface="+mn-ea"/>
          <a:cs typeface="+mn-cs"/>
        </a:defRPr>
      </a:lvl2pPr>
      <a:lvl3pPr algn="l" defTabSz="914400" eaLnBrk="1" hangingPunct="1" latinLnBrk="0" marL="914400" rtl="0">
        <a:defRPr kern="1200" sz="1800">
          <a:solidFill>
            <a:schemeClr val="tx1"/>
          </a:solidFill>
          <a:latin typeface="+mn-lt"/>
          <a:ea typeface="+mn-ea"/>
          <a:cs typeface="+mn-cs"/>
        </a:defRPr>
      </a:lvl3pPr>
      <a:lvl4pPr algn="l" defTabSz="914400" eaLnBrk="1" hangingPunct="1" latinLnBrk="0" marL="1371600" rtl="0">
        <a:defRPr kern="1200" sz="1800">
          <a:solidFill>
            <a:schemeClr val="tx1"/>
          </a:solidFill>
          <a:latin typeface="+mn-lt"/>
          <a:ea typeface="+mn-ea"/>
          <a:cs typeface="+mn-cs"/>
        </a:defRPr>
      </a:lvl4pPr>
      <a:lvl5pPr algn="l" defTabSz="914400" eaLnBrk="1" hangingPunct="1" latinLnBrk="0" marL="1828800" rtl="0">
        <a:defRPr kern="1200" sz="1800">
          <a:solidFill>
            <a:schemeClr val="tx1"/>
          </a:solidFill>
          <a:latin typeface="+mn-lt"/>
          <a:ea typeface="+mn-ea"/>
          <a:cs typeface="+mn-cs"/>
        </a:defRPr>
      </a:lvl5pPr>
      <a:lvl6pPr algn="l" defTabSz="914400" eaLnBrk="1" hangingPunct="1" latinLnBrk="0" marL="2286000" rtl="0">
        <a:defRPr kern="1200" sz="1800">
          <a:solidFill>
            <a:schemeClr val="tx1"/>
          </a:solidFill>
          <a:latin typeface="+mn-lt"/>
          <a:ea typeface="+mn-ea"/>
          <a:cs typeface="+mn-cs"/>
        </a:defRPr>
      </a:lvl6pPr>
      <a:lvl7pPr algn="l" defTabSz="914400" eaLnBrk="1" hangingPunct="1" latinLnBrk="0" marL="2743200" rtl="0">
        <a:defRPr kern="1200" sz="1800">
          <a:solidFill>
            <a:schemeClr val="tx1"/>
          </a:solidFill>
          <a:latin typeface="+mn-lt"/>
          <a:ea typeface="+mn-ea"/>
          <a:cs typeface="+mn-cs"/>
        </a:defRPr>
      </a:lvl7pPr>
      <a:lvl8pPr algn="l" defTabSz="914400" eaLnBrk="1" hangingPunct="1" latinLnBrk="0" marL="3200400" rtl="0">
        <a:defRPr kern="1200" sz="1800">
          <a:solidFill>
            <a:schemeClr val="tx1"/>
          </a:solidFill>
          <a:latin typeface="+mn-lt"/>
          <a:ea typeface="+mn-ea"/>
          <a:cs typeface="+mn-cs"/>
        </a:defRPr>
      </a:lvl8pPr>
      <a:lvl9pPr algn="l" defTabSz="914400" eaLnBrk="1" hangingPunct="1" latinLnBrk="0" marL="3657600" rtl="0">
        <a:defRPr kern="1200" sz="180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11.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12.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13.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14.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15.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16.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17.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18.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19.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20.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21.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22.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23.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24.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25.xml.rels><?xml version="1.0" encoding="UTF-8"?><Relationships xmlns="http://schemas.openxmlformats.org/package/2006/relationships"><Relationship Id="rId1" Type="http://schemas.openxmlformats.org/officeDocument/2006/relationships/slideLayout" Target="../slideLayouts/slideLayout3.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el 5">
            <a:extLst>
              <a:ext uri="{FF2B5EF4-FFF2-40B4-BE49-F238E27FC236}">
                <a16:creationId xmlns:a16="http://schemas.microsoft.com/office/drawing/2014/main" id="{9EDC4490-254F-A3CD-E1E5-8C4FCC5117B1}"/>
              </a:ext>
            </a:extLst>
          </p:cNvPr>
          <p:cNvSpPr>
            <a:spLocks noGrp="1"/>
          </p:cNvSpPr>
          <p:nvPr>
            <p:ph type="title"/>
          </p:nvPr>
        </p:nvSpPr>
        <p:spPr/>
        <p:txBody>
          <a:bodyPr/>
          <a:lstStyle/>
          <a:p>
            <a:pPr lvl="0" indent="0" marL="0">
              <a:buNone/>
            </a:pPr>
            <a:r>
              <a:rPr/>
              <a:t>Koppelvlakspecificaties</a:t>
            </a:r>
          </a:p>
        </p:txBody>
      </p:sp>
      <p:sp>
        <p:nvSpPr>
          <p:cNvPr id="9" name="Tijdelijke aanduiding voor tekst 8">
            <a:extLst>
              <a:ext uri="{FF2B5EF4-FFF2-40B4-BE49-F238E27FC236}">
                <a16:creationId xmlns:a16="http://schemas.microsoft.com/office/drawing/2014/main" id="{D71F4C19-905F-16CB-DFC1-EC5145A739E8}"/>
              </a:ext>
            </a:extLst>
          </p:cNvPr>
          <p:cNvSpPr>
            <a:spLocks noGrp="1"/>
          </p:cNvSpPr>
          <p:nvPr>
            <p:ph idx="11" sz="quarter"/>
          </p:nvPr>
        </p:nvSpPr>
        <p:spPr/>
        <p:txBody>
          <a:bodyPr/>
          <a:lstStyle/>
          <a:p>
            <a:pPr lvl="0" indent="0" marL="0">
              <a:buNone/>
            </a:pPr>
            <a:r>
              <a:rPr/>
              <a:t>De eerste structuur voor het eindproduct Kerngroep techniek · Amersfoort OKx · Onderwijskoppelingen · Npuls · 19 augustus 2026</a:t>
            </a:r>
          </a:p>
        </p:txBody>
      </p:sp>
      <p:sp>
        <p:nvSpPr>
          <p:cNvPr id="5" name="Tijdelijke aanduiding voor dianummer 4">
            <a:extLst>
              <a:ext uri="{FF2B5EF4-FFF2-40B4-BE49-F238E27FC236}">
                <a16:creationId xmlns:a16="http://schemas.microsoft.com/office/drawing/2014/main" id="{F38214CE-2914-AABC-1FC7-658B39A367D7}"/>
              </a:ext>
            </a:extLst>
          </p:cNvPr>
          <p:cNvSpPr>
            <a:spLocks noGrp="1"/>
          </p:cNvSpPr>
          <p:nvPr>
            <p:ph idx="10" sz="quarter" type="sldNum"/>
          </p:nvPr>
        </p:nvSpPr>
        <p:spPr/>
        <p:txBody>
          <a:bodyPr/>
          <a:lstStyle/>
          <a:p>
            <a:fld id="{51C5D536-50B7-4CE6-B44E-3B56F0A7BD1A}" type="slidenum">
              <a:rPr lang="nl-NL" smtClean="0"/>
              <a:pPr/>
              <a:t>‹nr.›</a:t>
            </a:fld>
            <a:endParaRPr dirty="0" lang="nl-NL"/>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el 5">
            <a:extLst>
              <a:ext uri="{FF2B5EF4-FFF2-40B4-BE49-F238E27FC236}">
                <a16:creationId xmlns:a16="http://schemas.microsoft.com/office/drawing/2014/main" id="{9EDC4490-254F-A3CD-E1E5-8C4FCC5117B1}"/>
              </a:ext>
            </a:extLst>
          </p:cNvPr>
          <p:cNvSpPr>
            <a:spLocks noGrp="1"/>
          </p:cNvSpPr>
          <p:nvPr>
            <p:ph type="title"/>
          </p:nvPr>
        </p:nvSpPr>
        <p:spPr/>
        <p:txBody>
          <a:bodyPr/>
          <a:lstStyle/>
          <a:p>
            <a:pPr lvl="0" indent="0" marL="0">
              <a:buNone/>
            </a:pPr>
            <a:r>
              <a:rPr/>
              <a:t>De eerste structuur van de koppelvlakspecificatie staat.</a:t>
            </a:r>
          </a:p>
        </p:txBody>
      </p:sp>
      <p:sp>
        <p:nvSpPr>
          <p:cNvPr id="9" name="Tijdelijke aanduiding voor tekst 8">
            <a:extLst>
              <a:ext uri="{FF2B5EF4-FFF2-40B4-BE49-F238E27FC236}">
                <a16:creationId xmlns:a16="http://schemas.microsoft.com/office/drawing/2014/main" id="{D71F4C19-905F-16CB-DFC1-EC5145A739E8}"/>
              </a:ext>
            </a:extLst>
          </p:cNvPr>
          <p:cNvSpPr>
            <a:spLocks noGrp="1"/>
          </p:cNvSpPr>
          <p:nvPr>
            <p:ph idx="11" sz="quarter"/>
          </p:nvPr>
        </p:nvSpPr>
        <p:spPr/>
        <p:txBody>
          <a:bodyPr/>
          <a:lstStyle/>
          <a:p>
            <a:pPr lvl="0" indent="0" marL="0">
              <a:buNone/>
            </a:pPr>
            <a:r>
              <a:rPr/>
              <a:t>Gereleased als alpha-document v0.0.1, in docx en pdf. Vandaag onderzoeken we samen of de structuur werkt voor onze doelen, en hoe we verder bouwen.</a:t>
            </a:r>
          </a:p>
        </p:txBody>
      </p:sp>
      <p:sp>
        <p:nvSpPr>
          <p:cNvPr id="5" name="Tijdelijke aanduiding voor dianummer 4">
            <a:extLst>
              <a:ext uri="{FF2B5EF4-FFF2-40B4-BE49-F238E27FC236}">
                <a16:creationId xmlns:a16="http://schemas.microsoft.com/office/drawing/2014/main" id="{F38214CE-2914-AABC-1FC7-658B39A367D7}"/>
              </a:ext>
            </a:extLst>
          </p:cNvPr>
          <p:cNvSpPr>
            <a:spLocks noGrp="1"/>
          </p:cNvSpPr>
          <p:nvPr>
            <p:ph idx="10" sz="quarter" type="sldNum"/>
          </p:nvPr>
        </p:nvSpPr>
        <p:spPr/>
        <p:txBody>
          <a:bodyPr/>
          <a:lstStyle/>
          <a:p>
            <a:fld id="{51C5D536-50B7-4CE6-B44E-3B56F0A7BD1A}" type="slidenum">
              <a:rPr lang="nl-NL" smtClean="0"/>
              <a:pPr/>
              <a:t>‹nr.›</a:t>
            </a:fld>
            <a:endParaRPr dirty="0" lang="nl-NL"/>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el 5">
            <a:extLst>
              <a:ext uri="{FF2B5EF4-FFF2-40B4-BE49-F238E27FC236}">
                <a16:creationId xmlns:a16="http://schemas.microsoft.com/office/drawing/2014/main" id="{9EDC4490-254F-A3CD-E1E5-8C4FCC5117B1}"/>
              </a:ext>
            </a:extLst>
          </p:cNvPr>
          <p:cNvSpPr>
            <a:spLocks noGrp="1"/>
          </p:cNvSpPr>
          <p:nvPr>
            <p:ph type="title"/>
          </p:nvPr>
        </p:nvSpPr>
        <p:spPr/>
        <p:txBody>
          <a:bodyPr/>
          <a:lstStyle/>
          <a:p>
            <a:pPr lvl="0" indent="0" marL="0">
              <a:buNone/>
            </a:pPr>
            <a:r>
              <a:rPr/>
              <a:t>Wat gaan we bespreken</a:t>
            </a:r>
          </a:p>
        </p:txBody>
      </p:sp>
      <p:sp>
        <p:nvSpPr>
          <p:cNvPr id="9" name="Tijdelijke aanduiding voor tekst 8">
            <a:extLst>
              <a:ext uri="{FF2B5EF4-FFF2-40B4-BE49-F238E27FC236}">
                <a16:creationId xmlns:a16="http://schemas.microsoft.com/office/drawing/2014/main" id="{D71F4C19-905F-16CB-DFC1-EC5145A739E8}"/>
              </a:ext>
            </a:extLst>
          </p:cNvPr>
          <p:cNvSpPr>
            <a:spLocks noGrp="1"/>
          </p:cNvSpPr>
          <p:nvPr>
            <p:ph idx="11" sz="quarter"/>
          </p:nvPr>
        </p:nvSpPr>
        <p:spPr/>
        <p:txBody>
          <a:bodyPr/>
          <a:lstStyle/>
          <a:p>
            <a:pPr lvl="0" indent="0" marL="0">
              <a:buNone/>
            </a:pPr>
            <a:r>
              <a:rPr/>
              <a:t>Programma 1 Versimpelde werkwijzeTwee bronnen, elk hun eigen prioriteit 2 De publieke repositoryDe opbouw van een koppelvlakspecificatie 3 Release managementVan bron naar releasepakket 4 Alpha-document v0.0.1Wat erin zit en wat we vragen 5 PlanningDe belangrijkste issues voor de komende periode</a:t>
            </a:r>
          </a:p>
        </p:txBody>
      </p:sp>
      <p:sp>
        <p:nvSpPr>
          <p:cNvPr id="5" name="Tijdelijke aanduiding voor dianummer 4">
            <a:extLst>
              <a:ext uri="{FF2B5EF4-FFF2-40B4-BE49-F238E27FC236}">
                <a16:creationId xmlns:a16="http://schemas.microsoft.com/office/drawing/2014/main" id="{F38214CE-2914-AABC-1FC7-658B39A367D7}"/>
              </a:ext>
            </a:extLst>
          </p:cNvPr>
          <p:cNvSpPr>
            <a:spLocks noGrp="1"/>
          </p:cNvSpPr>
          <p:nvPr>
            <p:ph idx="10" sz="quarter" type="sldNum"/>
          </p:nvPr>
        </p:nvSpPr>
        <p:spPr/>
        <p:txBody>
          <a:bodyPr/>
          <a:lstStyle/>
          <a:p>
            <a:fld id="{51C5D536-50B7-4CE6-B44E-3B56F0A7BD1A}" type="slidenum">
              <a:rPr lang="nl-NL" smtClean="0"/>
              <a:pPr/>
              <a:t>‹nr.›</a:t>
            </a:fld>
            <a:endParaRPr dirty="0" lang="nl-NL"/>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el 5">
            <a:extLst>
              <a:ext uri="{FF2B5EF4-FFF2-40B4-BE49-F238E27FC236}">
                <a16:creationId xmlns:a16="http://schemas.microsoft.com/office/drawing/2014/main" id="{9EDC4490-254F-A3CD-E1E5-8C4FCC5117B1}"/>
              </a:ext>
            </a:extLst>
          </p:cNvPr>
          <p:cNvSpPr>
            <a:spLocks noGrp="1"/>
          </p:cNvSpPr>
          <p:nvPr>
            <p:ph type="title"/>
          </p:nvPr>
        </p:nvSpPr>
        <p:spPr/>
        <p:txBody>
          <a:bodyPr/>
          <a:lstStyle/>
          <a:p>
            <a:pPr lvl="0" indent="0" marL="0">
              <a:buNone/>
            </a:pPr>
            <a:r>
              <a:rPr/>
              <a:t>Deel 1</a:t>
            </a:r>
          </a:p>
        </p:txBody>
      </p:sp>
      <p:sp>
        <p:nvSpPr>
          <p:cNvPr id="9" name="Tijdelijke aanduiding voor tekst 8">
            <a:extLst>
              <a:ext uri="{FF2B5EF4-FFF2-40B4-BE49-F238E27FC236}">
                <a16:creationId xmlns:a16="http://schemas.microsoft.com/office/drawing/2014/main" id="{D71F4C19-905F-16CB-DFC1-EC5145A739E8}"/>
              </a:ext>
            </a:extLst>
          </p:cNvPr>
          <p:cNvSpPr>
            <a:spLocks noGrp="1"/>
          </p:cNvSpPr>
          <p:nvPr>
            <p:ph idx="11" sz="quarter"/>
          </p:nvPr>
        </p:nvSpPr>
        <p:spPr/>
        <p:txBody>
          <a:bodyPr/>
          <a:lstStyle/>
          <a:p>
            <a:pPr lvl="0" indent="0" marL="0">
              <a:buNone/>
            </a:pPr>
            <a:r>
              <a:rPr/>
              <a:t>Versimpelde werkwijze</a:t>
            </a:r>
          </a:p>
        </p:txBody>
      </p:sp>
      <p:sp>
        <p:nvSpPr>
          <p:cNvPr id="5" name="Tijdelijke aanduiding voor dianummer 4">
            <a:extLst>
              <a:ext uri="{FF2B5EF4-FFF2-40B4-BE49-F238E27FC236}">
                <a16:creationId xmlns:a16="http://schemas.microsoft.com/office/drawing/2014/main" id="{F38214CE-2914-AABC-1FC7-658B39A367D7}"/>
              </a:ext>
            </a:extLst>
          </p:cNvPr>
          <p:cNvSpPr>
            <a:spLocks noGrp="1"/>
          </p:cNvSpPr>
          <p:nvPr>
            <p:ph idx="10" sz="quarter" type="sldNum"/>
          </p:nvPr>
        </p:nvSpPr>
        <p:spPr/>
        <p:txBody>
          <a:bodyPr/>
          <a:lstStyle/>
          <a:p>
            <a:fld id="{51C5D536-50B7-4CE6-B44E-3B56F0A7BD1A}" type="slidenum">
              <a:rPr lang="nl-NL" smtClean="0"/>
              <a:pPr/>
              <a:t>‹nr.›</a:t>
            </a:fld>
            <a:endParaRPr dirty="0" lang="nl-NL"/>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el 5">
            <a:extLst>
              <a:ext uri="{FF2B5EF4-FFF2-40B4-BE49-F238E27FC236}">
                <a16:creationId xmlns:a16="http://schemas.microsoft.com/office/drawing/2014/main" id="{9EDC4490-254F-A3CD-E1E5-8C4FCC5117B1}"/>
              </a:ext>
            </a:extLst>
          </p:cNvPr>
          <p:cNvSpPr>
            <a:spLocks noGrp="1"/>
          </p:cNvSpPr>
          <p:nvPr>
            <p:ph type="title"/>
          </p:nvPr>
        </p:nvSpPr>
        <p:spPr/>
        <p:txBody>
          <a:bodyPr/>
          <a:lstStyle/>
          <a:p>
            <a:pPr lvl="0" indent="0" marL="0">
              <a:buNone/>
            </a:pPr>
            <a:r>
              <a:rPr/>
              <a:t>De aanleiding</a:t>
            </a:r>
          </a:p>
        </p:txBody>
      </p:sp>
      <p:sp>
        <p:nvSpPr>
          <p:cNvPr id="9" name="Tijdelijke aanduiding voor tekst 8">
            <a:extLst>
              <a:ext uri="{FF2B5EF4-FFF2-40B4-BE49-F238E27FC236}">
                <a16:creationId xmlns:a16="http://schemas.microsoft.com/office/drawing/2014/main" id="{D71F4C19-905F-16CB-DFC1-EC5145A739E8}"/>
              </a:ext>
            </a:extLst>
          </p:cNvPr>
          <p:cNvSpPr>
            <a:spLocks noGrp="1"/>
          </p:cNvSpPr>
          <p:nvPr>
            <p:ph idx="11" sz="quarter"/>
          </p:nvPr>
        </p:nvSpPr>
        <p:spPr/>
        <p:txBody>
          <a:bodyPr/>
          <a:lstStyle/>
          <a:p>
            <a:pPr lvl="0"/>
            <a:r>
              <a:rPr/>
              <a:t>Stakeholders konden de informatie niet vinden: “wanneer is iets af, en waar vinden we het?”</a:t>
            </a:r>
          </a:p>
          <a:p>
            <a:pPr lvl="0"/>
            <a:r>
              <a:rPr/>
              <a:t>Het werken via GitHub werd breder geadopteerd en het team groeide</a:t>
            </a:r>
          </a:p>
          <a:p>
            <a:pPr lvl="0"/>
            <a:r>
              <a:rPr/>
              <a:t>De behoefte: een professionele werkomgeving, en producten die klaar zijn voor gebruik Consolidatie, geen koerswijziging Wat af is, staat op één publieke plek en krijgt via release management een versienummer. Wat nog rijpt, blijft werkmateriaal.</a:t>
            </a:r>
          </a:p>
        </p:txBody>
      </p:sp>
      <p:sp>
        <p:nvSpPr>
          <p:cNvPr id="5" name="Tijdelijke aanduiding voor dianummer 4">
            <a:extLst>
              <a:ext uri="{FF2B5EF4-FFF2-40B4-BE49-F238E27FC236}">
                <a16:creationId xmlns:a16="http://schemas.microsoft.com/office/drawing/2014/main" id="{F38214CE-2914-AABC-1FC7-658B39A367D7}"/>
              </a:ext>
            </a:extLst>
          </p:cNvPr>
          <p:cNvSpPr>
            <a:spLocks noGrp="1"/>
          </p:cNvSpPr>
          <p:nvPr>
            <p:ph idx="10" sz="quarter" type="sldNum"/>
          </p:nvPr>
        </p:nvSpPr>
        <p:spPr/>
        <p:txBody>
          <a:bodyPr/>
          <a:lstStyle/>
          <a:p>
            <a:fld id="{51C5D536-50B7-4CE6-B44E-3B56F0A7BD1A}" type="slidenum">
              <a:rPr lang="nl-NL" smtClean="0"/>
              <a:pPr/>
              <a:t>‹nr.›</a:t>
            </a:fld>
            <a:endParaRPr dirty="0" lang="nl-NL"/>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el 5">
            <a:extLst>
              <a:ext uri="{FF2B5EF4-FFF2-40B4-BE49-F238E27FC236}">
                <a16:creationId xmlns:a16="http://schemas.microsoft.com/office/drawing/2014/main" id="{9EDC4490-254F-A3CD-E1E5-8C4FCC5117B1}"/>
              </a:ext>
            </a:extLst>
          </p:cNvPr>
          <p:cNvSpPr>
            <a:spLocks noGrp="1"/>
          </p:cNvSpPr>
          <p:nvPr>
            <p:ph type="title"/>
          </p:nvPr>
        </p:nvSpPr>
        <p:spPr/>
        <p:txBody>
          <a:bodyPr/>
          <a:lstStyle/>
          <a:p>
            <a:pPr lvl="0" indent="0" marL="0">
              <a:buNone/>
            </a:pPr>
            <a:r>
              <a:rPr/>
              <a:t>Van werkomgeving naar release</a:t>
            </a:r>
          </a:p>
        </p:txBody>
      </p:sp>
      <p:sp>
        <p:nvSpPr>
          <p:cNvPr id="9" name="Tijdelijke aanduiding voor tekst 8">
            <a:extLst>
              <a:ext uri="{FF2B5EF4-FFF2-40B4-BE49-F238E27FC236}">
                <a16:creationId xmlns:a16="http://schemas.microsoft.com/office/drawing/2014/main" id="{D71F4C19-905F-16CB-DFC1-EC5145A739E8}"/>
              </a:ext>
            </a:extLst>
          </p:cNvPr>
          <p:cNvSpPr>
            <a:spLocks noGrp="1"/>
          </p:cNvSpPr>
          <p:nvPr>
            <p:ph idx="11" sz="quarter"/>
          </p:nvPr>
        </p:nvSpPr>
        <p:spPr/>
        <p:txBody>
          <a:bodyPr/>
          <a:lstStyle/>
          <a:p>
            <a:pPr lvl="0" indent="0" marL="0">
              <a:buNone/>
            </a:pPr>
            <a:r>
              <a:rPr/>
              <a:t>Private sourceDe werkomgeving van het projectteam: bronbestanden, ideeën en memo’s. Alle context om het eindproduct te realiseren. Public sourceAlle bronbestanden van de koppelvlakspecificatie. Public releaseHet geversioneerde koppelvlakspecificatie-document.</a:t>
            </a:r>
          </a:p>
        </p:txBody>
      </p:sp>
      <p:sp>
        <p:nvSpPr>
          <p:cNvPr id="5" name="Tijdelijke aanduiding voor dianummer 4">
            <a:extLst>
              <a:ext uri="{FF2B5EF4-FFF2-40B4-BE49-F238E27FC236}">
                <a16:creationId xmlns:a16="http://schemas.microsoft.com/office/drawing/2014/main" id="{F38214CE-2914-AABC-1FC7-658B39A367D7}"/>
              </a:ext>
            </a:extLst>
          </p:cNvPr>
          <p:cNvSpPr>
            <a:spLocks noGrp="1"/>
          </p:cNvSpPr>
          <p:nvPr>
            <p:ph idx="10" sz="quarter" type="sldNum"/>
          </p:nvPr>
        </p:nvSpPr>
        <p:spPr/>
        <p:txBody>
          <a:bodyPr/>
          <a:lstStyle/>
          <a:p>
            <a:fld id="{51C5D536-50B7-4CE6-B44E-3B56F0A7BD1A}" type="slidenum">
              <a:rPr lang="nl-NL" smtClean="0"/>
              <a:pPr/>
              <a:t>‹nr.›</a:t>
            </a:fld>
            <a:endParaRPr dirty="0" lang="nl-NL"/>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el 5">
            <a:extLst>
              <a:ext uri="{FF2B5EF4-FFF2-40B4-BE49-F238E27FC236}">
                <a16:creationId xmlns:a16="http://schemas.microsoft.com/office/drawing/2014/main" id="{9EDC4490-254F-A3CD-E1E5-8C4FCC5117B1}"/>
              </a:ext>
            </a:extLst>
          </p:cNvPr>
          <p:cNvSpPr>
            <a:spLocks noGrp="1"/>
          </p:cNvSpPr>
          <p:nvPr>
            <p:ph type="title"/>
          </p:nvPr>
        </p:nvSpPr>
        <p:spPr/>
        <p:txBody>
          <a:bodyPr/>
          <a:lstStyle/>
          <a:p>
            <a:pPr lvl="0" indent="0" marL="0">
              <a:buNone/>
            </a:pPr>
            <a:r>
              <a:rPr/>
              <a:t>De werkomgeving wordt privé</a:t>
            </a:r>
          </a:p>
        </p:txBody>
      </p:sp>
      <p:sp>
        <p:nvSpPr>
          <p:cNvPr id="9" name="Tijdelijke aanduiding voor tekst 8">
            <a:extLst>
              <a:ext uri="{FF2B5EF4-FFF2-40B4-BE49-F238E27FC236}">
                <a16:creationId xmlns:a16="http://schemas.microsoft.com/office/drawing/2014/main" id="{D71F4C19-905F-16CB-DFC1-EC5145A739E8}"/>
              </a:ext>
            </a:extLst>
          </p:cNvPr>
          <p:cNvSpPr>
            <a:spLocks noGrp="1"/>
          </p:cNvSpPr>
          <p:nvPr>
            <p:ph idx="11" sz="quarter"/>
          </p:nvPr>
        </p:nvSpPr>
        <p:spPr/>
        <p:txBody>
          <a:bodyPr/>
          <a:lstStyle/>
          <a:p>
            <a:pPr lvl="0"/>
            <a:r>
              <a:rPr/>
              <a:t>De meta-repository wordt privé, en daar blijft het team werken</a:t>
            </a:r>
          </a:p>
          <a:p>
            <a:pPr lvl="0"/>
            <a:r>
              <a:rPr/>
              <a:t>Wat daar blijft: de bronbestanden die de kaderstelling dragen, en de verdiepende context bij de werkwijze, zoals productiviteitstooling en interne memo’s</a:t>
            </a:r>
          </a:p>
          <a:p>
            <a:pPr lvl="0"/>
            <a:r>
              <a:rPr/>
              <a:t>De publieke repository is puur de productrepository: de specificaties en hun releases Wat dit voor jullie betekent Alles wat nodig is om een koppelvlak te bouwen, staat in de publieke repository. Vraagt iets om externe verdieping of verantwoording, dan wegen we overheveling naar de publieke bron.</a:t>
            </a:r>
          </a:p>
        </p:txBody>
      </p:sp>
      <p:sp>
        <p:nvSpPr>
          <p:cNvPr id="5" name="Tijdelijke aanduiding voor dianummer 4">
            <a:extLst>
              <a:ext uri="{FF2B5EF4-FFF2-40B4-BE49-F238E27FC236}">
                <a16:creationId xmlns:a16="http://schemas.microsoft.com/office/drawing/2014/main" id="{F38214CE-2914-AABC-1FC7-658B39A367D7}"/>
              </a:ext>
            </a:extLst>
          </p:cNvPr>
          <p:cNvSpPr>
            <a:spLocks noGrp="1"/>
          </p:cNvSpPr>
          <p:nvPr>
            <p:ph idx="10" sz="quarter" type="sldNum"/>
          </p:nvPr>
        </p:nvSpPr>
        <p:spPr/>
        <p:txBody>
          <a:bodyPr/>
          <a:lstStyle/>
          <a:p>
            <a:fld id="{51C5D536-50B7-4CE6-B44E-3B56F0A7BD1A}" type="slidenum">
              <a:rPr lang="nl-NL" smtClean="0"/>
              <a:pPr/>
              <a:t>‹nr.›</a:t>
            </a:fld>
            <a:endParaRPr dirty="0" lang="nl-NL"/>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el 5">
            <a:extLst>
              <a:ext uri="{FF2B5EF4-FFF2-40B4-BE49-F238E27FC236}">
                <a16:creationId xmlns:a16="http://schemas.microsoft.com/office/drawing/2014/main" id="{9EDC4490-254F-A3CD-E1E5-8C4FCC5117B1}"/>
              </a:ext>
            </a:extLst>
          </p:cNvPr>
          <p:cNvSpPr>
            <a:spLocks noGrp="1"/>
          </p:cNvSpPr>
          <p:nvPr>
            <p:ph type="title"/>
          </p:nvPr>
        </p:nvSpPr>
        <p:spPr/>
        <p:txBody>
          <a:bodyPr/>
          <a:lstStyle/>
          <a:p>
            <a:pPr lvl="0" indent="0" marL="0">
              <a:buNone/>
            </a:pPr>
            <a:r>
              <a:rPr/>
              <a:t>Deel 2</a:t>
            </a:r>
          </a:p>
        </p:txBody>
      </p:sp>
      <p:sp>
        <p:nvSpPr>
          <p:cNvPr id="9" name="Tijdelijke aanduiding voor tekst 8">
            <a:extLst>
              <a:ext uri="{FF2B5EF4-FFF2-40B4-BE49-F238E27FC236}">
                <a16:creationId xmlns:a16="http://schemas.microsoft.com/office/drawing/2014/main" id="{D71F4C19-905F-16CB-DFC1-EC5145A739E8}"/>
              </a:ext>
            </a:extLst>
          </p:cNvPr>
          <p:cNvSpPr>
            <a:spLocks noGrp="1"/>
          </p:cNvSpPr>
          <p:nvPr>
            <p:ph idx="11" sz="quarter"/>
          </p:nvPr>
        </p:nvSpPr>
        <p:spPr/>
        <p:txBody>
          <a:bodyPr/>
          <a:lstStyle/>
          <a:p>
            <a:pPr lvl="0" indent="0" marL="0">
              <a:buNone/>
            </a:pPr>
            <a:r>
              <a:rPr/>
              <a:t>De publieke repository</a:t>
            </a:r>
          </a:p>
        </p:txBody>
      </p:sp>
      <p:sp>
        <p:nvSpPr>
          <p:cNvPr id="5" name="Tijdelijke aanduiding voor dianummer 4">
            <a:extLst>
              <a:ext uri="{FF2B5EF4-FFF2-40B4-BE49-F238E27FC236}">
                <a16:creationId xmlns:a16="http://schemas.microsoft.com/office/drawing/2014/main" id="{F38214CE-2914-AABC-1FC7-658B39A367D7}"/>
              </a:ext>
            </a:extLst>
          </p:cNvPr>
          <p:cNvSpPr>
            <a:spLocks noGrp="1"/>
          </p:cNvSpPr>
          <p:nvPr>
            <p:ph idx="10" sz="quarter" type="sldNum"/>
          </p:nvPr>
        </p:nvSpPr>
        <p:spPr/>
        <p:txBody>
          <a:bodyPr/>
          <a:lstStyle/>
          <a:p>
            <a:fld id="{51C5D536-50B7-4CE6-B44E-3B56F0A7BD1A}" type="slidenum">
              <a:rPr lang="nl-NL" smtClean="0"/>
              <a:pPr/>
              <a:t>‹nr.›</a:t>
            </a:fld>
            <a:endParaRPr dirty="0" lang="nl-NL"/>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el 5">
            <a:extLst>
              <a:ext uri="{FF2B5EF4-FFF2-40B4-BE49-F238E27FC236}">
                <a16:creationId xmlns:a16="http://schemas.microsoft.com/office/drawing/2014/main" id="{9EDC4490-254F-A3CD-E1E5-8C4FCC5117B1}"/>
              </a:ext>
            </a:extLst>
          </p:cNvPr>
          <p:cNvSpPr>
            <a:spLocks noGrp="1"/>
          </p:cNvSpPr>
          <p:nvPr>
            <p:ph type="title"/>
          </p:nvPr>
        </p:nvSpPr>
        <p:spPr/>
        <p:txBody>
          <a:bodyPr/>
          <a:lstStyle/>
          <a:p>
            <a:pPr lvl="0" indent="0" marL="0">
              <a:buNone/>
            </a:pPr>
            <a:r>
              <a:rPr/>
              <a:t>Twee folders</a:t>
            </a:r>
          </a:p>
        </p:txBody>
      </p:sp>
      <p:sp>
        <p:nvSpPr>
          <p:cNvPr id="9" name="Tijdelijke aanduiding voor tekst 8">
            <a:extLst>
              <a:ext uri="{FF2B5EF4-FFF2-40B4-BE49-F238E27FC236}">
                <a16:creationId xmlns:a16="http://schemas.microsoft.com/office/drawing/2014/main" id="{D71F4C19-905F-16CB-DFC1-EC5145A739E8}"/>
              </a:ext>
            </a:extLst>
          </p:cNvPr>
          <p:cNvSpPr>
            <a:spLocks noGrp="1"/>
          </p:cNvSpPr>
          <p:nvPr>
            <p:ph idx="11" sz="quarter"/>
          </p:nvPr>
        </p:nvSpPr>
        <p:spPr/>
        <p:txBody>
          <a:bodyPr/>
          <a:lstStyle/>
          <a:p>
            <a:pPr lvl="0" indent="0" marL="0">
              <a:buNone/>
            </a:pPr>
            <a:r>
              <a:rPr/>
              <a:t>Koppelvlakspecificaties/ ├── inleiding.md ├── afbakening.md ← eisen aan de keten ├── Applicatiecomponenten/ ← rollen + endpoints ├── Interactiepatronen/ ← per koppeling, met │ functionele eisen ├── Datamodelschema’s/ ← JSON-schema’s ├── auth-standaard.md ← eigen pijler └── uitgangspunten.md Referentiemateriaal/ ├── adr/ ← besluiten met │ onderbouwing ├── principes/ ├── kaderscenario’s/ ← de leerroutes └── persona’s/ ← wie de student is Bouwen gebeurt uit Koppelvlakspecificaties/; de context die nodig is om de koppelvlakspecificaties te begrijpen staat in Referentiemateriaal/. Verken Loop door de twee folders. Wat valt als eerste op? Herken Zoek iets dat je al kent: het eigen systeem, een interactie, een begrip van de hoofdplaat. Staat het waar je het verwacht? Vind Wat zoek je en kun je niet vinden? github.com/Npuls-OKx/Public</a:t>
            </a:r>
          </a:p>
        </p:txBody>
      </p:sp>
      <p:sp>
        <p:nvSpPr>
          <p:cNvPr id="5" name="Tijdelijke aanduiding voor dianummer 4">
            <a:extLst>
              <a:ext uri="{FF2B5EF4-FFF2-40B4-BE49-F238E27FC236}">
                <a16:creationId xmlns:a16="http://schemas.microsoft.com/office/drawing/2014/main" id="{F38214CE-2914-AABC-1FC7-658B39A367D7}"/>
              </a:ext>
            </a:extLst>
          </p:cNvPr>
          <p:cNvSpPr>
            <a:spLocks noGrp="1"/>
          </p:cNvSpPr>
          <p:nvPr>
            <p:ph idx="10" sz="quarter" type="sldNum"/>
          </p:nvPr>
        </p:nvSpPr>
        <p:spPr/>
        <p:txBody>
          <a:bodyPr/>
          <a:lstStyle/>
          <a:p>
            <a:fld id="{51C5D536-50B7-4CE6-B44E-3B56F0A7BD1A}" type="slidenum">
              <a:rPr lang="nl-NL" smtClean="0"/>
              <a:pPr/>
              <a:t>‹nr.›</a:t>
            </a:fld>
            <a:endParaRPr dirty="0" lang="nl-NL"/>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el 5">
            <a:extLst>
              <a:ext uri="{FF2B5EF4-FFF2-40B4-BE49-F238E27FC236}">
                <a16:creationId xmlns:a16="http://schemas.microsoft.com/office/drawing/2014/main" id="{9EDC4490-254F-A3CD-E1E5-8C4FCC5117B1}"/>
              </a:ext>
            </a:extLst>
          </p:cNvPr>
          <p:cNvSpPr>
            <a:spLocks noGrp="1"/>
          </p:cNvSpPr>
          <p:nvPr>
            <p:ph type="title"/>
          </p:nvPr>
        </p:nvSpPr>
        <p:spPr/>
        <p:txBody>
          <a:bodyPr/>
          <a:lstStyle/>
          <a:p>
            <a:pPr lvl="0" indent="0" marL="0">
              <a:buNone/>
            </a:pPr>
            <a:r>
              <a:rPr/>
              <a:t>Kun je vinden wat je zoekt?</a:t>
            </a:r>
          </a:p>
        </p:txBody>
      </p:sp>
      <p:sp>
        <p:nvSpPr>
          <p:cNvPr id="9" name="Tijdelijke aanduiding voor tekst 8">
            <a:extLst>
              <a:ext uri="{FF2B5EF4-FFF2-40B4-BE49-F238E27FC236}">
                <a16:creationId xmlns:a16="http://schemas.microsoft.com/office/drawing/2014/main" id="{D71F4C19-905F-16CB-DFC1-EC5145A739E8}"/>
              </a:ext>
            </a:extLst>
          </p:cNvPr>
          <p:cNvSpPr>
            <a:spLocks noGrp="1"/>
          </p:cNvSpPr>
          <p:nvPr>
            <p:ph idx="11" sz="quarter"/>
          </p:nvPr>
        </p:nvSpPr>
        <p:spPr/>
        <p:txBody>
          <a:bodyPr/>
          <a:lstStyle/>
          <a:p>
            <a:pPr lvl="0" indent="0" marL="0">
              <a:buNone/>
            </a:pPr>
            <a:r>
              <a:rPr/>
              <a:t>Wat viel als eerste op? Wat herkende je? En wat kon je niet vinden?</a:t>
            </a:r>
          </a:p>
        </p:txBody>
      </p:sp>
      <p:sp>
        <p:nvSpPr>
          <p:cNvPr id="5" name="Tijdelijke aanduiding voor dianummer 4">
            <a:extLst>
              <a:ext uri="{FF2B5EF4-FFF2-40B4-BE49-F238E27FC236}">
                <a16:creationId xmlns:a16="http://schemas.microsoft.com/office/drawing/2014/main" id="{F38214CE-2914-AABC-1FC7-658B39A367D7}"/>
              </a:ext>
            </a:extLst>
          </p:cNvPr>
          <p:cNvSpPr>
            <a:spLocks noGrp="1"/>
          </p:cNvSpPr>
          <p:nvPr>
            <p:ph idx="10" sz="quarter" type="sldNum"/>
          </p:nvPr>
        </p:nvSpPr>
        <p:spPr/>
        <p:txBody>
          <a:bodyPr/>
          <a:lstStyle/>
          <a:p>
            <a:fld id="{51C5D536-50B7-4CE6-B44E-3B56F0A7BD1A}" type="slidenum">
              <a:rPr lang="nl-NL" smtClean="0"/>
              <a:pPr/>
              <a:t>‹nr.›</a:t>
            </a:fld>
            <a:endParaRPr dirty="0" lang="nl-NL"/>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el 5">
            <a:extLst>
              <a:ext uri="{FF2B5EF4-FFF2-40B4-BE49-F238E27FC236}">
                <a16:creationId xmlns:a16="http://schemas.microsoft.com/office/drawing/2014/main" id="{9EDC4490-254F-A3CD-E1E5-8C4FCC5117B1}"/>
              </a:ext>
            </a:extLst>
          </p:cNvPr>
          <p:cNvSpPr>
            <a:spLocks noGrp="1"/>
          </p:cNvSpPr>
          <p:nvPr>
            <p:ph type="title"/>
          </p:nvPr>
        </p:nvSpPr>
        <p:spPr/>
        <p:txBody>
          <a:bodyPr/>
          <a:lstStyle/>
          <a:p>
            <a:pPr lvl="0" indent="0" marL="0">
              <a:buNone/>
            </a:pPr>
            <a:r>
              <a:rPr/>
              <a:t>Iets gezien dat niet klopt, of dat anders kan?</a:t>
            </a:r>
          </a:p>
        </p:txBody>
      </p:sp>
      <p:sp>
        <p:nvSpPr>
          <p:cNvPr id="9" name="Tijdelijke aanduiding voor tekst 8">
            <a:extLst>
              <a:ext uri="{FF2B5EF4-FFF2-40B4-BE49-F238E27FC236}">
                <a16:creationId xmlns:a16="http://schemas.microsoft.com/office/drawing/2014/main" id="{D71F4C19-905F-16CB-DFC1-EC5145A739E8}"/>
              </a:ext>
            </a:extLst>
          </p:cNvPr>
          <p:cNvSpPr>
            <a:spLocks noGrp="1"/>
          </p:cNvSpPr>
          <p:nvPr>
            <p:ph idx="11" sz="quarter"/>
          </p:nvPr>
        </p:nvSpPr>
        <p:spPr/>
        <p:txBody>
          <a:bodyPr/>
          <a:lstStyle/>
          <a:p>
            <a:pPr lvl="0" indent="0" marL="0">
              <a:buNone/>
            </a:pPr>
            <a:r>
              <a:rPr/>
              <a:t>Elke bijdrage volgt dezelfde route: van melding tot een nieuw gebouwd document. Niets verandert stilletjes.</a:t>
            </a:r>
          </a:p>
        </p:txBody>
      </p:sp>
      <p:sp>
        <p:nvSpPr>
          <p:cNvPr id="5" name="Tijdelijke aanduiding voor dianummer 4">
            <a:extLst>
              <a:ext uri="{FF2B5EF4-FFF2-40B4-BE49-F238E27FC236}">
                <a16:creationId xmlns:a16="http://schemas.microsoft.com/office/drawing/2014/main" id="{F38214CE-2914-AABC-1FC7-658B39A367D7}"/>
              </a:ext>
            </a:extLst>
          </p:cNvPr>
          <p:cNvSpPr>
            <a:spLocks noGrp="1"/>
          </p:cNvSpPr>
          <p:nvPr>
            <p:ph idx="10" sz="quarter" type="sldNum"/>
          </p:nvPr>
        </p:nvSpPr>
        <p:spPr/>
        <p:txBody>
          <a:bodyPr/>
          <a:lstStyle/>
          <a:p>
            <a:fld id="{51C5D536-50B7-4CE6-B44E-3B56F0A7BD1A}" type="slidenum">
              <a:rPr lang="nl-NL" smtClean="0"/>
              <a:pPr/>
              <a:t>‹nr.›</a:t>
            </a:fld>
            <a:endParaRPr dirty="0" lang="nl-NL"/>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el 5">
            <a:extLst>
              <a:ext uri="{FF2B5EF4-FFF2-40B4-BE49-F238E27FC236}">
                <a16:creationId xmlns:a16="http://schemas.microsoft.com/office/drawing/2014/main" id="{9EDC4490-254F-A3CD-E1E5-8C4FCC5117B1}"/>
              </a:ext>
            </a:extLst>
          </p:cNvPr>
          <p:cNvSpPr>
            <a:spLocks noGrp="1"/>
          </p:cNvSpPr>
          <p:nvPr>
            <p:ph type="title"/>
          </p:nvPr>
        </p:nvSpPr>
        <p:spPr/>
        <p:txBody>
          <a:bodyPr/>
          <a:lstStyle/>
          <a:p>
            <a:pPr lvl="0" indent="0" marL="0">
              <a:buNone/>
            </a:pPr>
            <a:r>
              <a:rPr/>
              <a:t>De opbouw van een koppelvlakspecificatie</a:t>
            </a:r>
          </a:p>
        </p:txBody>
      </p:sp>
      <p:sp>
        <p:nvSpPr>
          <p:cNvPr id="9" name="Tijdelijke aanduiding voor tekst 8">
            <a:extLst>
              <a:ext uri="{FF2B5EF4-FFF2-40B4-BE49-F238E27FC236}">
                <a16:creationId xmlns:a16="http://schemas.microsoft.com/office/drawing/2014/main" id="{D71F4C19-905F-16CB-DFC1-EC5145A739E8}"/>
              </a:ext>
            </a:extLst>
          </p:cNvPr>
          <p:cNvSpPr>
            <a:spLocks noGrp="1"/>
          </p:cNvSpPr>
          <p:nvPr>
            <p:ph idx="11" sz="quarter"/>
          </p:nvPr>
        </p:nvSpPr>
        <p:spPr/>
        <p:txBody>
          <a:bodyPr/>
          <a:lstStyle/>
          <a:p>
            <a:pPr lvl="0" indent="0" marL="0">
              <a:buNone/>
            </a:pPr>
            <a:r>
              <a:rPr/>
              <a:t>Functionele eisenWat moet dit koppelvlak concreet doen om de sectoreisen waar te maken? ApplicatiecomponentenDe spelers: welke systemen interacteren met elkaar? InteractiepatronenDe machine-naar-machineprocessen waarmee de spelers interacteren EndpointsDe aanspreekpunten waarmee een speler zijn verantwoordelijkheden waarmaakt Datamodelschema’sDe exacte afspraak waarmee gegevens worden uitgewisseld</a:t>
            </a:r>
          </a:p>
        </p:txBody>
      </p:sp>
      <p:sp>
        <p:nvSpPr>
          <p:cNvPr id="5" name="Tijdelijke aanduiding voor dianummer 4">
            <a:extLst>
              <a:ext uri="{FF2B5EF4-FFF2-40B4-BE49-F238E27FC236}">
                <a16:creationId xmlns:a16="http://schemas.microsoft.com/office/drawing/2014/main" id="{F38214CE-2914-AABC-1FC7-658B39A367D7}"/>
              </a:ext>
            </a:extLst>
          </p:cNvPr>
          <p:cNvSpPr>
            <a:spLocks noGrp="1"/>
          </p:cNvSpPr>
          <p:nvPr>
            <p:ph idx="10" sz="quarter" type="sldNum"/>
          </p:nvPr>
        </p:nvSpPr>
        <p:spPr/>
        <p:txBody>
          <a:bodyPr/>
          <a:lstStyle/>
          <a:p>
            <a:fld id="{51C5D536-50B7-4CE6-B44E-3B56F0A7BD1A}" type="slidenum">
              <a:rPr lang="nl-NL" smtClean="0"/>
              <a:pPr/>
              <a:t>‹nr.›</a:t>
            </a:fld>
            <a:endParaRPr dirty="0" lang="nl-NL"/>
          </a:p>
        </p:txBody>
      </p:sp>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el 5">
            <a:extLst>
              <a:ext uri="{FF2B5EF4-FFF2-40B4-BE49-F238E27FC236}">
                <a16:creationId xmlns:a16="http://schemas.microsoft.com/office/drawing/2014/main" id="{9EDC4490-254F-A3CD-E1E5-8C4FCC5117B1}"/>
              </a:ext>
            </a:extLst>
          </p:cNvPr>
          <p:cNvSpPr>
            <a:spLocks noGrp="1"/>
          </p:cNvSpPr>
          <p:nvPr>
            <p:ph type="title"/>
          </p:nvPr>
        </p:nvSpPr>
        <p:spPr/>
        <p:txBody>
          <a:bodyPr/>
          <a:lstStyle/>
          <a:p>
            <a:pPr lvl="0" indent="0" marL="0">
              <a:buNone/>
            </a:pPr>
            <a:r>
              <a:rPr/>
              <a:t>Voorbeeld: van wens naar interactie</a:t>
            </a:r>
          </a:p>
        </p:txBody>
      </p:sp>
      <p:sp>
        <p:nvSpPr>
          <p:cNvPr id="9" name="Tijdelijke aanduiding voor tekst 8">
            <a:extLst>
              <a:ext uri="{FF2B5EF4-FFF2-40B4-BE49-F238E27FC236}">
                <a16:creationId xmlns:a16="http://schemas.microsoft.com/office/drawing/2014/main" id="{D71F4C19-905F-16CB-DFC1-EC5145A739E8}"/>
              </a:ext>
            </a:extLst>
          </p:cNvPr>
          <p:cNvSpPr>
            <a:spLocks noGrp="1"/>
          </p:cNvSpPr>
          <p:nvPr>
            <p:ph idx="11" sz="quarter"/>
          </p:nvPr>
        </p:nvSpPr>
        <p:spPr/>
        <p:txBody>
          <a:bodyPr/>
          <a:lstStyle/>
          <a:p>
            <a:pPr lvl="0" indent="0" marL="0">
              <a:buNone/>
            </a:pPr>
            <a:r>
              <a:rPr/>
              <a:t>Requirementsboom · story “Als planner wil ik dat de catalogus een planbaar geworden specificatie met een dun event (id en versie) meldt en ik de structuur of delta kan ophalen, zodat ik er opleidingsaanbod van kan maken.” ↓ technisch gedragen door Functionele eis “De onderwijscatalogus moet het planningssysteem kunnen laten weten dat een specificatie gereed is om te plannen …” ↓ werkt via Interactiepatroon · interactie Specificatie planbaar melden, volgens het patroon notify-then-pull.</a:t>
            </a:r>
          </a:p>
        </p:txBody>
      </p:sp>
      <p:sp>
        <p:nvSpPr>
          <p:cNvPr id="5" name="Tijdelijke aanduiding voor dianummer 4">
            <a:extLst>
              <a:ext uri="{FF2B5EF4-FFF2-40B4-BE49-F238E27FC236}">
                <a16:creationId xmlns:a16="http://schemas.microsoft.com/office/drawing/2014/main" id="{F38214CE-2914-AABC-1FC7-658B39A367D7}"/>
              </a:ext>
            </a:extLst>
          </p:cNvPr>
          <p:cNvSpPr>
            <a:spLocks noGrp="1"/>
          </p:cNvSpPr>
          <p:nvPr>
            <p:ph idx="10" sz="quarter" type="sldNum"/>
          </p:nvPr>
        </p:nvSpPr>
        <p:spPr/>
        <p:txBody>
          <a:bodyPr/>
          <a:lstStyle/>
          <a:p>
            <a:fld id="{51C5D536-50B7-4CE6-B44E-3B56F0A7BD1A}" type="slidenum">
              <a:rPr lang="nl-NL" smtClean="0"/>
              <a:pPr/>
              <a:t>‹nr.›</a:t>
            </a:fld>
            <a:endParaRPr dirty="0" lang="nl-NL"/>
          </a:p>
        </p:txBody>
      </p:sp>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el 5">
            <a:extLst>
              <a:ext uri="{FF2B5EF4-FFF2-40B4-BE49-F238E27FC236}">
                <a16:creationId xmlns:a16="http://schemas.microsoft.com/office/drawing/2014/main" id="{9EDC4490-254F-A3CD-E1E5-8C4FCC5117B1}"/>
              </a:ext>
            </a:extLst>
          </p:cNvPr>
          <p:cNvSpPr>
            <a:spLocks noGrp="1"/>
          </p:cNvSpPr>
          <p:nvPr>
            <p:ph type="title"/>
          </p:nvPr>
        </p:nvSpPr>
        <p:spPr/>
        <p:txBody>
          <a:bodyPr/>
          <a:lstStyle/>
          <a:p>
            <a:pPr lvl="0" indent="0" marL="0">
              <a:buNone/>
            </a:pPr>
            <a:r>
              <a:rPr/>
              <a:t>Voorbeeld: van interactie naar gegevens</a:t>
            </a:r>
          </a:p>
        </p:txBody>
      </p:sp>
      <p:sp>
        <p:nvSpPr>
          <p:cNvPr id="9" name="Tijdelijke aanduiding voor tekst 8">
            <a:extLst>
              <a:ext uri="{FF2B5EF4-FFF2-40B4-BE49-F238E27FC236}">
                <a16:creationId xmlns:a16="http://schemas.microsoft.com/office/drawing/2014/main" id="{D71F4C19-905F-16CB-DFC1-EC5145A739E8}"/>
              </a:ext>
            </a:extLst>
          </p:cNvPr>
          <p:cNvSpPr>
            <a:spLocks noGrp="1"/>
          </p:cNvSpPr>
          <p:nvPr>
            <p:ph idx="11" sz="quarter"/>
          </p:nvPr>
        </p:nvSpPr>
        <p:spPr/>
        <p:txBody>
          <a:bodyPr/>
          <a:lstStyle/>
          <a:p>
            <a:pPr lvl="0" indent="0" marL="0">
              <a:buNone/>
            </a:pPr>
            <a:r>
              <a:rPr/>
              <a:t>Interactiepatroon · interactie Specificatie planbaar melden: de afnemer haalt de structuur of de delta op. ↓ landt op Applicatiecomponent · endpoint /onderwijsspecificaties/{id} · GET · statuscodes 200, 400, 404 ↓ wisselt uit volgens Datamodelschema education-specification.json: valideerbaar JSON-schema van het antwoord.</a:t>
            </a:r>
          </a:p>
        </p:txBody>
      </p:sp>
      <p:sp>
        <p:nvSpPr>
          <p:cNvPr id="5" name="Tijdelijke aanduiding voor dianummer 4">
            <a:extLst>
              <a:ext uri="{FF2B5EF4-FFF2-40B4-BE49-F238E27FC236}">
                <a16:creationId xmlns:a16="http://schemas.microsoft.com/office/drawing/2014/main" id="{F38214CE-2914-AABC-1FC7-658B39A367D7}"/>
              </a:ext>
            </a:extLst>
          </p:cNvPr>
          <p:cNvSpPr>
            <a:spLocks noGrp="1"/>
          </p:cNvSpPr>
          <p:nvPr>
            <p:ph idx="10" sz="quarter" type="sldNum"/>
          </p:nvPr>
        </p:nvSpPr>
        <p:spPr/>
        <p:txBody>
          <a:bodyPr/>
          <a:lstStyle/>
          <a:p>
            <a:fld id="{51C5D536-50B7-4CE6-B44E-3B56F0A7BD1A}" type="slidenum">
              <a:rPr lang="nl-NL" smtClean="0"/>
              <a:pPr/>
              <a:t>‹nr.›</a:t>
            </a:fld>
            <a:endParaRPr dirty="0" lang="nl-NL"/>
          </a:p>
        </p:txBody>
      </p:sp>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el 5">
            <a:extLst>
              <a:ext uri="{FF2B5EF4-FFF2-40B4-BE49-F238E27FC236}">
                <a16:creationId xmlns:a16="http://schemas.microsoft.com/office/drawing/2014/main" id="{9EDC4490-254F-A3CD-E1E5-8C4FCC5117B1}"/>
              </a:ext>
            </a:extLst>
          </p:cNvPr>
          <p:cNvSpPr>
            <a:spLocks noGrp="1"/>
          </p:cNvSpPr>
          <p:nvPr>
            <p:ph type="title"/>
          </p:nvPr>
        </p:nvSpPr>
        <p:spPr/>
        <p:txBody>
          <a:bodyPr/>
          <a:lstStyle/>
          <a:p>
            <a:pPr lvl="0" indent="0" marL="0">
              <a:buNone/>
            </a:pPr>
            <a:r>
              <a:rPr/>
              <a:t>Waar de functionele eisen vandaan komen</a:t>
            </a:r>
          </a:p>
        </p:txBody>
      </p:sp>
      <p:sp>
        <p:nvSpPr>
          <p:cNvPr id="9" name="Tijdelijke aanduiding voor tekst 8">
            <a:extLst>
              <a:ext uri="{FF2B5EF4-FFF2-40B4-BE49-F238E27FC236}">
                <a16:creationId xmlns:a16="http://schemas.microsoft.com/office/drawing/2014/main" id="{D71F4C19-905F-16CB-DFC1-EC5145A739E8}"/>
              </a:ext>
            </a:extLst>
          </p:cNvPr>
          <p:cNvSpPr>
            <a:spLocks noGrp="1"/>
          </p:cNvSpPr>
          <p:nvPr>
            <p:ph idx="11" sz="quarter"/>
          </p:nvPr>
        </p:nvSpPr>
        <p:spPr/>
        <p:txBody>
          <a:bodyPr/>
          <a:lstStyle/>
          <a:p>
            <a:pPr lvl="0" indent="0" marL="0">
              <a:buNone/>
            </a:pPr>
            <a:r>
              <a:rPr/>
              <a:t>Npuls: Leren zonder Drempels lerenden krijgen regie over hun leerroute, zonder drempels → OKx-projectdoelen één taal, werkende gegevensuitwisseling, ruimte voor studentkeuze → Epics aanbod plannen en roosteren → Features en stories geldig, gefaseerd aanbod afleiden → Functionele eisen planbare specificaties melden aan het planningssysteem De sector levert de input: via de opdracht Leren zonder Drempels, en via de adviesgroep als features en stories. De kerngroep techniek vertaalt die naar de functionele eisen per koppelvlak. Elke functionele eis wordt herleidbaar tot de wens waaruit hij voortkomt. En andersom: geen eis zonder herkomst.</a:t>
            </a:r>
          </a:p>
        </p:txBody>
      </p:sp>
      <p:sp>
        <p:nvSpPr>
          <p:cNvPr id="5" name="Tijdelijke aanduiding voor dianummer 4">
            <a:extLst>
              <a:ext uri="{FF2B5EF4-FFF2-40B4-BE49-F238E27FC236}">
                <a16:creationId xmlns:a16="http://schemas.microsoft.com/office/drawing/2014/main" id="{F38214CE-2914-AABC-1FC7-658B39A367D7}"/>
              </a:ext>
            </a:extLst>
          </p:cNvPr>
          <p:cNvSpPr>
            <a:spLocks noGrp="1"/>
          </p:cNvSpPr>
          <p:nvPr>
            <p:ph idx="10" sz="quarter" type="sldNum"/>
          </p:nvPr>
        </p:nvSpPr>
        <p:spPr/>
        <p:txBody>
          <a:bodyPr/>
          <a:lstStyle/>
          <a:p>
            <a:fld id="{51C5D536-50B7-4CE6-B44E-3B56F0A7BD1A}" type="slidenum">
              <a:rPr lang="nl-NL" smtClean="0"/>
              <a:pPr/>
              <a:t>‹nr.›</a:t>
            </a:fld>
            <a:endParaRPr dirty="0" lang="nl-NL"/>
          </a:p>
        </p:txBody>
      </p:sp>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el 5">
            <a:extLst>
              <a:ext uri="{FF2B5EF4-FFF2-40B4-BE49-F238E27FC236}">
                <a16:creationId xmlns:a16="http://schemas.microsoft.com/office/drawing/2014/main" id="{9EDC4490-254F-A3CD-E1E5-8C4FCC5117B1}"/>
              </a:ext>
            </a:extLst>
          </p:cNvPr>
          <p:cNvSpPr>
            <a:spLocks noGrp="1"/>
          </p:cNvSpPr>
          <p:nvPr>
            <p:ph type="title"/>
          </p:nvPr>
        </p:nvSpPr>
        <p:spPr/>
        <p:txBody>
          <a:bodyPr/>
          <a:lstStyle/>
          <a:p>
            <a:pPr lvl="0" indent="0" marL="0">
              <a:buNone/>
            </a:pPr>
            <a:r>
              <a:rPr/>
              <a:t>Deel 3</a:t>
            </a:r>
          </a:p>
        </p:txBody>
      </p:sp>
      <p:sp>
        <p:nvSpPr>
          <p:cNvPr id="9" name="Tijdelijke aanduiding voor tekst 8">
            <a:extLst>
              <a:ext uri="{FF2B5EF4-FFF2-40B4-BE49-F238E27FC236}">
                <a16:creationId xmlns:a16="http://schemas.microsoft.com/office/drawing/2014/main" id="{D71F4C19-905F-16CB-DFC1-EC5145A739E8}"/>
              </a:ext>
            </a:extLst>
          </p:cNvPr>
          <p:cNvSpPr>
            <a:spLocks noGrp="1"/>
          </p:cNvSpPr>
          <p:nvPr>
            <p:ph idx="11" sz="quarter"/>
          </p:nvPr>
        </p:nvSpPr>
        <p:spPr/>
        <p:txBody>
          <a:bodyPr/>
          <a:lstStyle/>
          <a:p>
            <a:pPr lvl="0" indent="0" marL="0">
              <a:buNone/>
            </a:pPr>
            <a:r>
              <a:rPr/>
              <a:t>Release management</a:t>
            </a:r>
          </a:p>
        </p:txBody>
      </p:sp>
      <p:sp>
        <p:nvSpPr>
          <p:cNvPr id="5" name="Tijdelijke aanduiding voor dianummer 4">
            <a:extLst>
              <a:ext uri="{FF2B5EF4-FFF2-40B4-BE49-F238E27FC236}">
                <a16:creationId xmlns:a16="http://schemas.microsoft.com/office/drawing/2014/main" id="{F38214CE-2914-AABC-1FC7-658B39A367D7}"/>
              </a:ext>
            </a:extLst>
          </p:cNvPr>
          <p:cNvSpPr>
            <a:spLocks noGrp="1"/>
          </p:cNvSpPr>
          <p:nvPr>
            <p:ph idx="10" sz="quarter" type="sldNum"/>
          </p:nvPr>
        </p:nvSpPr>
        <p:spPr/>
        <p:txBody>
          <a:bodyPr/>
          <a:lstStyle/>
          <a:p>
            <a:fld id="{51C5D536-50B7-4CE6-B44E-3B56F0A7BD1A}" type="slidenum">
              <a:rPr lang="nl-NL" smtClean="0"/>
              <a:pPr/>
              <a:t>‹nr.›</a:t>
            </a:fld>
            <a:endParaRPr dirty="0" lang="nl-NL"/>
          </a:p>
        </p:txBody>
      </p:sp>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el 5">
            <a:extLst>
              <a:ext uri="{FF2B5EF4-FFF2-40B4-BE49-F238E27FC236}">
                <a16:creationId xmlns:a16="http://schemas.microsoft.com/office/drawing/2014/main" id="{9EDC4490-254F-A3CD-E1E5-8C4FCC5117B1}"/>
              </a:ext>
            </a:extLst>
          </p:cNvPr>
          <p:cNvSpPr>
            <a:spLocks noGrp="1"/>
          </p:cNvSpPr>
          <p:nvPr>
            <p:ph type="title"/>
          </p:nvPr>
        </p:nvSpPr>
        <p:spPr/>
        <p:txBody>
          <a:bodyPr/>
          <a:lstStyle/>
          <a:p>
            <a:pPr lvl="0" indent="0" marL="0">
              <a:buNone/>
            </a:pPr>
            <a:r>
              <a:rPr/>
              <a:t>Van bron naar releasepakket</a:t>
            </a:r>
          </a:p>
        </p:txBody>
      </p:sp>
      <p:sp>
        <p:nvSpPr>
          <p:cNvPr id="9" name="Tijdelijke aanduiding voor tekst 8">
            <a:extLst>
              <a:ext uri="{FF2B5EF4-FFF2-40B4-BE49-F238E27FC236}">
                <a16:creationId xmlns:a16="http://schemas.microsoft.com/office/drawing/2014/main" id="{D71F4C19-905F-16CB-DFC1-EC5145A739E8}"/>
              </a:ext>
            </a:extLst>
          </p:cNvPr>
          <p:cNvSpPr>
            <a:spLocks noGrp="1"/>
          </p:cNvSpPr>
          <p:nvPr>
            <p:ph idx="11" sz="quarter"/>
          </p:nvPr>
        </p:nvSpPr>
        <p:spPr/>
        <p:txBody>
          <a:bodyPr/>
          <a:lstStyle/>
          <a:p>
            <a:pPr lvl="0" indent="0" marL="0">
              <a:buNone/>
            </a:pPr>
            <a:r>
              <a:rPr/>
              <a:t>Publieke bron bronbestanden per onderwerp: eisen, applicatiecomponenten, interacties, endpoints, datamodellen, auth → Automatische controle en bouw tot het koppelvlakspecificatie-document (CI/CD) → Releasepakket één document, docx en pdf ✓Links en conventies automatisch gecontroleerd ✓Diagrammen meegebouwd v0.0.1 staat: de aftrap Elke release hierna groeit door wat we samen vinden. v1.0.0 betekent Alle koppelvlakken gespecificeerd. Tussentijds bouwen op een minor- of patchversie kan, als we dat samen besluiten. Opdracht Vind de release v0.0.1 op github.com/Npuls-OKx/Public. Waar staan de releases?</a:t>
            </a:r>
          </a:p>
        </p:txBody>
      </p:sp>
      <p:sp>
        <p:nvSpPr>
          <p:cNvPr id="5" name="Tijdelijke aanduiding voor dianummer 4">
            <a:extLst>
              <a:ext uri="{FF2B5EF4-FFF2-40B4-BE49-F238E27FC236}">
                <a16:creationId xmlns:a16="http://schemas.microsoft.com/office/drawing/2014/main" id="{F38214CE-2914-AABC-1FC7-658B39A367D7}"/>
              </a:ext>
            </a:extLst>
          </p:cNvPr>
          <p:cNvSpPr>
            <a:spLocks noGrp="1"/>
          </p:cNvSpPr>
          <p:nvPr>
            <p:ph idx="10" sz="quarter" type="sldNum"/>
          </p:nvPr>
        </p:nvSpPr>
        <p:spPr/>
        <p:txBody>
          <a:bodyPr/>
          <a:lstStyle/>
          <a:p>
            <a:fld id="{51C5D536-50B7-4CE6-B44E-3B56F0A7BD1A}" type="slidenum">
              <a:rPr lang="nl-NL" smtClean="0"/>
              <a:pPr/>
              <a:t>‹nr.›</a:t>
            </a:fld>
            <a:endParaRPr dirty="0" lang="nl-NL"/>
          </a:p>
        </p:txBody>
      </p:sp>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el 5">
            <a:extLst>
              <a:ext uri="{FF2B5EF4-FFF2-40B4-BE49-F238E27FC236}">
                <a16:creationId xmlns:a16="http://schemas.microsoft.com/office/drawing/2014/main" id="{9EDC4490-254F-A3CD-E1E5-8C4FCC5117B1}"/>
              </a:ext>
            </a:extLst>
          </p:cNvPr>
          <p:cNvSpPr>
            <a:spLocks noGrp="1"/>
          </p:cNvSpPr>
          <p:nvPr>
            <p:ph type="title"/>
          </p:nvPr>
        </p:nvSpPr>
        <p:spPr/>
        <p:txBody>
          <a:bodyPr/>
          <a:lstStyle/>
          <a:p>
            <a:pPr lvl="0" indent="0" marL="0">
              <a:buNone/>
            </a:pPr>
            <a:r>
              <a:rPr/>
              <a:t>Deel 4</a:t>
            </a:r>
          </a:p>
        </p:txBody>
      </p:sp>
      <p:sp>
        <p:nvSpPr>
          <p:cNvPr id="9" name="Tijdelijke aanduiding voor tekst 8">
            <a:extLst>
              <a:ext uri="{FF2B5EF4-FFF2-40B4-BE49-F238E27FC236}">
                <a16:creationId xmlns:a16="http://schemas.microsoft.com/office/drawing/2014/main" id="{D71F4C19-905F-16CB-DFC1-EC5145A739E8}"/>
              </a:ext>
            </a:extLst>
          </p:cNvPr>
          <p:cNvSpPr>
            <a:spLocks noGrp="1"/>
          </p:cNvSpPr>
          <p:nvPr>
            <p:ph idx="11" sz="quarter"/>
          </p:nvPr>
        </p:nvSpPr>
        <p:spPr/>
        <p:txBody>
          <a:bodyPr/>
          <a:lstStyle/>
          <a:p>
            <a:pPr lvl="0" indent="0" marL="0">
              <a:buNone/>
            </a:pPr>
            <a:r>
              <a:rPr/>
              <a:t>Koppelvlakspecificatie v0.0.1</a:t>
            </a:r>
          </a:p>
        </p:txBody>
      </p:sp>
      <p:sp>
        <p:nvSpPr>
          <p:cNvPr id="5" name="Tijdelijke aanduiding voor dianummer 4">
            <a:extLst>
              <a:ext uri="{FF2B5EF4-FFF2-40B4-BE49-F238E27FC236}">
                <a16:creationId xmlns:a16="http://schemas.microsoft.com/office/drawing/2014/main" id="{F38214CE-2914-AABC-1FC7-658B39A367D7}"/>
              </a:ext>
            </a:extLst>
          </p:cNvPr>
          <p:cNvSpPr>
            <a:spLocks noGrp="1"/>
          </p:cNvSpPr>
          <p:nvPr>
            <p:ph idx="10" sz="quarter" type="sldNum"/>
          </p:nvPr>
        </p:nvSpPr>
        <p:spPr/>
        <p:txBody>
          <a:bodyPr/>
          <a:lstStyle/>
          <a:p>
            <a:fld id="{51C5D536-50B7-4CE6-B44E-3B56F0A7BD1A}" type="slidenum">
              <a:rPr lang="nl-NL" smtClean="0"/>
              <a:pPr/>
              <a:t>‹nr.›</a:t>
            </a:fld>
            <a:endParaRPr dirty="0" lang="nl-NL"/>
          </a:p>
        </p:txBody>
      </p:sp>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el 5">
            <a:extLst>
              <a:ext uri="{FF2B5EF4-FFF2-40B4-BE49-F238E27FC236}">
                <a16:creationId xmlns:a16="http://schemas.microsoft.com/office/drawing/2014/main" id="{9EDC4490-254F-A3CD-E1E5-8C4FCC5117B1}"/>
              </a:ext>
            </a:extLst>
          </p:cNvPr>
          <p:cNvSpPr>
            <a:spLocks noGrp="1"/>
          </p:cNvSpPr>
          <p:nvPr>
            <p:ph type="title"/>
          </p:nvPr>
        </p:nvSpPr>
        <p:spPr/>
        <p:txBody>
          <a:bodyPr/>
          <a:lstStyle/>
          <a:p>
            <a:pPr lvl="0" indent="0" marL="0">
              <a:buNone/>
            </a:pPr>
            <a:r>
              <a:rPr/>
              <a:t>Koppelvlakspecificatie-document: de structuur staat</a:t>
            </a:r>
          </a:p>
        </p:txBody>
      </p:sp>
      <p:sp>
        <p:nvSpPr>
          <p:cNvPr id="9" name="Tijdelijke aanduiding voor tekst 8">
            <a:extLst>
              <a:ext uri="{FF2B5EF4-FFF2-40B4-BE49-F238E27FC236}">
                <a16:creationId xmlns:a16="http://schemas.microsoft.com/office/drawing/2014/main" id="{D71F4C19-905F-16CB-DFC1-EC5145A739E8}"/>
              </a:ext>
            </a:extLst>
          </p:cNvPr>
          <p:cNvSpPr>
            <a:spLocks noGrp="1"/>
          </p:cNvSpPr>
          <p:nvPr>
            <p:ph idx="11" sz="quarter"/>
          </p:nvPr>
        </p:nvSpPr>
        <p:spPr/>
        <p:txBody>
          <a:bodyPr/>
          <a:lstStyle/>
          <a:p>
            <a:pPr lvl="0" indent="0" marL="0">
              <a:buNone/>
            </a:pPr>
            <a:r>
              <a:rPr/>
              <a:t>De inhoud is bewust nog niet af: die geven we samen vorm. Inleiding en afbakeningde eisen aan de keten Applicatiecomponentenmet hun endpoints Interactiepatronenmet functionele eisen, per koppeling Authenticatiestandaardéén pijler voor alle koppelvlakken Datamodelschema’smet voorbeeldpayloads Uitgangspunten en mappingde aannames en veldnamen Het belangrijkste gat: de kaderstelling en sectorverantwoording. De eerstvolgende iteratie daarop is de requirementsboom.</a:t>
            </a:r>
          </a:p>
        </p:txBody>
      </p:sp>
      <p:sp>
        <p:nvSpPr>
          <p:cNvPr id="5" name="Tijdelijke aanduiding voor dianummer 4">
            <a:extLst>
              <a:ext uri="{FF2B5EF4-FFF2-40B4-BE49-F238E27FC236}">
                <a16:creationId xmlns:a16="http://schemas.microsoft.com/office/drawing/2014/main" id="{F38214CE-2914-AABC-1FC7-658B39A367D7}"/>
              </a:ext>
            </a:extLst>
          </p:cNvPr>
          <p:cNvSpPr>
            <a:spLocks noGrp="1"/>
          </p:cNvSpPr>
          <p:nvPr>
            <p:ph idx="10" sz="quarter" type="sldNum"/>
          </p:nvPr>
        </p:nvSpPr>
        <p:spPr/>
        <p:txBody>
          <a:bodyPr/>
          <a:lstStyle/>
          <a:p>
            <a:fld id="{51C5D536-50B7-4CE6-B44E-3B56F0A7BD1A}" type="slidenum">
              <a:rPr lang="nl-NL" smtClean="0"/>
              <a:pPr/>
              <a:t>‹nr.›</a:t>
            </a:fld>
            <a:endParaRPr dirty="0" lang="nl-NL"/>
          </a:p>
        </p:txBody>
      </p:sp>
    </p:spTree>
  </p:cSl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el 5">
            <a:extLst>
              <a:ext uri="{FF2B5EF4-FFF2-40B4-BE49-F238E27FC236}">
                <a16:creationId xmlns:a16="http://schemas.microsoft.com/office/drawing/2014/main" id="{9EDC4490-254F-A3CD-E1E5-8C4FCC5117B1}"/>
              </a:ext>
            </a:extLst>
          </p:cNvPr>
          <p:cNvSpPr>
            <a:spLocks noGrp="1"/>
          </p:cNvSpPr>
          <p:nvPr>
            <p:ph type="title"/>
          </p:nvPr>
        </p:nvSpPr>
        <p:spPr/>
        <p:txBody>
          <a:bodyPr/>
          <a:lstStyle/>
          <a:p>
            <a:pPr lvl="0" indent="0" marL="0">
              <a:buNone/>
            </a:pPr>
            <a:r>
              <a:rPr/>
              <a:t>Authenticatie en autorisatie</a:t>
            </a:r>
          </a:p>
        </p:txBody>
      </p:sp>
      <p:sp>
        <p:nvSpPr>
          <p:cNvPr id="9" name="Tijdelijke aanduiding voor tekst 8">
            <a:extLst>
              <a:ext uri="{FF2B5EF4-FFF2-40B4-BE49-F238E27FC236}">
                <a16:creationId xmlns:a16="http://schemas.microsoft.com/office/drawing/2014/main" id="{D71F4C19-905F-16CB-DFC1-EC5145A739E8}"/>
              </a:ext>
            </a:extLst>
          </p:cNvPr>
          <p:cNvSpPr>
            <a:spLocks noGrp="1"/>
          </p:cNvSpPr>
          <p:nvPr>
            <p:ph idx="11" sz="quarter"/>
          </p:nvPr>
        </p:nvSpPr>
        <p:spPr/>
        <p:txBody>
          <a:bodyPr/>
          <a:lstStyle/>
          <a:p>
            <a:pPr lvl="0"/>
            <a:r>
              <a:rPr/>
              <a:t>Doel: standaarden vaststellen voor de API-endpoints en de koppelvlakspecificatielaag, niet hoe een partij dat implementeert</a:t>
            </a:r>
          </a:p>
          <a:p>
            <a:pPr lvl="0"/>
            <a:r>
              <a:rPr/>
              <a:t>Uitgangspunt: hoofdstuk 5 van het OKE-profiel, in combinatie met het Edukoppeling OAuth client credentials-profiel</a:t>
            </a:r>
          </a:p>
          <a:p>
            <a:pPr lvl="0"/>
            <a:r>
              <a:rPr/>
              <a:t>Dat blijft het uitgangspunt tot de kerngroep techniek anders besluit Edukoppeling-profiel (pdf, edustandaard.nl)</a:t>
            </a:r>
          </a:p>
        </p:txBody>
      </p:sp>
      <p:sp>
        <p:nvSpPr>
          <p:cNvPr id="5" name="Tijdelijke aanduiding voor dianummer 4">
            <a:extLst>
              <a:ext uri="{FF2B5EF4-FFF2-40B4-BE49-F238E27FC236}">
                <a16:creationId xmlns:a16="http://schemas.microsoft.com/office/drawing/2014/main" id="{F38214CE-2914-AABC-1FC7-658B39A367D7}"/>
              </a:ext>
            </a:extLst>
          </p:cNvPr>
          <p:cNvSpPr>
            <a:spLocks noGrp="1"/>
          </p:cNvSpPr>
          <p:nvPr>
            <p:ph idx="10" sz="quarter" type="sldNum"/>
          </p:nvPr>
        </p:nvSpPr>
        <p:spPr/>
        <p:txBody>
          <a:bodyPr/>
          <a:lstStyle/>
          <a:p>
            <a:fld id="{51C5D536-50B7-4CE6-B44E-3B56F0A7BD1A}" type="slidenum">
              <a:rPr lang="nl-NL" smtClean="0"/>
              <a:pPr/>
              <a:t>‹nr.›</a:t>
            </a:fld>
            <a:endParaRPr dirty="0" lang="nl-NL"/>
          </a:p>
        </p:txBody>
      </p:sp>
    </p:spTree>
  </p:cSl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el 5">
            <a:extLst>
              <a:ext uri="{FF2B5EF4-FFF2-40B4-BE49-F238E27FC236}">
                <a16:creationId xmlns:a16="http://schemas.microsoft.com/office/drawing/2014/main" id="{9EDC4490-254F-A3CD-E1E5-8C4FCC5117B1}"/>
              </a:ext>
            </a:extLst>
          </p:cNvPr>
          <p:cNvSpPr>
            <a:spLocks noGrp="1"/>
          </p:cNvSpPr>
          <p:nvPr>
            <p:ph type="title"/>
          </p:nvPr>
        </p:nvSpPr>
        <p:spPr/>
        <p:txBody>
          <a:bodyPr/>
          <a:lstStyle/>
          <a:p>
            <a:pPr lvl="0" indent="0" marL="0">
              <a:buNone/>
            </a:pPr>
            <a:r>
              <a:rPr/>
              <a:t>Gevraagd: feedback op de structuur</a:t>
            </a:r>
          </a:p>
        </p:txBody>
      </p:sp>
      <p:sp>
        <p:nvSpPr>
          <p:cNvPr id="9" name="Tijdelijke aanduiding voor tekst 8">
            <a:extLst>
              <a:ext uri="{FF2B5EF4-FFF2-40B4-BE49-F238E27FC236}">
                <a16:creationId xmlns:a16="http://schemas.microsoft.com/office/drawing/2014/main" id="{D71F4C19-905F-16CB-DFC1-EC5145A739E8}"/>
              </a:ext>
            </a:extLst>
          </p:cNvPr>
          <p:cNvSpPr>
            <a:spLocks noGrp="1"/>
          </p:cNvSpPr>
          <p:nvPr>
            <p:ph idx="11" sz="quarter"/>
          </p:nvPr>
        </p:nvSpPr>
        <p:spPr/>
        <p:txBody>
          <a:bodyPr/>
          <a:lstStyle/>
          <a:p>
            <a:pPr lvl="0"/>
            <a:r>
              <a:rPr/>
              <a:t>Vandaag vooral: is het document logisch te volgen en navigeerbaar?</a:t>
            </a:r>
          </a:p>
          <a:p>
            <a:pPr lvl="0"/>
            <a:r>
              <a:rPr/>
              <a:t>Inhoudelijke feedback trappen we vanaf nu af; modellen, authenticatielagen en interactiepatronen itereren door</a:t>
            </a:r>
          </a:p>
          <a:p>
            <a:pPr lvl="0"/>
            <a:r>
              <a:rPr/>
              <a:t>Alle feedback, structuur en inhoud: leg het vast als issue onder OKx Public github.com/Npuls-OKx/Public</a:t>
            </a:r>
          </a:p>
        </p:txBody>
      </p:sp>
      <p:sp>
        <p:nvSpPr>
          <p:cNvPr id="5" name="Tijdelijke aanduiding voor dianummer 4">
            <a:extLst>
              <a:ext uri="{FF2B5EF4-FFF2-40B4-BE49-F238E27FC236}">
                <a16:creationId xmlns:a16="http://schemas.microsoft.com/office/drawing/2014/main" id="{F38214CE-2914-AABC-1FC7-658B39A367D7}"/>
              </a:ext>
            </a:extLst>
          </p:cNvPr>
          <p:cNvSpPr>
            <a:spLocks noGrp="1"/>
          </p:cNvSpPr>
          <p:nvPr>
            <p:ph idx="10" sz="quarter" type="sldNum"/>
          </p:nvPr>
        </p:nvSpPr>
        <p:spPr/>
        <p:txBody>
          <a:bodyPr/>
          <a:lstStyle/>
          <a:p>
            <a:fld id="{51C5D536-50B7-4CE6-B44E-3B56F0A7BD1A}" type="slidenum">
              <a:rPr lang="nl-NL" smtClean="0"/>
              <a:pPr/>
              <a:t>‹nr.›</a:t>
            </a:fld>
            <a:endParaRPr dirty="0" lang="nl-NL"/>
          </a:p>
        </p:txBody>
      </p:sp>
    </p:spTree>
  </p:cSl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el 5">
            <a:extLst>
              <a:ext uri="{FF2B5EF4-FFF2-40B4-BE49-F238E27FC236}">
                <a16:creationId xmlns:a16="http://schemas.microsoft.com/office/drawing/2014/main" id="{9EDC4490-254F-A3CD-E1E5-8C4FCC5117B1}"/>
              </a:ext>
            </a:extLst>
          </p:cNvPr>
          <p:cNvSpPr>
            <a:spLocks noGrp="1"/>
          </p:cNvSpPr>
          <p:nvPr>
            <p:ph type="title"/>
          </p:nvPr>
        </p:nvSpPr>
        <p:spPr/>
        <p:txBody>
          <a:bodyPr/>
          <a:lstStyle/>
          <a:p>
            <a:pPr lvl="0" indent="0" marL="0">
              <a:buNone/>
            </a:pPr>
            <a:r>
              <a:rPr/>
              <a:t>Deel 5</a:t>
            </a:r>
          </a:p>
        </p:txBody>
      </p:sp>
      <p:sp>
        <p:nvSpPr>
          <p:cNvPr id="9" name="Tijdelijke aanduiding voor tekst 8">
            <a:extLst>
              <a:ext uri="{FF2B5EF4-FFF2-40B4-BE49-F238E27FC236}">
                <a16:creationId xmlns:a16="http://schemas.microsoft.com/office/drawing/2014/main" id="{D71F4C19-905F-16CB-DFC1-EC5145A739E8}"/>
              </a:ext>
            </a:extLst>
          </p:cNvPr>
          <p:cNvSpPr>
            <a:spLocks noGrp="1"/>
          </p:cNvSpPr>
          <p:nvPr>
            <p:ph idx="11" sz="quarter"/>
          </p:nvPr>
        </p:nvSpPr>
        <p:spPr/>
        <p:txBody>
          <a:bodyPr/>
          <a:lstStyle/>
          <a:p>
            <a:pPr lvl="0" indent="0" marL="0">
              <a:buNone/>
            </a:pPr>
            <a:r>
              <a:rPr/>
              <a:t>Planning</a:t>
            </a:r>
          </a:p>
        </p:txBody>
      </p:sp>
      <p:sp>
        <p:nvSpPr>
          <p:cNvPr id="5" name="Tijdelijke aanduiding voor dianummer 4">
            <a:extLst>
              <a:ext uri="{FF2B5EF4-FFF2-40B4-BE49-F238E27FC236}">
                <a16:creationId xmlns:a16="http://schemas.microsoft.com/office/drawing/2014/main" id="{F38214CE-2914-AABC-1FC7-658B39A367D7}"/>
              </a:ext>
            </a:extLst>
          </p:cNvPr>
          <p:cNvSpPr>
            <a:spLocks noGrp="1"/>
          </p:cNvSpPr>
          <p:nvPr>
            <p:ph idx="10" sz="quarter" type="sldNum"/>
          </p:nvPr>
        </p:nvSpPr>
        <p:spPr/>
        <p:txBody>
          <a:bodyPr/>
          <a:lstStyle/>
          <a:p>
            <a:fld id="{51C5D536-50B7-4CE6-B44E-3B56F0A7BD1A}" type="slidenum">
              <a:rPr lang="nl-NL" smtClean="0"/>
              <a:pPr/>
              <a:t>‹nr.›</a:t>
            </a:fld>
            <a:endParaRPr dirty="0" lang="nl-NL"/>
          </a:p>
        </p:txBody>
      </p:sp>
    </p:spTree>
  </p:cSl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el 5">
            <a:extLst>
              <a:ext uri="{FF2B5EF4-FFF2-40B4-BE49-F238E27FC236}">
                <a16:creationId xmlns:a16="http://schemas.microsoft.com/office/drawing/2014/main" id="{9EDC4490-254F-A3CD-E1E5-8C4FCC5117B1}"/>
              </a:ext>
            </a:extLst>
          </p:cNvPr>
          <p:cNvSpPr>
            <a:spLocks noGrp="1"/>
          </p:cNvSpPr>
          <p:nvPr>
            <p:ph type="title"/>
          </p:nvPr>
        </p:nvSpPr>
        <p:spPr/>
        <p:txBody>
          <a:bodyPr/>
          <a:lstStyle/>
          <a:p>
            <a:pPr lvl="0" indent="0" marL="0">
              <a:buNone/>
            </a:pPr>
            <a:r>
              <a:rPr/>
              <a:t>Planning</a:t>
            </a:r>
          </a:p>
        </p:txBody>
      </p:sp>
      <p:sp>
        <p:nvSpPr>
          <p:cNvPr id="9" name="Tijdelijke aanduiding voor tekst 8">
            <a:extLst>
              <a:ext uri="{FF2B5EF4-FFF2-40B4-BE49-F238E27FC236}">
                <a16:creationId xmlns:a16="http://schemas.microsoft.com/office/drawing/2014/main" id="{D71F4C19-905F-16CB-DFC1-EC5145A739E8}"/>
              </a:ext>
            </a:extLst>
          </p:cNvPr>
          <p:cNvSpPr>
            <a:spLocks noGrp="1"/>
          </p:cNvSpPr>
          <p:nvPr>
            <p:ph idx="11" sz="quarter"/>
          </p:nvPr>
        </p:nvSpPr>
        <p:spPr/>
        <p:txBody>
          <a:bodyPr/>
          <a:lstStyle/>
          <a:p>
            <a:pPr lvl="0" indent="0" marL="0">
              <a:buNone/>
            </a:pPr>
            <a:r>
              <a:rPr/>
              <a:t>Issuebord openbaar, op OKx Public → Refinen en prioriteren in de kerngroep → Oppakken wie ruimte heeft Zichtbaar voor iedereen, zonder claim op andermans agenda.</a:t>
            </a:r>
          </a:p>
        </p:txBody>
      </p:sp>
      <p:sp>
        <p:nvSpPr>
          <p:cNvPr id="5" name="Tijdelijke aanduiding voor dianummer 4">
            <a:extLst>
              <a:ext uri="{FF2B5EF4-FFF2-40B4-BE49-F238E27FC236}">
                <a16:creationId xmlns:a16="http://schemas.microsoft.com/office/drawing/2014/main" id="{F38214CE-2914-AABC-1FC7-658B39A367D7}"/>
              </a:ext>
            </a:extLst>
          </p:cNvPr>
          <p:cNvSpPr>
            <a:spLocks noGrp="1"/>
          </p:cNvSpPr>
          <p:nvPr>
            <p:ph idx="10" sz="quarter" type="sldNum"/>
          </p:nvPr>
        </p:nvSpPr>
        <p:spPr/>
        <p:txBody>
          <a:bodyPr/>
          <a:lstStyle/>
          <a:p>
            <a:fld id="{51C5D536-50B7-4CE6-B44E-3B56F0A7BD1A}" type="slidenum">
              <a:rPr lang="nl-NL" smtClean="0"/>
              <a:pPr/>
              <a:t>‹nr.›</a:t>
            </a:fld>
            <a:endParaRPr dirty="0" lang="nl-NL"/>
          </a:p>
        </p:txBody>
      </p:sp>
    </p:spTree>
  </p:cSl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el 5">
            <a:extLst>
              <a:ext uri="{FF2B5EF4-FFF2-40B4-BE49-F238E27FC236}">
                <a16:creationId xmlns:a16="http://schemas.microsoft.com/office/drawing/2014/main" id="{9EDC4490-254F-A3CD-E1E5-8C4FCC5117B1}"/>
              </a:ext>
            </a:extLst>
          </p:cNvPr>
          <p:cNvSpPr>
            <a:spLocks noGrp="1"/>
          </p:cNvSpPr>
          <p:nvPr>
            <p:ph type="title"/>
          </p:nvPr>
        </p:nvSpPr>
        <p:spPr/>
        <p:txBody>
          <a:bodyPr/>
          <a:lstStyle/>
          <a:p>
            <a:pPr lvl="0" indent="0" marL="0">
              <a:buNone/>
            </a:pPr>
            <a:r>
              <a:rPr/>
              <a:t>Waar de backlog vandaan komt</a:t>
            </a:r>
          </a:p>
        </p:txBody>
      </p:sp>
      <p:sp>
        <p:nvSpPr>
          <p:cNvPr id="9" name="Tijdelijke aanduiding voor tekst 8">
            <a:extLst>
              <a:ext uri="{FF2B5EF4-FFF2-40B4-BE49-F238E27FC236}">
                <a16:creationId xmlns:a16="http://schemas.microsoft.com/office/drawing/2014/main" id="{D71F4C19-905F-16CB-DFC1-EC5145A739E8}"/>
              </a:ext>
            </a:extLst>
          </p:cNvPr>
          <p:cNvSpPr>
            <a:spLocks noGrp="1"/>
          </p:cNvSpPr>
          <p:nvPr>
            <p:ph idx="11" sz="quarter"/>
          </p:nvPr>
        </p:nvSpPr>
        <p:spPr/>
        <p:txBody>
          <a:bodyPr/>
          <a:lstStyle/>
          <a:p>
            <a:pPr lvl="0" indent="0" marL="0">
              <a:buNone/>
            </a:pPr>
            <a:r>
              <a:rPr/>
              <a:t>Leerroutes en scenario’s → Features en stories → Functionele eisen → Endpoints en applicatiecomponenten Eerste item, al gestart: keuzeregels en regelset De vraag uit de sector: hoe leggen we vast welke keuzedelen gekozen mogen worden, binnen welke opleiding en instelling? ❓ Vraag aan de kerngroep techniek Klopt deze route? En wat verdient als eerste een plek op het bord?</a:t>
            </a:r>
          </a:p>
        </p:txBody>
      </p:sp>
      <p:sp>
        <p:nvSpPr>
          <p:cNvPr id="5" name="Tijdelijke aanduiding voor dianummer 4">
            <a:extLst>
              <a:ext uri="{FF2B5EF4-FFF2-40B4-BE49-F238E27FC236}">
                <a16:creationId xmlns:a16="http://schemas.microsoft.com/office/drawing/2014/main" id="{F38214CE-2914-AABC-1FC7-658B39A367D7}"/>
              </a:ext>
            </a:extLst>
          </p:cNvPr>
          <p:cNvSpPr>
            <a:spLocks noGrp="1"/>
          </p:cNvSpPr>
          <p:nvPr>
            <p:ph idx="10" sz="quarter" type="sldNum"/>
          </p:nvPr>
        </p:nvSpPr>
        <p:spPr/>
        <p:txBody>
          <a:bodyPr/>
          <a:lstStyle/>
          <a:p>
            <a:fld id="{51C5D536-50B7-4CE6-B44E-3B56F0A7BD1A}" type="slidenum">
              <a:rPr lang="nl-NL" smtClean="0"/>
              <a:pPr/>
              <a:t>‹nr.›</a:t>
            </a:fld>
            <a:endParaRPr dirty="0" lang="nl-NL"/>
          </a:p>
        </p:txBody>
      </p:sp>
    </p:spTree>
  </p:cSl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el 5">
            <a:extLst>
              <a:ext uri="{FF2B5EF4-FFF2-40B4-BE49-F238E27FC236}">
                <a16:creationId xmlns:a16="http://schemas.microsoft.com/office/drawing/2014/main" id="{9EDC4490-254F-A3CD-E1E5-8C4FCC5117B1}"/>
              </a:ext>
            </a:extLst>
          </p:cNvPr>
          <p:cNvSpPr>
            <a:spLocks noGrp="1"/>
          </p:cNvSpPr>
          <p:nvPr>
            <p:ph type="title"/>
          </p:nvPr>
        </p:nvSpPr>
        <p:spPr/>
        <p:txBody>
          <a:bodyPr/>
          <a:lstStyle/>
          <a:p>
            <a:pPr lvl="0" indent="0" marL="0">
              <a:buNone/>
            </a:pPr>
            <a:r>
              <a:rPr/>
              <a:t>Tot slot</a:t>
            </a:r>
          </a:p>
        </p:txBody>
      </p:sp>
      <p:sp>
        <p:nvSpPr>
          <p:cNvPr id="9" name="Tijdelijke aanduiding voor tekst 8">
            <a:extLst>
              <a:ext uri="{FF2B5EF4-FFF2-40B4-BE49-F238E27FC236}">
                <a16:creationId xmlns:a16="http://schemas.microsoft.com/office/drawing/2014/main" id="{D71F4C19-905F-16CB-DFC1-EC5145A739E8}"/>
              </a:ext>
            </a:extLst>
          </p:cNvPr>
          <p:cNvSpPr>
            <a:spLocks noGrp="1"/>
          </p:cNvSpPr>
          <p:nvPr>
            <p:ph idx="11" sz="quarter"/>
          </p:nvPr>
        </p:nvSpPr>
        <p:spPr/>
        <p:txBody>
          <a:bodyPr/>
          <a:lstStyle/>
          <a:p>
            <a:pPr lvl="0"/>
            <a:r>
              <a:rPr/>
              <a:t>De structuur staat, gereleased als koppelvlakspecificatie v0.0.1</a:t>
            </a:r>
          </a:p>
          <a:p>
            <a:pPr lvl="0"/>
            <a:r>
              <a:rPr/>
              <a:t>De werkwijze is versimpeld: één publieke bron, met genummerde releases als vast ijkpunt</a:t>
            </a:r>
          </a:p>
          <a:p>
            <a:pPr lvl="0"/>
            <a:r>
              <a:rPr/>
              <a:t>Belangrijk: sectorwensen en het eindproduct koppelvlakspecificatie sterker verbinden, met de requirementsboom als proof of concept Voor de volgende sessie Werk de release door, review hem en maak issues aan; vooral op de structuur. Inhoudelijke feedback is altijd welkom. En: geef akkoord op het referentiemateriaal in de publieke repository.</a:t>
            </a:r>
          </a:p>
        </p:txBody>
      </p:sp>
      <p:sp>
        <p:nvSpPr>
          <p:cNvPr id="5" name="Tijdelijke aanduiding voor dianummer 4">
            <a:extLst>
              <a:ext uri="{FF2B5EF4-FFF2-40B4-BE49-F238E27FC236}">
                <a16:creationId xmlns:a16="http://schemas.microsoft.com/office/drawing/2014/main" id="{F38214CE-2914-AABC-1FC7-658B39A367D7}"/>
              </a:ext>
            </a:extLst>
          </p:cNvPr>
          <p:cNvSpPr>
            <a:spLocks noGrp="1"/>
          </p:cNvSpPr>
          <p:nvPr>
            <p:ph idx="10" sz="quarter" type="sldNum"/>
          </p:nvPr>
        </p:nvSpPr>
        <p:spPr/>
        <p:txBody>
          <a:bodyPr/>
          <a:lstStyle/>
          <a:p>
            <a:fld id="{51C5D536-50B7-4CE6-B44E-3B56F0A7BD1A}" type="slidenum">
              <a:rPr lang="nl-NL" smtClean="0"/>
              <a:pPr/>
              <a:t>‹nr.›</a:t>
            </a:fld>
            <a:endParaRPr dirty="0" lang="nl-NL"/>
          </a:p>
        </p:txBody>
      </p:sp>
    </p:spTree>
  </p:cSld>
</p:sld>
</file>

<file path=ppt/theme/theme1.xml><?xml version="1.0" encoding="utf-8"?>
<a:theme xmlns:a="http://schemas.openxmlformats.org/drawingml/2006/main" name="Npuls wit">
  <a:themeElements>
    <a:clrScheme name="Npuls PP wit">
      <a:dk1>
        <a:srgbClr val="000000"/>
      </a:dk1>
      <a:lt1>
        <a:srgbClr val="FFFFFF"/>
      </a:lt1>
      <a:dk2>
        <a:srgbClr val="DD784B"/>
      </a:dk2>
      <a:lt2>
        <a:srgbClr val="FFFFFF"/>
      </a:lt2>
      <a:accent1>
        <a:srgbClr val="DD784B"/>
      </a:accent1>
      <a:accent2>
        <a:srgbClr val="231F20"/>
      </a:accent2>
      <a:accent3>
        <a:srgbClr val="F4D9DC"/>
      </a:accent3>
      <a:accent4>
        <a:srgbClr val="3D68EC"/>
      </a:accent4>
      <a:accent5>
        <a:srgbClr val="F4D74B"/>
      </a:accent5>
      <a:accent6>
        <a:srgbClr val="00AF81"/>
      </a:accent6>
      <a:hlink>
        <a:srgbClr val="DD784A"/>
      </a:hlink>
      <a:folHlink>
        <a:srgbClr val="DD784A"/>
      </a:folHlink>
    </a:clrScheme>
    <a:fontScheme name="Npuls PP">
      <a:majorFont>
        <a:latin typeface="General Sans Semibold"/>
        <a:ea typeface=""/>
        <a:cs typeface=""/>
      </a:majorFont>
      <a:minorFont>
        <a:latin typeface="General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dirty="0" err="1">
            <a:solidFill>
              <a:schemeClr val="bg1"/>
            </a:solidFill>
          </a:defRPr>
        </a:defPPr>
      </a:lstStyle>
      <a:style>
        <a:lnRef idx="2">
          <a:schemeClr val="accent1">
            <a:shade val="15000"/>
          </a:schemeClr>
        </a:lnRef>
        <a:fillRef idx="1">
          <a:schemeClr val="accent1"/>
        </a:fillRef>
        <a:effectRef idx="0">
          <a:schemeClr val="accent1"/>
        </a:effectRef>
        <a:fontRef idx="minor">
          <a:schemeClr val="lt1"/>
        </a:fontRef>
      </a:style>
    </a:spDef>
    <a:txDef>
      <a:spPr>
        <a:noFill/>
      </a:spPr>
      <a:bodyPr wrap="square" rtlCol="0">
        <a:spAutoFit/>
      </a:bodyPr>
      <a:lstStyle>
        <a:defPPr algn="l">
          <a:defRPr dirty="0" err="1" smtClean="0"/>
        </a:defPPr>
      </a:lstStyle>
    </a:txDef>
  </a:objectDefaults>
  <a:extraClrSchemeLst/>
  <a:extLst>
    <a:ext uri="{05A4C25C-085E-4340-85A3-A5531E510DB2}">
      <thm15:themeFamily xmlns:thm15="http://schemas.microsoft.com/office/thememl/2012/main" name="Npuls presentatie 2024.pptx" id="{17DA9F54-090A-447F-A8AA-E86E0BB84DEF}" vid="{039621A9-82FE-4C0A-8B3A-68302378E6EF}"/>
    </a:ext>
  </a:extLst>
</a:theme>
</file>

<file path=ppt/theme/theme2.xml><?xml version="1.0" encoding="utf-8"?>
<a:theme xmlns:a="http://schemas.openxmlformats.org/drawingml/2006/main" name="Npuls roze">
  <a:themeElements>
    <a:clrScheme name="Npuls PP roze">
      <a:dk1>
        <a:srgbClr val="000000"/>
      </a:dk1>
      <a:lt1>
        <a:srgbClr val="F4D9DC"/>
      </a:lt1>
      <a:dk2>
        <a:srgbClr val="DD784B"/>
      </a:dk2>
      <a:lt2>
        <a:srgbClr val="F4D9DC"/>
      </a:lt2>
      <a:accent1>
        <a:srgbClr val="DD784B"/>
      </a:accent1>
      <a:accent2>
        <a:srgbClr val="231F20"/>
      </a:accent2>
      <a:accent3>
        <a:srgbClr val="F4D9DC"/>
      </a:accent3>
      <a:accent4>
        <a:srgbClr val="3D68EC"/>
      </a:accent4>
      <a:accent5>
        <a:srgbClr val="F4D74B"/>
      </a:accent5>
      <a:accent6>
        <a:srgbClr val="00AF81"/>
      </a:accent6>
      <a:hlink>
        <a:srgbClr val="DD784A"/>
      </a:hlink>
      <a:folHlink>
        <a:srgbClr val="DD784A"/>
      </a:folHlink>
    </a:clrScheme>
    <a:fontScheme name="Npuls PP">
      <a:majorFont>
        <a:latin typeface="General Sans Semibold"/>
        <a:ea typeface=""/>
        <a:cs typeface=""/>
      </a:majorFont>
      <a:minorFont>
        <a:latin typeface="General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dirty="0" err="1">
            <a:solidFill>
              <a:schemeClr val="bg1"/>
            </a:solidFill>
          </a:defRPr>
        </a:defPPr>
      </a:lstStyle>
      <a:style>
        <a:lnRef idx="2">
          <a:schemeClr val="accent1">
            <a:shade val="15000"/>
          </a:schemeClr>
        </a:lnRef>
        <a:fillRef idx="1">
          <a:schemeClr val="accent1"/>
        </a:fillRef>
        <a:effectRef idx="0">
          <a:schemeClr val="accent1"/>
        </a:effectRef>
        <a:fontRef idx="minor">
          <a:schemeClr val="lt1"/>
        </a:fontRef>
      </a:style>
    </a:spDef>
    <a:txDef>
      <a:spPr>
        <a:noFill/>
      </a:spPr>
      <a:bodyPr wrap="square" rtlCol="0">
        <a:spAutoFit/>
      </a:bodyPr>
      <a:lstStyle>
        <a:defPPr algn="l">
          <a:defRPr dirty="0" err="1" smtClean="0"/>
        </a:defPPr>
      </a:lstStyle>
    </a:txDef>
  </a:objectDefaults>
  <a:extraClrSchemeLst/>
  <a:extLst>
    <a:ext uri="{05A4C25C-085E-4340-85A3-A5531E510DB2}">
      <thm15:themeFamily xmlns:thm15="http://schemas.microsoft.com/office/thememl/2012/main" name="Npuls presentatie 2024.pptx" id="{17DA9F54-090A-447F-A8AA-E86E0BB84DEF}" vid="{296A9A28-494E-4B5A-BAE3-4B9447D41206}"/>
    </a:ext>
  </a:extLst>
</a:theme>
</file>

<file path=ppt/theme/theme3.xml><?xml version="1.0" encoding="utf-8"?>
<a:theme xmlns:a="http://schemas.openxmlformats.org/drawingml/2006/main" name="Npuls oranje">
  <a:themeElements>
    <a:clrScheme name="Npuls PP oranje">
      <a:dk1>
        <a:srgbClr val="FFFFFF"/>
      </a:dk1>
      <a:lt1>
        <a:srgbClr val="DD784B"/>
      </a:lt1>
      <a:dk2>
        <a:srgbClr val="231F20"/>
      </a:dk2>
      <a:lt2>
        <a:srgbClr val="FFFFFF"/>
      </a:lt2>
      <a:accent1>
        <a:srgbClr val="DD784B"/>
      </a:accent1>
      <a:accent2>
        <a:srgbClr val="231F20"/>
      </a:accent2>
      <a:accent3>
        <a:srgbClr val="F4D9DC"/>
      </a:accent3>
      <a:accent4>
        <a:srgbClr val="3D68EC"/>
      </a:accent4>
      <a:accent5>
        <a:srgbClr val="F4D74B"/>
      </a:accent5>
      <a:accent6>
        <a:srgbClr val="00AF81"/>
      </a:accent6>
      <a:hlink>
        <a:srgbClr val="DD784A"/>
      </a:hlink>
      <a:folHlink>
        <a:srgbClr val="DD784A"/>
      </a:folHlink>
    </a:clrScheme>
    <a:fontScheme name="Npuls PP">
      <a:majorFont>
        <a:latin typeface="General Sans Semibold"/>
        <a:ea typeface=""/>
        <a:cs typeface=""/>
      </a:majorFont>
      <a:minorFont>
        <a:latin typeface="General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dirty="0" err="1">
            <a:solidFill>
              <a:schemeClr val="bg1"/>
            </a:solidFill>
          </a:defRPr>
        </a:defPPr>
      </a:lstStyle>
      <a:style>
        <a:lnRef idx="2">
          <a:schemeClr val="accent1">
            <a:shade val="15000"/>
          </a:schemeClr>
        </a:lnRef>
        <a:fillRef idx="1">
          <a:schemeClr val="accent1"/>
        </a:fillRef>
        <a:effectRef idx="0">
          <a:schemeClr val="accent1"/>
        </a:effectRef>
        <a:fontRef idx="minor">
          <a:schemeClr val="lt1"/>
        </a:fontRef>
      </a:style>
    </a:spDef>
    <a:txDef>
      <a:spPr>
        <a:noFill/>
      </a:spPr>
      <a:bodyPr wrap="square" rtlCol="0">
        <a:spAutoFit/>
      </a:bodyPr>
      <a:lstStyle>
        <a:defPPr algn="l">
          <a:defRPr dirty="0" err="1" smtClean="0"/>
        </a:defPPr>
      </a:lstStyle>
    </a:txDef>
  </a:objectDefaults>
  <a:extraClrSchemeLst/>
  <a:extLst>
    <a:ext uri="{05A4C25C-085E-4340-85A3-A5531E510DB2}">
      <thm15:themeFamily xmlns:thm15="http://schemas.microsoft.com/office/thememl/2012/main" name="Npuls presentatie 2024.pptx" id="{17DA9F54-090A-447F-A8AA-E86E0BB84DEF}" vid="{A8877AE5-ECD6-4837-BD93-F7533F714DE6}"/>
    </a:ext>
  </a:extLst>
</a:theme>
</file>

<file path=ppt/theme/theme4.xml><?xml version="1.0" encoding="utf-8"?>
<a:theme xmlns:a="http://schemas.openxmlformats.org/drawingml/2006/main" name="Npuls blauw">
  <a:themeElements>
    <a:clrScheme name="Aangepast 5">
      <a:dk1>
        <a:srgbClr val="FFFFFF"/>
      </a:dk1>
      <a:lt1>
        <a:srgbClr val="3D68EC"/>
      </a:lt1>
      <a:dk2>
        <a:srgbClr val="F4D9DC"/>
      </a:dk2>
      <a:lt2>
        <a:srgbClr val="FFFFFF"/>
      </a:lt2>
      <a:accent1>
        <a:srgbClr val="DD784B"/>
      </a:accent1>
      <a:accent2>
        <a:srgbClr val="231F20"/>
      </a:accent2>
      <a:accent3>
        <a:srgbClr val="F4D9DC"/>
      </a:accent3>
      <a:accent4>
        <a:srgbClr val="3D68EC"/>
      </a:accent4>
      <a:accent5>
        <a:srgbClr val="F4D74B"/>
      </a:accent5>
      <a:accent6>
        <a:srgbClr val="00AF81"/>
      </a:accent6>
      <a:hlink>
        <a:srgbClr val="DD784A"/>
      </a:hlink>
      <a:folHlink>
        <a:srgbClr val="DD784A"/>
      </a:folHlink>
    </a:clrScheme>
    <a:fontScheme name="Npuls PP">
      <a:majorFont>
        <a:latin typeface="General Sans Semibold"/>
        <a:ea typeface=""/>
        <a:cs typeface=""/>
      </a:majorFont>
      <a:minorFont>
        <a:latin typeface="General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dirty="0" err="1">
            <a:solidFill>
              <a:schemeClr val="bg1"/>
            </a:solidFill>
          </a:defRPr>
        </a:defPPr>
      </a:lstStyle>
      <a:style>
        <a:lnRef idx="2">
          <a:schemeClr val="accent1">
            <a:shade val="15000"/>
          </a:schemeClr>
        </a:lnRef>
        <a:fillRef idx="1">
          <a:schemeClr val="accent1"/>
        </a:fillRef>
        <a:effectRef idx="0">
          <a:schemeClr val="accent1"/>
        </a:effectRef>
        <a:fontRef idx="minor">
          <a:schemeClr val="lt1"/>
        </a:fontRef>
      </a:style>
    </a:spDef>
    <a:txDef>
      <a:spPr>
        <a:noFill/>
      </a:spPr>
      <a:bodyPr wrap="square" rtlCol="0">
        <a:spAutoFit/>
      </a:bodyPr>
      <a:lstStyle>
        <a:defPPr algn="l">
          <a:defRPr dirty="0" err="1" smtClean="0"/>
        </a:defPPr>
      </a:lstStyle>
    </a:txDef>
  </a:objectDefaults>
  <a:extraClrSchemeLst/>
  <a:extLst>
    <a:ext uri="{05A4C25C-085E-4340-85A3-A5531E510DB2}">
      <thm15:themeFamily xmlns:thm15="http://schemas.microsoft.com/office/thememl/2012/main" name="Npuls presentatie 2024.pptx" id="{17DA9F54-090A-447F-A8AA-E86E0BB84DEF}" vid="{48F2F4BE-1CAC-4274-BB27-FAF32EB45CD9}"/>
    </a:ext>
  </a:extLst>
</a:theme>
</file>

<file path=ppt/theme/theme5.xml><?xml version="1.0" encoding="utf-8"?>
<a:theme xmlns:a="http://schemas.openxmlformats.org/drawingml/2006/main" name="Npuls geel">
  <a:themeElements>
    <a:clrScheme name="Aangepast 1">
      <a:dk1>
        <a:srgbClr val="231F20"/>
      </a:dk1>
      <a:lt1>
        <a:srgbClr val="231F20"/>
      </a:lt1>
      <a:dk2>
        <a:srgbClr val="231F20"/>
      </a:dk2>
      <a:lt2>
        <a:srgbClr val="FFFFFF"/>
      </a:lt2>
      <a:accent1>
        <a:srgbClr val="DD784B"/>
      </a:accent1>
      <a:accent2>
        <a:srgbClr val="231F20"/>
      </a:accent2>
      <a:accent3>
        <a:srgbClr val="F4D9DC"/>
      </a:accent3>
      <a:accent4>
        <a:srgbClr val="3D68EC"/>
      </a:accent4>
      <a:accent5>
        <a:srgbClr val="F4D74B"/>
      </a:accent5>
      <a:accent6>
        <a:srgbClr val="00AF81"/>
      </a:accent6>
      <a:hlink>
        <a:srgbClr val="DD784A"/>
      </a:hlink>
      <a:folHlink>
        <a:srgbClr val="DD784A"/>
      </a:folHlink>
    </a:clrScheme>
    <a:fontScheme name="Npuls PP">
      <a:majorFont>
        <a:latin typeface="General Sans Semibold"/>
        <a:ea typeface=""/>
        <a:cs typeface=""/>
      </a:majorFont>
      <a:minorFont>
        <a:latin typeface="General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dirty="0" err="1">
            <a:solidFill>
              <a:schemeClr val="bg1"/>
            </a:solidFill>
          </a:defRPr>
        </a:defPPr>
      </a:lstStyle>
      <a:style>
        <a:lnRef idx="2">
          <a:schemeClr val="accent1">
            <a:shade val="15000"/>
          </a:schemeClr>
        </a:lnRef>
        <a:fillRef idx="1">
          <a:schemeClr val="accent1"/>
        </a:fillRef>
        <a:effectRef idx="0">
          <a:schemeClr val="accent1"/>
        </a:effectRef>
        <a:fontRef idx="minor">
          <a:schemeClr val="lt1"/>
        </a:fontRef>
      </a:style>
    </a:spDef>
    <a:txDef>
      <a:spPr>
        <a:noFill/>
      </a:spPr>
      <a:bodyPr wrap="square" rtlCol="0">
        <a:spAutoFit/>
      </a:bodyPr>
      <a:lstStyle>
        <a:defPPr algn="l">
          <a:defRPr dirty="0" err="1" smtClean="0"/>
        </a:defPPr>
      </a:lstStyle>
    </a:txDef>
  </a:objectDefaults>
  <a:extraClrSchemeLst/>
  <a:extLst>
    <a:ext uri="{05A4C25C-085E-4340-85A3-A5531E510DB2}">
      <thm15:themeFamily xmlns:thm15="http://schemas.microsoft.com/office/thememl/2012/main" name="Npuls presentatie 2024.pptx" id="{17DA9F54-090A-447F-A8AA-E86E0BB84DEF}" vid="{EDEDB81C-128E-4EAA-9E03-6A670D02E228}"/>
    </a:ext>
  </a:extLst>
</a:theme>
</file>

<file path=ppt/theme/theme6.xml><?xml version="1.0" encoding="utf-8"?>
<a:theme xmlns:a="http://schemas.openxmlformats.org/drawingml/2006/main" name="Tips">
  <a:themeElements>
    <a:clrScheme name="Npuls PP wit">
      <a:dk1>
        <a:srgbClr val="000000"/>
      </a:dk1>
      <a:lt1>
        <a:srgbClr val="FFFFFF"/>
      </a:lt1>
      <a:dk2>
        <a:srgbClr val="DD784B"/>
      </a:dk2>
      <a:lt2>
        <a:srgbClr val="FFFFFF"/>
      </a:lt2>
      <a:accent1>
        <a:srgbClr val="DD784B"/>
      </a:accent1>
      <a:accent2>
        <a:srgbClr val="231F20"/>
      </a:accent2>
      <a:accent3>
        <a:srgbClr val="F4D9DC"/>
      </a:accent3>
      <a:accent4>
        <a:srgbClr val="3D68EC"/>
      </a:accent4>
      <a:accent5>
        <a:srgbClr val="F4D74B"/>
      </a:accent5>
      <a:accent6>
        <a:srgbClr val="00AF81"/>
      </a:accent6>
      <a:hlink>
        <a:srgbClr val="DD784A"/>
      </a:hlink>
      <a:folHlink>
        <a:srgbClr val="DD784A"/>
      </a:folHlink>
    </a:clrScheme>
    <a:fontScheme name="Npuls PP">
      <a:majorFont>
        <a:latin typeface="General Sans Semibold"/>
        <a:ea typeface=""/>
        <a:cs typeface=""/>
      </a:majorFont>
      <a:minorFont>
        <a:latin typeface="General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Npuls presentatie 2024.pptx" id="{17DA9F54-090A-447F-A8AA-E86E0BB84DEF}" vid="{3937AA9C-191D-4B3D-A995-9DB849B59A0C}"/>
    </a:ext>
  </a:extLst>
</a:theme>
</file>

<file path=ppt/theme/theme7.xml><?xml version="1.0" encoding="utf-8"?>
<a:theme xmlns:a="http://schemas.openxmlformats.org/drawingml/2006/main" name="Office Theme">
  <a:themeElements>
    <a:clrScheme name="Npuls PP wit">
      <a:dk1>
        <a:srgbClr val="000000"/>
      </a:dk1>
      <a:lt1>
        <a:srgbClr val="FFFFFF"/>
      </a:lt1>
      <a:dk2>
        <a:srgbClr val="DD784B"/>
      </a:dk2>
      <a:lt2>
        <a:srgbClr val="FFFFFF"/>
      </a:lt2>
      <a:accent1>
        <a:srgbClr val="DD784B"/>
      </a:accent1>
      <a:accent2>
        <a:srgbClr val="231F20"/>
      </a:accent2>
      <a:accent3>
        <a:srgbClr val="F4D9DC"/>
      </a:accent3>
      <a:accent4>
        <a:srgbClr val="3D68EC"/>
      </a:accent4>
      <a:accent5>
        <a:srgbClr val="F4D74B"/>
      </a:accent5>
      <a:accent6>
        <a:srgbClr val="00AF81"/>
      </a:accent6>
      <a:hlink>
        <a:srgbClr val="DD784A"/>
      </a:hlink>
      <a:folHlink>
        <a:srgbClr val="DD784A"/>
      </a:folHlink>
    </a:clrScheme>
    <a:fontScheme name="Npuls PP">
      <a:majorFont>
        <a:latin typeface="General Sans Semibold"/>
        <a:ea typeface=""/>
        <a:cs typeface=""/>
      </a:majorFont>
      <a:minorFont>
        <a:latin typeface="General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Kantoorthema">
  <a:themeElements>
    <a:clrScheme name="Npuls PP wit">
      <a:dk1>
        <a:srgbClr val="000000"/>
      </a:dk1>
      <a:lt1>
        <a:srgbClr val="FFFFFF"/>
      </a:lt1>
      <a:dk2>
        <a:srgbClr val="DD784B"/>
      </a:dk2>
      <a:lt2>
        <a:srgbClr val="FFFFFF"/>
      </a:lt2>
      <a:accent1>
        <a:srgbClr val="DD784B"/>
      </a:accent1>
      <a:accent2>
        <a:srgbClr val="231F20"/>
      </a:accent2>
      <a:accent3>
        <a:srgbClr val="F4D9DC"/>
      </a:accent3>
      <a:accent4>
        <a:srgbClr val="3D68EC"/>
      </a:accent4>
      <a:accent5>
        <a:srgbClr val="F4D74B"/>
      </a:accent5>
      <a:accent6>
        <a:srgbClr val="00AF81"/>
      </a:accent6>
      <a:hlink>
        <a:srgbClr val="DD784A"/>
      </a:hlink>
      <a:folHlink>
        <a:srgbClr val="DD784A"/>
      </a:folHlink>
    </a:clrScheme>
    <a:fontScheme name="Npuls PP">
      <a:majorFont>
        <a:latin typeface="General Sans Semibold"/>
        <a:ea typeface=""/>
        <a:cs typeface=""/>
      </a:majorFont>
      <a:minorFont>
        <a:latin typeface="General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548</TotalTime>
  <Words>17</Words>
  <Application>Microsoft Office PowerPoint</Application>
  <PresentationFormat>Breedbeeld</PresentationFormat>
  <Paragraphs>16</Paragraphs>
  <Slides>20</Slides>
  <Notes>0</Notes>
  <HiddenSlides>1</HiddenSlides>
  <MMClips>0</MMClips>
  <ScaleCrop>false</ScaleCrop>
  <HeadingPairs>
    <vt:vector size="6" baseType="variant">
      <vt:variant>
        <vt:lpstr>Gebruikte lettertypen</vt:lpstr>
      </vt:variant>
      <vt:variant>
        <vt:i4>6</vt:i4>
      </vt:variant>
      <vt:variant>
        <vt:lpstr>Thema</vt:lpstr>
      </vt:variant>
      <vt:variant>
        <vt:i4>6</vt:i4>
      </vt:variant>
      <vt:variant>
        <vt:lpstr>Diatitels</vt:lpstr>
      </vt:variant>
      <vt:variant>
        <vt:i4>20</vt:i4>
      </vt:variant>
    </vt:vector>
  </HeadingPairs>
  <TitlesOfParts>
    <vt:vector size="32" baseType="lpstr">
      <vt:lpstr>Cooper Lt BT</vt:lpstr>
      <vt:lpstr>Arial</vt:lpstr>
      <vt:lpstr>Calibri</vt:lpstr>
      <vt:lpstr>General Sans Semibold</vt:lpstr>
      <vt:lpstr>General Sans</vt:lpstr>
      <vt:lpstr>Calibri Light</vt:lpstr>
      <vt:lpstr>Npuls wit</vt:lpstr>
      <vt:lpstr>Npuls roze</vt:lpstr>
      <vt:lpstr>Npuls oranje</vt:lpstr>
      <vt:lpstr>Npuls blauw</vt:lpstr>
      <vt:lpstr>Npuls geel</vt:lpstr>
      <vt:lpstr>Tips</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Illustraties</vt:lpstr>
      <vt:lpstr>Illustraties 2</vt:lpstr>
      <vt:lpstr>PowerPoint-presentatie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keywords/>
  <dcterms:created xsi:type="dcterms:W3CDTF">2026-09-02T09:24:52Z</dcterms:created>
  <dcterms:modified xsi:type="dcterms:W3CDTF">2026-09-02T09:24:52Z</dcterms:modified>
</cp:coreProperties>
</file>

<file path=docProps/custom.xml><?xml version="1.0" encoding="utf-8"?>
<Properties xmlns="http://schemas.openxmlformats.org/officeDocument/2006/custom-properties" xmlns:vt="http://schemas.openxmlformats.org/officeDocument/2006/docPropsVTypes"/>
</file>