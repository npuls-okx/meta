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952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51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373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Eindverantwoordelijkheid ervaren voor elk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289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eindproduct en elke wijziging daarin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97" y="303"/>
                </a:cubicBezTo>
                <a:cubicBezTo>
                  <a:pt x="194" y="402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33712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1"/>
                </a:lnTo>
                <a:lnTo>
                  <a:pt x="44" y="25"/>
                </a:lnTo>
                <a:lnTo>
                  <a:pt x="40" y="19"/>
                </a:lnTo>
                <a:lnTo>
                  <a:pt x="46" y="15"/>
                </a:lnTo>
                <a:moveTo>
                  <a:pt x="50" y="21"/>
                </a:moveTo>
                <a:lnTo>
                  <a:pt x="54" y="26"/>
                </a:lnTo>
                <a:lnTo>
                  <a:pt x="48" y="30"/>
                </a:lnTo>
                <a:lnTo>
                  <a:pt x="44" y="25"/>
                </a:lnTo>
                <a:lnTo>
                  <a:pt x="50" y="21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6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0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0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0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6"/>
                </a:lnTo>
                <a:lnTo>
                  <a:pt x="38" y="7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00384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12840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12696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8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4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2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0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3"/>
                </a:lnTo>
                <a:lnTo>
                  <a:pt x="12" y="10"/>
                </a:lnTo>
                <a:lnTo>
                  <a:pt x="15" y="17"/>
                </a:lnTo>
                <a:lnTo>
                  <a:pt x="9" y="20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1"/>
                  <a:pt x="580" y="203"/>
                  <a:pt x="482" y="303"/>
                </a:cubicBezTo>
                <a:cubicBezTo>
                  <a:pt x="386" y="402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33712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3"/>
                </a:lnTo>
                <a:lnTo>
                  <a:pt x="40" y="27"/>
                </a:lnTo>
                <a:lnTo>
                  <a:pt x="37" y="32"/>
                </a:lnTo>
                <a:lnTo>
                  <a:pt x="31" y="28"/>
                </a:lnTo>
                <a:moveTo>
                  <a:pt x="35" y="23"/>
                </a:moveTo>
                <a:lnTo>
                  <a:pt x="39" y="17"/>
                </a:lnTo>
                <a:lnTo>
                  <a:pt x="44" y="21"/>
                </a:lnTo>
                <a:lnTo>
                  <a:pt x="40" y="27"/>
                </a:lnTo>
                <a:lnTo>
                  <a:pt x="35" y="23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1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7"/>
                </a:lnTo>
                <a:lnTo>
                  <a:pt x="51" y="6"/>
                </a:lnTo>
                <a:lnTo>
                  <a:pt x="54" y="9"/>
                </a:lnTo>
                <a:lnTo>
                  <a:pt x="52" y="11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30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3"/>
                </a:lnTo>
                <a:lnTo>
                  <a:pt x="62" y="36"/>
                </a:lnTo>
                <a:lnTo>
                  <a:pt x="59" y="30"/>
                </a:lnTo>
                <a:lnTo>
                  <a:pt x="65" y="27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3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55268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7481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74708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3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3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8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1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6"/>
                </a:lnTo>
                <a:lnTo>
                  <a:pt x="10" y="6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6"/>
                </a:lnTo>
                <a:lnTo>
                  <a:pt x="29" y="6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6"/>
                </a:lnTo>
                <a:lnTo>
                  <a:pt x="36" y="6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6"/>
                </a:lnTo>
                <a:lnTo>
                  <a:pt x="42" y="6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6"/>
                </a:lnTo>
                <a:lnTo>
                  <a:pt x="49" y="6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6"/>
                </a:lnTo>
                <a:lnTo>
                  <a:pt x="56" y="6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6"/>
                </a:lnTo>
                <a:lnTo>
                  <a:pt x="62" y="6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6"/>
                </a:lnTo>
                <a:lnTo>
                  <a:pt x="69" y="6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624600"/>
            <a:ext cx="5077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ik het nu verdeeld zie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21976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63332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2554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15864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240280" y="33066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592440" y="325548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2901600" y="33066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35760" y="325548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681360" y="330660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17320" y="325548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325040" y="330660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5732280" y="325548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106600" y="33066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821200" y="330660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634080" y="33066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4573080" y="236484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487920" y="260100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369200" y="250416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7378920" y="260100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6576840" y="265212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8155080" y="26010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467840" y="265212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8244360" y="26521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0760" y="265212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007360" y="250416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1605600" y="265212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2375640" y="26521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3362760" y="260100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4515120" y="246852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4269600" y="256572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451680" y="265212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4491720" y="26164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4358520" y="268776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421240" y="26521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3669120" y="177840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793240" y="19263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348440" y="18756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549600" y="19263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437360" y="19263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18280" y="128916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3727440" y="11919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3607200" y="134028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5272920" y="187560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9040" y="177840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361840" y="19263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13237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79240" y="367128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20095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201420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d7d9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449720" y="3671280"/>
            <a:ext cx="450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33238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2129760" y="3671280"/>
            <a:ext cx="1171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552920" y="3666960"/>
            <a:ext cx="114480" cy="124200"/>
          </a:xfrm>
          <a:custGeom>
            <a:avLst/>
            <a:gdLst/>
            <a:ahLst/>
            <a:rect l="0" t="0" r="r" b="b"/>
            <a:pathLst>
              <a:path w="318" h="345">
                <a:moveTo>
                  <a:pt x="0" y="0"/>
                </a:moveTo>
                <a:lnTo>
                  <a:pt x="318" y="0"/>
                </a:lnTo>
                <a:lnTo>
                  <a:pt x="318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3447720" y="367128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5790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670640" y="367128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5913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912640" y="367128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456840" y="401940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61880" y="402408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7716600" y="367128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79240" y="401400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57200" y="426564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445608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4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 txBox="1"/>
          <p:nvPr/>
        </p:nvSpPr>
        <p:spPr>
          <a:xfrm>
            <a:off x="439920" y="5104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457200" y="106524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563760" y="1385280"/>
            <a:ext cx="101880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13 naar 7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2466720" y="130464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2466720" y="130464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1637280"/>
            <a:ext cx="943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56896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46688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46688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2568960" y="1637280"/>
            <a:ext cx="86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deel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457452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1885680"/>
            <a:ext cx="1296000" cy="295560"/>
          </a:xfrm>
          <a:custGeom>
            <a:avLst/>
            <a:gdLst/>
            <a:ahLst/>
            <a:rect l="0" t="0" r="r" b="b"/>
            <a:pathLst>
              <a:path w="3600" h="821">
                <a:moveTo>
                  <a:pt x="0" y="0"/>
                </a:moveTo>
                <a:lnTo>
                  <a:pt x="3600" y="0"/>
                </a:lnTo>
                <a:lnTo>
                  <a:pt x="360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752480" y="1885680"/>
            <a:ext cx="3000600" cy="295560"/>
          </a:xfrm>
          <a:custGeom>
            <a:avLst/>
            <a:gdLst/>
            <a:ahLst/>
            <a:rect l="0" t="0" r="r" b="b"/>
            <a:pathLst>
              <a:path w="8335" h="821">
                <a:moveTo>
                  <a:pt x="0" y="0"/>
                </a:moveTo>
                <a:lnTo>
                  <a:pt x="8335" y="0"/>
                </a:lnTo>
                <a:lnTo>
                  <a:pt x="833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4752720" y="1885680"/>
            <a:ext cx="1276920" cy="295560"/>
          </a:xfrm>
          <a:custGeom>
            <a:avLst/>
            <a:gdLst/>
            <a:ahLst/>
            <a:rect l="0" t="0" r="r" b="b"/>
            <a:pathLst>
              <a:path w="3547" h="821">
                <a:moveTo>
                  <a:pt x="0" y="0"/>
                </a:moveTo>
                <a:lnTo>
                  <a:pt x="3547" y="0"/>
                </a:lnTo>
                <a:lnTo>
                  <a:pt x="354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029280" y="1885680"/>
            <a:ext cx="2343240" cy="295560"/>
          </a:xfrm>
          <a:custGeom>
            <a:avLst/>
            <a:gdLst/>
            <a:ahLst/>
            <a:rect l="0" t="0" r="r" b="b"/>
            <a:pathLst>
              <a:path w="6509" h="821">
                <a:moveTo>
                  <a:pt x="0" y="0"/>
                </a:moveTo>
                <a:lnTo>
                  <a:pt x="6509" y="0"/>
                </a:lnTo>
                <a:lnTo>
                  <a:pt x="650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171520"/>
            <a:ext cx="1296000" cy="19440"/>
          </a:xfrm>
          <a:custGeom>
            <a:avLst/>
            <a:gdLst/>
            <a:ahLst/>
            <a:rect l="0" t="0" r="r" b="b"/>
            <a:pathLst>
              <a:path w="3600" h="54">
                <a:moveTo>
                  <a:pt x="0" y="0"/>
                </a:moveTo>
                <a:lnTo>
                  <a:pt x="3600" y="0"/>
                </a:lnTo>
                <a:lnTo>
                  <a:pt x="36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752480" y="2171520"/>
            <a:ext cx="3000600" cy="19440"/>
          </a:xfrm>
          <a:custGeom>
            <a:avLst/>
            <a:gdLst/>
            <a:ahLst/>
            <a:rect l="0" t="0" r="r" b="b"/>
            <a:pathLst>
              <a:path w="8335" h="54">
                <a:moveTo>
                  <a:pt x="0" y="0"/>
                </a:moveTo>
                <a:lnTo>
                  <a:pt x="8335" y="0"/>
                </a:lnTo>
                <a:lnTo>
                  <a:pt x="83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4752720" y="2171520"/>
            <a:ext cx="1276920" cy="19440"/>
          </a:xfrm>
          <a:custGeom>
            <a:avLst/>
            <a:gdLst/>
            <a:ahLst/>
            <a:rect l="0" t="0" r="r" b="b"/>
            <a:pathLst>
              <a:path w="3547" h="54">
                <a:moveTo>
                  <a:pt x="0" y="0"/>
                </a:moveTo>
                <a:lnTo>
                  <a:pt x="3547" y="0"/>
                </a:lnTo>
                <a:lnTo>
                  <a:pt x="3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029280" y="2171520"/>
            <a:ext cx="2343240" cy="19440"/>
          </a:xfrm>
          <a:custGeom>
            <a:avLst/>
            <a:gdLst/>
            <a:ahLst/>
            <a:rect l="0" t="0" r="r" b="b"/>
            <a:pathLst>
              <a:path w="6509" h="54">
                <a:moveTo>
                  <a:pt x="0" y="0"/>
                </a:moveTo>
                <a:lnTo>
                  <a:pt x="6509" y="0"/>
                </a:lnTo>
                <a:lnTo>
                  <a:pt x="650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4476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752480" y="244764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752720" y="244764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029280" y="24476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27241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752480" y="272412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4752720" y="272412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029280" y="27241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299052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752480" y="299052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752720" y="299052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029280" y="299052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26700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752480" y="326700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752720" y="326700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029280" y="326700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3533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752480" y="3533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4752720" y="3533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029280" y="3533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380988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752480" y="380988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4752720" y="380988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029280" y="38098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0766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752480" y="407664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4752720" y="407664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029280" y="407664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456840" y="4352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1752480" y="4352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752720" y="4352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6029280" y="4352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574520" y="16372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555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863000" y="19555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4858920" y="19555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135480" y="19555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863000" y="22564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4858920" y="2256480"/>
            <a:ext cx="98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135480" y="22564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86300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8589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13548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863000" y="279936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485892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135480" y="27993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863000" y="307548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8589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13548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863000" y="33519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48589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135480" y="33519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863000" y="36187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4858920" y="36187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135480" y="36187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863000" y="38948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8589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135480" y="38948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863000" y="41616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4858920" y="41616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135480" y="41616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57200" y="4441680"/>
            <a:ext cx="7437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architect, developer en domeinexpert blijf ik delen.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4603680"/>
            <a:ext cx="4043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Borging is nog 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8" name=""/>
          <p:cNvSpPr txBox="1"/>
          <p:nvPr/>
        </p:nvSpPr>
        <p:spPr>
          <a:xfrm>
            <a:off x="439920" y="891360"/>
            <a:ext cx="5515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Alles loopt via een regisseur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456840" y="1714320"/>
            <a:ext cx="1153080" cy="448200"/>
          </a:xfrm>
          <a:custGeom>
            <a:avLst/>
            <a:gdLst/>
            <a:ahLst/>
            <a:rect l="0" t="0" r="r" b="b"/>
            <a:pathLst>
              <a:path w="3203" h="1245">
                <a:moveTo>
                  <a:pt x="0" y="0"/>
                </a:moveTo>
                <a:lnTo>
                  <a:pt x="3203" y="0"/>
                </a:lnTo>
                <a:lnTo>
                  <a:pt x="3203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1609560" y="1714320"/>
            <a:ext cx="1229040" cy="448200"/>
          </a:xfrm>
          <a:custGeom>
            <a:avLst/>
            <a:gdLst/>
            <a:ahLst/>
            <a:rect l="0" t="0" r="r" b="b"/>
            <a:pathLst>
              <a:path w="3414" h="1245">
                <a:moveTo>
                  <a:pt x="0" y="0"/>
                </a:moveTo>
                <a:lnTo>
                  <a:pt x="3414" y="0"/>
                </a:lnTo>
                <a:lnTo>
                  <a:pt x="3414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838240" y="1714320"/>
            <a:ext cx="1457640" cy="448200"/>
          </a:xfrm>
          <a:custGeom>
            <a:avLst/>
            <a:gdLst/>
            <a:ahLst/>
            <a:rect l="0" t="0" r="r" b="b"/>
            <a:pathLst>
              <a:path w="4049" h="1245">
                <a:moveTo>
                  <a:pt x="0" y="0"/>
                </a:moveTo>
                <a:lnTo>
                  <a:pt x="4049" y="0"/>
                </a:lnTo>
                <a:lnTo>
                  <a:pt x="404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56840" y="2152440"/>
            <a:ext cx="1153080" cy="19440"/>
          </a:xfrm>
          <a:custGeom>
            <a:avLst/>
            <a:gdLst/>
            <a:ahLst/>
            <a:rect l="0" t="0" r="r" b="b"/>
            <a:pathLst>
              <a:path w="3203" h="54">
                <a:moveTo>
                  <a:pt x="0" y="0"/>
                </a:moveTo>
                <a:lnTo>
                  <a:pt x="3203" y="0"/>
                </a:lnTo>
                <a:lnTo>
                  <a:pt x="32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09560" y="215244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38240" y="2152440"/>
            <a:ext cx="1457640" cy="19440"/>
          </a:xfrm>
          <a:custGeom>
            <a:avLst/>
            <a:gdLst/>
            <a:ahLst/>
            <a:rect l="0" t="0" r="r" b="b"/>
            <a:pathLst>
              <a:path w="4049" h="54">
                <a:moveTo>
                  <a:pt x="0" y="0"/>
                </a:moveTo>
                <a:lnTo>
                  <a:pt x="4049" y="0"/>
                </a:lnTo>
                <a:lnTo>
                  <a:pt x="404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246672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09560" y="246672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38240" y="246672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76192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09560" y="276192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38240" y="276192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306684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09560" y="306684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38240" y="306684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514680"/>
            <a:ext cx="38520" cy="524160"/>
          </a:xfrm>
          <a:custGeom>
            <a:avLst/>
            <a:gdLst/>
            <a:ahLst/>
            <a:rect l="0" t="0" r="r" b="b"/>
            <a:pathLst>
              <a:path w="107" h="1456">
                <a:moveTo>
                  <a:pt x="0" y="0"/>
                </a:moveTo>
                <a:lnTo>
                  <a:pt x="107" y="0"/>
                </a:lnTo>
                <a:lnTo>
                  <a:pt x="107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57200" y="1446120"/>
            <a:ext cx="274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Niet wie het maakte, maar via wie het loopt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63760" y="17935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 REGIE BIJ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563760" y="1946160"/>
            <a:ext cx="19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1716120" y="186984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2941920" y="179352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2941920" y="194616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63760" y="2254680"/>
            <a:ext cx="36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716120" y="225468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2941920" y="225468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549880"/>
            <a:ext cx="749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16120" y="254988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2941920" y="254988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854800"/>
            <a:ext cx="515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16120" y="285480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2941920" y="285480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31273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457200" y="32796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531240"/>
            <a:ext cx="201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Het kantelt, en ik stuur daarop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731040"/>
            <a:ext cx="408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Van de zes nieuwe issues sinds 1 september komt er geen enkele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4533840" y="1714320"/>
            <a:ext cx="38160" cy="2324520"/>
          </a:xfrm>
          <a:custGeom>
            <a:avLst/>
            <a:gdLst/>
            <a:ahLst/>
            <a:rect l="0" t="0" r="r" b="b"/>
            <a:pathLst>
              <a:path w="106" h="6457">
                <a:moveTo>
                  <a:pt x="0" y="0"/>
                </a:moveTo>
                <a:lnTo>
                  <a:pt x="106" y="0"/>
                </a:lnTo>
                <a:lnTo>
                  <a:pt x="106" y="6457"/>
                </a:lnTo>
                <a:lnTo>
                  <a:pt x="0" y="645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3893040"/>
            <a:ext cx="214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686120" y="2342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4696560" y="1911960"/>
            <a:ext cx="1177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a8481f"/>
                </a:solidFill>
                <a:latin typeface="Arial"/>
                <a:ea typeface="Arial"/>
              </a:rPr>
              <a:t>Wat dit signaleert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878720" y="2289240"/>
            <a:ext cx="357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publiek gedragen oplossing heeft nu nog geen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686120" y="28857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878720" y="2536920"/>
            <a:ext cx="125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publiek draagvlak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832120"/>
            <a:ext cx="392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drempel om aan te haken blijft hoog zolang alles via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34383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3089160"/>
            <a:ext cx="1024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punt loopt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3384720"/>
            <a:ext cx="403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Alles tegelijk in beheer en in aanbouw houden loopt leeg,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3641760"/>
            <a:ext cx="72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ook bij mij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57200" y="4183560"/>
            <a:ext cx="7148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Als ik regie voer op alle bronbestanden en wijzigingen, hoe worden anderen dan eigenaar van de oplossing?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5" name=""/>
          <p:cNvSpPr txBox="1"/>
          <p:nvPr/>
        </p:nvSpPr>
        <p:spPr>
          <a:xfrm>
            <a:off x="439920" y="92952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447480" y="19522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457200" y="149184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447480" y="2257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39360" y="1898640"/>
            <a:ext cx="48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Als ik alles own, hoe worden anderen dan eigenaar van de oplossing?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447480" y="2552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639360" y="220356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447480" y="2847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639360" y="249876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3143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639360" y="279396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34477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308916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374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339408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39360" y="368928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457200" y="414000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