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2595600" y="2759040"/>
            <a:ext cx="47235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help ons focus aan te brengen. Wat denk jij?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3675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Politieagent spelen: achter werk aan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5677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84400" y="1714680"/>
            <a:ext cx="387360" cy="255960"/>
          </a:xfrm>
          <a:custGeom>
            <a:avLst/>
            <a:gdLst/>
            <a:ahLst/>
            <a:rect l="0" t="0" r="r" b="b"/>
            <a:pathLst>
              <a:path fill="none" w="1076" h="711">
                <a:moveTo>
                  <a:pt x="0" y="711"/>
                </a:moveTo>
                <a:lnTo>
                  <a:pt x="145" y="591"/>
                </a:lnTo>
                <a:cubicBezTo>
                  <a:pt x="289" y="470"/>
                  <a:pt x="580" y="230"/>
                  <a:pt x="759" y="112"/>
                </a:cubicBezTo>
                <a:cubicBezTo>
                  <a:pt x="938" y="-6"/>
                  <a:pt x="1007" y="-1"/>
                  <a:pt x="1041" y="1"/>
                </a:cubicBezTo>
                <a:lnTo>
                  <a:pt x="107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7006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5" y="0"/>
                </a:moveTo>
                <a:lnTo>
                  <a:pt x="82" y="45"/>
                </a:lnTo>
                <a:lnTo>
                  <a:pt x="0" y="80"/>
                </a:lnTo>
                <a:lnTo>
                  <a:pt x="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98480"/>
            <a:ext cx="34200" cy="33120"/>
          </a:xfrm>
          <a:custGeom>
            <a:avLst/>
            <a:gdLst/>
            <a:ahLst/>
            <a:rect l="0" t="0" r="r" b="b"/>
            <a:pathLst>
              <a:path w="95" h="92">
                <a:moveTo>
                  <a:pt x="18" y="7"/>
                </a:moveTo>
                <a:lnTo>
                  <a:pt x="25" y="11"/>
                </a:lnTo>
                <a:lnTo>
                  <a:pt x="21" y="18"/>
                </a:lnTo>
                <a:lnTo>
                  <a:pt x="14" y="14"/>
                </a:lnTo>
                <a:lnTo>
                  <a:pt x="18" y="7"/>
                </a:lnTo>
                <a:moveTo>
                  <a:pt x="25" y="11"/>
                </a:moveTo>
                <a:lnTo>
                  <a:pt x="32" y="15"/>
                </a:lnTo>
                <a:lnTo>
                  <a:pt x="28" y="22"/>
                </a:lnTo>
                <a:lnTo>
                  <a:pt x="21" y="18"/>
                </a:lnTo>
                <a:lnTo>
                  <a:pt x="25" y="11"/>
                </a:lnTo>
                <a:moveTo>
                  <a:pt x="32" y="15"/>
                </a:moveTo>
                <a:lnTo>
                  <a:pt x="38" y="19"/>
                </a:lnTo>
                <a:lnTo>
                  <a:pt x="34" y="26"/>
                </a:lnTo>
                <a:lnTo>
                  <a:pt x="28" y="22"/>
                </a:lnTo>
                <a:lnTo>
                  <a:pt x="32" y="15"/>
                </a:lnTo>
                <a:moveTo>
                  <a:pt x="38" y="19"/>
                </a:moveTo>
                <a:lnTo>
                  <a:pt x="45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5" y="23"/>
                </a:moveTo>
                <a:lnTo>
                  <a:pt x="53" y="27"/>
                </a:lnTo>
                <a:lnTo>
                  <a:pt x="48" y="34"/>
                </a:lnTo>
                <a:lnTo>
                  <a:pt x="41" y="30"/>
                </a:lnTo>
                <a:lnTo>
                  <a:pt x="45" y="23"/>
                </a:lnTo>
                <a:moveTo>
                  <a:pt x="53" y="27"/>
                </a:moveTo>
                <a:lnTo>
                  <a:pt x="60" y="31"/>
                </a:lnTo>
                <a:lnTo>
                  <a:pt x="56" y="38"/>
                </a:lnTo>
                <a:lnTo>
                  <a:pt x="48" y="34"/>
                </a:lnTo>
                <a:lnTo>
                  <a:pt x="53" y="27"/>
                </a:lnTo>
                <a:moveTo>
                  <a:pt x="60" y="31"/>
                </a:moveTo>
                <a:lnTo>
                  <a:pt x="67" y="35"/>
                </a:lnTo>
                <a:lnTo>
                  <a:pt x="63" y="42"/>
                </a:lnTo>
                <a:lnTo>
                  <a:pt x="56" y="38"/>
                </a:lnTo>
                <a:lnTo>
                  <a:pt x="60" y="31"/>
                </a:lnTo>
                <a:moveTo>
                  <a:pt x="67" y="35"/>
                </a:moveTo>
                <a:lnTo>
                  <a:pt x="73" y="39"/>
                </a:lnTo>
                <a:lnTo>
                  <a:pt x="70" y="46"/>
                </a:lnTo>
                <a:lnTo>
                  <a:pt x="63" y="42"/>
                </a:lnTo>
                <a:lnTo>
                  <a:pt x="67" y="35"/>
                </a:lnTo>
                <a:moveTo>
                  <a:pt x="73" y="39"/>
                </a:moveTo>
                <a:lnTo>
                  <a:pt x="80" y="43"/>
                </a:lnTo>
                <a:lnTo>
                  <a:pt x="76" y="50"/>
                </a:lnTo>
                <a:lnTo>
                  <a:pt x="70" y="46"/>
                </a:lnTo>
                <a:lnTo>
                  <a:pt x="73" y="39"/>
                </a:lnTo>
                <a:moveTo>
                  <a:pt x="80" y="43"/>
                </a:moveTo>
                <a:lnTo>
                  <a:pt x="87" y="47"/>
                </a:lnTo>
                <a:lnTo>
                  <a:pt x="83" y="54"/>
                </a:lnTo>
                <a:lnTo>
                  <a:pt x="76" y="50"/>
                </a:lnTo>
                <a:lnTo>
                  <a:pt x="80" y="43"/>
                </a:lnTo>
                <a:moveTo>
                  <a:pt x="87" y="47"/>
                </a:moveTo>
                <a:lnTo>
                  <a:pt x="95" y="51"/>
                </a:lnTo>
                <a:lnTo>
                  <a:pt x="82" y="57"/>
                </a:lnTo>
                <a:lnTo>
                  <a:pt x="79" y="50"/>
                </a:lnTo>
                <a:lnTo>
                  <a:pt x="85" y="47"/>
                </a:lnTo>
                <a:lnTo>
                  <a:pt x="86" y="51"/>
                </a:lnTo>
                <a:lnTo>
                  <a:pt x="84" y="54"/>
                </a:lnTo>
                <a:lnTo>
                  <a:pt x="83" y="54"/>
                </a:lnTo>
                <a:lnTo>
                  <a:pt x="87" y="47"/>
                </a:lnTo>
                <a:moveTo>
                  <a:pt x="82" y="57"/>
                </a:moveTo>
                <a:lnTo>
                  <a:pt x="75" y="61"/>
                </a:lnTo>
                <a:lnTo>
                  <a:pt x="72" y="53"/>
                </a:lnTo>
                <a:lnTo>
                  <a:pt x="79" y="50"/>
                </a:lnTo>
                <a:lnTo>
                  <a:pt x="82" y="57"/>
                </a:lnTo>
                <a:moveTo>
                  <a:pt x="75" y="61"/>
                </a:moveTo>
                <a:lnTo>
                  <a:pt x="67" y="64"/>
                </a:lnTo>
                <a:lnTo>
                  <a:pt x="64" y="56"/>
                </a:lnTo>
                <a:lnTo>
                  <a:pt x="72" y="53"/>
                </a:lnTo>
                <a:lnTo>
                  <a:pt x="75" y="61"/>
                </a:lnTo>
                <a:moveTo>
                  <a:pt x="67" y="64"/>
                </a:moveTo>
                <a:lnTo>
                  <a:pt x="60" y="67"/>
                </a:lnTo>
                <a:lnTo>
                  <a:pt x="57" y="59"/>
                </a:lnTo>
                <a:lnTo>
                  <a:pt x="64" y="56"/>
                </a:lnTo>
                <a:lnTo>
                  <a:pt x="67" y="64"/>
                </a:lnTo>
                <a:moveTo>
                  <a:pt x="60" y="67"/>
                </a:moveTo>
                <a:lnTo>
                  <a:pt x="53" y="70"/>
                </a:lnTo>
                <a:lnTo>
                  <a:pt x="49" y="63"/>
                </a:lnTo>
                <a:lnTo>
                  <a:pt x="57" y="59"/>
                </a:lnTo>
                <a:lnTo>
                  <a:pt x="60" y="67"/>
                </a:lnTo>
                <a:moveTo>
                  <a:pt x="53" y="70"/>
                </a:moveTo>
                <a:lnTo>
                  <a:pt x="45" y="73"/>
                </a:lnTo>
                <a:lnTo>
                  <a:pt x="42" y="66"/>
                </a:lnTo>
                <a:lnTo>
                  <a:pt x="49" y="63"/>
                </a:lnTo>
                <a:lnTo>
                  <a:pt x="53" y="70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2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2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3"/>
                </a:lnTo>
                <a:lnTo>
                  <a:pt x="20" y="75"/>
                </a:lnTo>
                <a:lnTo>
                  <a:pt x="27" y="72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2" y="78"/>
                </a:lnTo>
                <a:lnTo>
                  <a:pt x="20" y="75"/>
                </a:lnTo>
                <a:lnTo>
                  <a:pt x="23" y="83"/>
                </a:lnTo>
                <a:moveTo>
                  <a:pt x="16" y="86"/>
                </a:moveTo>
                <a:lnTo>
                  <a:pt x="8" y="89"/>
                </a:lnTo>
                <a:lnTo>
                  <a:pt x="5" y="81"/>
                </a:lnTo>
                <a:lnTo>
                  <a:pt x="12" y="78"/>
                </a:lnTo>
                <a:lnTo>
                  <a:pt x="16" y="86"/>
                </a:lnTo>
                <a:moveTo>
                  <a:pt x="8" y="89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3" y="83"/>
                </a:lnTo>
                <a:lnTo>
                  <a:pt x="5" y="81"/>
                </a:lnTo>
                <a:lnTo>
                  <a:pt x="8" y="89"/>
                </a:lnTo>
                <a:moveTo>
                  <a:pt x="0" y="81"/>
                </a:moveTo>
                <a:lnTo>
                  <a:pt x="1" y="73"/>
                </a:lnTo>
                <a:lnTo>
                  <a:pt x="9" y="74"/>
                </a:lnTo>
                <a:lnTo>
                  <a:pt x="8" y="81"/>
                </a:lnTo>
                <a:lnTo>
                  <a:pt x="0" y="81"/>
                </a:lnTo>
                <a:moveTo>
                  <a:pt x="1" y="73"/>
                </a:moveTo>
                <a:lnTo>
                  <a:pt x="2" y="65"/>
                </a:lnTo>
                <a:lnTo>
                  <a:pt x="9" y="66"/>
                </a:lnTo>
                <a:lnTo>
                  <a:pt x="9" y="74"/>
                </a:lnTo>
                <a:lnTo>
                  <a:pt x="1" y="73"/>
                </a:lnTo>
                <a:moveTo>
                  <a:pt x="2" y="65"/>
                </a:moveTo>
                <a:lnTo>
                  <a:pt x="2" y="56"/>
                </a:lnTo>
                <a:lnTo>
                  <a:pt x="10" y="57"/>
                </a:lnTo>
                <a:lnTo>
                  <a:pt x="9" y="66"/>
                </a:lnTo>
                <a:lnTo>
                  <a:pt x="2" y="65"/>
                </a:lnTo>
                <a:moveTo>
                  <a:pt x="2" y="56"/>
                </a:moveTo>
                <a:lnTo>
                  <a:pt x="3" y="48"/>
                </a:lnTo>
                <a:lnTo>
                  <a:pt x="10" y="49"/>
                </a:lnTo>
                <a:lnTo>
                  <a:pt x="10" y="57"/>
                </a:lnTo>
                <a:lnTo>
                  <a:pt x="2" y="56"/>
                </a:lnTo>
                <a:moveTo>
                  <a:pt x="3" y="48"/>
                </a:moveTo>
                <a:lnTo>
                  <a:pt x="3" y="41"/>
                </a:lnTo>
                <a:lnTo>
                  <a:pt x="11" y="41"/>
                </a:lnTo>
                <a:lnTo>
                  <a:pt x="10" y="49"/>
                </a:lnTo>
                <a:lnTo>
                  <a:pt x="3" y="48"/>
                </a:lnTo>
                <a:moveTo>
                  <a:pt x="3" y="41"/>
                </a:moveTo>
                <a:lnTo>
                  <a:pt x="4" y="33"/>
                </a:lnTo>
                <a:lnTo>
                  <a:pt x="11" y="33"/>
                </a:lnTo>
                <a:lnTo>
                  <a:pt x="11" y="41"/>
                </a:lnTo>
                <a:lnTo>
                  <a:pt x="3" y="41"/>
                </a:lnTo>
                <a:moveTo>
                  <a:pt x="4" y="33"/>
                </a:moveTo>
                <a:lnTo>
                  <a:pt x="4" y="25"/>
                </a:lnTo>
                <a:lnTo>
                  <a:pt x="12" y="25"/>
                </a:lnTo>
                <a:lnTo>
                  <a:pt x="11" y="33"/>
                </a:lnTo>
                <a:lnTo>
                  <a:pt x="4" y="33"/>
                </a:lnTo>
                <a:moveTo>
                  <a:pt x="4" y="25"/>
                </a:moveTo>
                <a:lnTo>
                  <a:pt x="5" y="17"/>
                </a:lnTo>
                <a:lnTo>
                  <a:pt x="12" y="17"/>
                </a:lnTo>
                <a:lnTo>
                  <a:pt x="12" y="25"/>
                </a:lnTo>
                <a:lnTo>
                  <a:pt x="4" y="25"/>
                </a:lnTo>
                <a:moveTo>
                  <a:pt x="5" y="17"/>
                </a:moveTo>
                <a:lnTo>
                  <a:pt x="5" y="9"/>
                </a:lnTo>
                <a:lnTo>
                  <a:pt x="13" y="10"/>
                </a:lnTo>
                <a:lnTo>
                  <a:pt x="12" y="17"/>
                </a:lnTo>
                <a:lnTo>
                  <a:pt x="5" y="17"/>
                </a:lnTo>
                <a:moveTo>
                  <a:pt x="5" y="9"/>
                </a:moveTo>
                <a:lnTo>
                  <a:pt x="6" y="0"/>
                </a:lnTo>
                <a:lnTo>
                  <a:pt x="18" y="7"/>
                </a:lnTo>
                <a:lnTo>
                  <a:pt x="14" y="14"/>
                </a:lnTo>
                <a:lnTo>
                  <a:pt x="7" y="10"/>
                </a:lnTo>
                <a:lnTo>
                  <a:pt x="9" y="6"/>
                </a:lnTo>
                <a:lnTo>
                  <a:pt x="13" y="7"/>
                </a:lnTo>
                <a:lnTo>
                  <a:pt x="13" y="10"/>
                </a:lnTo>
                <a:lnTo>
                  <a:pt x="5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35600" y="2364120"/>
            <a:ext cx="236160" cy="82080"/>
          </a:xfrm>
          <a:custGeom>
            <a:avLst/>
            <a:gdLst/>
            <a:ahLst/>
            <a:rect l="0" t="0" r="r" b="b"/>
            <a:pathLst>
              <a:path fill="none" w="656" h="228">
                <a:moveTo>
                  <a:pt x="0" y="0"/>
                </a:moveTo>
                <a:lnTo>
                  <a:pt x="75" y="38"/>
                </a:lnTo>
                <a:cubicBezTo>
                  <a:pt x="149" y="75"/>
                  <a:pt x="299" y="152"/>
                  <a:pt x="408" y="190"/>
                </a:cubicBezTo>
                <a:cubicBezTo>
                  <a:pt x="517" y="228"/>
                  <a:pt x="587" y="228"/>
                  <a:pt x="621" y="228"/>
                </a:cubicBezTo>
                <a:lnTo>
                  <a:pt x="656" y="22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000" y="243144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4292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1" y="24"/>
                </a:lnTo>
                <a:lnTo>
                  <a:pt x="24" y="20"/>
                </a:lnTo>
                <a:lnTo>
                  <a:pt x="27" y="13"/>
                </a:lnTo>
                <a:moveTo>
                  <a:pt x="34" y="17"/>
                </a:moveTo>
                <a:lnTo>
                  <a:pt x="42" y="20"/>
                </a:lnTo>
                <a:lnTo>
                  <a:pt x="38" y="27"/>
                </a:lnTo>
                <a:lnTo>
                  <a:pt x="31" y="24"/>
                </a:lnTo>
                <a:lnTo>
                  <a:pt x="34" y="17"/>
                </a:lnTo>
                <a:moveTo>
                  <a:pt x="42" y="20"/>
                </a:moveTo>
                <a:lnTo>
                  <a:pt x="49" y="24"/>
                </a:lnTo>
                <a:lnTo>
                  <a:pt x="45" y="31"/>
                </a:lnTo>
                <a:lnTo>
                  <a:pt x="38" y="27"/>
                </a:lnTo>
                <a:lnTo>
                  <a:pt x="42" y="20"/>
                </a:lnTo>
                <a:moveTo>
                  <a:pt x="49" y="24"/>
                </a:moveTo>
                <a:lnTo>
                  <a:pt x="56" y="27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7"/>
                </a:moveTo>
                <a:lnTo>
                  <a:pt x="63" y="31"/>
                </a:lnTo>
                <a:lnTo>
                  <a:pt x="59" y="39"/>
                </a:lnTo>
                <a:lnTo>
                  <a:pt x="52" y="35"/>
                </a:lnTo>
                <a:lnTo>
                  <a:pt x="56" y="27"/>
                </a:lnTo>
                <a:moveTo>
                  <a:pt x="63" y="31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1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0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7"/>
                </a:lnTo>
                <a:lnTo>
                  <a:pt x="79" y="53"/>
                </a:lnTo>
                <a:lnTo>
                  <a:pt x="76" y="46"/>
                </a:lnTo>
                <a:lnTo>
                  <a:pt x="82" y="43"/>
                </a:lnTo>
                <a:lnTo>
                  <a:pt x="83" y="47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3"/>
                </a:moveTo>
                <a:lnTo>
                  <a:pt x="72" y="57"/>
                </a:lnTo>
                <a:lnTo>
                  <a:pt x="69" y="49"/>
                </a:lnTo>
                <a:lnTo>
                  <a:pt x="76" y="46"/>
                </a:lnTo>
                <a:lnTo>
                  <a:pt x="79" y="53"/>
                </a:lnTo>
                <a:moveTo>
                  <a:pt x="72" y="57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7"/>
                </a:lnTo>
                <a:moveTo>
                  <a:pt x="65" y="60"/>
                </a:moveTo>
                <a:lnTo>
                  <a:pt x="58" y="64"/>
                </a:lnTo>
                <a:lnTo>
                  <a:pt x="55" y="57"/>
                </a:lnTo>
                <a:lnTo>
                  <a:pt x="62" y="53"/>
                </a:lnTo>
                <a:lnTo>
                  <a:pt x="65" y="60"/>
                </a:lnTo>
                <a:moveTo>
                  <a:pt x="58" y="64"/>
                </a:moveTo>
                <a:lnTo>
                  <a:pt x="51" y="67"/>
                </a:lnTo>
                <a:lnTo>
                  <a:pt x="48" y="60"/>
                </a:lnTo>
                <a:lnTo>
                  <a:pt x="55" y="57"/>
                </a:lnTo>
                <a:lnTo>
                  <a:pt x="58" y="64"/>
                </a:lnTo>
                <a:moveTo>
                  <a:pt x="51" y="67"/>
                </a:moveTo>
                <a:lnTo>
                  <a:pt x="44" y="71"/>
                </a:lnTo>
                <a:lnTo>
                  <a:pt x="41" y="64"/>
                </a:lnTo>
                <a:lnTo>
                  <a:pt x="48" y="60"/>
                </a:lnTo>
                <a:lnTo>
                  <a:pt x="51" y="67"/>
                </a:lnTo>
                <a:moveTo>
                  <a:pt x="44" y="71"/>
                </a:moveTo>
                <a:lnTo>
                  <a:pt x="37" y="74"/>
                </a:lnTo>
                <a:lnTo>
                  <a:pt x="33" y="67"/>
                </a:lnTo>
                <a:lnTo>
                  <a:pt x="41" y="64"/>
                </a:lnTo>
                <a:lnTo>
                  <a:pt x="44" y="71"/>
                </a:lnTo>
                <a:moveTo>
                  <a:pt x="37" y="74"/>
                </a:moveTo>
                <a:lnTo>
                  <a:pt x="30" y="78"/>
                </a:lnTo>
                <a:lnTo>
                  <a:pt x="26" y="71"/>
                </a:lnTo>
                <a:lnTo>
                  <a:pt x="33" y="67"/>
                </a:lnTo>
                <a:lnTo>
                  <a:pt x="37" y="74"/>
                </a:lnTo>
                <a:moveTo>
                  <a:pt x="30" y="78"/>
                </a:moveTo>
                <a:lnTo>
                  <a:pt x="23" y="81"/>
                </a:lnTo>
                <a:lnTo>
                  <a:pt x="19" y="74"/>
                </a:lnTo>
                <a:lnTo>
                  <a:pt x="26" y="71"/>
                </a:lnTo>
                <a:lnTo>
                  <a:pt x="30" y="78"/>
                </a:lnTo>
                <a:moveTo>
                  <a:pt x="23" y="81"/>
                </a:moveTo>
                <a:lnTo>
                  <a:pt x="16" y="85"/>
                </a:lnTo>
                <a:lnTo>
                  <a:pt x="12" y="78"/>
                </a:lnTo>
                <a:lnTo>
                  <a:pt x="19" y="74"/>
                </a:lnTo>
                <a:lnTo>
                  <a:pt x="23" y="81"/>
                </a:lnTo>
                <a:moveTo>
                  <a:pt x="16" y="85"/>
                </a:moveTo>
                <a:lnTo>
                  <a:pt x="9" y="88"/>
                </a:lnTo>
                <a:lnTo>
                  <a:pt x="5" y="81"/>
                </a:lnTo>
                <a:lnTo>
                  <a:pt x="12" y="78"/>
                </a:lnTo>
                <a:lnTo>
                  <a:pt x="16" y="85"/>
                </a:lnTo>
                <a:moveTo>
                  <a:pt x="9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3" y="83"/>
                </a:lnTo>
                <a:lnTo>
                  <a:pt x="5" y="81"/>
                </a:lnTo>
                <a:lnTo>
                  <a:pt x="9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2"/>
                </a:lnTo>
                <a:lnTo>
                  <a:pt x="8" y="42"/>
                </a:lnTo>
                <a:lnTo>
                  <a:pt x="8" y="49"/>
                </a:lnTo>
                <a:lnTo>
                  <a:pt x="0" y="49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5"/>
                </a:lnTo>
                <a:lnTo>
                  <a:pt x="8" y="25"/>
                </a:lnTo>
                <a:lnTo>
                  <a:pt x="8" y="34"/>
                </a:lnTo>
                <a:lnTo>
                  <a:pt x="0" y="34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41200" y="1993680"/>
            <a:ext cx="524880" cy="548280"/>
          </a:xfrm>
          <a:custGeom>
            <a:avLst/>
            <a:gdLst/>
            <a:ahLst/>
            <a:rect l="0" t="0" r="r" b="b"/>
            <a:pathLst>
              <a:path fill="none" w="1458" h="1523">
                <a:moveTo>
                  <a:pt x="0" y="1523"/>
                </a:moveTo>
                <a:lnTo>
                  <a:pt x="165" y="1320"/>
                </a:lnTo>
                <a:cubicBezTo>
                  <a:pt x="329" y="1116"/>
                  <a:pt x="660" y="710"/>
                  <a:pt x="902" y="457"/>
                </a:cubicBezTo>
                <a:cubicBezTo>
                  <a:pt x="1145" y="203"/>
                  <a:pt x="1301" y="102"/>
                  <a:pt x="1379" y="51"/>
                </a:cubicBezTo>
                <a:lnTo>
                  <a:pt x="145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8612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10"/>
                </a:moveTo>
                <a:lnTo>
                  <a:pt x="89" y="0"/>
                </a:lnTo>
                <a:lnTo>
                  <a:pt x="43" y="77"/>
                </a:lnTo>
                <a:lnTo>
                  <a:pt x="0" y="1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400" y="1984320"/>
            <a:ext cx="37080" cy="32040"/>
          </a:xfrm>
          <a:custGeom>
            <a:avLst/>
            <a:gdLst/>
            <a:ahLst/>
            <a:rect l="0" t="0" r="r" b="b"/>
            <a:pathLst>
              <a:path w="103" h="89">
                <a:moveTo>
                  <a:pt x="14" y="10"/>
                </a:moveTo>
                <a:lnTo>
                  <a:pt x="22" y="9"/>
                </a:lnTo>
                <a:lnTo>
                  <a:pt x="23" y="17"/>
                </a:lnTo>
                <a:lnTo>
                  <a:pt x="15" y="18"/>
                </a:lnTo>
                <a:lnTo>
                  <a:pt x="14" y="10"/>
                </a:lnTo>
                <a:moveTo>
                  <a:pt x="22" y="9"/>
                </a:moveTo>
                <a:lnTo>
                  <a:pt x="30" y="8"/>
                </a:lnTo>
                <a:lnTo>
                  <a:pt x="32" y="16"/>
                </a:lnTo>
                <a:lnTo>
                  <a:pt x="23" y="17"/>
                </a:lnTo>
                <a:lnTo>
                  <a:pt x="22" y="9"/>
                </a:lnTo>
                <a:moveTo>
                  <a:pt x="30" y="8"/>
                </a:moveTo>
                <a:lnTo>
                  <a:pt x="39" y="7"/>
                </a:lnTo>
                <a:lnTo>
                  <a:pt x="40" y="15"/>
                </a:lnTo>
                <a:lnTo>
                  <a:pt x="32" y="16"/>
                </a:lnTo>
                <a:lnTo>
                  <a:pt x="30" y="8"/>
                </a:lnTo>
                <a:moveTo>
                  <a:pt x="39" y="7"/>
                </a:moveTo>
                <a:lnTo>
                  <a:pt x="47" y="7"/>
                </a:lnTo>
                <a:lnTo>
                  <a:pt x="48" y="14"/>
                </a:lnTo>
                <a:lnTo>
                  <a:pt x="40" y="15"/>
                </a:lnTo>
                <a:lnTo>
                  <a:pt x="39" y="7"/>
                </a:lnTo>
                <a:moveTo>
                  <a:pt x="47" y="7"/>
                </a:moveTo>
                <a:lnTo>
                  <a:pt x="55" y="6"/>
                </a:lnTo>
                <a:lnTo>
                  <a:pt x="55" y="13"/>
                </a:lnTo>
                <a:lnTo>
                  <a:pt x="48" y="14"/>
                </a:lnTo>
                <a:lnTo>
                  <a:pt x="47" y="7"/>
                </a:lnTo>
                <a:moveTo>
                  <a:pt x="55" y="6"/>
                </a:moveTo>
                <a:lnTo>
                  <a:pt x="62" y="5"/>
                </a:lnTo>
                <a:lnTo>
                  <a:pt x="63" y="13"/>
                </a:lnTo>
                <a:lnTo>
                  <a:pt x="55" y="13"/>
                </a:lnTo>
                <a:lnTo>
                  <a:pt x="55" y="6"/>
                </a:lnTo>
                <a:moveTo>
                  <a:pt x="62" y="5"/>
                </a:moveTo>
                <a:lnTo>
                  <a:pt x="70" y="4"/>
                </a:lnTo>
                <a:lnTo>
                  <a:pt x="71" y="12"/>
                </a:lnTo>
                <a:lnTo>
                  <a:pt x="63" y="13"/>
                </a:lnTo>
                <a:lnTo>
                  <a:pt x="62" y="5"/>
                </a:lnTo>
                <a:moveTo>
                  <a:pt x="70" y="4"/>
                </a:moveTo>
                <a:lnTo>
                  <a:pt x="78" y="3"/>
                </a:lnTo>
                <a:lnTo>
                  <a:pt x="79" y="11"/>
                </a:lnTo>
                <a:lnTo>
                  <a:pt x="71" y="12"/>
                </a:lnTo>
                <a:lnTo>
                  <a:pt x="70" y="4"/>
                </a:lnTo>
                <a:moveTo>
                  <a:pt x="78" y="3"/>
                </a:moveTo>
                <a:lnTo>
                  <a:pt x="86" y="2"/>
                </a:lnTo>
                <a:lnTo>
                  <a:pt x="87" y="10"/>
                </a:lnTo>
                <a:lnTo>
                  <a:pt x="79" y="11"/>
                </a:lnTo>
                <a:lnTo>
                  <a:pt x="78" y="3"/>
                </a:lnTo>
                <a:moveTo>
                  <a:pt x="86" y="2"/>
                </a:moveTo>
                <a:lnTo>
                  <a:pt x="94" y="1"/>
                </a:lnTo>
                <a:lnTo>
                  <a:pt x="95" y="9"/>
                </a:lnTo>
                <a:lnTo>
                  <a:pt x="87" y="10"/>
                </a:lnTo>
                <a:lnTo>
                  <a:pt x="86" y="2"/>
                </a:lnTo>
                <a:moveTo>
                  <a:pt x="94" y="1"/>
                </a:moveTo>
                <a:lnTo>
                  <a:pt x="103" y="0"/>
                </a:lnTo>
                <a:lnTo>
                  <a:pt x="96" y="13"/>
                </a:lnTo>
                <a:lnTo>
                  <a:pt x="89" y="9"/>
                </a:lnTo>
                <a:lnTo>
                  <a:pt x="92" y="3"/>
                </a:lnTo>
                <a:lnTo>
                  <a:pt x="96" y="5"/>
                </a:lnTo>
                <a:lnTo>
                  <a:pt x="96" y="9"/>
                </a:lnTo>
                <a:lnTo>
                  <a:pt x="95" y="9"/>
                </a:lnTo>
                <a:lnTo>
                  <a:pt x="94" y="1"/>
                </a:lnTo>
                <a:moveTo>
                  <a:pt x="96" y="13"/>
                </a:moveTo>
                <a:lnTo>
                  <a:pt x="92" y="19"/>
                </a:lnTo>
                <a:lnTo>
                  <a:pt x="85" y="15"/>
                </a:lnTo>
                <a:lnTo>
                  <a:pt x="89" y="9"/>
                </a:lnTo>
                <a:lnTo>
                  <a:pt x="96" y="13"/>
                </a:lnTo>
                <a:moveTo>
                  <a:pt x="92" y="19"/>
                </a:moveTo>
                <a:lnTo>
                  <a:pt x="88" y="26"/>
                </a:lnTo>
                <a:lnTo>
                  <a:pt x="81" y="22"/>
                </a:lnTo>
                <a:lnTo>
                  <a:pt x="85" y="15"/>
                </a:lnTo>
                <a:lnTo>
                  <a:pt x="92" y="19"/>
                </a:lnTo>
                <a:moveTo>
                  <a:pt x="88" y="26"/>
                </a:moveTo>
                <a:lnTo>
                  <a:pt x="84" y="33"/>
                </a:lnTo>
                <a:lnTo>
                  <a:pt x="77" y="29"/>
                </a:lnTo>
                <a:lnTo>
                  <a:pt x="81" y="22"/>
                </a:lnTo>
                <a:lnTo>
                  <a:pt x="88" y="26"/>
                </a:lnTo>
                <a:moveTo>
                  <a:pt x="84" y="33"/>
                </a:moveTo>
                <a:lnTo>
                  <a:pt x="80" y="40"/>
                </a:lnTo>
                <a:lnTo>
                  <a:pt x="73" y="36"/>
                </a:lnTo>
                <a:lnTo>
                  <a:pt x="77" y="29"/>
                </a:lnTo>
                <a:lnTo>
                  <a:pt x="84" y="33"/>
                </a:lnTo>
                <a:moveTo>
                  <a:pt x="80" y="40"/>
                </a:moveTo>
                <a:lnTo>
                  <a:pt x="76" y="47"/>
                </a:lnTo>
                <a:lnTo>
                  <a:pt x="69" y="43"/>
                </a:lnTo>
                <a:lnTo>
                  <a:pt x="73" y="36"/>
                </a:lnTo>
                <a:lnTo>
                  <a:pt x="80" y="40"/>
                </a:lnTo>
                <a:moveTo>
                  <a:pt x="76" y="47"/>
                </a:moveTo>
                <a:lnTo>
                  <a:pt x="72" y="53"/>
                </a:lnTo>
                <a:lnTo>
                  <a:pt x="65" y="49"/>
                </a:lnTo>
                <a:lnTo>
                  <a:pt x="69" y="43"/>
                </a:lnTo>
                <a:lnTo>
                  <a:pt x="76" y="47"/>
                </a:lnTo>
                <a:moveTo>
                  <a:pt x="72" y="53"/>
                </a:moveTo>
                <a:lnTo>
                  <a:pt x="68" y="60"/>
                </a:lnTo>
                <a:lnTo>
                  <a:pt x="61" y="56"/>
                </a:lnTo>
                <a:lnTo>
                  <a:pt x="65" y="49"/>
                </a:lnTo>
                <a:lnTo>
                  <a:pt x="72" y="53"/>
                </a:lnTo>
                <a:moveTo>
                  <a:pt x="68" y="60"/>
                </a:moveTo>
                <a:lnTo>
                  <a:pt x="64" y="67"/>
                </a:lnTo>
                <a:lnTo>
                  <a:pt x="57" y="63"/>
                </a:lnTo>
                <a:lnTo>
                  <a:pt x="61" y="56"/>
                </a:lnTo>
                <a:lnTo>
                  <a:pt x="68" y="60"/>
                </a:lnTo>
                <a:moveTo>
                  <a:pt x="64" y="67"/>
                </a:moveTo>
                <a:lnTo>
                  <a:pt x="60" y="74"/>
                </a:lnTo>
                <a:lnTo>
                  <a:pt x="53" y="70"/>
                </a:lnTo>
                <a:lnTo>
                  <a:pt x="57" y="63"/>
                </a:lnTo>
                <a:lnTo>
                  <a:pt x="64" y="67"/>
                </a:lnTo>
                <a:moveTo>
                  <a:pt x="60" y="74"/>
                </a:moveTo>
                <a:lnTo>
                  <a:pt x="56" y="82"/>
                </a:lnTo>
                <a:lnTo>
                  <a:pt x="49" y="78"/>
                </a:lnTo>
                <a:lnTo>
                  <a:pt x="53" y="70"/>
                </a:lnTo>
                <a:lnTo>
                  <a:pt x="60" y="74"/>
                </a:lnTo>
                <a:moveTo>
                  <a:pt x="56" y="82"/>
                </a:moveTo>
                <a:lnTo>
                  <a:pt x="51" y="89"/>
                </a:lnTo>
                <a:lnTo>
                  <a:pt x="45" y="80"/>
                </a:lnTo>
                <a:lnTo>
                  <a:pt x="51" y="75"/>
                </a:lnTo>
                <a:lnTo>
                  <a:pt x="54" y="80"/>
                </a:lnTo>
                <a:lnTo>
                  <a:pt x="51" y="82"/>
                </a:lnTo>
                <a:lnTo>
                  <a:pt x="47" y="80"/>
                </a:lnTo>
                <a:lnTo>
                  <a:pt x="49" y="78"/>
                </a:lnTo>
                <a:lnTo>
                  <a:pt x="56" y="82"/>
                </a:lnTo>
                <a:moveTo>
                  <a:pt x="45" y="80"/>
                </a:moveTo>
                <a:lnTo>
                  <a:pt x="41" y="72"/>
                </a:lnTo>
                <a:lnTo>
                  <a:pt x="47" y="68"/>
                </a:lnTo>
                <a:lnTo>
                  <a:pt x="51" y="75"/>
                </a:lnTo>
                <a:lnTo>
                  <a:pt x="45" y="80"/>
                </a:lnTo>
                <a:moveTo>
                  <a:pt x="41" y="72"/>
                </a:moveTo>
                <a:lnTo>
                  <a:pt x="36" y="66"/>
                </a:lnTo>
                <a:lnTo>
                  <a:pt x="43" y="61"/>
                </a:lnTo>
                <a:lnTo>
                  <a:pt x="47" y="68"/>
                </a:lnTo>
                <a:lnTo>
                  <a:pt x="41" y="72"/>
                </a:lnTo>
                <a:moveTo>
                  <a:pt x="36" y="66"/>
                </a:moveTo>
                <a:lnTo>
                  <a:pt x="32" y="59"/>
                </a:lnTo>
                <a:lnTo>
                  <a:pt x="39" y="55"/>
                </a:lnTo>
                <a:lnTo>
                  <a:pt x="43" y="61"/>
                </a:lnTo>
                <a:lnTo>
                  <a:pt x="36" y="66"/>
                </a:lnTo>
                <a:moveTo>
                  <a:pt x="32" y="59"/>
                </a:moveTo>
                <a:lnTo>
                  <a:pt x="27" y="52"/>
                </a:lnTo>
                <a:lnTo>
                  <a:pt x="34" y="48"/>
                </a:lnTo>
                <a:lnTo>
                  <a:pt x="39" y="55"/>
                </a:lnTo>
                <a:lnTo>
                  <a:pt x="32" y="59"/>
                </a:lnTo>
                <a:moveTo>
                  <a:pt x="27" y="52"/>
                </a:moveTo>
                <a:lnTo>
                  <a:pt x="22" y="46"/>
                </a:lnTo>
                <a:lnTo>
                  <a:pt x="29" y="42"/>
                </a:lnTo>
                <a:lnTo>
                  <a:pt x="34" y="48"/>
                </a:lnTo>
                <a:lnTo>
                  <a:pt x="27" y="52"/>
                </a:lnTo>
                <a:moveTo>
                  <a:pt x="22" y="46"/>
                </a:moveTo>
                <a:lnTo>
                  <a:pt x="18" y="39"/>
                </a:lnTo>
                <a:lnTo>
                  <a:pt x="25" y="35"/>
                </a:lnTo>
                <a:lnTo>
                  <a:pt x="29" y="42"/>
                </a:lnTo>
                <a:lnTo>
                  <a:pt x="22" y="46"/>
                </a:lnTo>
                <a:moveTo>
                  <a:pt x="18" y="39"/>
                </a:moveTo>
                <a:lnTo>
                  <a:pt x="14" y="33"/>
                </a:lnTo>
                <a:lnTo>
                  <a:pt x="20" y="28"/>
                </a:lnTo>
                <a:lnTo>
                  <a:pt x="25" y="35"/>
                </a:lnTo>
                <a:lnTo>
                  <a:pt x="18" y="39"/>
                </a:lnTo>
                <a:moveTo>
                  <a:pt x="14" y="33"/>
                </a:moveTo>
                <a:lnTo>
                  <a:pt x="10" y="26"/>
                </a:lnTo>
                <a:lnTo>
                  <a:pt x="16" y="22"/>
                </a:lnTo>
                <a:lnTo>
                  <a:pt x="20" y="28"/>
                </a:lnTo>
                <a:lnTo>
                  <a:pt x="14" y="33"/>
                </a:lnTo>
                <a:moveTo>
                  <a:pt x="10" y="26"/>
                </a:moveTo>
                <a:lnTo>
                  <a:pt x="5" y="19"/>
                </a:lnTo>
                <a:lnTo>
                  <a:pt x="12" y="15"/>
                </a:lnTo>
                <a:lnTo>
                  <a:pt x="16" y="22"/>
                </a:lnTo>
                <a:lnTo>
                  <a:pt x="10" y="26"/>
                </a:lnTo>
                <a:moveTo>
                  <a:pt x="5" y="19"/>
                </a:moveTo>
                <a:lnTo>
                  <a:pt x="0" y="12"/>
                </a:lnTo>
                <a:lnTo>
                  <a:pt x="14" y="10"/>
                </a:lnTo>
                <a:lnTo>
                  <a:pt x="15" y="18"/>
                </a:lnTo>
                <a:lnTo>
                  <a:pt x="7" y="19"/>
                </a:lnTo>
                <a:lnTo>
                  <a:pt x="7" y="15"/>
                </a:lnTo>
                <a:lnTo>
                  <a:pt x="10" y="13"/>
                </a:lnTo>
                <a:lnTo>
                  <a:pt x="12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7960" y="2891880"/>
            <a:ext cx="3311640" cy="62280"/>
          </a:xfrm>
          <a:custGeom>
            <a:avLst/>
            <a:gdLst/>
            <a:ahLst/>
            <a:rect l="0" t="0" r="r" b="b"/>
            <a:pathLst>
              <a:path fill="none" w="9199" h="173">
                <a:moveTo>
                  <a:pt x="0" y="0"/>
                </a:moveTo>
                <a:lnTo>
                  <a:pt x="42" y="10"/>
                </a:lnTo>
                <a:cubicBezTo>
                  <a:pt x="83" y="20"/>
                  <a:pt x="165" y="40"/>
                  <a:pt x="460" y="50"/>
                </a:cubicBezTo>
                <a:cubicBezTo>
                  <a:pt x="757" y="59"/>
                  <a:pt x="1267" y="59"/>
                  <a:pt x="1776" y="59"/>
                </a:cubicBezTo>
                <a:cubicBezTo>
                  <a:pt x="2285" y="59"/>
                  <a:pt x="2795" y="59"/>
                  <a:pt x="3268" y="59"/>
                </a:cubicBezTo>
                <a:cubicBezTo>
                  <a:pt x="3742" y="59"/>
                  <a:pt x="4180" y="59"/>
                  <a:pt x="4618" y="59"/>
                </a:cubicBezTo>
                <a:cubicBezTo>
                  <a:pt x="5056" y="59"/>
                  <a:pt x="5494" y="59"/>
                  <a:pt x="5967" y="59"/>
                </a:cubicBezTo>
                <a:cubicBezTo>
                  <a:pt x="6441" y="59"/>
                  <a:pt x="6950" y="59"/>
                  <a:pt x="7460" y="59"/>
                </a:cubicBezTo>
                <a:cubicBezTo>
                  <a:pt x="7969" y="59"/>
                  <a:pt x="8478" y="59"/>
                  <a:pt x="8768" y="78"/>
                </a:cubicBezTo>
                <a:cubicBezTo>
                  <a:pt x="9058" y="97"/>
                  <a:pt x="9129" y="135"/>
                  <a:pt x="9164" y="155"/>
                </a:cubicBezTo>
                <a:lnTo>
                  <a:pt x="9199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93472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1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932200"/>
            <a:ext cx="37440" cy="30240"/>
          </a:xfrm>
          <a:custGeom>
            <a:avLst/>
            <a:gdLst/>
            <a:ahLst/>
            <a:rect l="0" t="0" r="r" b="b"/>
            <a:pathLst>
              <a:path w="104" h="84">
                <a:moveTo>
                  <a:pt x="52" y="11"/>
                </a:moveTo>
                <a:lnTo>
                  <a:pt x="56" y="18"/>
                </a:lnTo>
                <a:lnTo>
                  <a:pt x="50" y="22"/>
                </a:lnTo>
                <a:lnTo>
                  <a:pt x="45" y="16"/>
                </a:lnTo>
                <a:lnTo>
                  <a:pt x="52" y="11"/>
                </a:lnTo>
                <a:moveTo>
                  <a:pt x="56" y="18"/>
                </a:moveTo>
                <a:lnTo>
                  <a:pt x="62" y="24"/>
                </a:lnTo>
                <a:lnTo>
                  <a:pt x="54" y="29"/>
                </a:lnTo>
                <a:lnTo>
                  <a:pt x="50" y="22"/>
                </a:lnTo>
                <a:lnTo>
                  <a:pt x="56" y="18"/>
                </a:lnTo>
                <a:moveTo>
                  <a:pt x="62" y="24"/>
                </a:moveTo>
                <a:lnTo>
                  <a:pt x="66" y="30"/>
                </a:lnTo>
                <a:lnTo>
                  <a:pt x="60" y="36"/>
                </a:lnTo>
                <a:lnTo>
                  <a:pt x="54" y="29"/>
                </a:lnTo>
                <a:lnTo>
                  <a:pt x="62" y="24"/>
                </a:lnTo>
                <a:moveTo>
                  <a:pt x="66" y="30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0"/>
                </a:lnTo>
                <a:moveTo>
                  <a:pt x="71" y="38"/>
                </a:moveTo>
                <a:lnTo>
                  <a:pt x="76" y="44"/>
                </a:lnTo>
                <a:lnTo>
                  <a:pt x="69" y="49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1"/>
                </a:lnTo>
                <a:lnTo>
                  <a:pt x="74" y="55"/>
                </a:lnTo>
                <a:lnTo>
                  <a:pt x="69" y="49"/>
                </a:lnTo>
                <a:lnTo>
                  <a:pt x="76" y="44"/>
                </a:lnTo>
                <a:moveTo>
                  <a:pt x="80" y="51"/>
                </a:moveTo>
                <a:lnTo>
                  <a:pt x="85" y="57"/>
                </a:lnTo>
                <a:lnTo>
                  <a:pt x="78" y="62"/>
                </a:lnTo>
                <a:lnTo>
                  <a:pt x="74" y="55"/>
                </a:lnTo>
                <a:lnTo>
                  <a:pt x="80" y="51"/>
                </a:lnTo>
                <a:moveTo>
                  <a:pt x="85" y="57"/>
                </a:moveTo>
                <a:lnTo>
                  <a:pt x="89" y="64"/>
                </a:lnTo>
                <a:lnTo>
                  <a:pt x="83" y="68"/>
                </a:lnTo>
                <a:lnTo>
                  <a:pt x="78" y="62"/>
                </a:lnTo>
                <a:lnTo>
                  <a:pt x="85" y="57"/>
                </a:lnTo>
                <a:moveTo>
                  <a:pt x="89" y="64"/>
                </a:moveTo>
                <a:lnTo>
                  <a:pt x="94" y="70"/>
                </a:lnTo>
                <a:lnTo>
                  <a:pt x="87" y="75"/>
                </a:lnTo>
                <a:lnTo>
                  <a:pt x="83" y="68"/>
                </a:lnTo>
                <a:lnTo>
                  <a:pt x="89" y="64"/>
                </a:lnTo>
                <a:moveTo>
                  <a:pt x="94" y="70"/>
                </a:moveTo>
                <a:lnTo>
                  <a:pt x="98" y="76"/>
                </a:lnTo>
                <a:lnTo>
                  <a:pt x="92" y="81"/>
                </a:lnTo>
                <a:lnTo>
                  <a:pt x="87" y="75"/>
                </a:lnTo>
                <a:lnTo>
                  <a:pt x="94" y="70"/>
                </a:lnTo>
                <a:moveTo>
                  <a:pt x="98" y="76"/>
                </a:moveTo>
                <a:lnTo>
                  <a:pt x="104" y="84"/>
                </a:lnTo>
                <a:lnTo>
                  <a:pt x="89" y="84"/>
                </a:lnTo>
                <a:lnTo>
                  <a:pt x="90" y="76"/>
                </a:lnTo>
                <a:lnTo>
                  <a:pt x="96" y="76"/>
                </a:lnTo>
                <a:lnTo>
                  <a:pt x="96" y="80"/>
                </a:lnTo>
                <a:lnTo>
                  <a:pt x="93" y="82"/>
                </a:lnTo>
                <a:lnTo>
                  <a:pt x="92" y="81"/>
                </a:lnTo>
                <a:lnTo>
                  <a:pt x="98" y="76"/>
                </a:lnTo>
                <a:moveTo>
                  <a:pt x="89" y="84"/>
                </a:moveTo>
                <a:lnTo>
                  <a:pt x="82" y="83"/>
                </a:lnTo>
                <a:lnTo>
                  <a:pt x="82" y="76"/>
                </a:lnTo>
                <a:lnTo>
                  <a:pt x="90" y="76"/>
                </a:lnTo>
                <a:lnTo>
                  <a:pt x="89" y="84"/>
                </a:lnTo>
                <a:moveTo>
                  <a:pt x="82" y="83"/>
                </a:moveTo>
                <a:lnTo>
                  <a:pt x="74" y="83"/>
                </a:lnTo>
                <a:lnTo>
                  <a:pt x="74" y="75"/>
                </a:lnTo>
                <a:lnTo>
                  <a:pt x="82" y="76"/>
                </a:lnTo>
                <a:lnTo>
                  <a:pt x="82" y="83"/>
                </a:lnTo>
                <a:moveTo>
                  <a:pt x="74" y="83"/>
                </a:moveTo>
                <a:lnTo>
                  <a:pt x="66" y="83"/>
                </a:lnTo>
                <a:lnTo>
                  <a:pt x="66" y="75"/>
                </a:lnTo>
                <a:lnTo>
                  <a:pt x="74" y="75"/>
                </a:lnTo>
                <a:lnTo>
                  <a:pt x="74" y="83"/>
                </a:lnTo>
                <a:moveTo>
                  <a:pt x="66" y="83"/>
                </a:moveTo>
                <a:lnTo>
                  <a:pt x="57" y="83"/>
                </a:lnTo>
                <a:lnTo>
                  <a:pt x="57" y="75"/>
                </a:lnTo>
                <a:lnTo>
                  <a:pt x="66" y="75"/>
                </a:lnTo>
                <a:lnTo>
                  <a:pt x="66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2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2"/>
                </a:lnTo>
                <a:lnTo>
                  <a:pt x="33" y="74"/>
                </a:lnTo>
                <a:lnTo>
                  <a:pt x="41" y="75"/>
                </a:lnTo>
                <a:lnTo>
                  <a:pt x="41" y="82"/>
                </a:lnTo>
                <a:moveTo>
                  <a:pt x="33" y="82"/>
                </a:moveTo>
                <a:lnTo>
                  <a:pt x="25" y="82"/>
                </a:lnTo>
                <a:lnTo>
                  <a:pt x="26" y="74"/>
                </a:lnTo>
                <a:lnTo>
                  <a:pt x="33" y="74"/>
                </a:lnTo>
                <a:lnTo>
                  <a:pt x="33" y="82"/>
                </a:lnTo>
                <a:moveTo>
                  <a:pt x="25" y="82"/>
                </a:moveTo>
                <a:lnTo>
                  <a:pt x="17" y="82"/>
                </a:lnTo>
                <a:lnTo>
                  <a:pt x="18" y="74"/>
                </a:lnTo>
                <a:lnTo>
                  <a:pt x="26" y="74"/>
                </a:lnTo>
                <a:lnTo>
                  <a:pt x="25" y="82"/>
                </a:lnTo>
                <a:moveTo>
                  <a:pt x="17" y="82"/>
                </a:moveTo>
                <a:lnTo>
                  <a:pt x="10" y="82"/>
                </a:lnTo>
                <a:lnTo>
                  <a:pt x="10" y="74"/>
                </a:lnTo>
                <a:lnTo>
                  <a:pt x="18" y="74"/>
                </a:lnTo>
                <a:lnTo>
                  <a:pt x="17" y="82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79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9" y="64"/>
                </a:lnTo>
                <a:lnTo>
                  <a:pt x="16" y="68"/>
                </a:lnTo>
                <a:lnTo>
                  <a:pt x="13" y="75"/>
                </a:lnTo>
                <a:lnTo>
                  <a:pt x="6" y="71"/>
                </a:lnTo>
                <a:moveTo>
                  <a:pt x="9" y="64"/>
                </a:moveTo>
                <a:lnTo>
                  <a:pt x="13" y="57"/>
                </a:lnTo>
                <a:lnTo>
                  <a:pt x="20" y="61"/>
                </a:lnTo>
                <a:lnTo>
                  <a:pt x="16" y="68"/>
                </a:lnTo>
                <a:lnTo>
                  <a:pt x="9" y="64"/>
                </a:lnTo>
                <a:moveTo>
                  <a:pt x="13" y="57"/>
                </a:moveTo>
                <a:lnTo>
                  <a:pt x="17" y="50"/>
                </a:lnTo>
                <a:lnTo>
                  <a:pt x="24" y="54"/>
                </a:lnTo>
                <a:lnTo>
                  <a:pt x="20" y="61"/>
                </a:lnTo>
                <a:lnTo>
                  <a:pt x="13" y="57"/>
                </a:lnTo>
                <a:moveTo>
                  <a:pt x="17" y="50"/>
                </a:moveTo>
                <a:lnTo>
                  <a:pt x="21" y="43"/>
                </a:lnTo>
                <a:lnTo>
                  <a:pt x="28" y="47"/>
                </a:lnTo>
                <a:lnTo>
                  <a:pt x="24" y="54"/>
                </a:lnTo>
                <a:lnTo>
                  <a:pt x="17" y="50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5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8"/>
                </a:lnTo>
                <a:lnTo>
                  <a:pt x="39" y="25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1"/>
                </a:lnTo>
                <a:lnTo>
                  <a:pt x="42" y="18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1"/>
                </a:lnTo>
                <a:lnTo>
                  <a:pt x="45" y="16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120" y="1824120"/>
            <a:ext cx="1109880" cy="15120"/>
          </a:xfrm>
          <a:custGeom>
            <a:avLst/>
            <a:gdLst/>
            <a:ahLst/>
            <a:rect l="0" t="0" r="r" b="b"/>
            <a:pathLst>
              <a:path fill="none" w="3083" h="42">
                <a:moveTo>
                  <a:pt x="0" y="0"/>
                </a:moveTo>
                <a:lnTo>
                  <a:pt x="41" y="6"/>
                </a:lnTo>
                <a:cubicBezTo>
                  <a:pt x="83" y="13"/>
                  <a:pt x="165" y="27"/>
                  <a:pt x="425" y="34"/>
                </a:cubicBezTo>
                <a:cubicBezTo>
                  <a:pt x="685" y="42"/>
                  <a:pt x="1124" y="42"/>
                  <a:pt x="1562" y="42"/>
                </a:cubicBezTo>
                <a:cubicBezTo>
                  <a:pt x="2000" y="42"/>
                  <a:pt x="2438" y="42"/>
                  <a:pt x="2691" y="42"/>
                </a:cubicBezTo>
                <a:cubicBezTo>
                  <a:pt x="2945" y="42"/>
                  <a:pt x="3014" y="42"/>
                  <a:pt x="3048" y="42"/>
                </a:cubicBezTo>
                <a:lnTo>
                  <a:pt x="3083" y="42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603240" y="18244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601800" y="18223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9" y="14"/>
                </a:lnTo>
                <a:lnTo>
                  <a:pt x="13" y="6"/>
                </a:lnTo>
                <a:moveTo>
                  <a:pt x="20" y="10"/>
                </a:moveTo>
                <a:lnTo>
                  <a:pt x="27" y="14"/>
                </a:lnTo>
                <a:lnTo>
                  <a:pt x="24" y="21"/>
                </a:lnTo>
                <a:lnTo>
                  <a:pt x="17" y="17"/>
                </a:lnTo>
                <a:lnTo>
                  <a:pt x="20" y="10"/>
                </a:lnTo>
                <a:moveTo>
                  <a:pt x="27" y="14"/>
                </a:moveTo>
                <a:lnTo>
                  <a:pt x="34" y="17"/>
                </a:lnTo>
                <a:lnTo>
                  <a:pt x="31" y="24"/>
                </a:lnTo>
                <a:lnTo>
                  <a:pt x="24" y="21"/>
                </a:lnTo>
                <a:lnTo>
                  <a:pt x="27" y="14"/>
                </a:lnTo>
                <a:moveTo>
                  <a:pt x="34" y="17"/>
                </a:moveTo>
                <a:lnTo>
                  <a:pt x="41" y="21"/>
                </a:lnTo>
                <a:lnTo>
                  <a:pt x="38" y="28"/>
                </a:lnTo>
                <a:lnTo>
                  <a:pt x="31" y="24"/>
                </a:lnTo>
                <a:lnTo>
                  <a:pt x="34" y="17"/>
                </a:lnTo>
                <a:moveTo>
                  <a:pt x="41" y="21"/>
                </a:moveTo>
                <a:lnTo>
                  <a:pt x="48" y="24"/>
                </a:lnTo>
                <a:lnTo>
                  <a:pt x="45" y="31"/>
                </a:lnTo>
                <a:lnTo>
                  <a:pt x="38" y="28"/>
                </a:lnTo>
                <a:lnTo>
                  <a:pt x="41" y="21"/>
                </a:lnTo>
                <a:moveTo>
                  <a:pt x="48" y="24"/>
                </a:moveTo>
                <a:lnTo>
                  <a:pt x="56" y="28"/>
                </a:lnTo>
                <a:lnTo>
                  <a:pt x="53" y="35"/>
                </a:lnTo>
                <a:lnTo>
                  <a:pt x="45" y="31"/>
                </a:lnTo>
                <a:lnTo>
                  <a:pt x="48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7" y="59"/>
                </a:lnTo>
                <a:lnTo>
                  <a:pt x="55" y="56"/>
                </a:lnTo>
                <a:lnTo>
                  <a:pt x="59" y="63"/>
                </a:lnTo>
                <a:moveTo>
                  <a:pt x="52" y="66"/>
                </a:moveTo>
                <a:lnTo>
                  <a:pt x="44" y="70"/>
                </a:lnTo>
                <a:lnTo>
                  <a:pt x="40" y="63"/>
                </a:lnTo>
                <a:lnTo>
                  <a:pt x="47" y="59"/>
                </a:lnTo>
                <a:lnTo>
                  <a:pt x="52" y="66"/>
                </a:lnTo>
                <a:moveTo>
                  <a:pt x="44" y="70"/>
                </a:moveTo>
                <a:lnTo>
                  <a:pt x="37" y="73"/>
                </a:lnTo>
                <a:lnTo>
                  <a:pt x="33" y="66"/>
                </a:lnTo>
                <a:lnTo>
                  <a:pt x="40" y="63"/>
                </a:lnTo>
                <a:lnTo>
                  <a:pt x="44" y="70"/>
                </a:lnTo>
                <a:moveTo>
                  <a:pt x="37" y="73"/>
                </a:moveTo>
                <a:lnTo>
                  <a:pt x="30" y="77"/>
                </a:lnTo>
                <a:lnTo>
                  <a:pt x="26" y="70"/>
                </a:lnTo>
                <a:lnTo>
                  <a:pt x="33" y="66"/>
                </a:lnTo>
                <a:lnTo>
                  <a:pt x="37" y="73"/>
                </a:lnTo>
                <a:moveTo>
                  <a:pt x="30" y="77"/>
                </a:moveTo>
                <a:lnTo>
                  <a:pt x="23" y="82"/>
                </a:lnTo>
                <a:lnTo>
                  <a:pt x="19" y="73"/>
                </a:lnTo>
                <a:lnTo>
                  <a:pt x="26" y="70"/>
                </a:lnTo>
                <a:lnTo>
                  <a:pt x="30" y="77"/>
                </a:lnTo>
                <a:moveTo>
                  <a:pt x="23" y="82"/>
                </a:moveTo>
                <a:lnTo>
                  <a:pt x="16" y="85"/>
                </a:lnTo>
                <a:lnTo>
                  <a:pt x="12" y="77"/>
                </a:lnTo>
                <a:lnTo>
                  <a:pt x="19" y="73"/>
                </a:lnTo>
                <a:lnTo>
                  <a:pt x="23" y="82"/>
                </a:lnTo>
                <a:moveTo>
                  <a:pt x="16" y="85"/>
                </a:moveTo>
                <a:lnTo>
                  <a:pt x="8" y="89"/>
                </a:lnTo>
                <a:lnTo>
                  <a:pt x="5" y="82"/>
                </a:lnTo>
                <a:lnTo>
                  <a:pt x="12" y="77"/>
                </a:lnTo>
                <a:lnTo>
                  <a:pt x="16" y="85"/>
                </a:lnTo>
                <a:moveTo>
                  <a:pt x="8" y="89"/>
                </a:moveTo>
                <a:lnTo>
                  <a:pt x="0" y="93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3"/>
                </a:lnTo>
                <a:lnTo>
                  <a:pt x="5" y="82"/>
                </a:lnTo>
                <a:lnTo>
                  <a:pt x="8" y="89"/>
                </a:lnTo>
                <a:moveTo>
                  <a:pt x="0" y="81"/>
                </a:moveTo>
                <a:lnTo>
                  <a:pt x="0" y="72"/>
                </a:lnTo>
                <a:lnTo>
                  <a:pt x="8" y="72"/>
                </a:lnTo>
                <a:lnTo>
                  <a:pt x="8" y="81"/>
                </a:lnTo>
                <a:lnTo>
                  <a:pt x="0" y="81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4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120" y="1940760"/>
            <a:ext cx="357840" cy="252360"/>
          </a:xfrm>
          <a:custGeom>
            <a:avLst/>
            <a:gdLst/>
            <a:ahLst/>
            <a:rect l="0" t="0" r="r" b="b"/>
            <a:pathLst>
              <a:path fill="none" w="994" h="701">
                <a:moveTo>
                  <a:pt x="0" y="0"/>
                </a:moveTo>
                <a:lnTo>
                  <a:pt x="41" y="17"/>
                </a:lnTo>
                <a:cubicBezTo>
                  <a:pt x="83" y="35"/>
                  <a:pt x="165" y="69"/>
                  <a:pt x="330" y="186"/>
                </a:cubicBezTo>
                <a:cubicBezTo>
                  <a:pt x="497" y="303"/>
                  <a:pt x="745" y="501"/>
                  <a:pt x="870" y="602"/>
                </a:cubicBezTo>
                <a:lnTo>
                  <a:pt x="994" y="70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845800" y="21729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49" y="0"/>
                </a:moveTo>
                <a:lnTo>
                  <a:pt x="87" y="81"/>
                </a:lnTo>
                <a:lnTo>
                  <a:pt x="0" y="62"/>
                </a:lnTo>
                <a:lnTo>
                  <a:pt x="49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843280" y="21700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64" y="13"/>
                </a:moveTo>
                <a:lnTo>
                  <a:pt x="67" y="21"/>
                </a:lnTo>
                <a:lnTo>
                  <a:pt x="60" y="24"/>
                </a:lnTo>
                <a:lnTo>
                  <a:pt x="57" y="17"/>
                </a:lnTo>
                <a:lnTo>
                  <a:pt x="64" y="13"/>
                </a:lnTo>
                <a:moveTo>
                  <a:pt x="67" y="21"/>
                </a:moveTo>
                <a:lnTo>
                  <a:pt x="71" y="28"/>
                </a:lnTo>
                <a:lnTo>
                  <a:pt x="63" y="31"/>
                </a:lnTo>
                <a:lnTo>
                  <a:pt x="60" y="24"/>
                </a:lnTo>
                <a:lnTo>
                  <a:pt x="67" y="21"/>
                </a:lnTo>
                <a:moveTo>
                  <a:pt x="71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1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3" y="52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3" y="52"/>
                </a:lnTo>
                <a:lnTo>
                  <a:pt x="81" y="49"/>
                </a:lnTo>
                <a:moveTo>
                  <a:pt x="84" y="56"/>
                </a:moveTo>
                <a:lnTo>
                  <a:pt x="87" y="63"/>
                </a:lnTo>
                <a:lnTo>
                  <a:pt x="80" y="67"/>
                </a:lnTo>
                <a:lnTo>
                  <a:pt x="77" y="60"/>
                </a:lnTo>
                <a:lnTo>
                  <a:pt x="84" y="56"/>
                </a:lnTo>
                <a:moveTo>
                  <a:pt x="87" y="63"/>
                </a:moveTo>
                <a:lnTo>
                  <a:pt x="90" y="71"/>
                </a:lnTo>
                <a:lnTo>
                  <a:pt x="83" y="74"/>
                </a:lnTo>
                <a:lnTo>
                  <a:pt x="80" y="67"/>
                </a:lnTo>
                <a:lnTo>
                  <a:pt x="87" y="63"/>
                </a:lnTo>
                <a:moveTo>
                  <a:pt x="90" y="71"/>
                </a:moveTo>
                <a:lnTo>
                  <a:pt x="94" y="78"/>
                </a:lnTo>
                <a:lnTo>
                  <a:pt x="87" y="81"/>
                </a:lnTo>
                <a:lnTo>
                  <a:pt x="83" y="74"/>
                </a:lnTo>
                <a:lnTo>
                  <a:pt x="90" y="71"/>
                </a:lnTo>
                <a:moveTo>
                  <a:pt x="94" y="78"/>
                </a:moveTo>
                <a:lnTo>
                  <a:pt x="97" y="85"/>
                </a:lnTo>
                <a:lnTo>
                  <a:pt x="90" y="88"/>
                </a:lnTo>
                <a:lnTo>
                  <a:pt x="87" y="81"/>
                </a:lnTo>
                <a:lnTo>
                  <a:pt x="94" y="78"/>
                </a:lnTo>
                <a:moveTo>
                  <a:pt x="97" y="85"/>
                </a:moveTo>
                <a:lnTo>
                  <a:pt x="101" y="94"/>
                </a:lnTo>
                <a:lnTo>
                  <a:pt x="87" y="91"/>
                </a:lnTo>
                <a:lnTo>
                  <a:pt x="89" y="83"/>
                </a:lnTo>
                <a:lnTo>
                  <a:pt x="95" y="84"/>
                </a:lnTo>
                <a:lnTo>
                  <a:pt x="94" y="88"/>
                </a:lnTo>
                <a:lnTo>
                  <a:pt x="90" y="91"/>
                </a:lnTo>
                <a:lnTo>
                  <a:pt x="90" y="88"/>
                </a:lnTo>
                <a:lnTo>
                  <a:pt x="97" y="85"/>
                </a:lnTo>
                <a:moveTo>
                  <a:pt x="87" y="91"/>
                </a:moveTo>
                <a:lnTo>
                  <a:pt x="79" y="89"/>
                </a:lnTo>
                <a:lnTo>
                  <a:pt x="81" y="81"/>
                </a:lnTo>
                <a:lnTo>
                  <a:pt x="89" y="83"/>
                </a:lnTo>
                <a:lnTo>
                  <a:pt x="87" y="91"/>
                </a:lnTo>
                <a:moveTo>
                  <a:pt x="79" y="89"/>
                </a:moveTo>
                <a:lnTo>
                  <a:pt x="72" y="87"/>
                </a:lnTo>
                <a:lnTo>
                  <a:pt x="73" y="79"/>
                </a:lnTo>
                <a:lnTo>
                  <a:pt x="81" y="81"/>
                </a:lnTo>
                <a:lnTo>
                  <a:pt x="79" y="89"/>
                </a:lnTo>
                <a:moveTo>
                  <a:pt x="72" y="87"/>
                </a:moveTo>
                <a:lnTo>
                  <a:pt x="64" y="85"/>
                </a:lnTo>
                <a:lnTo>
                  <a:pt x="65" y="78"/>
                </a:lnTo>
                <a:lnTo>
                  <a:pt x="73" y="79"/>
                </a:lnTo>
                <a:lnTo>
                  <a:pt x="72" y="87"/>
                </a:lnTo>
                <a:moveTo>
                  <a:pt x="64" y="85"/>
                </a:moveTo>
                <a:lnTo>
                  <a:pt x="56" y="84"/>
                </a:lnTo>
                <a:lnTo>
                  <a:pt x="58" y="76"/>
                </a:lnTo>
                <a:lnTo>
                  <a:pt x="65" y="78"/>
                </a:lnTo>
                <a:lnTo>
                  <a:pt x="64" y="85"/>
                </a:lnTo>
                <a:moveTo>
                  <a:pt x="56" y="84"/>
                </a:moveTo>
                <a:lnTo>
                  <a:pt x="47" y="82"/>
                </a:lnTo>
                <a:lnTo>
                  <a:pt x="49" y="74"/>
                </a:lnTo>
                <a:lnTo>
                  <a:pt x="58" y="76"/>
                </a:lnTo>
                <a:lnTo>
                  <a:pt x="56" y="84"/>
                </a:lnTo>
                <a:moveTo>
                  <a:pt x="47" y="82"/>
                </a:moveTo>
                <a:lnTo>
                  <a:pt x="40" y="80"/>
                </a:lnTo>
                <a:lnTo>
                  <a:pt x="41" y="73"/>
                </a:lnTo>
                <a:lnTo>
                  <a:pt x="49" y="74"/>
                </a:lnTo>
                <a:lnTo>
                  <a:pt x="47" y="82"/>
                </a:lnTo>
                <a:moveTo>
                  <a:pt x="40" y="80"/>
                </a:moveTo>
                <a:lnTo>
                  <a:pt x="32" y="79"/>
                </a:lnTo>
                <a:lnTo>
                  <a:pt x="34" y="71"/>
                </a:lnTo>
                <a:lnTo>
                  <a:pt x="41" y="73"/>
                </a:lnTo>
                <a:lnTo>
                  <a:pt x="40" y="80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6"/>
                </a:lnTo>
                <a:lnTo>
                  <a:pt x="18" y="68"/>
                </a:lnTo>
                <a:lnTo>
                  <a:pt x="26" y="69"/>
                </a:lnTo>
                <a:lnTo>
                  <a:pt x="24" y="77"/>
                </a:lnTo>
                <a:moveTo>
                  <a:pt x="17" y="76"/>
                </a:moveTo>
                <a:lnTo>
                  <a:pt x="9" y="74"/>
                </a:lnTo>
                <a:lnTo>
                  <a:pt x="10" y="66"/>
                </a:lnTo>
                <a:lnTo>
                  <a:pt x="18" y="68"/>
                </a:lnTo>
                <a:lnTo>
                  <a:pt x="17" y="76"/>
                </a:lnTo>
                <a:moveTo>
                  <a:pt x="9" y="74"/>
                </a:moveTo>
                <a:lnTo>
                  <a:pt x="0" y="72"/>
                </a:lnTo>
                <a:lnTo>
                  <a:pt x="7" y="63"/>
                </a:lnTo>
                <a:lnTo>
                  <a:pt x="13" y="68"/>
                </a:lnTo>
                <a:lnTo>
                  <a:pt x="10" y="72"/>
                </a:lnTo>
                <a:lnTo>
                  <a:pt x="7" y="69"/>
                </a:lnTo>
                <a:lnTo>
                  <a:pt x="8" y="66"/>
                </a:lnTo>
                <a:lnTo>
                  <a:pt x="10" y="66"/>
                </a:lnTo>
                <a:lnTo>
                  <a:pt x="9" y="74"/>
                </a:lnTo>
                <a:moveTo>
                  <a:pt x="7" y="63"/>
                </a:moveTo>
                <a:lnTo>
                  <a:pt x="12" y="57"/>
                </a:lnTo>
                <a:lnTo>
                  <a:pt x="18" y="62"/>
                </a:lnTo>
                <a:lnTo>
                  <a:pt x="13" y="68"/>
                </a:lnTo>
                <a:lnTo>
                  <a:pt x="7" y="63"/>
                </a:lnTo>
                <a:moveTo>
                  <a:pt x="12" y="57"/>
                </a:moveTo>
                <a:lnTo>
                  <a:pt x="17" y="51"/>
                </a:lnTo>
                <a:lnTo>
                  <a:pt x="23" y="56"/>
                </a:lnTo>
                <a:lnTo>
                  <a:pt x="18" y="62"/>
                </a:lnTo>
                <a:lnTo>
                  <a:pt x="12" y="57"/>
                </a:lnTo>
                <a:moveTo>
                  <a:pt x="17" y="51"/>
                </a:moveTo>
                <a:lnTo>
                  <a:pt x="22" y="45"/>
                </a:lnTo>
                <a:lnTo>
                  <a:pt x="28" y="49"/>
                </a:lnTo>
                <a:lnTo>
                  <a:pt x="23" y="56"/>
                </a:lnTo>
                <a:lnTo>
                  <a:pt x="17" y="51"/>
                </a:lnTo>
                <a:moveTo>
                  <a:pt x="22" y="45"/>
                </a:moveTo>
                <a:lnTo>
                  <a:pt x="27" y="38"/>
                </a:lnTo>
                <a:lnTo>
                  <a:pt x="33" y="43"/>
                </a:lnTo>
                <a:lnTo>
                  <a:pt x="28" y="49"/>
                </a:lnTo>
                <a:lnTo>
                  <a:pt x="22" y="45"/>
                </a:lnTo>
                <a:moveTo>
                  <a:pt x="27" y="38"/>
                </a:moveTo>
                <a:lnTo>
                  <a:pt x="32" y="32"/>
                </a:lnTo>
                <a:lnTo>
                  <a:pt x="38" y="37"/>
                </a:lnTo>
                <a:lnTo>
                  <a:pt x="33" y="43"/>
                </a:lnTo>
                <a:lnTo>
                  <a:pt x="27" y="38"/>
                </a:lnTo>
                <a:moveTo>
                  <a:pt x="32" y="32"/>
                </a:moveTo>
                <a:lnTo>
                  <a:pt x="36" y="26"/>
                </a:lnTo>
                <a:lnTo>
                  <a:pt x="43" y="31"/>
                </a:lnTo>
                <a:lnTo>
                  <a:pt x="38" y="37"/>
                </a:lnTo>
                <a:lnTo>
                  <a:pt x="32" y="32"/>
                </a:lnTo>
                <a:moveTo>
                  <a:pt x="36" y="26"/>
                </a:moveTo>
                <a:lnTo>
                  <a:pt x="41" y="20"/>
                </a:lnTo>
                <a:lnTo>
                  <a:pt x="48" y="25"/>
                </a:lnTo>
                <a:lnTo>
                  <a:pt x="43" y="31"/>
                </a:lnTo>
                <a:lnTo>
                  <a:pt x="36" y="26"/>
                </a:lnTo>
                <a:moveTo>
                  <a:pt x="41" y="20"/>
                </a:moveTo>
                <a:lnTo>
                  <a:pt x="46" y="14"/>
                </a:lnTo>
                <a:lnTo>
                  <a:pt x="53" y="19"/>
                </a:lnTo>
                <a:lnTo>
                  <a:pt x="48" y="25"/>
                </a:lnTo>
                <a:lnTo>
                  <a:pt x="41" y="20"/>
                </a:lnTo>
                <a:moveTo>
                  <a:pt x="46" y="14"/>
                </a:moveTo>
                <a:lnTo>
                  <a:pt x="51" y="8"/>
                </a:lnTo>
                <a:lnTo>
                  <a:pt x="58" y="13"/>
                </a:lnTo>
                <a:lnTo>
                  <a:pt x="53" y="19"/>
                </a:lnTo>
                <a:lnTo>
                  <a:pt x="46" y="14"/>
                </a:lnTo>
                <a:moveTo>
                  <a:pt x="51" y="8"/>
                </a:moveTo>
                <a:lnTo>
                  <a:pt x="58" y="0"/>
                </a:lnTo>
                <a:lnTo>
                  <a:pt x="64" y="13"/>
                </a:lnTo>
                <a:lnTo>
                  <a:pt x="57" y="17"/>
                </a:lnTo>
                <a:lnTo>
                  <a:pt x="53" y="9"/>
                </a:lnTo>
                <a:lnTo>
                  <a:pt x="57" y="8"/>
                </a:lnTo>
                <a:lnTo>
                  <a:pt x="60" y="10"/>
                </a:lnTo>
                <a:lnTo>
                  <a:pt x="58" y="13"/>
                </a:lnTo>
                <a:lnTo>
                  <a:pt x="51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234880" y="1997640"/>
            <a:ext cx="451080" cy="466560"/>
          </a:xfrm>
          <a:custGeom>
            <a:avLst/>
            <a:gdLst/>
            <a:ahLst/>
            <a:rect l="0" t="0" r="r" b="b"/>
            <a:pathLst>
              <a:path fill="none" w="1253" h="1296">
                <a:moveTo>
                  <a:pt x="1253" y="1279"/>
                </a:moveTo>
                <a:lnTo>
                  <a:pt x="1212" y="1290"/>
                </a:lnTo>
                <a:cubicBezTo>
                  <a:pt x="1171" y="1301"/>
                  <a:pt x="1089" y="1322"/>
                  <a:pt x="880" y="1109"/>
                </a:cubicBezTo>
                <a:cubicBezTo>
                  <a:pt x="670" y="896"/>
                  <a:pt x="335" y="448"/>
                  <a:pt x="167" y="22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226240" y="1986120"/>
            <a:ext cx="28800" cy="31680"/>
          </a:xfrm>
          <a:custGeom>
            <a:avLst/>
            <a:gdLst/>
            <a:ahLst/>
            <a:rect l="0" t="0" r="r" b="b"/>
            <a:pathLst>
              <a:path w="80" h="88">
                <a:moveTo>
                  <a:pt x="16" y="88"/>
                </a:moveTo>
                <a:lnTo>
                  <a:pt x="0" y="0"/>
                </a:lnTo>
                <a:lnTo>
                  <a:pt x="80" y="41"/>
                </a:lnTo>
                <a:lnTo>
                  <a:pt x="16" y="8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224440" y="1983600"/>
            <a:ext cx="33120" cy="36720"/>
          </a:xfrm>
          <a:custGeom>
            <a:avLst/>
            <a:gdLst/>
            <a:ahLst/>
            <a:rect l="0" t="0" r="r" b="b"/>
            <a:pathLst>
              <a:path w="92" h="102">
                <a:moveTo>
                  <a:pt x="16" y="88"/>
                </a:moveTo>
                <a:lnTo>
                  <a:pt x="14" y="80"/>
                </a:lnTo>
                <a:lnTo>
                  <a:pt x="22" y="79"/>
                </a:lnTo>
                <a:lnTo>
                  <a:pt x="23" y="86"/>
                </a:lnTo>
                <a:lnTo>
                  <a:pt x="16" y="88"/>
                </a:lnTo>
                <a:moveTo>
                  <a:pt x="14" y="80"/>
                </a:moveTo>
                <a:lnTo>
                  <a:pt x="13" y="72"/>
                </a:lnTo>
                <a:lnTo>
                  <a:pt x="20" y="71"/>
                </a:lnTo>
                <a:lnTo>
                  <a:pt x="22" y="79"/>
                </a:lnTo>
                <a:lnTo>
                  <a:pt x="14" y="80"/>
                </a:lnTo>
                <a:moveTo>
                  <a:pt x="13" y="72"/>
                </a:moveTo>
                <a:lnTo>
                  <a:pt x="11" y="64"/>
                </a:lnTo>
                <a:lnTo>
                  <a:pt x="19" y="63"/>
                </a:lnTo>
                <a:lnTo>
                  <a:pt x="20" y="71"/>
                </a:lnTo>
                <a:lnTo>
                  <a:pt x="13" y="72"/>
                </a:lnTo>
                <a:moveTo>
                  <a:pt x="11" y="64"/>
                </a:moveTo>
                <a:lnTo>
                  <a:pt x="10" y="57"/>
                </a:lnTo>
                <a:lnTo>
                  <a:pt x="18" y="55"/>
                </a:lnTo>
                <a:lnTo>
                  <a:pt x="19" y="63"/>
                </a:lnTo>
                <a:lnTo>
                  <a:pt x="11" y="64"/>
                </a:lnTo>
                <a:moveTo>
                  <a:pt x="10" y="57"/>
                </a:moveTo>
                <a:lnTo>
                  <a:pt x="9" y="49"/>
                </a:lnTo>
                <a:lnTo>
                  <a:pt x="16" y="48"/>
                </a:lnTo>
                <a:lnTo>
                  <a:pt x="18" y="55"/>
                </a:lnTo>
                <a:lnTo>
                  <a:pt x="10" y="57"/>
                </a:lnTo>
                <a:moveTo>
                  <a:pt x="9" y="49"/>
                </a:moveTo>
                <a:lnTo>
                  <a:pt x="7" y="41"/>
                </a:lnTo>
                <a:lnTo>
                  <a:pt x="15" y="39"/>
                </a:lnTo>
                <a:lnTo>
                  <a:pt x="16" y="48"/>
                </a:lnTo>
                <a:lnTo>
                  <a:pt x="9" y="49"/>
                </a:lnTo>
                <a:moveTo>
                  <a:pt x="7" y="41"/>
                </a:moveTo>
                <a:lnTo>
                  <a:pt x="6" y="32"/>
                </a:lnTo>
                <a:lnTo>
                  <a:pt x="13" y="31"/>
                </a:lnTo>
                <a:lnTo>
                  <a:pt x="15" y="39"/>
                </a:lnTo>
                <a:lnTo>
                  <a:pt x="7" y="41"/>
                </a:lnTo>
                <a:moveTo>
                  <a:pt x="6" y="32"/>
                </a:moveTo>
                <a:lnTo>
                  <a:pt x="4" y="25"/>
                </a:lnTo>
                <a:lnTo>
                  <a:pt x="12" y="23"/>
                </a:lnTo>
                <a:lnTo>
                  <a:pt x="13" y="31"/>
                </a:lnTo>
                <a:lnTo>
                  <a:pt x="6" y="32"/>
                </a:lnTo>
                <a:moveTo>
                  <a:pt x="4" y="25"/>
                </a:moveTo>
                <a:lnTo>
                  <a:pt x="3" y="17"/>
                </a:lnTo>
                <a:lnTo>
                  <a:pt x="11" y="15"/>
                </a:lnTo>
                <a:lnTo>
                  <a:pt x="12" y="23"/>
                </a:lnTo>
                <a:lnTo>
                  <a:pt x="4" y="25"/>
                </a:lnTo>
                <a:moveTo>
                  <a:pt x="3" y="17"/>
                </a:moveTo>
                <a:lnTo>
                  <a:pt x="1" y="9"/>
                </a:lnTo>
                <a:lnTo>
                  <a:pt x="9" y="8"/>
                </a:lnTo>
                <a:lnTo>
                  <a:pt x="11" y="15"/>
                </a:lnTo>
                <a:lnTo>
                  <a:pt x="3" y="17"/>
                </a:lnTo>
                <a:moveTo>
                  <a:pt x="1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3" y="11"/>
                </a:lnTo>
                <a:lnTo>
                  <a:pt x="5" y="7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1"/>
                </a:lnTo>
                <a:lnTo>
                  <a:pt x="37" y="28"/>
                </a:lnTo>
                <a:lnTo>
                  <a:pt x="30" y="24"/>
                </a:lnTo>
                <a:lnTo>
                  <a:pt x="34" y="17"/>
                </a:lnTo>
                <a:moveTo>
                  <a:pt x="41" y="21"/>
                </a:moveTo>
                <a:lnTo>
                  <a:pt x="48" y="24"/>
                </a:lnTo>
                <a:lnTo>
                  <a:pt x="44" y="31"/>
                </a:lnTo>
                <a:lnTo>
                  <a:pt x="37" y="28"/>
                </a:lnTo>
                <a:lnTo>
                  <a:pt x="41" y="21"/>
                </a:lnTo>
                <a:moveTo>
                  <a:pt x="48" y="24"/>
                </a:moveTo>
                <a:lnTo>
                  <a:pt x="56" y="28"/>
                </a:lnTo>
                <a:lnTo>
                  <a:pt x="51" y="35"/>
                </a:lnTo>
                <a:lnTo>
                  <a:pt x="44" y="31"/>
                </a:lnTo>
                <a:lnTo>
                  <a:pt x="48" y="24"/>
                </a:lnTo>
                <a:moveTo>
                  <a:pt x="56" y="28"/>
                </a:moveTo>
                <a:lnTo>
                  <a:pt x="63" y="31"/>
                </a:lnTo>
                <a:lnTo>
                  <a:pt x="59" y="38"/>
                </a:lnTo>
                <a:lnTo>
                  <a:pt x="51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3"/>
                </a:lnTo>
                <a:lnTo>
                  <a:pt x="59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6"/>
                </a:lnTo>
                <a:lnTo>
                  <a:pt x="67" y="43"/>
                </a:lnTo>
                <a:lnTo>
                  <a:pt x="70" y="35"/>
                </a:lnTo>
                <a:moveTo>
                  <a:pt x="77" y="38"/>
                </a:moveTo>
                <a:lnTo>
                  <a:pt x="84" y="43"/>
                </a:lnTo>
                <a:lnTo>
                  <a:pt x="81" y="50"/>
                </a:lnTo>
                <a:lnTo>
                  <a:pt x="74" y="46"/>
                </a:lnTo>
                <a:lnTo>
                  <a:pt x="77" y="38"/>
                </a:lnTo>
                <a:moveTo>
                  <a:pt x="84" y="43"/>
                </a:moveTo>
                <a:lnTo>
                  <a:pt x="92" y="47"/>
                </a:lnTo>
                <a:lnTo>
                  <a:pt x="83" y="54"/>
                </a:lnTo>
                <a:lnTo>
                  <a:pt x="79" y="47"/>
                </a:lnTo>
                <a:lnTo>
                  <a:pt x="83" y="44"/>
                </a:lnTo>
                <a:lnTo>
                  <a:pt x="85" y="48"/>
                </a:lnTo>
                <a:lnTo>
                  <a:pt x="83" y="51"/>
                </a:lnTo>
                <a:lnTo>
                  <a:pt x="81" y="50"/>
                </a:lnTo>
                <a:lnTo>
                  <a:pt x="84" y="43"/>
                </a:lnTo>
                <a:moveTo>
                  <a:pt x="83" y="54"/>
                </a:moveTo>
                <a:lnTo>
                  <a:pt x="77" y="58"/>
                </a:lnTo>
                <a:lnTo>
                  <a:pt x="72" y="52"/>
                </a:lnTo>
                <a:lnTo>
                  <a:pt x="79" y="47"/>
                </a:lnTo>
                <a:lnTo>
                  <a:pt x="83" y="54"/>
                </a:lnTo>
                <a:moveTo>
                  <a:pt x="77" y="58"/>
                </a:moveTo>
                <a:lnTo>
                  <a:pt x="71" y="63"/>
                </a:lnTo>
                <a:lnTo>
                  <a:pt x="66" y="57"/>
                </a:lnTo>
                <a:lnTo>
                  <a:pt x="72" y="52"/>
                </a:lnTo>
                <a:lnTo>
                  <a:pt x="77" y="58"/>
                </a:lnTo>
                <a:moveTo>
                  <a:pt x="71" y="63"/>
                </a:moveTo>
                <a:lnTo>
                  <a:pt x="64" y="68"/>
                </a:lnTo>
                <a:lnTo>
                  <a:pt x="60" y="62"/>
                </a:lnTo>
                <a:lnTo>
                  <a:pt x="66" y="57"/>
                </a:lnTo>
                <a:lnTo>
                  <a:pt x="71" y="63"/>
                </a:lnTo>
                <a:moveTo>
                  <a:pt x="64" y="68"/>
                </a:moveTo>
                <a:lnTo>
                  <a:pt x="58" y="73"/>
                </a:lnTo>
                <a:lnTo>
                  <a:pt x="52" y="66"/>
                </a:lnTo>
                <a:lnTo>
                  <a:pt x="60" y="62"/>
                </a:lnTo>
                <a:lnTo>
                  <a:pt x="64" y="68"/>
                </a:lnTo>
                <a:moveTo>
                  <a:pt x="58" y="73"/>
                </a:moveTo>
                <a:lnTo>
                  <a:pt x="51" y="77"/>
                </a:lnTo>
                <a:lnTo>
                  <a:pt x="46" y="71"/>
                </a:lnTo>
                <a:lnTo>
                  <a:pt x="52" y="66"/>
                </a:lnTo>
                <a:lnTo>
                  <a:pt x="58" y="73"/>
                </a:lnTo>
                <a:moveTo>
                  <a:pt x="51" y="77"/>
                </a:moveTo>
                <a:lnTo>
                  <a:pt x="44" y="82"/>
                </a:lnTo>
                <a:lnTo>
                  <a:pt x="40" y="76"/>
                </a:lnTo>
                <a:lnTo>
                  <a:pt x="46" y="71"/>
                </a:lnTo>
                <a:lnTo>
                  <a:pt x="51" y="77"/>
                </a:lnTo>
                <a:moveTo>
                  <a:pt x="44" y="82"/>
                </a:moveTo>
                <a:lnTo>
                  <a:pt x="38" y="87"/>
                </a:lnTo>
                <a:lnTo>
                  <a:pt x="33" y="80"/>
                </a:lnTo>
                <a:lnTo>
                  <a:pt x="40" y="76"/>
                </a:lnTo>
                <a:lnTo>
                  <a:pt x="44" y="82"/>
                </a:lnTo>
                <a:moveTo>
                  <a:pt x="38" y="87"/>
                </a:moveTo>
                <a:lnTo>
                  <a:pt x="32" y="91"/>
                </a:lnTo>
                <a:lnTo>
                  <a:pt x="27" y="85"/>
                </a:lnTo>
                <a:lnTo>
                  <a:pt x="33" y="80"/>
                </a:lnTo>
                <a:lnTo>
                  <a:pt x="38" y="87"/>
                </a:lnTo>
                <a:moveTo>
                  <a:pt x="32" y="91"/>
                </a:moveTo>
                <a:lnTo>
                  <a:pt x="25" y="96"/>
                </a:lnTo>
                <a:lnTo>
                  <a:pt x="21" y="90"/>
                </a:lnTo>
                <a:lnTo>
                  <a:pt x="27" y="85"/>
                </a:lnTo>
                <a:lnTo>
                  <a:pt x="32" y="91"/>
                </a:lnTo>
                <a:moveTo>
                  <a:pt x="25" y="96"/>
                </a:moveTo>
                <a:lnTo>
                  <a:pt x="18" y="102"/>
                </a:lnTo>
                <a:lnTo>
                  <a:pt x="16" y="88"/>
                </a:lnTo>
                <a:lnTo>
                  <a:pt x="23" y="86"/>
                </a:lnTo>
                <a:lnTo>
                  <a:pt x="25" y="94"/>
                </a:lnTo>
                <a:lnTo>
                  <a:pt x="21" y="95"/>
                </a:lnTo>
                <a:lnTo>
                  <a:pt x="18" y="92"/>
                </a:lnTo>
                <a:lnTo>
                  <a:pt x="21" y="90"/>
                </a:lnTo>
                <a:lnTo>
                  <a:pt x="25" y="96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508120" y="2323800"/>
            <a:ext cx="163800" cy="17640"/>
          </a:xfrm>
          <a:custGeom>
            <a:avLst/>
            <a:gdLst/>
            <a:ahLst/>
            <a:rect l="0" t="0" r="r" b="b"/>
            <a:pathLst>
              <a:path fill="none" w="455" h="49">
                <a:moveTo>
                  <a:pt x="0" y="49"/>
                </a:moveTo>
                <a:lnTo>
                  <a:pt x="41" y="40"/>
                </a:lnTo>
                <a:cubicBezTo>
                  <a:pt x="84" y="30"/>
                  <a:pt x="166" y="12"/>
                  <a:pt x="241" y="4"/>
                </a:cubicBezTo>
                <a:cubicBezTo>
                  <a:pt x="317" y="-3"/>
                  <a:pt x="386" y="2"/>
                  <a:pt x="420" y="5"/>
                </a:cubicBezTo>
                <a:lnTo>
                  <a:pt x="455" y="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6440" y="23108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6" y="0"/>
                </a:moveTo>
                <a:lnTo>
                  <a:pt x="82" y="47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4640" y="230868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6" y="15"/>
                </a:lnTo>
                <a:lnTo>
                  <a:pt x="20" y="8"/>
                </a:lnTo>
                <a:moveTo>
                  <a:pt x="27" y="12"/>
                </a:moveTo>
                <a:lnTo>
                  <a:pt x="34" y="16"/>
                </a:lnTo>
                <a:lnTo>
                  <a:pt x="30" y="23"/>
                </a:lnTo>
                <a:lnTo>
                  <a:pt x="23" y="19"/>
                </a:lnTo>
                <a:lnTo>
                  <a:pt x="27" y="12"/>
                </a:lnTo>
                <a:moveTo>
                  <a:pt x="34" y="16"/>
                </a:moveTo>
                <a:lnTo>
                  <a:pt x="41" y="20"/>
                </a:lnTo>
                <a:lnTo>
                  <a:pt x="37" y="27"/>
                </a:lnTo>
                <a:lnTo>
                  <a:pt x="30" y="23"/>
                </a:lnTo>
                <a:lnTo>
                  <a:pt x="34" y="16"/>
                </a:lnTo>
                <a:moveTo>
                  <a:pt x="41" y="20"/>
                </a:moveTo>
                <a:lnTo>
                  <a:pt x="47" y="24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7" y="24"/>
                </a:moveTo>
                <a:lnTo>
                  <a:pt x="54" y="28"/>
                </a:lnTo>
                <a:lnTo>
                  <a:pt x="50" y="35"/>
                </a:lnTo>
                <a:lnTo>
                  <a:pt x="43" y="31"/>
                </a:lnTo>
                <a:lnTo>
                  <a:pt x="47" y="24"/>
                </a:lnTo>
                <a:moveTo>
                  <a:pt x="54" y="28"/>
                </a:moveTo>
                <a:lnTo>
                  <a:pt x="61" y="32"/>
                </a:lnTo>
                <a:lnTo>
                  <a:pt x="57" y="39"/>
                </a:lnTo>
                <a:lnTo>
                  <a:pt x="50" y="35"/>
                </a:lnTo>
                <a:lnTo>
                  <a:pt x="54" y="28"/>
                </a:lnTo>
                <a:moveTo>
                  <a:pt x="61" y="32"/>
                </a:moveTo>
                <a:lnTo>
                  <a:pt x="68" y="36"/>
                </a:lnTo>
                <a:lnTo>
                  <a:pt x="64" y="43"/>
                </a:lnTo>
                <a:lnTo>
                  <a:pt x="57" y="39"/>
                </a:lnTo>
                <a:lnTo>
                  <a:pt x="61" y="32"/>
                </a:lnTo>
                <a:moveTo>
                  <a:pt x="68" y="36"/>
                </a:moveTo>
                <a:lnTo>
                  <a:pt x="75" y="40"/>
                </a:lnTo>
                <a:lnTo>
                  <a:pt x="71" y="47"/>
                </a:lnTo>
                <a:lnTo>
                  <a:pt x="64" y="43"/>
                </a:lnTo>
                <a:lnTo>
                  <a:pt x="68" y="36"/>
                </a:lnTo>
                <a:moveTo>
                  <a:pt x="75" y="40"/>
                </a:moveTo>
                <a:lnTo>
                  <a:pt x="81" y="44"/>
                </a:lnTo>
                <a:lnTo>
                  <a:pt x="77" y="51"/>
                </a:lnTo>
                <a:lnTo>
                  <a:pt x="71" y="47"/>
                </a:lnTo>
                <a:lnTo>
                  <a:pt x="75" y="40"/>
                </a:lnTo>
                <a:moveTo>
                  <a:pt x="81" y="44"/>
                </a:moveTo>
                <a:lnTo>
                  <a:pt x="88" y="48"/>
                </a:lnTo>
                <a:lnTo>
                  <a:pt x="84" y="55"/>
                </a:lnTo>
                <a:lnTo>
                  <a:pt x="77" y="51"/>
                </a:lnTo>
                <a:lnTo>
                  <a:pt x="81" y="44"/>
                </a:lnTo>
                <a:moveTo>
                  <a:pt x="88" y="48"/>
                </a:moveTo>
                <a:lnTo>
                  <a:pt x="96" y="53"/>
                </a:lnTo>
                <a:lnTo>
                  <a:pt x="83" y="59"/>
                </a:lnTo>
                <a:lnTo>
                  <a:pt x="80" y="51"/>
                </a:lnTo>
                <a:lnTo>
                  <a:pt x="86" y="49"/>
                </a:lnTo>
                <a:lnTo>
                  <a:pt x="87" y="53"/>
                </a:lnTo>
                <a:lnTo>
                  <a:pt x="85" y="56"/>
                </a:lnTo>
                <a:lnTo>
                  <a:pt x="84" y="55"/>
                </a:lnTo>
                <a:lnTo>
                  <a:pt x="88" y="48"/>
                </a:lnTo>
                <a:moveTo>
                  <a:pt x="83" y="59"/>
                </a:moveTo>
                <a:lnTo>
                  <a:pt x="76" y="62"/>
                </a:lnTo>
                <a:lnTo>
                  <a:pt x="73" y="54"/>
                </a:lnTo>
                <a:lnTo>
                  <a:pt x="80" y="51"/>
                </a:lnTo>
                <a:lnTo>
                  <a:pt x="83" y="59"/>
                </a:lnTo>
                <a:moveTo>
                  <a:pt x="76" y="62"/>
                </a:moveTo>
                <a:lnTo>
                  <a:pt x="68" y="65"/>
                </a:lnTo>
                <a:lnTo>
                  <a:pt x="65" y="57"/>
                </a:lnTo>
                <a:lnTo>
                  <a:pt x="73" y="54"/>
                </a:lnTo>
                <a:lnTo>
                  <a:pt x="76" y="62"/>
                </a:lnTo>
                <a:moveTo>
                  <a:pt x="68" y="65"/>
                </a:moveTo>
                <a:lnTo>
                  <a:pt x="61" y="68"/>
                </a:lnTo>
                <a:lnTo>
                  <a:pt x="58" y="60"/>
                </a:lnTo>
                <a:lnTo>
                  <a:pt x="65" y="57"/>
                </a:lnTo>
                <a:lnTo>
                  <a:pt x="68" y="65"/>
                </a:lnTo>
                <a:moveTo>
                  <a:pt x="61" y="68"/>
                </a:moveTo>
                <a:lnTo>
                  <a:pt x="54" y="71"/>
                </a:lnTo>
                <a:lnTo>
                  <a:pt x="51" y="63"/>
                </a:lnTo>
                <a:lnTo>
                  <a:pt x="58" y="60"/>
                </a:lnTo>
                <a:lnTo>
                  <a:pt x="61" y="68"/>
                </a:lnTo>
                <a:moveTo>
                  <a:pt x="54" y="71"/>
                </a:moveTo>
                <a:lnTo>
                  <a:pt x="46" y="74"/>
                </a:lnTo>
                <a:lnTo>
                  <a:pt x="43" y="66"/>
                </a:lnTo>
                <a:lnTo>
                  <a:pt x="51" y="63"/>
                </a:lnTo>
                <a:lnTo>
                  <a:pt x="54" y="71"/>
                </a:lnTo>
                <a:moveTo>
                  <a:pt x="46" y="74"/>
                </a:moveTo>
                <a:lnTo>
                  <a:pt x="39" y="77"/>
                </a:lnTo>
                <a:lnTo>
                  <a:pt x="36" y="69"/>
                </a:lnTo>
                <a:lnTo>
                  <a:pt x="43" y="66"/>
                </a:lnTo>
                <a:lnTo>
                  <a:pt x="46" y="74"/>
                </a:lnTo>
                <a:moveTo>
                  <a:pt x="39" y="77"/>
                </a:moveTo>
                <a:lnTo>
                  <a:pt x="32" y="80"/>
                </a:lnTo>
                <a:lnTo>
                  <a:pt x="29" y="72"/>
                </a:lnTo>
                <a:lnTo>
                  <a:pt x="36" y="69"/>
                </a:lnTo>
                <a:lnTo>
                  <a:pt x="39" y="77"/>
                </a:lnTo>
                <a:moveTo>
                  <a:pt x="32" y="80"/>
                </a:moveTo>
                <a:lnTo>
                  <a:pt x="24" y="83"/>
                </a:lnTo>
                <a:lnTo>
                  <a:pt x="21" y="75"/>
                </a:lnTo>
                <a:lnTo>
                  <a:pt x="29" y="72"/>
                </a:lnTo>
                <a:lnTo>
                  <a:pt x="32" y="80"/>
                </a:lnTo>
                <a:moveTo>
                  <a:pt x="24" y="83"/>
                </a:moveTo>
                <a:lnTo>
                  <a:pt x="17" y="86"/>
                </a:lnTo>
                <a:lnTo>
                  <a:pt x="14" y="78"/>
                </a:lnTo>
                <a:lnTo>
                  <a:pt x="21" y="75"/>
                </a:lnTo>
                <a:lnTo>
                  <a:pt x="24" y="83"/>
                </a:lnTo>
                <a:moveTo>
                  <a:pt x="17" y="86"/>
                </a:moveTo>
                <a:lnTo>
                  <a:pt x="10" y="89"/>
                </a:lnTo>
                <a:lnTo>
                  <a:pt x="7" y="81"/>
                </a:lnTo>
                <a:lnTo>
                  <a:pt x="14" y="78"/>
                </a:lnTo>
                <a:lnTo>
                  <a:pt x="17" y="86"/>
                </a:lnTo>
                <a:moveTo>
                  <a:pt x="10" y="89"/>
                </a:moveTo>
                <a:lnTo>
                  <a:pt x="0" y="92"/>
                </a:lnTo>
                <a:lnTo>
                  <a:pt x="1" y="81"/>
                </a:lnTo>
                <a:lnTo>
                  <a:pt x="10" y="81"/>
                </a:lnTo>
                <a:lnTo>
                  <a:pt x="10" y="86"/>
                </a:lnTo>
                <a:lnTo>
                  <a:pt x="6" y="86"/>
                </a:lnTo>
                <a:lnTo>
                  <a:pt x="3" y="82"/>
                </a:lnTo>
                <a:lnTo>
                  <a:pt x="7" y="81"/>
                </a:lnTo>
                <a:lnTo>
                  <a:pt x="10" y="89"/>
                </a:lnTo>
                <a:moveTo>
                  <a:pt x="1" y="81"/>
                </a:moveTo>
                <a:lnTo>
                  <a:pt x="2" y="73"/>
                </a:lnTo>
                <a:lnTo>
                  <a:pt x="11" y="73"/>
                </a:lnTo>
                <a:lnTo>
                  <a:pt x="10" y="81"/>
                </a:lnTo>
                <a:lnTo>
                  <a:pt x="1" y="81"/>
                </a:lnTo>
                <a:moveTo>
                  <a:pt x="2" y="73"/>
                </a:moveTo>
                <a:lnTo>
                  <a:pt x="2" y="65"/>
                </a:lnTo>
                <a:lnTo>
                  <a:pt x="11" y="66"/>
                </a:lnTo>
                <a:lnTo>
                  <a:pt x="11" y="73"/>
                </a:lnTo>
                <a:lnTo>
                  <a:pt x="2" y="73"/>
                </a:lnTo>
                <a:moveTo>
                  <a:pt x="2" y="65"/>
                </a:moveTo>
                <a:lnTo>
                  <a:pt x="3" y="57"/>
                </a:lnTo>
                <a:lnTo>
                  <a:pt x="12" y="58"/>
                </a:lnTo>
                <a:lnTo>
                  <a:pt x="11" y="66"/>
                </a:lnTo>
                <a:lnTo>
                  <a:pt x="2" y="65"/>
                </a:lnTo>
                <a:moveTo>
                  <a:pt x="3" y="57"/>
                </a:moveTo>
                <a:lnTo>
                  <a:pt x="4" y="49"/>
                </a:lnTo>
                <a:lnTo>
                  <a:pt x="12" y="50"/>
                </a:lnTo>
                <a:lnTo>
                  <a:pt x="12" y="58"/>
                </a:lnTo>
                <a:lnTo>
                  <a:pt x="3" y="57"/>
                </a:lnTo>
                <a:moveTo>
                  <a:pt x="4" y="49"/>
                </a:moveTo>
                <a:lnTo>
                  <a:pt x="4" y="41"/>
                </a:lnTo>
                <a:lnTo>
                  <a:pt x="13" y="42"/>
                </a:lnTo>
                <a:lnTo>
                  <a:pt x="12" y="50"/>
                </a:lnTo>
                <a:lnTo>
                  <a:pt x="4" y="49"/>
                </a:lnTo>
                <a:moveTo>
                  <a:pt x="4" y="41"/>
                </a:moveTo>
                <a:lnTo>
                  <a:pt x="6" y="34"/>
                </a:lnTo>
                <a:lnTo>
                  <a:pt x="14" y="34"/>
                </a:lnTo>
                <a:lnTo>
                  <a:pt x="13" y="42"/>
                </a:lnTo>
                <a:lnTo>
                  <a:pt x="4" y="41"/>
                </a:lnTo>
                <a:moveTo>
                  <a:pt x="6" y="34"/>
                </a:moveTo>
                <a:lnTo>
                  <a:pt x="6" y="26"/>
                </a:lnTo>
                <a:lnTo>
                  <a:pt x="14" y="26"/>
                </a:lnTo>
                <a:lnTo>
                  <a:pt x="14" y="34"/>
                </a:lnTo>
                <a:lnTo>
                  <a:pt x="6" y="34"/>
                </a:lnTo>
                <a:moveTo>
                  <a:pt x="6" y="26"/>
                </a:moveTo>
                <a:lnTo>
                  <a:pt x="7" y="18"/>
                </a:lnTo>
                <a:lnTo>
                  <a:pt x="15" y="18"/>
                </a:lnTo>
                <a:lnTo>
                  <a:pt x="14" y="26"/>
                </a:lnTo>
                <a:lnTo>
                  <a:pt x="6" y="26"/>
                </a:lnTo>
                <a:moveTo>
                  <a:pt x="7" y="18"/>
                </a:moveTo>
                <a:lnTo>
                  <a:pt x="7" y="10"/>
                </a:lnTo>
                <a:lnTo>
                  <a:pt x="15" y="11"/>
                </a:lnTo>
                <a:lnTo>
                  <a:pt x="15" y="18"/>
                </a:lnTo>
                <a:lnTo>
                  <a:pt x="7" y="18"/>
                </a:lnTo>
                <a:moveTo>
                  <a:pt x="7" y="10"/>
                </a:moveTo>
                <a:lnTo>
                  <a:pt x="8" y="0"/>
                </a:lnTo>
                <a:lnTo>
                  <a:pt x="20" y="8"/>
                </a:lnTo>
                <a:lnTo>
                  <a:pt x="16" y="15"/>
                </a:lnTo>
                <a:lnTo>
                  <a:pt x="10" y="11"/>
                </a:lnTo>
                <a:lnTo>
                  <a:pt x="12" y="7"/>
                </a:lnTo>
                <a:lnTo>
                  <a:pt x="16" y="8"/>
                </a:lnTo>
                <a:lnTo>
                  <a:pt x="15" y="11"/>
                </a:lnTo>
                <a:lnTo>
                  <a:pt x="7" y="1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199760" y="2078280"/>
            <a:ext cx="518760" cy="1013400"/>
          </a:xfrm>
          <a:custGeom>
            <a:avLst/>
            <a:gdLst/>
            <a:ahLst/>
            <a:rect l="0" t="0" r="r" b="b"/>
            <a:pathLst>
              <a:path fill="none" w="1441" h="2815">
                <a:moveTo>
                  <a:pt x="0" y="0"/>
                </a:moveTo>
                <a:lnTo>
                  <a:pt x="205" y="461"/>
                </a:lnTo>
                <a:cubicBezTo>
                  <a:pt x="410" y="922"/>
                  <a:pt x="822" y="1845"/>
                  <a:pt x="1062" y="2314"/>
                </a:cubicBezTo>
                <a:cubicBezTo>
                  <a:pt x="1302" y="2783"/>
                  <a:pt x="1371" y="2799"/>
                  <a:pt x="1406" y="2807"/>
                </a:cubicBezTo>
                <a:lnTo>
                  <a:pt x="1441" y="281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74400"/>
            <a:ext cx="31320" cy="28080"/>
          </a:xfrm>
          <a:custGeom>
            <a:avLst/>
            <a:gdLst/>
            <a:ahLst/>
            <a:rect l="0" t="0" r="r" b="b"/>
            <a:pathLst>
              <a:path w="87" h="78">
                <a:moveTo>
                  <a:pt x="18" y="0"/>
                </a:moveTo>
                <a:lnTo>
                  <a:pt x="87" y="57"/>
                </a:lnTo>
                <a:lnTo>
                  <a:pt x="0" y="78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71880"/>
            <a:ext cx="36360" cy="32400"/>
          </a:xfrm>
          <a:custGeom>
            <a:avLst/>
            <a:gdLst/>
            <a:ahLst/>
            <a:rect l="0" t="0" r="r" b="b"/>
            <a:pathLst>
              <a:path w="101" h="90">
                <a:moveTo>
                  <a:pt x="32" y="9"/>
                </a:moveTo>
                <a:lnTo>
                  <a:pt x="38" y="14"/>
                </a:lnTo>
                <a:lnTo>
                  <a:pt x="33" y="20"/>
                </a:lnTo>
                <a:lnTo>
                  <a:pt x="27" y="15"/>
                </a:lnTo>
                <a:lnTo>
                  <a:pt x="32" y="9"/>
                </a:lnTo>
                <a:moveTo>
                  <a:pt x="38" y="14"/>
                </a:moveTo>
                <a:lnTo>
                  <a:pt x="44" y="19"/>
                </a:lnTo>
                <a:lnTo>
                  <a:pt x="39" y="25"/>
                </a:lnTo>
                <a:lnTo>
                  <a:pt x="33" y="20"/>
                </a:lnTo>
                <a:lnTo>
                  <a:pt x="38" y="14"/>
                </a:lnTo>
                <a:moveTo>
                  <a:pt x="44" y="19"/>
                </a:moveTo>
                <a:lnTo>
                  <a:pt x="50" y="24"/>
                </a:lnTo>
                <a:lnTo>
                  <a:pt x="45" y="30"/>
                </a:lnTo>
                <a:lnTo>
                  <a:pt x="39" y="25"/>
                </a:lnTo>
                <a:lnTo>
                  <a:pt x="44" y="19"/>
                </a:lnTo>
                <a:moveTo>
                  <a:pt x="50" y="24"/>
                </a:moveTo>
                <a:lnTo>
                  <a:pt x="56" y="29"/>
                </a:lnTo>
                <a:lnTo>
                  <a:pt x="51" y="35"/>
                </a:lnTo>
                <a:lnTo>
                  <a:pt x="45" y="30"/>
                </a:lnTo>
                <a:lnTo>
                  <a:pt x="50" y="24"/>
                </a:lnTo>
                <a:moveTo>
                  <a:pt x="56" y="29"/>
                </a:moveTo>
                <a:lnTo>
                  <a:pt x="62" y="34"/>
                </a:lnTo>
                <a:lnTo>
                  <a:pt x="57" y="40"/>
                </a:lnTo>
                <a:lnTo>
                  <a:pt x="51" y="35"/>
                </a:lnTo>
                <a:lnTo>
                  <a:pt x="56" y="29"/>
                </a:lnTo>
                <a:moveTo>
                  <a:pt x="62" y="34"/>
                </a:moveTo>
                <a:lnTo>
                  <a:pt x="69" y="39"/>
                </a:lnTo>
                <a:lnTo>
                  <a:pt x="63" y="45"/>
                </a:lnTo>
                <a:lnTo>
                  <a:pt x="57" y="40"/>
                </a:lnTo>
                <a:lnTo>
                  <a:pt x="62" y="34"/>
                </a:lnTo>
                <a:moveTo>
                  <a:pt x="69" y="39"/>
                </a:moveTo>
                <a:lnTo>
                  <a:pt x="75" y="44"/>
                </a:lnTo>
                <a:lnTo>
                  <a:pt x="70" y="50"/>
                </a:lnTo>
                <a:lnTo>
                  <a:pt x="63" y="45"/>
                </a:lnTo>
                <a:lnTo>
                  <a:pt x="69" y="39"/>
                </a:lnTo>
                <a:moveTo>
                  <a:pt x="75" y="44"/>
                </a:moveTo>
                <a:lnTo>
                  <a:pt x="81" y="49"/>
                </a:lnTo>
                <a:lnTo>
                  <a:pt x="76" y="55"/>
                </a:lnTo>
                <a:lnTo>
                  <a:pt x="70" y="50"/>
                </a:lnTo>
                <a:lnTo>
                  <a:pt x="75" y="44"/>
                </a:lnTo>
                <a:moveTo>
                  <a:pt x="81" y="49"/>
                </a:moveTo>
                <a:lnTo>
                  <a:pt x="87" y="54"/>
                </a:lnTo>
                <a:lnTo>
                  <a:pt x="82" y="61"/>
                </a:lnTo>
                <a:lnTo>
                  <a:pt x="76" y="55"/>
                </a:lnTo>
                <a:lnTo>
                  <a:pt x="81" y="49"/>
                </a:lnTo>
                <a:moveTo>
                  <a:pt x="87" y="54"/>
                </a:moveTo>
                <a:lnTo>
                  <a:pt x="93" y="60"/>
                </a:lnTo>
                <a:lnTo>
                  <a:pt x="88" y="66"/>
                </a:lnTo>
                <a:lnTo>
                  <a:pt x="82" y="61"/>
                </a:lnTo>
                <a:lnTo>
                  <a:pt x="87" y="54"/>
                </a:lnTo>
                <a:moveTo>
                  <a:pt x="93" y="60"/>
                </a:moveTo>
                <a:lnTo>
                  <a:pt x="101" y="66"/>
                </a:lnTo>
                <a:lnTo>
                  <a:pt x="87" y="69"/>
                </a:lnTo>
                <a:lnTo>
                  <a:pt x="85" y="62"/>
                </a:lnTo>
                <a:lnTo>
                  <a:pt x="91" y="60"/>
                </a:lnTo>
                <a:lnTo>
                  <a:pt x="92" y="64"/>
                </a:lnTo>
                <a:lnTo>
                  <a:pt x="89" y="67"/>
                </a:lnTo>
                <a:lnTo>
                  <a:pt x="88" y="66"/>
                </a:lnTo>
                <a:lnTo>
                  <a:pt x="93" y="60"/>
                </a:lnTo>
                <a:moveTo>
                  <a:pt x="87" y="69"/>
                </a:moveTo>
                <a:lnTo>
                  <a:pt x="79" y="71"/>
                </a:lnTo>
                <a:lnTo>
                  <a:pt x="77" y="64"/>
                </a:lnTo>
                <a:lnTo>
                  <a:pt x="85" y="62"/>
                </a:lnTo>
                <a:lnTo>
                  <a:pt x="87" y="69"/>
                </a:lnTo>
                <a:moveTo>
                  <a:pt x="79" y="71"/>
                </a:moveTo>
                <a:lnTo>
                  <a:pt x="71" y="73"/>
                </a:lnTo>
                <a:lnTo>
                  <a:pt x="69" y="65"/>
                </a:lnTo>
                <a:lnTo>
                  <a:pt x="77" y="64"/>
                </a:lnTo>
                <a:lnTo>
                  <a:pt x="79" y="71"/>
                </a:lnTo>
                <a:moveTo>
                  <a:pt x="71" y="73"/>
                </a:moveTo>
                <a:lnTo>
                  <a:pt x="63" y="75"/>
                </a:lnTo>
                <a:lnTo>
                  <a:pt x="61" y="67"/>
                </a:lnTo>
                <a:lnTo>
                  <a:pt x="69" y="65"/>
                </a:lnTo>
                <a:lnTo>
                  <a:pt x="71" y="73"/>
                </a:lnTo>
                <a:moveTo>
                  <a:pt x="63" y="75"/>
                </a:moveTo>
                <a:lnTo>
                  <a:pt x="55" y="77"/>
                </a:lnTo>
                <a:lnTo>
                  <a:pt x="53" y="69"/>
                </a:lnTo>
                <a:lnTo>
                  <a:pt x="61" y="67"/>
                </a:lnTo>
                <a:lnTo>
                  <a:pt x="63" y="75"/>
                </a:lnTo>
                <a:moveTo>
                  <a:pt x="55" y="77"/>
                </a:moveTo>
                <a:lnTo>
                  <a:pt x="47" y="79"/>
                </a:lnTo>
                <a:lnTo>
                  <a:pt x="45" y="71"/>
                </a:lnTo>
                <a:lnTo>
                  <a:pt x="53" y="69"/>
                </a:lnTo>
                <a:lnTo>
                  <a:pt x="55" y="77"/>
                </a:lnTo>
                <a:moveTo>
                  <a:pt x="47" y="79"/>
                </a:moveTo>
                <a:lnTo>
                  <a:pt x="40" y="80"/>
                </a:lnTo>
                <a:lnTo>
                  <a:pt x="38" y="73"/>
                </a:lnTo>
                <a:lnTo>
                  <a:pt x="45" y="71"/>
                </a:lnTo>
                <a:lnTo>
                  <a:pt x="47" y="79"/>
                </a:lnTo>
                <a:moveTo>
                  <a:pt x="40" y="80"/>
                </a:moveTo>
                <a:lnTo>
                  <a:pt x="32" y="82"/>
                </a:lnTo>
                <a:lnTo>
                  <a:pt x="30" y="75"/>
                </a:lnTo>
                <a:lnTo>
                  <a:pt x="38" y="73"/>
                </a:lnTo>
                <a:lnTo>
                  <a:pt x="40" y="80"/>
                </a:lnTo>
                <a:moveTo>
                  <a:pt x="32" y="82"/>
                </a:moveTo>
                <a:lnTo>
                  <a:pt x="24" y="84"/>
                </a:lnTo>
                <a:lnTo>
                  <a:pt x="22" y="76"/>
                </a:lnTo>
                <a:lnTo>
                  <a:pt x="30" y="75"/>
                </a:lnTo>
                <a:lnTo>
                  <a:pt x="32" y="82"/>
                </a:lnTo>
                <a:moveTo>
                  <a:pt x="24" y="84"/>
                </a:moveTo>
                <a:lnTo>
                  <a:pt x="17" y="86"/>
                </a:lnTo>
                <a:lnTo>
                  <a:pt x="15" y="78"/>
                </a:lnTo>
                <a:lnTo>
                  <a:pt x="22" y="76"/>
                </a:lnTo>
                <a:lnTo>
                  <a:pt x="24" y="84"/>
                </a:lnTo>
                <a:moveTo>
                  <a:pt x="17" y="86"/>
                </a:moveTo>
                <a:lnTo>
                  <a:pt x="9" y="88"/>
                </a:lnTo>
                <a:lnTo>
                  <a:pt x="7" y="80"/>
                </a:lnTo>
                <a:lnTo>
                  <a:pt x="15" y="78"/>
                </a:lnTo>
                <a:lnTo>
                  <a:pt x="17" y="86"/>
                </a:lnTo>
                <a:moveTo>
                  <a:pt x="9" y="88"/>
                </a:moveTo>
                <a:lnTo>
                  <a:pt x="0" y="90"/>
                </a:lnTo>
                <a:lnTo>
                  <a:pt x="3" y="79"/>
                </a:lnTo>
                <a:lnTo>
                  <a:pt x="10" y="80"/>
                </a:lnTo>
                <a:lnTo>
                  <a:pt x="9" y="85"/>
                </a:lnTo>
                <a:lnTo>
                  <a:pt x="5" y="85"/>
                </a:lnTo>
                <a:lnTo>
                  <a:pt x="4" y="81"/>
                </a:lnTo>
                <a:lnTo>
                  <a:pt x="7" y="80"/>
                </a:lnTo>
                <a:lnTo>
                  <a:pt x="9" y="88"/>
                </a:lnTo>
                <a:moveTo>
                  <a:pt x="3" y="79"/>
                </a:moveTo>
                <a:lnTo>
                  <a:pt x="4" y="71"/>
                </a:lnTo>
                <a:lnTo>
                  <a:pt x="12" y="73"/>
                </a:lnTo>
                <a:lnTo>
                  <a:pt x="10" y="80"/>
                </a:lnTo>
                <a:lnTo>
                  <a:pt x="3" y="79"/>
                </a:lnTo>
                <a:moveTo>
                  <a:pt x="4" y="71"/>
                </a:moveTo>
                <a:lnTo>
                  <a:pt x="6" y="63"/>
                </a:lnTo>
                <a:lnTo>
                  <a:pt x="14" y="65"/>
                </a:lnTo>
                <a:lnTo>
                  <a:pt x="12" y="73"/>
                </a:lnTo>
                <a:lnTo>
                  <a:pt x="4" y="71"/>
                </a:lnTo>
                <a:moveTo>
                  <a:pt x="6" y="63"/>
                </a:moveTo>
                <a:lnTo>
                  <a:pt x="8" y="55"/>
                </a:lnTo>
                <a:lnTo>
                  <a:pt x="16" y="57"/>
                </a:lnTo>
                <a:lnTo>
                  <a:pt x="14" y="65"/>
                </a:lnTo>
                <a:lnTo>
                  <a:pt x="6" y="63"/>
                </a:lnTo>
                <a:moveTo>
                  <a:pt x="8" y="55"/>
                </a:moveTo>
                <a:lnTo>
                  <a:pt x="10" y="47"/>
                </a:lnTo>
                <a:lnTo>
                  <a:pt x="17" y="49"/>
                </a:lnTo>
                <a:lnTo>
                  <a:pt x="16" y="57"/>
                </a:lnTo>
                <a:lnTo>
                  <a:pt x="8" y="55"/>
                </a:lnTo>
                <a:moveTo>
                  <a:pt x="10" y="47"/>
                </a:moveTo>
                <a:lnTo>
                  <a:pt x="11" y="39"/>
                </a:lnTo>
                <a:lnTo>
                  <a:pt x="19" y="41"/>
                </a:lnTo>
                <a:lnTo>
                  <a:pt x="17" y="49"/>
                </a:lnTo>
                <a:lnTo>
                  <a:pt x="10" y="47"/>
                </a:lnTo>
                <a:moveTo>
                  <a:pt x="11" y="39"/>
                </a:moveTo>
                <a:lnTo>
                  <a:pt x="13" y="32"/>
                </a:lnTo>
                <a:lnTo>
                  <a:pt x="21" y="33"/>
                </a:lnTo>
                <a:lnTo>
                  <a:pt x="19" y="41"/>
                </a:lnTo>
                <a:lnTo>
                  <a:pt x="11" y="39"/>
                </a:lnTo>
                <a:moveTo>
                  <a:pt x="13" y="32"/>
                </a:moveTo>
                <a:lnTo>
                  <a:pt x="15" y="24"/>
                </a:lnTo>
                <a:lnTo>
                  <a:pt x="23" y="26"/>
                </a:lnTo>
                <a:lnTo>
                  <a:pt x="21" y="33"/>
                </a:lnTo>
                <a:lnTo>
                  <a:pt x="13" y="32"/>
                </a:lnTo>
                <a:moveTo>
                  <a:pt x="15" y="24"/>
                </a:moveTo>
                <a:lnTo>
                  <a:pt x="17" y="16"/>
                </a:lnTo>
                <a:lnTo>
                  <a:pt x="25" y="18"/>
                </a:lnTo>
                <a:lnTo>
                  <a:pt x="23" y="26"/>
                </a:lnTo>
                <a:lnTo>
                  <a:pt x="15" y="24"/>
                </a:lnTo>
                <a:moveTo>
                  <a:pt x="17" y="16"/>
                </a:moveTo>
                <a:lnTo>
                  <a:pt x="19" y="9"/>
                </a:lnTo>
                <a:lnTo>
                  <a:pt x="26" y="10"/>
                </a:lnTo>
                <a:lnTo>
                  <a:pt x="25" y="18"/>
                </a:lnTo>
                <a:lnTo>
                  <a:pt x="17" y="16"/>
                </a:lnTo>
                <a:moveTo>
                  <a:pt x="19" y="9"/>
                </a:moveTo>
                <a:lnTo>
                  <a:pt x="21" y="0"/>
                </a:lnTo>
                <a:lnTo>
                  <a:pt x="32" y="9"/>
                </a:lnTo>
                <a:lnTo>
                  <a:pt x="27" y="15"/>
                </a:lnTo>
                <a:lnTo>
                  <a:pt x="21" y="10"/>
                </a:lnTo>
                <a:lnTo>
                  <a:pt x="23" y="7"/>
                </a:lnTo>
                <a:lnTo>
                  <a:pt x="27" y="8"/>
                </a:lnTo>
                <a:lnTo>
                  <a:pt x="26" y="10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153240" y="2510640"/>
            <a:ext cx="494640" cy="724320"/>
          </a:xfrm>
          <a:custGeom>
            <a:avLst/>
            <a:gdLst/>
            <a:ahLst/>
            <a:rect l="0" t="0" r="r" b="b"/>
            <a:pathLst>
              <a:path fill="none" w="1374" h="2012">
                <a:moveTo>
                  <a:pt x="0" y="0"/>
                </a:moveTo>
                <a:lnTo>
                  <a:pt x="181" y="336"/>
                </a:lnTo>
                <a:cubicBezTo>
                  <a:pt x="362" y="671"/>
                  <a:pt x="723" y="1341"/>
                  <a:pt x="952" y="1676"/>
                </a:cubicBezTo>
                <a:cubicBezTo>
                  <a:pt x="1180" y="2012"/>
                  <a:pt x="1277" y="2012"/>
                  <a:pt x="1326" y="2012"/>
                </a:cubicBezTo>
                <a:lnTo>
                  <a:pt x="1374" y="2012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33480" y="3220200"/>
            <a:ext cx="28440" cy="28800"/>
          </a:xfrm>
          <a:custGeom>
            <a:avLst/>
            <a:gdLst/>
            <a:ahLst/>
            <a:rect l="0" t="0" r="r" b="b"/>
            <a:pathLst>
              <a:path w="79" h="80">
                <a:moveTo>
                  <a:pt x="0" y="0"/>
                </a:moveTo>
                <a:lnTo>
                  <a:pt x="79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632040" y="32180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2" y="6"/>
                </a:moveTo>
                <a:lnTo>
                  <a:pt x="19" y="10"/>
                </a:lnTo>
                <a:lnTo>
                  <a:pt x="16" y="17"/>
                </a:lnTo>
                <a:lnTo>
                  <a:pt x="9" y="13"/>
                </a:lnTo>
                <a:lnTo>
                  <a:pt x="12" y="6"/>
                </a:lnTo>
                <a:moveTo>
                  <a:pt x="19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19" y="10"/>
                </a:lnTo>
                <a:moveTo>
                  <a:pt x="27" y="13"/>
                </a:moveTo>
                <a:lnTo>
                  <a:pt x="34" y="17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7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0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7"/>
                </a:lnTo>
                <a:lnTo>
                  <a:pt x="79" y="53"/>
                </a:lnTo>
                <a:lnTo>
                  <a:pt x="76" y="46"/>
                </a:lnTo>
                <a:lnTo>
                  <a:pt x="82" y="43"/>
                </a:lnTo>
                <a:lnTo>
                  <a:pt x="83" y="47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79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4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4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4"/>
                </a:lnTo>
                <a:moveTo>
                  <a:pt x="50" y="67"/>
                </a:moveTo>
                <a:lnTo>
                  <a:pt x="43" y="71"/>
                </a:lnTo>
                <a:lnTo>
                  <a:pt x="40" y="64"/>
                </a:lnTo>
                <a:lnTo>
                  <a:pt x="47" y="60"/>
                </a:lnTo>
                <a:lnTo>
                  <a:pt x="50" y="67"/>
                </a:lnTo>
                <a:moveTo>
                  <a:pt x="43" y="71"/>
                </a:moveTo>
                <a:lnTo>
                  <a:pt x="36" y="74"/>
                </a:lnTo>
                <a:lnTo>
                  <a:pt x="33" y="67"/>
                </a:lnTo>
                <a:lnTo>
                  <a:pt x="40" y="64"/>
                </a:lnTo>
                <a:lnTo>
                  <a:pt x="43" y="71"/>
                </a:lnTo>
                <a:moveTo>
                  <a:pt x="36" y="74"/>
                </a:moveTo>
                <a:lnTo>
                  <a:pt x="29" y="78"/>
                </a:lnTo>
                <a:lnTo>
                  <a:pt x="26" y="71"/>
                </a:lnTo>
                <a:lnTo>
                  <a:pt x="33" y="67"/>
                </a:lnTo>
                <a:lnTo>
                  <a:pt x="36" y="74"/>
                </a:lnTo>
                <a:moveTo>
                  <a:pt x="29" y="78"/>
                </a:moveTo>
                <a:lnTo>
                  <a:pt x="22" y="81"/>
                </a:lnTo>
                <a:lnTo>
                  <a:pt x="18" y="74"/>
                </a:lnTo>
                <a:lnTo>
                  <a:pt x="26" y="71"/>
                </a:lnTo>
                <a:lnTo>
                  <a:pt x="29" y="78"/>
                </a:lnTo>
                <a:moveTo>
                  <a:pt x="22" y="81"/>
                </a:moveTo>
                <a:lnTo>
                  <a:pt x="15" y="85"/>
                </a:lnTo>
                <a:lnTo>
                  <a:pt x="11" y="78"/>
                </a:lnTo>
                <a:lnTo>
                  <a:pt x="18" y="74"/>
                </a:lnTo>
                <a:lnTo>
                  <a:pt x="22" y="81"/>
                </a:lnTo>
                <a:moveTo>
                  <a:pt x="15" y="85"/>
                </a:moveTo>
                <a:lnTo>
                  <a:pt x="8" y="88"/>
                </a:lnTo>
                <a:lnTo>
                  <a:pt x="4" y="81"/>
                </a:lnTo>
                <a:lnTo>
                  <a:pt x="11" y="78"/>
                </a:lnTo>
                <a:lnTo>
                  <a:pt x="15" y="85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4"/>
                </a:lnTo>
                <a:lnTo>
                  <a:pt x="8" y="34"/>
                </a:lnTo>
                <a:lnTo>
                  <a:pt x="8" y="41"/>
                </a:lnTo>
                <a:lnTo>
                  <a:pt x="0" y="41"/>
                </a:lnTo>
                <a:moveTo>
                  <a:pt x="0" y="34"/>
                </a:moveTo>
                <a:lnTo>
                  <a:pt x="0" y="26"/>
                </a:lnTo>
                <a:lnTo>
                  <a:pt x="8" y="26"/>
                </a:lnTo>
                <a:lnTo>
                  <a:pt x="8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24480" y="3229560"/>
            <a:ext cx="193680" cy="5400"/>
          </a:xfrm>
          <a:custGeom>
            <a:avLst/>
            <a:gdLst/>
            <a:ahLst/>
            <a:rect l="0" t="0" r="r" b="b"/>
            <a:pathLst>
              <a:path fill="none" w="538" h="15">
                <a:moveTo>
                  <a:pt x="0" y="15"/>
                </a:moveTo>
                <a:lnTo>
                  <a:pt x="56" y="15"/>
                </a:lnTo>
                <a:cubicBezTo>
                  <a:pt x="111" y="15"/>
                  <a:pt x="221" y="15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702680" y="32162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4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700880" y="321408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9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9"/>
                </a:moveTo>
                <a:lnTo>
                  <a:pt x="28" y="12"/>
                </a:lnTo>
                <a:lnTo>
                  <a:pt x="25" y="19"/>
                </a:lnTo>
                <a:lnTo>
                  <a:pt x="18" y="16"/>
                </a:lnTo>
                <a:lnTo>
                  <a:pt x="21" y="9"/>
                </a:lnTo>
                <a:moveTo>
                  <a:pt x="28" y="12"/>
                </a:moveTo>
                <a:lnTo>
                  <a:pt x="35" y="15"/>
                </a:lnTo>
                <a:lnTo>
                  <a:pt x="32" y="22"/>
                </a:lnTo>
                <a:lnTo>
                  <a:pt x="25" y="19"/>
                </a:lnTo>
                <a:lnTo>
                  <a:pt x="28" y="12"/>
                </a:lnTo>
                <a:moveTo>
                  <a:pt x="35" y="15"/>
                </a:moveTo>
                <a:lnTo>
                  <a:pt x="43" y="18"/>
                </a:lnTo>
                <a:lnTo>
                  <a:pt x="40" y="25"/>
                </a:lnTo>
                <a:lnTo>
                  <a:pt x="32" y="22"/>
                </a:lnTo>
                <a:lnTo>
                  <a:pt x="35" y="15"/>
                </a:lnTo>
                <a:moveTo>
                  <a:pt x="43" y="18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8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1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4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3"/>
                </a:lnTo>
                <a:lnTo>
                  <a:pt x="14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3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2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2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2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7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9"/>
                </a:lnTo>
                <a:lnTo>
                  <a:pt x="9" y="17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5624640" y="337428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3" y="16"/>
                </a:lnTo>
                <a:cubicBezTo>
                  <a:pt x="84" y="32"/>
                  <a:pt x="166" y="65"/>
                  <a:pt x="241" y="81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5774040" y="3395160"/>
            <a:ext cx="28440" cy="28440"/>
          </a:xfrm>
          <a:custGeom>
            <a:avLst/>
            <a:gdLst/>
            <a:ahLst/>
            <a:rect l="0" t="0" r="r" b="b"/>
            <a:pathLst>
              <a:path w="79" h="79">
                <a:moveTo>
                  <a:pt x="0" y="0"/>
                </a:moveTo>
                <a:lnTo>
                  <a:pt x="79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5772600" y="3392640"/>
            <a:ext cx="33120" cy="33480"/>
          </a:xfrm>
          <a:custGeom>
            <a:avLst/>
            <a:gdLst/>
            <a:ahLst/>
            <a:rect l="0" t="0" r="r" b="b"/>
            <a:pathLst>
              <a:path w="92" h="93">
                <a:moveTo>
                  <a:pt x="12" y="7"/>
                </a:moveTo>
                <a:lnTo>
                  <a:pt x="19" y="10"/>
                </a:lnTo>
                <a:lnTo>
                  <a:pt x="16" y="17"/>
                </a:lnTo>
                <a:lnTo>
                  <a:pt x="9" y="14"/>
                </a:lnTo>
                <a:lnTo>
                  <a:pt x="12" y="7"/>
                </a:lnTo>
                <a:moveTo>
                  <a:pt x="19" y="10"/>
                </a:moveTo>
                <a:lnTo>
                  <a:pt x="26" y="14"/>
                </a:lnTo>
                <a:lnTo>
                  <a:pt x="23" y="21"/>
                </a:lnTo>
                <a:lnTo>
                  <a:pt x="16" y="17"/>
                </a:lnTo>
                <a:lnTo>
                  <a:pt x="19" y="10"/>
                </a:lnTo>
                <a:moveTo>
                  <a:pt x="26" y="14"/>
                </a:moveTo>
                <a:lnTo>
                  <a:pt x="34" y="17"/>
                </a:lnTo>
                <a:lnTo>
                  <a:pt x="31" y="24"/>
                </a:lnTo>
                <a:lnTo>
                  <a:pt x="23" y="21"/>
                </a:lnTo>
                <a:lnTo>
                  <a:pt x="26" y="14"/>
                </a:lnTo>
                <a:moveTo>
                  <a:pt x="34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4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59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6" y="42"/>
                </a:lnTo>
                <a:lnTo>
                  <a:pt x="59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3" y="45"/>
                </a:lnTo>
                <a:lnTo>
                  <a:pt x="66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0" y="49"/>
                </a:lnTo>
                <a:lnTo>
                  <a:pt x="73" y="45"/>
                </a:lnTo>
                <a:lnTo>
                  <a:pt x="77" y="38"/>
                </a:lnTo>
                <a:moveTo>
                  <a:pt x="84" y="42"/>
                </a:moveTo>
                <a:lnTo>
                  <a:pt x="92" y="46"/>
                </a:lnTo>
                <a:lnTo>
                  <a:pt x="79" y="52"/>
                </a:lnTo>
                <a:lnTo>
                  <a:pt x="76" y="45"/>
                </a:lnTo>
                <a:lnTo>
                  <a:pt x="82" y="43"/>
                </a:lnTo>
                <a:lnTo>
                  <a:pt x="83" y="46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2"/>
                </a:moveTo>
                <a:lnTo>
                  <a:pt x="72" y="56"/>
                </a:lnTo>
                <a:lnTo>
                  <a:pt x="69" y="49"/>
                </a:lnTo>
                <a:lnTo>
                  <a:pt x="76" y="45"/>
                </a:lnTo>
                <a:lnTo>
                  <a:pt x="79" y="52"/>
                </a:lnTo>
                <a:moveTo>
                  <a:pt x="72" y="56"/>
                </a:moveTo>
                <a:lnTo>
                  <a:pt x="65" y="59"/>
                </a:lnTo>
                <a:lnTo>
                  <a:pt x="62" y="52"/>
                </a:lnTo>
                <a:lnTo>
                  <a:pt x="69" y="49"/>
                </a:lnTo>
                <a:lnTo>
                  <a:pt x="72" y="56"/>
                </a:lnTo>
                <a:moveTo>
                  <a:pt x="65" y="59"/>
                </a:moveTo>
                <a:lnTo>
                  <a:pt x="58" y="63"/>
                </a:lnTo>
                <a:lnTo>
                  <a:pt x="55" y="56"/>
                </a:lnTo>
                <a:lnTo>
                  <a:pt x="62" y="52"/>
                </a:lnTo>
                <a:lnTo>
                  <a:pt x="65" y="59"/>
                </a:lnTo>
                <a:moveTo>
                  <a:pt x="58" y="63"/>
                </a:moveTo>
                <a:lnTo>
                  <a:pt x="51" y="67"/>
                </a:lnTo>
                <a:lnTo>
                  <a:pt x="48" y="59"/>
                </a:lnTo>
                <a:lnTo>
                  <a:pt x="55" y="56"/>
                </a:lnTo>
                <a:lnTo>
                  <a:pt x="58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59"/>
                </a:lnTo>
                <a:lnTo>
                  <a:pt x="51" y="67"/>
                </a:lnTo>
                <a:moveTo>
                  <a:pt x="44" y="70"/>
                </a:moveTo>
                <a:lnTo>
                  <a:pt x="37" y="74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4"/>
                </a:moveTo>
                <a:lnTo>
                  <a:pt x="30" y="77"/>
                </a:lnTo>
                <a:lnTo>
                  <a:pt x="25" y="70"/>
                </a:lnTo>
                <a:lnTo>
                  <a:pt x="34" y="67"/>
                </a:lnTo>
                <a:lnTo>
                  <a:pt x="37" y="74"/>
                </a:lnTo>
                <a:moveTo>
                  <a:pt x="30" y="77"/>
                </a:moveTo>
                <a:lnTo>
                  <a:pt x="22" y="81"/>
                </a:lnTo>
                <a:lnTo>
                  <a:pt x="18" y="74"/>
                </a:lnTo>
                <a:lnTo>
                  <a:pt x="25" y="70"/>
                </a:lnTo>
                <a:lnTo>
                  <a:pt x="30" y="77"/>
                </a:lnTo>
                <a:moveTo>
                  <a:pt x="22" y="81"/>
                </a:moveTo>
                <a:lnTo>
                  <a:pt x="15" y="84"/>
                </a:lnTo>
                <a:lnTo>
                  <a:pt x="11" y="77"/>
                </a:lnTo>
                <a:lnTo>
                  <a:pt x="18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9"/>
                </a:lnTo>
                <a:lnTo>
                  <a:pt x="4" y="81"/>
                </a:lnTo>
                <a:lnTo>
                  <a:pt x="11" y="77"/>
                </a:lnTo>
                <a:lnTo>
                  <a:pt x="15" y="84"/>
                </a:lnTo>
                <a:moveTo>
                  <a:pt x="8" y="89"/>
                </a:moveTo>
                <a:lnTo>
                  <a:pt x="0" y="93"/>
                </a:lnTo>
                <a:lnTo>
                  <a:pt x="0" y="80"/>
                </a:lnTo>
                <a:lnTo>
                  <a:pt x="7" y="80"/>
                </a:lnTo>
                <a:lnTo>
                  <a:pt x="7" y="85"/>
                </a:lnTo>
                <a:lnTo>
                  <a:pt x="4" y="85"/>
                </a:lnTo>
                <a:lnTo>
                  <a:pt x="2" y="82"/>
                </a:lnTo>
                <a:lnTo>
                  <a:pt x="4" y="81"/>
                </a:lnTo>
                <a:lnTo>
                  <a:pt x="8" y="89"/>
                </a:lnTo>
                <a:moveTo>
                  <a:pt x="0" y="80"/>
                </a:moveTo>
                <a:lnTo>
                  <a:pt x="0" y="73"/>
                </a:lnTo>
                <a:lnTo>
                  <a:pt x="7" y="73"/>
                </a:lnTo>
                <a:lnTo>
                  <a:pt x="7" y="80"/>
                </a:lnTo>
                <a:lnTo>
                  <a:pt x="0" y="80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7" y="57"/>
                </a:lnTo>
                <a:lnTo>
                  <a:pt x="7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7" y="49"/>
                </a:lnTo>
                <a:lnTo>
                  <a:pt x="7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7" y="41"/>
                </a:lnTo>
                <a:lnTo>
                  <a:pt x="7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7" y="33"/>
                </a:lnTo>
                <a:lnTo>
                  <a:pt x="7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7" y="25"/>
                </a:lnTo>
                <a:lnTo>
                  <a:pt x="7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7" y="9"/>
                </a:lnTo>
                <a:lnTo>
                  <a:pt x="7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7"/>
                </a:lnTo>
                <a:lnTo>
                  <a:pt x="9" y="14"/>
                </a:lnTo>
                <a:lnTo>
                  <a:pt x="2" y="10"/>
                </a:lnTo>
                <a:lnTo>
                  <a:pt x="4" y="7"/>
                </a:lnTo>
                <a:lnTo>
                  <a:pt x="7" y="7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470120" y="344664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7"/>
                  <a:pt x="320" y="465"/>
                  <a:pt x="486" y="353"/>
                </a:cubicBezTo>
                <a:cubicBezTo>
                  <a:pt x="651" y="242"/>
                  <a:pt x="822" y="122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807800" y="343836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4"/>
                </a:moveTo>
                <a:lnTo>
                  <a:pt x="88" y="0"/>
                </a:lnTo>
                <a:lnTo>
                  <a:pt x="45" y="79"/>
                </a:lnTo>
                <a:lnTo>
                  <a:pt x="0" y="14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805280" y="3436560"/>
            <a:ext cx="36720" cy="33120"/>
          </a:xfrm>
          <a:custGeom>
            <a:avLst/>
            <a:gdLst/>
            <a:ahLst/>
            <a:rect l="0" t="0" r="r" b="b"/>
            <a:pathLst>
              <a:path w="102" h="92">
                <a:moveTo>
                  <a:pt x="14" y="14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4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7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8"/>
                </a:lnTo>
                <a:lnTo>
                  <a:pt x="55" y="15"/>
                </a:lnTo>
                <a:lnTo>
                  <a:pt x="47" y="17"/>
                </a:lnTo>
                <a:lnTo>
                  <a:pt x="46" y="9"/>
                </a:lnTo>
                <a:moveTo>
                  <a:pt x="54" y="8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8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1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2"/>
                </a:lnTo>
                <a:lnTo>
                  <a:pt x="94" y="9"/>
                </a:lnTo>
                <a:lnTo>
                  <a:pt x="86" y="11"/>
                </a:lnTo>
                <a:lnTo>
                  <a:pt x="85" y="3"/>
                </a:lnTo>
                <a:moveTo>
                  <a:pt x="93" y="2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2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2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2"/>
                </a:moveTo>
                <a:lnTo>
                  <a:pt x="77" y="49"/>
                </a:lnTo>
                <a:lnTo>
                  <a:pt x="70" y="45"/>
                </a:lnTo>
                <a:lnTo>
                  <a:pt x="74" y="37"/>
                </a:lnTo>
                <a:lnTo>
                  <a:pt x="80" y="42"/>
                </a:lnTo>
                <a:moveTo>
                  <a:pt x="77" y="49"/>
                </a:moveTo>
                <a:lnTo>
                  <a:pt x="73" y="56"/>
                </a:lnTo>
                <a:lnTo>
                  <a:pt x="66" y="52"/>
                </a:lnTo>
                <a:lnTo>
                  <a:pt x="70" y="45"/>
                </a:lnTo>
                <a:lnTo>
                  <a:pt x="77" y="49"/>
                </a:lnTo>
                <a:moveTo>
                  <a:pt x="73" y="56"/>
                </a:moveTo>
                <a:lnTo>
                  <a:pt x="69" y="63"/>
                </a:lnTo>
                <a:lnTo>
                  <a:pt x="62" y="59"/>
                </a:lnTo>
                <a:lnTo>
                  <a:pt x="66" y="52"/>
                </a:lnTo>
                <a:lnTo>
                  <a:pt x="73" y="56"/>
                </a:lnTo>
                <a:moveTo>
                  <a:pt x="69" y="63"/>
                </a:moveTo>
                <a:lnTo>
                  <a:pt x="66" y="70"/>
                </a:lnTo>
                <a:lnTo>
                  <a:pt x="59" y="66"/>
                </a:lnTo>
                <a:lnTo>
                  <a:pt x="62" y="59"/>
                </a:lnTo>
                <a:lnTo>
                  <a:pt x="69" y="63"/>
                </a:lnTo>
                <a:moveTo>
                  <a:pt x="66" y="70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70"/>
                </a:lnTo>
                <a:moveTo>
                  <a:pt x="62" y="76"/>
                </a:moveTo>
                <a:lnTo>
                  <a:pt x="58" y="83"/>
                </a:lnTo>
                <a:lnTo>
                  <a:pt x="51" y="80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2"/>
                </a:lnTo>
                <a:lnTo>
                  <a:pt x="47" y="82"/>
                </a:lnTo>
                <a:lnTo>
                  <a:pt x="54" y="78"/>
                </a:lnTo>
                <a:lnTo>
                  <a:pt x="57" y="82"/>
                </a:lnTo>
                <a:lnTo>
                  <a:pt x="53" y="84"/>
                </a:lnTo>
                <a:lnTo>
                  <a:pt x="50" y="82"/>
                </a:lnTo>
                <a:lnTo>
                  <a:pt x="51" y="80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8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5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3" y="63"/>
                </a:lnTo>
                <a:lnTo>
                  <a:pt x="40" y="58"/>
                </a:lnTo>
                <a:lnTo>
                  <a:pt x="45" y="65"/>
                </a:lnTo>
                <a:lnTo>
                  <a:pt x="38" y="69"/>
                </a:lnTo>
                <a:moveTo>
                  <a:pt x="33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3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4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4"/>
                </a:moveTo>
                <a:lnTo>
                  <a:pt x="14" y="36"/>
                </a:lnTo>
                <a:lnTo>
                  <a:pt x="21" y="32"/>
                </a:lnTo>
                <a:lnTo>
                  <a:pt x="25" y="38"/>
                </a:lnTo>
                <a:lnTo>
                  <a:pt x="19" y="44"/>
                </a:lnTo>
                <a:moveTo>
                  <a:pt x="14" y="36"/>
                </a:moveTo>
                <a:lnTo>
                  <a:pt x="10" y="30"/>
                </a:lnTo>
                <a:lnTo>
                  <a:pt x="16" y="25"/>
                </a:lnTo>
                <a:lnTo>
                  <a:pt x="21" y="32"/>
                </a:lnTo>
                <a:lnTo>
                  <a:pt x="14" y="36"/>
                </a:lnTo>
                <a:moveTo>
                  <a:pt x="10" y="30"/>
                </a:moveTo>
                <a:lnTo>
                  <a:pt x="5" y="23"/>
                </a:lnTo>
                <a:lnTo>
                  <a:pt x="12" y="19"/>
                </a:lnTo>
                <a:lnTo>
                  <a:pt x="16" y="25"/>
                </a:lnTo>
                <a:lnTo>
                  <a:pt x="10" y="30"/>
                </a:lnTo>
                <a:moveTo>
                  <a:pt x="5" y="23"/>
                </a:moveTo>
                <a:lnTo>
                  <a:pt x="0" y="16"/>
                </a:lnTo>
                <a:lnTo>
                  <a:pt x="14" y="14"/>
                </a:lnTo>
                <a:lnTo>
                  <a:pt x="15" y="21"/>
                </a:lnTo>
                <a:lnTo>
                  <a:pt x="7" y="23"/>
                </a:lnTo>
                <a:lnTo>
                  <a:pt x="7" y="19"/>
                </a:lnTo>
                <a:lnTo>
                  <a:pt x="10" y="16"/>
                </a:lnTo>
                <a:lnTo>
                  <a:pt x="12" y="19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6724800" y="340920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2" y="0"/>
                </a:lnTo>
                <a:cubicBezTo>
                  <a:pt x="83" y="0"/>
                  <a:pt x="165" y="0"/>
                  <a:pt x="242" y="12"/>
                </a:cubicBezTo>
                <a:cubicBezTo>
                  <a:pt x="318" y="24"/>
                  <a:pt x="387" y="47"/>
                  <a:pt x="422" y="59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870960" y="34160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4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6868800" y="341352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39" y="10"/>
                </a:moveTo>
                <a:lnTo>
                  <a:pt x="45" y="16"/>
                </a:lnTo>
                <a:lnTo>
                  <a:pt x="39" y="22"/>
                </a:lnTo>
                <a:lnTo>
                  <a:pt x="34" y="16"/>
                </a:lnTo>
                <a:lnTo>
                  <a:pt x="39" y="10"/>
                </a:lnTo>
                <a:moveTo>
                  <a:pt x="45" y="16"/>
                </a:moveTo>
                <a:lnTo>
                  <a:pt x="50" y="22"/>
                </a:lnTo>
                <a:lnTo>
                  <a:pt x="45" y="28"/>
                </a:lnTo>
                <a:lnTo>
                  <a:pt x="39" y="22"/>
                </a:lnTo>
                <a:lnTo>
                  <a:pt x="45" y="16"/>
                </a:lnTo>
                <a:moveTo>
                  <a:pt x="50" y="22"/>
                </a:moveTo>
                <a:lnTo>
                  <a:pt x="56" y="28"/>
                </a:lnTo>
                <a:lnTo>
                  <a:pt x="50" y="33"/>
                </a:lnTo>
                <a:lnTo>
                  <a:pt x="45" y="28"/>
                </a:lnTo>
                <a:lnTo>
                  <a:pt x="50" y="22"/>
                </a:lnTo>
                <a:moveTo>
                  <a:pt x="56" y="28"/>
                </a:moveTo>
                <a:lnTo>
                  <a:pt x="63" y="33"/>
                </a:lnTo>
                <a:lnTo>
                  <a:pt x="56" y="39"/>
                </a:lnTo>
                <a:lnTo>
                  <a:pt x="50" y="33"/>
                </a:lnTo>
                <a:lnTo>
                  <a:pt x="56" y="28"/>
                </a:lnTo>
                <a:moveTo>
                  <a:pt x="63" y="33"/>
                </a:moveTo>
                <a:lnTo>
                  <a:pt x="68" y="39"/>
                </a:lnTo>
                <a:lnTo>
                  <a:pt x="63" y="44"/>
                </a:lnTo>
                <a:lnTo>
                  <a:pt x="56" y="39"/>
                </a:lnTo>
                <a:lnTo>
                  <a:pt x="63" y="33"/>
                </a:lnTo>
                <a:moveTo>
                  <a:pt x="68" y="39"/>
                </a:moveTo>
                <a:lnTo>
                  <a:pt x="74" y="44"/>
                </a:lnTo>
                <a:lnTo>
                  <a:pt x="68" y="50"/>
                </a:lnTo>
                <a:lnTo>
                  <a:pt x="63" y="44"/>
                </a:lnTo>
                <a:lnTo>
                  <a:pt x="68" y="39"/>
                </a:lnTo>
                <a:moveTo>
                  <a:pt x="74" y="44"/>
                </a:moveTo>
                <a:lnTo>
                  <a:pt x="79" y="50"/>
                </a:lnTo>
                <a:lnTo>
                  <a:pt x="74" y="56"/>
                </a:lnTo>
                <a:lnTo>
                  <a:pt x="68" y="50"/>
                </a:lnTo>
                <a:lnTo>
                  <a:pt x="74" y="44"/>
                </a:lnTo>
                <a:moveTo>
                  <a:pt x="79" y="50"/>
                </a:moveTo>
                <a:lnTo>
                  <a:pt x="85" y="56"/>
                </a:lnTo>
                <a:lnTo>
                  <a:pt x="79" y="61"/>
                </a:lnTo>
                <a:lnTo>
                  <a:pt x="74" y="56"/>
                </a:lnTo>
                <a:lnTo>
                  <a:pt x="79" y="50"/>
                </a:lnTo>
                <a:moveTo>
                  <a:pt x="85" y="56"/>
                </a:moveTo>
                <a:lnTo>
                  <a:pt x="91" y="61"/>
                </a:lnTo>
                <a:lnTo>
                  <a:pt x="85" y="67"/>
                </a:lnTo>
                <a:lnTo>
                  <a:pt x="79" y="61"/>
                </a:lnTo>
                <a:lnTo>
                  <a:pt x="85" y="56"/>
                </a:lnTo>
                <a:moveTo>
                  <a:pt x="91" y="61"/>
                </a:moveTo>
                <a:lnTo>
                  <a:pt x="96" y="67"/>
                </a:lnTo>
                <a:lnTo>
                  <a:pt x="91" y="72"/>
                </a:lnTo>
                <a:lnTo>
                  <a:pt x="85" y="67"/>
                </a:lnTo>
                <a:lnTo>
                  <a:pt x="91" y="61"/>
                </a:lnTo>
                <a:moveTo>
                  <a:pt x="96" y="67"/>
                </a:moveTo>
                <a:lnTo>
                  <a:pt x="103" y="73"/>
                </a:lnTo>
                <a:lnTo>
                  <a:pt x="89" y="75"/>
                </a:lnTo>
                <a:lnTo>
                  <a:pt x="87" y="68"/>
                </a:lnTo>
                <a:lnTo>
                  <a:pt x="94" y="67"/>
                </a:lnTo>
                <a:lnTo>
                  <a:pt x="94" y="71"/>
                </a:lnTo>
                <a:lnTo>
                  <a:pt x="92" y="73"/>
                </a:lnTo>
                <a:lnTo>
                  <a:pt x="91" y="72"/>
                </a:lnTo>
                <a:lnTo>
                  <a:pt x="96" y="67"/>
                </a:lnTo>
                <a:moveTo>
                  <a:pt x="89" y="75"/>
                </a:moveTo>
                <a:lnTo>
                  <a:pt x="81" y="76"/>
                </a:lnTo>
                <a:lnTo>
                  <a:pt x="80" y="69"/>
                </a:lnTo>
                <a:lnTo>
                  <a:pt x="87" y="68"/>
                </a:lnTo>
                <a:lnTo>
                  <a:pt x="89" y="75"/>
                </a:lnTo>
                <a:moveTo>
                  <a:pt x="81" y="76"/>
                </a:moveTo>
                <a:lnTo>
                  <a:pt x="73" y="78"/>
                </a:lnTo>
                <a:lnTo>
                  <a:pt x="72" y="70"/>
                </a:lnTo>
                <a:lnTo>
                  <a:pt x="80" y="69"/>
                </a:lnTo>
                <a:lnTo>
                  <a:pt x="81" y="76"/>
                </a:lnTo>
                <a:moveTo>
                  <a:pt x="73" y="78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8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1" y="82"/>
                </a:lnTo>
                <a:lnTo>
                  <a:pt x="40" y="74"/>
                </a:lnTo>
                <a:lnTo>
                  <a:pt x="47" y="73"/>
                </a:lnTo>
                <a:lnTo>
                  <a:pt x="48" y="81"/>
                </a:lnTo>
                <a:moveTo>
                  <a:pt x="41" y="82"/>
                </a:moveTo>
                <a:lnTo>
                  <a:pt x="33" y="83"/>
                </a:lnTo>
                <a:lnTo>
                  <a:pt x="32" y="75"/>
                </a:lnTo>
                <a:lnTo>
                  <a:pt x="40" y="74"/>
                </a:lnTo>
                <a:lnTo>
                  <a:pt x="41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7"/>
                </a:lnTo>
                <a:lnTo>
                  <a:pt x="32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6"/>
                </a:lnTo>
                <a:lnTo>
                  <a:pt x="16" y="78"/>
                </a:lnTo>
                <a:lnTo>
                  <a:pt x="24" y="77"/>
                </a:lnTo>
                <a:lnTo>
                  <a:pt x="25" y="84"/>
                </a:lnTo>
                <a:moveTo>
                  <a:pt x="17" y="86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6"/>
                </a:lnTo>
                <a:moveTo>
                  <a:pt x="9" y="87"/>
                </a:moveTo>
                <a:lnTo>
                  <a:pt x="0" y="88"/>
                </a:lnTo>
                <a:lnTo>
                  <a:pt x="4" y="77"/>
                </a:lnTo>
                <a:lnTo>
                  <a:pt x="11" y="80"/>
                </a:lnTo>
                <a:lnTo>
                  <a:pt x="10" y="84"/>
                </a:lnTo>
                <a:lnTo>
                  <a:pt x="6" y="83"/>
                </a:lnTo>
                <a:lnTo>
                  <a:pt x="6" y="79"/>
                </a:lnTo>
                <a:lnTo>
                  <a:pt x="8" y="79"/>
                </a:lnTo>
                <a:lnTo>
                  <a:pt x="9" y="87"/>
                </a:lnTo>
                <a:moveTo>
                  <a:pt x="4" y="77"/>
                </a:moveTo>
                <a:lnTo>
                  <a:pt x="6" y="70"/>
                </a:lnTo>
                <a:lnTo>
                  <a:pt x="14" y="72"/>
                </a:lnTo>
                <a:lnTo>
                  <a:pt x="11" y="80"/>
                </a:lnTo>
                <a:lnTo>
                  <a:pt x="4" y="77"/>
                </a:lnTo>
                <a:moveTo>
                  <a:pt x="6" y="70"/>
                </a:moveTo>
                <a:lnTo>
                  <a:pt x="9" y="62"/>
                </a:lnTo>
                <a:lnTo>
                  <a:pt x="16" y="65"/>
                </a:lnTo>
                <a:lnTo>
                  <a:pt x="14" y="72"/>
                </a:lnTo>
                <a:lnTo>
                  <a:pt x="6" y="70"/>
                </a:lnTo>
                <a:moveTo>
                  <a:pt x="9" y="62"/>
                </a:moveTo>
                <a:lnTo>
                  <a:pt x="11" y="55"/>
                </a:lnTo>
                <a:lnTo>
                  <a:pt x="19" y="57"/>
                </a:lnTo>
                <a:lnTo>
                  <a:pt x="16" y="65"/>
                </a:lnTo>
                <a:lnTo>
                  <a:pt x="9" y="62"/>
                </a:lnTo>
                <a:moveTo>
                  <a:pt x="11" y="55"/>
                </a:moveTo>
                <a:lnTo>
                  <a:pt x="14" y="47"/>
                </a:lnTo>
                <a:lnTo>
                  <a:pt x="21" y="50"/>
                </a:lnTo>
                <a:lnTo>
                  <a:pt x="19" y="57"/>
                </a:lnTo>
                <a:lnTo>
                  <a:pt x="11" y="55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50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5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5"/>
                </a:lnTo>
                <a:lnTo>
                  <a:pt x="29" y="27"/>
                </a:lnTo>
                <a:lnTo>
                  <a:pt x="26" y="35"/>
                </a:lnTo>
                <a:lnTo>
                  <a:pt x="19" y="32"/>
                </a:lnTo>
                <a:moveTo>
                  <a:pt x="21" y="25"/>
                </a:moveTo>
                <a:lnTo>
                  <a:pt x="24" y="16"/>
                </a:lnTo>
                <a:lnTo>
                  <a:pt x="31" y="19"/>
                </a:lnTo>
                <a:lnTo>
                  <a:pt x="29" y="27"/>
                </a:lnTo>
                <a:lnTo>
                  <a:pt x="21" y="25"/>
                </a:lnTo>
                <a:moveTo>
                  <a:pt x="24" y="16"/>
                </a:moveTo>
                <a:lnTo>
                  <a:pt x="26" y="9"/>
                </a:lnTo>
                <a:lnTo>
                  <a:pt x="34" y="11"/>
                </a:lnTo>
                <a:lnTo>
                  <a:pt x="31" y="19"/>
                </a:lnTo>
                <a:lnTo>
                  <a:pt x="24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4" y="16"/>
                </a:lnTo>
                <a:lnTo>
                  <a:pt x="28" y="10"/>
                </a:lnTo>
                <a:lnTo>
                  <a:pt x="31" y="7"/>
                </a:lnTo>
                <a:lnTo>
                  <a:pt x="35" y="9"/>
                </a:lnTo>
                <a:lnTo>
                  <a:pt x="34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554360" y="3735720"/>
            <a:ext cx="2334960" cy="50400"/>
          </a:xfrm>
          <a:custGeom>
            <a:avLst/>
            <a:gdLst/>
            <a:ahLst/>
            <a:rect l="0" t="0" r="r" b="b"/>
            <a:pathLst>
              <a:path fill="none" w="6486" h="140">
                <a:moveTo>
                  <a:pt x="0" y="140"/>
                </a:moveTo>
                <a:lnTo>
                  <a:pt x="41" y="128"/>
                </a:lnTo>
                <a:cubicBezTo>
                  <a:pt x="82" y="115"/>
                  <a:pt x="164" y="90"/>
                  <a:pt x="453" y="78"/>
                </a:cubicBezTo>
                <a:cubicBezTo>
                  <a:pt x="742" y="65"/>
                  <a:pt x="1238" y="65"/>
                  <a:pt x="1733" y="65"/>
                </a:cubicBezTo>
                <a:cubicBezTo>
                  <a:pt x="2229" y="65"/>
                  <a:pt x="2724" y="65"/>
                  <a:pt x="3227" y="65"/>
                </a:cubicBezTo>
                <a:cubicBezTo>
                  <a:pt x="3730" y="65"/>
                  <a:pt x="4240" y="65"/>
                  <a:pt x="4749" y="65"/>
                </a:cubicBezTo>
                <a:cubicBezTo>
                  <a:pt x="5258" y="65"/>
                  <a:pt x="5768" y="65"/>
                  <a:pt x="6057" y="54"/>
                </a:cubicBezTo>
                <a:cubicBezTo>
                  <a:pt x="6346" y="44"/>
                  <a:pt x="6416" y="22"/>
                  <a:pt x="6451" y="11"/>
                </a:cubicBezTo>
                <a:lnTo>
                  <a:pt x="64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72636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0" y="0"/>
                </a:moveTo>
                <a:lnTo>
                  <a:pt x="88" y="15"/>
                </a:lnTo>
                <a:lnTo>
                  <a:pt x="23" y="77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9160" y="37245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3"/>
                </a:moveTo>
                <a:lnTo>
                  <a:pt x="22" y="4"/>
                </a:lnTo>
                <a:lnTo>
                  <a:pt x="20" y="12"/>
                </a:lnTo>
                <a:lnTo>
                  <a:pt x="13" y="10"/>
                </a:lnTo>
                <a:lnTo>
                  <a:pt x="14" y="3"/>
                </a:lnTo>
                <a:moveTo>
                  <a:pt x="22" y="4"/>
                </a:moveTo>
                <a:lnTo>
                  <a:pt x="29" y="5"/>
                </a:lnTo>
                <a:lnTo>
                  <a:pt x="28" y="13"/>
                </a:lnTo>
                <a:lnTo>
                  <a:pt x="20" y="12"/>
                </a:lnTo>
                <a:lnTo>
                  <a:pt x="22" y="4"/>
                </a:lnTo>
                <a:moveTo>
                  <a:pt x="29" y="5"/>
                </a:moveTo>
                <a:lnTo>
                  <a:pt x="37" y="7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7"/>
                </a:moveTo>
                <a:lnTo>
                  <a:pt x="45" y="8"/>
                </a:lnTo>
                <a:lnTo>
                  <a:pt x="44" y="16"/>
                </a:lnTo>
                <a:lnTo>
                  <a:pt x="36" y="14"/>
                </a:lnTo>
                <a:lnTo>
                  <a:pt x="37" y="7"/>
                </a:lnTo>
                <a:moveTo>
                  <a:pt x="45" y="8"/>
                </a:moveTo>
                <a:lnTo>
                  <a:pt x="53" y="9"/>
                </a:lnTo>
                <a:lnTo>
                  <a:pt x="51" y="17"/>
                </a:lnTo>
                <a:lnTo>
                  <a:pt x="44" y="16"/>
                </a:lnTo>
                <a:lnTo>
                  <a:pt x="45" y="8"/>
                </a:lnTo>
                <a:moveTo>
                  <a:pt x="53" y="9"/>
                </a:moveTo>
                <a:lnTo>
                  <a:pt x="61" y="11"/>
                </a:lnTo>
                <a:lnTo>
                  <a:pt x="60" y="18"/>
                </a:lnTo>
                <a:lnTo>
                  <a:pt x="51" y="17"/>
                </a:lnTo>
                <a:lnTo>
                  <a:pt x="53" y="9"/>
                </a:lnTo>
                <a:moveTo>
                  <a:pt x="61" y="11"/>
                </a:moveTo>
                <a:lnTo>
                  <a:pt x="69" y="12"/>
                </a:lnTo>
                <a:lnTo>
                  <a:pt x="68" y="20"/>
                </a:lnTo>
                <a:lnTo>
                  <a:pt x="60" y="18"/>
                </a:lnTo>
                <a:lnTo>
                  <a:pt x="61" y="11"/>
                </a:lnTo>
                <a:moveTo>
                  <a:pt x="69" y="12"/>
                </a:moveTo>
                <a:lnTo>
                  <a:pt x="77" y="13"/>
                </a:lnTo>
                <a:lnTo>
                  <a:pt x="76" y="21"/>
                </a:lnTo>
                <a:lnTo>
                  <a:pt x="68" y="20"/>
                </a:lnTo>
                <a:lnTo>
                  <a:pt x="69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6" y="21"/>
                </a:lnTo>
                <a:lnTo>
                  <a:pt x="77" y="13"/>
                </a:lnTo>
                <a:moveTo>
                  <a:pt x="85" y="14"/>
                </a:moveTo>
                <a:lnTo>
                  <a:pt x="93" y="16"/>
                </a:lnTo>
                <a:lnTo>
                  <a:pt x="91" y="24"/>
                </a:lnTo>
                <a:lnTo>
                  <a:pt x="83" y="22"/>
                </a:lnTo>
                <a:lnTo>
                  <a:pt x="85" y="14"/>
                </a:lnTo>
                <a:moveTo>
                  <a:pt x="93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1" y="17"/>
                </a:lnTo>
                <a:lnTo>
                  <a:pt x="93" y="20"/>
                </a:lnTo>
                <a:lnTo>
                  <a:pt x="93" y="24"/>
                </a:lnTo>
                <a:lnTo>
                  <a:pt x="91" y="24"/>
                </a:lnTo>
                <a:lnTo>
                  <a:pt x="93" y="16"/>
                </a:lnTo>
                <a:moveTo>
                  <a:pt x="91" y="27"/>
                </a:moveTo>
                <a:lnTo>
                  <a:pt x="86" y="33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6" y="33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6" y="33"/>
                </a:lnTo>
                <a:moveTo>
                  <a:pt x="80" y="38"/>
                </a:moveTo>
                <a:lnTo>
                  <a:pt x="74" y="44"/>
                </a:lnTo>
                <a:lnTo>
                  <a:pt x="69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4"/>
                </a:moveTo>
                <a:lnTo>
                  <a:pt x="68" y="49"/>
                </a:lnTo>
                <a:lnTo>
                  <a:pt x="63" y="43"/>
                </a:lnTo>
                <a:lnTo>
                  <a:pt x="69" y="38"/>
                </a:lnTo>
                <a:lnTo>
                  <a:pt x="74" y="44"/>
                </a:lnTo>
                <a:moveTo>
                  <a:pt x="68" y="49"/>
                </a:moveTo>
                <a:lnTo>
                  <a:pt x="63" y="55"/>
                </a:lnTo>
                <a:lnTo>
                  <a:pt x="56" y="49"/>
                </a:lnTo>
                <a:lnTo>
                  <a:pt x="63" y="43"/>
                </a:lnTo>
                <a:lnTo>
                  <a:pt x="68" y="49"/>
                </a:lnTo>
                <a:moveTo>
                  <a:pt x="63" y="55"/>
                </a:moveTo>
                <a:lnTo>
                  <a:pt x="56" y="61"/>
                </a:lnTo>
                <a:lnTo>
                  <a:pt x="51" y="55"/>
                </a:lnTo>
                <a:lnTo>
                  <a:pt x="56" y="49"/>
                </a:lnTo>
                <a:lnTo>
                  <a:pt x="63" y="55"/>
                </a:lnTo>
                <a:moveTo>
                  <a:pt x="56" y="61"/>
                </a:moveTo>
                <a:lnTo>
                  <a:pt x="50" y="66"/>
                </a:lnTo>
                <a:lnTo>
                  <a:pt x="45" y="61"/>
                </a:lnTo>
                <a:lnTo>
                  <a:pt x="51" y="55"/>
                </a:lnTo>
                <a:lnTo>
                  <a:pt x="56" y="61"/>
                </a:lnTo>
                <a:moveTo>
                  <a:pt x="50" y="66"/>
                </a:moveTo>
                <a:lnTo>
                  <a:pt x="45" y="72"/>
                </a:lnTo>
                <a:lnTo>
                  <a:pt x="39" y="66"/>
                </a:lnTo>
                <a:lnTo>
                  <a:pt x="45" y="61"/>
                </a:lnTo>
                <a:lnTo>
                  <a:pt x="50" y="66"/>
                </a:lnTo>
                <a:moveTo>
                  <a:pt x="45" y="72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5" y="72"/>
                </a:lnTo>
                <a:moveTo>
                  <a:pt x="39" y="77"/>
                </a:moveTo>
                <a:lnTo>
                  <a:pt x="33" y="83"/>
                </a:lnTo>
                <a:lnTo>
                  <a:pt x="28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3"/>
                </a:moveTo>
                <a:lnTo>
                  <a:pt x="26" y="89"/>
                </a:lnTo>
                <a:lnTo>
                  <a:pt x="23" y="78"/>
                </a:lnTo>
                <a:lnTo>
                  <a:pt x="31" y="76"/>
                </a:lnTo>
                <a:lnTo>
                  <a:pt x="32" y="80"/>
                </a:lnTo>
                <a:lnTo>
                  <a:pt x="28" y="82"/>
                </a:lnTo>
                <a:lnTo>
                  <a:pt x="26" y="79"/>
                </a:lnTo>
                <a:lnTo>
                  <a:pt x="28" y="77"/>
                </a:lnTo>
                <a:lnTo>
                  <a:pt x="33" y="83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1" y="76"/>
                </a:lnTo>
                <a:lnTo>
                  <a:pt x="23" y="78"/>
                </a:lnTo>
                <a:moveTo>
                  <a:pt x="21" y="70"/>
                </a:moveTo>
                <a:lnTo>
                  <a:pt x="19" y="63"/>
                </a:lnTo>
                <a:lnTo>
                  <a:pt x="26" y="61"/>
                </a:lnTo>
                <a:lnTo>
                  <a:pt x="28" y="68"/>
                </a:lnTo>
                <a:lnTo>
                  <a:pt x="21" y="70"/>
                </a:lnTo>
                <a:moveTo>
                  <a:pt x="19" y="63"/>
                </a:moveTo>
                <a:lnTo>
                  <a:pt x="16" y="55"/>
                </a:lnTo>
                <a:lnTo>
                  <a:pt x="24" y="53"/>
                </a:lnTo>
                <a:lnTo>
                  <a:pt x="26" y="61"/>
                </a:lnTo>
                <a:lnTo>
                  <a:pt x="19" y="63"/>
                </a:lnTo>
                <a:moveTo>
                  <a:pt x="16" y="55"/>
                </a:moveTo>
                <a:lnTo>
                  <a:pt x="14" y="47"/>
                </a:lnTo>
                <a:lnTo>
                  <a:pt x="21" y="44"/>
                </a:lnTo>
                <a:lnTo>
                  <a:pt x="24" y="53"/>
                </a:lnTo>
                <a:lnTo>
                  <a:pt x="16" y="55"/>
                </a:lnTo>
                <a:moveTo>
                  <a:pt x="14" y="47"/>
                </a:moveTo>
                <a:lnTo>
                  <a:pt x="12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2" y="39"/>
                </a:moveTo>
                <a:lnTo>
                  <a:pt x="9" y="32"/>
                </a:lnTo>
                <a:lnTo>
                  <a:pt x="17" y="29"/>
                </a:lnTo>
                <a:lnTo>
                  <a:pt x="19" y="37"/>
                </a:lnTo>
                <a:lnTo>
                  <a:pt x="12" y="39"/>
                </a:lnTo>
                <a:moveTo>
                  <a:pt x="9" y="32"/>
                </a:moveTo>
                <a:lnTo>
                  <a:pt x="7" y="24"/>
                </a:lnTo>
                <a:lnTo>
                  <a:pt x="15" y="22"/>
                </a:lnTo>
                <a:lnTo>
                  <a:pt x="17" y="29"/>
                </a:lnTo>
                <a:lnTo>
                  <a:pt x="9" y="32"/>
                </a:lnTo>
                <a:moveTo>
                  <a:pt x="7" y="24"/>
                </a:moveTo>
                <a:lnTo>
                  <a:pt x="5" y="17"/>
                </a:lnTo>
                <a:lnTo>
                  <a:pt x="12" y="14"/>
                </a:lnTo>
                <a:lnTo>
                  <a:pt x="15" y="22"/>
                </a:lnTo>
                <a:lnTo>
                  <a:pt x="7" y="24"/>
                </a:lnTo>
                <a:moveTo>
                  <a:pt x="5" y="17"/>
                </a:moveTo>
                <a:lnTo>
                  <a:pt x="2" y="9"/>
                </a:lnTo>
                <a:lnTo>
                  <a:pt x="10" y="7"/>
                </a:lnTo>
                <a:lnTo>
                  <a:pt x="12" y="14"/>
                </a:lnTo>
                <a:lnTo>
                  <a:pt x="5" y="17"/>
                </a:lnTo>
                <a:moveTo>
                  <a:pt x="2" y="9"/>
                </a:moveTo>
                <a:lnTo>
                  <a:pt x="0" y="0"/>
                </a:lnTo>
                <a:lnTo>
                  <a:pt x="14" y="3"/>
                </a:lnTo>
                <a:lnTo>
                  <a:pt x="13" y="10"/>
                </a:lnTo>
                <a:lnTo>
                  <a:pt x="5" y="9"/>
                </a:lnTo>
                <a:lnTo>
                  <a:pt x="5" y="5"/>
                </a:lnTo>
                <a:lnTo>
                  <a:pt x="9" y="4"/>
                </a:lnTo>
                <a:lnTo>
                  <a:pt x="10" y="7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365560" y="1333080"/>
            <a:ext cx="5868360" cy="345600"/>
          </a:xfrm>
          <a:custGeom>
            <a:avLst/>
            <a:gdLst/>
            <a:ahLst/>
            <a:rect l="0" t="0" r="r" b="b"/>
            <a:pathLst>
              <a:path fill="none" w="16301" h="960">
                <a:moveTo>
                  <a:pt x="0" y="483"/>
                </a:moveTo>
                <a:lnTo>
                  <a:pt x="107" y="403"/>
                </a:lnTo>
                <a:cubicBezTo>
                  <a:pt x="214" y="322"/>
                  <a:pt x="429" y="161"/>
                  <a:pt x="755" y="81"/>
                </a:cubicBezTo>
                <a:cubicBezTo>
                  <a:pt x="1081" y="0"/>
                  <a:pt x="1519" y="0"/>
                  <a:pt x="1958" y="0"/>
                </a:cubicBezTo>
                <a:cubicBezTo>
                  <a:pt x="2396" y="0"/>
                  <a:pt x="2834" y="0"/>
                  <a:pt x="3307" y="0"/>
                </a:cubicBezTo>
                <a:cubicBezTo>
                  <a:pt x="3781" y="0"/>
                  <a:pt x="4290" y="0"/>
                  <a:pt x="4800" y="0"/>
                </a:cubicBezTo>
                <a:cubicBezTo>
                  <a:pt x="5309" y="0"/>
                  <a:pt x="5818" y="0"/>
                  <a:pt x="6321" y="0"/>
                </a:cubicBezTo>
                <a:cubicBezTo>
                  <a:pt x="6823" y="0"/>
                  <a:pt x="7319" y="0"/>
                  <a:pt x="7814" y="0"/>
                </a:cubicBezTo>
                <a:cubicBezTo>
                  <a:pt x="8310" y="0"/>
                  <a:pt x="8805" y="0"/>
                  <a:pt x="9308" y="0"/>
                </a:cubicBezTo>
                <a:cubicBezTo>
                  <a:pt x="9810" y="0"/>
                  <a:pt x="10320" y="0"/>
                  <a:pt x="10829" y="0"/>
                </a:cubicBezTo>
                <a:cubicBezTo>
                  <a:pt x="11338" y="0"/>
                  <a:pt x="11848" y="0"/>
                  <a:pt x="12357" y="0"/>
                </a:cubicBezTo>
                <a:cubicBezTo>
                  <a:pt x="12866" y="0"/>
                  <a:pt x="13376" y="0"/>
                  <a:pt x="13885" y="0"/>
                </a:cubicBezTo>
                <a:cubicBezTo>
                  <a:pt x="14394" y="0"/>
                  <a:pt x="14904" y="0"/>
                  <a:pt x="15306" y="160"/>
                </a:cubicBezTo>
                <a:cubicBezTo>
                  <a:pt x="15709" y="320"/>
                  <a:pt x="16005" y="641"/>
                  <a:pt x="16153" y="801"/>
                </a:cubicBezTo>
                <a:lnTo>
                  <a:pt x="16301" y="96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8213400" y="1658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59" y="0"/>
                </a:moveTo>
                <a:lnTo>
                  <a:pt x="84" y="85"/>
                </a:lnTo>
                <a:lnTo>
                  <a:pt x="0" y="53"/>
                </a:lnTo>
                <a:lnTo>
                  <a:pt x="59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8210880" y="1656000"/>
            <a:ext cx="34920" cy="35640"/>
          </a:xfrm>
          <a:custGeom>
            <a:avLst/>
            <a:gdLst/>
            <a:ahLst/>
            <a:rect l="0" t="0" r="r" b="b"/>
            <a:pathLst>
              <a:path w="97" h="99">
                <a:moveTo>
                  <a:pt x="72" y="13"/>
                </a:moveTo>
                <a:lnTo>
                  <a:pt x="74" y="21"/>
                </a:lnTo>
                <a:lnTo>
                  <a:pt x="67" y="23"/>
                </a:lnTo>
                <a:lnTo>
                  <a:pt x="65" y="15"/>
                </a:lnTo>
                <a:lnTo>
                  <a:pt x="72" y="13"/>
                </a:lnTo>
                <a:moveTo>
                  <a:pt x="74" y="21"/>
                </a:moveTo>
                <a:lnTo>
                  <a:pt x="77" y="28"/>
                </a:lnTo>
                <a:lnTo>
                  <a:pt x="69" y="31"/>
                </a:lnTo>
                <a:lnTo>
                  <a:pt x="67" y="23"/>
                </a:lnTo>
                <a:lnTo>
                  <a:pt x="74" y="21"/>
                </a:lnTo>
                <a:moveTo>
                  <a:pt x="77" y="28"/>
                </a:moveTo>
                <a:lnTo>
                  <a:pt x="79" y="36"/>
                </a:lnTo>
                <a:lnTo>
                  <a:pt x="71" y="38"/>
                </a:lnTo>
                <a:lnTo>
                  <a:pt x="69" y="31"/>
                </a:lnTo>
                <a:lnTo>
                  <a:pt x="77" y="28"/>
                </a:lnTo>
                <a:moveTo>
                  <a:pt x="79" y="36"/>
                </a:moveTo>
                <a:lnTo>
                  <a:pt x="81" y="44"/>
                </a:lnTo>
                <a:lnTo>
                  <a:pt x="74" y="46"/>
                </a:lnTo>
                <a:lnTo>
                  <a:pt x="71" y="38"/>
                </a:lnTo>
                <a:lnTo>
                  <a:pt x="79" y="36"/>
                </a:lnTo>
                <a:moveTo>
                  <a:pt x="81" y="44"/>
                </a:moveTo>
                <a:lnTo>
                  <a:pt x="83" y="51"/>
                </a:lnTo>
                <a:lnTo>
                  <a:pt x="76" y="53"/>
                </a:lnTo>
                <a:lnTo>
                  <a:pt x="74" y="46"/>
                </a:lnTo>
                <a:lnTo>
                  <a:pt x="81" y="44"/>
                </a:lnTo>
                <a:moveTo>
                  <a:pt x="83" y="51"/>
                </a:moveTo>
                <a:lnTo>
                  <a:pt x="85" y="60"/>
                </a:lnTo>
                <a:lnTo>
                  <a:pt x="78" y="62"/>
                </a:lnTo>
                <a:lnTo>
                  <a:pt x="76" y="53"/>
                </a:lnTo>
                <a:lnTo>
                  <a:pt x="83" y="51"/>
                </a:lnTo>
                <a:moveTo>
                  <a:pt x="85" y="60"/>
                </a:moveTo>
                <a:lnTo>
                  <a:pt x="88" y="67"/>
                </a:lnTo>
                <a:lnTo>
                  <a:pt x="80" y="69"/>
                </a:lnTo>
                <a:lnTo>
                  <a:pt x="78" y="62"/>
                </a:lnTo>
                <a:lnTo>
                  <a:pt x="85" y="60"/>
                </a:lnTo>
                <a:moveTo>
                  <a:pt x="88" y="67"/>
                </a:moveTo>
                <a:lnTo>
                  <a:pt x="90" y="75"/>
                </a:lnTo>
                <a:lnTo>
                  <a:pt x="82" y="77"/>
                </a:lnTo>
                <a:lnTo>
                  <a:pt x="80" y="69"/>
                </a:lnTo>
                <a:lnTo>
                  <a:pt x="88" y="67"/>
                </a:lnTo>
                <a:moveTo>
                  <a:pt x="90" y="75"/>
                </a:moveTo>
                <a:lnTo>
                  <a:pt x="92" y="82"/>
                </a:lnTo>
                <a:lnTo>
                  <a:pt x="85" y="85"/>
                </a:lnTo>
                <a:lnTo>
                  <a:pt x="82" y="77"/>
                </a:lnTo>
                <a:lnTo>
                  <a:pt x="90" y="75"/>
                </a:lnTo>
                <a:moveTo>
                  <a:pt x="92" y="82"/>
                </a:moveTo>
                <a:lnTo>
                  <a:pt x="94" y="90"/>
                </a:lnTo>
                <a:lnTo>
                  <a:pt x="87" y="92"/>
                </a:lnTo>
                <a:lnTo>
                  <a:pt x="85" y="85"/>
                </a:lnTo>
                <a:lnTo>
                  <a:pt x="92" y="82"/>
                </a:lnTo>
                <a:moveTo>
                  <a:pt x="94" y="90"/>
                </a:moveTo>
                <a:lnTo>
                  <a:pt x="97" y="99"/>
                </a:lnTo>
                <a:lnTo>
                  <a:pt x="83" y="94"/>
                </a:lnTo>
                <a:lnTo>
                  <a:pt x="86" y="86"/>
                </a:lnTo>
                <a:lnTo>
                  <a:pt x="92" y="89"/>
                </a:lnTo>
                <a:lnTo>
                  <a:pt x="91" y="92"/>
                </a:lnTo>
                <a:lnTo>
                  <a:pt x="87" y="94"/>
                </a:lnTo>
                <a:lnTo>
                  <a:pt x="87" y="92"/>
                </a:lnTo>
                <a:lnTo>
                  <a:pt x="94" y="90"/>
                </a:lnTo>
                <a:moveTo>
                  <a:pt x="83" y="94"/>
                </a:moveTo>
                <a:lnTo>
                  <a:pt x="76" y="91"/>
                </a:lnTo>
                <a:lnTo>
                  <a:pt x="79" y="84"/>
                </a:lnTo>
                <a:lnTo>
                  <a:pt x="86" y="86"/>
                </a:lnTo>
                <a:lnTo>
                  <a:pt x="83" y="94"/>
                </a:lnTo>
                <a:moveTo>
                  <a:pt x="76" y="91"/>
                </a:moveTo>
                <a:lnTo>
                  <a:pt x="69" y="88"/>
                </a:lnTo>
                <a:lnTo>
                  <a:pt x="72" y="81"/>
                </a:lnTo>
                <a:lnTo>
                  <a:pt x="79" y="84"/>
                </a:lnTo>
                <a:lnTo>
                  <a:pt x="76" y="91"/>
                </a:lnTo>
                <a:moveTo>
                  <a:pt x="69" y="88"/>
                </a:moveTo>
                <a:lnTo>
                  <a:pt x="61" y="85"/>
                </a:lnTo>
                <a:lnTo>
                  <a:pt x="64" y="78"/>
                </a:lnTo>
                <a:lnTo>
                  <a:pt x="72" y="81"/>
                </a:lnTo>
                <a:lnTo>
                  <a:pt x="69" y="88"/>
                </a:lnTo>
                <a:moveTo>
                  <a:pt x="61" y="85"/>
                </a:moveTo>
                <a:lnTo>
                  <a:pt x="54" y="83"/>
                </a:lnTo>
                <a:lnTo>
                  <a:pt x="57" y="75"/>
                </a:lnTo>
                <a:lnTo>
                  <a:pt x="64" y="78"/>
                </a:lnTo>
                <a:lnTo>
                  <a:pt x="61" y="85"/>
                </a:lnTo>
                <a:moveTo>
                  <a:pt x="54" y="83"/>
                </a:moveTo>
                <a:lnTo>
                  <a:pt x="47" y="80"/>
                </a:lnTo>
                <a:lnTo>
                  <a:pt x="49" y="73"/>
                </a:lnTo>
                <a:lnTo>
                  <a:pt x="57" y="75"/>
                </a:lnTo>
                <a:lnTo>
                  <a:pt x="54" y="83"/>
                </a:lnTo>
                <a:moveTo>
                  <a:pt x="47" y="80"/>
                </a:moveTo>
                <a:lnTo>
                  <a:pt x="38" y="77"/>
                </a:lnTo>
                <a:lnTo>
                  <a:pt x="42" y="70"/>
                </a:lnTo>
                <a:lnTo>
                  <a:pt x="49" y="73"/>
                </a:lnTo>
                <a:lnTo>
                  <a:pt x="47" y="80"/>
                </a:lnTo>
                <a:moveTo>
                  <a:pt x="38" y="77"/>
                </a:moveTo>
                <a:lnTo>
                  <a:pt x="31" y="74"/>
                </a:lnTo>
                <a:lnTo>
                  <a:pt x="34" y="67"/>
                </a:lnTo>
                <a:lnTo>
                  <a:pt x="42" y="70"/>
                </a:lnTo>
                <a:lnTo>
                  <a:pt x="38" y="77"/>
                </a:lnTo>
                <a:moveTo>
                  <a:pt x="31" y="74"/>
                </a:moveTo>
                <a:lnTo>
                  <a:pt x="23" y="72"/>
                </a:lnTo>
                <a:lnTo>
                  <a:pt x="26" y="64"/>
                </a:lnTo>
                <a:lnTo>
                  <a:pt x="34" y="67"/>
                </a:lnTo>
                <a:lnTo>
                  <a:pt x="31" y="74"/>
                </a:lnTo>
                <a:moveTo>
                  <a:pt x="23" y="72"/>
                </a:moveTo>
                <a:lnTo>
                  <a:pt x="16" y="69"/>
                </a:lnTo>
                <a:lnTo>
                  <a:pt x="19" y="61"/>
                </a:lnTo>
                <a:lnTo>
                  <a:pt x="26" y="64"/>
                </a:lnTo>
                <a:lnTo>
                  <a:pt x="23" y="72"/>
                </a:lnTo>
                <a:moveTo>
                  <a:pt x="16" y="69"/>
                </a:moveTo>
                <a:lnTo>
                  <a:pt x="9" y="66"/>
                </a:lnTo>
                <a:lnTo>
                  <a:pt x="11" y="59"/>
                </a:lnTo>
                <a:lnTo>
                  <a:pt x="19" y="61"/>
                </a:lnTo>
                <a:lnTo>
                  <a:pt x="16" y="69"/>
                </a:lnTo>
                <a:moveTo>
                  <a:pt x="9" y="66"/>
                </a:moveTo>
                <a:lnTo>
                  <a:pt x="0" y="63"/>
                </a:lnTo>
                <a:lnTo>
                  <a:pt x="8" y="54"/>
                </a:lnTo>
                <a:lnTo>
                  <a:pt x="14" y="61"/>
                </a:lnTo>
                <a:lnTo>
                  <a:pt x="10" y="64"/>
                </a:lnTo>
                <a:lnTo>
                  <a:pt x="7" y="61"/>
                </a:lnTo>
                <a:lnTo>
                  <a:pt x="9" y="58"/>
                </a:lnTo>
                <a:lnTo>
                  <a:pt x="11" y="59"/>
                </a:lnTo>
                <a:lnTo>
                  <a:pt x="9" y="66"/>
                </a:lnTo>
                <a:moveTo>
                  <a:pt x="8" y="54"/>
                </a:moveTo>
                <a:lnTo>
                  <a:pt x="14" y="49"/>
                </a:lnTo>
                <a:lnTo>
                  <a:pt x="20" y="54"/>
                </a:lnTo>
                <a:lnTo>
                  <a:pt x="14" y="61"/>
                </a:lnTo>
                <a:lnTo>
                  <a:pt x="8" y="54"/>
                </a:lnTo>
                <a:moveTo>
                  <a:pt x="14" y="49"/>
                </a:moveTo>
                <a:lnTo>
                  <a:pt x="20" y="43"/>
                </a:lnTo>
                <a:lnTo>
                  <a:pt x="25" y="49"/>
                </a:lnTo>
                <a:lnTo>
                  <a:pt x="20" y="54"/>
                </a:lnTo>
                <a:lnTo>
                  <a:pt x="14" y="49"/>
                </a:lnTo>
                <a:moveTo>
                  <a:pt x="20" y="43"/>
                </a:moveTo>
                <a:lnTo>
                  <a:pt x="26" y="38"/>
                </a:lnTo>
                <a:lnTo>
                  <a:pt x="31" y="44"/>
                </a:lnTo>
                <a:lnTo>
                  <a:pt x="25" y="49"/>
                </a:lnTo>
                <a:lnTo>
                  <a:pt x="20" y="43"/>
                </a:lnTo>
                <a:moveTo>
                  <a:pt x="26" y="38"/>
                </a:moveTo>
                <a:lnTo>
                  <a:pt x="32" y="33"/>
                </a:lnTo>
                <a:lnTo>
                  <a:pt x="37" y="38"/>
                </a:lnTo>
                <a:lnTo>
                  <a:pt x="31" y="44"/>
                </a:lnTo>
                <a:lnTo>
                  <a:pt x="26" y="38"/>
                </a:lnTo>
                <a:moveTo>
                  <a:pt x="32" y="33"/>
                </a:moveTo>
                <a:lnTo>
                  <a:pt x="37" y="27"/>
                </a:lnTo>
                <a:lnTo>
                  <a:pt x="44" y="33"/>
                </a:lnTo>
                <a:lnTo>
                  <a:pt x="37" y="38"/>
                </a:lnTo>
                <a:lnTo>
                  <a:pt x="32" y="33"/>
                </a:lnTo>
                <a:moveTo>
                  <a:pt x="37" y="27"/>
                </a:moveTo>
                <a:lnTo>
                  <a:pt x="44" y="22"/>
                </a:lnTo>
                <a:lnTo>
                  <a:pt x="50" y="28"/>
                </a:lnTo>
                <a:lnTo>
                  <a:pt x="44" y="33"/>
                </a:lnTo>
                <a:lnTo>
                  <a:pt x="37" y="27"/>
                </a:lnTo>
                <a:moveTo>
                  <a:pt x="44" y="22"/>
                </a:moveTo>
                <a:lnTo>
                  <a:pt x="50" y="17"/>
                </a:lnTo>
                <a:lnTo>
                  <a:pt x="55" y="22"/>
                </a:lnTo>
                <a:lnTo>
                  <a:pt x="50" y="28"/>
                </a:lnTo>
                <a:lnTo>
                  <a:pt x="44" y="22"/>
                </a:lnTo>
                <a:moveTo>
                  <a:pt x="50" y="17"/>
                </a:moveTo>
                <a:lnTo>
                  <a:pt x="56" y="11"/>
                </a:lnTo>
                <a:lnTo>
                  <a:pt x="61" y="17"/>
                </a:lnTo>
                <a:lnTo>
                  <a:pt x="55" y="22"/>
                </a:lnTo>
                <a:lnTo>
                  <a:pt x="50" y="17"/>
                </a:lnTo>
                <a:moveTo>
                  <a:pt x="56" y="11"/>
                </a:moveTo>
                <a:lnTo>
                  <a:pt x="62" y="6"/>
                </a:lnTo>
                <a:lnTo>
                  <a:pt x="67" y="12"/>
                </a:lnTo>
                <a:lnTo>
                  <a:pt x="61" y="17"/>
                </a:lnTo>
                <a:lnTo>
                  <a:pt x="56" y="11"/>
                </a:lnTo>
                <a:moveTo>
                  <a:pt x="62" y="6"/>
                </a:moveTo>
                <a:lnTo>
                  <a:pt x="68" y="0"/>
                </a:lnTo>
                <a:lnTo>
                  <a:pt x="72" y="13"/>
                </a:lnTo>
                <a:lnTo>
                  <a:pt x="65" y="15"/>
                </a:lnTo>
                <a:lnTo>
                  <a:pt x="62" y="8"/>
                </a:lnTo>
                <a:lnTo>
                  <a:pt x="66" y="7"/>
                </a:lnTo>
                <a:lnTo>
                  <a:pt x="69" y="10"/>
                </a:lnTo>
                <a:lnTo>
                  <a:pt x="67" y="12"/>
                </a:lnTo>
                <a:lnTo>
                  <a:pt x="62" y="6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396320" y="1404000"/>
            <a:ext cx="3810240" cy="275400"/>
          </a:xfrm>
          <a:custGeom>
            <a:avLst/>
            <a:gdLst/>
            <a:ahLst/>
            <a:rect l="0" t="0" r="r" b="b"/>
            <a:pathLst>
              <a:path fill="none" w="10584" h="765">
                <a:moveTo>
                  <a:pt x="0" y="543"/>
                </a:moveTo>
                <a:lnTo>
                  <a:pt x="114" y="453"/>
                </a:lnTo>
                <a:cubicBezTo>
                  <a:pt x="228" y="363"/>
                  <a:pt x="457" y="181"/>
                  <a:pt x="819" y="91"/>
                </a:cubicBezTo>
                <a:cubicBezTo>
                  <a:pt x="1181" y="0"/>
                  <a:pt x="1677" y="0"/>
                  <a:pt x="2172" y="0"/>
                </a:cubicBezTo>
                <a:cubicBezTo>
                  <a:pt x="2668" y="0"/>
                  <a:pt x="3163" y="0"/>
                  <a:pt x="3667" y="0"/>
                </a:cubicBezTo>
                <a:cubicBezTo>
                  <a:pt x="4169" y="0"/>
                  <a:pt x="4679" y="0"/>
                  <a:pt x="5188" y="0"/>
                </a:cubicBezTo>
                <a:cubicBezTo>
                  <a:pt x="5697" y="0"/>
                  <a:pt x="6207" y="0"/>
                  <a:pt x="6716" y="0"/>
                </a:cubicBezTo>
                <a:cubicBezTo>
                  <a:pt x="7225" y="0"/>
                  <a:pt x="7735" y="0"/>
                  <a:pt x="8244" y="0"/>
                </a:cubicBezTo>
                <a:cubicBezTo>
                  <a:pt x="8753" y="0"/>
                  <a:pt x="9263" y="0"/>
                  <a:pt x="9652" y="128"/>
                </a:cubicBezTo>
                <a:cubicBezTo>
                  <a:pt x="10042" y="255"/>
                  <a:pt x="10313" y="511"/>
                  <a:pt x="10448" y="638"/>
                </a:cubicBezTo>
                <a:lnTo>
                  <a:pt x="10584" y="76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86040" y="165924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54" y="0"/>
                </a:moveTo>
                <a:lnTo>
                  <a:pt x="85" y="83"/>
                </a:lnTo>
                <a:lnTo>
                  <a:pt x="0" y="58"/>
                </a:lnTo>
                <a:lnTo>
                  <a:pt x="54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83520" y="1656360"/>
            <a:ext cx="35640" cy="34920"/>
          </a:xfrm>
          <a:custGeom>
            <a:avLst/>
            <a:gdLst/>
            <a:ahLst/>
            <a:rect l="0" t="0" r="r" b="b"/>
            <a:pathLst>
              <a:path w="99" h="97">
                <a:moveTo>
                  <a:pt x="68" y="14"/>
                </a:moveTo>
                <a:lnTo>
                  <a:pt x="71" y="21"/>
                </a:lnTo>
                <a:lnTo>
                  <a:pt x="64" y="24"/>
                </a:lnTo>
                <a:lnTo>
                  <a:pt x="61" y="16"/>
                </a:lnTo>
                <a:lnTo>
                  <a:pt x="68" y="14"/>
                </a:lnTo>
                <a:moveTo>
                  <a:pt x="71" y="21"/>
                </a:moveTo>
                <a:lnTo>
                  <a:pt x="74" y="28"/>
                </a:lnTo>
                <a:lnTo>
                  <a:pt x="66" y="31"/>
                </a:lnTo>
                <a:lnTo>
                  <a:pt x="64" y="24"/>
                </a:lnTo>
                <a:lnTo>
                  <a:pt x="71" y="21"/>
                </a:lnTo>
                <a:moveTo>
                  <a:pt x="74" y="28"/>
                </a:moveTo>
                <a:lnTo>
                  <a:pt x="76" y="36"/>
                </a:lnTo>
                <a:lnTo>
                  <a:pt x="69" y="39"/>
                </a:lnTo>
                <a:lnTo>
                  <a:pt x="66" y="31"/>
                </a:lnTo>
                <a:lnTo>
                  <a:pt x="74" y="28"/>
                </a:lnTo>
                <a:moveTo>
                  <a:pt x="76" y="36"/>
                </a:moveTo>
                <a:lnTo>
                  <a:pt x="79" y="43"/>
                </a:lnTo>
                <a:lnTo>
                  <a:pt x="72" y="46"/>
                </a:lnTo>
                <a:lnTo>
                  <a:pt x="69" y="39"/>
                </a:lnTo>
                <a:lnTo>
                  <a:pt x="76" y="36"/>
                </a:lnTo>
                <a:moveTo>
                  <a:pt x="79" y="43"/>
                </a:moveTo>
                <a:lnTo>
                  <a:pt x="82" y="51"/>
                </a:lnTo>
                <a:lnTo>
                  <a:pt x="74" y="53"/>
                </a:lnTo>
                <a:lnTo>
                  <a:pt x="72" y="46"/>
                </a:lnTo>
                <a:lnTo>
                  <a:pt x="79" y="43"/>
                </a:lnTo>
                <a:moveTo>
                  <a:pt x="82" y="51"/>
                </a:moveTo>
                <a:lnTo>
                  <a:pt x="85" y="59"/>
                </a:lnTo>
                <a:lnTo>
                  <a:pt x="77" y="62"/>
                </a:lnTo>
                <a:lnTo>
                  <a:pt x="74" y="53"/>
                </a:lnTo>
                <a:lnTo>
                  <a:pt x="82" y="51"/>
                </a:lnTo>
                <a:moveTo>
                  <a:pt x="85" y="59"/>
                </a:moveTo>
                <a:lnTo>
                  <a:pt x="87" y="67"/>
                </a:lnTo>
                <a:lnTo>
                  <a:pt x="80" y="69"/>
                </a:lnTo>
                <a:lnTo>
                  <a:pt x="77" y="62"/>
                </a:lnTo>
                <a:lnTo>
                  <a:pt x="85" y="59"/>
                </a:lnTo>
                <a:moveTo>
                  <a:pt x="87" y="67"/>
                </a:moveTo>
                <a:lnTo>
                  <a:pt x="90" y="74"/>
                </a:lnTo>
                <a:lnTo>
                  <a:pt x="83" y="77"/>
                </a:lnTo>
                <a:lnTo>
                  <a:pt x="80" y="69"/>
                </a:lnTo>
                <a:lnTo>
                  <a:pt x="87" y="67"/>
                </a:lnTo>
                <a:moveTo>
                  <a:pt x="90" y="74"/>
                </a:moveTo>
                <a:lnTo>
                  <a:pt x="93" y="81"/>
                </a:lnTo>
                <a:lnTo>
                  <a:pt x="85" y="84"/>
                </a:lnTo>
                <a:lnTo>
                  <a:pt x="83" y="77"/>
                </a:lnTo>
                <a:lnTo>
                  <a:pt x="90" y="74"/>
                </a:lnTo>
                <a:moveTo>
                  <a:pt x="93" y="81"/>
                </a:moveTo>
                <a:lnTo>
                  <a:pt x="95" y="89"/>
                </a:lnTo>
                <a:lnTo>
                  <a:pt x="88" y="91"/>
                </a:lnTo>
                <a:lnTo>
                  <a:pt x="85" y="84"/>
                </a:lnTo>
                <a:lnTo>
                  <a:pt x="93" y="81"/>
                </a:lnTo>
                <a:moveTo>
                  <a:pt x="95" y="89"/>
                </a:moveTo>
                <a:lnTo>
                  <a:pt x="99" y="97"/>
                </a:lnTo>
                <a:lnTo>
                  <a:pt x="85" y="93"/>
                </a:lnTo>
                <a:lnTo>
                  <a:pt x="87" y="86"/>
                </a:lnTo>
                <a:lnTo>
                  <a:pt x="93" y="88"/>
                </a:lnTo>
                <a:lnTo>
                  <a:pt x="92" y="91"/>
                </a:lnTo>
                <a:lnTo>
                  <a:pt x="89" y="93"/>
                </a:lnTo>
                <a:lnTo>
                  <a:pt x="88" y="91"/>
                </a:lnTo>
                <a:lnTo>
                  <a:pt x="95" y="89"/>
                </a:lnTo>
                <a:moveTo>
                  <a:pt x="85" y="93"/>
                </a:moveTo>
                <a:lnTo>
                  <a:pt x="77" y="91"/>
                </a:lnTo>
                <a:lnTo>
                  <a:pt x="80" y="84"/>
                </a:lnTo>
                <a:lnTo>
                  <a:pt x="87" y="86"/>
                </a:lnTo>
                <a:lnTo>
                  <a:pt x="85" y="93"/>
                </a:lnTo>
                <a:moveTo>
                  <a:pt x="77" y="91"/>
                </a:moveTo>
                <a:lnTo>
                  <a:pt x="70" y="89"/>
                </a:lnTo>
                <a:lnTo>
                  <a:pt x="72" y="81"/>
                </a:lnTo>
                <a:lnTo>
                  <a:pt x="80" y="84"/>
                </a:lnTo>
                <a:lnTo>
                  <a:pt x="77" y="91"/>
                </a:lnTo>
                <a:moveTo>
                  <a:pt x="70" y="89"/>
                </a:moveTo>
                <a:lnTo>
                  <a:pt x="62" y="87"/>
                </a:lnTo>
                <a:lnTo>
                  <a:pt x="65" y="79"/>
                </a:lnTo>
                <a:lnTo>
                  <a:pt x="72" y="81"/>
                </a:lnTo>
                <a:lnTo>
                  <a:pt x="70" y="89"/>
                </a:lnTo>
                <a:moveTo>
                  <a:pt x="62" y="87"/>
                </a:moveTo>
                <a:lnTo>
                  <a:pt x="55" y="84"/>
                </a:lnTo>
                <a:lnTo>
                  <a:pt x="57" y="77"/>
                </a:lnTo>
                <a:lnTo>
                  <a:pt x="65" y="79"/>
                </a:lnTo>
                <a:lnTo>
                  <a:pt x="62" y="87"/>
                </a:lnTo>
                <a:moveTo>
                  <a:pt x="55" y="84"/>
                </a:moveTo>
                <a:lnTo>
                  <a:pt x="46" y="82"/>
                </a:lnTo>
                <a:lnTo>
                  <a:pt x="48" y="74"/>
                </a:lnTo>
                <a:lnTo>
                  <a:pt x="57" y="77"/>
                </a:lnTo>
                <a:lnTo>
                  <a:pt x="55" y="84"/>
                </a:lnTo>
                <a:moveTo>
                  <a:pt x="46" y="82"/>
                </a:moveTo>
                <a:lnTo>
                  <a:pt x="39" y="80"/>
                </a:lnTo>
                <a:lnTo>
                  <a:pt x="41" y="72"/>
                </a:lnTo>
                <a:lnTo>
                  <a:pt x="48" y="74"/>
                </a:lnTo>
                <a:lnTo>
                  <a:pt x="46" y="82"/>
                </a:lnTo>
                <a:moveTo>
                  <a:pt x="39" y="80"/>
                </a:moveTo>
                <a:lnTo>
                  <a:pt x="31" y="77"/>
                </a:lnTo>
                <a:lnTo>
                  <a:pt x="33" y="70"/>
                </a:lnTo>
                <a:lnTo>
                  <a:pt x="41" y="72"/>
                </a:lnTo>
                <a:lnTo>
                  <a:pt x="39" y="80"/>
                </a:lnTo>
                <a:moveTo>
                  <a:pt x="31" y="77"/>
                </a:moveTo>
                <a:lnTo>
                  <a:pt x="24" y="75"/>
                </a:lnTo>
                <a:lnTo>
                  <a:pt x="26" y="68"/>
                </a:lnTo>
                <a:lnTo>
                  <a:pt x="33" y="70"/>
                </a:lnTo>
                <a:lnTo>
                  <a:pt x="31" y="77"/>
                </a:lnTo>
                <a:moveTo>
                  <a:pt x="24" y="75"/>
                </a:moveTo>
                <a:lnTo>
                  <a:pt x="16" y="73"/>
                </a:lnTo>
                <a:lnTo>
                  <a:pt x="18" y="65"/>
                </a:lnTo>
                <a:lnTo>
                  <a:pt x="26" y="68"/>
                </a:lnTo>
                <a:lnTo>
                  <a:pt x="24" y="75"/>
                </a:lnTo>
                <a:moveTo>
                  <a:pt x="16" y="73"/>
                </a:moveTo>
                <a:lnTo>
                  <a:pt x="8" y="71"/>
                </a:lnTo>
                <a:lnTo>
                  <a:pt x="11" y="63"/>
                </a:lnTo>
                <a:lnTo>
                  <a:pt x="18" y="65"/>
                </a:lnTo>
                <a:lnTo>
                  <a:pt x="16" y="73"/>
                </a:lnTo>
                <a:moveTo>
                  <a:pt x="8" y="71"/>
                </a:moveTo>
                <a:lnTo>
                  <a:pt x="0" y="68"/>
                </a:lnTo>
                <a:lnTo>
                  <a:pt x="7" y="60"/>
                </a:lnTo>
                <a:lnTo>
                  <a:pt x="13" y="65"/>
                </a:lnTo>
                <a:lnTo>
                  <a:pt x="10" y="69"/>
                </a:lnTo>
                <a:lnTo>
                  <a:pt x="7" y="66"/>
                </a:lnTo>
                <a:lnTo>
                  <a:pt x="8" y="62"/>
                </a:lnTo>
                <a:lnTo>
                  <a:pt x="11" y="63"/>
                </a:lnTo>
                <a:lnTo>
                  <a:pt x="8" y="71"/>
                </a:lnTo>
                <a:moveTo>
                  <a:pt x="7" y="60"/>
                </a:moveTo>
                <a:lnTo>
                  <a:pt x="13" y="53"/>
                </a:lnTo>
                <a:lnTo>
                  <a:pt x="19" y="59"/>
                </a:lnTo>
                <a:lnTo>
                  <a:pt x="13" y="65"/>
                </a:lnTo>
                <a:lnTo>
                  <a:pt x="7" y="60"/>
                </a:lnTo>
                <a:moveTo>
                  <a:pt x="13" y="53"/>
                </a:moveTo>
                <a:lnTo>
                  <a:pt x="18" y="47"/>
                </a:lnTo>
                <a:lnTo>
                  <a:pt x="24" y="53"/>
                </a:lnTo>
                <a:lnTo>
                  <a:pt x="19" y="59"/>
                </a:lnTo>
                <a:lnTo>
                  <a:pt x="13" y="53"/>
                </a:lnTo>
                <a:moveTo>
                  <a:pt x="18" y="47"/>
                </a:moveTo>
                <a:lnTo>
                  <a:pt x="24" y="41"/>
                </a:lnTo>
                <a:lnTo>
                  <a:pt x="29" y="47"/>
                </a:lnTo>
                <a:lnTo>
                  <a:pt x="24" y="53"/>
                </a:lnTo>
                <a:lnTo>
                  <a:pt x="18" y="47"/>
                </a:lnTo>
                <a:moveTo>
                  <a:pt x="24" y="41"/>
                </a:moveTo>
                <a:lnTo>
                  <a:pt x="29" y="36"/>
                </a:lnTo>
                <a:lnTo>
                  <a:pt x="35" y="41"/>
                </a:lnTo>
                <a:lnTo>
                  <a:pt x="29" y="47"/>
                </a:lnTo>
                <a:lnTo>
                  <a:pt x="24" y="41"/>
                </a:lnTo>
                <a:moveTo>
                  <a:pt x="29" y="36"/>
                </a:moveTo>
                <a:lnTo>
                  <a:pt x="34" y="30"/>
                </a:lnTo>
                <a:lnTo>
                  <a:pt x="40" y="35"/>
                </a:lnTo>
                <a:lnTo>
                  <a:pt x="35" y="41"/>
                </a:lnTo>
                <a:lnTo>
                  <a:pt x="29" y="36"/>
                </a:lnTo>
                <a:moveTo>
                  <a:pt x="34" y="30"/>
                </a:moveTo>
                <a:lnTo>
                  <a:pt x="40" y="24"/>
                </a:lnTo>
                <a:lnTo>
                  <a:pt x="46" y="30"/>
                </a:lnTo>
                <a:lnTo>
                  <a:pt x="40" y="35"/>
                </a:lnTo>
                <a:lnTo>
                  <a:pt x="34" y="30"/>
                </a:lnTo>
                <a:moveTo>
                  <a:pt x="40" y="24"/>
                </a:moveTo>
                <a:lnTo>
                  <a:pt x="45" y="18"/>
                </a:lnTo>
                <a:lnTo>
                  <a:pt x="51" y="24"/>
                </a:lnTo>
                <a:lnTo>
                  <a:pt x="46" y="30"/>
                </a:lnTo>
                <a:lnTo>
                  <a:pt x="40" y="24"/>
                </a:lnTo>
                <a:moveTo>
                  <a:pt x="45" y="18"/>
                </a:moveTo>
                <a:lnTo>
                  <a:pt x="51" y="13"/>
                </a:lnTo>
                <a:lnTo>
                  <a:pt x="57" y="18"/>
                </a:lnTo>
                <a:lnTo>
                  <a:pt x="51" y="24"/>
                </a:lnTo>
                <a:lnTo>
                  <a:pt x="45" y="18"/>
                </a:lnTo>
                <a:moveTo>
                  <a:pt x="51" y="13"/>
                </a:moveTo>
                <a:lnTo>
                  <a:pt x="57" y="7"/>
                </a:lnTo>
                <a:lnTo>
                  <a:pt x="63" y="12"/>
                </a:lnTo>
                <a:lnTo>
                  <a:pt x="57" y="18"/>
                </a:lnTo>
                <a:lnTo>
                  <a:pt x="51" y="13"/>
                </a:lnTo>
                <a:moveTo>
                  <a:pt x="57" y="7"/>
                </a:moveTo>
                <a:lnTo>
                  <a:pt x="63" y="0"/>
                </a:lnTo>
                <a:lnTo>
                  <a:pt x="68" y="14"/>
                </a:lnTo>
                <a:lnTo>
                  <a:pt x="61" y="16"/>
                </a:lnTo>
                <a:lnTo>
                  <a:pt x="58" y="9"/>
                </a:lnTo>
                <a:lnTo>
                  <a:pt x="62" y="8"/>
                </a:lnTo>
                <a:lnTo>
                  <a:pt x="65" y="10"/>
                </a:lnTo>
                <a:lnTo>
                  <a:pt x="63" y="12"/>
                </a:lnTo>
                <a:lnTo>
                  <a:pt x="57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3152880" y="1474920"/>
            <a:ext cx="5016600" cy="727200"/>
          </a:xfrm>
          <a:custGeom>
            <a:avLst/>
            <a:gdLst/>
            <a:ahLst/>
            <a:rect l="0" t="0" r="r" b="b"/>
            <a:pathLst>
              <a:path fill="none" w="13935" h="2020">
                <a:moveTo>
                  <a:pt x="0" y="2020"/>
                </a:moveTo>
                <a:lnTo>
                  <a:pt x="181" y="1683"/>
                </a:lnTo>
                <a:cubicBezTo>
                  <a:pt x="361" y="1347"/>
                  <a:pt x="722" y="673"/>
                  <a:pt x="1158" y="337"/>
                </a:cubicBezTo>
                <a:cubicBezTo>
                  <a:pt x="1593" y="0"/>
                  <a:pt x="2102" y="0"/>
                  <a:pt x="2612" y="0"/>
                </a:cubicBezTo>
                <a:cubicBezTo>
                  <a:pt x="3121" y="0"/>
                  <a:pt x="3630" y="0"/>
                  <a:pt x="4133" y="0"/>
                </a:cubicBezTo>
                <a:cubicBezTo>
                  <a:pt x="4635" y="0"/>
                  <a:pt x="5131" y="0"/>
                  <a:pt x="5626" y="0"/>
                </a:cubicBezTo>
                <a:cubicBezTo>
                  <a:pt x="6122" y="0"/>
                  <a:pt x="6617" y="0"/>
                  <a:pt x="7120" y="0"/>
                </a:cubicBezTo>
                <a:cubicBezTo>
                  <a:pt x="7622" y="0"/>
                  <a:pt x="8132" y="0"/>
                  <a:pt x="8641" y="0"/>
                </a:cubicBezTo>
                <a:cubicBezTo>
                  <a:pt x="9150" y="0"/>
                  <a:pt x="9660" y="0"/>
                  <a:pt x="10169" y="0"/>
                </a:cubicBezTo>
                <a:cubicBezTo>
                  <a:pt x="10678" y="0"/>
                  <a:pt x="11188" y="0"/>
                  <a:pt x="11697" y="0"/>
                </a:cubicBezTo>
                <a:cubicBezTo>
                  <a:pt x="12207" y="0"/>
                  <a:pt x="12717" y="0"/>
                  <a:pt x="13089" y="95"/>
                </a:cubicBezTo>
                <a:cubicBezTo>
                  <a:pt x="13462" y="190"/>
                  <a:pt x="13699" y="380"/>
                  <a:pt x="13817" y="475"/>
                </a:cubicBezTo>
                <a:lnTo>
                  <a:pt x="13935" y="5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49320" y="16599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50" y="0"/>
                </a:moveTo>
                <a:lnTo>
                  <a:pt x="87" y="81"/>
                </a:lnTo>
                <a:lnTo>
                  <a:pt x="0" y="62"/>
                </a:lnTo>
                <a:lnTo>
                  <a:pt x="5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146800" y="16574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64" y="13"/>
                </a:moveTo>
                <a:lnTo>
                  <a:pt x="67" y="20"/>
                </a:lnTo>
                <a:lnTo>
                  <a:pt x="60" y="23"/>
                </a:lnTo>
                <a:lnTo>
                  <a:pt x="57" y="16"/>
                </a:lnTo>
                <a:lnTo>
                  <a:pt x="64" y="13"/>
                </a:lnTo>
                <a:moveTo>
                  <a:pt x="67" y="20"/>
                </a:moveTo>
                <a:lnTo>
                  <a:pt x="70" y="27"/>
                </a:lnTo>
                <a:lnTo>
                  <a:pt x="63" y="30"/>
                </a:lnTo>
                <a:lnTo>
                  <a:pt x="60" y="23"/>
                </a:lnTo>
                <a:lnTo>
                  <a:pt x="67" y="20"/>
                </a:lnTo>
                <a:moveTo>
                  <a:pt x="70" y="27"/>
                </a:moveTo>
                <a:lnTo>
                  <a:pt x="74" y="34"/>
                </a:lnTo>
                <a:lnTo>
                  <a:pt x="67" y="38"/>
                </a:lnTo>
                <a:lnTo>
                  <a:pt x="63" y="30"/>
                </a:lnTo>
                <a:lnTo>
                  <a:pt x="70" y="27"/>
                </a:lnTo>
                <a:moveTo>
                  <a:pt x="74" y="34"/>
                </a:moveTo>
                <a:lnTo>
                  <a:pt x="77" y="41"/>
                </a:lnTo>
                <a:lnTo>
                  <a:pt x="70" y="45"/>
                </a:lnTo>
                <a:lnTo>
                  <a:pt x="67" y="38"/>
                </a:lnTo>
                <a:lnTo>
                  <a:pt x="74" y="34"/>
                </a:lnTo>
                <a:moveTo>
                  <a:pt x="77" y="41"/>
                </a:moveTo>
                <a:lnTo>
                  <a:pt x="80" y="49"/>
                </a:lnTo>
                <a:lnTo>
                  <a:pt x="73" y="52"/>
                </a:lnTo>
                <a:lnTo>
                  <a:pt x="70" y="45"/>
                </a:lnTo>
                <a:lnTo>
                  <a:pt x="77" y="41"/>
                </a:lnTo>
                <a:moveTo>
                  <a:pt x="80" y="49"/>
                </a:moveTo>
                <a:lnTo>
                  <a:pt x="84" y="56"/>
                </a:lnTo>
                <a:lnTo>
                  <a:pt x="76" y="59"/>
                </a:lnTo>
                <a:lnTo>
                  <a:pt x="73" y="52"/>
                </a:lnTo>
                <a:lnTo>
                  <a:pt x="80" y="49"/>
                </a:lnTo>
                <a:moveTo>
                  <a:pt x="84" y="56"/>
                </a:moveTo>
                <a:lnTo>
                  <a:pt x="87" y="63"/>
                </a:lnTo>
                <a:lnTo>
                  <a:pt x="80" y="66"/>
                </a:lnTo>
                <a:lnTo>
                  <a:pt x="76" y="59"/>
                </a:lnTo>
                <a:lnTo>
                  <a:pt x="84" y="56"/>
                </a:lnTo>
                <a:moveTo>
                  <a:pt x="87" y="63"/>
                </a:moveTo>
                <a:lnTo>
                  <a:pt x="90" y="70"/>
                </a:lnTo>
                <a:lnTo>
                  <a:pt x="83" y="73"/>
                </a:lnTo>
                <a:lnTo>
                  <a:pt x="80" y="66"/>
                </a:lnTo>
                <a:lnTo>
                  <a:pt x="87" y="63"/>
                </a:lnTo>
                <a:moveTo>
                  <a:pt x="90" y="70"/>
                </a:moveTo>
                <a:lnTo>
                  <a:pt x="94" y="77"/>
                </a:lnTo>
                <a:lnTo>
                  <a:pt x="86" y="81"/>
                </a:lnTo>
                <a:lnTo>
                  <a:pt x="83" y="73"/>
                </a:lnTo>
                <a:lnTo>
                  <a:pt x="90" y="70"/>
                </a:lnTo>
                <a:moveTo>
                  <a:pt x="94" y="77"/>
                </a:moveTo>
                <a:lnTo>
                  <a:pt x="97" y="84"/>
                </a:lnTo>
                <a:lnTo>
                  <a:pt x="90" y="88"/>
                </a:lnTo>
                <a:lnTo>
                  <a:pt x="86" y="81"/>
                </a:lnTo>
                <a:lnTo>
                  <a:pt x="94" y="77"/>
                </a:lnTo>
                <a:moveTo>
                  <a:pt x="97" y="84"/>
                </a:moveTo>
                <a:lnTo>
                  <a:pt x="101" y="94"/>
                </a:lnTo>
                <a:lnTo>
                  <a:pt x="87" y="90"/>
                </a:lnTo>
                <a:lnTo>
                  <a:pt x="88" y="82"/>
                </a:lnTo>
                <a:lnTo>
                  <a:pt x="95" y="84"/>
                </a:lnTo>
                <a:lnTo>
                  <a:pt x="94" y="87"/>
                </a:lnTo>
                <a:lnTo>
                  <a:pt x="90" y="89"/>
                </a:lnTo>
                <a:lnTo>
                  <a:pt x="90" y="88"/>
                </a:lnTo>
                <a:lnTo>
                  <a:pt x="97" y="84"/>
                </a:lnTo>
                <a:moveTo>
                  <a:pt x="87" y="90"/>
                </a:moveTo>
                <a:lnTo>
                  <a:pt x="79" y="88"/>
                </a:lnTo>
                <a:lnTo>
                  <a:pt x="81" y="81"/>
                </a:lnTo>
                <a:lnTo>
                  <a:pt x="88" y="82"/>
                </a:lnTo>
                <a:lnTo>
                  <a:pt x="87" y="90"/>
                </a:lnTo>
                <a:moveTo>
                  <a:pt x="79" y="88"/>
                </a:moveTo>
                <a:lnTo>
                  <a:pt x="71" y="87"/>
                </a:lnTo>
                <a:lnTo>
                  <a:pt x="73" y="79"/>
                </a:lnTo>
                <a:lnTo>
                  <a:pt x="81" y="81"/>
                </a:lnTo>
                <a:lnTo>
                  <a:pt x="79" y="88"/>
                </a:lnTo>
                <a:moveTo>
                  <a:pt x="71" y="87"/>
                </a:moveTo>
                <a:lnTo>
                  <a:pt x="64" y="85"/>
                </a:lnTo>
                <a:lnTo>
                  <a:pt x="65" y="77"/>
                </a:lnTo>
                <a:lnTo>
                  <a:pt x="73" y="79"/>
                </a:lnTo>
                <a:lnTo>
                  <a:pt x="71" y="87"/>
                </a:lnTo>
                <a:moveTo>
                  <a:pt x="64" y="85"/>
                </a:moveTo>
                <a:lnTo>
                  <a:pt x="56" y="83"/>
                </a:lnTo>
                <a:lnTo>
                  <a:pt x="58" y="76"/>
                </a:lnTo>
                <a:lnTo>
                  <a:pt x="65" y="77"/>
                </a:lnTo>
                <a:lnTo>
                  <a:pt x="64" y="85"/>
                </a:lnTo>
                <a:moveTo>
                  <a:pt x="56" y="83"/>
                </a:moveTo>
                <a:lnTo>
                  <a:pt x="48" y="82"/>
                </a:lnTo>
                <a:lnTo>
                  <a:pt x="50" y="74"/>
                </a:lnTo>
                <a:lnTo>
                  <a:pt x="58" y="76"/>
                </a:lnTo>
                <a:lnTo>
                  <a:pt x="56" y="83"/>
                </a:lnTo>
                <a:moveTo>
                  <a:pt x="48" y="82"/>
                </a:moveTo>
                <a:lnTo>
                  <a:pt x="40" y="80"/>
                </a:lnTo>
                <a:lnTo>
                  <a:pt x="42" y="72"/>
                </a:lnTo>
                <a:lnTo>
                  <a:pt x="50" y="74"/>
                </a:lnTo>
                <a:lnTo>
                  <a:pt x="48" y="82"/>
                </a:lnTo>
                <a:moveTo>
                  <a:pt x="40" y="80"/>
                </a:moveTo>
                <a:lnTo>
                  <a:pt x="33" y="78"/>
                </a:lnTo>
                <a:lnTo>
                  <a:pt x="34" y="71"/>
                </a:lnTo>
                <a:lnTo>
                  <a:pt x="42" y="72"/>
                </a:lnTo>
                <a:lnTo>
                  <a:pt x="40" y="80"/>
                </a:lnTo>
                <a:moveTo>
                  <a:pt x="33" y="78"/>
                </a:moveTo>
                <a:lnTo>
                  <a:pt x="25" y="77"/>
                </a:lnTo>
                <a:lnTo>
                  <a:pt x="27" y="69"/>
                </a:lnTo>
                <a:lnTo>
                  <a:pt x="34" y="71"/>
                </a:lnTo>
                <a:lnTo>
                  <a:pt x="33" y="78"/>
                </a:lnTo>
                <a:moveTo>
                  <a:pt x="25" y="77"/>
                </a:moveTo>
                <a:lnTo>
                  <a:pt x="16" y="75"/>
                </a:lnTo>
                <a:lnTo>
                  <a:pt x="18" y="67"/>
                </a:lnTo>
                <a:lnTo>
                  <a:pt x="27" y="69"/>
                </a:lnTo>
                <a:lnTo>
                  <a:pt x="25" y="77"/>
                </a:lnTo>
                <a:moveTo>
                  <a:pt x="16" y="75"/>
                </a:moveTo>
                <a:lnTo>
                  <a:pt x="9" y="73"/>
                </a:lnTo>
                <a:lnTo>
                  <a:pt x="10" y="66"/>
                </a:lnTo>
                <a:lnTo>
                  <a:pt x="18" y="67"/>
                </a:lnTo>
                <a:lnTo>
                  <a:pt x="16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2"/>
                </a:lnTo>
                <a:lnTo>
                  <a:pt x="13" y="67"/>
                </a:lnTo>
                <a:lnTo>
                  <a:pt x="10" y="71"/>
                </a:lnTo>
                <a:lnTo>
                  <a:pt x="7" y="69"/>
                </a:lnTo>
                <a:lnTo>
                  <a:pt x="7" y="65"/>
                </a:lnTo>
                <a:lnTo>
                  <a:pt x="10" y="66"/>
                </a:lnTo>
                <a:lnTo>
                  <a:pt x="9" y="73"/>
                </a:lnTo>
                <a:moveTo>
                  <a:pt x="7" y="62"/>
                </a:moveTo>
                <a:lnTo>
                  <a:pt x="12" y="56"/>
                </a:lnTo>
                <a:lnTo>
                  <a:pt x="18" y="61"/>
                </a:lnTo>
                <a:lnTo>
                  <a:pt x="13" y="67"/>
                </a:lnTo>
                <a:lnTo>
                  <a:pt x="7" y="62"/>
                </a:lnTo>
                <a:moveTo>
                  <a:pt x="12" y="56"/>
                </a:moveTo>
                <a:lnTo>
                  <a:pt x="17" y="50"/>
                </a:lnTo>
                <a:lnTo>
                  <a:pt x="24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0"/>
                </a:moveTo>
                <a:lnTo>
                  <a:pt x="23" y="44"/>
                </a:lnTo>
                <a:lnTo>
                  <a:pt x="29" y="49"/>
                </a:lnTo>
                <a:lnTo>
                  <a:pt x="24" y="55"/>
                </a:lnTo>
                <a:lnTo>
                  <a:pt x="17" y="50"/>
                </a:lnTo>
                <a:moveTo>
                  <a:pt x="23" y="44"/>
                </a:moveTo>
                <a:lnTo>
                  <a:pt x="27" y="38"/>
                </a:lnTo>
                <a:lnTo>
                  <a:pt x="34" y="43"/>
                </a:lnTo>
                <a:lnTo>
                  <a:pt x="29" y="49"/>
                </a:lnTo>
                <a:lnTo>
                  <a:pt x="23" y="44"/>
                </a:lnTo>
                <a:moveTo>
                  <a:pt x="27" y="38"/>
                </a:moveTo>
                <a:lnTo>
                  <a:pt x="32" y="32"/>
                </a:lnTo>
                <a:lnTo>
                  <a:pt x="39" y="37"/>
                </a:lnTo>
                <a:lnTo>
                  <a:pt x="34" y="43"/>
                </a:lnTo>
                <a:lnTo>
                  <a:pt x="27" y="38"/>
                </a:lnTo>
                <a:moveTo>
                  <a:pt x="32" y="32"/>
                </a:moveTo>
                <a:lnTo>
                  <a:pt x="37" y="25"/>
                </a:lnTo>
                <a:lnTo>
                  <a:pt x="44" y="30"/>
                </a:lnTo>
                <a:lnTo>
                  <a:pt x="39" y="37"/>
                </a:lnTo>
                <a:lnTo>
                  <a:pt x="32" y="32"/>
                </a:lnTo>
                <a:moveTo>
                  <a:pt x="37" y="25"/>
                </a:moveTo>
                <a:lnTo>
                  <a:pt x="42" y="19"/>
                </a:lnTo>
                <a:lnTo>
                  <a:pt x="48" y="24"/>
                </a:lnTo>
                <a:lnTo>
                  <a:pt x="44" y="30"/>
                </a:lnTo>
                <a:lnTo>
                  <a:pt x="37" y="25"/>
                </a:lnTo>
                <a:moveTo>
                  <a:pt x="42" y="19"/>
                </a:moveTo>
                <a:lnTo>
                  <a:pt x="47" y="13"/>
                </a:lnTo>
                <a:lnTo>
                  <a:pt x="53" y="18"/>
                </a:lnTo>
                <a:lnTo>
                  <a:pt x="48" y="24"/>
                </a:lnTo>
                <a:lnTo>
                  <a:pt x="42" y="19"/>
                </a:lnTo>
                <a:moveTo>
                  <a:pt x="47" y="13"/>
                </a:moveTo>
                <a:lnTo>
                  <a:pt x="52" y="7"/>
                </a:lnTo>
                <a:lnTo>
                  <a:pt x="58" y="12"/>
                </a:lnTo>
                <a:lnTo>
                  <a:pt x="53" y="18"/>
                </a:lnTo>
                <a:lnTo>
                  <a:pt x="47" y="13"/>
                </a:lnTo>
                <a:moveTo>
                  <a:pt x="52" y="7"/>
                </a:moveTo>
                <a:lnTo>
                  <a:pt x="58" y="0"/>
                </a:lnTo>
                <a:lnTo>
                  <a:pt x="64" y="13"/>
                </a:lnTo>
                <a:lnTo>
                  <a:pt x="57" y="16"/>
                </a:lnTo>
                <a:lnTo>
                  <a:pt x="53" y="9"/>
                </a:lnTo>
                <a:lnTo>
                  <a:pt x="57" y="7"/>
                </a:lnTo>
                <a:lnTo>
                  <a:pt x="60" y="10"/>
                </a:lnTo>
                <a:lnTo>
                  <a:pt x="58" y="12"/>
                </a:lnTo>
                <a:lnTo>
                  <a:pt x="52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5297040" y="2083320"/>
            <a:ext cx="2692800" cy="876600"/>
          </a:xfrm>
          <a:custGeom>
            <a:avLst/>
            <a:gdLst/>
            <a:ahLst/>
            <a:rect l="0" t="0" r="r" b="b"/>
            <a:pathLst>
              <a:path fill="none" w="7480" h="2435">
                <a:moveTo>
                  <a:pt x="0" y="2435"/>
                </a:moveTo>
                <a:lnTo>
                  <a:pt x="192" y="2045"/>
                </a:lnTo>
                <a:cubicBezTo>
                  <a:pt x="385" y="1655"/>
                  <a:pt x="771" y="875"/>
                  <a:pt x="1219" y="486"/>
                </a:cubicBezTo>
                <a:cubicBezTo>
                  <a:pt x="1666" y="95"/>
                  <a:pt x="2176" y="95"/>
                  <a:pt x="2685" y="95"/>
                </a:cubicBezTo>
                <a:cubicBezTo>
                  <a:pt x="3194" y="95"/>
                  <a:pt x="3704" y="95"/>
                  <a:pt x="4214" y="95"/>
                </a:cubicBezTo>
                <a:cubicBezTo>
                  <a:pt x="4723" y="95"/>
                  <a:pt x="5233" y="95"/>
                  <a:pt x="5742" y="95"/>
                </a:cubicBezTo>
                <a:cubicBezTo>
                  <a:pt x="6251" y="95"/>
                  <a:pt x="6761" y="95"/>
                  <a:pt x="7050" y="79"/>
                </a:cubicBezTo>
                <a:cubicBezTo>
                  <a:pt x="7340" y="63"/>
                  <a:pt x="7410" y="31"/>
                  <a:pt x="7445" y="15"/>
                </a:cubicBezTo>
                <a:lnTo>
                  <a:pt x="748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70760" y="207612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0" y="0"/>
                </a:moveTo>
                <a:lnTo>
                  <a:pt x="89" y="3"/>
                </a:lnTo>
                <a:lnTo>
                  <a:pt x="33" y="73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68600" y="2074680"/>
            <a:ext cx="37080" cy="30240"/>
          </a:xfrm>
          <a:custGeom>
            <a:avLst/>
            <a:gdLst/>
            <a:ahLst/>
            <a:rect l="0" t="0" r="r" b="b"/>
            <a:pathLst>
              <a:path w="103" h="84">
                <a:moveTo>
                  <a:pt x="14" y="0"/>
                </a:moveTo>
                <a:lnTo>
                  <a:pt x="22" y="1"/>
                </a:lnTo>
                <a:lnTo>
                  <a:pt x="22" y="9"/>
                </a:lnTo>
                <a:lnTo>
                  <a:pt x="14" y="9"/>
                </a:lnTo>
                <a:lnTo>
                  <a:pt x="14" y="0"/>
                </a:lnTo>
                <a:moveTo>
                  <a:pt x="22" y="1"/>
                </a:moveTo>
                <a:lnTo>
                  <a:pt x="30" y="1"/>
                </a:lnTo>
                <a:lnTo>
                  <a:pt x="30" y="10"/>
                </a:lnTo>
                <a:lnTo>
                  <a:pt x="22" y="9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10"/>
                </a:lnTo>
                <a:lnTo>
                  <a:pt x="30" y="10"/>
                </a:lnTo>
                <a:lnTo>
                  <a:pt x="30" y="1"/>
                </a:lnTo>
                <a:moveTo>
                  <a:pt x="38" y="1"/>
                </a:moveTo>
                <a:lnTo>
                  <a:pt x="46" y="1"/>
                </a:lnTo>
                <a:lnTo>
                  <a:pt x="45" y="10"/>
                </a:lnTo>
                <a:lnTo>
                  <a:pt x="38" y="10"/>
                </a:lnTo>
                <a:lnTo>
                  <a:pt x="38" y="1"/>
                </a:lnTo>
                <a:moveTo>
                  <a:pt x="46" y="1"/>
                </a:moveTo>
                <a:lnTo>
                  <a:pt x="55" y="2"/>
                </a:lnTo>
                <a:lnTo>
                  <a:pt x="54" y="11"/>
                </a:lnTo>
                <a:lnTo>
                  <a:pt x="45" y="10"/>
                </a:lnTo>
                <a:lnTo>
                  <a:pt x="46" y="1"/>
                </a:lnTo>
                <a:moveTo>
                  <a:pt x="55" y="2"/>
                </a:moveTo>
                <a:lnTo>
                  <a:pt x="62" y="2"/>
                </a:lnTo>
                <a:lnTo>
                  <a:pt x="62" y="11"/>
                </a:lnTo>
                <a:lnTo>
                  <a:pt x="54" y="11"/>
                </a:lnTo>
                <a:lnTo>
                  <a:pt x="55" y="2"/>
                </a:lnTo>
                <a:moveTo>
                  <a:pt x="62" y="2"/>
                </a:moveTo>
                <a:lnTo>
                  <a:pt x="70" y="2"/>
                </a:lnTo>
                <a:lnTo>
                  <a:pt x="70" y="11"/>
                </a:lnTo>
                <a:lnTo>
                  <a:pt x="62" y="11"/>
                </a:lnTo>
                <a:lnTo>
                  <a:pt x="62" y="2"/>
                </a:lnTo>
                <a:moveTo>
                  <a:pt x="70" y="2"/>
                </a:moveTo>
                <a:lnTo>
                  <a:pt x="78" y="3"/>
                </a:lnTo>
                <a:lnTo>
                  <a:pt x="78" y="12"/>
                </a:lnTo>
                <a:lnTo>
                  <a:pt x="70" y="11"/>
                </a:lnTo>
                <a:lnTo>
                  <a:pt x="70" y="2"/>
                </a:lnTo>
                <a:moveTo>
                  <a:pt x="78" y="3"/>
                </a:moveTo>
                <a:lnTo>
                  <a:pt x="86" y="3"/>
                </a:lnTo>
                <a:lnTo>
                  <a:pt x="86" y="12"/>
                </a:lnTo>
                <a:lnTo>
                  <a:pt x="78" y="12"/>
                </a:lnTo>
                <a:lnTo>
                  <a:pt x="78" y="3"/>
                </a:lnTo>
                <a:moveTo>
                  <a:pt x="86" y="3"/>
                </a:moveTo>
                <a:lnTo>
                  <a:pt x="94" y="3"/>
                </a:lnTo>
                <a:lnTo>
                  <a:pt x="94" y="12"/>
                </a:lnTo>
                <a:lnTo>
                  <a:pt x="86" y="12"/>
                </a:lnTo>
                <a:lnTo>
                  <a:pt x="86" y="3"/>
                </a:lnTo>
                <a:moveTo>
                  <a:pt x="94" y="3"/>
                </a:moveTo>
                <a:lnTo>
                  <a:pt x="103" y="4"/>
                </a:lnTo>
                <a:lnTo>
                  <a:pt x="94" y="16"/>
                </a:lnTo>
                <a:lnTo>
                  <a:pt x="88" y="11"/>
                </a:lnTo>
                <a:lnTo>
                  <a:pt x="92" y="5"/>
                </a:lnTo>
                <a:lnTo>
                  <a:pt x="95" y="8"/>
                </a:lnTo>
                <a:lnTo>
                  <a:pt x="95" y="12"/>
                </a:lnTo>
                <a:lnTo>
                  <a:pt x="94" y="12"/>
                </a:lnTo>
                <a:lnTo>
                  <a:pt x="94" y="3"/>
                </a:lnTo>
                <a:moveTo>
                  <a:pt x="94" y="16"/>
                </a:moveTo>
                <a:lnTo>
                  <a:pt x="89" y="22"/>
                </a:lnTo>
                <a:lnTo>
                  <a:pt x="83" y="17"/>
                </a:lnTo>
                <a:lnTo>
                  <a:pt x="88" y="11"/>
                </a:lnTo>
                <a:lnTo>
                  <a:pt x="94" y="16"/>
                </a:lnTo>
                <a:moveTo>
                  <a:pt x="89" y="22"/>
                </a:moveTo>
                <a:lnTo>
                  <a:pt x="84" y="28"/>
                </a:lnTo>
                <a:lnTo>
                  <a:pt x="78" y="23"/>
                </a:lnTo>
                <a:lnTo>
                  <a:pt x="83" y="17"/>
                </a:lnTo>
                <a:lnTo>
                  <a:pt x="89" y="22"/>
                </a:lnTo>
                <a:moveTo>
                  <a:pt x="84" y="28"/>
                </a:moveTo>
                <a:lnTo>
                  <a:pt x="79" y="34"/>
                </a:lnTo>
                <a:lnTo>
                  <a:pt x="73" y="29"/>
                </a:lnTo>
                <a:lnTo>
                  <a:pt x="78" y="23"/>
                </a:lnTo>
                <a:lnTo>
                  <a:pt x="84" y="28"/>
                </a:lnTo>
                <a:moveTo>
                  <a:pt x="79" y="34"/>
                </a:moveTo>
                <a:lnTo>
                  <a:pt x="74" y="40"/>
                </a:lnTo>
                <a:lnTo>
                  <a:pt x="68" y="35"/>
                </a:lnTo>
                <a:lnTo>
                  <a:pt x="73" y="29"/>
                </a:lnTo>
                <a:lnTo>
                  <a:pt x="79" y="34"/>
                </a:lnTo>
                <a:moveTo>
                  <a:pt x="74" y="40"/>
                </a:moveTo>
                <a:lnTo>
                  <a:pt x="69" y="46"/>
                </a:lnTo>
                <a:lnTo>
                  <a:pt x="63" y="41"/>
                </a:lnTo>
                <a:lnTo>
                  <a:pt x="68" y="35"/>
                </a:lnTo>
                <a:lnTo>
                  <a:pt x="74" y="40"/>
                </a:lnTo>
                <a:moveTo>
                  <a:pt x="69" y="46"/>
                </a:moveTo>
                <a:lnTo>
                  <a:pt x="64" y="52"/>
                </a:lnTo>
                <a:lnTo>
                  <a:pt x="58" y="48"/>
                </a:lnTo>
                <a:lnTo>
                  <a:pt x="63" y="41"/>
                </a:lnTo>
                <a:lnTo>
                  <a:pt x="69" y="46"/>
                </a:lnTo>
                <a:moveTo>
                  <a:pt x="64" y="52"/>
                </a:moveTo>
                <a:lnTo>
                  <a:pt x="59" y="59"/>
                </a:lnTo>
                <a:lnTo>
                  <a:pt x="53" y="54"/>
                </a:lnTo>
                <a:lnTo>
                  <a:pt x="58" y="48"/>
                </a:lnTo>
                <a:lnTo>
                  <a:pt x="64" y="52"/>
                </a:lnTo>
                <a:moveTo>
                  <a:pt x="59" y="59"/>
                </a:moveTo>
                <a:lnTo>
                  <a:pt x="54" y="65"/>
                </a:lnTo>
                <a:lnTo>
                  <a:pt x="47" y="60"/>
                </a:lnTo>
                <a:lnTo>
                  <a:pt x="53" y="54"/>
                </a:lnTo>
                <a:lnTo>
                  <a:pt x="59" y="59"/>
                </a:lnTo>
                <a:moveTo>
                  <a:pt x="54" y="65"/>
                </a:moveTo>
                <a:lnTo>
                  <a:pt x="49" y="71"/>
                </a:lnTo>
                <a:lnTo>
                  <a:pt x="42" y="66"/>
                </a:lnTo>
                <a:lnTo>
                  <a:pt x="47" y="60"/>
                </a:lnTo>
                <a:lnTo>
                  <a:pt x="54" y="65"/>
                </a:lnTo>
                <a:moveTo>
                  <a:pt x="49" y="71"/>
                </a:moveTo>
                <a:lnTo>
                  <a:pt x="44" y="77"/>
                </a:lnTo>
                <a:lnTo>
                  <a:pt x="37" y="72"/>
                </a:lnTo>
                <a:lnTo>
                  <a:pt x="42" y="66"/>
                </a:lnTo>
                <a:lnTo>
                  <a:pt x="49" y="71"/>
                </a:lnTo>
                <a:moveTo>
                  <a:pt x="44" y="77"/>
                </a:moveTo>
                <a:lnTo>
                  <a:pt x="38" y="84"/>
                </a:lnTo>
                <a:lnTo>
                  <a:pt x="33" y="74"/>
                </a:lnTo>
                <a:lnTo>
                  <a:pt x="40" y="70"/>
                </a:lnTo>
                <a:lnTo>
                  <a:pt x="42" y="75"/>
                </a:lnTo>
                <a:lnTo>
                  <a:pt x="39" y="77"/>
                </a:lnTo>
                <a:lnTo>
                  <a:pt x="36" y="74"/>
                </a:lnTo>
                <a:lnTo>
                  <a:pt x="37" y="72"/>
                </a:lnTo>
                <a:lnTo>
                  <a:pt x="44" y="77"/>
                </a:lnTo>
                <a:moveTo>
                  <a:pt x="33" y="74"/>
                </a:moveTo>
                <a:lnTo>
                  <a:pt x="30" y="67"/>
                </a:lnTo>
                <a:lnTo>
                  <a:pt x="37" y="63"/>
                </a:lnTo>
                <a:lnTo>
                  <a:pt x="40" y="70"/>
                </a:lnTo>
                <a:lnTo>
                  <a:pt x="33" y="74"/>
                </a:lnTo>
                <a:moveTo>
                  <a:pt x="30" y="67"/>
                </a:moveTo>
                <a:lnTo>
                  <a:pt x="27" y="59"/>
                </a:lnTo>
                <a:lnTo>
                  <a:pt x="34" y="56"/>
                </a:lnTo>
                <a:lnTo>
                  <a:pt x="37" y="63"/>
                </a:lnTo>
                <a:lnTo>
                  <a:pt x="30" y="67"/>
                </a:lnTo>
                <a:moveTo>
                  <a:pt x="27" y="59"/>
                </a:moveTo>
                <a:lnTo>
                  <a:pt x="23" y="52"/>
                </a:lnTo>
                <a:lnTo>
                  <a:pt x="30" y="49"/>
                </a:lnTo>
                <a:lnTo>
                  <a:pt x="34" y="56"/>
                </a:lnTo>
                <a:lnTo>
                  <a:pt x="27" y="59"/>
                </a:lnTo>
                <a:moveTo>
                  <a:pt x="23" y="52"/>
                </a:moveTo>
                <a:lnTo>
                  <a:pt x="20" y="45"/>
                </a:lnTo>
                <a:lnTo>
                  <a:pt x="27" y="42"/>
                </a:lnTo>
                <a:lnTo>
                  <a:pt x="30" y="49"/>
                </a:lnTo>
                <a:lnTo>
                  <a:pt x="23" y="52"/>
                </a:lnTo>
                <a:moveTo>
                  <a:pt x="20" y="45"/>
                </a:moveTo>
                <a:lnTo>
                  <a:pt x="17" y="38"/>
                </a:lnTo>
                <a:lnTo>
                  <a:pt x="24" y="35"/>
                </a:lnTo>
                <a:lnTo>
                  <a:pt x="27" y="42"/>
                </a:lnTo>
                <a:lnTo>
                  <a:pt x="20" y="45"/>
                </a:lnTo>
                <a:moveTo>
                  <a:pt x="17" y="38"/>
                </a:moveTo>
                <a:lnTo>
                  <a:pt x="14" y="31"/>
                </a:lnTo>
                <a:lnTo>
                  <a:pt x="21" y="27"/>
                </a:lnTo>
                <a:lnTo>
                  <a:pt x="24" y="35"/>
                </a:lnTo>
                <a:lnTo>
                  <a:pt x="17" y="38"/>
                </a:lnTo>
                <a:moveTo>
                  <a:pt x="14" y="31"/>
                </a:moveTo>
                <a:lnTo>
                  <a:pt x="10" y="23"/>
                </a:lnTo>
                <a:lnTo>
                  <a:pt x="17" y="20"/>
                </a:lnTo>
                <a:lnTo>
                  <a:pt x="21" y="27"/>
                </a:lnTo>
                <a:lnTo>
                  <a:pt x="14" y="31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6" y="9"/>
                </a:lnTo>
                <a:lnTo>
                  <a:pt x="6" y="4"/>
                </a:lnTo>
                <a:lnTo>
                  <a:pt x="10" y="2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24960" y="2096280"/>
            <a:ext cx="537840" cy="1495080"/>
          </a:xfrm>
          <a:custGeom>
            <a:avLst/>
            <a:gdLst/>
            <a:ahLst/>
            <a:rect l="0" t="0" r="r" b="b"/>
            <a:pathLst>
              <a:path fill="none" w="1494" h="4153">
                <a:moveTo>
                  <a:pt x="0" y="4153"/>
                </a:moveTo>
                <a:lnTo>
                  <a:pt x="41" y="4153"/>
                </a:lnTo>
                <a:cubicBezTo>
                  <a:pt x="83" y="4153"/>
                  <a:pt x="165" y="4153"/>
                  <a:pt x="413" y="3461"/>
                </a:cubicBezTo>
                <a:cubicBezTo>
                  <a:pt x="662" y="2769"/>
                  <a:pt x="1078" y="1385"/>
                  <a:pt x="1285" y="693"/>
                </a:cubicBezTo>
                <a:lnTo>
                  <a:pt x="14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344800" y="2082960"/>
            <a:ext cx="27360" cy="31680"/>
          </a:xfrm>
          <a:custGeom>
            <a:avLst/>
            <a:gdLst/>
            <a:ahLst/>
            <a:rect l="0" t="0" r="r" b="b"/>
            <a:pathLst>
              <a:path w="76" h="88">
                <a:moveTo>
                  <a:pt x="0" y="65"/>
                </a:moveTo>
                <a:lnTo>
                  <a:pt x="61" y="0"/>
                </a:lnTo>
                <a:lnTo>
                  <a:pt x="76" y="88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342280" y="2079720"/>
            <a:ext cx="31680" cy="36720"/>
          </a:xfrm>
          <a:custGeom>
            <a:avLst/>
            <a:gdLst/>
            <a:ahLst/>
            <a:rect l="0" t="0" r="r" b="b"/>
            <a:pathLst>
              <a:path w="88" h="102">
                <a:moveTo>
                  <a:pt x="9" y="64"/>
                </a:moveTo>
                <a:lnTo>
                  <a:pt x="16" y="59"/>
                </a:lnTo>
                <a:lnTo>
                  <a:pt x="22" y="64"/>
                </a:lnTo>
                <a:lnTo>
                  <a:pt x="16" y="70"/>
                </a:lnTo>
                <a:lnTo>
                  <a:pt x="9" y="64"/>
                </a:lnTo>
                <a:moveTo>
                  <a:pt x="16" y="59"/>
                </a:moveTo>
                <a:lnTo>
                  <a:pt x="21" y="53"/>
                </a:lnTo>
                <a:lnTo>
                  <a:pt x="27" y="58"/>
                </a:lnTo>
                <a:lnTo>
                  <a:pt x="22" y="64"/>
                </a:lnTo>
                <a:lnTo>
                  <a:pt x="16" y="59"/>
                </a:lnTo>
                <a:moveTo>
                  <a:pt x="21" y="53"/>
                </a:moveTo>
                <a:lnTo>
                  <a:pt x="27" y="47"/>
                </a:lnTo>
                <a:lnTo>
                  <a:pt x="32" y="53"/>
                </a:lnTo>
                <a:lnTo>
                  <a:pt x="27" y="58"/>
                </a:lnTo>
                <a:lnTo>
                  <a:pt x="21" y="53"/>
                </a:lnTo>
                <a:moveTo>
                  <a:pt x="27" y="47"/>
                </a:moveTo>
                <a:lnTo>
                  <a:pt x="32" y="41"/>
                </a:lnTo>
                <a:lnTo>
                  <a:pt x="38" y="47"/>
                </a:lnTo>
                <a:lnTo>
                  <a:pt x="32" y="53"/>
                </a:lnTo>
                <a:lnTo>
                  <a:pt x="27" y="47"/>
                </a:lnTo>
                <a:moveTo>
                  <a:pt x="32" y="41"/>
                </a:moveTo>
                <a:lnTo>
                  <a:pt x="37" y="36"/>
                </a:lnTo>
                <a:lnTo>
                  <a:pt x="43" y="41"/>
                </a:lnTo>
                <a:lnTo>
                  <a:pt x="38" y="47"/>
                </a:lnTo>
                <a:lnTo>
                  <a:pt x="32" y="41"/>
                </a:lnTo>
                <a:moveTo>
                  <a:pt x="37" y="36"/>
                </a:moveTo>
                <a:lnTo>
                  <a:pt x="43" y="30"/>
                </a:lnTo>
                <a:lnTo>
                  <a:pt x="49" y="35"/>
                </a:lnTo>
                <a:lnTo>
                  <a:pt x="43" y="41"/>
                </a:lnTo>
                <a:lnTo>
                  <a:pt x="37" y="36"/>
                </a:lnTo>
                <a:moveTo>
                  <a:pt x="43" y="30"/>
                </a:moveTo>
                <a:lnTo>
                  <a:pt x="48" y="24"/>
                </a:lnTo>
                <a:lnTo>
                  <a:pt x="54" y="30"/>
                </a:lnTo>
                <a:lnTo>
                  <a:pt x="49" y="35"/>
                </a:lnTo>
                <a:lnTo>
                  <a:pt x="43" y="30"/>
                </a:lnTo>
                <a:moveTo>
                  <a:pt x="48" y="24"/>
                </a:moveTo>
                <a:lnTo>
                  <a:pt x="54" y="18"/>
                </a:lnTo>
                <a:lnTo>
                  <a:pt x="59" y="24"/>
                </a:lnTo>
                <a:lnTo>
                  <a:pt x="54" y="30"/>
                </a:lnTo>
                <a:lnTo>
                  <a:pt x="48" y="24"/>
                </a:lnTo>
                <a:moveTo>
                  <a:pt x="54" y="18"/>
                </a:moveTo>
                <a:lnTo>
                  <a:pt x="59" y="13"/>
                </a:lnTo>
                <a:lnTo>
                  <a:pt x="65" y="18"/>
                </a:lnTo>
                <a:lnTo>
                  <a:pt x="59" y="24"/>
                </a:lnTo>
                <a:lnTo>
                  <a:pt x="54" y="18"/>
                </a:lnTo>
                <a:moveTo>
                  <a:pt x="59" y="13"/>
                </a:moveTo>
                <a:lnTo>
                  <a:pt x="64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4" y="7"/>
                </a:moveTo>
                <a:lnTo>
                  <a:pt x="71" y="0"/>
                </a:lnTo>
                <a:lnTo>
                  <a:pt x="73" y="14"/>
                </a:lnTo>
                <a:lnTo>
                  <a:pt x="66" y="16"/>
                </a:lnTo>
                <a:lnTo>
                  <a:pt x="64" y="9"/>
                </a:lnTo>
                <a:lnTo>
                  <a:pt x="68" y="9"/>
                </a:lnTo>
                <a:lnTo>
                  <a:pt x="71" y="11"/>
                </a:lnTo>
                <a:lnTo>
                  <a:pt x="70" y="12"/>
                </a:lnTo>
                <a:lnTo>
                  <a:pt x="64" y="7"/>
                </a:lnTo>
                <a:moveTo>
                  <a:pt x="73" y="14"/>
                </a:moveTo>
                <a:lnTo>
                  <a:pt x="75" y="22"/>
                </a:lnTo>
                <a:lnTo>
                  <a:pt x="67" y="23"/>
                </a:lnTo>
                <a:lnTo>
                  <a:pt x="66" y="16"/>
                </a:lnTo>
                <a:lnTo>
                  <a:pt x="73" y="14"/>
                </a:lnTo>
                <a:moveTo>
                  <a:pt x="75" y="22"/>
                </a:moveTo>
                <a:lnTo>
                  <a:pt x="76" y="30"/>
                </a:lnTo>
                <a:lnTo>
                  <a:pt x="68" y="31"/>
                </a:lnTo>
                <a:lnTo>
                  <a:pt x="67" y="23"/>
                </a:lnTo>
                <a:lnTo>
                  <a:pt x="75" y="22"/>
                </a:lnTo>
                <a:moveTo>
                  <a:pt x="76" y="30"/>
                </a:moveTo>
                <a:lnTo>
                  <a:pt x="77" y="38"/>
                </a:lnTo>
                <a:lnTo>
                  <a:pt x="70" y="39"/>
                </a:lnTo>
                <a:lnTo>
                  <a:pt x="68" y="31"/>
                </a:lnTo>
                <a:lnTo>
                  <a:pt x="76" y="30"/>
                </a:lnTo>
                <a:moveTo>
                  <a:pt x="77" y="38"/>
                </a:moveTo>
                <a:lnTo>
                  <a:pt x="79" y="45"/>
                </a:lnTo>
                <a:lnTo>
                  <a:pt x="71" y="47"/>
                </a:lnTo>
                <a:lnTo>
                  <a:pt x="70" y="39"/>
                </a:lnTo>
                <a:lnTo>
                  <a:pt x="77" y="38"/>
                </a:lnTo>
                <a:moveTo>
                  <a:pt x="79" y="45"/>
                </a:moveTo>
                <a:lnTo>
                  <a:pt x="80" y="53"/>
                </a:lnTo>
                <a:lnTo>
                  <a:pt x="72" y="55"/>
                </a:lnTo>
                <a:lnTo>
                  <a:pt x="71" y="47"/>
                </a:lnTo>
                <a:lnTo>
                  <a:pt x="79" y="45"/>
                </a:lnTo>
                <a:moveTo>
                  <a:pt x="80" y="53"/>
                </a:moveTo>
                <a:lnTo>
                  <a:pt x="81" y="61"/>
                </a:lnTo>
                <a:lnTo>
                  <a:pt x="74" y="62"/>
                </a:lnTo>
                <a:lnTo>
                  <a:pt x="72" y="55"/>
                </a:lnTo>
                <a:lnTo>
                  <a:pt x="80" y="53"/>
                </a:lnTo>
                <a:moveTo>
                  <a:pt x="81" y="61"/>
                </a:moveTo>
                <a:lnTo>
                  <a:pt x="83" y="69"/>
                </a:lnTo>
                <a:lnTo>
                  <a:pt x="75" y="70"/>
                </a:lnTo>
                <a:lnTo>
                  <a:pt x="74" y="62"/>
                </a:lnTo>
                <a:lnTo>
                  <a:pt x="81" y="61"/>
                </a:lnTo>
                <a:moveTo>
                  <a:pt x="83" y="69"/>
                </a:moveTo>
                <a:lnTo>
                  <a:pt x="84" y="77"/>
                </a:lnTo>
                <a:lnTo>
                  <a:pt x="76" y="79"/>
                </a:lnTo>
                <a:lnTo>
                  <a:pt x="75" y="70"/>
                </a:lnTo>
                <a:lnTo>
                  <a:pt x="83" y="69"/>
                </a:lnTo>
                <a:moveTo>
                  <a:pt x="84" y="77"/>
                </a:moveTo>
                <a:lnTo>
                  <a:pt x="85" y="85"/>
                </a:lnTo>
                <a:lnTo>
                  <a:pt x="78" y="87"/>
                </a:lnTo>
                <a:lnTo>
                  <a:pt x="76" y="79"/>
                </a:lnTo>
                <a:lnTo>
                  <a:pt x="84" y="77"/>
                </a:lnTo>
                <a:moveTo>
                  <a:pt x="85" y="85"/>
                </a:moveTo>
                <a:lnTo>
                  <a:pt x="87" y="93"/>
                </a:lnTo>
                <a:lnTo>
                  <a:pt x="79" y="94"/>
                </a:lnTo>
                <a:lnTo>
                  <a:pt x="78" y="87"/>
                </a:lnTo>
                <a:lnTo>
                  <a:pt x="85" y="85"/>
                </a:lnTo>
                <a:moveTo>
                  <a:pt x="87" y="93"/>
                </a:moveTo>
                <a:lnTo>
                  <a:pt x="88" y="102"/>
                </a:lnTo>
                <a:lnTo>
                  <a:pt x="77" y="99"/>
                </a:lnTo>
                <a:lnTo>
                  <a:pt x="80" y="91"/>
                </a:lnTo>
                <a:lnTo>
                  <a:pt x="85" y="93"/>
                </a:lnTo>
                <a:lnTo>
                  <a:pt x="83" y="97"/>
                </a:lnTo>
                <a:lnTo>
                  <a:pt x="80" y="97"/>
                </a:lnTo>
                <a:lnTo>
                  <a:pt x="79" y="94"/>
                </a:lnTo>
                <a:lnTo>
                  <a:pt x="87" y="93"/>
                </a:lnTo>
                <a:moveTo>
                  <a:pt x="77" y="99"/>
                </a:moveTo>
                <a:lnTo>
                  <a:pt x="70" y="97"/>
                </a:lnTo>
                <a:lnTo>
                  <a:pt x="72" y="89"/>
                </a:lnTo>
                <a:lnTo>
                  <a:pt x="80" y="91"/>
                </a:lnTo>
                <a:lnTo>
                  <a:pt x="77" y="99"/>
                </a:lnTo>
                <a:moveTo>
                  <a:pt x="70" y="97"/>
                </a:moveTo>
                <a:lnTo>
                  <a:pt x="62" y="94"/>
                </a:lnTo>
                <a:lnTo>
                  <a:pt x="65" y="87"/>
                </a:lnTo>
                <a:lnTo>
                  <a:pt x="72" y="89"/>
                </a:lnTo>
                <a:lnTo>
                  <a:pt x="70" y="97"/>
                </a:lnTo>
                <a:moveTo>
                  <a:pt x="62" y="94"/>
                </a:moveTo>
                <a:lnTo>
                  <a:pt x="55" y="92"/>
                </a:lnTo>
                <a:lnTo>
                  <a:pt x="57" y="84"/>
                </a:lnTo>
                <a:lnTo>
                  <a:pt x="65" y="87"/>
                </a:lnTo>
                <a:lnTo>
                  <a:pt x="62" y="94"/>
                </a:lnTo>
                <a:moveTo>
                  <a:pt x="55" y="92"/>
                </a:moveTo>
                <a:lnTo>
                  <a:pt x="47" y="90"/>
                </a:lnTo>
                <a:lnTo>
                  <a:pt x="49" y="82"/>
                </a:lnTo>
                <a:lnTo>
                  <a:pt x="57" y="84"/>
                </a:lnTo>
                <a:lnTo>
                  <a:pt x="55" y="92"/>
                </a:lnTo>
                <a:moveTo>
                  <a:pt x="47" y="90"/>
                </a:moveTo>
                <a:lnTo>
                  <a:pt x="40" y="87"/>
                </a:lnTo>
                <a:lnTo>
                  <a:pt x="42" y="80"/>
                </a:lnTo>
                <a:lnTo>
                  <a:pt x="49" y="82"/>
                </a:lnTo>
                <a:lnTo>
                  <a:pt x="47" y="90"/>
                </a:lnTo>
                <a:moveTo>
                  <a:pt x="40" y="87"/>
                </a:moveTo>
                <a:lnTo>
                  <a:pt x="32" y="85"/>
                </a:lnTo>
                <a:lnTo>
                  <a:pt x="34" y="78"/>
                </a:lnTo>
                <a:lnTo>
                  <a:pt x="42" y="80"/>
                </a:lnTo>
                <a:lnTo>
                  <a:pt x="40" y="87"/>
                </a:lnTo>
                <a:moveTo>
                  <a:pt x="32" y="85"/>
                </a:moveTo>
                <a:lnTo>
                  <a:pt x="25" y="83"/>
                </a:lnTo>
                <a:lnTo>
                  <a:pt x="27" y="75"/>
                </a:lnTo>
                <a:lnTo>
                  <a:pt x="34" y="78"/>
                </a:lnTo>
                <a:lnTo>
                  <a:pt x="32" y="85"/>
                </a:lnTo>
                <a:moveTo>
                  <a:pt x="25" y="83"/>
                </a:moveTo>
                <a:lnTo>
                  <a:pt x="17" y="81"/>
                </a:lnTo>
                <a:lnTo>
                  <a:pt x="19" y="72"/>
                </a:lnTo>
                <a:lnTo>
                  <a:pt x="27" y="75"/>
                </a:lnTo>
                <a:lnTo>
                  <a:pt x="25" y="83"/>
                </a:lnTo>
                <a:moveTo>
                  <a:pt x="17" y="81"/>
                </a:moveTo>
                <a:lnTo>
                  <a:pt x="8" y="78"/>
                </a:lnTo>
                <a:lnTo>
                  <a:pt x="11" y="70"/>
                </a:lnTo>
                <a:lnTo>
                  <a:pt x="19" y="72"/>
                </a:lnTo>
                <a:lnTo>
                  <a:pt x="17" y="81"/>
                </a:lnTo>
                <a:moveTo>
                  <a:pt x="8" y="78"/>
                </a:moveTo>
                <a:lnTo>
                  <a:pt x="0" y="76"/>
                </a:lnTo>
                <a:lnTo>
                  <a:pt x="9" y="64"/>
                </a:lnTo>
                <a:lnTo>
                  <a:pt x="16" y="70"/>
                </a:lnTo>
                <a:lnTo>
                  <a:pt x="10" y="77"/>
                </a:lnTo>
                <a:lnTo>
                  <a:pt x="7" y="74"/>
                </a:lnTo>
                <a:lnTo>
                  <a:pt x="8" y="69"/>
                </a:lnTo>
                <a:lnTo>
                  <a:pt x="11" y="70"/>
                </a:lnTo>
                <a:lnTo>
                  <a:pt x="8" y="7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554360" y="2096640"/>
            <a:ext cx="3820680" cy="1901160"/>
          </a:xfrm>
          <a:custGeom>
            <a:avLst/>
            <a:gdLst/>
            <a:ahLst/>
            <a:rect l="0" t="0" r="r" b="b"/>
            <a:pathLst>
              <a:path fill="none" w="10613" h="5281">
                <a:moveTo>
                  <a:pt x="0" y="5249"/>
                </a:moveTo>
                <a:lnTo>
                  <a:pt x="41" y="5254"/>
                </a:lnTo>
                <a:cubicBezTo>
                  <a:pt x="82" y="5260"/>
                  <a:pt x="164" y="5270"/>
                  <a:pt x="453" y="5276"/>
                </a:cubicBezTo>
                <a:cubicBezTo>
                  <a:pt x="742" y="5281"/>
                  <a:pt x="1238" y="5281"/>
                  <a:pt x="1733" y="5281"/>
                </a:cubicBezTo>
                <a:cubicBezTo>
                  <a:pt x="2229" y="5281"/>
                  <a:pt x="2724" y="5281"/>
                  <a:pt x="3227" y="5281"/>
                </a:cubicBezTo>
                <a:cubicBezTo>
                  <a:pt x="3730" y="5281"/>
                  <a:pt x="4240" y="5281"/>
                  <a:pt x="4749" y="5281"/>
                </a:cubicBezTo>
                <a:cubicBezTo>
                  <a:pt x="5258" y="5281"/>
                  <a:pt x="5768" y="5281"/>
                  <a:pt x="6277" y="5281"/>
                </a:cubicBezTo>
                <a:cubicBezTo>
                  <a:pt x="6786" y="5281"/>
                  <a:pt x="7296" y="5281"/>
                  <a:pt x="7805" y="5281"/>
                </a:cubicBezTo>
                <a:cubicBezTo>
                  <a:pt x="8314" y="5281"/>
                  <a:pt x="8824" y="5281"/>
                  <a:pt x="9291" y="4401"/>
                </a:cubicBezTo>
                <a:cubicBezTo>
                  <a:pt x="9759" y="3521"/>
                  <a:pt x="10186" y="1760"/>
                  <a:pt x="10399" y="880"/>
                </a:cubicBezTo>
                <a:lnTo>
                  <a:pt x="10613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57400" y="2082960"/>
            <a:ext cx="28080" cy="31320"/>
          </a:xfrm>
          <a:custGeom>
            <a:avLst/>
            <a:gdLst/>
            <a:ahLst/>
            <a:rect l="0" t="0" r="r" b="b"/>
            <a:pathLst>
              <a:path w="78" h="87">
                <a:moveTo>
                  <a:pt x="0" y="68"/>
                </a:moveTo>
                <a:lnTo>
                  <a:pt x="58" y="0"/>
                </a:lnTo>
                <a:lnTo>
                  <a:pt x="78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54880" y="2079720"/>
            <a:ext cx="32400" cy="36360"/>
          </a:xfrm>
          <a:custGeom>
            <a:avLst/>
            <a:gdLst/>
            <a:ahLst/>
            <a:rect l="0" t="0" r="r" b="b"/>
            <a:pathLst>
              <a:path w="90" h="101">
                <a:moveTo>
                  <a:pt x="9" y="68"/>
                </a:moveTo>
                <a:lnTo>
                  <a:pt x="14" y="62"/>
                </a:lnTo>
                <a:lnTo>
                  <a:pt x="20" y="67"/>
                </a:lnTo>
                <a:lnTo>
                  <a:pt x="15" y="74"/>
                </a:lnTo>
                <a:lnTo>
                  <a:pt x="9" y="68"/>
                </a:lnTo>
                <a:moveTo>
                  <a:pt x="14" y="62"/>
                </a:moveTo>
                <a:lnTo>
                  <a:pt x="19" y="56"/>
                </a:lnTo>
                <a:lnTo>
                  <a:pt x="25" y="61"/>
                </a:lnTo>
                <a:lnTo>
                  <a:pt x="20" y="67"/>
                </a:lnTo>
                <a:lnTo>
                  <a:pt x="14" y="62"/>
                </a:lnTo>
                <a:moveTo>
                  <a:pt x="19" y="56"/>
                </a:moveTo>
                <a:lnTo>
                  <a:pt x="24" y="50"/>
                </a:lnTo>
                <a:lnTo>
                  <a:pt x="30" y="55"/>
                </a:lnTo>
                <a:lnTo>
                  <a:pt x="25" y="61"/>
                </a:lnTo>
                <a:lnTo>
                  <a:pt x="19" y="56"/>
                </a:lnTo>
                <a:moveTo>
                  <a:pt x="24" y="50"/>
                </a:moveTo>
                <a:lnTo>
                  <a:pt x="29" y="44"/>
                </a:lnTo>
                <a:lnTo>
                  <a:pt x="35" y="49"/>
                </a:lnTo>
                <a:lnTo>
                  <a:pt x="30" y="55"/>
                </a:lnTo>
                <a:lnTo>
                  <a:pt x="24" y="50"/>
                </a:lnTo>
                <a:moveTo>
                  <a:pt x="29" y="44"/>
                </a:moveTo>
                <a:lnTo>
                  <a:pt x="35" y="38"/>
                </a:lnTo>
                <a:lnTo>
                  <a:pt x="41" y="43"/>
                </a:lnTo>
                <a:lnTo>
                  <a:pt x="35" y="49"/>
                </a:lnTo>
                <a:lnTo>
                  <a:pt x="29" y="44"/>
                </a:lnTo>
                <a:moveTo>
                  <a:pt x="35" y="38"/>
                </a:moveTo>
                <a:lnTo>
                  <a:pt x="40" y="32"/>
                </a:lnTo>
                <a:lnTo>
                  <a:pt x="46" y="37"/>
                </a:lnTo>
                <a:lnTo>
                  <a:pt x="41" y="43"/>
                </a:lnTo>
                <a:lnTo>
                  <a:pt x="35" y="38"/>
                </a:lnTo>
                <a:moveTo>
                  <a:pt x="40" y="32"/>
                </a:moveTo>
                <a:lnTo>
                  <a:pt x="45" y="26"/>
                </a:lnTo>
                <a:lnTo>
                  <a:pt x="51" y="31"/>
                </a:lnTo>
                <a:lnTo>
                  <a:pt x="46" y="37"/>
                </a:lnTo>
                <a:lnTo>
                  <a:pt x="40" y="32"/>
                </a:lnTo>
                <a:moveTo>
                  <a:pt x="45" y="26"/>
                </a:moveTo>
                <a:lnTo>
                  <a:pt x="50" y="20"/>
                </a:lnTo>
                <a:lnTo>
                  <a:pt x="56" y="25"/>
                </a:lnTo>
                <a:lnTo>
                  <a:pt x="51" y="31"/>
                </a:lnTo>
                <a:lnTo>
                  <a:pt x="45" y="26"/>
                </a:lnTo>
                <a:moveTo>
                  <a:pt x="50" y="20"/>
                </a:moveTo>
                <a:lnTo>
                  <a:pt x="55" y="13"/>
                </a:lnTo>
                <a:lnTo>
                  <a:pt x="61" y="19"/>
                </a:lnTo>
                <a:lnTo>
                  <a:pt x="56" y="25"/>
                </a:lnTo>
                <a:lnTo>
                  <a:pt x="50" y="20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9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0" y="14"/>
                </a:lnTo>
                <a:lnTo>
                  <a:pt x="62" y="17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0" y="14"/>
                </a:moveTo>
                <a:lnTo>
                  <a:pt x="72" y="23"/>
                </a:lnTo>
                <a:lnTo>
                  <a:pt x="63" y="25"/>
                </a:lnTo>
                <a:lnTo>
                  <a:pt x="62" y="17"/>
                </a:lnTo>
                <a:lnTo>
                  <a:pt x="70" y="14"/>
                </a:lnTo>
                <a:moveTo>
                  <a:pt x="72" y="23"/>
                </a:moveTo>
                <a:lnTo>
                  <a:pt x="74" y="30"/>
                </a:lnTo>
                <a:lnTo>
                  <a:pt x="65" y="32"/>
                </a:lnTo>
                <a:lnTo>
                  <a:pt x="63" y="25"/>
                </a:lnTo>
                <a:lnTo>
                  <a:pt x="72" y="23"/>
                </a:lnTo>
                <a:moveTo>
                  <a:pt x="74" y="30"/>
                </a:moveTo>
                <a:lnTo>
                  <a:pt x="76" y="38"/>
                </a:lnTo>
                <a:lnTo>
                  <a:pt x="68" y="40"/>
                </a:lnTo>
                <a:lnTo>
                  <a:pt x="65" y="32"/>
                </a:lnTo>
                <a:lnTo>
                  <a:pt x="74" y="30"/>
                </a:lnTo>
                <a:moveTo>
                  <a:pt x="76" y="38"/>
                </a:moveTo>
                <a:lnTo>
                  <a:pt x="77" y="46"/>
                </a:lnTo>
                <a:lnTo>
                  <a:pt x="70" y="48"/>
                </a:lnTo>
                <a:lnTo>
                  <a:pt x="68" y="40"/>
                </a:lnTo>
                <a:lnTo>
                  <a:pt x="76" y="38"/>
                </a:lnTo>
                <a:moveTo>
                  <a:pt x="77" y="46"/>
                </a:moveTo>
                <a:lnTo>
                  <a:pt x="79" y="53"/>
                </a:lnTo>
                <a:lnTo>
                  <a:pt x="71" y="55"/>
                </a:lnTo>
                <a:lnTo>
                  <a:pt x="70" y="48"/>
                </a:lnTo>
                <a:lnTo>
                  <a:pt x="77" y="46"/>
                </a:lnTo>
                <a:moveTo>
                  <a:pt x="79" y="53"/>
                </a:moveTo>
                <a:lnTo>
                  <a:pt x="81" y="61"/>
                </a:lnTo>
                <a:lnTo>
                  <a:pt x="73" y="63"/>
                </a:lnTo>
                <a:lnTo>
                  <a:pt x="71" y="55"/>
                </a:lnTo>
                <a:lnTo>
                  <a:pt x="79" y="53"/>
                </a:lnTo>
                <a:moveTo>
                  <a:pt x="81" y="61"/>
                </a:moveTo>
                <a:lnTo>
                  <a:pt x="83" y="69"/>
                </a:lnTo>
                <a:lnTo>
                  <a:pt x="75" y="71"/>
                </a:lnTo>
                <a:lnTo>
                  <a:pt x="73" y="63"/>
                </a:lnTo>
                <a:lnTo>
                  <a:pt x="81" y="61"/>
                </a:lnTo>
                <a:moveTo>
                  <a:pt x="83" y="69"/>
                </a:moveTo>
                <a:lnTo>
                  <a:pt x="84" y="77"/>
                </a:lnTo>
                <a:lnTo>
                  <a:pt x="77" y="78"/>
                </a:lnTo>
                <a:lnTo>
                  <a:pt x="75" y="71"/>
                </a:lnTo>
                <a:lnTo>
                  <a:pt x="83" y="69"/>
                </a:lnTo>
                <a:moveTo>
                  <a:pt x="84" y="77"/>
                </a:moveTo>
                <a:lnTo>
                  <a:pt x="86" y="84"/>
                </a:lnTo>
                <a:lnTo>
                  <a:pt x="78" y="86"/>
                </a:lnTo>
                <a:lnTo>
                  <a:pt x="77" y="78"/>
                </a:lnTo>
                <a:lnTo>
                  <a:pt x="84" y="77"/>
                </a:lnTo>
                <a:moveTo>
                  <a:pt x="86" y="84"/>
                </a:moveTo>
                <a:lnTo>
                  <a:pt x="88" y="92"/>
                </a:lnTo>
                <a:lnTo>
                  <a:pt x="80" y="94"/>
                </a:lnTo>
                <a:lnTo>
                  <a:pt x="78" y="86"/>
                </a:lnTo>
                <a:lnTo>
                  <a:pt x="86" y="84"/>
                </a:lnTo>
                <a:moveTo>
                  <a:pt x="88" y="92"/>
                </a:moveTo>
                <a:lnTo>
                  <a:pt x="90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0" y="94"/>
                </a:lnTo>
                <a:lnTo>
                  <a:pt x="88" y="92"/>
                </a:lnTo>
                <a:moveTo>
                  <a:pt x="79" y="98"/>
                </a:moveTo>
                <a:lnTo>
                  <a:pt x="71" y="96"/>
                </a:lnTo>
                <a:lnTo>
                  <a:pt x="73" y="89"/>
                </a:lnTo>
                <a:lnTo>
                  <a:pt x="81" y="91"/>
                </a:lnTo>
                <a:lnTo>
                  <a:pt x="79" y="98"/>
                </a:lnTo>
                <a:moveTo>
                  <a:pt x="71" y="96"/>
                </a:moveTo>
                <a:lnTo>
                  <a:pt x="63" y="94"/>
                </a:lnTo>
                <a:lnTo>
                  <a:pt x="64" y="87"/>
                </a:lnTo>
                <a:lnTo>
                  <a:pt x="73" y="89"/>
                </a:lnTo>
                <a:lnTo>
                  <a:pt x="71" y="96"/>
                </a:lnTo>
                <a:moveTo>
                  <a:pt x="63" y="94"/>
                </a:moveTo>
                <a:lnTo>
                  <a:pt x="55" y="93"/>
                </a:lnTo>
                <a:lnTo>
                  <a:pt x="57" y="85"/>
                </a:lnTo>
                <a:lnTo>
                  <a:pt x="64" y="87"/>
                </a:lnTo>
                <a:lnTo>
                  <a:pt x="63" y="94"/>
                </a:lnTo>
                <a:moveTo>
                  <a:pt x="55" y="93"/>
                </a:moveTo>
                <a:lnTo>
                  <a:pt x="47" y="91"/>
                </a:lnTo>
                <a:lnTo>
                  <a:pt x="49" y="83"/>
                </a:lnTo>
                <a:lnTo>
                  <a:pt x="57" y="85"/>
                </a:lnTo>
                <a:lnTo>
                  <a:pt x="55" y="93"/>
                </a:lnTo>
                <a:moveTo>
                  <a:pt x="47" y="91"/>
                </a:moveTo>
                <a:lnTo>
                  <a:pt x="40" y="89"/>
                </a:lnTo>
                <a:lnTo>
                  <a:pt x="41" y="81"/>
                </a:lnTo>
                <a:lnTo>
                  <a:pt x="49" y="83"/>
                </a:lnTo>
                <a:lnTo>
                  <a:pt x="47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79"/>
                </a:lnTo>
                <a:lnTo>
                  <a:pt x="41" y="81"/>
                </a:lnTo>
                <a:lnTo>
                  <a:pt x="40" y="89"/>
                </a:lnTo>
                <a:moveTo>
                  <a:pt x="32" y="87"/>
                </a:moveTo>
                <a:lnTo>
                  <a:pt x="24" y="85"/>
                </a:lnTo>
                <a:lnTo>
                  <a:pt x="26" y="78"/>
                </a:lnTo>
                <a:lnTo>
                  <a:pt x="34" y="79"/>
                </a:lnTo>
                <a:lnTo>
                  <a:pt x="32" y="87"/>
                </a:lnTo>
                <a:moveTo>
                  <a:pt x="24" y="85"/>
                </a:moveTo>
                <a:lnTo>
                  <a:pt x="17" y="83"/>
                </a:lnTo>
                <a:lnTo>
                  <a:pt x="18" y="76"/>
                </a:lnTo>
                <a:lnTo>
                  <a:pt x="26" y="78"/>
                </a:lnTo>
                <a:lnTo>
                  <a:pt x="24" y="85"/>
                </a:lnTo>
                <a:moveTo>
                  <a:pt x="17" y="83"/>
                </a:moveTo>
                <a:lnTo>
                  <a:pt x="9" y="81"/>
                </a:lnTo>
                <a:lnTo>
                  <a:pt x="11" y="74"/>
                </a:lnTo>
                <a:lnTo>
                  <a:pt x="18" y="76"/>
                </a:lnTo>
                <a:lnTo>
                  <a:pt x="17" y="83"/>
                </a:lnTo>
                <a:moveTo>
                  <a:pt x="9" y="81"/>
                </a:moveTo>
                <a:lnTo>
                  <a:pt x="0" y="79"/>
                </a:lnTo>
                <a:lnTo>
                  <a:pt x="9" y="68"/>
                </a:lnTo>
                <a:lnTo>
                  <a:pt x="15" y="74"/>
                </a:lnTo>
                <a:lnTo>
                  <a:pt x="10" y="80"/>
                </a:lnTo>
                <a:lnTo>
                  <a:pt x="7" y="77"/>
                </a:lnTo>
                <a:lnTo>
                  <a:pt x="8" y="73"/>
                </a:lnTo>
                <a:lnTo>
                  <a:pt x="11" y="74"/>
                </a:lnTo>
                <a:lnTo>
                  <a:pt x="9" y="8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85280" y="1970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85280" y="1970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57200" y="112212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96880" y="203112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693360" y="214848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620280" y="2122920"/>
            <a:ext cx="653400" cy="3600"/>
          </a:xfrm>
          <a:custGeom>
            <a:avLst/>
            <a:gdLst/>
            <a:ahLst/>
            <a:rect l="0" t="0" r="r" b="b"/>
            <a:pathLst>
              <a:path w="1815" h="10">
                <a:moveTo>
                  <a:pt x="0" y="0"/>
                </a:moveTo>
                <a:lnTo>
                  <a:pt x="30" y="0"/>
                </a:lnTo>
                <a:lnTo>
                  <a:pt x="30" y="10"/>
                </a:lnTo>
                <a:lnTo>
                  <a:pt x="0" y="10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0"/>
                </a:lnTo>
                <a:lnTo>
                  <a:pt x="50" y="10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0"/>
                </a:lnTo>
                <a:lnTo>
                  <a:pt x="99" y="10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0"/>
                </a:lnTo>
                <a:lnTo>
                  <a:pt x="149" y="10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0"/>
                </a:lnTo>
                <a:lnTo>
                  <a:pt x="198" y="10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0"/>
                </a:lnTo>
                <a:lnTo>
                  <a:pt x="248" y="10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0"/>
                </a:lnTo>
                <a:lnTo>
                  <a:pt x="297" y="10"/>
                </a:lnTo>
                <a:lnTo>
                  <a:pt x="297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0"/>
                </a:lnTo>
                <a:lnTo>
                  <a:pt x="347" y="10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0"/>
                </a:lnTo>
                <a:lnTo>
                  <a:pt x="397" y="10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0"/>
                </a:lnTo>
                <a:lnTo>
                  <a:pt x="446" y="10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0"/>
                </a:lnTo>
                <a:lnTo>
                  <a:pt x="496" y="10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0"/>
                </a:lnTo>
                <a:lnTo>
                  <a:pt x="545" y="10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0"/>
                </a:lnTo>
                <a:lnTo>
                  <a:pt x="595" y="10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0"/>
                </a:lnTo>
                <a:lnTo>
                  <a:pt x="644" y="10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0"/>
                </a:lnTo>
                <a:lnTo>
                  <a:pt x="694" y="10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0"/>
                </a:lnTo>
                <a:lnTo>
                  <a:pt x="743" y="10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0"/>
                </a:lnTo>
                <a:lnTo>
                  <a:pt x="793" y="10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0"/>
                </a:lnTo>
                <a:lnTo>
                  <a:pt x="843" y="10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0"/>
                </a:lnTo>
                <a:lnTo>
                  <a:pt x="892" y="10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0"/>
                </a:lnTo>
                <a:lnTo>
                  <a:pt x="942" y="10"/>
                </a:lnTo>
                <a:lnTo>
                  <a:pt x="942" y="0"/>
                </a:lnTo>
                <a:moveTo>
                  <a:pt x="991" y="0"/>
                </a:moveTo>
                <a:lnTo>
                  <a:pt x="1022" y="0"/>
                </a:lnTo>
                <a:lnTo>
                  <a:pt x="1022" y="10"/>
                </a:lnTo>
                <a:lnTo>
                  <a:pt x="991" y="10"/>
                </a:lnTo>
                <a:lnTo>
                  <a:pt x="991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0"/>
                </a:lnTo>
                <a:lnTo>
                  <a:pt x="1042" y="10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0"/>
                </a:lnTo>
                <a:lnTo>
                  <a:pt x="1091" y="10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0"/>
                </a:lnTo>
                <a:lnTo>
                  <a:pt x="1141" y="10"/>
                </a:lnTo>
                <a:lnTo>
                  <a:pt x="1141" y="0"/>
                </a:lnTo>
                <a:moveTo>
                  <a:pt x="1191" y="0"/>
                </a:moveTo>
                <a:lnTo>
                  <a:pt x="1220" y="0"/>
                </a:lnTo>
                <a:lnTo>
                  <a:pt x="1220" y="10"/>
                </a:lnTo>
                <a:lnTo>
                  <a:pt x="1191" y="10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0"/>
                </a:lnTo>
                <a:lnTo>
                  <a:pt x="1240" y="10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0"/>
                </a:lnTo>
                <a:lnTo>
                  <a:pt x="1290" y="10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0"/>
                </a:lnTo>
                <a:lnTo>
                  <a:pt x="1339" y="10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0"/>
                </a:lnTo>
                <a:lnTo>
                  <a:pt x="1389" y="10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0"/>
                </a:lnTo>
                <a:lnTo>
                  <a:pt x="1438" y="10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0"/>
                </a:lnTo>
                <a:lnTo>
                  <a:pt x="1488" y="10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0"/>
                </a:lnTo>
                <a:lnTo>
                  <a:pt x="1537" y="10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0"/>
                </a:lnTo>
                <a:lnTo>
                  <a:pt x="1587" y="10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0"/>
                </a:lnTo>
                <a:lnTo>
                  <a:pt x="1637" y="10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0"/>
                </a:lnTo>
                <a:lnTo>
                  <a:pt x="1686" y="10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0"/>
                </a:lnTo>
                <a:lnTo>
                  <a:pt x="1736" y="10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0"/>
                </a:lnTo>
                <a:lnTo>
                  <a:pt x="1785" y="10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485280" y="25416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31080" y="223344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624600" y="260244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63280" y="268776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78600" y="277308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20280" y="28645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2" y="0"/>
                </a:lnTo>
                <a:lnTo>
                  <a:pt x="1022" y="11"/>
                </a:lnTo>
                <a:lnTo>
                  <a:pt x="991" y="11"/>
                </a:lnTo>
                <a:lnTo>
                  <a:pt x="991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0" y="0"/>
                </a:lnTo>
                <a:lnTo>
                  <a:pt x="1220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1"/>
                </a:lnTo>
                <a:lnTo>
                  <a:pt x="1290" y="11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1585440" y="150696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44480" y="289008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873080" y="156816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863000" y="165312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1768320" y="173844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1720440" y="182988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7" y="0"/>
                </a:lnTo>
                <a:lnTo>
                  <a:pt x="1417" y="11"/>
                </a:lnTo>
                <a:lnTo>
                  <a:pt x="1388" y="11"/>
                </a:lnTo>
                <a:lnTo>
                  <a:pt x="1388" y="0"/>
                </a:lnTo>
                <a:moveTo>
                  <a:pt x="1437" y="0"/>
                </a:moveTo>
                <a:lnTo>
                  <a:pt x="1467" y="0"/>
                </a:lnTo>
                <a:lnTo>
                  <a:pt x="1467" y="11"/>
                </a:lnTo>
                <a:lnTo>
                  <a:pt x="1437" y="11"/>
                </a:lnTo>
                <a:lnTo>
                  <a:pt x="1437" y="0"/>
                </a:lnTo>
                <a:moveTo>
                  <a:pt x="1487" y="0"/>
                </a:moveTo>
                <a:lnTo>
                  <a:pt x="1516" y="0"/>
                </a:lnTo>
                <a:lnTo>
                  <a:pt x="1516" y="11"/>
                </a:lnTo>
                <a:lnTo>
                  <a:pt x="1487" y="11"/>
                </a:lnTo>
                <a:lnTo>
                  <a:pt x="1487" y="0"/>
                </a:lnTo>
                <a:moveTo>
                  <a:pt x="1536" y="0"/>
                </a:moveTo>
                <a:lnTo>
                  <a:pt x="1566" y="0"/>
                </a:lnTo>
                <a:lnTo>
                  <a:pt x="1566" y="11"/>
                </a:lnTo>
                <a:lnTo>
                  <a:pt x="1536" y="11"/>
                </a:lnTo>
                <a:lnTo>
                  <a:pt x="1536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1585440" y="2248560"/>
            <a:ext cx="923040" cy="394560"/>
          </a:xfrm>
          <a:custGeom>
            <a:avLst/>
            <a:gdLst/>
            <a:ahLst/>
            <a:rect l="0" t="0" r="r" b="b"/>
            <a:pathLst>
              <a:path w="2564" h="1096">
                <a:moveTo>
                  <a:pt x="0" y="0"/>
                </a:moveTo>
                <a:lnTo>
                  <a:pt x="2564" y="0"/>
                </a:lnTo>
                <a:lnTo>
                  <a:pt x="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87760" y="185544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767960" y="230976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909800" y="239508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1720440" y="2486520"/>
            <a:ext cx="653400" cy="4320"/>
          </a:xfrm>
          <a:custGeom>
            <a:avLst/>
            <a:gdLst/>
            <a:ahLst/>
            <a:rect l="0" t="0" r="r" b="b"/>
            <a:pathLst>
              <a:path w="1815" h="12">
                <a:moveTo>
                  <a:pt x="0" y="0"/>
                </a:moveTo>
                <a:lnTo>
                  <a:pt x="30" y="0"/>
                </a:lnTo>
                <a:lnTo>
                  <a:pt x="30" y="12"/>
                </a:lnTo>
                <a:lnTo>
                  <a:pt x="0" y="12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2"/>
                </a:lnTo>
                <a:lnTo>
                  <a:pt x="50" y="12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2"/>
                </a:lnTo>
                <a:lnTo>
                  <a:pt x="99" y="12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2"/>
                </a:lnTo>
                <a:lnTo>
                  <a:pt x="149" y="12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2"/>
                </a:lnTo>
                <a:lnTo>
                  <a:pt x="198" y="12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2"/>
                </a:lnTo>
                <a:lnTo>
                  <a:pt x="248" y="12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2"/>
                </a:lnTo>
                <a:lnTo>
                  <a:pt x="297" y="12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2"/>
                </a:lnTo>
                <a:lnTo>
                  <a:pt x="347" y="12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2"/>
                </a:lnTo>
                <a:lnTo>
                  <a:pt x="396" y="12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2"/>
                </a:lnTo>
                <a:lnTo>
                  <a:pt x="446" y="12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2"/>
                </a:lnTo>
                <a:lnTo>
                  <a:pt x="496" y="12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2"/>
                </a:lnTo>
                <a:lnTo>
                  <a:pt x="545" y="12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2"/>
                </a:lnTo>
                <a:lnTo>
                  <a:pt x="595" y="12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2"/>
                </a:lnTo>
                <a:lnTo>
                  <a:pt x="644" y="12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2"/>
                </a:lnTo>
                <a:lnTo>
                  <a:pt x="694" y="12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2"/>
                </a:lnTo>
                <a:lnTo>
                  <a:pt x="743" y="12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2"/>
                </a:lnTo>
                <a:lnTo>
                  <a:pt x="793" y="12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2"/>
                </a:lnTo>
                <a:lnTo>
                  <a:pt x="843" y="12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2"/>
                </a:lnTo>
                <a:lnTo>
                  <a:pt x="892" y="12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2"/>
                </a:lnTo>
                <a:lnTo>
                  <a:pt x="942" y="12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2"/>
                </a:lnTo>
                <a:lnTo>
                  <a:pt x="991" y="12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2"/>
                </a:lnTo>
                <a:lnTo>
                  <a:pt x="1041" y="12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2"/>
                </a:lnTo>
                <a:lnTo>
                  <a:pt x="1090" y="12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2"/>
                </a:lnTo>
                <a:lnTo>
                  <a:pt x="1140" y="12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2"/>
                </a:lnTo>
                <a:lnTo>
                  <a:pt x="1189" y="12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2"/>
                </a:lnTo>
                <a:lnTo>
                  <a:pt x="1239" y="12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2"/>
                </a:lnTo>
                <a:lnTo>
                  <a:pt x="1289" y="12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2"/>
                </a:lnTo>
                <a:lnTo>
                  <a:pt x="1338" y="12"/>
                </a:lnTo>
                <a:lnTo>
                  <a:pt x="1338" y="0"/>
                </a:lnTo>
                <a:moveTo>
                  <a:pt x="1388" y="0"/>
                </a:moveTo>
                <a:lnTo>
                  <a:pt x="1417" y="0"/>
                </a:lnTo>
                <a:lnTo>
                  <a:pt x="1417" y="12"/>
                </a:lnTo>
                <a:lnTo>
                  <a:pt x="1388" y="12"/>
                </a:lnTo>
                <a:lnTo>
                  <a:pt x="1388" y="0"/>
                </a:lnTo>
                <a:moveTo>
                  <a:pt x="1437" y="0"/>
                </a:moveTo>
                <a:lnTo>
                  <a:pt x="1467" y="0"/>
                </a:lnTo>
                <a:lnTo>
                  <a:pt x="1467" y="12"/>
                </a:lnTo>
                <a:lnTo>
                  <a:pt x="1437" y="12"/>
                </a:lnTo>
                <a:lnTo>
                  <a:pt x="1437" y="0"/>
                </a:lnTo>
                <a:moveTo>
                  <a:pt x="1487" y="0"/>
                </a:moveTo>
                <a:lnTo>
                  <a:pt x="1516" y="0"/>
                </a:lnTo>
                <a:lnTo>
                  <a:pt x="1516" y="12"/>
                </a:lnTo>
                <a:lnTo>
                  <a:pt x="1487" y="12"/>
                </a:lnTo>
                <a:lnTo>
                  <a:pt x="1487" y="0"/>
                </a:lnTo>
                <a:moveTo>
                  <a:pt x="1536" y="0"/>
                </a:moveTo>
                <a:lnTo>
                  <a:pt x="1566" y="0"/>
                </a:lnTo>
                <a:lnTo>
                  <a:pt x="1566" y="12"/>
                </a:lnTo>
                <a:lnTo>
                  <a:pt x="1536" y="12"/>
                </a:lnTo>
                <a:lnTo>
                  <a:pt x="1536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2"/>
                </a:lnTo>
                <a:lnTo>
                  <a:pt x="1587" y="12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2"/>
                </a:lnTo>
                <a:lnTo>
                  <a:pt x="1637" y="12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2"/>
                </a:lnTo>
                <a:lnTo>
                  <a:pt x="1686" y="12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2"/>
                </a:lnTo>
                <a:lnTo>
                  <a:pt x="1736" y="12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2"/>
                </a:lnTo>
                <a:lnTo>
                  <a:pt x="1785" y="12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631680" y="159912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818360" y="251208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3822120" y="166032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3872880" y="174564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901320" y="186264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766680" y="18370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685600" y="2201760"/>
            <a:ext cx="768960" cy="309240"/>
          </a:xfrm>
          <a:custGeom>
            <a:avLst/>
            <a:gdLst/>
            <a:ahLst/>
            <a:rect l="0" t="0" r="r" b="b"/>
            <a:pathLst>
              <a:path w="2136" h="859">
                <a:moveTo>
                  <a:pt x="0" y="0"/>
                </a:moveTo>
                <a:lnTo>
                  <a:pt x="2136" y="0"/>
                </a:lnTo>
                <a:lnTo>
                  <a:pt x="2136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873240" y="194796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792520" y="226260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820600" y="23544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2" y="0"/>
                </a:lnTo>
                <a:lnTo>
                  <a:pt x="272" y="11"/>
                </a:lnTo>
                <a:lnTo>
                  <a:pt x="243" y="11"/>
                </a:lnTo>
                <a:lnTo>
                  <a:pt x="243" y="0"/>
                </a:lnTo>
                <a:moveTo>
                  <a:pt x="291" y="0"/>
                </a:moveTo>
                <a:lnTo>
                  <a:pt x="321" y="0"/>
                </a:lnTo>
                <a:lnTo>
                  <a:pt x="321" y="11"/>
                </a:lnTo>
                <a:lnTo>
                  <a:pt x="291" y="11"/>
                </a:lnTo>
                <a:lnTo>
                  <a:pt x="291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5" y="0"/>
                </a:lnTo>
                <a:lnTo>
                  <a:pt x="515" y="11"/>
                </a:lnTo>
                <a:lnTo>
                  <a:pt x="486" y="11"/>
                </a:lnTo>
                <a:lnTo>
                  <a:pt x="486" y="0"/>
                </a:lnTo>
                <a:moveTo>
                  <a:pt x="534" y="0"/>
                </a:moveTo>
                <a:lnTo>
                  <a:pt x="564" y="0"/>
                </a:lnTo>
                <a:lnTo>
                  <a:pt x="564" y="11"/>
                </a:lnTo>
                <a:lnTo>
                  <a:pt x="534" y="11"/>
                </a:lnTo>
                <a:lnTo>
                  <a:pt x="534" y="0"/>
                </a:lnTo>
                <a:moveTo>
                  <a:pt x="583" y="0"/>
                </a:moveTo>
                <a:lnTo>
                  <a:pt x="612" y="0"/>
                </a:lnTo>
                <a:lnTo>
                  <a:pt x="612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5" y="0"/>
                </a:lnTo>
                <a:lnTo>
                  <a:pt x="855" y="11"/>
                </a:lnTo>
                <a:lnTo>
                  <a:pt x="826" y="11"/>
                </a:lnTo>
                <a:lnTo>
                  <a:pt x="826" y="0"/>
                </a:lnTo>
                <a:moveTo>
                  <a:pt x="874" y="0"/>
                </a:moveTo>
                <a:lnTo>
                  <a:pt x="904" y="0"/>
                </a:lnTo>
                <a:lnTo>
                  <a:pt x="904" y="11"/>
                </a:lnTo>
                <a:lnTo>
                  <a:pt x="874" y="11"/>
                </a:lnTo>
                <a:lnTo>
                  <a:pt x="874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8" y="0"/>
                </a:lnTo>
                <a:lnTo>
                  <a:pt x="1098" y="11"/>
                </a:lnTo>
                <a:lnTo>
                  <a:pt x="1069" y="11"/>
                </a:lnTo>
                <a:lnTo>
                  <a:pt x="1069" y="0"/>
                </a:lnTo>
                <a:moveTo>
                  <a:pt x="1117" y="0"/>
                </a:moveTo>
                <a:lnTo>
                  <a:pt x="1147" y="0"/>
                </a:lnTo>
                <a:lnTo>
                  <a:pt x="1147" y="11"/>
                </a:lnTo>
                <a:lnTo>
                  <a:pt x="1117" y="11"/>
                </a:lnTo>
                <a:lnTo>
                  <a:pt x="1117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661560" y="3037320"/>
            <a:ext cx="863280" cy="394560"/>
          </a:xfrm>
          <a:custGeom>
            <a:avLst/>
            <a:gdLst/>
            <a:ahLst/>
            <a:rect l="0" t="0" r="r" b="b"/>
            <a:pathLst>
              <a:path w="2398" h="1096">
                <a:moveTo>
                  <a:pt x="0" y="0"/>
                </a:moveTo>
                <a:lnTo>
                  <a:pt x="2398" y="0"/>
                </a:lnTo>
                <a:lnTo>
                  <a:pt x="239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810520" y="23799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768480" y="309852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894120" y="318384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796560" y="327528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6" y="0"/>
                </a:lnTo>
                <a:lnTo>
                  <a:pt x="716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5" y="0"/>
                </a:lnTo>
                <a:lnTo>
                  <a:pt x="765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4" y="0"/>
                </a:lnTo>
                <a:lnTo>
                  <a:pt x="814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3" y="0"/>
                </a:lnTo>
                <a:lnTo>
                  <a:pt x="863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2" y="0"/>
                </a:lnTo>
                <a:lnTo>
                  <a:pt x="912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1" y="0"/>
                </a:lnTo>
                <a:lnTo>
                  <a:pt x="961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731840" y="2959560"/>
            <a:ext cx="893160" cy="479160"/>
          </a:xfrm>
          <a:custGeom>
            <a:avLst/>
            <a:gdLst/>
            <a:ahLst/>
            <a:rect l="0" t="0" r="r" b="b"/>
            <a:pathLst>
              <a:path w="2481" h="1331">
                <a:moveTo>
                  <a:pt x="0" y="0"/>
                </a:moveTo>
                <a:lnTo>
                  <a:pt x="2481" y="0"/>
                </a:lnTo>
                <a:lnTo>
                  <a:pt x="2481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88720" y="330084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4838400" y="302040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4870080" y="310572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4892760" y="319068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866840" y="3282480"/>
            <a:ext cx="624960" cy="3600"/>
          </a:xfrm>
          <a:custGeom>
            <a:avLst/>
            <a:gdLst/>
            <a:ahLst/>
            <a:rect l="0" t="0" r="r" b="b"/>
            <a:pathLst>
              <a:path w="1736" h="10">
                <a:moveTo>
                  <a:pt x="0" y="0"/>
                </a:moveTo>
                <a:lnTo>
                  <a:pt x="29" y="0"/>
                </a:lnTo>
                <a:lnTo>
                  <a:pt x="29" y="10"/>
                </a:lnTo>
                <a:lnTo>
                  <a:pt x="0" y="10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0"/>
                </a:lnTo>
                <a:lnTo>
                  <a:pt x="48" y="10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0"/>
                </a:lnTo>
                <a:lnTo>
                  <a:pt x="97" y="10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0"/>
                </a:lnTo>
                <a:lnTo>
                  <a:pt x="146" y="10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0"/>
                </a:lnTo>
                <a:lnTo>
                  <a:pt x="194" y="10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0"/>
                </a:lnTo>
                <a:lnTo>
                  <a:pt x="243" y="10"/>
                </a:lnTo>
                <a:lnTo>
                  <a:pt x="243" y="0"/>
                </a:lnTo>
                <a:moveTo>
                  <a:pt x="292" y="0"/>
                </a:moveTo>
                <a:lnTo>
                  <a:pt x="322" y="0"/>
                </a:lnTo>
                <a:lnTo>
                  <a:pt x="322" y="10"/>
                </a:lnTo>
                <a:lnTo>
                  <a:pt x="292" y="10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0"/>
                </a:lnTo>
                <a:lnTo>
                  <a:pt x="341" y="10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0"/>
                </a:lnTo>
                <a:lnTo>
                  <a:pt x="389" y="10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0"/>
                </a:lnTo>
                <a:lnTo>
                  <a:pt x="438" y="10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0"/>
                </a:lnTo>
                <a:lnTo>
                  <a:pt x="487" y="10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0"/>
                </a:lnTo>
                <a:lnTo>
                  <a:pt x="536" y="10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0"/>
                </a:lnTo>
                <a:lnTo>
                  <a:pt x="584" y="10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0"/>
                </a:lnTo>
                <a:lnTo>
                  <a:pt x="633" y="10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0"/>
                </a:lnTo>
                <a:lnTo>
                  <a:pt x="682" y="10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0"/>
                </a:lnTo>
                <a:lnTo>
                  <a:pt x="730" y="10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0"/>
                </a:lnTo>
                <a:lnTo>
                  <a:pt x="779" y="10"/>
                </a:lnTo>
                <a:lnTo>
                  <a:pt x="779" y="0"/>
                </a:lnTo>
                <a:moveTo>
                  <a:pt x="828" y="0"/>
                </a:moveTo>
                <a:lnTo>
                  <a:pt x="858" y="0"/>
                </a:lnTo>
                <a:lnTo>
                  <a:pt x="858" y="10"/>
                </a:lnTo>
                <a:lnTo>
                  <a:pt x="828" y="10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0"/>
                </a:lnTo>
                <a:lnTo>
                  <a:pt x="877" y="10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0"/>
                </a:lnTo>
                <a:lnTo>
                  <a:pt x="925" y="10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0"/>
                </a:lnTo>
                <a:lnTo>
                  <a:pt x="974" y="10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0"/>
                </a:lnTo>
                <a:lnTo>
                  <a:pt x="1023" y="10"/>
                </a:lnTo>
                <a:lnTo>
                  <a:pt x="1023" y="0"/>
                </a:lnTo>
                <a:moveTo>
                  <a:pt x="1072" y="0"/>
                </a:moveTo>
                <a:lnTo>
                  <a:pt x="1101" y="0"/>
                </a:lnTo>
                <a:lnTo>
                  <a:pt x="1101" y="10"/>
                </a:lnTo>
                <a:lnTo>
                  <a:pt x="1072" y="10"/>
                </a:lnTo>
                <a:lnTo>
                  <a:pt x="1072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0"/>
                </a:lnTo>
                <a:lnTo>
                  <a:pt x="1120" y="10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0"/>
                </a:lnTo>
                <a:lnTo>
                  <a:pt x="1169" y="10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0"/>
                </a:lnTo>
                <a:lnTo>
                  <a:pt x="1218" y="10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0"/>
                </a:lnTo>
                <a:lnTo>
                  <a:pt x="1267" y="10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0"/>
                </a:lnTo>
                <a:lnTo>
                  <a:pt x="1316" y="10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0"/>
                </a:lnTo>
                <a:lnTo>
                  <a:pt x="1365" y="10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0"/>
                </a:lnTo>
                <a:lnTo>
                  <a:pt x="1414" y="10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0"/>
                </a:lnTo>
                <a:lnTo>
                  <a:pt x="1462" y="10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0"/>
                </a:lnTo>
                <a:lnTo>
                  <a:pt x="1511" y="10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0"/>
                </a:lnTo>
                <a:lnTo>
                  <a:pt x="1560" y="10"/>
                </a:lnTo>
                <a:lnTo>
                  <a:pt x="1560" y="0"/>
                </a:lnTo>
                <a:moveTo>
                  <a:pt x="1609" y="0"/>
                </a:moveTo>
                <a:lnTo>
                  <a:pt x="1638" y="0"/>
                </a:lnTo>
                <a:lnTo>
                  <a:pt x="1638" y="10"/>
                </a:lnTo>
                <a:lnTo>
                  <a:pt x="1609" y="10"/>
                </a:lnTo>
                <a:lnTo>
                  <a:pt x="1609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0"/>
                </a:lnTo>
                <a:lnTo>
                  <a:pt x="1657" y="10"/>
                </a:lnTo>
                <a:lnTo>
                  <a:pt x="1657" y="0"/>
                </a:lnTo>
                <a:moveTo>
                  <a:pt x="1706" y="0"/>
                </a:moveTo>
                <a:lnTo>
                  <a:pt x="1736" y="0"/>
                </a:lnTo>
                <a:lnTo>
                  <a:pt x="1736" y="10"/>
                </a:lnTo>
                <a:lnTo>
                  <a:pt x="1706" y="10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802120" y="3212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928400" y="330804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093000" y="327312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065280" y="335844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5937120" y="344988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4" y="0"/>
                </a:lnTo>
                <a:lnTo>
                  <a:pt x="824" y="11"/>
                </a:lnTo>
                <a:lnTo>
                  <a:pt x="794" y="11"/>
                </a:lnTo>
                <a:lnTo>
                  <a:pt x="794" y="0"/>
                </a:lnTo>
                <a:moveTo>
                  <a:pt x="844" y="0"/>
                </a:moveTo>
                <a:lnTo>
                  <a:pt x="873" y="0"/>
                </a:lnTo>
                <a:lnTo>
                  <a:pt x="873" y="11"/>
                </a:lnTo>
                <a:lnTo>
                  <a:pt x="844" y="11"/>
                </a:lnTo>
                <a:lnTo>
                  <a:pt x="844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3" y="0"/>
                </a:moveTo>
                <a:lnTo>
                  <a:pt x="972" y="0"/>
                </a:lnTo>
                <a:lnTo>
                  <a:pt x="972" y="11"/>
                </a:lnTo>
                <a:lnTo>
                  <a:pt x="943" y="11"/>
                </a:lnTo>
                <a:lnTo>
                  <a:pt x="943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1"/>
                </a:lnTo>
                <a:lnTo>
                  <a:pt x="1290" y="11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6902280" y="3309120"/>
            <a:ext cx="923040" cy="564480"/>
          </a:xfrm>
          <a:custGeom>
            <a:avLst/>
            <a:gdLst/>
            <a:ahLst/>
            <a:rect l="0" t="0" r="r" b="b"/>
            <a:pathLst>
              <a:path w="2564" h="1568">
                <a:moveTo>
                  <a:pt x="0" y="0"/>
                </a:moveTo>
                <a:lnTo>
                  <a:pt x="2564" y="0"/>
                </a:lnTo>
                <a:lnTo>
                  <a:pt x="2564" y="1568"/>
                </a:lnTo>
                <a:lnTo>
                  <a:pt x="0" y="156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82560" y="347544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035120" y="336996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223040" y="345528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113240" y="354024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229520" y="362556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7037280" y="3717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631680" y="368676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75160" y="374256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3822840" y="374796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3939840" y="383328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803400" y="391824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66680" y="40096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8002440" y="1688760"/>
            <a:ext cx="846720" cy="394560"/>
          </a:xfrm>
          <a:custGeom>
            <a:avLst/>
            <a:gdLst/>
            <a:ahLst/>
            <a:rect l="0" t="0" r="r" b="b"/>
            <a:pathLst>
              <a:path w="2352" h="1096">
                <a:moveTo>
                  <a:pt x="0" y="0"/>
                </a:moveTo>
                <a:lnTo>
                  <a:pt x="2352" y="0"/>
                </a:lnTo>
                <a:lnTo>
                  <a:pt x="23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764160" y="403524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8109360" y="174996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8195040" y="183528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137440" y="192672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7" y="0"/>
                </a:lnTo>
                <a:lnTo>
                  <a:pt x="127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6" y="0"/>
                </a:lnTo>
                <a:lnTo>
                  <a:pt x="176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5" y="0"/>
                </a:lnTo>
                <a:lnTo>
                  <a:pt x="225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4" y="0"/>
                </a:lnTo>
                <a:lnTo>
                  <a:pt x="274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3" y="0"/>
                </a:lnTo>
                <a:lnTo>
                  <a:pt x="323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2" y="0"/>
                </a:lnTo>
                <a:lnTo>
                  <a:pt x="372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1" y="0"/>
                </a:lnTo>
                <a:lnTo>
                  <a:pt x="421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0" y="0"/>
                </a:lnTo>
                <a:lnTo>
                  <a:pt x="470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19" y="0"/>
                </a:lnTo>
                <a:lnTo>
                  <a:pt x="519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69" y="0"/>
                </a:lnTo>
                <a:lnTo>
                  <a:pt x="569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8" y="0"/>
                </a:lnTo>
                <a:lnTo>
                  <a:pt x="618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7" y="0"/>
                </a:lnTo>
                <a:lnTo>
                  <a:pt x="667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6" y="0"/>
                </a:lnTo>
                <a:lnTo>
                  <a:pt x="716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5" y="0"/>
                </a:lnTo>
                <a:lnTo>
                  <a:pt x="765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4" y="0"/>
                </a:lnTo>
                <a:lnTo>
                  <a:pt x="814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3" y="0"/>
                </a:lnTo>
                <a:lnTo>
                  <a:pt x="863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2" y="0"/>
                </a:lnTo>
                <a:lnTo>
                  <a:pt x="912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1" y="0"/>
                </a:lnTo>
                <a:lnTo>
                  <a:pt x="961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29" y="0"/>
                </a:moveTo>
                <a:lnTo>
                  <a:pt x="1059" y="0"/>
                </a:lnTo>
                <a:lnTo>
                  <a:pt x="1059" y="11"/>
                </a:lnTo>
                <a:lnTo>
                  <a:pt x="1029" y="11"/>
                </a:lnTo>
                <a:lnTo>
                  <a:pt x="1029" y="0"/>
                </a:lnTo>
                <a:moveTo>
                  <a:pt x="1078" y="0"/>
                </a:moveTo>
                <a:lnTo>
                  <a:pt x="1108" y="0"/>
                </a:lnTo>
                <a:lnTo>
                  <a:pt x="1108" y="11"/>
                </a:lnTo>
                <a:lnTo>
                  <a:pt x="1078" y="11"/>
                </a:lnTo>
                <a:lnTo>
                  <a:pt x="1078" y="0"/>
                </a:lnTo>
                <a:moveTo>
                  <a:pt x="1127" y="0"/>
                </a:moveTo>
                <a:lnTo>
                  <a:pt x="1157" y="0"/>
                </a:lnTo>
                <a:lnTo>
                  <a:pt x="1157" y="11"/>
                </a:lnTo>
                <a:lnTo>
                  <a:pt x="1127" y="11"/>
                </a:lnTo>
                <a:lnTo>
                  <a:pt x="1127" y="0"/>
                </a:lnTo>
                <a:moveTo>
                  <a:pt x="1176" y="0"/>
                </a:moveTo>
                <a:lnTo>
                  <a:pt x="1206" y="0"/>
                </a:lnTo>
                <a:lnTo>
                  <a:pt x="1206" y="11"/>
                </a:lnTo>
                <a:lnTo>
                  <a:pt x="1176" y="11"/>
                </a:lnTo>
                <a:lnTo>
                  <a:pt x="1176" y="0"/>
                </a:lnTo>
                <a:moveTo>
                  <a:pt x="1225" y="0"/>
                </a:moveTo>
                <a:lnTo>
                  <a:pt x="1255" y="0"/>
                </a:lnTo>
                <a:lnTo>
                  <a:pt x="1255" y="11"/>
                </a:lnTo>
                <a:lnTo>
                  <a:pt x="1225" y="11"/>
                </a:lnTo>
                <a:lnTo>
                  <a:pt x="1225" y="0"/>
                </a:lnTo>
                <a:moveTo>
                  <a:pt x="1274" y="0"/>
                </a:moveTo>
                <a:lnTo>
                  <a:pt x="1304" y="0"/>
                </a:lnTo>
                <a:lnTo>
                  <a:pt x="1304" y="11"/>
                </a:lnTo>
                <a:lnTo>
                  <a:pt x="1274" y="11"/>
                </a:lnTo>
                <a:lnTo>
                  <a:pt x="1274" y="0"/>
                </a:lnTo>
                <a:moveTo>
                  <a:pt x="1323" y="0"/>
                </a:moveTo>
                <a:lnTo>
                  <a:pt x="1353" y="0"/>
                </a:lnTo>
                <a:lnTo>
                  <a:pt x="1353" y="11"/>
                </a:lnTo>
                <a:lnTo>
                  <a:pt x="1323" y="11"/>
                </a:lnTo>
                <a:lnTo>
                  <a:pt x="1323" y="0"/>
                </a:lnTo>
                <a:moveTo>
                  <a:pt x="1372" y="0"/>
                </a:moveTo>
                <a:lnTo>
                  <a:pt x="1402" y="0"/>
                </a:lnTo>
                <a:lnTo>
                  <a:pt x="1402" y="11"/>
                </a:lnTo>
                <a:lnTo>
                  <a:pt x="1372" y="11"/>
                </a:lnTo>
                <a:lnTo>
                  <a:pt x="1372" y="0"/>
                </a:lnTo>
                <a:moveTo>
                  <a:pt x="1421" y="0"/>
                </a:moveTo>
                <a:lnTo>
                  <a:pt x="1451" y="0"/>
                </a:lnTo>
                <a:lnTo>
                  <a:pt x="1451" y="11"/>
                </a:lnTo>
                <a:lnTo>
                  <a:pt x="1421" y="11"/>
                </a:lnTo>
                <a:lnTo>
                  <a:pt x="1421" y="0"/>
                </a:lnTo>
                <a:moveTo>
                  <a:pt x="1470" y="0"/>
                </a:moveTo>
                <a:lnTo>
                  <a:pt x="1500" y="0"/>
                </a:lnTo>
                <a:lnTo>
                  <a:pt x="1500" y="11"/>
                </a:lnTo>
                <a:lnTo>
                  <a:pt x="1470" y="11"/>
                </a:lnTo>
                <a:lnTo>
                  <a:pt x="1470" y="0"/>
                </a:lnTo>
                <a:moveTo>
                  <a:pt x="1519" y="0"/>
                </a:moveTo>
                <a:lnTo>
                  <a:pt x="1549" y="0"/>
                </a:lnTo>
                <a:lnTo>
                  <a:pt x="1549" y="11"/>
                </a:lnTo>
                <a:lnTo>
                  <a:pt x="1519" y="11"/>
                </a:lnTo>
                <a:lnTo>
                  <a:pt x="1519" y="0"/>
                </a:lnTo>
                <a:moveTo>
                  <a:pt x="1568" y="0"/>
                </a:moveTo>
                <a:lnTo>
                  <a:pt x="1598" y="0"/>
                </a:lnTo>
                <a:lnTo>
                  <a:pt x="1598" y="11"/>
                </a:lnTo>
                <a:lnTo>
                  <a:pt x="1568" y="11"/>
                </a:lnTo>
                <a:lnTo>
                  <a:pt x="156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8178120" y="195228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457200" y="432252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457200" y="451332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1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17040" y="3848040"/>
            <a:ext cx="3876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omvang van de opdracht zelf: bijna het hele primaire proces van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17040" y="4010040"/>
            <a:ext cx="373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een instelling · publiek en vindbaar · versioneerbaar op meerdere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617040" y="4172040"/>
            <a:ext cx="362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dimensies · herleidbaar, ook waarom een keuze zo gemaakt is ·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4343400"/>
            <a:ext cx="2004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beheerbaar na het einde van Npuls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512600" y="3848040"/>
            <a:ext cx="3492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Machinaal controleerbaar: bij deze omvang, dit team en deze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4512600" y="4010040"/>
            <a:ext cx="3632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expertise is digitaliseren, automatiseren en integreren de enige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512600" y="4172040"/>
            <a:ext cx="383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manier om strategie, tactiek en operationele producten naar elkaar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512600" y="4343400"/>
            <a:ext cx="383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 laten verwijzen · onafhankelijk toetsbaar, straks het werk van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4505400"/>
            <a:ext cx="393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7200" y="4727520"/>
            <a:ext cx="414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Grijs volgt niet uit deze eisen; die rollen horen sowieso bij een programma.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4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28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3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59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2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86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2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