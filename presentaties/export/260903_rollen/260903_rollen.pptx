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97" y="302"/>
                </a:cubicBezTo>
                <a:cubicBezTo>
                  <a:pt x="194" y="402"/>
                  <a:pt x="387" y="498"/>
                  <a:pt x="483" y="546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518200"/>
            <a:ext cx="26640" cy="21240"/>
          </a:xfrm>
          <a:custGeom>
            <a:avLst/>
            <a:gdLst/>
            <a:ahLst/>
            <a:rect l="0" t="0" r="r" b="b"/>
            <a:pathLst>
              <a:path w="74" h="59">
                <a:moveTo>
                  <a:pt x="29" y="0"/>
                </a:moveTo>
                <a:lnTo>
                  <a:pt x="74" y="59"/>
                </a:lnTo>
                <a:lnTo>
                  <a:pt x="0" y="59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6"/>
                </a:lnTo>
                <a:lnTo>
                  <a:pt x="48" y="30"/>
                </a:lnTo>
                <a:lnTo>
                  <a:pt x="44" y="24"/>
                </a:lnTo>
                <a:lnTo>
                  <a:pt x="50" y="20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2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3"/>
                </a:lnTo>
                <a:lnTo>
                  <a:pt x="68" y="57"/>
                </a:lnTo>
                <a:lnTo>
                  <a:pt x="64" y="52"/>
                </a:lnTo>
                <a:lnTo>
                  <a:pt x="69" y="47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4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4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4"/>
                </a:lnTo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7" y="70"/>
                </a:lnTo>
                <a:lnTo>
                  <a:pt x="47" y="63"/>
                </a:lnTo>
                <a:lnTo>
                  <a:pt x="54" y="63"/>
                </a:lnTo>
                <a:lnTo>
                  <a:pt x="54" y="70"/>
                </a:lnTo>
                <a:moveTo>
                  <a:pt x="47" y="70"/>
                </a:moveTo>
                <a:lnTo>
                  <a:pt x="41" y="70"/>
                </a:lnTo>
                <a:lnTo>
                  <a:pt x="41" y="63"/>
                </a:lnTo>
                <a:lnTo>
                  <a:pt x="47" y="63"/>
                </a:lnTo>
                <a:lnTo>
                  <a:pt x="47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70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3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5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7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18492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8"/>
                  <a:pt x="0" y="137"/>
                  <a:pt x="0" y="200"/>
                </a:cubicBezTo>
                <a:cubicBezTo>
                  <a:pt x="0" y="263"/>
                  <a:pt x="0" y="321"/>
                  <a:pt x="0" y="349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3091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3080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1"/>
                </a:moveTo>
                <a:lnTo>
                  <a:pt x="69" y="16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4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0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0"/>
                </a:moveTo>
                <a:lnTo>
                  <a:pt x="39" y="77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0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6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3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32020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0"/>
                </a:lnTo>
                <a:cubicBezTo>
                  <a:pt x="580" y="101"/>
                  <a:pt x="580" y="203"/>
                  <a:pt x="482" y="302"/>
                </a:cubicBezTo>
                <a:cubicBezTo>
                  <a:pt x="386" y="402"/>
                  <a:pt x="193" y="498"/>
                  <a:pt x="97" y="546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518200"/>
            <a:ext cx="27000" cy="21240"/>
          </a:xfrm>
          <a:custGeom>
            <a:avLst/>
            <a:gdLst/>
            <a:ahLst/>
            <a:rect l="0" t="0" r="r" b="b"/>
            <a:pathLst>
              <a:path w="75" h="59">
                <a:moveTo>
                  <a:pt x="75" y="59"/>
                </a:moveTo>
                <a:lnTo>
                  <a:pt x="0" y="59"/>
                </a:lnTo>
                <a:lnTo>
                  <a:pt x="45" y="0"/>
                </a:lnTo>
                <a:lnTo>
                  <a:pt x="75" y="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515680"/>
            <a:ext cx="31320" cy="25200"/>
          </a:xfrm>
          <a:custGeom>
            <a:avLst/>
            <a:gdLst/>
            <a:ahLst/>
            <a:rect l="0" t="0" r="r" b="b"/>
            <a:pathLst>
              <a:path w="87" h="70">
                <a:moveTo>
                  <a:pt x="74" y="70"/>
                </a:moveTo>
                <a:lnTo>
                  <a:pt x="67" y="70"/>
                </a:lnTo>
                <a:lnTo>
                  <a:pt x="67" y="63"/>
                </a:lnTo>
                <a:lnTo>
                  <a:pt x="74" y="63"/>
                </a:lnTo>
                <a:lnTo>
                  <a:pt x="74" y="70"/>
                </a:lnTo>
                <a:moveTo>
                  <a:pt x="67" y="70"/>
                </a:moveTo>
                <a:lnTo>
                  <a:pt x="61" y="70"/>
                </a:lnTo>
                <a:lnTo>
                  <a:pt x="61" y="63"/>
                </a:lnTo>
                <a:lnTo>
                  <a:pt x="67" y="63"/>
                </a:lnTo>
                <a:lnTo>
                  <a:pt x="67" y="70"/>
                </a:lnTo>
                <a:moveTo>
                  <a:pt x="61" y="70"/>
                </a:moveTo>
                <a:lnTo>
                  <a:pt x="54" y="70"/>
                </a:lnTo>
                <a:lnTo>
                  <a:pt x="54" y="63"/>
                </a:lnTo>
                <a:lnTo>
                  <a:pt x="61" y="63"/>
                </a:lnTo>
                <a:lnTo>
                  <a:pt x="61" y="70"/>
                </a:lnTo>
                <a:moveTo>
                  <a:pt x="54" y="70"/>
                </a:moveTo>
                <a:lnTo>
                  <a:pt x="48" y="70"/>
                </a:lnTo>
                <a:lnTo>
                  <a:pt x="48" y="63"/>
                </a:lnTo>
                <a:lnTo>
                  <a:pt x="54" y="63"/>
                </a:lnTo>
                <a:lnTo>
                  <a:pt x="54" y="70"/>
                </a:lnTo>
                <a:moveTo>
                  <a:pt x="48" y="70"/>
                </a:moveTo>
                <a:lnTo>
                  <a:pt x="41" y="70"/>
                </a:lnTo>
                <a:lnTo>
                  <a:pt x="41" y="63"/>
                </a:lnTo>
                <a:lnTo>
                  <a:pt x="48" y="63"/>
                </a:lnTo>
                <a:lnTo>
                  <a:pt x="48" y="70"/>
                </a:lnTo>
                <a:moveTo>
                  <a:pt x="41" y="70"/>
                </a:moveTo>
                <a:lnTo>
                  <a:pt x="34" y="70"/>
                </a:lnTo>
                <a:lnTo>
                  <a:pt x="34" y="63"/>
                </a:lnTo>
                <a:lnTo>
                  <a:pt x="41" y="63"/>
                </a:lnTo>
                <a:lnTo>
                  <a:pt x="41" y="70"/>
                </a:lnTo>
                <a:moveTo>
                  <a:pt x="34" y="70"/>
                </a:moveTo>
                <a:lnTo>
                  <a:pt x="28" y="70"/>
                </a:lnTo>
                <a:lnTo>
                  <a:pt x="28" y="63"/>
                </a:lnTo>
                <a:lnTo>
                  <a:pt x="34" y="63"/>
                </a:lnTo>
                <a:lnTo>
                  <a:pt x="34" y="70"/>
                </a:lnTo>
                <a:moveTo>
                  <a:pt x="28" y="70"/>
                </a:moveTo>
                <a:lnTo>
                  <a:pt x="21" y="70"/>
                </a:lnTo>
                <a:lnTo>
                  <a:pt x="21" y="63"/>
                </a:lnTo>
                <a:lnTo>
                  <a:pt x="28" y="63"/>
                </a:lnTo>
                <a:lnTo>
                  <a:pt x="28" y="70"/>
                </a:lnTo>
                <a:moveTo>
                  <a:pt x="21" y="70"/>
                </a:moveTo>
                <a:lnTo>
                  <a:pt x="15" y="70"/>
                </a:lnTo>
                <a:lnTo>
                  <a:pt x="15" y="63"/>
                </a:lnTo>
                <a:lnTo>
                  <a:pt x="21" y="63"/>
                </a:lnTo>
                <a:lnTo>
                  <a:pt x="21" y="70"/>
                </a:lnTo>
                <a:moveTo>
                  <a:pt x="15" y="70"/>
                </a:moveTo>
                <a:lnTo>
                  <a:pt x="8" y="70"/>
                </a:lnTo>
                <a:lnTo>
                  <a:pt x="8" y="63"/>
                </a:lnTo>
                <a:lnTo>
                  <a:pt x="15" y="63"/>
                </a:lnTo>
                <a:lnTo>
                  <a:pt x="15" y="70"/>
                </a:lnTo>
                <a:moveTo>
                  <a:pt x="8" y="70"/>
                </a:moveTo>
                <a:lnTo>
                  <a:pt x="0" y="70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70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9"/>
                </a:lnTo>
                <a:lnTo>
                  <a:pt x="21" y="54"/>
                </a:lnTo>
                <a:lnTo>
                  <a:pt x="17" y="59"/>
                </a:lnTo>
                <a:lnTo>
                  <a:pt x="12" y="55"/>
                </a:lnTo>
                <a:moveTo>
                  <a:pt x="15" y="49"/>
                </a:moveTo>
                <a:lnTo>
                  <a:pt x="19" y="43"/>
                </a:lnTo>
                <a:lnTo>
                  <a:pt x="25" y="47"/>
                </a:lnTo>
                <a:lnTo>
                  <a:pt x="21" y="54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2"/>
                </a:lnTo>
                <a:lnTo>
                  <a:pt x="40" y="26"/>
                </a:lnTo>
                <a:lnTo>
                  <a:pt x="37" y="32"/>
                </a:lnTo>
                <a:lnTo>
                  <a:pt x="31" y="28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7"/>
                </a:lnTo>
                <a:lnTo>
                  <a:pt x="54" y="9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29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7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70"/>
                </a:lnTo>
                <a:lnTo>
                  <a:pt x="74" y="70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73376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92924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92816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2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2"/>
                </a:moveTo>
                <a:lnTo>
                  <a:pt x="48" y="58"/>
                </a:lnTo>
                <a:lnTo>
                  <a:pt x="42" y="55"/>
                </a:lnTo>
                <a:lnTo>
                  <a:pt x="45" y="50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39" y="61"/>
                </a:lnTo>
                <a:lnTo>
                  <a:pt x="42" y="55"/>
                </a:lnTo>
                <a:lnTo>
                  <a:pt x="48" y="58"/>
                </a:lnTo>
                <a:moveTo>
                  <a:pt x="45" y="64"/>
                </a:moveTo>
                <a:lnTo>
                  <a:pt x="42" y="70"/>
                </a:lnTo>
                <a:lnTo>
                  <a:pt x="36" y="67"/>
                </a:lnTo>
                <a:lnTo>
                  <a:pt x="39" y="61"/>
                </a:lnTo>
                <a:lnTo>
                  <a:pt x="45" y="64"/>
                </a:lnTo>
                <a:moveTo>
                  <a:pt x="42" y="70"/>
                </a:moveTo>
                <a:lnTo>
                  <a:pt x="38" y="77"/>
                </a:lnTo>
                <a:lnTo>
                  <a:pt x="33" y="66"/>
                </a:lnTo>
                <a:lnTo>
                  <a:pt x="39" y="63"/>
                </a:lnTo>
                <a:lnTo>
                  <a:pt x="41" y="68"/>
                </a:lnTo>
                <a:lnTo>
                  <a:pt x="38" y="70"/>
                </a:lnTo>
                <a:lnTo>
                  <a:pt x="35" y="68"/>
                </a:lnTo>
                <a:lnTo>
                  <a:pt x="36" y="67"/>
                </a:lnTo>
                <a:lnTo>
                  <a:pt x="42" y="70"/>
                </a:lnTo>
                <a:moveTo>
                  <a:pt x="33" y="66"/>
                </a:moveTo>
                <a:lnTo>
                  <a:pt x="30" y="60"/>
                </a:lnTo>
                <a:lnTo>
                  <a:pt x="36" y="58"/>
                </a:lnTo>
                <a:lnTo>
                  <a:pt x="39" y="63"/>
                </a:lnTo>
                <a:lnTo>
                  <a:pt x="33" y="66"/>
                </a:lnTo>
                <a:moveTo>
                  <a:pt x="30" y="60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0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5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1"/>
                </a:lnTo>
                <a:lnTo>
                  <a:pt x="9" y="5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1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39400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80568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80792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40084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3328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81440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4365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3393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4365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4876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4365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4876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4365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48768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4365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48768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4365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4876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4365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48768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539080"/>
            <a:ext cx="8372880" cy="646200"/>
          </a:xfrm>
          <a:custGeom>
            <a:avLst/>
            <a:gdLst/>
            <a:ahLst/>
            <a:rect l="0" t="0" r="r" b="b"/>
            <a:pathLst>
              <a:path w="23258" h="1795">
                <a:moveTo>
                  <a:pt x="0" y="0"/>
                </a:moveTo>
                <a:lnTo>
                  <a:pt x="23258" y="0"/>
                </a:lnTo>
                <a:lnTo>
                  <a:pt x="23258" y="1795"/>
                </a:lnTo>
                <a:lnTo>
                  <a:pt x="0" y="179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4876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6784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54592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7820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6848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7820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83320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7820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83320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7820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8332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6784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83320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7820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6848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7820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83320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64276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8332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7820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64960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74644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83320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7975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7820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8684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95300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8332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205668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95948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205668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21074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2056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21074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3665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2107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47024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3730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95300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5210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205668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95948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21074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84264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00952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842640"/>
            <a:ext cx="450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2288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129760" y="384264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476600" y="3848040"/>
            <a:ext cx="114480" cy="114480"/>
          </a:xfrm>
          <a:custGeom>
            <a:avLst/>
            <a:gdLst/>
            <a:ahLst/>
            <a:rect l="0" t="0" r="r" b="b"/>
            <a:pathLst>
              <a:path w="318" h="318">
                <a:moveTo>
                  <a:pt x="0" y="0"/>
                </a:moveTo>
                <a:lnTo>
                  <a:pt x="318" y="0"/>
                </a:lnTo>
                <a:lnTo>
                  <a:pt x="318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352680" y="384264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276960" y="3848040"/>
            <a:ext cx="123840" cy="114480"/>
          </a:xfrm>
          <a:custGeom>
            <a:avLst/>
            <a:gdLst/>
            <a:ahLst/>
            <a:rect l="0" t="0" r="r" b="b"/>
            <a:pathLst>
              <a:path w="344" h="318">
                <a:moveTo>
                  <a:pt x="0" y="0"/>
                </a:moveTo>
                <a:lnTo>
                  <a:pt x="344" y="0"/>
                </a:lnTo>
                <a:lnTo>
                  <a:pt x="344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94320" y="384264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572240" y="384804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576920" y="3852720"/>
            <a:ext cx="114840" cy="105120"/>
          </a:xfrm>
          <a:custGeom>
            <a:avLst/>
            <a:gdLst/>
            <a:ahLst/>
            <a:rect l="0" t="0" r="r" b="b"/>
            <a:pathLst>
              <a:path w="319" h="292">
                <a:moveTo>
                  <a:pt x="0" y="0"/>
                </a:moveTo>
                <a:lnTo>
                  <a:pt x="319" y="0"/>
                </a:lnTo>
                <a:lnTo>
                  <a:pt x="319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398280" y="384264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697520" y="384264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457200" y="409392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57200" y="428472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9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3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6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56840" y="1752480"/>
            <a:ext cx="1305360" cy="286200"/>
          </a:xfrm>
          <a:custGeom>
            <a:avLst/>
            <a:gdLst/>
            <a:ahLst/>
            <a:rect l="0" t="0" r="r" b="b"/>
            <a:pathLst>
              <a:path w="3626" h="795">
                <a:moveTo>
                  <a:pt x="0" y="0"/>
                </a:moveTo>
                <a:lnTo>
                  <a:pt x="3626" y="0"/>
                </a:lnTo>
                <a:lnTo>
                  <a:pt x="362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1761840" y="1752480"/>
            <a:ext cx="3000960" cy="286200"/>
          </a:xfrm>
          <a:custGeom>
            <a:avLst/>
            <a:gdLst/>
            <a:ahLst/>
            <a:rect l="0" t="0" r="r" b="b"/>
            <a:pathLst>
              <a:path w="8336" h="795">
                <a:moveTo>
                  <a:pt x="0" y="0"/>
                </a:moveTo>
                <a:lnTo>
                  <a:pt x="8336" y="0"/>
                </a:lnTo>
                <a:lnTo>
                  <a:pt x="83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762440" y="1752480"/>
            <a:ext cx="1257480" cy="286200"/>
          </a:xfrm>
          <a:custGeom>
            <a:avLst/>
            <a:gdLst/>
            <a:ahLst/>
            <a:rect l="0" t="0" r="r" b="b"/>
            <a:pathLst>
              <a:path w="3493" h="795">
                <a:moveTo>
                  <a:pt x="0" y="0"/>
                </a:moveTo>
                <a:lnTo>
                  <a:pt x="3493" y="0"/>
                </a:lnTo>
                <a:lnTo>
                  <a:pt x="3493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019560" y="1752480"/>
            <a:ext cx="2352960" cy="286200"/>
          </a:xfrm>
          <a:custGeom>
            <a:avLst/>
            <a:gdLst/>
            <a:ahLst/>
            <a:rect l="0" t="0" r="r" b="b"/>
            <a:pathLst>
              <a:path w="6536" h="795">
                <a:moveTo>
                  <a:pt x="0" y="0"/>
                </a:moveTo>
                <a:lnTo>
                  <a:pt x="6536" y="0"/>
                </a:lnTo>
                <a:lnTo>
                  <a:pt x="6536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028600"/>
            <a:ext cx="1305360" cy="19440"/>
          </a:xfrm>
          <a:custGeom>
            <a:avLst/>
            <a:gdLst/>
            <a:ahLst/>
            <a:rect l="0" t="0" r="r" b="b"/>
            <a:pathLst>
              <a:path w="3626" h="54">
                <a:moveTo>
                  <a:pt x="0" y="0"/>
                </a:moveTo>
                <a:lnTo>
                  <a:pt x="3626" y="0"/>
                </a:lnTo>
                <a:lnTo>
                  <a:pt x="362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1761840" y="2028600"/>
            <a:ext cx="3000960" cy="19440"/>
          </a:xfrm>
          <a:custGeom>
            <a:avLst/>
            <a:gdLst/>
            <a:ahLst/>
            <a:rect l="0" t="0" r="r" b="b"/>
            <a:pathLst>
              <a:path w="8336" h="54">
                <a:moveTo>
                  <a:pt x="0" y="0"/>
                </a:moveTo>
                <a:lnTo>
                  <a:pt x="8336" y="0"/>
                </a:lnTo>
                <a:lnTo>
                  <a:pt x="83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762440" y="2028600"/>
            <a:ext cx="1257480" cy="19440"/>
          </a:xfrm>
          <a:custGeom>
            <a:avLst/>
            <a:gdLst/>
            <a:ahLst/>
            <a:rect l="0" t="0" r="r" b="b"/>
            <a:pathLst>
              <a:path w="3493" h="54">
                <a:moveTo>
                  <a:pt x="0" y="0"/>
                </a:moveTo>
                <a:lnTo>
                  <a:pt x="3493" y="0"/>
                </a:lnTo>
                <a:lnTo>
                  <a:pt x="349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6019560" y="2028600"/>
            <a:ext cx="2352960" cy="19440"/>
          </a:xfrm>
          <a:custGeom>
            <a:avLst/>
            <a:gdLst/>
            <a:ahLst/>
            <a:rect l="0" t="0" r="r" b="b"/>
            <a:pathLst>
              <a:path w="6536" h="54">
                <a:moveTo>
                  <a:pt x="0" y="0"/>
                </a:moveTo>
                <a:lnTo>
                  <a:pt x="6536" y="0"/>
                </a:lnTo>
                <a:lnTo>
                  <a:pt x="653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31444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1761840" y="231444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762440" y="231444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019560" y="231444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258120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1761840" y="258120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762440" y="258120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6019560" y="258120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285732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1761840" y="285732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762440" y="285732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6019560" y="285732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56840" y="313344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1761840" y="313344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762440" y="313344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6019560" y="313344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56840" y="340020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1761840" y="340020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762440" y="340020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6019560" y="340020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67632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1761840" y="367632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762440" y="367632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6019560" y="367632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56840" y="394308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1761840" y="394308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762440" y="394308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6019560" y="394308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56840" y="4219560"/>
            <a:ext cx="1305360" cy="9720"/>
          </a:xfrm>
          <a:custGeom>
            <a:avLst/>
            <a:gdLst/>
            <a:ahLst/>
            <a:rect l="0" t="0" r="r" b="b"/>
            <a:pathLst>
              <a:path w="3626" h="27">
                <a:moveTo>
                  <a:pt x="0" y="0"/>
                </a:moveTo>
                <a:lnTo>
                  <a:pt x="3626" y="0"/>
                </a:lnTo>
                <a:lnTo>
                  <a:pt x="362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1761840" y="4219560"/>
            <a:ext cx="3000960" cy="9720"/>
          </a:xfrm>
          <a:custGeom>
            <a:avLst/>
            <a:gdLst/>
            <a:ahLst/>
            <a:rect l="0" t="0" r="r" b="b"/>
            <a:pathLst>
              <a:path w="8336" h="27">
                <a:moveTo>
                  <a:pt x="0" y="0"/>
                </a:moveTo>
                <a:lnTo>
                  <a:pt x="8336" y="0"/>
                </a:lnTo>
                <a:lnTo>
                  <a:pt x="83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762440" y="4219560"/>
            <a:ext cx="1257480" cy="9720"/>
          </a:xfrm>
          <a:custGeom>
            <a:avLst/>
            <a:gdLst/>
            <a:ahLst/>
            <a:rect l="0" t="0" r="r" b="b"/>
            <a:pathLst>
              <a:path w="3493" h="27">
                <a:moveTo>
                  <a:pt x="0" y="0"/>
                </a:moveTo>
                <a:lnTo>
                  <a:pt x="3493" y="0"/>
                </a:lnTo>
                <a:lnTo>
                  <a:pt x="349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6019560" y="4219560"/>
            <a:ext cx="2352960" cy="9720"/>
          </a:xfrm>
          <a:custGeom>
            <a:avLst/>
            <a:gdLst/>
            <a:ahLst/>
            <a:rect l="0" t="0" r="r" b="b"/>
            <a:pathLst>
              <a:path w="6536" h="27">
                <a:moveTo>
                  <a:pt x="0" y="0"/>
                </a:moveTo>
                <a:lnTo>
                  <a:pt x="6536" y="0"/>
                </a:lnTo>
                <a:lnTo>
                  <a:pt x="653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56840" y="4485960"/>
            <a:ext cx="1305360" cy="10080"/>
          </a:xfrm>
          <a:custGeom>
            <a:avLst/>
            <a:gdLst/>
            <a:ahLst/>
            <a:rect l="0" t="0" r="r" b="b"/>
            <a:pathLst>
              <a:path w="3626" h="28">
                <a:moveTo>
                  <a:pt x="0" y="0"/>
                </a:moveTo>
                <a:lnTo>
                  <a:pt x="3626" y="0"/>
                </a:lnTo>
                <a:lnTo>
                  <a:pt x="362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1761840" y="4485960"/>
            <a:ext cx="3000960" cy="10080"/>
          </a:xfrm>
          <a:custGeom>
            <a:avLst/>
            <a:gdLst/>
            <a:ahLst/>
            <a:rect l="0" t="0" r="r" b="b"/>
            <a:pathLst>
              <a:path w="8336" h="28">
                <a:moveTo>
                  <a:pt x="0" y="0"/>
                </a:moveTo>
                <a:lnTo>
                  <a:pt x="8336" y="0"/>
                </a:lnTo>
                <a:lnTo>
                  <a:pt x="83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762440" y="4485960"/>
            <a:ext cx="1257480" cy="10080"/>
          </a:xfrm>
          <a:custGeom>
            <a:avLst/>
            <a:gdLst/>
            <a:ahLst/>
            <a:rect l="0" t="0" r="r" b="b"/>
            <a:pathLst>
              <a:path w="3493" h="28">
                <a:moveTo>
                  <a:pt x="0" y="0"/>
                </a:moveTo>
                <a:lnTo>
                  <a:pt x="3493" y="0"/>
                </a:lnTo>
                <a:lnTo>
                  <a:pt x="349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6019560" y="4485960"/>
            <a:ext cx="2352960" cy="10080"/>
          </a:xfrm>
          <a:custGeom>
            <a:avLst/>
            <a:gdLst/>
            <a:ahLst/>
            <a:rect l="0" t="0" r="r" b="b"/>
            <a:pathLst>
              <a:path w="6536" h="28">
                <a:moveTo>
                  <a:pt x="0" y="0"/>
                </a:moveTo>
                <a:lnTo>
                  <a:pt x="6536" y="0"/>
                </a:lnTo>
                <a:lnTo>
                  <a:pt x="653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186696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87188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612900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186696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4871880" y="21232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612900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186696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487188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612900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186696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487188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612900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86696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4871880" y="29422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612900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86696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487188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12900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186696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487188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12900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86696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487188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6129000" y="37519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186696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487188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129000" y="4028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186696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87188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6129000" y="42948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1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2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