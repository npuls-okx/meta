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395520" y="2759040"/>
            <a:ext cx="2856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hoe houden we focus?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952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b4f6c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514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b4f6c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2993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vangnet zijn voor werk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373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Eindverantwoordelijkheid ervaren voor elk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2891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eindproduct en elke wijziging daarin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6343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77200" y="1635120"/>
            <a:ext cx="394560" cy="270000"/>
          </a:xfrm>
          <a:custGeom>
            <a:avLst/>
            <a:gdLst/>
            <a:ahLst/>
            <a:rect l="0" t="0" r="r" b="b"/>
            <a:pathLst>
              <a:path fill="none" w="1096" h="750">
                <a:moveTo>
                  <a:pt x="0" y="750"/>
                </a:moveTo>
                <a:lnTo>
                  <a:pt x="148" y="623"/>
                </a:lnTo>
                <a:cubicBezTo>
                  <a:pt x="296" y="497"/>
                  <a:pt x="593" y="243"/>
                  <a:pt x="776" y="118"/>
                </a:cubicBezTo>
                <a:cubicBezTo>
                  <a:pt x="958" y="-6"/>
                  <a:pt x="1027" y="-2"/>
                  <a:pt x="1062" y="1"/>
                </a:cubicBezTo>
                <a:lnTo>
                  <a:pt x="109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621080"/>
            <a:ext cx="29880" cy="28800"/>
          </a:xfrm>
          <a:custGeom>
            <a:avLst/>
            <a:gdLst/>
            <a:ahLst/>
            <a:rect l="0" t="0" r="r" b="b"/>
            <a:pathLst>
              <a:path w="83" h="80">
                <a:moveTo>
                  <a:pt x="6" y="0"/>
                </a:moveTo>
                <a:lnTo>
                  <a:pt x="83" y="44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18560"/>
            <a:ext cx="34200" cy="33480"/>
          </a:xfrm>
          <a:custGeom>
            <a:avLst/>
            <a:gdLst/>
            <a:ahLst/>
            <a:rect l="0" t="0" r="r" b="b"/>
            <a:pathLst>
              <a:path w="95" h="93">
                <a:moveTo>
                  <a:pt x="18" y="8"/>
                </a:moveTo>
                <a:lnTo>
                  <a:pt x="25" y="13"/>
                </a:lnTo>
                <a:lnTo>
                  <a:pt x="21" y="19"/>
                </a:lnTo>
                <a:lnTo>
                  <a:pt x="14" y="15"/>
                </a:lnTo>
                <a:lnTo>
                  <a:pt x="18" y="8"/>
                </a:lnTo>
                <a:moveTo>
                  <a:pt x="25" y="13"/>
                </a:moveTo>
                <a:lnTo>
                  <a:pt x="32" y="17"/>
                </a:lnTo>
                <a:lnTo>
                  <a:pt x="28" y="23"/>
                </a:lnTo>
                <a:lnTo>
                  <a:pt x="21" y="19"/>
                </a:lnTo>
                <a:lnTo>
                  <a:pt x="25" y="13"/>
                </a:lnTo>
                <a:moveTo>
                  <a:pt x="32" y="17"/>
                </a:moveTo>
                <a:lnTo>
                  <a:pt x="39" y="21"/>
                </a:lnTo>
                <a:lnTo>
                  <a:pt x="35" y="27"/>
                </a:lnTo>
                <a:lnTo>
                  <a:pt x="28" y="23"/>
                </a:lnTo>
                <a:lnTo>
                  <a:pt x="32" y="17"/>
                </a:lnTo>
                <a:moveTo>
                  <a:pt x="39" y="21"/>
                </a:moveTo>
                <a:lnTo>
                  <a:pt x="46" y="24"/>
                </a:lnTo>
                <a:lnTo>
                  <a:pt x="42" y="31"/>
                </a:lnTo>
                <a:lnTo>
                  <a:pt x="35" y="27"/>
                </a:lnTo>
                <a:lnTo>
                  <a:pt x="39" y="21"/>
                </a:lnTo>
                <a:moveTo>
                  <a:pt x="46" y="24"/>
                </a:moveTo>
                <a:lnTo>
                  <a:pt x="53" y="28"/>
                </a:lnTo>
                <a:lnTo>
                  <a:pt x="48" y="35"/>
                </a:lnTo>
                <a:lnTo>
                  <a:pt x="42" y="31"/>
                </a:lnTo>
                <a:lnTo>
                  <a:pt x="46" y="24"/>
                </a:lnTo>
                <a:moveTo>
                  <a:pt x="53" y="28"/>
                </a:moveTo>
                <a:lnTo>
                  <a:pt x="60" y="32"/>
                </a:lnTo>
                <a:lnTo>
                  <a:pt x="56" y="39"/>
                </a:lnTo>
                <a:lnTo>
                  <a:pt x="48" y="35"/>
                </a:lnTo>
                <a:lnTo>
                  <a:pt x="53" y="28"/>
                </a:lnTo>
                <a:moveTo>
                  <a:pt x="60" y="32"/>
                </a:moveTo>
                <a:lnTo>
                  <a:pt x="67" y="36"/>
                </a:lnTo>
                <a:lnTo>
                  <a:pt x="63" y="43"/>
                </a:lnTo>
                <a:lnTo>
                  <a:pt x="56" y="39"/>
                </a:lnTo>
                <a:lnTo>
                  <a:pt x="60" y="32"/>
                </a:lnTo>
                <a:moveTo>
                  <a:pt x="67" y="36"/>
                </a:moveTo>
                <a:lnTo>
                  <a:pt x="74" y="40"/>
                </a:lnTo>
                <a:lnTo>
                  <a:pt x="70" y="47"/>
                </a:lnTo>
                <a:lnTo>
                  <a:pt x="63" y="43"/>
                </a:lnTo>
                <a:lnTo>
                  <a:pt x="67" y="36"/>
                </a:lnTo>
                <a:moveTo>
                  <a:pt x="74" y="40"/>
                </a:moveTo>
                <a:lnTo>
                  <a:pt x="81" y="44"/>
                </a:lnTo>
                <a:lnTo>
                  <a:pt x="77" y="51"/>
                </a:lnTo>
                <a:lnTo>
                  <a:pt x="70" y="47"/>
                </a:lnTo>
                <a:lnTo>
                  <a:pt x="74" y="40"/>
                </a:lnTo>
                <a:moveTo>
                  <a:pt x="81" y="44"/>
                </a:moveTo>
                <a:lnTo>
                  <a:pt x="87" y="48"/>
                </a:lnTo>
                <a:lnTo>
                  <a:pt x="83" y="55"/>
                </a:lnTo>
                <a:lnTo>
                  <a:pt x="77" y="51"/>
                </a:lnTo>
                <a:lnTo>
                  <a:pt x="81" y="44"/>
                </a:lnTo>
                <a:moveTo>
                  <a:pt x="87" y="48"/>
                </a:moveTo>
                <a:lnTo>
                  <a:pt x="95" y="53"/>
                </a:lnTo>
                <a:lnTo>
                  <a:pt x="82" y="59"/>
                </a:lnTo>
                <a:lnTo>
                  <a:pt x="79" y="51"/>
                </a:lnTo>
                <a:lnTo>
                  <a:pt x="85" y="49"/>
                </a:lnTo>
                <a:lnTo>
                  <a:pt x="87" y="52"/>
                </a:lnTo>
                <a:lnTo>
                  <a:pt x="85" y="56"/>
                </a:lnTo>
                <a:lnTo>
                  <a:pt x="83" y="55"/>
                </a:lnTo>
                <a:lnTo>
                  <a:pt x="87" y="48"/>
                </a:lnTo>
                <a:moveTo>
                  <a:pt x="82" y="59"/>
                </a:moveTo>
                <a:lnTo>
                  <a:pt x="75" y="62"/>
                </a:lnTo>
                <a:lnTo>
                  <a:pt x="72" y="54"/>
                </a:lnTo>
                <a:lnTo>
                  <a:pt x="79" y="51"/>
                </a:lnTo>
                <a:lnTo>
                  <a:pt x="82" y="59"/>
                </a:lnTo>
                <a:moveTo>
                  <a:pt x="75" y="62"/>
                </a:moveTo>
                <a:lnTo>
                  <a:pt x="68" y="65"/>
                </a:lnTo>
                <a:lnTo>
                  <a:pt x="65" y="57"/>
                </a:lnTo>
                <a:lnTo>
                  <a:pt x="72" y="54"/>
                </a:lnTo>
                <a:lnTo>
                  <a:pt x="75" y="62"/>
                </a:lnTo>
                <a:moveTo>
                  <a:pt x="68" y="65"/>
                </a:moveTo>
                <a:lnTo>
                  <a:pt x="60" y="68"/>
                </a:lnTo>
                <a:lnTo>
                  <a:pt x="57" y="61"/>
                </a:lnTo>
                <a:lnTo>
                  <a:pt x="65" y="57"/>
                </a:lnTo>
                <a:lnTo>
                  <a:pt x="68" y="65"/>
                </a:lnTo>
                <a:moveTo>
                  <a:pt x="60" y="68"/>
                </a:moveTo>
                <a:lnTo>
                  <a:pt x="53" y="71"/>
                </a:lnTo>
                <a:lnTo>
                  <a:pt x="49" y="64"/>
                </a:lnTo>
                <a:lnTo>
                  <a:pt x="57" y="61"/>
                </a:lnTo>
                <a:lnTo>
                  <a:pt x="60" y="68"/>
                </a:lnTo>
                <a:moveTo>
                  <a:pt x="53" y="71"/>
                </a:moveTo>
                <a:lnTo>
                  <a:pt x="45" y="74"/>
                </a:lnTo>
                <a:lnTo>
                  <a:pt x="42" y="67"/>
                </a:lnTo>
                <a:lnTo>
                  <a:pt x="49" y="64"/>
                </a:lnTo>
                <a:lnTo>
                  <a:pt x="53" y="71"/>
                </a:lnTo>
                <a:moveTo>
                  <a:pt x="45" y="74"/>
                </a:moveTo>
                <a:lnTo>
                  <a:pt x="38" y="77"/>
                </a:lnTo>
                <a:lnTo>
                  <a:pt x="35" y="70"/>
                </a:lnTo>
                <a:lnTo>
                  <a:pt x="42" y="67"/>
                </a:lnTo>
                <a:lnTo>
                  <a:pt x="45" y="74"/>
                </a:lnTo>
                <a:moveTo>
                  <a:pt x="38" y="77"/>
                </a:moveTo>
                <a:lnTo>
                  <a:pt x="30" y="80"/>
                </a:lnTo>
                <a:lnTo>
                  <a:pt x="27" y="73"/>
                </a:lnTo>
                <a:lnTo>
                  <a:pt x="35" y="70"/>
                </a:lnTo>
                <a:lnTo>
                  <a:pt x="38" y="77"/>
                </a:lnTo>
                <a:moveTo>
                  <a:pt x="30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3" y="79"/>
                </a:lnTo>
                <a:lnTo>
                  <a:pt x="20" y="76"/>
                </a:lnTo>
                <a:lnTo>
                  <a:pt x="23" y="83"/>
                </a:lnTo>
                <a:moveTo>
                  <a:pt x="16" y="86"/>
                </a:moveTo>
                <a:lnTo>
                  <a:pt x="9" y="89"/>
                </a:lnTo>
                <a:lnTo>
                  <a:pt x="6" y="82"/>
                </a:lnTo>
                <a:lnTo>
                  <a:pt x="13" y="79"/>
                </a:lnTo>
                <a:lnTo>
                  <a:pt x="16" y="86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2"/>
                </a:lnTo>
                <a:lnTo>
                  <a:pt x="8" y="87"/>
                </a:lnTo>
                <a:lnTo>
                  <a:pt x="4" y="87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1" y="81"/>
                </a:moveTo>
                <a:lnTo>
                  <a:pt x="1" y="74"/>
                </a:lnTo>
                <a:lnTo>
                  <a:pt x="9" y="74"/>
                </a:lnTo>
                <a:lnTo>
                  <a:pt x="9" y="82"/>
                </a:lnTo>
                <a:lnTo>
                  <a:pt x="1" y="81"/>
                </a:lnTo>
                <a:moveTo>
                  <a:pt x="1" y="74"/>
                </a:moveTo>
                <a:lnTo>
                  <a:pt x="2" y="66"/>
                </a:lnTo>
                <a:lnTo>
                  <a:pt x="10" y="66"/>
                </a:lnTo>
                <a:lnTo>
                  <a:pt x="9" y="74"/>
                </a:lnTo>
                <a:lnTo>
                  <a:pt x="1" y="74"/>
                </a:lnTo>
                <a:moveTo>
                  <a:pt x="2" y="66"/>
                </a:moveTo>
                <a:lnTo>
                  <a:pt x="2" y="58"/>
                </a:lnTo>
                <a:lnTo>
                  <a:pt x="10" y="58"/>
                </a:lnTo>
                <a:lnTo>
                  <a:pt x="10" y="66"/>
                </a:lnTo>
                <a:lnTo>
                  <a:pt x="2" y="66"/>
                </a:lnTo>
                <a:moveTo>
                  <a:pt x="2" y="58"/>
                </a:moveTo>
                <a:lnTo>
                  <a:pt x="3" y="50"/>
                </a:lnTo>
                <a:lnTo>
                  <a:pt x="11" y="50"/>
                </a:lnTo>
                <a:lnTo>
                  <a:pt x="10" y="58"/>
                </a:lnTo>
                <a:lnTo>
                  <a:pt x="2" y="58"/>
                </a:lnTo>
                <a:moveTo>
                  <a:pt x="3" y="50"/>
                </a:moveTo>
                <a:lnTo>
                  <a:pt x="3" y="42"/>
                </a:lnTo>
                <a:lnTo>
                  <a:pt x="11" y="43"/>
                </a:lnTo>
                <a:lnTo>
                  <a:pt x="11" y="50"/>
                </a:lnTo>
                <a:lnTo>
                  <a:pt x="3" y="50"/>
                </a:lnTo>
                <a:moveTo>
                  <a:pt x="3" y="42"/>
                </a:moveTo>
                <a:lnTo>
                  <a:pt x="4" y="34"/>
                </a:lnTo>
                <a:lnTo>
                  <a:pt x="12" y="35"/>
                </a:lnTo>
                <a:lnTo>
                  <a:pt x="11" y="43"/>
                </a:lnTo>
                <a:lnTo>
                  <a:pt x="3" y="42"/>
                </a:lnTo>
                <a:moveTo>
                  <a:pt x="4" y="34"/>
                </a:moveTo>
                <a:lnTo>
                  <a:pt x="4" y="26"/>
                </a:lnTo>
                <a:lnTo>
                  <a:pt x="12" y="27"/>
                </a:lnTo>
                <a:lnTo>
                  <a:pt x="12" y="35"/>
                </a:lnTo>
                <a:lnTo>
                  <a:pt x="4" y="34"/>
                </a:lnTo>
                <a:moveTo>
                  <a:pt x="4" y="26"/>
                </a:moveTo>
                <a:lnTo>
                  <a:pt x="5" y="18"/>
                </a:lnTo>
                <a:lnTo>
                  <a:pt x="13" y="19"/>
                </a:lnTo>
                <a:lnTo>
                  <a:pt x="12" y="27"/>
                </a:lnTo>
                <a:lnTo>
                  <a:pt x="4" y="26"/>
                </a:lnTo>
                <a:moveTo>
                  <a:pt x="5" y="18"/>
                </a:moveTo>
                <a:lnTo>
                  <a:pt x="5" y="11"/>
                </a:lnTo>
                <a:lnTo>
                  <a:pt x="13" y="11"/>
                </a:lnTo>
                <a:lnTo>
                  <a:pt x="13" y="19"/>
                </a:lnTo>
                <a:lnTo>
                  <a:pt x="5" y="18"/>
                </a:lnTo>
                <a:moveTo>
                  <a:pt x="5" y="11"/>
                </a:moveTo>
                <a:lnTo>
                  <a:pt x="6" y="0"/>
                </a:lnTo>
                <a:lnTo>
                  <a:pt x="18" y="8"/>
                </a:lnTo>
                <a:lnTo>
                  <a:pt x="14" y="15"/>
                </a:lnTo>
                <a:lnTo>
                  <a:pt x="8" y="11"/>
                </a:lnTo>
                <a:lnTo>
                  <a:pt x="10" y="7"/>
                </a:lnTo>
                <a:lnTo>
                  <a:pt x="13" y="7"/>
                </a:lnTo>
                <a:lnTo>
                  <a:pt x="13" y="11"/>
                </a:lnTo>
                <a:lnTo>
                  <a:pt x="5" y="1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56840" y="2298600"/>
            <a:ext cx="214920" cy="67680"/>
          </a:xfrm>
          <a:custGeom>
            <a:avLst/>
            <a:gdLst/>
            <a:ahLst/>
            <a:rect l="0" t="0" r="r" b="b"/>
            <a:pathLst>
              <a:path fill="none" w="597" h="188">
                <a:moveTo>
                  <a:pt x="0" y="0"/>
                </a:moveTo>
                <a:lnTo>
                  <a:pt x="65" y="31"/>
                </a:lnTo>
                <a:cubicBezTo>
                  <a:pt x="130" y="62"/>
                  <a:pt x="260" y="126"/>
                  <a:pt x="360" y="157"/>
                </a:cubicBezTo>
                <a:cubicBezTo>
                  <a:pt x="459" y="188"/>
                  <a:pt x="528" y="188"/>
                  <a:pt x="563" y="188"/>
                </a:cubicBezTo>
                <a:lnTo>
                  <a:pt x="597" y="18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360" y="2351880"/>
            <a:ext cx="28800" cy="28440"/>
          </a:xfrm>
          <a:custGeom>
            <a:avLst/>
            <a:gdLst/>
            <a:ahLst/>
            <a:rect l="0" t="0" r="r" b="b"/>
            <a:pathLst>
              <a:path w="80" h="79">
                <a:moveTo>
                  <a:pt x="0" y="0"/>
                </a:moveTo>
                <a:lnTo>
                  <a:pt x="80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34936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1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5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4" y="42"/>
                </a:moveTo>
                <a:lnTo>
                  <a:pt x="94" y="46"/>
                </a:lnTo>
                <a:lnTo>
                  <a:pt x="80" y="52"/>
                </a:lnTo>
                <a:lnTo>
                  <a:pt x="76" y="45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6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60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60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60"/>
                </a:lnTo>
                <a:moveTo>
                  <a:pt x="59" y="63"/>
                </a:moveTo>
                <a:lnTo>
                  <a:pt x="51" y="67"/>
                </a:lnTo>
                <a:lnTo>
                  <a:pt x="48" y="60"/>
                </a:lnTo>
                <a:lnTo>
                  <a:pt x="55" y="56"/>
                </a:lnTo>
                <a:lnTo>
                  <a:pt x="59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60"/>
                </a:lnTo>
                <a:lnTo>
                  <a:pt x="51" y="67"/>
                </a:lnTo>
                <a:moveTo>
                  <a:pt x="44" y="70"/>
                </a:moveTo>
                <a:lnTo>
                  <a:pt x="37" y="75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5"/>
                </a:moveTo>
                <a:lnTo>
                  <a:pt x="30" y="78"/>
                </a:lnTo>
                <a:lnTo>
                  <a:pt x="27" y="70"/>
                </a:lnTo>
                <a:lnTo>
                  <a:pt x="34" y="67"/>
                </a:lnTo>
                <a:lnTo>
                  <a:pt x="37" y="75"/>
                </a:lnTo>
                <a:moveTo>
                  <a:pt x="30" y="78"/>
                </a:moveTo>
                <a:lnTo>
                  <a:pt x="23" y="82"/>
                </a:lnTo>
                <a:lnTo>
                  <a:pt x="20" y="75"/>
                </a:lnTo>
                <a:lnTo>
                  <a:pt x="27" y="70"/>
                </a:lnTo>
                <a:lnTo>
                  <a:pt x="30" y="78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6" y="82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0" y="81"/>
                </a:lnTo>
                <a:lnTo>
                  <a:pt x="9" y="81"/>
                </a:lnTo>
                <a:lnTo>
                  <a:pt x="9" y="86"/>
                </a:lnTo>
                <a:lnTo>
                  <a:pt x="5" y="86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0" y="81"/>
                </a:moveTo>
                <a:lnTo>
                  <a:pt x="0" y="74"/>
                </a:lnTo>
                <a:lnTo>
                  <a:pt x="9" y="74"/>
                </a:lnTo>
                <a:lnTo>
                  <a:pt x="9" y="81"/>
                </a:lnTo>
                <a:lnTo>
                  <a:pt x="0" y="81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7"/>
                </a:lnTo>
                <a:lnTo>
                  <a:pt x="9" y="57"/>
                </a:lnTo>
                <a:lnTo>
                  <a:pt x="9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9" y="49"/>
                </a:lnTo>
                <a:lnTo>
                  <a:pt x="9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9" y="41"/>
                </a:lnTo>
                <a:lnTo>
                  <a:pt x="9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9" y="33"/>
                </a:lnTo>
                <a:lnTo>
                  <a:pt x="9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37240" y="1914120"/>
            <a:ext cx="528840" cy="562320"/>
          </a:xfrm>
          <a:custGeom>
            <a:avLst/>
            <a:gdLst/>
            <a:ahLst/>
            <a:rect l="0" t="0" r="r" b="b"/>
            <a:pathLst>
              <a:path fill="none" w="1469" h="1562">
                <a:moveTo>
                  <a:pt x="0" y="1562"/>
                </a:moveTo>
                <a:lnTo>
                  <a:pt x="167" y="1352"/>
                </a:lnTo>
                <a:cubicBezTo>
                  <a:pt x="333" y="1143"/>
                  <a:pt x="667" y="724"/>
                  <a:pt x="912" y="464"/>
                </a:cubicBezTo>
                <a:cubicBezTo>
                  <a:pt x="1156" y="204"/>
                  <a:pt x="1313" y="101"/>
                  <a:pt x="1391" y="51"/>
                </a:cubicBezTo>
                <a:lnTo>
                  <a:pt x="1469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0656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9"/>
                </a:moveTo>
                <a:lnTo>
                  <a:pt x="89" y="0"/>
                </a:lnTo>
                <a:lnTo>
                  <a:pt x="43" y="77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760" y="19047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10"/>
                </a:moveTo>
                <a:lnTo>
                  <a:pt x="22" y="9"/>
                </a:lnTo>
                <a:lnTo>
                  <a:pt x="22" y="16"/>
                </a:lnTo>
                <a:lnTo>
                  <a:pt x="15" y="17"/>
                </a:lnTo>
                <a:lnTo>
                  <a:pt x="14" y="10"/>
                </a:lnTo>
                <a:moveTo>
                  <a:pt x="22" y="9"/>
                </a:moveTo>
                <a:lnTo>
                  <a:pt x="29" y="8"/>
                </a:lnTo>
                <a:lnTo>
                  <a:pt x="31" y="16"/>
                </a:lnTo>
                <a:lnTo>
                  <a:pt x="22" y="16"/>
                </a:lnTo>
                <a:lnTo>
                  <a:pt x="22" y="9"/>
                </a:lnTo>
                <a:moveTo>
                  <a:pt x="29" y="8"/>
                </a:moveTo>
                <a:lnTo>
                  <a:pt x="38" y="7"/>
                </a:lnTo>
                <a:lnTo>
                  <a:pt x="39" y="15"/>
                </a:lnTo>
                <a:lnTo>
                  <a:pt x="31" y="16"/>
                </a:lnTo>
                <a:lnTo>
                  <a:pt x="29" y="8"/>
                </a:lnTo>
                <a:moveTo>
                  <a:pt x="38" y="7"/>
                </a:moveTo>
                <a:lnTo>
                  <a:pt x="46" y="6"/>
                </a:lnTo>
                <a:lnTo>
                  <a:pt x="47" y="14"/>
                </a:lnTo>
                <a:lnTo>
                  <a:pt x="39" y="15"/>
                </a:lnTo>
                <a:lnTo>
                  <a:pt x="38" y="7"/>
                </a:lnTo>
                <a:moveTo>
                  <a:pt x="46" y="6"/>
                </a:moveTo>
                <a:lnTo>
                  <a:pt x="54" y="5"/>
                </a:lnTo>
                <a:lnTo>
                  <a:pt x="55" y="13"/>
                </a:lnTo>
                <a:lnTo>
                  <a:pt x="47" y="14"/>
                </a:lnTo>
                <a:lnTo>
                  <a:pt x="46" y="6"/>
                </a:lnTo>
                <a:moveTo>
                  <a:pt x="54" y="5"/>
                </a:moveTo>
                <a:lnTo>
                  <a:pt x="62" y="4"/>
                </a:lnTo>
                <a:lnTo>
                  <a:pt x="63" y="12"/>
                </a:lnTo>
                <a:lnTo>
                  <a:pt x="55" y="13"/>
                </a:lnTo>
                <a:lnTo>
                  <a:pt x="54" y="5"/>
                </a:lnTo>
                <a:moveTo>
                  <a:pt x="62" y="4"/>
                </a:moveTo>
                <a:lnTo>
                  <a:pt x="70" y="3"/>
                </a:lnTo>
                <a:lnTo>
                  <a:pt x="70" y="11"/>
                </a:lnTo>
                <a:lnTo>
                  <a:pt x="63" y="12"/>
                </a:lnTo>
                <a:lnTo>
                  <a:pt x="62" y="4"/>
                </a:lnTo>
                <a:moveTo>
                  <a:pt x="70" y="3"/>
                </a:moveTo>
                <a:lnTo>
                  <a:pt x="77" y="3"/>
                </a:lnTo>
                <a:lnTo>
                  <a:pt x="78" y="10"/>
                </a:lnTo>
                <a:lnTo>
                  <a:pt x="70" y="11"/>
                </a:lnTo>
                <a:lnTo>
                  <a:pt x="70" y="3"/>
                </a:lnTo>
                <a:moveTo>
                  <a:pt x="77" y="3"/>
                </a:moveTo>
                <a:lnTo>
                  <a:pt x="85" y="2"/>
                </a:lnTo>
                <a:lnTo>
                  <a:pt x="86" y="9"/>
                </a:lnTo>
                <a:lnTo>
                  <a:pt x="78" y="10"/>
                </a:lnTo>
                <a:lnTo>
                  <a:pt x="77" y="3"/>
                </a:lnTo>
                <a:moveTo>
                  <a:pt x="85" y="2"/>
                </a:moveTo>
                <a:lnTo>
                  <a:pt x="93" y="1"/>
                </a:lnTo>
                <a:lnTo>
                  <a:pt x="94" y="9"/>
                </a:lnTo>
                <a:lnTo>
                  <a:pt x="86" y="9"/>
                </a:lnTo>
                <a:lnTo>
                  <a:pt x="85" y="2"/>
                </a:lnTo>
                <a:moveTo>
                  <a:pt x="93" y="1"/>
                </a:moveTo>
                <a:lnTo>
                  <a:pt x="102" y="0"/>
                </a:lnTo>
                <a:lnTo>
                  <a:pt x="95" y="12"/>
                </a:lnTo>
                <a:lnTo>
                  <a:pt x="88" y="8"/>
                </a:lnTo>
                <a:lnTo>
                  <a:pt x="92" y="3"/>
                </a:lnTo>
                <a:lnTo>
                  <a:pt x="95" y="5"/>
                </a:lnTo>
                <a:lnTo>
                  <a:pt x="95" y="8"/>
                </a:lnTo>
                <a:lnTo>
                  <a:pt x="94" y="9"/>
                </a:lnTo>
                <a:lnTo>
                  <a:pt x="93" y="1"/>
                </a:lnTo>
                <a:moveTo>
                  <a:pt x="95" y="12"/>
                </a:moveTo>
                <a:lnTo>
                  <a:pt x="91" y="19"/>
                </a:lnTo>
                <a:lnTo>
                  <a:pt x="84" y="15"/>
                </a:lnTo>
                <a:lnTo>
                  <a:pt x="88" y="8"/>
                </a:lnTo>
                <a:lnTo>
                  <a:pt x="95" y="12"/>
                </a:lnTo>
                <a:moveTo>
                  <a:pt x="91" y="19"/>
                </a:moveTo>
                <a:lnTo>
                  <a:pt x="87" y="26"/>
                </a:lnTo>
                <a:lnTo>
                  <a:pt x="80" y="22"/>
                </a:lnTo>
                <a:lnTo>
                  <a:pt x="84" y="15"/>
                </a:lnTo>
                <a:lnTo>
                  <a:pt x="91" y="19"/>
                </a:lnTo>
                <a:moveTo>
                  <a:pt x="87" y="26"/>
                </a:moveTo>
                <a:lnTo>
                  <a:pt x="83" y="32"/>
                </a:lnTo>
                <a:lnTo>
                  <a:pt x="76" y="28"/>
                </a:lnTo>
                <a:lnTo>
                  <a:pt x="80" y="22"/>
                </a:lnTo>
                <a:lnTo>
                  <a:pt x="87" y="26"/>
                </a:lnTo>
                <a:moveTo>
                  <a:pt x="83" y="32"/>
                </a:moveTo>
                <a:lnTo>
                  <a:pt x="79" y="40"/>
                </a:lnTo>
                <a:lnTo>
                  <a:pt x="72" y="36"/>
                </a:lnTo>
                <a:lnTo>
                  <a:pt x="76" y="28"/>
                </a:lnTo>
                <a:lnTo>
                  <a:pt x="83" y="32"/>
                </a:lnTo>
                <a:moveTo>
                  <a:pt x="79" y="40"/>
                </a:moveTo>
                <a:lnTo>
                  <a:pt x="75" y="47"/>
                </a:lnTo>
                <a:lnTo>
                  <a:pt x="68" y="43"/>
                </a:lnTo>
                <a:lnTo>
                  <a:pt x="72" y="36"/>
                </a:lnTo>
                <a:lnTo>
                  <a:pt x="79" y="40"/>
                </a:lnTo>
                <a:moveTo>
                  <a:pt x="75" y="47"/>
                </a:moveTo>
                <a:lnTo>
                  <a:pt x="71" y="54"/>
                </a:lnTo>
                <a:lnTo>
                  <a:pt x="64" y="50"/>
                </a:lnTo>
                <a:lnTo>
                  <a:pt x="68" y="43"/>
                </a:lnTo>
                <a:lnTo>
                  <a:pt x="75" y="47"/>
                </a:lnTo>
                <a:moveTo>
                  <a:pt x="71" y="54"/>
                </a:moveTo>
                <a:lnTo>
                  <a:pt x="67" y="61"/>
                </a:lnTo>
                <a:lnTo>
                  <a:pt x="60" y="57"/>
                </a:lnTo>
                <a:lnTo>
                  <a:pt x="64" y="50"/>
                </a:lnTo>
                <a:lnTo>
                  <a:pt x="71" y="54"/>
                </a:lnTo>
                <a:moveTo>
                  <a:pt x="67" y="61"/>
                </a:moveTo>
                <a:lnTo>
                  <a:pt x="63" y="67"/>
                </a:lnTo>
                <a:lnTo>
                  <a:pt x="56" y="63"/>
                </a:lnTo>
                <a:lnTo>
                  <a:pt x="60" y="57"/>
                </a:lnTo>
                <a:lnTo>
                  <a:pt x="67" y="61"/>
                </a:lnTo>
                <a:moveTo>
                  <a:pt x="63" y="67"/>
                </a:moveTo>
                <a:lnTo>
                  <a:pt x="59" y="74"/>
                </a:lnTo>
                <a:lnTo>
                  <a:pt x="52" y="70"/>
                </a:lnTo>
                <a:lnTo>
                  <a:pt x="56" y="63"/>
                </a:lnTo>
                <a:lnTo>
                  <a:pt x="63" y="67"/>
                </a:lnTo>
                <a:moveTo>
                  <a:pt x="59" y="74"/>
                </a:moveTo>
                <a:lnTo>
                  <a:pt x="55" y="81"/>
                </a:lnTo>
                <a:lnTo>
                  <a:pt x="48" y="77"/>
                </a:lnTo>
                <a:lnTo>
                  <a:pt x="52" y="70"/>
                </a:lnTo>
                <a:lnTo>
                  <a:pt x="59" y="74"/>
                </a:lnTo>
                <a:moveTo>
                  <a:pt x="55" y="81"/>
                </a:moveTo>
                <a:lnTo>
                  <a:pt x="50" y="89"/>
                </a:lnTo>
                <a:lnTo>
                  <a:pt x="44" y="79"/>
                </a:lnTo>
                <a:lnTo>
                  <a:pt x="51" y="75"/>
                </a:lnTo>
                <a:lnTo>
                  <a:pt x="54" y="79"/>
                </a:lnTo>
                <a:lnTo>
                  <a:pt x="50" y="82"/>
                </a:lnTo>
                <a:lnTo>
                  <a:pt x="47" y="80"/>
                </a:lnTo>
                <a:lnTo>
                  <a:pt x="48" y="77"/>
                </a:lnTo>
                <a:lnTo>
                  <a:pt x="55" y="81"/>
                </a:lnTo>
                <a:moveTo>
                  <a:pt x="44" y="79"/>
                </a:moveTo>
                <a:lnTo>
                  <a:pt x="40" y="73"/>
                </a:lnTo>
                <a:lnTo>
                  <a:pt x="47" y="69"/>
                </a:lnTo>
                <a:lnTo>
                  <a:pt x="51" y="75"/>
                </a:lnTo>
                <a:lnTo>
                  <a:pt x="44" y="79"/>
                </a:lnTo>
                <a:moveTo>
                  <a:pt x="40" y="73"/>
                </a:moveTo>
                <a:lnTo>
                  <a:pt x="36" y="66"/>
                </a:lnTo>
                <a:lnTo>
                  <a:pt x="42" y="62"/>
                </a:lnTo>
                <a:lnTo>
                  <a:pt x="47" y="69"/>
                </a:lnTo>
                <a:lnTo>
                  <a:pt x="40" y="73"/>
                </a:lnTo>
                <a:moveTo>
                  <a:pt x="36" y="66"/>
                </a:moveTo>
                <a:lnTo>
                  <a:pt x="31" y="60"/>
                </a:lnTo>
                <a:lnTo>
                  <a:pt x="38" y="55"/>
                </a:lnTo>
                <a:lnTo>
                  <a:pt x="42" y="62"/>
                </a:lnTo>
                <a:lnTo>
                  <a:pt x="36" y="66"/>
                </a:lnTo>
                <a:moveTo>
                  <a:pt x="31" y="60"/>
                </a:moveTo>
                <a:lnTo>
                  <a:pt x="26" y="53"/>
                </a:lnTo>
                <a:lnTo>
                  <a:pt x="34" y="49"/>
                </a:lnTo>
                <a:lnTo>
                  <a:pt x="38" y="55"/>
                </a:lnTo>
                <a:lnTo>
                  <a:pt x="31" y="60"/>
                </a:lnTo>
                <a:moveTo>
                  <a:pt x="26" y="53"/>
                </a:moveTo>
                <a:lnTo>
                  <a:pt x="22" y="46"/>
                </a:lnTo>
                <a:lnTo>
                  <a:pt x="28" y="42"/>
                </a:lnTo>
                <a:lnTo>
                  <a:pt x="34" y="49"/>
                </a:lnTo>
                <a:lnTo>
                  <a:pt x="26" y="53"/>
                </a:lnTo>
                <a:moveTo>
                  <a:pt x="22" y="46"/>
                </a:moveTo>
                <a:lnTo>
                  <a:pt x="17" y="40"/>
                </a:lnTo>
                <a:lnTo>
                  <a:pt x="24" y="35"/>
                </a:lnTo>
                <a:lnTo>
                  <a:pt x="28" y="42"/>
                </a:lnTo>
                <a:lnTo>
                  <a:pt x="22" y="46"/>
                </a:lnTo>
                <a:moveTo>
                  <a:pt x="17" y="40"/>
                </a:moveTo>
                <a:lnTo>
                  <a:pt x="13" y="32"/>
                </a:lnTo>
                <a:lnTo>
                  <a:pt x="20" y="28"/>
                </a:lnTo>
                <a:lnTo>
                  <a:pt x="24" y="35"/>
                </a:lnTo>
                <a:lnTo>
                  <a:pt x="17" y="40"/>
                </a:lnTo>
                <a:moveTo>
                  <a:pt x="13" y="32"/>
                </a:moveTo>
                <a:lnTo>
                  <a:pt x="9" y="25"/>
                </a:lnTo>
                <a:lnTo>
                  <a:pt x="15" y="21"/>
                </a:lnTo>
                <a:lnTo>
                  <a:pt x="20" y="28"/>
                </a:lnTo>
                <a:lnTo>
                  <a:pt x="13" y="32"/>
                </a:lnTo>
                <a:moveTo>
                  <a:pt x="9" y="25"/>
                </a:moveTo>
                <a:lnTo>
                  <a:pt x="5" y="19"/>
                </a:lnTo>
                <a:lnTo>
                  <a:pt x="11" y="15"/>
                </a:lnTo>
                <a:lnTo>
                  <a:pt x="15" y="21"/>
                </a:lnTo>
                <a:lnTo>
                  <a:pt x="9" y="25"/>
                </a:lnTo>
                <a:moveTo>
                  <a:pt x="5" y="19"/>
                </a:moveTo>
                <a:lnTo>
                  <a:pt x="0" y="11"/>
                </a:lnTo>
                <a:lnTo>
                  <a:pt x="14" y="10"/>
                </a:lnTo>
                <a:lnTo>
                  <a:pt x="15" y="17"/>
                </a:lnTo>
                <a:lnTo>
                  <a:pt x="7" y="18"/>
                </a:lnTo>
                <a:lnTo>
                  <a:pt x="6" y="14"/>
                </a:lnTo>
                <a:lnTo>
                  <a:pt x="10" y="12"/>
                </a:lnTo>
                <a:lnTo>
                  <a:pt x="11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8320" y="2826360"/>
            <a:ext cx="3311280" cy="62280"/>
          </a:xfrm>
          <a:custGeom>
            <a:avLst/>
            <a:gdLst/>
            <a:ahLst/>
            <a:rect l="0" t="0" r="r" b="b"/>
            <a:pathLst>
              <a:path fill="none" w="9198" h="173">
                <a:moveTo>
                  <a:pt x="0" y="0"/>
                </a:moveTo>
                <a:lnTo>
                  <a:pt x="41" y="10"/>
                </a:lnTo>
                <a:cubicBezTo>
                  <a:pt x="82" y="20"/>
                  <a:pt x="164" y="39"/>
                  <a:pt x="460" y="49"/>
                </a:cubicBezTo>
                <a:cubicBezTo>
                  <a:pt x="757" y="59"/>
                  <a:pt x="1266" y="59"/>
                  <a:pt x="1775" y="59"/>
                </a:cubicBezTo>
                <a:cubicBezTo>
                  <a:pt x="2284" y="59"/>
                  <a:pt x="2794" y="59"/>
                  <a:pt x="3267" y="59"/>
                </a:cubicBezTo>
                <a:cubicBezTo>
                  <a:pt x="3741" y="59"/>
                  <a:pt x="4179" y="59"/>
                  <a:pt x="4617" y="59"/>
                </a:cubicBezTo>
                <a:cubicBezTo>
                  <a:pt x="5055" y="59"/>
                  <a:pt x="5493" y="59"/>
                  <a:pt x="5966" y="59"/>
                </a:cubicBezTo>
                <a:cubicBezTo>
                  <a:pt x="6440" y="59"/>
                  <a:pt x="6949" y="59"/>
                  <a:pt x="7459" y="59"/>
                </a:cubicBezTo>
                <a:cubicBezTo>
                  <a:pt x="7968" y="59"/>
                  <a:pt x="8477" y="59"/>
                  <a:pt x="8767" y="78"/>
                </a:cubicBezTo>
                <a:cubicBezTo>
                  <a:pt x="9057" y="97"/>
                  <a:pt x="9128" y="135"/>
                  <a:pt x="9163" y="154"/>
                </a:cubicBezTo>
                <a:lnTo>
                  <a:pt x="9198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86920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0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866320"/>
            <a:ext cx="37440" cy="30600"/>
          </a:xfrm>
          <a:custGeom>
            <a:avLst/>
            <a:gdLst/>
            <a:ahLst/>
            <a:rect l="0" t="0" r="r" b="b"/>
            <a:pathLst>
              <a:path w="104" h="85">
                <a:moveTo>
                  <a:pt x="52" y="12"/>
                </a:moveTo>
                <a:lnTo>
                  <a:pt x="56" y="18"/>
                </a:lnTo>
                <a:lnTo>
                  <a:pt x="50" y="23"/>
                </a:lnTo>
                <a:lnTo>
                  <a:pt x="45" y="17"/>
                </a:lnTo>
                <a:lnTo>
                  <a:pt x="52" y="12"/>
                </a:lnTo>
                <a:moveTo>
                  <a:pt x="56" y="18"/>
                </a:moveTo>
                <a:lnTo>
                  <a:pt x="62" y="25"/>
                </a:lnTo>
                <a:lnTo>
                  <a:pt x="54" y="29"/>
                </a:lnTo>
                <a:lnTo>
                  <a:pt x="50" y="23"/>
                </a:lnTo>
                <a:lnTo>
                  <a:pt x="56" y="18"/>
                </a:lnTo>
                <a:moveTo>
                  <a:pt x="62" y="25"/>
                </a:moveTo>
                <a:lnTo>
                  <a:pt x="66" y="31"/>
                </a:lnTo>
                <a:lnTo>
                  <a:pt x="60" y="36"/>
                </a:lnTo>
                <a:lnTo>
                  <a:pt x="54" y="29"/>
                </a:lnTo>
                <a:lnTo>
                  <a:pt x="62" y="25"/>
                </a:lnTo>
                <a:moveTo>
                  <a:pt x="66" y="31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1"/>
                </a:lnTo>
                <a:moveTo>
                  <a:pt x="71" y="38"/>
                </a:moveTo>
                <a:lnTo>
                  <a:pt x="76" y="44"/>
                </a:lnTo>
                <a:lnTo>
                  <a:pt x="69" y="50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2"/>
                </a:lnTo>
                <a:lnTo>
                  <a:pt x="74" y="56"/>
                </a:lnTo>
                <a:lnTo>
                  <a:pt x="69" y="50"/>
                </a:lnTo>
                <a:lnTo>
                  <a:pt x="76" y="44"/>
                </a:lnTo>
                <a:moveTo>
                  <a:pt x="80" y="52"/>
                </a:moveTo>
                <a:lnTo>
                  <a:pt x="85" y="58"/>
                </a:lnTo>
                <a:lnTo>
                  <a:pt x="78" y="63"/>
                </a:lnTo>
                <a:lnTo>
                  <a:pt x="74" y="56"/>
                </a:lnTo>
                <a:lnTo>
                  <a:pt x="80" y="52"/>
                </a:lnTo>
                <a:moveTo>
                  <a:pt x="85" y="58"/>
                </a:moveTo>
                <a:lnTo>
                  <a:pt x="89" y="64"/>
                </a:lnTo>
                <a:lnTo>
                  <a:pt x="83" y="69"/>
                </a:lnTo>
                <a:lnTo>
                  <a:pt x="78" y="63"/>
                </a:lnTo>
                <a:lnTo>
                  <a:pt x="85" y="58"/>
                </a:lnTo>
                <a:moveTo>
                  <a:pt x="89" y="64"/>
                </a:moveTo>
                <a:lnTo>
                  <a:pt x="94" y="71"/>
                </a:lnTo>
                <a:lnTo>
                  <a:pt x="87" y="75"/>
                </a:lnTo>
                <a:lnTo>
                  <a:pt x="83" y="69"/>
                </a:lnTo>
                <a:lnTo>
                  <a:pt x="89" y="64"/>
                </a:lnTo>
                <a:moveTo>
                  <a:pt x="94" y="71"/>
                </a:moveTo>
                <a:lnTo>
                  <a:pt x="98" y="77"/>
                </a:lnTo>
                <a:lnTo>
                  <a:pt x="92" y="82"/>
                </a:lnTo>
                <a:lnTo>
                  <a:pt x="87" y="75"/>
                </a:lnTo>
                <a:lnTo>
                  <a:pt x="94" y="71"/>
                </a:lnTo>
                <a:moveTo>
                  <a:pt x="98" y="77"/>
                </a:moveTo>
                <a:lnTo>
                  <a:pt x="104" y="85"/>
                </a:lnTo>
                <a:lnTo>
                  <a:pt x="89" y="85"/>
                </a:lnTo>
                <a:lnTo>
                  <a:pt x="90" y="77"/>
                </a:lnTo>
                <a:lnTo>
                  <a:pt x="96" y="77"/>
                </a:lnTo>
                <a:lnTo>
                  <a:pt x="96" y="81"/>
                </a:lnTo>
                <a:lnTo>
                  <a:pt x="93" y="83"/>
                </a:lnTo>
                <a:lnTo>
                  <a:pt x="92" y="82"/>
                </a:lnTo>
                <a:lnTo>
                  <a:pt x="98" y="77"/>
                </a:lnTo>
                <a:moveTo>
                  <a:pt x="89" y="85"/>
                </a:moveTo>
                <a:lnTo>
                  <a:pt x="82" y="84"/>
                </a:lnTo>
                <a:lnTo>
                  <a:pt x="82" y="76"/>
                </a:lnTo>
                <a:lnTo>
                  <a:pt x="90" y="77"/>
                </a:lnTo>
                <a:lnTo>
                  <a:pt x="89" y="85"/>
                </a:lnTo>
                <a:moveTo>
                  <a:pt x="82" y="84"/>
                </a:moveTo>
                <a:lnTo>
                  <a:pt x="74" y="84"/>
                </a:lnTo>
                <a:lnTo>
                  <a:pt x="74" y="76"/>
                </a:lnTo>
                <a:lnTo>
                  <a:pt x="82" y="76"/>
                </a:lnTo>
                <a:lnTo>
                  <a:pt x="82" y="84"/>
                </a:lnTo>
                <a:moveTo>
                  <a:pt x="74" y="84"/>
                </a:moveTo>
                <a:lnTo>
                  <a:pt x="66" y="84"/>
                </a:lnTo>
                <a:lnTo>
                  <a:pt x="66" y="76"/>
                </a:lnTo>
                <a:lnTo>
                  <a:pt x="74" y="76"/>
                </a:lnTo>
                <a:lnTo>
                  <a:pt x="74" y="84"/>
                </a:lnTo>
                <a:moveTo>
                  <a:pt x="66" y="84"/>
                </a:moveTo>
                <a:lnTo>
                  <a:pt x="57" y="84"/>
                </a:lnTo>
                <a:lnTo>
                  <a:pt x="57" y="76"/>
                </a:lnTo>
                <a:lnTo>
                  <a:pt x="66" y="76"/>
                </a:lnTo>
                <a:lnTo>
                  <a:pt x="66" y="84"/>
                </a:lnTo>
                <a:moveTo>
                  <a:pt x="57" y="84"/>
                </a:moveTo>
                <a:lnTo>
                  <a:pt x="49" y="83"/>
                </a:lnTo>
                <a:lnTo>
                  <a:pt x="49" y="76"/>
                </a:lnTo>
                <a:lnTo>
                  <a:pt x="57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6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6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7" y="83"/>
                </a:lnTo>
                <a:lnTo>
                  <a:pt x="18" y="75"/>
                </a:lnTo>
                <a:lnTo>
                  <a:pt x="26" y="75"/>
                </a:lnTo>
                <a:lnTo>
                  <a:pt x="25" y="83"/>
                </a:lnTo>
                <a:moveTo>
                  <a:pt x="17" y="83"/>
                </a:moveTo>
                <a:lnTo>
                  <a:pt x="10" y="82"/>
                </a:lnTo>
                <a:lnTo>
                  <a:pt x="10" y="75"/>
                </a:lnTo>
                <a:lnTo>
                  <a:pt x="18" y="75"/>
                </a:lnTo>
                <a:lnTo>
                  <a:pt x="17" y="83"/>
                </a:lnTo>
                <a:moveTo>
                  <a:pt x="10" y="82"/>
                </a:moveTo>
                <a:lnTo>
                  <a:pt x="0" y="82"/>
                </a:lnTo>
                <a:lnTo>
                  <a:pt x="6" y="72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5"/>
                </a:lnTo>
                <a:lnTo>
                  <a:pt x="10" y="82"/>
                </a:lnTo>
                <a:moveTo>
                  <a:pt x="6" y="72"/>
                </a:moveTo>
                <a:lnTo>
                  <a:pt x="9" y="65"/>
                </a:lnTo>
                <a:lnTo>
                  <a:pt x="16" y="69"/>
                </a:lnTo>
                <a:lnTo>
                  <a:pt x="13" y="76"/>
                </a:lnTo>
                <a:lnTo>
                  <a:pt x="6" y="72"/>
                </a:lnTo>
                <a:moveTo>
                  <a:pt x="9" y="65"/>
                </a:moveTo>
                <a:lnTo>
                  <a:pt x="13" y="58"/>
                </a:lnTo>
                <a:lnTo>
                  <a:pt x="20" y="62"/>
                </a:lnTo>
                <a:lnTo>
                  <a:pt x="16" y="69"/>
                </a:lnTo>
                <a:lnTo>
                  <a:pt x="9" y="65"/>
                </a:lnTo>
                <a:moveTo>
                  <a:pt x="13" y="58"/>
                </a:moveTo>
                <a:lnTo>
                  <a:pt x="17" y="51"/>
                </a:lnTo>
                <a:lnTo>
                  <a:pt x="24" y="55"/>
                </a:lnTo>
                <a:lnTo>
                  <a:pt x="20" y="62"/>
                </a:lnTo>
                <a:lnTo>
                  <a:pt x="13" y="58"/>
                </a:lnTo>
                <a:moveTo>
                  <a:pt x="17" y="51"/>
                </a:moveTo>
                <a:lnTo>
                  <a:pt x="21" y="43"/>
                </a:lnTo>
                <a:lnTo>
                  <a:pt x="28" y="47"/>
                </a:lnTo>
                <a:lnTo>
                  <a:pt x="24" y="55"/>
                </a:lnTo>
                <a:lnTo>
                  <a:pt x="17" y="51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6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9"/>
                </a:lnTo>
                <a:lnTo>
                  <a:pt x="39" y="26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2"/>
                </a:lnTo>
                <a:lnTo>
                  <a:pt x="42" y="19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2"/>
                </a:lnTo>
                <a:lnTo>
                  <a:pt x="45" y="17"/>
                </a:lnTo>
                <a:lnTo>
                  <a:pt x="41" y="10"/>
                </a:lnTo>
                <a:lnTo>
                  <a:pt x="44" y="8"/>
                </a:lnTo>
                <a:lnTo>
                  <a:pt x="47" y="10"/>
                </a:lnTo>
                <a:lnTo>
                  <a:pt x="46" y="12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480" y="1744200"/>
            <a:ext cx="1292400" cy="234000"/>
          </a:xfrm>
          <a:custGeom>
            <a:avLst/>
            <a:gdLst/>
            <a:ahLst/>
            <a:rect l="0" t="0" r="r" b="b"/>
            <a:pathLst>
              <a:path fill="none" w="3590" h="650">
                <a:moveTo>
                  <a:pt x="0" y="0"/>
                </a:moveTo>
                <a:lnTo>
                  <a:pt x="41" y="7"/>
                </a:lnTo>
                <a:cubicBezTo>
                  <a:pt x="82" y="14"/>
                  <a:pt x="164" y="29"/>
                  <a:pt x="424" y="36"/>
                </a:cubicBezTo>
                <a:cubicBezTo>
                  <a:pt x="684" y="42"/>
                  <a:pt x="1122" y="42"/>
                  <a:pt x="1560" y="42"/>
                </a:cubicBezTo>
                <a:cubicBezTo>
                  <a:pt x="1998" y="42"/>
                  <a:pt x="2437" y="42"/>
                  <a:pt x="2775" y="144"/>
                </a:cubicBezTo>
                <a:cubicBezTo>
                  <a:pt x="3113" y="245"/>
                  <a:pt x="3351" y="448"/>
                  <a:pt x="3471" y="549"/>
                </a:cubicBezTo>
                <a:lnTo>
                  <a:pt x="3590" y="65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780360" y="195804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51" y="0"/>
                </a:moveTo>
                <a:lnTo>
                  <a:pt x="87" y="82"/>
                </a:lnTo>
                <a:lnTo>
                  <a:pt x="0" y="61"/>
                </a:lnTo>
                <a:lnTo>
                  <a:pt x="5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777840" y="1955160"/>
            <a:ext cx="36360" cy="34200"/>
          </a:xfrm>
          <a:custGeom>
            <a:avLst/>
            <a:gdLst/>
            <a:ahLst/>
            <a:rect l="0" t="0" r="r" b="b"/>
            <a:pathLst>
              <a:path w="101" h="95">
                <a:moveTo>
                  <a:pt x="66" y="13"/>
                </a:moveTo>
                <a:lnTo>
                  <a:pt x="69" y="21"/>
                </a:lnTo>
                <a:lnTo>
                  <a:pt x="62" y="24"/>
                </a:lnTo>
                <a:lnTo>
                  <a:pt x="59" y="16"/>
                </a:lnTo>
                <a:lnTo>
                  <a:pt x="66" y="13"/>
                </a:lnTo>
                <a:moveTo>
                  <a:pt x="69" y="21"/>
                </a:moveTo>
                <a:lnTo>
                  <a:pt x="72" y="28"/>
                </a:lnTo>
                <a:lnTo>
                  <a:pt x="65" y="31"/>
                </a:lnTo>
                <a:lnTo>
                  <a:pt x="62" y="24"/>
                </a:lnTo>
                <a:lnTo>
                  <a:pt x="69" y="21"/>
                </a:lnTo>
                <a:moveTo>
                  <a:pt x="72" y="28"/>
                </a:moveTo>
                <a:lnTo>
                  <a:pt x="75" y="35"/>
                </a:lnTo>
                <a:lnTo>
                  <a:pt x="68" y="38"/>
                </a:lnTo>
                <a:lnTo>
                  <a:pt x="65" y="31"/>
                </a:lnTo>
                <a:lnTo>
                  <a:pt x="72" y="28"/>
                </a:lnTo>
                <a:moveTo>
                  <a:pt x="75" y="35"/>
                </a:moveTo>
                <a:lnTo>
                  <a:pt x="78" y="42"/>
                </a:lnTo>
                <a:lnTo>
                  <a:pt x="71" y="45"/>
                </a:lnTo>
                <a:lnTo>
                  <a:pt x="68" y="38"/>
                </a:lnTo>
                <a:lnTo>
                  <a:pt x="75" y="35"/>
                </a:lnTo>
                <a:moveTo>
                  <a:pt x="78" y="42"/>
                </a:moveTo>
                <a:lnTo>
                  <a:pt x="81" y="50"/>
                </a:lnTo>
                <a:lnTo>
                  <a:pt x="74" y="53"/>
                </a:lnTo>
                <a:lnTo>
                  <a:pt x="71" y="45"/>
                </a:lnTo>
                <a:lnTo>
                  <a:pt x="78" y="42"/>
                </a:lnTo>
                <a:moveTo>
                  <a:pt x="81" y="50"/>
                </a:moveTo>
                <a:lnTo>
                  <a:pt x="85" y="57"/>
                </a:lnTo>
                <a:lnTo>
                  <a:pt x="77" y="60"/>
                </a:lnTo>
                <a:lnTo>
                  <a:pt x="74" y="53"/>
                </a:lnTo>
                <a:lnTo>
                  <a:pt x="81" y="50"/>
                </a:lnTo>
                <a:moveTo>
                  <a:pt x="85" y="57"/>
                </a:moveTo>
                <a:lnTo>
                  <a:pt x="88" y="64"/>
                </a:lnTo>
                <a:lnTo>
                  <a:pt x="80" y="67"/>
                </a:lnTo>
                <a:lnTo>
                  <a:pt x="77" y="60"/>
                </a:lnTo>
                <a:lnTo>
                  <a:pt x="85" y="57"/>
                </a:lnTo>
                <a:moveTo>
                  <a:pt x="88" y="64"/>
                </a:moveTo>
                <a:lnTo>
                  <a:pt x="91" y="72"/>
                </a:lnTo>
                <a:lnTo>
                  <a:pt x="83" y="75"/>
                </a:lnTo>
                <a:lnTo>
                  <a:pt x="80" y="67"/>
                </a:lnTo>
                <a:lnTo>
                  <a:pt x="88" y="64"/>
                </a:lnTo>
                <a:moveTo>
                  <a:pt x="91" y="72"/>
                </a:moveTo>
                <a:lnTo>
                  <a:pt x="94" y="80"/>
                </a:lnTo>
                <a:lnTo>
                  <a:pt x="87" y="83"/>
                </a:lnTo>
                <a:lnTo>
                  <a:pt x="83" y="75"/>
                </a:lnTo>
                <a:lnTo>
                  <a:pt x="91" y="72"/>
                </a:lnTo>
                <a:moveTo>
                  <a:pt x="94" y="80"/>
                </a:moveTo>
                <a:lnTo>
                  <a:pt x="97" y="87"/>
                </a:lnTo>
                <a:lnTo>
                  <a:pt x="90" y="90"/>
                </a:lnTo>
                <a:lnTo>
                  <a:pt x="87" y="83"/>
                </a:lnTo>
                <a:lnTo>
                  <a:pt x="94" y="80"/>
                </a:lnTo>
                <a:moveTo>
                  <a:pt x="97" y="87"/>
                </a:moveTo>
                <a:lnTo>
                  <a:pt x="101" y="95"/>
                </a:lnTo>
                <a:lnTo>
                  <a:pt x="87" y="92"/>
                </a:lnTo>
                <a:lnTo>
                  <a:pt x="88" y="84"/>
                </a:lnTo>
                <a:lnTo>
                  <a:pt x="95" y="86"/>
                </a:lnTo>
                <a:lnTo>
                  <a:pt x="94" y="90"/>
                </a:lnTo>
                <a:lnTo>
                  <a:pt x="90" y="91"/>
                </a:lnTo>
                <a:lnTo>
                  <a:pt x="90" y="90"/>
                </a:lnTo>
                <a:lnTo>
                  <a:pt x="97" y="87"/>
                </a:lnTo>
                <a:moveTo>
                  <a:pt x="87" y="92"/>
                </a:moveTo>
                <a:lnTo>
                  <a:pt x="79" y="90"/>
                </a:lnTo>
                <a:lnTo>
                  <a:pt x="81" y="83"/>
                </a:lnTo>
                <a:lnTo>
                  <a:pt x="88" y="84"/>
                </a:lnTo>
                <a:lnTo>
                  <a:pt x="87" y="92"/>
                </a:lnTo>
                <a:moveTo>
                  <a:pt x="79" y="90"/>
                </a:moveTo>
                <a:lnTo>
                  <a:pt x="71" y="88"/>
                </a:lnTo>
                <a:lnTo>
                  <a:pt x="73" y="81"/>
                </a:lnTo>
                <a:lnTo>
                  <a:pt x="81" y="83"/>
                </a:lnTo>
                <a:lnTo>
                  <a:pt x="79" y="90"/>
                </a:lnTo>
                <a:moveTo>
                  <a:pt x="71" y="88"/>
                </a:moveTo>
                <a:lnTo>
                  <a:pt x="64" y="86"/>
                </a:lnTo>
                <a:lnTo>
                  <a:pt x="66" y="79"/>
                </a:lnTo>
                <a:lnTo>
                  <a:pt x="73" y="81"/>
                </a:lnTo>
                <a:lnTo>
                  <a:pt x="71" y="88"/>
                </a:lnTo>
                <a:moveTo>
                  <a:pt x="64" y="86"/>
                </a:moveTo>
                <a:lnTo>
                  <a:pt x="56" y="85"/>
                </a:lnTo>
                <a:lnTo>
                  <a:pt x="58" y="77"/>
                </a:lnTo>
                <a:lnTo>
                  <a:pt x="66" y="79"/>
                </a:lnTo>
                <a:lnTo>
                  <a:pt x="64" y="86"/>
                </a:lnTo>
                <a:moveTo>
                  <a:pt x="56" y="85"/>
                </a:moveTo>
                <a:lnTo>
                  <a:pt x="47" y="83"/>
                </a:lnTo>
                <a:lnTo>
                  <a:pt x="49" y="75"/>
                </a:lnTo>
                <a:lnTo>
                  <a:pt x="58" y="77"/>
                </a:lnTo>
                <a:lnTo>
                  <a:pt x="56" y="85"/>
                </a:lnTo>
                <a:moveTo>
                  <a:pt x="47" y="83"/>
                </a:moveTo>
                <a:lnTo>
                  <a:pt x="40" y="81"/>
                </a:lnTo>
                <a:lnTo>
                  <a:pt x="42" y="73"/>
                </a:lnTo>
                <a:lnTo>
                  <a:pt x="49" y="75"/>
                </a:lnTo>
                <a:lnTo>
                  <a:pt x="47" y="83"/>
                </a:lnTo>
                <a:moveTo>
                  <a:pt x="40" y="81"/>
                </a:moveTo>
                <a:lnTo>
                  <a:pt x="32" y="79"/>
                </a:lnTo>
                <a:lnTo>
                  <a:pt x="34" y="71"/>
                </a:lnTo>
                <a:lnTo>
                  <a:pt x="42" y="73"/>
                </a:lnTo>
                <a:lnTo>
                  <a:pt x="40" y="81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5"/>
                </a:lnTo>
                <a:lnTo>
                  <a:pt x="19" y="66"/>
                </a:lnTo>
                <a:lnTo>
                  <a:pt x="26" y="69"/>
                </a:lnTo>
                <a:lnTo>
                  <a:pt x="24" y="77"/>
                </a:lnTo>
                <a:moveTo>
                  <a:pt x="17" y="75"/>
                </a:moveTo>
                <a:lnTo>
                  <a:pt x="9" y="73"/>
                </a:lnTo>
                <a:lnTo>
                  <a:pt x="11" y="65"/>
                </a:lnTo>
                <a:lnTo>
                  <a:pt x="19" y="66"/>
                </a:lnTo>
                <a:lnTo>
                  <a:pt x="17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1"/>
                </a:lnTo>
                <a:lnTo>
                  <a:pt x="13" y="66"/>
                </a:lnTo>
                <a:lnTo>
                  <a:pt x="10" y="71"/>
                </a:lnTo>
                <a:lnTo>
                  <a:pt x="7" y="69"/>
                </a:lnTo>
                <a:lnTo>
                  <a:pt x="8" y="64"/>
                </a:lnTo>
                <a:lnTo>
                  <a:pt x="11" y="65"/>
                </a:lnTo>
                <a:lnTo>
                  <a:pt x="9" y="73"/>
                </a:lnTo>
                <a:moveTo>
                  <a:pt x="7" y="61"/>
                </a:moveTo>
                <a:lnTo>
                  <a:pt x="13" y="55"/>
                </a:lnTo>
                <a:lnTo>
                  <a:pt x="19" y="60"/>
                </a:lnTo>
                <a:lnTo>
                  <a:pt x="13" y="66"/>
                </a:lnTo>
                <a:lnTo>
                  <a:pt x="7" y="61"/>
                </a:lnTo>
                <a:moveTo>
                  <a:pt x="13" y="55"/>
                </a:moveTo>
                <a:lnTo>
                  <a:pt x="18" y="49"/>
                </a:lnTo>
                <a:lnTo>
                  <a:pt x="24" y="54"/>
                </a:lnTo>
                <a:lnTo>
                  <a:pt x="19" y="60"/>
                </a:lnTo>
                <a:lnTo>
                  <a:pt x="13" y="55"/>
                </a:lnTo>
                <a:moveTo>
                  <a:pt x="18" y="49"/>
                </a:moveTo>
                <a:lnTo>
                  <a:pt x="23" y="43"/>
                </a:lnTo>
                <a:lnTo>
                  <a:pt x="29" y="48"/>
                </a:lnTo>
                <a:lnTo>
                  <a:pt x="24" y="54"/>
                </a:lnTo>
                <a:lnTo>
                  <a:pt x="18" y="49"/>
                </a:lnTo>
                <a:moveTo>
                  <a:pt x="23" y="43"/>
                </a:moveTo>
                <a:lnTo>
                  <a:pt x="28" y="37"/>
                </a:lnTo>
                <a:lnTo>
                  <a:pt x="34" y="42"/>
                </a:lnTo>
                <a:lnTo>
                  <a:pt x="29" y="48"/>
                </a:lnTo>
                <a:lnTo>
                  <a:pt x="23" y="43"/>
                </a:lnTo>
                <a:moveTo>
                  <a:pt x="28" y="37"/>
                </a:moveTo>
                <a:lnTo>
                  <a:pt x="33" y="31"/>
                </a:lnTo>
                <a:lnTo>
                  <a:pt x="39" y="36"/>
                </a:lnTo>
                <a:lnTo>
                  <a:pt x="34" y="42"/>
                </a:lnTo>
                <a:lnTo>
                  <a:pt x="28" y="37"/>
                </a:lnTo>
                <a:moveTo>
                  <a:pt x="33" y="31"/>
                </a:moveTo>
                <a:lnTo>
                  <a:pt x="38" y="25"/>
                </a:lnTo>
                <a:lnTo>
                  <a:pt x="44" y="30"/>
                </a:lnTo>
                <a:lnTo>
                  <a:pt x="39" y="36"/>
                </a:lnTo>
                <a:lnTo>
                  <a:pt x="33" y="31"/>
                </a:lnTo>
                <a:moveTo>
                  <a:pt x="38" y="25"/>
                </a:moveTo>
                <a:lnTo>
                  <a:pt x="43" y="19"/>
                </a:lnTo>
                <a:lnTo>
                  <a:pt x="49" y="24"/>
                </a:lnTo>
                <a:lnTo>
                  <a:pt x="44" y="30"/>
                </a:lnTo>
                <a:lnTo>
                  <a:pt x="38" y="25"/>
                </a:lnTo>
                <a:moveTo>
                  <a:pt x="43" y="19"/>
                </a:moveTo>
                <a:lnTo>
                  <a:pt x="48" y="13"/>
                </a:lnTo>
                <a:lnTo>
                  <a:pt x="55" y="18"/>
                </a:lnTo>
                <a:lnTo>
                  <a:pt x="49" y="24"/>
                </a:lnTo>
                <a:lnTo>
                  <a:pt x="43" y="19"/>
                </a:lnTo>
                <a:moveTo>
                  <a:pt x="48" y="13"/>
                </a:moveTo>
                <a:lnTo>
                  <a:pt x="54" y="7"/>
                </a:lnTo>
                <a:lnTo>
                  <a:pt x="60" y="12"/>
                </a:lnTo>
                <a:lnTo>
                  <a:pt x="55" y="18"/>
                </a:lnTo>
                <a:lnTo>
                  <a:pt x="48" y="13"/>
                </a:lnTo>
                <a:moveTo>
                  <a:pt x="54" y="7"/>
                </a:moveTo>
                <a:lnTo>
                  <a:pt x="60" y="0"/>
                </a:lnTo>
                <a:lnTo>
                  <a:pt x="66" y="13"/>
                </a:lnTo>
                <a:lnTo>
                  <a:pt x="59" y="16"/>
                </a:lnTo>
                <a:lnTo>
                  <a:pt x="56" y="9"/>
                </a:lnTo>
                <a:lnTo>
                  <a:pt x="59" y="8"/>
                </a:lnTo>
                <a:lnTo>
                  <a:pt x="62" y="10"/>
                </a:lnTo>
                <a:lnTo>
                  <a:pt x="60" y="12"/>
                </a:lnTo>
                <a:lnTo>
                  <a:pt x="54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480" y="1861200"/>
            <a:ext cx="164160" cy="59760"/>
          </a:xfrm>
          <a:custGeom>
            <a:avLst/>
            <a:gdLst/>
            <a:ahLst/>
            <a:rect l="0" t="0" r="r" b="b"/>
            <a:pathLst>
              <a:path fill="none" w="456" h="166">
                <a:moveTo>
                  <a:pt x="0" y="0"/>
                </a:moveTo>
                <a:lnTo>
                  <a:pt x="41" y="17"/>
                </a:lnTo>
                <a:cubicBezTo>
                  <a:pt x="82" y="35"/>
                  <a:pt x="165" y="70"/>
                  <a:pt x="241" y="97"/>
                </a:cubicBezTo>
                <a:cubicBezTo>
                  <a:pt x="317" y="125"/>
                  <a:pt x="386" y="145"/>
                  <a:pt x="421" y="156"/>
                </a:cubicBezTo>
                <a:lnTo>
                  <a:pt x="456" y="166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654640" y="190296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2" y="0"/>
                </a:moveTo>
                <a:lnTo>
                  <a:pt x="88" y="61"/>
                </a:lnTo>
                <a:lnTo>
                  <a:pt x="0" y="76"/>
                </a:lnTo>
                <a:lnTo>
                  <a:pt x="2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652480" y="190044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6" y="9"/>
                </a:moveTo>
                <a:lnTo>
                  <a:pt x="42" y="15"/>
                </a:lnTo>
                <a:lnTo>
                  <a:pt x="37" y="20"/>
                </a:lnTo>
                <a:lnTo>
                  <a:pt x="31" y="15"/>
                </a:lnTo>
                <a:lnTo>
                  <a:pt x="36" y="9"/>
                </a:lnTo>
                <a:moveTo>
                  <a:pt x="42" y="15"/>
                </a:moveTo>
                <a:lnTo>
                  <a:pt x="48" y="20"/>
                </a:lnTo>
                <a:lnTo>
                  <a:pt x="43" y="26"/>
                </a:lnTo>
                <a:lnTo>
                  <a:pt x="37" y="20"/>
                </a:lnTo>
                <a:lnTo>
                  <a:pt x="42" y="15"/>
                </a:lnTo>
                <a:moveTo>
                  <a:pt x="48" y="20"/>
                </a:moveTo>
                <a:lnTo>
                  <a:pt x="54" y="25"/>
                </a:lnTo>
                <a:lnTo>
                  <a:pt x="48" y="31"/>
                </a:lnTo>
                <a:lnTo>
                  <a:pt x="43" y="26"/>
                </a:lnTo>
                <a:lnTo>
                  <a:pt x="48" y="20"/>
                </a:lnTo>
                <a:moveTo>
                  <a:pt x="54" y="25"/>
                </a:moveTo>
                <a:lnTo>
                  <a:pt x="60" y="31"/>
                </a:lnTo>
                <a:lnTo>
                  <a:pt x="54" y="37"/>
                </a:lnTo>
                <a:lnTo>
                  <a:pt x="48" y="31"/>
                </a:lnTo>
                <a:lnTo>
                  <a:pt x="54" y="25"/>
                </a:lnTo>
                <a:moveTo>
                  <a:pt x="60" y="31"/>
                </a:moveTo>
                <a:lnTo>
                  <a:pt x="65" y="36"/>
                </a:lnTo>
                <a:lnTo>
                  <a:pt x="60" y="42"/>
                </a:lnTo>
                <a:lnTo>
                  <a:pt x="54" y="37"/>
                </a:lnTo>
                <a:lnTo>
                  <a:pt x="60" y="31"/>
                </a:lnTo>
                <a:moveTo>
                  <a:pt x="65" y="36"/>
                </a:moveTo>
                <a:lnTo>
                  <a:pt x="71" y="42"/>
                </a:lnTo>
                <a:lnTo>
                  <a:pt x="66" y="47"/>
                </a:lnTo>
                <a:lnTo>
                  <a:pt x="60" y="42"/>
                </a:lnTo>
                <a:lnTo>
                  <a:pt x="65" y="36"/>
                </a:lnTo>
                <a:moveTo>
                  <a:pt x="71" y="42"/>
                </a:moveTo>
                <a:lnTo>
                  <a:pt x="77" y="47"/>
                </a:lnTo>
                <a:lnTo>
                  <a:pt x="71" y="53"/>
                </a:lnTo>
                <a:lnTo>
                  <a:pt x="66" y="47"/>
                </a:lnTo>
                <a:lnTo>
                  <a:pt x="71" y="42"/>
                </a:lnTo>
                <a:moveTo>
                  <a:pt x="77" y="47"/>
                </a:moveTo>
                <a:lnTo>
                  <a:pt x="84" y="52"/>
                </a:lnTo>
                <a:lnTo>
                  <a:pt x="77" y="58"/>
                </a:lnTo>
                <a:lnTo>
                  <a:pt x="71" y="53"/>
                </a:lnTo>
                <a:lnTo>
                  <a:pt x="77" y="47"/>
                </a:lnTo>
                <a:moveTo>
                  <a:pt x="84" y="52"/>
                </a:moveTo>
                <a:lnTo>
                  <a:pt x="89" y="58"/>
                </a:lnTo>
                <a:lnTo>
                  <a:pt x="84" y="63"/>
                </a:lnTo>
                <a:lnTo>
                  <a:pt x="77" y="58"/>
                </a:lnTo>
                <a:lnTo>
                  <a:pt x="84" y="52"/>
                </a:lnTo>
                <a:moveTo>
                  <a:pt x="89" y="58"/>
                </a:moveTo>
                <a:lnTo>
                  <a:pt x="95" y="63"/>
                </a:lnTo>
                <a:lnTo>
                  <a:pt x="90" y="69"/>
                </a:lnTo>
                <a:lnTo>
                  <a:pt x="84" y="63"/>
                </a:lnTo>
                <a:lnTo>
                  <a:pt x="89" y="58"/>
                </a:lnTo>
                <a:moveTo>
                  <a:pt x="95" y="63"/>
                </a:moveTo>
                <a:lnTo>
                  <a:pt x="102" y="69"/>
                </a:lnTo>
                <a:lnTo>
                  <a:pt x="88" y="73"/>
                </a:lnTo>
                <a:lnTo>
                  <a:pt x="86" y="64"/>
                </a:lnTo>
                <a:lnTo>
                  <a:pt x="93" y="63"/>
                </a:lnTo>
                <a:lnTo>
                  <a:pt x="94" y="67"/>
                </a:lnTo>
                <a:lnTo>
                  <a:pt x="91" y="70"/>
                </a:lnTo>
                <a:lnTo>
                  <a:pt x="90" y="69"/>
                </a:lnTo>
                <a:lnTo>
                  <a:pt x="95" y="63"/>
                </a:lnTo>
                <a:moveTo>
                  <a:pt x="88" y="73"/>
                </a:moveTo>
                <a:lnTo>
                  <a:pt x="79" y="74"/>
                </a:lnTo>
                <a:lnTo>
                  <a:pt x="78" y="66"/>
                </a:lnTo>
                <a:lnTo>
                  <a:pt x="86" y="64"/>
                </a:lnTo>
                <a:lnTo>
                  <a:pt x="88" y="73"/>
                </a:lnTo>
                <a:moveTo>
                  <a:pt x="79" y="74"/>
                </a:moveTo>
                <a:lnTo>
                  <a:pt x="71" y="76"/>
                </a:lnTo>
                <a:lnTo>
                  <a:pt x="70" y="67"/>
                </a:lnTo>
                <a:lnTo>
                  <a:pt x="78" y="66"/>
                </a:lnTo>
                <a:lnTo>
                  <a:pt x="79" y="74"/>
                </a:lnTo>
                <a:moveTo>
                  <a:pt x="71" y="76"/>
                </a:moveTo>
                <a:lnTo>
                  <a:pt x="64" y="77"/>
                </a:lnTo>
                <a:lnTo>
                  <a:pt x="62" y="68"/>
                </a:lnTo>
                <a:lnTo>
                  <a:pt x="70" y="67"/>
                </a:lnTo>
                <a:lnTo>
                  <a:pt x="71" y="76"/>
                </a:lnTo>
                <a:moveTo>
                  <a:pt x="64" y="77"/>
                </a:moveTo>
                <a:lnTo>
                  <a:pt x="56" y="78"/>
                </a:lnTo>
                <a:lnTo>
                  <a:pt x="54" y="70"/>
                </a:lnTo>
                <a:lnTo>
                  <a:pt x="62" y="68"/>
                </a:lnTo>
                <a:lnTo>
                  <a:pt x="64" y="77"/>
                </a:lnTo>
                <a:moveTo>
                  <a:pt x="56" y="78"/>
                </a:moveTo>
                <a:lnTo>
                  <a:pt x="48" y="80"/>
                </a:lnTo>
                <a:lnTo>
                  <a:pt x="47" y="71"/>
                </a:lnTo>
                <a:lnTo>
                  <a:pt x="54" y="70"/>
                </a:lnTo>
                <a:lnTo>
                  <a:pt x="56" y="78"/>
                </a:lnTo>
                <a:moveTo>
                  <a:pt x="48" y="80"/>
                </a:moveTo>
                <a:lnTo>
                  <a:pt x="40" y="81"/>
                </a:lnTo>
                <a:lnTo>
                  <a:pt x="39" y="74"/>
                </a:lnTo>
                <a:lnTo>
                  <a:pt x="47" y="71"/>
                </a:lnTo>
                <a:lnTo>
                  <a:pt x="48" y="80"/>
                </a:lnTo>
                <a:moveTo>
                  <a:pt x="40" y="81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1"/>
                </a:lnTo>
                <a:moveTo>
                  <a:pt x="33" y="83"/>
                </a:moveTo>
                <a:lnTo>
                  <a:pt x="25" y="84"/>
                </a:lnTo>
                <a:lnTo>
                  <a:pt x="23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3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7"/>
                </a:moveTo>
                <a:lnTo>
                  <a:pt x="0" y="88"/>
                </a:lnTo>
                <a:lnTo>
                  <a:pt x="3" y="78"/>
                </a:lnTo>
                <a:lnTo>
                  <a:pt x="11" y="80"/>
                </a:lnTo>
                <a:lnTo>
                  <a:pt x="10" y="85"/>
                </a:lnTo>
                <a:lnTo>
                  <a:pt x="6" y="83"/>
                </a:lnTo>
                <a:lnTo>
                  <a:pt x="5" y="80"/>
                </a:lnTo>
                <a:lnTo>
                  <a:pt x="8" y="79"/>
                </a:lnTo>
                <a:lnTo>
                  <a:pt x="9" y="87"/>
                </a:lnTo>
                <a:moveTo>
                  <a:pt x="3" y="78"/>
                </a:moveTo>
                <a:lnTo>
                  <a:pt x="6" y="69"/>
                </a:lnTo>
                <a:lnTo>
                  <a:pt x="13" y="71"/>
                </a:lnTo>
                <a:lnTo>
                  <a:pt x="11" y="80"/>
                </a:lnTo>
                <a:lnTo>
                  <a:pt x="3" y="78"/>
                </a:lnTo>
                <a:moveTo>
                  <a:pt x="6" y="69"/>
                </a:moveTo>
                <a:lnTo>
                  <a:pt x="8" y="61"/>
                </a:lnTo>
                <a:lnTo>
                  <a:pt x="15" y="64"/>
                </a:lnTo>
                <a:lnTo>
                  <a:pt x="13" y="71"/>
                </a:lnTo>
                <a:lnTo>
                  <a:pt x="6" y="69"/>
                </a:lnTo>
                <a:moveTo>
                  <a:pt x="8" y="61"/>
                </a:moveTo>
                <a:lnTo>
                  <a:pt x="10" y="54"/>
                </a:lnTo>
                <a:lnTo>
                  <a:pt x="18" y="56"/>
                </a:lnTo>
                <a:lnTo>
                  <a:pt x="15" y="64"/>
                </a:lnTo>
                <a:lnTo>
                  <a:pt x="8" y="61"/>
                </a:lnTo>
                <a:moveTo>
                  <a:pt x="10" y="54"/>
                </a:moveTo>
                <a:lnTo>
                  <a:pt x="12" y="46"/>
                </a:lnTo>
                <a:lnTo>
                  <a:pt x="20" y="48"/>
                </a:lnTo>
                <a:lnTo>
                  <a:pt x="18" y="56"/>
                </a:lnTo>
                <a:lnTo>
                  <a:pt x="10" y="54"/>
                </a:lnTo>
                <a:moveTo>
                  <a:pt x="12" y="46"/>
                </a:moveTo>
                <a:lnTo>
                  <a:pt x="15" y="39"/>
                </a:lnTo>
                <a:lnTo>
                  <a:pt x="22" y="41"/>
                </a:lnTo>
                <a:lnTo>
                  <a:pt x="20" y="48"/>
                </a:lnTo>
                <a:lnTo>
                  <a:pt x="12" y="46"/>
                </a:lnTo>
                <a:moveTo>
                  <a:pt x="15" y="39"/>
                </a:moveTo>
                <a:lnTo>
                  <a:pt x="17" y="31"/>
                </a:lnTo>
                <a:lnTo>
                  <a:pt x="24" y="33"/>
                </a:lnTo>
                <a:lnTo>
                  <a:pt x="22" y="41"/>
                </a:lnTo>
                <a:lnTo>
                  <a:pt x="15" y="39"/>
                </a:lnTo>
                <a:moveTo>
                  <a:pt x="17" y="31"/>
                </a:moveTo>
                <a:lnTo>
                  <a:pt x="19" y="24"/>
                </a:lnTo>
                <a:lnTo>
                  <a:pt x="27" y="26"/>
                </a:lnTo>
                <a:lnTo>
                  <a:pt x="24" y="33"/>
                </a:lnTo>
                <a:lnTo>
                  <a:pt x="17" y="31"/>
                </a:lnTo>
                <a:moveTo>
                  <a:pt x="19" y="24"/>
                </a:moveTo>
                <a:lnTo>
                  <a:pt x="21" y="16"/>
                </a:lnTo>
                <a:lnTo>
                  <a:pt x="29" y="18"/>
                </a:lnTo>
                <a:lnTo>
                  <a:pt x="27" y="26"/>
                </a:lnTo>
                <a:lnTo>
                  <a:pt x="19" y="24"/>
                </a:lnTo>
                <a:moveTo>
                  <a:pt x="21" y="16"/>
                </a:moveTo>
                <a:lnTo>
                  <a:pt x="23" y="8"/>
                </a:lnTo>
                <a:lnTo>
                  <a:pt x="31" y="11"/>
                </a:lnTo>
                <a:lnTo>
                  <a:pt x="29" y="18"/>
                </a:lnTo>
                <a:lnTo>
                  <a:pt x="21" y="16"/>
                </a:lnTo>
                <a:moveTo>
                  <a:pt x="23" y="8"/>
                </a:moveTo>
                <a:lnTo>
                  <a:pt x="26" y="0"/>
                </a:lnTo>
                <a:lnTo>
                  <a:pt x="36" y="9"/>
                </a:lnTo>
                <a:lnTo>
                  <a:pt x="31" y="15"/>
                </a:lnTo>
                <a:lnTo>
                  <a:pt x="25" y="10"/>
                </a:lnTo>
                <a:lnTo>
                  <a:pt x="28" y="7"/>
                </a:lnTo>
                <a:lnTo>
                  <a:pt x="32" y="8"/>
                </a:lnTo>
                <a:lnTo>
                  <a:pt x="31" y="11"/>
                </a:lnTo>
                <a:lnTo>
                  <a:pt x="23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323080" y="1915920"/>
            <a:ext cx="363240" cy="231120"/>
          </a:xfrm>
          <a:custGeom>
            <a:avLst/>
            <a:gdLst/>
            <a:ahLst/>
            <a:rect l="0" t="0" r="r" b="b"/>
            <a:pathLst>
              <a:path fill="none" w="1009" h="642">
                <a:moveTo>
                  <a:pt x="1009" y="622"/>
                </a:moveTo>
                <a:lnTo>
                  <a:pt x="967" y="632"/>
                </a:lnTo>
                <a:cubicBezTo>
                  <a:pt x="926" y="643"/>
                  <a:pt x="844" y="665"/>
                  <a:pt x="676" y="562"/>
                </a:cubicBezTo>
                <a:cubicBezTo>
                  <a:pt x="509" y="458"/>
                  <a:pt x="255" y="230"/>
                  <a:pt x="128" y="11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312640" y="1906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33" y="83"/>
                </a:moveTo>
                <a:lnTo>
                  <a:pt x="0" y="0"/>
                </a:lnTo>
                <a:lnTo>
                  <a:pt x="86" y="23"/>
                </a:lnTo>
                <a:lnTo>
                  <a:pt x="33" y="8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310480" y="1904400"/>
            <a:ext cx="35640" cy="34560"/>
          </a:xfrm>
          <a:custGeom>
            <a:avLst/>
            <a:gdLst/>
            <a:ahLst/>
            <a:rect l="0" t="0" r="r" b="b"/>
            <a:pathLst>
              <a:path w="99" h="96">
                <a:moveTo>
                  <a:pt x="33" y="83"/>
                </a:moveTo>
                <a:lnTo>
                  <a:pt x="30" y="74"/>
                </a:lnTo>
                <a:lnTo>
                  <a:pt x="37" y="71"/>
                </a:lnTo>
                <a:lnTo>
                  <a:pt x="40" y="80"/>
                </a:lnTo>
                <a:lnTo>
                  <a:pt x="33" y="83"/>
                </a:lnTo>
                <a:moveTo>
                  <a:pt x="30" y="74"/>
                </a:moveTo>
                <a:lnTo>
                  <a:pt x="27" y="67"/>
                </a:lnTo>
                <a:lnTo>
                  <a:pt x="34" y="64"/>
                </a:lnTo>
                <a:lnTo>
                  <a:pt x="37" y="71"/>
                </a:lnTo>
                <a:lnTo>
                  <a:pt x="30" y="74"/>
                </a:lnTo>
                <a:moveTo>
                  <a:pt x="27" y="67"/>
                </a:moveTo>
                <a:lnTo>
                  <a:pt x="24" y="60"/>
                </a:lnTo>
                <a:lnTo>
                  <a:pt x="31" y="57"/>
                </a:lnTo>
                <a:lnTo>
                  <a:pt x="34" y="64"/>
                </a:lnTo>
                <a:lnTo>
                  <a:pt x="27" y="67"/>
                </a:lnTo>
                <a:moveTo>
                  <a:pt x="24" y="60"/>
                </a:moveTo>
                <a:lnTo>
                  <a:pt x="21" y="52"/>
                </a:lnTo>
                <a:lnTo>
                  <a:pt x="29" y="49"/>
                </a:lnTo>
                <a:lnTo>
                  <a:pt x="31" y="57"/>
                </a:lnTo>
                <a:lnTo>
                  <a:pt x="24" y="60"/>
                </a:lnTo>
                <a:moveTo>
                  <a:pt x="21" y="52"/>
                </a:moveTo>
                <a:lnTo>
                  <a:pt x="18" y="45"/>
                </a:lnTo>
                <a:lnTo>
                  <a:pt x="26" y="42"/>
                </a:lnTo>
                <a:lnTo>
                  <a:pt x="29" y="49"/>
                </a:lnTo>
                <a:lnTo>
                  <a:pt x="21" y="52"/>
                </a:lnTo>
                <a:moveTo>
                  <a:pt x="18" y="45"/>
                </a:moveTo>
                <a:lnTo>
                  <a:pt x="16" y="38"/>
                </a:lnTo>
                <a:lnTo>
                  <a:pt x="23" y="35"/>
                </a:lnTo>
                <a:lnTo>
                  <a:pt x="26" y="42"/>
                </a:lnTo>
                <a:lnTo>
                  <a:pt x="18" y="45"/>
                </a:lnTo>
                <a:moveTo>
                  <a:pt x="16" y="38"/>
                </a:moveTo>
                <a:lnTo>
                  <a:pt x="13" y="30"/>
                </a:lnTo>
                <a:lnTo>
                  <a:pt x="20" y="27"/>
                </a:lnTo>
                <a:lnTo>
                  <a:pt x="23" y="35"/>
                </a:lnTo>
                <a:lnTo>
                  <a:pt x="16" y="38"/>
                </a:lnTo>
                <a:moveTo>
                  <a:pt x="13" y="30"/>
                </a:moveTo>
                <a:lnTo>
                  <a:pt x="10" y="23"/>
                </a:lnTo>
                <a:lnTo>
                  <a:pt x="17" y="20"/>
                </a:lnTo>
                <a:lnTo>
                  <a:pt x="20" y="27"/>
                </a:lnTo>
                <a:lnTo>
                  <a:pt x="13" y="30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8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8"/>
                </a:moveTo>
                <a:lnTo>
                  <a:pt x="0" y="0"/>
                </a:lnTo>
                <a:lnTo>
                  <a:pt x="14" y="3"/>
                </a:lnTo>
                <a:lnTo>
                  <a:pt x="12" y="11"/>
                </a:lnTo>
                <a:lnTo>
                  <a:pt x="6" y="9"/>
                </a:lnTo>
                <a:lnTo>
                  <a:pt x="7" y="6"/>
                </a:lnTo>
                <a:lnTo>
                  <a:pt x="11" y="4"/>
                </a:lnTo>
                <a:lnTo>
                  <a:pt x="11" y="5"/>
                </a:lnTo>
                <a:lnTo>
                  <a:pt x="4" y="8"/>
                </a:lnTo>
                <a:moveTo>
                  <a:pt x="14" y="3"/>
                </a:moveTo>
                <a:lnTo>
                  <a:pt x="22" y="6"/>
                </a:lnTo>
                <a:lnTo>
                  <a:pt x="20" y="13"/>
                </a:lnTo>
                <a:lnTo>
                  <a:pt x="12" y="11"/>
                </a:lnTo>
                <a:lnTo>
                  <a:pt x="14" y="3"/>
                </a:lnTo>
                <a:moveTo>
                  <a:pt x="22" y="6"/>
                </a:moveTo>
                <a:lnTo>
                  <a:pt x="30" y="8"/>
                </a:lnTo>
                <a:lnTo>
                  <a:pt x="28" y="15"/>
                </a:lnTo>
                <a:lnTo>
                  <a:pt x="20" y="13"/>
                </a:lnTo>
                <a:lnTo>
                  <a:pt x="22" y="6"/>
                </a:lnTo>
                <a:moveTo>
                  <a:pt x="30" y="8"/>
                </a:moveTo>
                <a:lnTo>
                  <a:pt x="37" y="10"/>
                </a:lnTo>
                <a:lnTo>
                  <a:pt x="35" y="17"/>
                </a:lnTo>
                <a:lnTo>
                  <a:pt x="28" y="15"/>
                </a:lnTo>
                <a:lnTo>
                  <a:pt x="30" y="8"/>
                </a:lnTo>
                <a:moveTo>
                  <a:pt x="37" y="10"/>
                </a:moveTo>
                <a:lnTo>
                  <a:pt x="45" y="12"/>
                </a:lnTo>
                <a:lnTo>
                  <a:pt x="43" y="19"/>
                </a:lnTo>
                <a:lnTo>
                  <a:pt x="35" y="17"/>
                </a:lnTo>
                <a:lnTo>
                  <a:pt x="37" y="10"/>
                </a:lnTo>
                <a:moveTo>
                  <a:pt x="45" y="12"/>
                </a:moveTo>
                <a:lnTo>
                  <a:pt x="52" y="14"/>
                </a:lnTo>
                <a:lnTo>
                  <a:pt x="50" y="22"/>
                </a:lnTo>
                <a:lnTo>
                  <a:pt x="43" y="19"/>
                </a:lnTo>
                <a:lnTo>
                  <a:pt x="45" y="12"/>
                </a:lnTo>
                <a:moveTo>
                  <a:pt x="52" y="14"/>
                </a:moveTo>
                <a:lnTo>
                  <a:pt x="60" y="16"/>
                </a:lnTo>
                <a:lnTo>
                  <a:pt x="58" y="24"/>
                </a:lnTo>
                <a:lnTo>
                  <a:pt x="50" y="22"/>
                </a:lnTo>
                <a:lnTo>
                  <a:pt x="52" y="14"/>
                </a:lnTo>
                <a:moveTo>
                  <a:pt x="60" y="16"/>
                </a:moveTo>
                <a:lnTo>
                  <a:pt x="68" y="18"/>
                </a:lnTo>
                <a:lnTo>
                  <a:pt x="66" y="26"/>
                </a:lnTo>
                <a:lnTo>
                  <a:pt x="58" y="24"/>
                </a:lnTo>
                <a:lnTo>
                  <a:pt x="60" y="16"/>
                </a:lnTo>
                <a:moveTo>
                  <a:pt x="68" y="18"/>
                </a:moveTo>
                <a:lnTo>
                  <a:pt x="75" y="20"/>
                </a:lnTo>
                <a:lnTo>
                  <a:pt x="73" y="28"/>
                </a:lnTo>
                <a:lnTo>
                  <a:pt x="66" y="26"/>
                </a:lnTo>
                <a:lnTo>
                  <a:pt x="68" y="18"/>
                </a:lnTo>
                <a:moveTo>
                  <a:pt x="75" y="20"/>
                </a:moveTo>
                <a:lnTo>
                  <a:pt x="83" y="22"/>
                </a:lnTo>
                <a:lnTo>
                  <a:pt x="81" y="30"/>
                </a:lnTo>
                <a:lnTo>
                  <a:pt x="73" y="28"/>
                </a:lnTo>
                <a:lnTo>
                  <a:pt x="75" y="20"/>
                </a:lnTo>
                <a:moveTo>
                  <a:pt x="83" y="22"/>
                </a:moveTo>
                <a:lnTo>
                  <a:pt x="90" y="24"/>
                </a:lnTo>
                <a:lnTo>
                  <a:pt x="88" y="32"/>
                </a:lnTo>
                <a:lnTo>
                  <a:pt x="81" y="30"/>
                </a:lnTo>
                <a:lnTo>
                  <a:pt x="83" y="22"/>
                </a:lnTo>
                <a:moveTo>
                  <a:pt x="90" y="24"/>
                </a:moveTo>
                <a:lnTo>
                  <a:pt x="99" y="27"/>
                </a:lnTo>
                <a:lnTo>
                  <a:pt x="92" y="35"/>
                </a:lnTo>
                <a:lnTo>
                  <a:pt x="86" y="30"/>
                </a:lnTo>
                <a:lnTo>
                  <a:pt x="89" y="26"/>
                </a:lnTo>
                <a:lnTo>
                  <a:pt x="92" y="29"/>
                </a:lnTo>
                <a:lnTo>
                  <a:pt x="91" y="33"/>
                </a:lnTo>
                <a:lnTo>
                  <a:pt x="88" y="32"/>
                </a:lnTo>
                <a:lnTo>
                  <a:pt x="90" y="24"/>
                </a:lnTo>
                <a:moveTo>
                  <a:pt x="92" y="35"/>
                </a:moveTo>
                <a:lnTo>
                  <a:pt x="86" y="41"/>
                </a:lnTo>
                <a:lnTo>
                  <a:pt x="81" y="36"/>
                </a:lnTo>
                <a:lnTo>
                  <a:pt x="86" y="30"/>
                </a:lnTo>
                <a:lnTo>
                  <a:pt x="92" y="35"/>
                </a:lnTo>
                <a:moveTo>
                  <a:pt x="86" y="41"/>
                </a:moveTo>
                <a:lnTo>
                  <a:pt x="81" y="47"/>
                </a:lnTo>
                <a:lnTo>
                  <a:pt x="75" y="42"/>
                </a:lnTo>
                <a:lnTo>
                  <a:pt x="81" y="36"/>
                </a:lnTo>
                <a:lnTo>
                  <a:pt x="86" y="41"/>
                </a:lnTo>
                <a:moveTo>
                  <a:pt x="81" y="47"/>
                </a:moveTo>
                <a:lnTo>
                  <a:pt x="76" y="53"/>
                </a:lnTo>
                <a:lnTo>
                  <a:pt x="70" y="48"/>
                </a:lnTo>
                <a:lnTo>
                  <a:pt x="75" y="42"/>
                </a:lnTo>
                <a:lnTo>
                  <a:pt x="81" y="47"/>
                </a:lnTo>
                <a:moveTo>
                  <a:pt x="76" y="53"/>
                </a:moveTo>
                <a:lnTo>
                  <a:pt x="71" y="59"/>
                </a:lnTo>
                <a:lnTo>
                  <a:pt x="65" y="54"/>
                </a:lnTo>
                <a:lnTo>
                  <a:pt x="70" y="48"/>
                </a:lnTo>
                <a:lnTo>
                  <a:pt x="76" y="53"/>
                </a:lnTo>
                <a:moveTo>
                  <a:pt x="71" y="59"/>
                </a:moveTo>
                <a:lnTo>
                  <a:pt x="65" y="65"/>
                </a:lnTo>
                <a:lnTo>
                  <a:pt x="59" y="59"/>
                </a:lnTo>
                <a:lnTo>
                  <a:pt x="65" y="54"/>
                </a:lnTo>
                <a:lnTo>
                  <a:pt x="71" y="59"/>
                </a:lnTo>
                <a:moveTo>
                  <a:pt x="65" y="65"/>
                </a:moveTo>
                <a:lnTo>
                  <a:pt x="60" y="71"/>
                </a:lnTo>
                <a:lnTo>
                  <a:pt x="54" y="65"/>
                </a:lnTo>
                <a:lnTo>
                  <a:pt x="59" y="59"/>
                </a:lnTo>
                <a:lnTo>
                  <a:pt x="65" y="65"/>
                </a:lnTo>
                <a:moveTo>
                  <a:pt x="60" y="71"/>
                </a:moveTo>
                <a:lnTo>
                  <a:pt x="55" y="76"/>
                </a:lnTo>
                <a:lnTo>
                  <a:pt x="49" y="71"/>
                </a:lnTo>
                <a:lnTo>
                  <a:pt x="54" y="65"/>
                </a:lnTo>
                <a:lnTo>
                  <a:pt x="60" y="71"/>
                </a:lnTo>
                <a:moveTo>
                  <a:pt x="55" y="76"/>
                </a:moveTo>
                <a:lnTo>
                  <a:pt x="49" y="83"/>
                </a:lnTo>
                <a:lnTo>
                  <a:pt x="44" y="77"/>
                </a:lnTo>
                <a:lnTo>
                  <a:pt x="49" y="71"/>
                </a:lnTo>
                <a:lnTo>
                  <a:pt x="55" y="76"/>
                </a:lnTo>
                <a:moveTo>
                  <a:pt x="49" y="83"/>
                </a:moveTo>
                <a:lnTo>
                  <a:pt x="44" y="89"/>
                </a:lnTo>
                <a:lnTo>
                  <a:pt x="38" y="84"/>
                </a:lnTo>
                <a:lnTo>
                  <a:pt x="44" y="77"/>
                </a:lnTo>
                <a:lnTo>
                  <a:pt x="49" y="83"/>
                </a:lnTo>
                <a:moveTo>
                  <a:pt x="44" y="89"/>
                </a:moveTo>
                <a:lnTo>
                  <a:pt x="38" y="96"/>
                </a:lnTo>
                <a:lnTo>
                  <a:pt x="33" y="83"/>
                </a:lnTo>
                <a:lnTo>
                  <a:pt x="40" y="80"/>
                </a:lnTo>
                <a:lnTo>
                  <a:pt x="43" y="87"/>
                </a:lnTo>
                <a:lnTo>
                  <a:pt x="39" y="89"/>
                </a:lnTo>
                <a:lnTo>
                  <a:pt x="36" y="86"/>
                </a:lnTo>
                <a:lnTo>
                  <a:pt x="38" y="84"/>
                </a:lnTo>
                <a:lnTo>
                  <a:pt x="44" y="8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363400" y="2025360"/>
            <a:ext cx="308520" cy="144000"/>
          </a:xfrm>
          <a:custGeom>
            <a:avLst/>
            <a:gdLst/>
            <a:ahLst/>
            <a:rect l="0" t="0" r="r" b="b"/>
            <a:pathLst>
              <a:path fill="none" w="857" h="400">
                <a:moveTo>
                  <a:pt x="0" y="400"/>
                </a:moveTo>
                <a:lnTo>
                  <a:pt x="108" y="333"/>
                </a:lnTo>
                <a:cubicBezTo>
                  <a:pt x="216" y="265"/>
                  <a:pt x="433" y="130"/>
                  <a:pt x="575" y="63"/>
                </a:cubicBezTo>
                <a:cubicBezTo>
                  <a:pt x="719" y="-3"/>
                  <a:pt x="788" y="-1"/>
                  <a:pt x="823" y="0"/>
                </a:cubicBezTo>
                <a:lnTo>
                  <a:pt x="857" y="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7160" y="2010960"/>
            <a:ext cx="29160" cy="28800"/>
          </a:xfrm>
          <a:custGeom>
            <a:avLst/>
            <a:gdLst/>
            <a:ahLst/>
            <a:rect l="0" t="0" r="r" b="b"/>
            <a:pathLst>
              <a:path w="81" h="80">
                <a:moveTo>
                  <a:pt x="2" y="0"/>
                </a:moveTo>
                <a:lnTo>
                  <a:pt x="81" y="42"/>
                </a:lnTo>
                <a:lnTo>
                  <a:pt x="0" y="80"/>
                </a:lnTo>
                <a:lnTo>
                  <a:pt x="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5360" y="20088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6" y="7"/>
                </a:moveTo>
                <a:lnTo>
                  <a:pt x="23" y="10"/>
                </a:lnTo>
                <a:lnTo>
                  <a:pt x="19" y="18"/>
                </a:lnTo>
                <a:lnTo>
                  <a:pt x="12" y="14"/>
                </a:lnTo>
                <a:lnTo>
                  <a:pt x="16" y="7"/>
                </a:lnTo>
                <a:moveTo>
                  <a:pt x="23" y="10"/>
                </a:moveTo>
                <a:lnTo>
                  <a:pt x="31" y="14"/>
                </a:lnTo>
                <a:lnTo>
                  <a:pt x="26" y="22"/>
                </a:lnTo>
                <a:lnTo>
                  <a:pt x="19" y="18"/>
                </a:lnTo>
                <a:lnTo>
                  <a:pt x="23" y="10"/>
                </a:lnTo>
                <a:moveTo>
                  <a:pt x="31" y="14"/>
                </a:moveTo>
                <a:lnTo>
                  <a:pt x="38" y="19"/>
                </a:lnTo>
                <a:lnTo>
                  <a:pt x="34" y="26"/>
                </a:lnTo>
                <a:lnTo>
                  <a:pt x="26" y="22"/>
                </a:lnTo>
                <a:lnTo>
                  <a:pt x="31" y="14"/>
                </a:lnTo>
                <a:moveTo>
                  <a:pt x="38" y="19"/>
                </a:moveTo>
                <a:lnTo>
                  <a:pt x="44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4" y="23"/>
                </a:moveTo>
                <a:lnTo>
                  <a:pt x="51" y="26"/>
                </a:lnTo>
                <a:lnTo>
                  <a:pt x="48" y="33"/>
                </a:lnTo>
                <a:lnTo>
                  <a:pt x="41" y="30"/>
                </a:lnTo>
                <a:lnTo>
                  <a:pt x="44" y="23"/>
                </a:lnTo>
                <a:moveTo>
                  <a:pt x="51" y="26"/>
                </a:moveTo>
                <a:lnTo>
                  <a:pt x="58" y="30"/>
                </a:lnTo>
                <a:lnTo>
                  <a:pt x="55" y="37"/>
                </a:lnTo>
                <a:lnTo>
                  <a:pt x="48" y="33"/>
                </a:lnTo>
                <a:lnTo>
                  <a:pt x="51" y="26"/>
                </a:lnTo>
                <a:moveTo>
                  <a:pt x="58" y="30"/>
                </a:moveTo>
                <a:lnTo>
                  <a:pt x="65" y="34"/>
                </a:lnTo>
                <a:lnTo>
                  <a:pt x="62" y="41"/>
                </a:lnTo>
                <a:lnTo>
                  <a:pt x="55" y="37"/>
                </a:lnTo>
                <a:lnTo>
                  <a:pt x="58" y="30"/>
                </a:lnTo>
                <a:moveTo>
                  <a:pt x="65" y="34"/>
                </a:moveTo>
                <a:lnTo>
                  <a:pt x="72" y="38"/>
                </a:lnTo>
                <a:lnTo>
                  <a:pt x="69" y="45"/>
                </a:lnTo>
                <a:lnTo>
                  <a:pt x="62" y="41"/>
                </a:lnTo>
                <a:lnTo>
                  <a:pt x="65" y="34"/>
                </a:lnTo>
                <a:moveTo>
                  <a:pt x="72" y="38"/>
                </a:moveTo>
                <a:lnTo>
                  <a:pt x="79" y="41"/>
                </a:lnTo>
                <a:lnTo>
                  <a:pt x="75" y="48"/>
                </a:lnTo>
                <a:lnTo>
                  <a:pt x="69" y="45"/>
                </a:lnTo>
                <a:lnTo>
                  <a:pt x="72" y="38"/>
                </a:lnTo>
                <a:moveTo>
                  <a:pt x="79" y="41"/>
                </a:moveTo>
                <a:lnTo>
                  <a:pt x="86" y="45"/>
                </a:lnTo>
                <a:lnTo>
                  <a:pt x="82" y="52"/>
                </a:lnTo>
                <a:lnTo>
                  <a:pt x="75" y="48"/>
                </a:lnTo>
                <a:lnTo>
                  <a:pt x="79" y="41"/>
                </a:lnTo>
                <a:moveTo>
                  <a:pt x="86" y="45"/>
                </a:moveTo>
                <a:lnTo>
                  <a:pt x="94" y="49"/>
                </a:lnTo>
                <a:lnTo>
                  <a:pt x="81" y="56"/>
                </a:lnTo>
                <a:lnTo>
                  <a:pt x="78" y="48"/>
                </a:lnTo>
                <a:lnTo>
                  <a:pt x="84" y="46"/>
                </a:lnTo>
                <a:lnTo>
                  <a:pt x="86" y="49"/>
                </a:lnTo>
                <a:lnTo>
                  <a:pt x="84" y="53"/>
                </a:lnTo>
                <a:lnTo>
                  <a:pt x="82" y="52"/>
                </a:lnTo>
                <a:lnTo>
                  <a:pt x="86" y="45"/>
                </a:lnTo>
                <a:moveTo>
                  <a:pt x="81" y="56"/>
                </a:moveTo>
                <a:lnTo>
                  <a:pt x="74" y="59"/>
                </a:lnTo>
                <a:lnTo>
                  <a:pt x="71" y="52"/>
                </a:lnTo>
                <a:lnTo>
                  <a:pt x="78" y="48"/>
                </a:lnTo>
                <a:lnTo>
                  <a:pt x="81" y="56"/>
                </a:lnTo>
                <a:moveTo>
                  <a:pt x="74" y="59"/>
                </a:moveTo>
                <a:lnTo>
                  <a:pt x="67" y="62"/>
                </a:lnTo>
                <a:lnTo>
                  <a:pt x="64" y="55"/>
                </a:lnTo>
                <a:lnTo>
                  <a:pt x="71" y="52"/>
                </a:lnTo>
                <a:lnTo>
                  <a:pt x="74" y="59"/>
                </a:lnTo>
                <a:moveTo>
                  <a:pt x="67" y="62"/>
                </a:moveTo>
                <a:lnTo>
                  <a:pt x="60" y="65"/>
                </a:lnTo>
                <a:lnTo>
                  <a:pt x="57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7" y="58"/>
                </a:lnTo>
                <a:lnTo>
                  <a:pt x="60" y="65"/>
                </a:lnTo>
                <a:moveTo>
                  <a:pt x="53" y="69"/>
                </a:moveTo>
                <a:lnTo>
                  <a:pt x="46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6" y="72"/>
                </a:moveTo>
                <a:lnTo>
                  <a:pt x="38" y="75"/>
                </a:lnTo>
                <a:lnTo>
                  <a:pt x="35" y="68"/>
                </a:lnTo>
                <a:lnTo>
                  <a:pt x="42" y="65"/>
                </a:lnTo>
                <a:lnTo>
                  <a:pt x="46" y="72"/>
                </a:lnTo>
                <a:moveTo>
                  <a:pt x="38" y="75"/>
                </a:moveTo>
                <a:lnTo>
                  <a:pt x="31" y="79"/>
                </a:lnTo>
                <a:lnTo>
                  <a:pt x="27" y="72"/>
                </a:lnTo>
                <a:lnTo>
                  <a:pt x="35" y="68"/>
                </a:lnTo>
                <a:lnTo>
                  <a:pt x="38" y="75"/>
                </a:lnTo>
                <a:moveTo>
                  <a:pt x="31" y="79"/>
                </a:moveTo>
                <a:lnTo>
                  <a:pt x="23" y="82"/>
                </a:lnTo>
                <a:lnTo>
                  <a:pt x="20" y="75"/>
                </a:lnTo>
                <a:lnTo>
                  <a:pt x="27" y="72"/>
                </a:lnTo>
                <a:lnTo>
                  <a:pt x="31" y="79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5" y="81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1"/>
                </a:lnTo>
                <a:lnTo>
                  <a:pt x="8" y="86"/>
                </a:lnTo>
                <a:lnTo>
                  <a:pt x="5" y="86"/>
                </a:lnTo>
                <a:lnTo>
                  <a:pt x="3" y="83"/>
                </a:lnTo>
                <a:lnTo>
                  <a:pt x="5" y="81"/>
                </a:lnTo>
                <a:lnTo>
                  <a:pt x="9" y="89"/>
                </a:lnTo>
                <a:moveTo>
                  <a:pt x="1" y="81"/>
                </a:moveTo>
                <a:lnTo>
                  <a:pt x="1" y="73"/>
                </a:lnTo>
                <a:lnTo>
                  <a:pt x="9" y="73"/>
                </a:lnTo>
                <a:lnTo>
                  <a:pt x="9" y="81"/>
                </a:lnTo>
                <a:lnTo>
                  <a:pt x="1" y="81"/>
                </a:lnTo>
                <a:moveTo>
                  <a:pt x="1" y="73"/>
                </a:moveTo>
                <a:lnTo>
                  <a:pt x="1" y="65"/>
                </a:lnTo>
                <a:lnTo>
                  <a:pt x="9" y="66"/>
                </a:lnTo>
                <a:lnTo>
                  <a:pt x="9" y="73"/>
                </a:lnTo>
                <a:lnTo>
                  <a:pt x="1" y="73"/>
                </a:lnTo>
                <a:moveTo>
                  <a:pt x="1" y="65"/>
                </a:moveTo>
                <a:lnTo>
                  <a:pt x="1" y="57"/>
                </a:lnTo>
                <a:lnTo>
                  <a:pt x="9" y="58"/>
                </a:lnTo>
                <a:lnTo>
                  <a:pt x="9" y="66"/>
                </a:lnTo>
                <a:lnTo>
                  <a:pt x="1" y="65"/>
                </a:lnTo>
                <a:moveTo>
                  <a:pt x="1" y="57"/>
                </a:moveTo>
                <a:lnTo>
                  <a:pt x="2" y="50"/>
                </a:lnTo>
                <a:lnTo>
                  <a:pt x="10" y="50"/>
                </a:lnTo>
                <a:lnTo>
                  <a:pt x="9" y="58"/>
                </a:lnTo>
                <a:lnTo>
                  <a:pt x="1" y="57"/>
                </a:lnTo>
                <a:moveTo>
                  <a:pt x="2" y="50"/>
                </a:moveTo>
                <a:lnTo>
                  <a:pt x="2" y="42"/>
                </a:lnTo>
                <a:lnTo>
                  <a:pt x="10" y="42"/>
                </a:lnTo>
                <a:lnTo>
                  <a:pt x="10" y="50"/>
                </a:lnTo>
                <a:lnTo>
                  <a:pt x="2" y="50"/>
                </a:lnTo>
                <a:moveTo>
                  <a:pt x="2" y="42"/>
                </a:moveTo>
                <a:lnTo>
                  <a:pt x="2" y="34"/>
                </a:lnTo>
                <a:lnTo>
                  <a:pt x="10" y="34"/>
                </a:lnTo>
                <a:lnTo>
                  <a:pt x="10" y="42"/>
                </a:lnTo>
                <a:lnTo>
                  <a:pt x="2" y="42"/>
                </a:lnTo>
                <a:moveTo>
                  <a:pt x="2" y="34"/>
                </a:moveTo>
                <a:lnTo>
                  <a:pt x="2" y="26"/>
                </a:lnTo>
                <a:lnTo>
                  <a:pt x="10" y="26"/>
                </a:lnTo>
                <a:lnTo>
                  <a:pt x="10" y="34"/>
                </a:lnTo>
                <a:lnTo>
                  <a:pt x="2" y="34"/>
                </a:lnTo>
                <a:moveTo>
                  <a:pt x="2" y="26"/>
                </a:moveTo>
                <a:lnTo>
                  <a:pt x="3" y="18"/>
                </a:lnTo>
                <a:lnTo>
                  <a:pt x="10" y="18"/>
                </a:lnTo>
                <a:lnTo>
                  <a:pt x="10" y="26"/>
                </a:lnTo>
                <a:lnTo>
                  <a:pt x="2" y="26"/>
                </a:lnTo>
                <a:moveTo>
                  <a:pt x="3" y="18"/>
                </a:moveTo>
                <a:lnTo>
                  <a:pt x="3" y="9"/>
                </a:lnTo>
                <a:lnTo>
                  <a:pt x="11" y="9"/>
                </a:lnTo>
                <a:lnTo>
                  <a:pt x="10" y="18"/>
                </a:lnTo>
                <a:lnTo>
                  <a:pt x="3" y="18"/>
                </a:lnTo>
                <a:moveTo>
                  <a:pt x="3" y="9"/>
                </a:moveTo>
                <a:lnTo>
                  <a:pt x="3" y="0"/>
                </a:lnTo>
                <a:lnTo>
                  <a:pt x="16" y="7"/>
                </a:lnTo>
                <a:lnTo>
                  <a:pt x="12" y="14"/>
                </a:lnTo>
                <a:lnTo>
                  <a:pt x="5" y="10"/>
                </a:lnTo>
                <a:lnTo>
                  <a:pt x="7" y="6"/>
                </a:lnTo>
                <a:lnTo>
                  <a:pt x="11" y="7"/>
                </a:lnTo>
                <a:lnTo>
                  <a:pt x="11" y="9"/>
                </a:lnTo>
                <a:lnTo>
                  <a:pt x="3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261680" y="2466360"/>
            <a:ext cx="456840" cy="559800"/>
          </a:xfrm>
          <a:custGeom>
            <a:avLst/>
            <a:gdLst/>
            <a:ahLst/>
            <a:rect l="0" t="0" r="r" b="b"/>
            <a:pathLst>
              <a:path fill="none" w="1269" h="1555">
                <a:moveTo>
                  <a:pt x="0" y="0"/>
                </a:moveTo>
                <a:lnTo>
                  <a:pt x="177" y="251"/>
                </a:lnTo>
                <a:cubicBezTo>
                  <a:pt x="354" y="502"/>
                  <a:pt x="707" y="1004"/>
                  <a:pt x="919" y="1263"/>
                </a:cubicBezTo>
                <a:cubicBezTo>
                  <a:pt x="1130" y="1522"/>
                  <a:pt x="1199" y="1539"/>
                  <a:pt x="1234" y="1547"/>
                </a:cubicBezTo>
                <a:lnTo>
                  <a:pt x="1269" y="155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08880"/>
            <a:ext cx="31320" cy="27720"/>
          </a:xfrm>
          <a:custGeom>
            <a:avLst/>
            <a:gdLst/>
            <a:ahLst/>
            <a:rect l="0" t="0" r="r" b="b"/>
            <a:pathLst>
              <a:path w="87" h="77">
                <a:moveTo>
                  <a:pt x="18" y="0"/>
                </a:moveTo>
                <a:lnTo>
                  <a:pt x="87" y="57"/>
                </a:lnTo>
                <a:lnTo>
                  <a:pt x="0" y="77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06000"/>
            <a:ext cx="36360" cy="32760"/>
          </a:xfrm>
          <a:custGeom>
            <a:avLst/>
            <a:gdLst/>
            <a:ahLst/>
            <a:rect l="0" t="0" r="r" b="b"/>
            <a:pathLst>
              <a:path w="101" h="91">
                <a:moveTo>
                  <a:pt x="32" y="10"/>
                </a:moveTo>
                <a:lnTo>
                  <a:pt x="38" y="15"/>
                </a:lnTo>
                <a:lnTo>
                  <a:pt x="33" y="21"/>
                </a:lnTo>
                <a:lnTo>
                  <a:pt x="27" y="16"/>
                </a:lnTo>
                <a:lnTo>
                  <a:pt x="32" y="10"/>
                </a:lnTo>
                <a:moveTo>
                  <a:pt x="38" y="15"/>
                </a:moveTo>
                <a:lnTo>
                  <a:pt x="44" y="20"/>
                </a:lnTo>
                <a:lnTo>
                  <a:pt x="39" y="26"/>
                </a:lnTo>
                <a:lnTo>
                  <a:pt x="33" y="21"/>
                </a:lnTo>
                <a:lnTo>
                  <a:pt x="38" y="15"/>
                </a:lnTo>
                <a:moveTo>
                  <a:pt x="44" y="20"/>
                </a:moveTo>
                <a:lnTo>
                  <a:pt x="50" y="25"/>
                </a:lnTo>
                <a:lnTo>
                  <a:pt x="45" y="31"/>
                </a:lnTo>
                <a:lnTo>
                  <a:pt x="39" y="26"/>
                </a:lnTo>
                <a:lnTo>
                  <a:pt x="44" y="20"/>
                </a:lnTo>
                <a:moveTo>
                  <a:pt x="50" y="25"/>
                </a:moveTo>
                <a:lnTo>
                  <a:pt x="56" y="30"/>
                </a:lnTo>
                <a:lnTo>
                  <a:pt x="51" y="36"/>
                </a:lnTo>
                <a:lnTo>
                  <a:pt x="45" y="31"/>
                </a:lnTo>
                <a:lnTo>
                  <a:pt x="50" y="25"/>
                </a:lnTo>
                <a:moveTo>
                  <a:pt x="56" y="30"/>
                </a:moveTo>
                <a:lnTo>
                  <a:pt x="62" y="35"/>
                </a:lnTo>
                <a:lnTo>
                  <a:pt x="57" y="41"/>
                </a:lnTo>
                <a:lnTo>
                  <a:pt x="51" y="36"/>
                </a:lnTo>
                <a:lnTo>
                  <a:pt x="56" y="30"/>
                </a:lnTo>
                <a:moveTo>
                  <a:pt x="62" y="35"/>
                </a:moveTo>
                <a:lnTo>
                  <a:pt x="69" y="40"/>
                </a:lnTo>
                <a:lnTo>
                  <a:pt x="63" y="46"/>
                </a:lnTo>
                <a:lnTo>
                  <a:pt x="57" y="41"/>
                </a:lnTo>
                <a:lnTo>
                  <a:pt x="62" y="35"/>
                </a:lnTo>
                <a:moveTo>
                  <a:pt x="69" y="40"/>
                </a:moveTo>
                <a:lnTo>
                  <a:pt x="75" y="45"/>
                </a:lnTo>
                <a:lnTo>
                  <a:pt x="70" y="51"/>
                </a:lnTo>
                <a:lnTo>
                  <a:pt x="63" y="46"/>
                </a:lnTo>
                <a:lnTo>
                  <a:pt x="69" y="40"/>
                </a:lnTo>
                <a:moveTo>
                  <a:pt x="75" y="45"/>
                </a:moveTo>
                <a:lnTo>
                  <a:pt x="81" y="50"/>
                </a:lnTo>
                <a:lnTo>
                  <a:pt x="76" y="56"/>
                </a:lnTo>
                <a:lnTo>
                  <a:pt x="70" y="51"/>
                </a:lnTo>
                <a:lnTo>
                  <a:pt x="75" y="45"/>
                </a:lnTo>
                <a:moveTo>
                  <a:pt x="81" y="50"/>
                </a:moveTo>
                <a:lnTo>
                  <a:pt x="87" y="55"/>
                </a:lnTo>
                <a:lnTo>
                  <a:pt x="82" y="62"/>
                </a:lnTo>
                <a:lnTo>
                  <a:pt x="76" y="56"/>
                </a:lnTo>
                <a:lnTo>
                  <a:pt x="81" y="50"/>
                </a:lnTo>
                <a:moveTo>
                  <a:pt x="87" y="55"/>
                </a:moveTo>
                <a:lnTo>
                  <a:pt x="93" y="60"/>
                </a:lnTo>
                <a:lnTo>
                  <a:pt x="88" y="67"/>
                </a:lnTo>
                <a:lnTo>
                  <a:pt x="82" y="62"/>
                </a:lnTo>
                <a:lnTo>
                  <a:pt x="87" y="55"/>
                </a:lnTo>
                <a:moveTo>
                  <a:pt x="93" y="60"/>
                </a:moveTo>
                <a:lnTo>
                  <a:pt x="101" y="67"/>
                </a:lnTo>
                <a:lnTo>
                  <a:pt x="87" y="70"/>
                </a:lnTo>
                <a:lnTo>
                  <a:pt x="85" y="63"/>
                </a:lnTo>
                <a:lnTo>
                  <a:pt x="91" y="60"/>
                </a:lnTo>
                <a:lnTo>
                  <a:pt x="92" y="65"/>
                </a:lnTo>
                <a:lnTo>
                  <a:pt x="89" y="68"/>
                </a:lnTo>
                <a:lnTo>
                  <a:pt x="88" y="67"/>
                </a:lnTo>
                <a:lnTo>
                  <a:pt x="93" y="60"/>
                </a:lnTo>
                <a:moveTo>
                  <a:pt x="87" y="70"/>
                </a:moveTo>
                <a:lnTo>
                  <a:pt x="79" y="72"/>
                </a:lnTo>
                <a:lnTo>
                  <a:pt x="77" y="64"/>
                </a:lnTo>
                <a:lnTo>
                  <a:pt x="85" y="63"/>
                </a:lnTo>
                <a:lnTo>
                  <a:pt x="87" y="70"/>
                </a:lnTo>
                <a:moveTo>
                  <a:pt x="79" y="72"/>
                </a:moveTo>
                <a:lnTo>
                  <a:pt x="71" y="74"/>
                </a:lnTo>
                <a:lnTo>
                  <a:pt x="69" y="66"/>
                </a:lnTo>
                <a:lnTo>
                  <a:pt x="77" y="64"/>
                </a:lnTo>
                <a:lnTo>
                  <a:pt x="79" y="72"/>
                </a:lnTo>
                <a:moveTo>
                  <a:pt x="71" y="74"/>
                </a:moveTo>
                <a:lnTo>
                  <a:pt x="63" y="76"/>
                </a:lnTo>
                <a:lnTo>
                  <a:pt x="61" y="68"/>
                </a:lnTo>
                <a:lnTo>
                  <a:pt x="69" y="66"/>
                </a:lnTo>
                <a:lnTo>
                  <a:pt x="71" y="74"/>
                </a:lnTo>
                <a:moveTo>
                  <a:pt x="63" y="76"/>
                </a:moveTo>
                <a:lnTo>
                  <a:pt x="55" y="78"/>
                </a:lnTo>
                <a:lnTo>
                  <a:pt x="53" y="70"/>
                </a:lnTo>
                <a:lnTo>
                  <a:pt x="61" y="68"/>
                </a:lnTo>
                <a:lnTo>
                  <a:pt x="63" y="76"/>
                </a:lnTo>
                <a:moveTo>
                  <a:pt x="55" y="78"/>
                </a:moveTo>
                <a:lnTo>
                  <a:pt x="47" y="79"/>
                </a:lnTo>
                <a:lnTo>
                  <a:pt x="45" y="72"/>
                </a:lnTo>
                <a:lnTo>
                  <a:pt x="53" y="70"/>
                </a:lnTo>
                <a:lnTo>
                  <a:pt x="55" y="78"/>
                </a:lnTo>
                <a:moveTo>
                  <a:pt x="47" y="79"/>
                </a:moveTo>
                <a:lnTo>
                  <a:pt x="40" y="81"/>
                </a:lnTo>
                <a:lnTo>
                  <a:pt x="38" y="74"/>
                </a:lnTo>
                <a:lnTo>
                  <a:pt x="45" y="72"/>
                </a:lnTo>
                <a:lnTo>
                  <a:pt x="47" y="79"/>
                </a:lnTo>
                <a:moveTo>
                  <a:pt x="40" y="81"/>
                </a:moveTo>
                <a:lnTo>
                  <a:pt x="32" y="83"/>
                </a:lnTo>
                <a:lnTo>
                  <a:pt x="30" y="75"/>
                </a:lnTo>
                <a:lnTo>
                  <a:pt x="38" y="74"/>
                </a:lnTo>
                <a:lnTo>
                  <a:pt x="40" y="81"/>
                </a:lnTo>
                <a:moveTo>
                  <a:pt x="32" y="83"/>
                </a:moveTo>
                <a:lnTo>
                  <a:pt x="24" y="85"/>
                </a:lnTo>
                <a:lnTo>
                  <a:pt x="22" y="77"/>
                </a:lnTo>
                <a:lnTo>
                  <a:pt x="30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7"/>
                </a:lnTo>
                <a:lnTo>
                  <a:pt x="15" y="79"/>
                </a:lnTo>
                <a:lnTo>
                  <a:pt x="22" y="77"/>
                </a:lnTo>
                <a:lnTo>
                  <a:pt x="24" y="85"/>
                </a:lnTo>
                <a:moveTo>
                  <a:pt x="17" y="87"/>
                </a:moveTo>
                <a:lnTo>
                  <a:pt x="9" y="88"/>
                </a:lnTo>
                <a:lnTo>
                  <a:pt x="7" y="81"/>
                </a:lnTo>
                <a:lnTo>
                  <a:pt x="15" y="79"/>
                </a:lnTo>
                <a:lnTo>
                  <a:pt x="17" y="87"/>
                </a:lnTo>
                <a:moveTo>
                  <a:pt x="9" y="88"/>
                </a:moveTo>
                <a:lnTo>
                  <a:pt x="0" y="91"/>
                </a:lnTo>
                <a:lnTo>
                  <a:pt x="3" y="80"/>
                </a:lnTo>
                <a:lnTo>
                  <a:pt x="10" y="81"/>
                </a:lnTo>
                <a:lnTo>
                  <a:pt x="9" y="86"/>
                </a:lnTo>
                <a:lnTo>
                  <a:pt x="5" y="85"/>
                </a:lnTo>
                <a:lnTo>
                  <a:pt x="4" y="81"/>
                </a:lnTo>
                <a:lnTo>
                  <a:pt x="7" y="81"/>
                </a:lnTo>
                <a:lnTo>
                  <a:pt x="9" y="88"/>
                </a:lnTo>
                <a:moveTo>
                  <a:pt x="3" y="80"/>
                </a:moveTo>
                <a:lnTo>
                  <a:pt x="4" y="72"/>
                </a:lnTo>
                <a:lnTo>
                  <a:pt x="12" y="74"/>
                </a:lnTo>
                <a:lnTo>
                  <a:pt x="10" y="81"/>
                </a:lnTo>
                <a:lnTo>
                  <a:pt x="3" y="80"/>
                </a:lnTo>
                <a:moveTo>
                  <a:pt x="4" y="72"/>
                </a:moveTo>
                <a:lnTo>
                  <a:pt x="6" y="64"/>
                </a:lnTo>
                <a:lnTo>
                  <a:pt x="14" y="66"/>
                </a:lnTo>
                <a:lnTo>
                  <a:pt x="12" y="74"/>
                </a:lnTo>
                <a:lnTo>
                  <a:pt x="4" y="72"/>
                </a:lnTo>
                <a:moveTo>
                  <a:pt x="6" y="64"/>
                </a:moveTo>
                <a:lnTo>
                  <a:pt x="8" y="55"/>
                </a:lnTo>
                <a:lnTo>
                  <a:pt x="16" y="57"/>
                </a:lnTo>
                <a:lnTo>
                  <a:pt x="14" y="66"/>
                </a:lnTo>
                <a:lnTo>
                  <a:pt x="6" y="64"/>
                </a:lnTo>
                <a:moveTo>
                  <a:pt x="8" y="55"/>
                </a:moveTo>
                <a:lnTo>
                  <a:pt x="10" y="48"/>
                </a:lnTo>
                <a:lnTo>
                  <a:pt x="17" y="50"/>
                </a:lnTo>
                <a:lnTo>
                  <a:pt x="16" y="57"/>
                </a:lnTo>
                <a:lnTo>
                  <a:pt x="8" y="55"/>
                </a:lnTo>
                <a:moveTo>
                  <a:pt x="10" y="48"/>
                </a:moveTo>
                <a:lnTo>
                  <a:pt x="11" y="40"/>
                </a:lnTo>
                <a:lnTo>
                  <a:pt x="19" y="42"/>
                </a:lnTo>
                <a:lnTo>
                  <a:pt x="17" y="50"/>
                </a:lnTo>
                <a:lnTo>
                  <a:pt x="10" y="48"/>
                </a:lnTo>
                <a:moveTo>
                  <a:pt x="11" y="40"/>
                </a:moveTo>
                <a:lnTo>
                  <a:pt x="13" y="32"/>
                </a:lnTo>
                <a:lnTo>
                  <a:pt x="21" y="34"/>
                </a:lnTo>
                <a:lnTo>
                  <a:pt x="19" y="42"/>
                </a:lnTo>
                <a:lnTo>
                  <a:pt x="11" y="40"/>
                </a:lnTo>
                <a:moveTo>
                  <a:pt x="13" y="32"/>
                </a:moveTo>
                <a:lnTo>
                  <a:pt x="15" y="25"/>
                </a:lnTo>
                <a:lnTo>
                  <a:pt x="23" y="27"/>
                </a:lnTo>
                <a:lnTo>
                  <a:pt x="21" y="34"/>
                </a:lnTo>
                <a:lnTo>
                  <a:pt x="13" y="32"/>
                </a:lnTo>
                <a:moveTo>
                  <a:pt x="15" y="25"/>
                </a:moveTo>
                <a:lnTo>
                  <a:pt x="17" y="17"/>
                </a:lnTo>
                <a:lnTo>
                  <a:pt x="25" y="19"/>
                </a:lnTo>
                <a:lnTo>
                  <a:pt x="23" y="27"/>
                </a:lnTo>
                <a:lnTo>
                  <a:pt x="15" y="25"/>
                </a:lnTo>
                <a:moveTo>
                  <a:pt x="17" y="17"/>
                </a:moveTo>
                <a:lnTo>
                  <a:pt x="19" y="9"/>
                </a:lnTo>
                <a:lnTo>
                  <a:pt x="26" y="11"/>
                </a:lnTo>
                <a:lnTo>
                  <a:pt x="25" y="19"/>
                </a:lnTo>
                <a:lnTo>
                  <a:pt x="17" y="17"/>
                </a:lnTo>
                <a:moveTo>
                  <a:pt x="19" y="9"/>
                </a:moveTo>
                <a:lnTo>
                  <a:pt x="21" y="0"/>
                </a:lnTo>
                <a:lnTo>
                  <a:pt x="32" y="10"/>
                </a:lnTo>
                <a:lnTo>
                  <a:pt x="27" y="16"/>
                </a:lnTo>
                <a:lnTo>
                  <a:pt x="21" y="11"/>
                </a:lnTo>
                <a:lnTo>
                  <a:pt x="23" y="8"/>
                </a:lnTo>
                <a:lnTo>
                  <a:pt x="27" y="8"/>
                </a:lnTo>
                <a:lnTo>
                  <a:pt x="26" y="11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508480" y="2466720"/>
            <a:ext cx="1110960" cy="38880"/>
          </a:xfrm>
          <a:custGeom>
            <a:avLst/>
            <a:gdLst/>
            <a:ahLst/>
            <a:rect l="0" t="0" r="r" b="b"/>
            <a:pathLst>
              <a:path fill="none" w="3086" h="108">
                <a:moveTo>
                  <a:pt x="0" y="45"/>
                </a:moveTo>
                <a:lnTo>
                  <a:pt x="41" y="55"/>
                </a:lnTo>
                <a:cubicBezTo>
                  <a:pt x="82" y="65"/>
                  <a:pt x="164" y="86"/>
                  <a:pt x="424" y="98"/>
                </a:cubicBezTo>
                <a:cubicBezTo>
                  <a:pt x="684" y="108"/>
                  <a:pt x="1123" y="108"/>
                  <a:pt x="1561" y="108"/>
                </a:cubicBezTo>
                <a:cubicBezTo>
                  <a:pt x="1999" y="108"/>
                  <a:pt x="2437" y="108"/>
                  <a:pt x="2691" y="89"/>
                </a:cubicBezTo>
                <a:cubicBezTo>
                  <a:pt x="2945" y="71"/>
                  <a:pt x="3016" y="36"/>
                  <a:pt x="3051" y="18"/>
                </a:cubicBezTo>
                <a:lnTo>
                  <a:pt x="30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0" y="246024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0" y="1"/>
                </a:moveTo>
                <a:lnTo>
                  <a:pt x="89" y="0"/>
                </a:lnTo>
                <a:lnTo>
                  <a:pt x="36" y="72"/>
                </a:lnTo>
                <a:lnTo>
                  <a:pt x="0" y="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597840" y="2458800"/>
            <a:ext cx="37080" cy="29880"/>
          </a:xfrm>
          <a:custGeom>
            <a:avLst/>
            <a:gdLst/>
            <a:ahLst/>
            <a:rect l="0" t="0" r="r" b="b"/>
            <a:pathLst>
              <a:path w="103" h="83">
                <a:moveTo>
                  <a:pt x="14" y="1"/>
                </a:moveTo>
                <a:lnTo>
                  <a:pt x="22" y="1"/>
                </a:lnTo>
                <a:lnTo>
                  <a:pt x="22" y="8"/>
                </a:lnTo>
                <a:lnTo>
                  <a:pt x="14" y="9"/>
                </a:lnTo>
                <a:lnTo>
                  <a:pt x="14" y="1"/>
                </a:lnTo>
                <a:moveTo>
                  <a:pt x="22" y="1"/>
                </a:moveTo>
                <a:lnTo>
                  <a:pt x="30" y="1"/>
                </a:lnTo>
                <a:lnTo>
                  <a:pt x="30" y="8"/>
                </a:lnTo>
                <a:lnTo>
                  <a:pt x="22" y="8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8"/>
                </a:lnTo>
                <a:lnTo>
                  <a:pt x="30" y="8"/>
                </a:lnTo>
                <a:lnTo>
                  <a:pt x="30" y="1"/>
                </a:lnTo>
                <a:moveTo>
                  <a:pt x="38" y="1"/>
                </a:moveTo>
                <a:lnTo>
                  <a:pt x="45" y="0"/>
                </a:lnTo>
                <a:lnTo>
                  <a:pt x="45" y="8"/>
                </a:lnTo>
                <a:lnTo>
                  <a:pt x="38" y="8"/>
                </a:lnTo>
                <a:lnTo>
                  <a:pt x="38" y="1"/>
                </a:lnTo>
                <a:moveTo>
                  <a:pt x="45" y="0"/>
                </a:moveTo>
                <a:lnTo>
                  <a:pt x="54" y="0"/>
                </a:lnTo>
                <a:lnTo>
                  <a:pt x="54" y="8"/>
                </a:lnTo>
                <a:lnTo>
                  <a:pt x="45" y="8"/>
                </a:lnTo>
                <a:lnTo>
                  <a:pt x="45" y="0"/>
                </a:lnTo>
                <a:moveTo>
                  <a:pt x="54" y="0"/>
                </a:moveTo>
                <a:lnTo>
                  <a:pt x="62" y="0"/>
                </a:lnTo>
                <a:lnTo>
                  <a:pt x="62" y="8"/>
                </a:lnTo>
                <a:lnTo>
                  <a:pt x="54" y="8"/>
                </a:lnTo>
                <a:lnTo>
                  <a:pt x="54" y="0"/>
                </a:lnTo>
                <a:moveTo>
                  <a:pt x="62" y="0"/>
                </a:moveTo>
                <a:lnTo>
                  <a:pt x="70" y="0"/>
                </a:lnTo>
                <a:lnTo>
                  <a:pt x="70" y="8"/>
                </a:lnTo>
                <a:lnTo>
                  <a:pt x="62" y="8"/>
                </a:lnTo>
                <a:lnTo>
                  <a:pt x="62" y="0"/>
                </a:lnTo>
                <a:moveTo>
                  <a:pt x="70" y="0"/>
                </a:moveTo>
                <a:lnTo>
                  <a:pt x="78" y="0"/>
                </a:lnTo>
                <a:lnTo>
                  <a:pt x="78" y="8"/>
                </a:lnTo>
                <a:lnTo>
                  <a:pt x="70" y="8"/>
                </a:lnTo>
                <a:lnTo>
                  <a:pt x="70" y="0"/>
                </a:lnTo>
                <a:moveTo>
                  <a:pt x="78" y="0"/>
                </a:moveTo>
                <a:lnTo>
                  <a:pt x="86" y="0"/>
                </a:lnTo>
                <a:lnTo>
                  <a:pt x="86" y="8"/>
                </a:lnTo>
                <a:lnTo>
                  <a:pt x="78" y="8"/>
                </a:lnTo>
                <a:lnTo>
                  <a:pt x="78" y="0"/>
                </a:lnTo>
                <a:moveTo>
                  <a:pt x="86" y="0"/>
                </a:moveTo>
                <a:lnTo>
                  <a:pt x="94" y="0"/>
                </a:lnTo>
                <a:lnTo>
                  <a:pt x="94" y="8"/>
                </a:lnTo>
                <a:lnTo>
                  <a:pt x="86" y="8"/>
                </a:lnTo>
                <a:lnTo>
                  <a:pt x="86" y="0"/>
                </a:lnTo>
                <a:moveTo>
                  <a:pt x="94" y="0"/>
                </a:moveTo>
                <a:lnTo>
                  <a:pt x="103" y="0"/>
                </a:lnTo>
                <a:lnTo>
                  <a:pt x="94" y="12"/>
                </a:lnTo>
                <a:lnTo>
                  <a:pt x="88" y="7"/>
                </a:lnTo>
                <a:lnTo>
                  <a:pt x="92" y="2"/>
                </a:lnTo>
                <a:lnTo>
                  <a:pt x="95" y="4"/>
                </a:lnTo>
                <a:lnTo>
                  <a:pt x="95" y="8"/>
                </a:lnTo>
                <a:lnTo>
                  <a:pt x="94" y="8"/>
                </a:lnTo>
                <a:lnTo>
                  <a:pt x="94" y="0"/>
                </a:lnTo>
                <a:moveTo>
                  <a:pt x="94" y="12"/>
                </a:moveTo>
                <a:lnTo>
                  <a:pt x="90" y="19"/>
                </a:lnTo>
                <a:lnTo>
                  <a:pt x="83" y="13"/>
                </a:lnTo>
                <a:lnTo>
                  <a:pt x="88" y="7"/>
                </a:lnTo>
                <a:lnTo>
                  <a:pt x="94" y="12"/>
                </a:lnTo>
                <a:moveTo>
                  <a:pt x="90" y="19"/>
                </a:moveTo>
                <a:lnTo>
                  <a:pt x="85" y="25"/>
                </a:lnTo>
                <a:lnTo>
                  <a:pt x="79" y="21"/>
                </a:lnTo>
                <a:lnTo>
                  <a:pt x="83" y="13"/>
                </a:lnTo>
                <a:lnTo>
                  <a:pt x="90" y="19"/>
                </a:lnTo>
                <a:moveTo>
                  <a:pt x="85" y="25"/>
                </a:moveTo>
                <a:lnTo>
                  <a:pt x="80" y="32"/>
                </a:lnTo>
                <a:lnTo>
                  <a:pt x="74" y="27"/>
                </a:lnTo>
                <a:lnTo>
                  <a:pt x="79" y="21"/>
                </a:lnTo>
                <a:lnTo>
                  <a:pt x="85" y="25"/>
                </a:lnTo>
                <a:moveTo>
                  <a:pt x="80" y="32"/>
                </a:moveTo>
                <a:lnTo>
                  <a:pt x="76" y="38"/>
                </a:lnTo>
                <a:lnTo>
                  <a:pt x="69" y="33"/>
                </a:lnTo>
                <a:lnTo>
                  <a:pt x="74" y="27"/>
                </a:lnTo>
                <a:lnTo>
                  <a:pt x="80" y="32"/>
                </a:lnTo>
                <a:moveTo>
                  <a:pt x="76" y="38"/>
                </a:moveTo>
                <a:lnTo>
                  <a:pt x="71" y="44"/>
                </a:lnTo>
                <a:lnTo>
                  <a:pt x="65" y="40"/>
                </a:lnTo>
                <a:lnTo>
                  <a:pt x="69" y="33"/>
                </a:lnTo>
                <a:lnTo>
                  <a:pt x="76" y="38"/>
                </a:lnTo>
                <a:moveTo>
                  <a:pt x="71" y="44"/>
                </a:moveTo>
                <a:lnTo>
                  <a:pt x="66" y="51"/>
                </a:lnTo>
                <a:lnTo>
                  <a:pt x="60" y="46"/>
                </a:lnTo>
                <a:lnTo>
                  <a:pt x="65" y="40"/>
                </a:lnTo>
                <a:lnTo>
                  <a:pt x="71" y="44"/>
                </a:lnTo>
                <a:moveTo>
                  <a:pt x="66" y="51"/>
                </a:moveTo>
                <a:lnTo>
                  <a:pt x="62" y="57"/>
                </a:lnTo>
                <a:lnTo>
                  <a:pt x="55" y="52"/>
                </a:lnTo>
                <a:lnTo>
                  <a:pt x="60" y="46"/>
                </a:lnTo>
                <a:lnTo>
                  <a:pt x="66" y="51"/>
                </a:lnTo>
                <a:moveTo>
                  <a:pt x="62" y="57"/>
                </a:moveTo>
                <a:lnTo>
                  <a:pt x="57" y="63"/>
                </a:lnTo>
                <a:lnTo>
                  <a:pt x="50" y="59"/>
                </a:lnTo>
                <a:lnTo>
                  <a:pt x="55" y="52"/>
                </a:lnTo>
                <a:lnTo>
                  <a:pt x="62" y="57"/>
                </a:lnTo>
                <a:moveTo>
                  <a:pt x="57" y="63"/>
                </a:moveTo>
                <a:lnTo>
                  <a:pt x="51" y="70"/>
                </a:lnTo>
                <a:lnTo>
                  <a:pt x="45" y="65"/>
                </a:lnTo>
                <a:lnTo>
                  <a:pt x="50" y="59"/>
                </a:lnTo>
                <a:lnTo>
                  <a:pt x="57" y="63"/>
                </a:lnTo>
                <a:moveTo>
                  <a:pt x="51" y="70"/>
                </a:moveTo>
                <a:lnTo>
                  <a:pt x="46" y="76"/>
                </a:lnTo>
                <a:lnTo>
                  <a:pt x="40" y="71"/>
                </a:lnTo>
                <a:lnTo>
                  <a:pt x="45" y="65"/>
                </a:lnTo>
                <a:lnTo>
                  <a:pt x="51" y="70"/>
                </a:lnTo>
                <a:moveTo>
                  <a:pt x="46" y="76"/>
                </a:moveTo>
                <a:lnTo>
                  <a:pt x="41" y="83"/>
                </a:lnTo>
                <a:lnTo>
                  <a:pt x="36" y="73"/>
                </a:lnTo>
                <a:lnTo>
                  <a:pt x="43" y="70"/>
                </a:lnTo>
                <a:lnTo>
                  <a:pt x="45" y="74"/>
                </a:lnTo>
                <a:lnTo>
                  <a:pt x="42" y="76"/>
                </a:lnTo>
                <a:lnTo>
                  <a:pt x="38" y="74"/>
                </a:lnTo>
                <a:lnTo>
                  <a:pt x="40" y="71"/>
                </a:lnTo>
                <a:lnTo>
                  <a:pt x="46" y="76"/>
                </a:lnTo>
                <a:moveTo>
                  <a:pt x="36" y="73"/>
                </a:moveTo>
                <a:lnTo>
                  <a:pt x="32" y="66"/>
                </a:lnTo>
                <a:lnTo>
                  <a:pt x="39" y="63"/>
                </a:lnTo>
                <a:lnTo>
                  <a:pt x="43" y="70"/>
                </a:lnTo>
                <a:lnTo>
                  <a:pt x="36" y="73"/>
                </a:lnTo>
                <a:moveTo>
                  <a:pt x="32" y="66"/>
                </a:moveTo>
                <a:lnTo>
                  <a:pt x="29" y="59"/>
                </a:lnTo>
                <a:lnTo>
                  <a:pt x="36" y="56"/>
                </a:lnTo>
                <a:lnTo>
                  <a:pt x="39" y="63"/>
                </a:lnTo>
                <a:lnTo>
                  <a:pt x="32" y="66"/>
                </a:lnTo>
                <a:moveTo>
                  <a:pt x="29" y="59"/>
                </a:moveTo>
                <a:lnTo>
                  <a:pt x="25" y="52"/>
                </a:lnTo>
                <a:lnTo>
                  <a:pt x="32" y="49"/>
                </a:lnTo>
                <a:lnTo>
                  <a:pt x="36" y="56"/>
                </a:lnTo>
                <a:lnTo>
                  <a:pt x="29" y="59"/>
                </a:lnTo>
                <a:moveTo>
                  <a:pt x="25" y="52"/>
                </a:moveTo>
                <a:lnTo>
                  <a:pt x="22" y="45"/>
                </a:lnTo>
                <a:lnTo>
                  <a:pt x="29" y="42"/>
                </a:lnTo>
                <a:lnTo>
                  <a:pt x="32" y="49"/>
                </a:lnTo>
                <a:lnTo>
                  <a:pt x="25" y="52"/>
                </a:lnTo>
                <a:moveTo>
                  <a:pt x="22" y="45"/>
                </a:moveTo>
                <a:lnTo>
                  <a:pt x="18" y="38"/>
                </a:lnTo>
                <a:lnTo>
                  <a:pt x="25" y="35"/>
                </a:lnTo>
                <a:lnTo>
                  <a:pt x="29" y="42"/>
                </a:lnTo>
                <a:lnTo>
                  <a:pt x="22" y="45"/>
                </a:lnTo>
                <a:moveTo>
                  <a:pt x="18" y="38"/>
                </a:moveTo>
                <a:lnTo>
                  <a:pt x="14" y="31"/>
                </a:lnTo>
                <a:lnTo>
                  <a:pt x="21" y="27"/>
                </a:lnTo>
                <a:lnTo>
                  <a:pt x="25" y="35"/>
                </a:lnTo>
                <a:lnTo>
                  <a:pt x="18" y="38"/>
                </a:lnTo>
                <a:moveTo>
                  <a:pt x="14" y="31"/>
                </a:moveTo>
                <a:lnTo>
                  <a:pt x="11" y="24"/>
                </a:lnTo>
                <a:lnTo>
                  <a:pt x="18" y="20"/>
                </a:lnTo>
                <a:lnTo>
                  <a:pt x="21" y="27"/>
                </a:lnTo>
                <a:lnTo>
                  <a:pt x="14" y="31"/>
                </a:lnTo>
                <a:moveTo>
                  <a:pt x="11" y="24"/>
                </a:moveTo>
                <a:lnTo>
                  <a:pt x="7" y="16"/>
                </a:lnTo>
                <a:lnTo>
                  <a:pt x="14" y="12"/>
                </a:lnTo>
                <a:lnTo>
                  <a:pt x="18" y="20"/>
                </a:lnTo>
                <a:lnTo>
                  <a:pt x="11" y="24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2"/>
                </a:lnTo>
                <a:lnTo>
                  <a:pt x="7" y="16"/>
                </a:lnTo>
                <a:moveTo>
                  <a:pt x="4" y="9"/>
                </a:moveTo>
                <a:lnTo>
                  <a:pt x="0" y="1"/>
                </a:lnTo>
                <a:lnTo>
                  <a:pt x="14" y="1"/>
                </a:lnTo>
                <a:lnTo>
                  <a:pt x="14" y="9"/>
                </a:lnTo>
                <a:lnTo>
                  <a:pt x="6" y="9"/>
                </a:lnTo>
                <a:lnTo>
                  <a:pt x="6" y="5"/>
                </a:lnTo>
                <a:lnTo>
                  <a:pt x="10" y="3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134520" y="2192040"/>
            <a:ext cx="513360" cy="977040"/>
          </a:xfrm>
          <a:custGeom>
            <a:avLst/>
            <a:gdLst/>
            <a:ahLst/>
            <a:rect l="0" t="0" r="r" b="b"/>
            <a:pathLst>
              <a:path fill="none" w="1426" h="2714">
                <a:moveTo>
                  <a:pt x="0" y="0"/>
                </a:moveTo>
                <a:lnTo>
                  <a:pt x="189" y="452"/>
                </a:lnTo>
                <a:cubicBezTo>
                  <a:pt x="378" y="905"/>
                  <a:pt x="758" y="1810"/>
                  <a:pt x="995" y="2262"/>
                </a:cubicBezTo>
                <a:cubicBezTo>
                  <a:pt x="1233" y="2714"/>
                  <a:pt x="1329" y="2714"/>
                  <a:pt x="1378" y="2714"/>
                </a:cubicBezTo>
                <a:lnTo>
                  <a:pt x="1426" y="271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633480" y="31546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632040" y="3152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9"/>
                </a:lnTo>
                <a:lnTo>
                  <a:pt x="16" y="16"/>
                </a:lnTo>
                <a:lnTo>
                  <a:pt x="9" y="13"/>
                </a:lnTo>
                <a:lnTo>
                  <a:pt x="13" y="6"/>
                </a:lnTo>
                <a:moveTo>
                  <a:pt x="20" y="9"/>
                </a:moveTo>
                <a:lnTo>
                  <a:pt x="27" y="13"/>
                </a:lnTo>
                <a:lnTo>
                  <a:pt x="23" y="20"/>
                </a:lnTo>
                <a:lnTo>
                  <a:pt x="16" y="16"/>
                </a:lnTo>
                <a:lnTo>
                  <a:pt x="20" y="9"/>
                </a:lnTo>
                <a:moveTo>
                  <a:pt x="27" y="13"/>
                </a:moveTo>
                <a:lnTo>
                  <a:pt x="34" y="16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6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6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1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6"/>
                </a:lnTo>
                <a:lnTo>
                  <a:pt x="80" y="53"/>
                </a:lnTo>
                <a:lnTo>
                  <a:pt x="76" y="46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80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3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3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3"/>
                </a:lnTo>
                <a:moveTo>
                  <a:pt x="50" y="67"/>
                </a:moveTo>
                <a:lnTo>
                  <a:pt x="43" y="70"/>
                </a:lnTo>
                <a:lnTo>
                  <a:pt x="40" y="63"/>
                </a:lnTo>
                <a:lnTo>
                  <a:pt x="47" y="60"/>
                </a:lnTo>
                <a:lnTo>
                  <a:pt x="50" y="67"/>
                </a:lnTo>
                <a:moveTo>
                  <a:pt x="43" y="70"/>
                </a:moveTo>
                <a:lnTo>
                  <a:pt x="36" y="74"/>
                </a:lnTo>
                <a:lnTo>
                  <a:pt x="33" y="67"/>
                </a:lnTo>
                <a:lnTo>
                  <a:pt x="40" y="63"/>
                </a:lnTo>
                <a:lnTo>
                  <a:pt x="43" y="70"/>
                </a:lnTo>
                <a:moveTo>
                  <a:pt x="36" y="74"/>
                </a:moveTo>
                <a:lnTo>
                  <a:pt x="29" y="77"/>
                </a:lnTo>
                <a:lnTo>
                  <a:pt x="26" y="70"/>
                </a:lnTo>
                <a:lnTo>
                  <a:pt x="33" y="67"/>
                </a:lnTo>
                <a:lnTo>
                  <a:pt x="36" y="74"/>
                </a:lnTo>
                <a:moveTo>
                  <a:pt x="29" y="77"/>
                </a:moveTo>
                <a:lnTo>
                  <a:pt x="22" y="81"/>
                </a:lnTo>
                <a:lnTo>
                  <a:pt x="19" y="74"/>
                </a:lnTo>
                <a:lnTo>
                  <a:pt x="26" y="70"/>
                </a:lnTo>
                <a:lnTo>
                  <a:pt x="29" y="77"/>
                </a:lnTo>
                <a:moveTo>
                  <a:pt x="22" y="81"/>
                </a:moveTo>
                <a:lnTo>
                  <a:pt x="15" y="84"/>
                </a:lnTo>
                <a:lnTo>
                  <a:pt x="12" y="77"/>
                </a:lnTo>
                <a:lnTo>
                  <a:pt x="19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8"/>
                </a:lnTo>
                <a:lnTo>
                  <a:pt x="4" y="81"/>
                </a:lnTo>
                <a:lnTo>
                  <a:pt x="12" y="77"/>
                </a:lnTo>
                <a:lnTo>
                  <a:pt x="15" y="84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6"/>
                </a:lnTo>
                <a:lnTo>
                  <a:pt x="8" y="26"/>
                </a:lnTo>
                <a:lnTo>
                  <a:pt x="8" y="33"/>
                </a:lnTo>
                <a:lnTo>
                  <a:pt x="0" y="33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524480" y="3164040"/>
            <a:ext cx="193680" cy="5040"/>
          </a:xfrm>
          <a:custGeom>
            <a:avLst/>
            <a:gdLst/>
            <a:ahLst/>
            <a:rect l="0" t="0" r="r" b="b"/>
            <a:pathLst>
              <a:path fill="none" w="538" h="14">
                <a:moveTo>
                  <a:pt x="0" y="14"/>
                </a:moveTo>
                <a:lnTo>
                  <a:pt x="56" y="14"/>
                </a:lnTo>
                <a:cubicBezTo>
                  <a:pt x="111" y="14"/>
                  <a:pt x="221" y="14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702680" y="315072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5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700880" y="314856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8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8"/>
                </a:moveTo>
                <a:lnTo>
                  <a:pt x="28" y="11"/>
                </a:lnTo>
                <a:lnTo>
                  <a:pt x="25" y="19"/>
                </a:lnTo>
                <a:lnTo>
                  <a:pt x="18" y="16"/>
                </a:lnTo>
                <a:lnTo>
                  <a:pt x="21" y="8"/>
                </a:lnTo>
                <a:moveTo>
                  <a:pt x="28" y="11"/>
                </a:moveTo>
                <a:lnTo>
                  <a:pt x="35" y="14"/>
                </a:lnTo>
                <a:lnTo>
                  <a:pt x="32" y="22"/>
                </a:lnTo>
                <a:lnTo>
                  <a:pt x="25" y="19"/>
                </a:lnTo>
                <a:lnTo>
                  <a:pt x="28" y="11"/>
                </a:lnTo>
                <a:moveTo>
                  <a:pt x="35" y="14"/>
                </a:moveTo>
                <a:lnTo>
                  <a:pt x="43" y="17"/>
                </a:lnTo>
                <a:lnTo>
                  <a:pt x="40" y="25"/>
                </a:lnTo>
                <a:lnTo>
                  <a:pt x="32" y="22"/>
                </a:lnTo>
                <a:lnTo>
                  <a:pt x="35" y="14"/>
                </a:lnTo>
                <a:moveTo>
                  <a:pt x="43" y="17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7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0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3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2"/>
                </a:lnTo>
                <a:lnTo>
                  <a:pt x="13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2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1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1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1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6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8"/>
                </a:lnTo>
                <a:lnTo>
                  <a:pt x="9" y="16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9"/>
                </a:lnTo>
                <a:lnTo>
                  <a:pt x="5" y="6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5624640" y="330876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2" y="16"/>
                </a:lnTo>
                <a:cubicBezTo>
                  <a:pt x="84" y="32"/>
                  <a:pt x="166" y="65"/>
                  <a:pt x="241" y="82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5773680" y="33292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772240" y="33271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5" y="17"/>
                </a:lnTo>
                <a:lnTo>
                  <a:pt x="32" y="24"/>
                </a:lnTo>
                <a:lnTo>
                  <a:pt x="24" y="20"/>
                </a:lnTo>
                <a:lnTo>
                  <a:pt x="27" y="13"/>
                </a:lnTo>
                <a:moveTo>
                  <a:pt x="35" y="17"/>
                </a:moveTo>
                <a:lnTo>
                  <a:pt x="42" y="20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0"/>
                </a:moveTo>
                <a:lnTo>
                  <a:pt x="49" y="24"/>
                </a:lnTo>
                <a:lnTo>
                  <a:pt x="46" y="31"/>
                </a:lnTo>
                <a:lnTo>
                  <a:pt x="39" y="28"/>
                </a:lnTo>
                <a:lnTo>
                  <a:pt x="42" y="20"/>
                </a:lnTo>
                <a:moveTo>
                  <a:pt x="49" y="24"/>
                </a:moveTo>
                <a:lnTo>
                  <a:pt x="57" y="28"/>
                </a:lnTo>
                <a:lnTo>
                  <a:pt x="53" y="35"/>
                </a:lnTo>
                <a:lnTo>
                  <a:pt x="46" y="31"/>
                </a:lnTo>
                <a:lnTo>
                  <a:pt x="49" y="24"/>
                </a:lnTo>
                <a:moveTo>
                  <a:pt x="57" y="28"/>
                </a:moveTo>
                <a:lnTo>
                  <a:pt x="64" y="31"/>
                </a:lnTo>
                <a:lnTo>
                  <a:pt x="60" y="38"/>
                </a:lnTo>
                <a:lnTo>
                  <a:pt x="53" y="35"/>
                </a:lnTo>
                <a:lnTo>
                  <a:pt x="57" y="28"/>
                </a:lnTo>
                <a:moveTo>
                  <a:pt x="64" y="31"/>
                </a:moveTo>
                <a:lnTo>
                  <a:pt x="71" y="35"/>
                </a:lnTo>
                <a:lnTo>
                  <a:pt x="67" y="42"/>
                </a:lnTo>
                <a:lnTo>
                  <a:pt x="60" y="38"/>
                </a:lnTo>
                <a:lnTo>
                  <a:pt x="64" y="31"/>
                </a:lnTo>
                <a:moveTo>
                  <a:pt x="71" y="35"/>
                </a:moveTo>
                <a:lnTo>
                  <a:pt x="78" y="38"/>
                </a:lnTo>
                <a:lnTo>
                  <a:pt x="74" y="45"/>
                </a:lnTo>
                <a:lnTo>
                  <a:pt x="67" y="42"/>
                </a:lnTo>
                <a:lnTo>
                  <a:pt x="71" y="35"/>
                </a:lnTo>
                <a:moveTo>
                  <a:pt x="78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8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70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3" y="52"/>
                </a:lnTo>
                <a:lnTo>
                  <a:pt x="70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6" y="56"/>
                </a:lnTo>
                <a:lnTo>
                  <a:pt x="63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8" y="59"/>
                </a:lnTo>
                <a:lnTo>
                  <a:pt x="56" y="56"/>
                </a:lnTo>
                <a:lnTo>
                  <a:pt x="59" y="63"/>
                </a:lnTo>
                <a:moveTo>
                  <a:pt x="52" y="66"/>
                </a:moveTo>
                <a:lnTo>
                  <a:pt x="45" y="70"/>
                </a:lnTo>
                <a:lnTo>
                  <a:pt x="41" y="63"/>
                </a:lnTo>
                <a:lnTo>
                  <a:pt x="48" y="59"/>
                </a:lnTo>
                <a:lnTo>
                  <a:pt x="52" y="66"/>
                </a:lnTo>
                <a:moveTo>
                  <a:pt x="45" y="70"/>
                </a:moveTo>
                <a:lnTo>
                  <a:pt x="38" y="73"/>
                </a:lnTo>
                <a:lnTo>
                  <a:pt x="34" y="66"/>
                </a:lnTo>
                <a:lnTo>
                  <a:pt x="41" y="63"/>
                </a:lnTo>
                <a:lnTo>
                  <a:pt x="45" y="70"/>
                </a:lnTo>
                <a:moveTo>
                  <a:pt x="38" y="73"/>
                </a:moveTo>
                <a:lnTo>
                  <a:pt x="31" y="77"/>
                </a:lnTo>
                <a:lnTo>
                  <a:pt x="26" y="70"/>
                </a:lnTo>
                <a:lnTo>
                  <a:pt x="34" y="66"/>
                </a:lnTo>
                <a:lnTo>
                  <a:pt x="38" y="73"/>
                </a:lnTo>
                <a:moveTo>
                  <a:pt x="31" y="77"/>
                </a:moveTo>
                <a:lnTo>
                  <a:pt x="23" y="80"/>
                </a:lnTo>
                <a:lnTo>
                  <a:pt x="19" y="73"/>
                </a:lnTo>
                <a:lnTo>
                  <a:pt x="26" y="70"/>
                </a:lnTo>
                <a:lnTo>
                  <a:pt x="31" y="77"/>
                </a:lnTo>
                <a:moveTo>
                  <a:pt x="23" y="80"/>
                </a:moveTo>
                <a:lnTo>
                  <a:pt x="16" y="84"/>
                </a:lnTo>
                <a:lnTo>
                  <a:pt x="12" y="77"/>
                </a:lnTo>
                <a:lnTo>
                  <a:pt x="19" y="73"/>
                </a:lnTo>
                <a:lnTo>
                  <a:pt x="23" y="80"/>
                </a:lnTo>
                <a:moveTo>
                  <a:pt x="16" y="84"/>
                </a:moveTo>
                <a:lnTo>
                  <a:pt x="9" y="88"/>
                </a:lnTo>
                <a:lnTo>
                  <a:pt x="5" y="80"/>
                </a:lnTo>
                <a:lnTo>
                  <a:pt x="12" y="77"/>
                </a:lnTo>
                <a:lnTo>
                  <a:pt x="16" y="84"/>
                </a:lnTo>
                <a:moveTo>
                  <a:pt x="9" y="88"/>
                </a:moveTo>
                <a:lnTo>
                  <a:pt x="0" y="93"/>
                </a:lnTo>
                <a:lnTo>
                  <a:pt x="0" y="80"/>
                </a:lnTo>
                <a:lnTo>
                  <a:pt x="8" y="80"/>
                </a:lnTo>
                <a:lnTo>
                  <a:pt x="8" y="85"/>
                </a:lnTo>
                <a:lnTo>
                  <a:pt x="4" y="85"/>
                </a:lnTo>
                <a:lnTo>
                  <a:pt x="3" y="82"/>
                </a:lnTo>
                <a:lnTo>
                  <a:pt x="5" y="80"/>
                </a:lnTo>
                <a:lnTo>
                  <a:pt x="9" y="88"/>
                </a:lnTo>
                <a:moveTo>
                  <a:pt x="0" y="80"/>
                </a:moveTo>
                <a:lnTo>
                  <a:pt x="0" y="72"/>
                </a:lnTo>
                <a:lnTo>
                  <a:pt x="8" y="72"/>
                </a:lnTo>
                <a:lnTo>
                  <a:pt x="8" y="80"/>
                </a:lnTo>
                <a:lnTo>
                  <a:pt x="0" y="80"/>
                </a:lnTo>
                <a:moveTo>
                  <a:pt x="0" y="72"/>
                </a:moveTo>
                <a:lnTo>
                  <a:pt x="0" y="64"/>
                </a:lnTo>
                <a:lnTo>
                  <a:pt x="8" y="64"/>
                </a:lnTo>
                <a:lnTo>
                  <a:pt x="8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7"/>
                </a:lnTo>
                <a:lnTo>
                  <a:pt x="8" y="57"/>
                </a:lnTo>
                <a:lnTo>
                  <a:pt x="8" y="64"/>
                </a:lnTo>
                <a:lnTo>
                  <a:pt x="0" y="64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470120" y="338112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6"/>
                  <a:pt x="320" y="464"/>
                  <a:pt x="486" y="353"/>
                </a:cubicBezTo>
                <a:cubicBezTo>
                  <a:pt x="651" y="241"/>
                  <a:pt x="822" y="120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807800" y="337284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3"/>
                </a:moveTo>
                <a:lnTo>
                  <a:pt x="88" y="0"/>
                </a:lnTo>
                <a:lnTo>
                  <a:pt x="45" y="79"/>
                </a:lnTo>
                <a:lnTo>
                  <a:pt x="0" y="1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805280" y="3371040"/>
            <a:ext cx="36720" cy="32760"/>
          </a:xfrm>
          <a:custGeom>
            <a:avLst/>
            <a:gdLst/>
            <a:ahLst/>
            <a:rect l="0" t="0" r="r" b="b"/>
            <a:pathLst>
              <a:path w="102" h="91">
                <a:moveTo>
                  <a:pt x="14" y="13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3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6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7"/>
                </a:lnTo>
                <a:lnTo>
                  <a:pt x="55" y="15"/>
                </a:lnTo>
                <a:lnTo>
                  <a:pt x="47" y="16"/>
                </a:lnTo>
                <a:lnTo>
                  <a:pt x="46" y="9"/>
                </a:lnTo>
                <a:moveTo>
                  <a:pt x="54" y="7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7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0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1"/>
                </a:lnTo>
                <a:lnTo>
                  <a:pt x="94" y="9"/>
                </a:lnTo>
                <a:lnTo>
                  <a:pt x="86" y="10"/>
                </a:lnTo>
                <a:lnTo>
                  <a:pt x="85" y="3"/>
                </a:lnTo>
                <a:moveTo>
                  <a:pt x="93" y="1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1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0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0"/>
                </a:moveTo>
                <a:lnTo>
                  <a:pt x="77" y="48"/>
                </a:lnTo>
                <a:lnTo>
                  <a:pt x="70" y="45"/>
                </a:lnTo>
                <a:lnTo>
                  <a:pt x="74" y="37"/>
                </a:lnTo>
                <a:lnTo>
                  <a:pt x="80" y="40"/>
                </a:lnTo>
                <a:moveTo>
                  <a:pt x="77" y="48"/>
                </a:moveTo>
                <a:lnTo>
                  <a:pt x="73" y="55"/>
                </a:lnTo>
                <a:lnTo>
                  <a:pt x="66" y="52"/>
                </a:lnTo>
                <a:lnTo>
                  <a:pt x="70" y="45"/>
                </a:lnTo>
                <a:lnTo>
                  <a:pt x="77" y="48"/>
                </a:lnTo>
                <a:moveTo>
                  <a:pt x="73" y="55"/>
                </a:moveTo>
                <a:lnTo>
                  <a:pt x="69" y="62"/>
                </a:lnTo>
                <a:lnTo>
                  <a:pt x="62" y="59"/>
                </a:lnTo>
                <a:lnTo>
                  <a:pt x="66" y="52"/>
                </a:lnTo>
                <a:lnTo>
                  <a:pt x="73" y="55"/>
                </a:lnTo>
                <a:moveTo>
                  <a:pt x="69" y="62"/>
                </a:moveTo>
                <a:lnTo>
                  <a:pt x="66" y="69"/>
                </a:lnTo>
                <a:lnTo>
                  <a:pt x="59" y="66"/>
                </a:lnTo>
                <a:lnTo>
                  <a:pt x="62" y="59"/>
                </a:lnTo>
                <a:lnTo>
                  <a:pt x="69" y="62"/>
                </a:lnTo>
                <a:moveTo>
                  <a:pt x="66" y="69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69"/>
                </a:lnTo>
                <a:moveTo>
                  <a:pt x="62" y="76"/>
                </a:moveTo>
                <a:lnTo>
                  <a:pt x="58" y="83"/>
                </a:lnTo>
                <a:lnTo>
                  <a:pt x="51" y="79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1"/>
                </a:lnTo>
                <a:lnTo>
                  <a:pt x="47" y="82"/>
                </a:lnTo>
                <a:lnTo>
                  <a:pt x="54" y="77"/>
                </a:lnTo>
                <a:lnTo>
                  <a:pt x="56" y="82"/>
                </a:lnTo>
                <a:lnTo>
                  <a:pt x="53" y="84"/>
                </a:lnTo>
                <a:lnTo>
                  <a:pt x="50" y="82"/>
                </a:lnTo>
                <a:lnTo>
                  <a:pt x="51" y="79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7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4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2" y="63"/>
                </a:lnTo>
                <a:lnTo>
                  <a:pt x="40" y="58"/>
                </a:lnTo>
                <a:lnTo>
                  <a:pt x="44" y="65"/>
                </a:lnTo>
                <a:lnTo>
                  <a:pt x="38" y="69"/>
                </a:lnTo>
                <a:moveTo>
                  <a:pt x="32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2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3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3"/>
                </a:moveTo>
                <a:lnTo>
                  <a:pt x="14" y="36"/>
                </a:lnTo>
                <a:lnTo>
                  <a:pt x="21" y="31"/>
                </a:lnTo>
                <a:lnTo>
                  <a:pt x="25" y="38"/>
                </a:lnTo>
                <a:lnTo>
                  <a:pt x="19" y="43"/>
                </a:lnTo>
                <a:moveTo>
                  <a:pt x="14" y="36"/>
                </a:moveTo>
                <a:lnTo>
                  <a:pt x="10" y="29"/>
                </a:lnTo>
                <a:lnTo>
                  <a:pt x="16" y="25"/>
                </a:lnTo>
                <a:lnTo>
                  <a:pt x="21" y="31"/>
                </a:lnTo>
                <a:lnTo>
                  <a:pt x="14" y="36"/>
                </a:lnTo>
                <a:moveTo>
                  <a:pt x="10" y="29"/>
                </a:moveTo>
                <a:lnTo>
                  <a:pt x="5" y="23"/>
                </a:lnTo>
                <a:lnTo>
                  <a:pt x="12" y="18"/>
                </a:lnTo>
                <a:lnTo>
                  <a:pt x="16" y="25"/>
                </a:lnTo>
                <a:lnTo>
                  <a:pt x="10" y="29"/>
                </a:lnTo>
                <a:moveTo>
                  <a:pt x="5" y="23"/>
                </a:moveTo>
                <a:lnTo>
                  <a:pt x="0" y="15"/>
                </a:lnTo>
                <a:lnTo>
                  <a:pt x="14" y="13"/>
                </a:lnTo>
                <a:lnTo>
                  <a:pt x="15" y="21"/>
                </a:lnTo>
                <a:lnTo>
                  <a:pt x="7" y="22"/>
                </a:lnTo>
                <a:lnTo>
                  <a:pt x="7" y="18"/>
                </a:lnTo>
                <a:lnTo>
                  <a:pt x="10" y="16"/>
                </a:lnTo>
                <a:lnTo>
                  <a:pt x="12" y="18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6724800" y="334368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1" y="0"/>
                </a:lnTo>
                <a:cubicBezTo>
                  <a:pt x="82" y="0"/>
                  <a:pt x="164" y="0"/>
                  <a:pt x="241" y="11"/>
                </a:cubicBezTo>
                <a:cubicBezTo>
                  <a:pt x="317" y="23"/>
                  <a:pt x="387" y="46"/>
                  <a:pt x="422" y="57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35052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3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8800" y="334800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9" y="10"/>
                </a:moveTo>
                <a:lnTo>
                  <a:pt x="45" y="15"/>
                </a:lnTo>
                <a:lnTo>
                  <a:pt x="39" y="21"/>
                </a:lnTo>
                <a:lnTo>
                  <a:pt x="33" y="15"/>
                </a:lnTo>
                <a:lnTo>
                  <a:pt x="39" y="10"/>
                </a:lnTo>
                <a:moveTo>
                  <a:pt x="45" y="15"/>
                </a:moveTo>
                <a:lnTo>
                  <a:pt x="50" y="21"/>
                </a:lnTo>
                <a:lnTo>
                  <a:pt x="45" y="27"/>
                </a:lnTo>
                <a:lnTo>
                  <a:pt x="39" y="21"/>
                </a:lnTo>
                <a:lnTo>
                  <a:pt x="45" y="15"/>
                </a:lnTo>
                <a:moveTo>
                  <a:pt x="50" y="21"/>
                </a:moveTo>
                <a:lnTo>
                  <a:pt x="56" y="27"/>
                </a:lnTo>
                <a:lnTo>
                  <a:pt x="50" y="33"/>
                </a:lnTo>
                <a:lnTo>
                  <a:pt x="45" y="27"/>
                </a:lnTo>
                <a:lnTo>
                  <a:pt x="50" y="21"/>
                </a:lnTo>
                <a:moveTo>
                  <a:pt x="56" y="27"/>
                </a:moveTo>
                <a:lnTo>
                  <a:pt x="62" y="33"/>
                </a:lnTo>
                <a:lnTo>
                  <a:pt x="56" y="39"/>
                </a:lnTo>
                <a:lnTo>
                  <a:pt x="50" y="33"/>
                </a:lnTo>
                <a:lnTo>
                  <a:pt x="56" y="27"/>
                </a:lnTo>
                <a:moveTo>
                  <a:pt x="62" y="33"/>
                </a:moveTo>
                <a:lnTo>
                  <a:pt x="68" y="39"/>
                </a:lnTo>
                <a:lnTo>
                  <a:pt x="62" y="44"/>
                </a:lnTo>
                <a:lnTo>
                  <a:pt x="56" y="39"/>
                </a:lnTo>
                <a:lnTo>
                  <a:pt x="62" y="33"/>
                </a:lnTo>
                <a:moveTo>
                  <a:pt x="68" y="39"/>
                </a:moveTo>
                <a:lnTo>
                  <a:pt x="73" y="44"/>
                </a:lnTo>
                <a:lnTo>
                  <a:pt x="68" y="50"/>
                </a:lnTo>
                <a:lnTo>
                  <a:pt x="62" y="44"/>
                </a:lnTo>
                <a:lnTo>
                  <a:pt x="68" y="39"/>
                </a:lnTo>
                <a:moveTo>
                  <a:pt x="73" y="44"/>
                </a:moveTo>
                <a:lnTo>
                  <a:pt x="79" y="50"/>
                </a:lnTo>
                <a:lnTo>
                  <a:pt x="74" y="55"/>
                </a:lnTo>
                <a:lnTo>
                  <a:pt x="68" y="50"/>
                </a:lnTo>
                <a:lnTo>
                  <a:pt x="73" y="44"/>
                </a:lnTo>
                <a:moveTo>
                  <a:pt x="79" y="50"/>
                </a:moveTo>
                <a:lnTo>
                  <a:pt x="85" y="55"/>
                </a:lnTo>
                <a:lnTo>
                  <a:pt x="79" y="61"/>
                </a:lnTo>
                <a:lnTo>
                  <a:pt x="74" y="55"/>
                </a:lnTo>
                <a:lnTo>
                  <a:pt x="79" y="50"/>
                </a:lnTo>
                <a:moveTo>
                  <a:pt x="85" y="55"/>
                </a:moveTo>
                <a:lnTo>
                  <a:pt x="90" y="61"/>
                </a:lnTo>
                <a:lnTo>
                  <a:pt x="85" y="67"/>
                </a:lnTo>
                <a:lnTo>
                  <a:pt x="79" y="61"/>
                </a:lnTo>
                <a:lnTo>
                  <a:pt x="85" y="55"/>
                </a:lnTo>
                <a:moveTo>
                  <a:pt x="90" y="61"/>
                </a:moveTo>
                <a:lnTo>
                  <a:pt x="96" y="66"/>
                </a:lnTo>
                <a:lnTo>
                  <a:pt x="90" y="72"/>
                </a:lnTo>
                <a:lnTo>
                  <a:pt x="85" y="67"/>
                </a:lnTo>
                <a:lnTo>
                  <a:pt x="90" y="61"/>
                </a:lnTo>
                <a:moveTo>
                  <a:pt x="96" y="66"/>
                </a:moveTo>
                <a:lnTo>
                  <a:pt x="102" y="73"/>
                </a:lnTo>
                <a:lnTo>
                  <a:pt x="88" y="75"/>
                </a:lnTo>
                <a:lnTo>
                  <a:pt x="87" y="67"/>
                </a:lnTo>
                <a:lnTo>
                  <a:pt x="94" y="66"/>
                </a:lnTo>
                <a:lnTo>
                  <a:pt x="94" y="70"/>
                </a:lnTo>
                <a:lnTo>
                  <a:pt x="91" y="73"/>
                </a:lnTo>
                <a:lnTo>
                  <a:pt x="90" y="72"/>
                </a:lnTo>
                <a:lnTo>
                  <a:pt x="96" y="66"/>
                </a:lnTo>
                <a:moveTo>
                  <a:pt x="88" y="75"/>
                </a:moveTo>
                <a:lnTo>
                  <a:pt x="80" y="76"/>
                </a:lnTo>
                <a:lnTo>
                  <a:pt x="79" y="68"/>
                </a:lnTo>
                <a:lnTo>
                  <a:pt x="87" y="67"/>
                </a:lnTo>
                <a:lnTo>
                  <a:pt x="88" y="75"/>
                </a:lnTo>
                <a:moveTo>
                  <a:pt x="80" y="76"/>
                </a:moveTo>
                <a:lnTo>
                  <a:pt x="73" y="77"/>
                </a:lnTo>
                <a:lnTo>
                  <a:pt x="72" y="70"/>
                </a:lnTo>
                <a:lnTo>
                  <a:pt x="79" y="68"/>
                </a:lnTo>
                <a:lnTo>
                  <a:pt x="80" y="76"/>
                </a:lnTo>
                <a:moveTo>
                  <a:pt x="73" y="77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0" y="82"/>
                </a:lnTo>
                <a:lnTo>
                  <a:pt x="39" y="74"/>
                </a:lnTo>
                <a:lnTo>
                  <a:pt x="47" y="73"/>
                </a:lnTo>
                <a:lnTo>
                  <a:pt x="48" y="81"/>
                </a:lnTo>
                <a:moveTo>
                  <a:pt x="40" y="82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4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6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6"/>
                </a:moveTo>
                <a:lnTo>
                  <a:pt x="0" y="88"/>
                </a:lnTo>
                <a:lnTo>
                  <a:pt x="4" y="77"/>
                </a:lnTo>
                <a:lnTo>
                  <a:pt x="11" y="79"/>
                </a:lnTo>
                <a:lnTo>
                  <a:pt x="10" y="84"/>
                </a:lnTo>
                <a:lnTo>
                  <a:pt x="6" y="83"/>
                </a:lnTo>
                <a:lnTo>
                  <a:pt x="5" y="79"/>
                </a:lnTo>
                <a:lnTo>
                  <a:pt x="8" y="79"/>
                </a:lnTo>
                <a:lnTo>
                  <a:pt x="9" y="86"/>
                </a:lnTo>
                <a:moveTo>
                  <a:pt x="4" y="77"/>
                </a:moveTo>
                <a:lnTo>
                  <a:pt x="6" y="69"/>
                </a:lnTo>
                <a:lnTo>
                  <a:pt x="14" y="72"/>
                </a:lnTo>
                <a:lnTo>
                  <a:pt x="11" y="79"/>
                </a:lnTo>
                <a:lnTo>
                  <a:pt x="4" y="77"/>
                </a:lnTo>
                <a:moveTo>
                  <a:pt x="6" y="69"/>
                </a:moveTo>
                <a:lnTo>
                  <a:pt x="9" y="62"/>
                </a:lnTo>
                <a:lnTo>
                  <a:pt x="16" y="64"/>
                </a:lnTo>
                <a:lnTo>
                  <a:pt x="14" y="72"/>
                </a:lnTo>
                <a:lnTo>
                  <a:pt x="6" y="69"/>
                </a:lnTo>
                <a:moveTo>
                  <a:pt x="9" y="62"/>
                </a:moveTo>
                <a:lnTo>
                  <a:pt x="11" y="54"/>
                </a:lnTo>
                <a:lnTo>
                  <a:pt x="19" y="57"/>
                </a:lnTo>
                <a:lnTo>
                  <a:pt x="16" y="64"/>
                </a:lnTo>
                <a:lnTo>
                  <a:pt x="9" y="62"/>
                </a:lnTo>
                <a:moveTo>
                  <a:pt x="11" y="54"/>
                </a:moveTo>
                <a:lnTo>
                  <a:pt x="14" y="47"/>
                </a:lnTo>
                <a:lnTo>
                  <a:pt x="21" y="49"/>
                </a:lnTo>
                <a:lnTo>
                  <a:pt x="19" y="57"/>
                </a:lnTo>
                <a:lnTo>
                  <a:pt x="11" y="54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49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4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4"/>
                </a:lnTo>
                <a:lnTo>
                  <a:pt x="28" y="26"/>
                </a:lnTo>
                <a:lnTo>
                  <a:pt x="26" y="34"/>
                </a:lnTo>
                <a:lnTo>
                  <a:pt x="19" y="32"/>
                </a:lnTo>
                <a:moveTo>
                  <a:pt x="21" y="24"/>
                </a:moveTo>
                <a:lnTo>
                  <a:pt x="23" y="16"/>
                </a:lnTo>
                <a:lnTo>
                  <a:pt x="31" y="19"/>
                </a:lnTo>
                <a:lnTo>
                  <a:pt x="28" y="26"/>
                </a:lnTo>
                <a:lnTo>
                  <a:pt x="21" y="24"/>
                </a:lnTo>
                <a:moveTo>
                  <a:pt x="23" y="16"/>
                </a:moveTo>
                <a:lnTo>
                  <a:pt x="26" y="9"/>
                </a:lnTo>
                <a:lnTo>
                  <a:pt x="33" y="11"/>
                </a:lnTo>
                <a:lnTo>
                  <a:pt x="31" y="19"/>
                </a:lnTo>
                <a:lnTo>
                  <a:pt x="23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3" y="15"/>
                </a:lnTo>
                <a:lnTo>
                  <a:pt x="28" y="10"/>
                </a:lnTo>
                <a:lnTo>
                  <a:pt x="31" y="7"/>
                </a:lnTo>
                <a:lnTo>
                  <a:pt x="34" y="8"/>
                </a:lnTo>
                <a:lnTo>
                  <a:pt x="33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554360" y="3670200"/>
            <a:ext cx="2334600" cy="50400"/>
          </a:xfrm>
          <a:custGeom>
            <a:avLst/>
            <a:gdLst/>
            <a:ahLst/>
            <a:rect l="0" t="0" r="r" b="b"/>
            <a:pathLst>
              <a:path fill="none" w="6485" h="140">
                <a:moveTo>
                  <a:pt x="0" y="140"/>
                </a:moveTo>
                <a:lnTo>
                  <a:pt x="41" y="127"/>
                </a:lnTo>
                <a:cubicBezTo>
                  <a:pt x="82" y="115"/>
                  <a:pt x="164" y="90"/>
                  <a:pt x="453" y="76"/>
                </a:cubicBezTo>
                <a:cubicBezTo>
                  <a:pt x="742" y="64"/>
                  <a:pt x="1238" y="64"/>
                  <a:pt x="1733" y="64"/>
                </a:cubicBezTo>
                <a:cubicBezTo>
                  <a:pt x="2229" y="64"/>
                  <a:pt x="2724" y="64"/>
                  <a:pt x="3227" y="64"/>
                </a:cubicBezTo>
                <a:cubicBezTo>
                  <a:pt x="3730" y="64"/>
                  <a:pt x="4239" y="64"/>
                  <a:pt x="4749" y="64"/>
                </a:cubicBezTo>
                <a:cubicBezTo>
                  <a:pt x="5258" y="64"/>
                  <a:pt x="5767" y="64"/>
                  <a:pt x="6057" y="53"/>
                </a:cubicBezTo>
                <a:cubicBezTo>
                  <a:pt x="6346" y="43"/>
                  <a:pt x="6416" y="21"/>
                  <a:pt x="6451" y="11"/>
                </a:cubicBezTo>
                <a:lnTo>
                  <a:pt x="6485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6870960" y="36608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0" y="0"/>
                </a:moveTo>
                <a:lnTo>
                  <a:pt x="88" y="15"/>
                </a:lnTo>
                <a:lnTo>
                  <a:pt x="23" y="76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6869160" y="365904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2"/>
                </a:moveTo>
                <a:lnTo>
                  <a:pt x="21" y="4"/>
                </a:lnTo>
                <a:lnTo>
                  <a:pt x="20" y="11"/>
                </a:lnTo>
                <a:lnTo>
                  <a:pt x="12" y="10"/>
                </a:lnTo>
                <a:lnTo>
                  <a:pt x="14" y="2"/>
                </a:lnTo>
                <a:moveTo>
                  <a:pt x="21" y="4"/>
                </a:moveTo>
                <a:lnTo>
                  <a:pt x="29" y="5"/>
                </a:lnTo>
                <a:lnTo>
                  <a:pt x="28" y="13"/>
                </a:lnTo>
                <a:lnTo>
                  <a:pt x="20" y="11"/>
                </a:lnTo>
                <a:lnTo>
                  <a:pt x="21" y="4"/>
                </a:lnTo>
                <a:moveTo>
                  <a:pt x="29" y="5"/>
                </a:moveTo>
                <a:lnTo>
                  <a:pt x="37" y="6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6"/>
                </a:moveTo>
                <a:lnTo>
                  <a:pt x="45" y="8"/>
                </a:lnTo>
                <a:lnTo>
                  <a:pt x="43" y="15"/>
                </a:lnTo>
                <a:lnTo>
                  <a:pt x="36" y="14"/>
                </a:lnTo>
                <a:lnTo>
                  <a:pt x="37" y="6"/>
                </a:lnTo>
                <a:moveTo>
                  <a:pt x="45" y="8"/>
                </a:moveTo>
                <a:lnTo>
                  <a:pt x="52" y="9"/>
                </a:lnTo>
                <a:lnTo>
                  <a:pt x="51" y="17"/>
                </a:lnTo>
                <a:lnTo>
                  <a:pt x="43" y="15"/>
                </a:lnTo>
                <a:lnTo>
                  <a:pt x="45" y="8"/>
                </a:lnTo>
                <a:moveTo>
                  <a:pt x="52" y="9"/>
                </a:moveTo>
                <a:lnTo>
                  <a:pt x="60" y="10"/>
                </a:lnTo>
                <a:lnTo>
                  <a:pt x="59" y="18"/>
                </a:lnTo>
                <a:lnTo>
                  <a:pt x="51" y="17"/>
                </a:lnTo>
                <a:lnTo>
                  <a:pt x="52" y="9"/>
                </a:lnTo>
                <a:moveTo>
                  <a:pt x="60" y="10"/>
                </a:moveTo>
                <a:lnTo>
                  <a:pt x="68" y="12"/>
                </a:lnTo>
                <a:lnTo>
                  <a:pt x="67" y="19"/>
                </a:lnTo>
                <a:lnTo>
                  <a:pt x="59" y="18"/>
                </a:lnTo>
                <a:lnTo>
                  <a:pt x="60" y="10"/>
                </a:lnTo>
                <a:moveTo>
                  <a:pt x="68" y="12"/>
                </a:moveTo>
                <a:lnTo>
                  <a:pt x="77" y="13"/>
                </a:lnTo>
                <a:lnTo>
                  <a:pt x="75" y="21"/>
                </a:lnTo>
                <a:lnTo>
                  <a:pt x="67" y="19"/>
                </a:lnTo>
                <a:lnTo>
                  <a:pt x="68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5" y="21"/>
                </a:lnTo>
                <a:lnTo>
                  <a:pt x="77" y="13"/>
                </a:lnTo>
                <a:moveTo>
                  <a:pt x="85" y="14"/>
                </a:moveTo>
                <a:lnTo>
                  <a:pt x="92" y="16"/>
                </a:lnTo>
                <a:lnTo>
                  <a:pt x="91" y="23"/>
                </a:lnTo>
                <a:lnTo>
                  <a:pt x="83" y="22"/>
                </a:lnTo>
                <a:lnTo>
                  <a:pt x="85" y="14"/>
                </a:lnTo>
                <a:moveTo>
                  <a:pt x="92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0" y="17"/>
                </a:lnTo>
                <a:lnTo>
                  <a:pt x="93" y="20"/>
                </a:lnTo>
                <a:lnTo>
                  <a:pt x="92" y="24"/>
                </a:lnTo>
                <a:lnTo>
                  <a:pt x="91" y="23"/>
                </a:lnTo>
                <a:lnTo>
                  <a:pt x="92" y="16"/>
                </a:lnTo>
                <a:moveTo>
                  <a:pt x="91" y="27"/>
                </a:moveTo>
                <a:lnTo>
                  <a:pt x="85" y="32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5" y="32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5" y="32"/>
                </a:lnTo>
                <a:moveTo>
                  <a:pt x="80" y="38"/>
                </a:moveTo>
                <a:lnTo>
                  <a:pt x="74" y="43"/>
                </a:lnTo>
                <a:lnTo>
                  <a:pt x="68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3"/>
                </a:moveTo>
                <a:lnTo>
                  <a:pt x="67" y="49"/>
                </a:lnTo>
                <a:lnTo>
                  <a:pt x="62" y="43"/>
                </a:lnTo>
                <a:lnTo>
                  <a:pt x="68" y="38"/>
                </a:lnTo>
                <a:lnTo>
                  <a:pt x="74" y="43"/>
                </a:lnTo>
                <a:moveTo>
                  <a:pt x="67" y="49"/>
                </a:moveTo>
                <a:lnTo>
                  <a:pt x="62" y="54"/>
                </a:lnTo>
                <a:lnTo>
                  <a:pt x="56" y="48"/>
                </a:lnTo>
                <a:lnTo>
                  <a:pt x="62" y="43"/>
                </a:lnTo>
                <a:lnTo>
                  <a:pt x="67" y="49"/>
                </a:lnTo>
                <a:moveTo>
                  <a:pt x="62" y="54"/>
                </a:moveTo>
                <a:lnTo>
                  <a:pt x="56" y="61"/>
                </a:lnTo>
                <a:lnTo>
                  <a:pt x="50" y="54"/>
                </a:lnTo>
                <a:lnTo>
                  <a:pt x="56" y="48"/>
                </a:lnTo>
                <a:lnTo>
                  <a:pt x="62" y="54"/>
                </a:lnTo>
                <a:moveTo>
                  <a:pt x="56" y="61"/>
                </a:moveTo>
                <a:lnTo>
                  <a:pt x="50" y="66"/>
                </a:lnTo>
                <a:lnTo>
                  <a:pt x="45" y="60"/>
                </a:lnTo>
                <a:lnTo>
                  <a:pt x="50" y="54"/>
                </a:lnTo>
                <a:lnTo>
                  <a:pt x="56" y="61"/>
                </a:lnTo>
                <a:moveTo>
                  <a:pt x="50" y="66"/>
                </a:moveTo>
                <a:lnTo>
                  <a:pt x="44" y="71"/>
                </a:lnTo>
                <a:lnTo>
                  <a:pt x="39" y="66"/>
                </a:lnTo>
                <a:lnTo>
                  <a:pt x="45" y="60"/>
                </a:lnTo>
                <a:lnTo>
                  <a:pt x="50" y="66"/>
                </a:lnTo>
                <a:moveTo>
                  <a:pt x="44" y="71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4" y="71"/>
                </a:lnTo>
                <a:moveTo>
                  <a:pt x="39" y="77"/>
                </a:moveTo>
                <a:lnTo>
                  <a:pt x="33" y="82"/>
                </a:lnTo>
                <a:lnTo>
                  <a:pt x="27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2"/>
                </a:moveTo>
                <a:lnTo>
                  <a:pt x="26" y="89"/>
                </a:lnTo>
                <a:lnTo>
                  <a:pt x="23" y="78"/>
                </a:lnTo>
                <a:lnTo>
                  <a:pt x="30" y="75"/>
                </a:lnTo>
                <a:lnTo>
                  <a:pt x="32" y="80"/>
                </a:lnTo>
                <a:lnTo>
                  <a:pt x="28" y="81"/>
                </a:lnTo>
                <a:lnTo>
                  <a:pt x="25" y="78"/>
                </a:lnTo>
                <a:lnTo>
                  <a:pt x="27" y="77"/>
                </a:lnTo>
                <a:lnTo>
                  <a:pt x="33" y="82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0" y="75"/>
                </a:lnTo>
                <a:lnTo>
                  <a:pt x="23" y="78"/>
                </a:lnTo>
                <a:moveTo>
                  <a:pt x="21" y="70"/>
                </a:moveTo>
                <a:lnTo>
                  <a:pt x="18" y="63"/>
                </a:lnTo>
                <a:lnTo>
                  <a:pt x="26" y="60"/>
                </a:lnTo>
                <a:lnTo>
                  <a:pt x="28" y="68"/>
                </a:lnTo>
                <a:lnTo>
                  <a:pt x="21" y="70"/>
                </a:lnTo>
                <a:moveTo>
                  <a:pt x="18" y="63"/>
                </a:moveTo>
                <a:lnTo>
                  <a:pt x="16" y="54"/>
                </a:lnTo>
                <a:lnTo>
                  <a:pt x="24" y="52"/>
                </a:lnTo>
                <a:lnTo>
                  <a:pt x="26" y="60"/>
                </a:lnTo>
                <a:lnTo>
                  <a:pt x="18" y="63"/>
                </a:lnTo>
                <a:moveTo>
                  <a:pt x="16" y="54"/>
                </a:moveTo>
                <a:lnTo>
                  <a:pt x="14" y="47"/>
                </a:lnTo>
                <a:lnTo>
                  <a:pt x="21" y="44"/>
                </a:lnTo>
                <a:lnTo>
                  <a:pt x="24" y="52"/>
                </a:lnTo>
                <a:lnTo>
                  <a:pt x="16" y="54"/>
                </a:lnTo>
                <a:moveTo>
                  <a:pt x="14" y="47"/>
                </a:moveTo>
                <a:lnTo>
                  <a:pt x="11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1" y="39"/>
                </a:moveTo>
                <a:lnTo>
                  <a:pt x="9" y="31"/>
                </a:lnTo>
                <a:lnTo>
                  <a:pt x="17" y="29"/>
                </a:lnTo>
                <a:lnTo>
                  <a:pt x="19" y="37"/>
                </a:lnTo>
                <a:lnTo>
                  <a:pt x="11" y="39"/>
                </a:lnTo>
                <a:moveTo>
                  <a:pt x="9" y="31"/>
                </a:moveTo>
                <a:lnTo>
                  <a:pt x="7" y="24"/>
                </a:lnTo>
                <a:lnTo>
                  <a:pt x="14" y="22"/>
                </a:lnTo>
                <a:lnTo>
                  <a:pt x="17" y="29"/>
                </a:lnTo>
                <a:lnTo>
                  <a:pt x="9" y="31"/>
                </a:lnTo>
                <a:moveTo>
                  <a:pt x="7" y="24"/>
                </a:moveTo>
                <a:lnTo>
                  <a:pt x="4" y="16"/>
                </a:lnTo>
                <a:lnTo>
                  <a:pt x="12" y="14"/>
                </a:lnTo>
                <a:lnTo>
                  <a:pt x="14" y="22"/>
                </a:lnTo>
                <a:lnTo>
                  <a:pt x="7" y="24"/>
                </a:lnTo>
                <a:moveTo>
                  <a:pt x="4" y="16"/>
                </a:moveTo>
                <a:lnTo>
                  <a:pt x="2" y="9"/>
                </a:lnTo>
                <a:lnTo>
                  <a:pt x="10" y="6"/>
                </a:lnTo>
                <a:lnTo>
                  <a:pt x="12" y="14"/>
                </a:lnTo>
                <a:lnTo>
                  <a:pt x="4" y="16"/>
                </a:lnTo>
                <a:moveTo>
                  <a:pt x="2" y="9"/>
                </a:moveTo>
                <a:lnTo>
                  <a:pt x="0" y="0"/>
                </a:lnTo>
                <a:lnTo>
                  <a:pt x="14" y="2"/>
                </a:lnTo>
                <a:lnTo>
                  <a:pt x="12" y="10"/>
                </a:lnTo>
                <a:lnTo>
                  <a:pt x="4" y="9"/>
                </a:lnTo>
                <a:lnTo>
                  <a:pt x="5" y="5"/>
                </a:lnTo>
                <a:lnTo>
                  <a:pt x="9" y="4"/>
                </a:lnTo>
                <a:lnTo>
                  <a:pt x="10" y="6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508480" y="1399680"/>
            <a:ext cx="5649120" cy="187200"/>
          </a:xfrm>
          <a:custGeom>
            <a:avLst/>
            <a:gdLst/>
            <a:ahLst/>
            <a:rect l="0" t="0" r="r" b="b"/>
            <a:pathLst>
              <a:path fill="none" w="15692" h="520">
                <a:moveTo>
                  <a:pt x="0" y="120"/>
                </a:moveTo>
                <a:lnTo>
                  <a:pt x="41" y="100"/>
                </a:lnTo>
                <a:cubicBezTo>
                  <a:pt x="82" y="80"/>
                  <a:pt x="164" y="40"/>
                  <a:pt x="424" y="20"/>
                </a:cubicBezTo>
                <a:cubicBezTo>
                  <a:pt x="684" y="0"/>
                  <a:pt x="1123" y="0"/>
                  <a:pt x="1561" y="0"/>
                </a:cubicBezTo>
                <a:cubicBezTo>
                  <a:pt x="1999" y="0"/>
                  <a:pt x="2437" y="0"/>
                  <a:pt x="2910" y="0"/>
                </a:cubicBezTo>
                <a:cubicBezTo>
                  <a:pt x="3384" y="0"/>
                  <a:pt x="3893" y="0"/>
                  <a:pt x="4403" y="0"/>
                </a:cubicBezTo>
                <a:cubicBezTo>
                  <a:pt x="4912" y="0"/>
                  <a:pt x="5421" y="0"/>
                  <a:pt x="5924" y="0"/>
                </a:cubicBezTo>
                <a:cubicBezTo>
                  <a:pt x="6426" y="0"/>
                  <a:pt x="6922" y="0"/>
                  <a:pt x="7417" y="0"/>
                </a:cubicBezTo>
                <a:cubicBezTo>
                  <a:pt x="7913" y="0"/>
                  <a:pt x="8408" y="0"/>
                  <a:pt x="8911" y="0"/>
                </a:cubicBezTo>
                <a:cubicBezTo>
                  <a:pt x="9413" y="0"/>
                  <a:pt x="9922" y="0"/>
                  <a:pt x="10432" y="0"/>
                </a:cubicBezTo>
                <a:cubicBezTo>
                  <a:pt x="10941" y="0"/>
                  <a:pt x="11450" y="0"/>
                  <a:pt x="11960" y="0"/>
                </a:cubicBezTo>
                <a:cubicBezTo>
                  <a:pt x="12469" y="0"/>
                  <a:pt x="12978" y="0"/>
                  <a:pt x="13488" y="0"/>
                </a:cubicBezTo>
                <a:cubicBezTo>
                  <a:pt x="13997" y="0"/>
                  <a:pt x="14506" y="0"/>
                  <a:pt x="14874" y="87"/>
                </a:cubicBezTo>
                <a:cubicBezTo>
                  <a:pt x="15241" y="173"/>
                  <a:pt x="15466" y="346"/>
                  <a:pt x="15579" y="432"/>
                </a:cubicBezTo>
                <a:lnTo>
                  <a:pt x="15692" y="52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37080" y="1566360"/>
            <a:ext cx="31680" cy="29160"/>
          </a:xfrm>
          <a:custGeom>
            <a:avLst/>
            <a:gdLst/>
            <a:ahLst/>
            <a:rect l="0" t="0" r="r" b="b"/>
            <a:pathLst>
              <a:path w="88" h="81">
                <a:moveTo>
                  <a:pt x="48" y="0"/>
                </a:moveTo>
                <a:lnTo>
                  <a:pt x="88" y="81"/>
                </a:lnTo>
                <a:lnTo>
                  <a:pt x="0" y="64"/>
                </a:lnTo>
                <a:lnTo>
                  <a:pt x="4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34560" y="1563840"/>
            <a:ext cx="36720" cy="33480"/>
          </a:xfrm>
          <a:custGeom>
            <a:avLst/>
            <a:gdLst/>
            <a:ahLst/>
            <a:rect l="0" t="0" r="r" b="b"/>
            <a:pathLst>
              <a:path w="102" h="93">
                <a:moveTo>
                  <a:pt x="63" y="13"/>
                </a:moveTo>
                <a:lnTo>
                  <a:pt x="67" y="20"/>
                </a:lnTo>
                <a:lnTo>
                  <a:pt x="60" y="23"/>
                </a:lnTo>
                <a:lnTo>
                  <a:pt x="56" y="16"/>
                </a:lnTo>
                <a:lnTo>
                  <a:pt x="63" y="13"/>
                </a:lnTo>
                <a:moveTo>
                  <a:pt x="67" y="20"/>
                </a:moveTo>
                <a:lnTo>
                  <a:pt x="70" y="28"/>
                </a:lnTo>
                <a:lnTo>
                  <a:pt x="63" y="31"/>
                </a:lnTo>
                <a:lnTo>
                  <a:pt x="60" y="23"/>
                </a:lnTo>
                <a:lnTo>
                  <a:pt x="67" y="20"/>
                </a:lnTo>
                <a:moveTo>
                  <a:pt x="70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0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4" y="53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4" y="53"/>
                </a:lnTo>
                <a:lnTo>
                  <a:pt x="81" y="49"/>
                </a:lnTo>
                <a:moveTo>
                  <a:pt x="84" y="56"/>
                </a:moveTo>
                <a:lnTo>
                  <a:pt x="88" y="63"/>
                </a:lnTo>
                <a:lnTo>
                  <a:pt x="81" y="67"/>
                </a:lnTo>
                <a:lnTo>
                  <a:pt x="77" y="60"/>
                </a:lnTo>
                <a:lnTo>
                  <a:pt x="84" y="56"/>
                </a:lnTo>
                <a:moveTo>
                  <a:pt x="88" y="63"/>
                </a:moveTo>
                <a:lnTo>
                  <a:pt x="91" y="70"/>
                </a:lnTo>
                <a:lnTo>
                  <a:pt x="84" y="74"/>
                </a:lnTo>
                <a:lnTo>
                  <a:pt x="81" y="67"/>
                </a:lnTo>
                <a:lnTo>
                  <a:pt x="88" y="63"/>
                </a:lnTo>
                <a:moveTo>
                  <a:pt x="91" y="70"/>
                </a:moveTo>
                <a:lnTo>
                  <a:pt x="95" y="77"/>
                </a:lnTo>
                <a:lnTo>
                  <a:pt x="87" y="81"/>
                </a:lnTo>
                <a:lnTo>
                  <a:pt x="84" y="74"/>
                </a:lnTo>
                <a:lnTo>
                  <a:pt x="91" y="70"/>
                </a:lnTo>
                <a:moveTo>
                  <a:pt x="95" y="77"/>
                </a:moveTo>
                <a:lnTo>
                  <a:pt x="98" y="85"/>
                </a:lnTo>
                <a:lnTo>
                  <a:pt x="91" y="88"/>
                </a:lnTo>
                <a:lnTo>
                  <a:pt x="87" y="81"/>
                </a:lnTo>
                <a:lnTo>
                  <a:pt x="95" y="77"/>
                </a:lnTo>
                <a:moveTo>
                  <a:pt x="98" y="85"/>
                </a:moveTo>
                <a:lnTo>
                  <a:pt x="102" y="93"/>
                </a:lnTo>
                <a:lnTo>
                  <a:pt x="88" y="90"/>
                </a:lnTo>
                <a:lnTo>
                  <a:pt x="89" y="82"/>
                </a:lnTo>
                <a:lnTo>
                  <a:pt x="96" y="84"/>
                </a:lnTo>
                <a:lnTo>
                  <a:pt x="95" y="88"/>
                </a:lnTo>
                <a:lnTo>
                  <a:pt x="92" y="89"/>
                </a:lnTo>
                <a:lnTo>
                  <a:pt x="91" y="88"/>
                </a:lnTo>
                <a:lnTo>
                  <a:pt x="98" y="85"/>
                </a:lnTo>
                <a:moveTo>
                  <a:pt x="88" y="90"/>
                </a:moveTo>
                <a:lnTo>
                  <a:pt x="80" y="89"/>
                </a:lnTo>
                <a:lnTo>
                  <a:pt x="82" y="81"/>
                </a:lnTo>
                <a:lnTo>
                  <a:pt x="89" y="82"/>
                </a:lnTo>
                <a:lnTo>
                  <a:pt x="88" y="90"/>
                </a:lnTo>
                <a:moveTo>
                  <a:pt x="80" y="89"/>
                </a:moveTo>
                <a:lnTo>
                  <a:pt x="72" y="87"/>
                </a:lnTo>
                <a:lnTo>
                  <a:pt x="74" y="79"/>
                </a:lnTo>
                <a:lnTo>
                  <a:pt x="82" y="81"/>
                </a:lnTo>
                <a:lnTo>
                  <a:pt x="80" y="89"/>
                </a:lnTo>
                <a:moveTo>
                  <a:pt x="72" y="87"/>
                </a:moveTo>
                <a:lnTo>
                  <a:pt x="65" y="86"/>
                </a:lnTo>
                <a:lnTo>
                  <a:pt x="66" y="78"/>
                </a:lnTo>
                <a:lnTo>
                  <a:pt x="74" y="79"/>
                </a:lnTo>
                <a:lnTo>
                  <a:pt x="72" y="87"/>
                </a:lnTo>
                <a:moveTo>
                  <a:pt x="65" y="86"/>
                </a:moveTo>
                <a:lnTo>
                  <a:pt x="57" y="84"/>
                </a:lnTo>
                <a:lnTo>
                  <a:pt x="58" y="76"/>
                </a:lnTo>
                <a:lnTo>
                  <a:pt x="66" y="78"/>
                </a:lnTo>
                <a:lnTo>
                  <a:pt x="65" y="86"/>
                </a:lnTo>
                <a:moveTo>
                  <a:pt x="57" y="84"/>
                </a:moveTo>
                <a:lnTo>
                  <a:pt x="48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8" y="83"/>
                </a:moveTo>
                <a:lnTo>
                  <a:pt x="40" y="81"/>
                </a:lnTo>
                <a:lnTo>
                  <a:pt x="42" y="73"/>
                </a:lnTo>
                <a:lnTo>
                  <a:pt x="50" y="75"/>
                </a:lnTo>
                <a:lnTo>
                  <a:pt x="48" y="83"/>
                </a:lnTo>
                <a:moveTo>
                  <a:pt x="40" y="81"/>
                </a:moveTo>
                <a:lnTo>
                  <a:pt x="33" y="80"/>
                </a:lnTo>
                <a:lnTo>
                  <a:pt x="34" y="72"/>
                </a:lnTo>
                <a:lnTo>
                  <a:pt x="42" y="73"/>
                </a:lnTo>
                <a:lnTo>
                  <a:pt x="40" y="81"/>
                </a:lnTo>
                <a:moveTo>
                  <a:pt x="33" y="80"/>
                </a:moveTo>
                <a:lnTo>
                  <a:pt x="25" y="78"/>
                </a:lnTo>
                <a:lnTo>
                  <a:pt x="27" y="71"/>
                </a:lnTo>
                <a:lnTo>
                  <a:pt x="34" y="72"/>
                </a:lnTo>
                <a:lnTo>
                  <a:pt x="33" y="80"/>
                </a:lnTo>
                <a:moveTo>
                  <a:pt x="25" y="78"/>
                </a:moveTo>
                <a:lnTo>
                  <a:pt x="17" y="77"/>
                </a:lnTo>
                <a:lnTo>
                  <a:pt x="19" y="69"/>
                </a:lnTo>
                <a:lnTo>
                  <a:pt x="27" y="71"/>
                </a:lnTo>
                <a:lnTo>
                  <a:pt x="25" y="78"/>
                </a:lnTo>
                <a:moveTo>
                  <a:pt x="17" y="77"/>
                </a:moveTo>
                <a:lnTo>
                  <a:pt x="10" y="75"/>
                </a:lnTo>
                <a:lnTo>
                  <a:pt x="11" y="68"/>
                </a:lnTo>
                <a:lnTo>
                  <a:pt x="19" y="69"/>
                </a:lnTo>
                <a:lnTo>
                  <a:pt x="17" y="77"/>
                </a:lnTo>
                <a:moveTo>
                  <a:pt x="10" y="75"/>
                </a:moveTo>
                <a:lnTo>
                  <a:pt x="0" y="74"/>
                </a:lnTo>
                <a:lnTo>
                  <a:pt x="7" y="64"/>
                </a:lnTo>
                <a:lnTo>
                  <a:pt x="14" y="69"/>
                </a:lnTo>
                <a:lnTo>
                  <a:pt x="11" y="73"/>
                </a:lnTo>
                <a:lnTo>
                  <a:pt x="7" y="71"/>
                </a:lnTo>
                <a:lnTo>
                  <a:pt x="8" y="67"/>
                </a:lnTo>
                <a:lnTo>
                  <a:pt x="11" y="68"/>
                </a:lnTo>
                <a:lnTo>
                  <a:pt x="10" y="75"/>
                </a:lnTo>
                <a:moveTo>
                  <a:pt x="7" y="64"/>
                </a:moveTo>
                <a:lnTo>
                  <a:pt x="12" y="58"/>
                </a:lnTo>
                <a:lnTo>
                  <a:pt x="18" y="63"/>
                </a:lnTo>
                <a:lnTo>
                  <a:pt x="14" y="69"/>
                </a:lnTo>
                <a:lnTo>
                  <a:pt x="7" y="64"/>
                </a:lnTo>
                <a:moveTo>
                  <a:pt x="12" y="58"/>
                </a:moveTo>
                <a:lnTo>
                  <a:pt x="17" y="52"/>
                </a:lnTo>
                <a:lnTo>
                  <a:pt x="23" y="57"/>
                </a:lnTo>
                <a:lnTo>
                  <a:pt x="18" y="63"/>
                </a:lnTo>
                <a:lnTo>
                  <a:pt x="12" y="58"/>
                </a:lnTo>
                <a:moveTo>
                  <a:pt x="17" y="52"/>
                </a:moveTo>
                <a:lnTo>
                  <a:pt x="22" y="46"/>
                </a:lnTo>
                <a:lnTo>
                  <a:pt x="28" y="50"/>
                </a:lnTo>
                <a:lnTo>
                  <a:pt x="23" y="57"/>
                </a:lnTo>
                <a:lnTo>
                  <a:pt x="17" y="52"/>
                </a:lnTo>
                <a:moveTo>
                  <a:pt x="22" y="46"/>
                </a:moveTo>
                <a:lnTo>
                  <a:pt x="27" y="39"/>
                </a:lnTo>
                <a:lnTo>
                  <a:pt x="33" y="44"/>
                </a:lnTo>
                <a:lnTo>
                  <a:pt x="28" y="50"/>
                </a:lnTo>
                <a:lnTo>
                  <a:pt x="22" y="46"/>
                </a:lnTo>
                <a:moveTo>
                  <a:pt x="27" y="39"/>
                </a:moveTo>
                <a:lnTo>
                  <a:pt x="31" y="33"/>
                </a:lnTo>
                <a:lnTo>
                  <a:pt x="38" y="38"/>
                </a:lnTo>
                <a:lnTo>
                  <a:pt x="33" y="44"/>
                </a:lnTo>
                <a:lnTo>
                  <a:pt x="27" y="39"/>
                </a:lnTo>
                <a:moveTo>
                  <a:pt x="31" y="33"/>
                </a:moveTo>
                <a:lnTo>
                  <a:pt x="36" y="27"/>
                </a:lnTo>
                <a:lnTo>
                  <a:pt x="42" y="32"/>
                </a:lnTo>
                <a:lnTo>
                  <a:pt x="38" y="38"/>
                </a:lnTo>
                <a:lnTo>
                  <a:pt x="31" y="33"/>
                </a:lnTo>
                <a:moveTo>
                  <a:pt x="36" y="27"/>
                </a:moveTo>
                <a:lnTo>
                  <a:pt x="41" y="20"/>
                </a:lnTo>
                <a:lnTo>
                  <a:pt x="47" y="24"/>
                </a:lnTo>
                <a:lnTo>
                  <a:pt x="42" y="32"/>
                </a:lnTo>
                <a:lnTo>
                  <a:pt x="36" y="27"/>
                </a:lnTo>
                <a:moveTo>
                  <a:pt x="41" y="20"/>
                </a:moveTo>
                <a:lnTo>
                  <a:pt x="46" y="13"/>
                </a:lnTo>
                <a:lnTo>
                  <a:pt x="52" y="18"/>
                </a:lnTo>
                <a:lnTo>
                  <a:pt x="47" y="24"/>
                </a:lnTo>
                <a:lnTo>
                  <a:pt x="41" y="20"/>
                </a:lnTo>
                <a:moveTo>
                  <a:pt x="46" y="13"/>
                </a:moveTo>
                <a:lnTo>
                  <a:pt x="51" y="7"/>
                </a:lnTo>
                <a:lnTo>
                  <a:pt x="58" y="12"/>
                </a:lnTo>
                <a:lnTo>
                  <a:pt x="52" y="18"/>
                </a:lnTo>
                <a:lnTo>
                  <a:pt x="46" y="13"/>
                </a:lnTo>
                <a:moveTo>
                  <a:pt x="51" y="7"/>
                </a:moveTo>
                <a:lnTo>
                  <a:pt x="57" y="0"/>
                </a:lnTo>
                <a:lnTo>
                  <a:pt x="63" y="13"/>
                </a:lnTo>
                <a:lnTo>
                  <a:pt x="56" y="16"/>
                </a:lnTo>
                <a:lnTo>
                  <a:pt x="52" y="9"/>
                </a:lnTo>
                <a:lnTo>
                  <a:pt x="56" y="7"/>
                </a:lnTo>
                <a:lnTo>
                  <a:pt x="60" y="10"/>
                </a:lnTo>
                <a:lnTo>
                  <a:pt x="58" y="12"/>
                </a:lnTo>
                <a:lnTo>
                  <a:pt x="51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267440" y="1470960"/>
            <a:ext cx="3832560" cy="516600"/>
          </a:xfrm>
          <a:custGeom>
            <a:avLst/>
            <a:gdLst/>
            <a:ahLst/>
            <a:rect l="0" t="0" r="r" b="b"/>
            <a:pathLst>
              <a:path fill="none" w="10646" h="1435">
                <a:moveTo>
                  <a:pt x="0" y="1435"/>
                </a:moveTo>
                <a:lnTo>
                  <a:pt x="174" y="1196"/>
                </a:lnTo>
                <a:cubicBezTo>
                  <a:pt x="348" y="957"/>
                  <a:pt x="696" y="478"/>
                  <a:pt x="1117" y="239"/>
                </a:cubicBezTo>
                <a:cubicBezTo>
                  <a:pt x="1539" y="0"/>
                  <a:pt x="2035" y="0"/>
                  <a:pt x="2530" y="0"/>
                </a:cubicBezTo>
                <a:cubicBezTo>
                  <a:pt x="3026" y="0"/>
                  <a:pt x="3521" y="0"/>
                  <a:pt x="4024" y="0"/>
                </a:cubicBezTo>
                <a:cubicBezTo>
                  <a:pt x="4527" y="0"/>
                  <a:pt x="5036" y="0"/>
                  <a:pt x="5546" y="0"/>
                </a:cubicBezTo>
                <a:cubicBezTo>
                  <a:pt x="6055" y="0"/>
                  <a:pt x="6564" y="0"/>
                  <a:pt x="7074" y="0"/>
                </a:cubicBezTo>
                <a:cubicBezTo>
                  <a:pt x="7583" y="0"/>
                  <a:pt x="8092" y="0"/>
                  <a:pt x="8602" y="0"/>
                </a:cubicBezTo>
                <a:cubicBezTo>
                  <a:pt x="9111" y="0"/>
                  <a:pt x="9620" y="0"/>
                  <a:pt x="9961" y="54"/>
                </a:cubicBezTo>
                <a:cubicBezTo>
                  <a:pt x="10302" y="108"/>
                  <a:pt x="10474" y="216"/>
                  <a:pt x="10560" y="270"/>
                </a:cubicBezTo>
                <a:lnTo>
                  <a:pt x="10646" y="32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080200" y="156780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41" y="0"/>
                </a:moveTo>
                <a:lnTo>
                  <a:pt x="88" y="77"/>
                </a:lnTo>
                <a:lnTo>
                  <a:pt x="0" y="68"/>
                </a:lnTo>
                <a:lnTo>
                  <a:pt x="4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077680" y="156528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57" y="12"/>
                </a:moveTo>
                <a:lnTo>
                  <a:pt x="61" y="19"/>
                </a:lnTo>
                <a:lnTo>
                  <a:pt x="54" y="23"/>
                </a:lnTo>
                <a:lnTo>
                  <a:pt x="50" y="16"/>
                </a:lnTo>
                <a:lnTo>
                  <a:pt x="57" y="12"/>
                </a:lnTo>
                <a:moveTo>
                  <a:pt x="61" y="19"/>
                </a:moveTo>
                <a:lnTo>
                  <a:pt x="65" y="25"/>
                </a:lnTo>
                <a:lnTo>
                  <a:pt x="58" y="29"/>
                </a:lnTo>
                <a:lnTo>
                  <a:pt x="54" y="23"/>
                </a:lnTo>
                <a:lnTo>
                  <a:pt x="61" y="19"/>
                </a:lnTo>
                <a:moveTo>
                  <a:pt x="65" y="25"/>
                </a:moveTo>
                <a:lnTo>
                  <a:pt x="69" y="32"/>
                </a:lnTo>
                <a:lnTo>
                  <a:pt x="62" y="36"/>
                </a:lnTo>
                <a:lnTo>
                  <a:pt x="58" y="29"/>
                </a:lnTo>
                <a:lnTo>
                  <a:pt x="65" y="25"/>
                </a:lnTo>
                <a:moveTo>
                  <a:pt x="69" y="32"/>
                </a:moveTo>
                <a:lnTo>
                  <a:pt x="73" y="39"/>
                </a:lnTo>
                <a:lnTo>
                  <a:pt x="67" y="43"/>
                </a:lnTo>
                <a:lnTo>
                  <a:pt x="62" y="36"/>
                </a:lnTo>
                <a:lnTo>
                  <a:pt x="69" y="32"/>
                </a:lnTo>
                <a:moveTo>
                  <a:pt x="73" y="39"/>
                </a:moveTo>
                <a:lnTo>
                  <a:pt x="77" y="47"/>
                </a:lnTo>
                <a:lnTo>
                  <a:pt x="71" y="51"/>
                </a:lnTo>
                <a:lnTo>
                  <a:pt x="67" y="43"/>
                </a:lnTo>
                <a:lnTo>
                  <a:pt x="73" y="39"/>
                </a:lnTo>
                <a:moveTo>
                  <a:pt x="77" y="47"/>
                </a:moveTo>
                <a:lnTo>
                  <a:pt x="81" y="53"/>
                </a:lnTo>
                <a:lnTo>
                  <a:pt x="75" y="57"/>
                </a:lnTo>
                <a:lnTo>
                  <a:pt x="71" y="51"/>
                </a:lnTo>
                <a:lnTo>
                  <a:pt x="77" y="47"/>
                </a:lnTo>
                <a:moveTo>
                  <a:pt x="81" y="53"/>
                </a:moveTo>
                <a:lnTo>
                  <a:pt x="86" y="60"/>
                </a:lnTo>
                <a:lnTo>
                  <a:pt x="79" y="64"/>
                </a:lnTo>
                <a:lnTo>
                  <a:pt x="75" y="57"/>
                </a:lnTo>
                <a:lnTo>
                  <a:pt x="81" y="53"/>
                </a:lnTo>
                <a:moveTo>
                  <a:pt x="86" y="60"/>
                </a:moveTo>
                <a:lnTo>
                  <a:pt x="90" y="67"/>
                </a:lnTo>
                <a:lnTo>
                  <a:pt x="83" y="71"/>
                </a:lnTo>
                <a:lnTo>
                  <a:pt x="79" y="64"/>
                </a:lnTo>
                <a:lnTo>
                  <a:pt x="86" y="60"/>
                </a:lnTo>
                <a:moveTo>
                  <a:pt x="90" y="67"/>
                </a:moveTo>
                <a:lnTo>
                  <a:pt x="94" y="74"/>
                </a:lnTo>
                <a:lnTo>
                  <a:pt x="87" y="78"/>
                </a:lnTo>
                <a:lnTo>
                  <a:pt x="83" y="71"/>
                </a:lnTo>
                <a:lnTo>
                  <a:pt x="90" y="67"/>
                </a:lnTo>
                <a:moveTo>
                  <a:pt x="94" y="74"/>
                </a:moveTo>
                <a:lnTo>
                  <a:pt x="98" y="80"/>
                </a:lnTo>
                <a:lnTo>
                  <a:pt x="91" y="84"/>
                </a:lnTo>
                <a:lnTo>
                  <a:pt x="87" y="78"/>
                </a:lnTo>
                <a:lnTo>
                  <a:pt x="94" y="74"/>
                </a:lnTo>
                <a:moveTo>
                  <a:pt x="98" y="80"/>
                </a:moveTo>
                <a:lnTo>
                  <a:pt x="103" y="88"/>
                </a:lnTo>
                <a:lnTo>
                  <a:pt x="88" y="87"/>
                </a:lnTo>
                <a:lnTo>
                  <a:pt x="89" y="79"/>
                </a:lnTo>
                <a:lnTo>
                  <a:pt x="96" y="80"/>
                </a:lnTo>
                <a:lnTo>
                  <a:pt x="95" y="84"/>
                </a:lnTo>
                <a:lnTo>
                  <a:pt x="92" y="86"/>
                </a:lnTo>
                <a:lnTo>
                  <a:pt x="91" y="84"/>
                </a:lnTo>
                <a:lnTo>
                  <a:pt x="98" y="80"/>
                </a:lnTo>
                <a:moveTo>
                  <a:pt x="88" y="87"/>
                </a:moveTo>
                <a:lnTo>
                  <a:pt x="81" y="86"/>
                </a:lnTo>
                <a:lnTo>
                  <a:pt x="81" y="78"/>
                </a:lnTo>
                <a:lnTo>
                  <a:pt x="89" y="79"/>
                </a:lnTo>
                <a:lnTo>
                  <a:pt x="88" y="87"/>
                </a:lnTo>
                <a:moveTo>
                  <a:pt x="81" y="86"/>
                </a:moveTo>
                <a:lnTo>
                  <a:pt x="73" y="85"/>
                </a:lnTo>
                <a:lnTo>
                  <a:pt x="74" y="77"/>
                </a:lnTo>
                <a:lnTo>
                  <a:pt x="81" y="78"/>
                </a:lnTo>
                <a:lnTo>
                  <a:pt x="81" y="86"/>
                </a:lnTo>
                <a:moveTo>
                  <a:pt x="73" y="85"/>
                </a:moveTo>
                <a:lnTo>
                  <a:pt x="65" y="85"/>
                </a:lnTo>
                <a:lnTo>
                  <a:pt x="66" y="77"/>
                </a:lnTo>
                <a:lnTo>
                  <a:pt x="74" y="77"/>
                </a:lnTo>
                <a:lnTo>
                  <a:pt x="73" y="85"/>
                </a:lnTo>
                <a:moveTo>
                  <a:pt x="65" y="85"/>
                </a:moveTo>
                <a:lnTo>
                  <a:pt x="57" y="84"/>
                </a:lnTo>
                <a:lnTo>
                  <a:pt x="58" y="76"/>
                </a:lnTo>
                <a:lnTo>
                  <a:pt x="66" y="77"/>
                </a:lnTo>
                <a:lnTo>
                  <a:pt x="65" y="85"/>
                </a:lnTo>
                <a:moveTo>
                  <a:pt x="57" y="84"/>
                </a:moveTo>
                <a:lnTo>
                  <a:pt x="49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2"/>
                </a:lnTo>
                <a:lnTo>
                  <a:pt x="42" y="74"/>
                </a:lnTo>
                <a:lnTo>
                  <a:pt x="50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1"/>
                </a:lnTo>
                <a:lnTo>
                  <a:pt x="33" y="74"/>
                </a:lnTo>
                <a:lnTo>
                  <a:pt x="42" y="74"/>
                </a:lnTo>
                <a:lnTo>
                  <a:pt x="41" y="82"/>
                </a:lnTo>
                <a:moveTo>
                  <a:pt x="33" y="81"/>
                </a:moveTo>
                <a:lnTo>
                  <a:pt x="25" y="81"/>
                </a:lnTo>
                <a:lnTo>
                  <a:pt x="25" y="73"/>
                </a:lnTo>
                <a:lnTo>
                  <a:pt x="33" y="74"/>
                </a:lnTo>
                <a:lnTo>
                  <a:pt x="33" y="81"/>
                </a:lnTo>
                <a:moveTo>
                  <a:pt x="25" y="81"/>
                </a:moveTo>
                <a:lnTo>
                  <a:pt x="17" y="80"/>
                </a:lnTo>
                <a:lnTo>
                  <a:pt x="18" y="72"/>
                </a:lnTo>
                <a:lnTo>
                  <a:pt x="25" y="73"/>
                </a:lnTo>
                <a:lnTo>
                  <a:pt x="25" y="81"/>
                </a:lnTo>
                <a:moveTo>
                  <a:pt x="17" y="80"/>
                </a:moveTo>
                <a:lnTo>
                  <a:pt x="9" y="79"/>
                </a:lnTo>
                <a:lnTo>
                  <a:pt x="10" y="71"/>
                </a:lnTo>
                <a:lnTo>
                  <a:pt x="18" y="72"/>
                </a:lnTo>
                <a:lnTo>
                  <a:pt x="17" y="80"/>
                </a:lnTo>
                <a:moveTo>
                  <a:pt x="9" y="79"/>
                </a:moveTo>
                <a:lnTo>
                  <a:pt x="0" y="78"/>
                </a:lnTo>
                <a:lnTo>
                  <a:pt x="6" y="69"/>
                </a:lnTo>
                <a:lnTo>
                  <a:pt x="13" y="73"/>
                </a:lnTo>
                <a:lnTo>
                  <a:pt x="10" y="77"/>
                </a:lnTo>
                <a:lnTo>
                  <a:pt x="7" y="75"/>
                </a:lnTo>
                <a:lnTo>
                  <a:pt x="7" y="71"/>
                </a:lnTo>
                <a:lnTo>
                  <a:pt x="10" y="71"/>
                </a:lnTo>
                <a:lnTo>
                  <a:pt x="9" y="79"/>
                </a:lnTo>
                <a:moveTo>
                  <a:pt x="6" y="69"/>
                </a:moveTo>
                <a:lnTo>
                  <a:pt x="10" y="62"/>
                </a:lnTo>
                <a:lnTo>
                  <a:pt x="17" y="66"/>
                </a:lnTo>
                <a:lnTo>
                  <a:pt x="13" y="73"/>
                </a:lnTo>
                <a:lnTo>
                  <a:pt x="6" y="69"/>
                </a:lnTo>
                <a:moveTo>
                  <a:pt x="10" y="62"/>
                </a:moveTo>
                <a:lnTo>
                  <a:pt x="14" y="55"/>
                </a:lnTo>
                <a:lnTo>
                  <a:pt x="21" y="59"/>
                </a:lnTo>
                <a:lnTo>
                  <a:pt x="17" y="66"/>
                </a:lnTo>
                <a:lnTo>
                  <a:pt x="10" y="62"/>
                </a:lnTo>
                <a:moveTo>
                  <a:pt x="14" y="55"/>
                </a:moveTo>
                <a:lnTo>
                  <a:pt x="18" y="49"/>
                </a:lnTo>
                <a:lnTo>
                  <a:pt x="25" y="53"/>
                </a:lnTo>
                <a:lnTo>
                  <a:pt x="21" y="59"/>
                </a:lnTo>
                <a:lnTo>
                  <a:pt x="14" y="55"/>
                </a:lnTo>
                <a:moveTo>
                  <a:pt x="18" y="49"/>
                </a:moveTo>
                <a:lnTo>
                  <a:pt x="23" y="41"/>
                </a:lnTo>
                <a:lnTo>
                  <a:pt x="29" y="45"/>
                </a:lnTo>
                <a:lnTo>
                  <a:pt x="25" y="53"/>
                </a:lnTo>
                <a:lnTo>
                  <a:pt x="18" y="49"/>
                </a:lnTo>
                <a:moveTo>
                  <a:pt x="23" y="41"/>
                </a:moveTo>
                <a:lnTo>
                  <a:pt x="27" y="34"/>
                </a:lnTo>
                <a:lnTo>
                  <a:pt x="33" y="38"/>
                </a:lnTo>
                <a:lnTo>
                  <a:pt x="29" y="45"/>
                </a:lnTo>
                <a:lnTo>
                  <a:pt x="23" y="41"/>
                </a:lnTo>
                <a:moveTo>
                  <a:pt x="27" y="34"/>
                </a:moveTo>
                <a:lnTo>
                  <a:pt x="31" y="28"/>
                </a:lnTo>
                <a:lnTo>
                  <a:pt x="39" y="32"/>
                </a:lnTo>
                <a:lnTo>
                  <a:pt x="33" y="38"/>
                </a:lnTo>
                <a:lnTo>
                  <a:pt x="27" y="34"/>
                </a:lnTo>
                <a:moveTo>
                  <a:pt x="31" y="28"/>
                </a:moveTo>
                <a:lnTo>
                  <a:pt x="36" y="21"/>
                </a:lnTo>
                <a:lnTo>
                  <a:pt x="43" y="25"/>
                </a:lnTo>
                <a:lnTo>
                  <a:pt x="39" y="32"/>
                </a:lnTo>
                <a:lnTo>
                  <a:pt x="31" y="28"/>
                </a:lnTo>
                <a:moveTo>
                  <a:pt x="36" y="21"/>
                </a:moveTo>
                <a:lnTo>
                  <a:pt x="40" y="14"/>
                </a:lnTo>
                <a:lnTo>
                  <a:pt x="47" y="18"/>
                </a:lnTo>
                <a:lnTo>
                  <a:pt x="43" y="25"/>
                </a:lnTo>
                <a:lnTo>
                  <a:pt x="36" y="21"/>
                </a:lnTo>
                <a:moveTo>
                  <a:pt x="40" y="14"/>
                </a:moveTo>
                <a:lnTo>
                  <a:pt x="45" y="8"/>
                </a:lnTo>
                <a:lnTo>
                  <a:pt x="51" y="12"/>
                </a:lnTo>
                <a:lnTo>
                  <a:pt x="47" y="18"/>
                </a:lnTo>
                <a:lnTo>
                  <a:pt x="40" y="14"/>
                </a:lnTo>
                <a:moveTo>
                  <a:pt x="45" y="8"/>
                </a:moveTo>
                <a:lnTo>
                  <a:pt x="49" y="0"/>
                </a:lnTo>
                <a:lnTo>
                  <a:pt x="57" y="12"/>
                </a:lnTo>
                <a:lnTo>
                  <a:pt x="50" y="16"/>
                </a:lnTo>
                <a:lnTo>
                  <a:pt x="46" y="9"/>
                </a:lnTo>
                <a:lnTo>
                  <a:pt x="49" y="7"/>
                </a:lnTo>
                <a:lnTo>
                  <a:pt x="53" y="9"/>
                </a:lnTo>
                <a:lnTo>
                  <a:pt x="51" y="12"/>
                </a:lnTo>
                <a:lnTo>
                  <a:pt x="45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3217320" y="1541880"/>
            <a:ext cx="4793040" cy="341640"/>
          </a:xfrm>
          <a:custGeom>
            <a:avLst/>
            <a:gdLst/>
            <a:ahLst/>
            <a:rect l="0" t="0" r="r" b="b"/>
            <a:pathLst>
              <a:path fill="none" w="13314" h="949">
                <a:moveTo>
                  <a:pt x="0" y="949"/>
                </a:moveTo>
                <a:lnTo>
                  <a:pt x="151" y="790"/>
                </a:lnTo>
                <a:cubicBezTo>
                  <a:pt x="301" y="632"/>
                  <a:pt x="603" y="316"/>
                  <a:pt x="1009" y="158"/>
                </a:cubicBezTo>
                <a:cubicBezTo>
                  <a:pt x="1414" y="0"/>
                  <a:pt x="1923" y="0"/>
                  <a:pt x="2433" y="0"/>
                </a:cubicBezTo>
                <a:cubicBezTo>
                  <a:pt x="2942" y="0"/>
                  <a:pt x="3451" y="0"/>
                  <a:pt x="3954" y="0"/>
                </a:cubicBezTo>
                <a:cubicBezTo>
                  <a:pt x="4456" y="0"/>
                  <a:pt x="4952" y="0"/>
                  <a:pt x="5447" y="0"/>
                </a:cubicBezTo>
                <a:cubicBezTo>
                  <a:pt x="5943" y="0"/>
                  <a:pt x="6438" y="0"/>
                  <a:pt x="6941" y="0"/>
                </a:cubicBezTo>
                <a:cubicBezTo>
                  <a:pt x="7443" y="0"/>
                  <a:pt x="7952" y="0"/>
                  <a:pt x="8462" y="0"/>
                </a:cubicBezTo>
                <a:cubicBezTo>
                  <a:pt x="8971" y="0"/>
                  <a:pt x="9480" y="0"/>
                  <a:pt x="9990" y="0"/>
                </a:cubicBezTo>
                <a:cubicBezTo>
                  <a:pt x="10499" y="0"/>
                  <a:pt x="11008" y="0"/>
                  <a:pt x="11519" y="0"/>
                </a:cubicBezTo>
                <a:cubicBezTo>
                  <a:pt x="12028" y="0"/>
                  <a:pt x="12537" y="0"/>
                  <a:pt x="12836" y="21"/>
                </a:cubicBezTo>
                <a:cubicBezTo>
                  <a:pt x="13135" y="43"/>
                  <a:pt x="13224" y="87"/>
                  <a:pt x="13269" y="108"/>
                </a:cubicBezTo>
                <a:lnTo>
                  <a:pt x="13314" y="13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90920" y="156960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35" y="0"/>
                </a:moveTo>
                <a:lnTo>
                  <a:pt x="89" y="72"/>
                </a:lnTo>
                <a:lnTo>
                  <a:pt x="0" y="72"/>
                </a:lnTo>
                <a:lnTo>
                  <a:pt x="3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88400" y="1567080"/>
            <a:ext cx="37440" cy="29880"/>
          </a:xfrm>
          <a:custGeom>
            <a:avLst/>
            <a:gdLst/>
            <a:ahLst/>
            <a:rect l="0" t="0" r="r" b="b"/>
            <a:pathLst>
              <a:path w="104" h="83">
                <a:moveTo>
                  <a:pt x="49" y="11"/>
                </a:moveTo>
                <a:lnTo>
                  <a:pt x="54" y="18"/>
                </a:lnTo>
                <a:lnTo>
                  <a:pt x="48" y="22"/>
                </a:lnTo>
                <a:lnTo>
                  <a:pt x="43" y="16"/>
                </a:lnTo>
                <a:lnTo>
                  <a:pt x="49" y="11"/>
                </a:lnTo>
                <a:moveTo>
                  <a:pt x="54" y="18"/>
                </a:moveTo>
                <a:lnTo>
                  <a:pt x="59" y="24"/>
                </a:lnTo>
                <a:lnTo>
                  <a:pt x="53" y="29"/>
                </a:lnTo>
                <a:lnTo>
                  <a:pt x="48" y="22"/>
                </a:lnTo>
                <a:lnTo>
                  <a:pt x="54" y="18"/>
                </a:lnTo>
                <a:moveTo>
                  <a:pt x="59" y="24"/>
                </a:moveTo>
                <a:lnTo>
                  <a:pt x="64" y="30"/>
                </a:lnTo>
                <a:lnTo>
                  <a:pt x="57" y="36"/>
                </a:lnTo>
                <a:lnTo>
                  <a:pt x="53" y="29"/>
                </a:lnTo>
                <a:lnTo>
                  <a:pt x="59" y="24"/>
                </a:lnTo>
                <a:moveTo>
                  <a:pt x="64" y="30"/>
                </a:moveTo>
                <a:lnTo>
                  <a:pt x="68" y="37"/>
                </a:lnTo>
                <a:lnTo>
                  <a:pt x="62" y="42"/>
                </a:lnTo>
                <a:lnTo>
                  <a:pt x="57" y="36"/>
                </a:lnTo>
                <a:lnTo>
                  <a:pt x="64" y="30"/>
                </a:lnTo>
                <a:moveTo>
                  <a:pt x="68" y="37"/>
                </a:moveTo>
                <a:lnTo>
                  <a:pt x="73" y="44"/>
                </a:lnTo>
                <a:lnTo>
                  <a:pt x="67" y="48"/>
                </a:lnTo>
                <a:lnTo>
                  <a:pt x="62" y="42"/>
                </a:lnTo>
                <a:lnTo>
                  <a:pt x="68" y="37"/>
                </a:lnTo>
                <a:moveTo>
                  <a:pt x="73" y="44"/>
                </a:moveTo>
                <a:lnTo>
                  <a:pt x="78" y="50"/>
                </a:lnTo>
                <a:lnTo>
                  <a:pt x="72" y="55"/>
                </a:lnTo>
                <a:lnTo>
                  <a:pt x="67" y="48"/>
                </a:lnTo>
                <a:lnTo>
                  <a:pt x="73" y="44"/>
                </a:lnTo>
                <a:moveTo>
                  <a:pt x="78" y="50"/>
                </a:moveTo>
                <a:lnTo>
                  <a:pt x="83" y="56"/>
                </a:lnTo>
                <a:lnTo>
                  <a:pt x="77" y="61"/>
                </a:lnTo>
                <a:lnTo>
                  <a:pt x="72" y="55"/>
                </a:lnTo>
                <a:lnTo>
                  <a:pt x="78" y="50"/>
                </a:lnTo>
                <a:moveTo>
                  <a:pt x="83" y="56"/>
                </a:moveTo>
                <a:lnTo>
                  <a:pt x="88" y="62"/>
                </a:lnTo>
                <a:lnTo>
                  <a:pt x="81" y="67"/>
                </a:lnTo>
                <a:lnTo>
                  <a:pt x="77" y="61"/>
                </a:lnTo>
                <a:lnTo>
                  <a:pt x="83" y="56"/>
                </a:lnTo>
                <a:moveTo>
                  <a:pt x="88" y="62"/>
                </a:moveTo>
                <a:lnTo>
                  <a:pt x="92" y="69"/>
                </a:lnTo>
                <a:lnTo>
                  <a:pt x="86" y="74"/>
                </a:lnTo>
                <a:lnTo>
                  <a:pt x="81" y="67"/>
                </a:lnTo>
                <a:lnTo>
                  <a:pt x="88" y="62"/>
                </a:lnTo>
                <a:moveTo>
                  <a:pt x="92" y="69"/>
                </a:moveTo>
                <a:lnTo>
                  <a:pt x="98" y="75"/>
                </a:lnTo>
                <a:lnTo>
                  <a:pt x="91" y="80"/>
                </a:lnTo>
                <a:lnTo>
                  <a:pt x="86" y="74"/>
                </a:lnTo>
                <a:lnTo>
                  <a:pt x="92" y="69"/>
                </a:lnTo>
                <a:moveTo>
                  <a:pt x="98" y="75"/>
                </a:moveTo>
                <a:lnTo>
                  <a:pt x="104" y="82"/>
                </a:lnTo>
                <a:lnTo>
                  <a:pt x="89" y="83"/>
                </a:lnTo>
                <a:lnTo>
                  <a:pt x="88" y="75"/>
                </a:lnTo>
                <a:lnTo>
                  <a:pt x="95" y="75"/>
                </a:lnTo>
                <a:lnTo>
                  <a:pt x="95" y="79"/>
                </a:lnTo>
                <a:lnTo>
                  <a:pt x="92" y="81"/>
                </a:lnTo>
                <a:lnTo>
                  <a:pt x="91" y="80"/>
                </a:lnTo>
                <a:lnTo>
                  <a:pt x="98" y="75"/>
                </a:lnTo>
                <a:moveTo>
                  <a:pt x="89" y="83"/>
                </a:moveTo>
                <a:lnTo>
                  <a:pt x="81" y="83"/>
                </a:lnTo>
                <a:lnTo>
                  <a:pt x="81" y="75"/>
                </a:lnTo>
                <a:lnTo>
                  <a:pt x="88" y="75"/>
                </a:lnTo>
                <a:lnTo>
                  <a:pt x="89" y="83"/>
                </a:lnTo>
                <a:moveTo>
                  <a:pt x="81" y="83"/>
                </a:moveTo>
                <a:lnTo>
                  <a:pt x="73" y="83"/>
                </a:lnTo>
                <a:lnTo>
                  <a:pt x="73" y="75"/>
                </a:lnTo>
                <a:lnTo>
                  <a:pt x="81" y="75"/>
                </a:lnTo>
                <a:lnTo>
                  <a:pt x="81" y="83"/>
                </a:lnTo>
                <a:moveTo>
                  <a:pt x="73" y="83"/>
                </a:moveTo>
                <a:lnTo>
                  <a:pt x="65" y="83"/>
                </a:lnTo>
                <a:lnTo>
                  <a:pt x="65" y="75"/>
                </a:lnTo>
                <a:lnTo>
                  <a:pt x="73" y="75"/>
                </a:lnTo>
                <a:lnTo>
                  <a:pt x="73" y="83"/>
                </a:lnTo>
                <a:moveTo>
                  <a:pt x="65" y="83"/>
                </a:moveTo>
                <a:lnTo>
                  <a:pt x="57" y="83"/>
                </a:lnTo>
                <a:lnTo>
                  <a:pt x="57" y="75"/>
                </a:lnTo>
                <a:lnTo>
                  <a:pt x="65" y="75"/>
                </a:lnTo>
                <a:lnTo>
                  <a:pt x="65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5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8" y="83"/>
                </a:lnTo>
                <a:lnTo>
                  <a:pt x="17" y="75"/>
                </a:lnTo>
                <a:lnTo>
                  <a:pt x="25" y="75"/>
                </a:lnTo>
                <a:lnTo>
                  <a:pt x="25" y="83"/>
                </a:lnTo>
                <a:moveTo>
                  <a:pt x="18" y="83"/>
                </a:moveTo>
                <a:lnTo>
                  <a:pt x="10" y="83"/>
                </a:lnTo>
                <a:lnTo>
                  <a:pt x="10" y="75"/>
                </a:lnTo>
                <a:lnTo>
                  <a:pt x="17" y="75"/>
                </a:lnTo>
                <a:lnTo>
                  <a:pt x="18" y="83"/>
                </a:lnTo>
                <a:moveTo>
                  <a:pt x="10" y="83"/>
                </a:moveTo>
                <a:lnTo>
                  <a:pt x="0" y="83"/>
                </a:lnTo>
                <a:lnTo>
                  <a:pt x="5" y="73"/>
                </a:lnTo>
                <a:lnTo>
                  <a:pt x="13" y="77"/>
                </a:lnTo>
                <a:lnTo>
                  <a:pt x="10" y="81"/>
                </a:lnTo>
                <a:lnTo>
                  <a:pt x="7" y="79"/>
                </a:lnTo>
                <a:lnTo>
                  <a:pt x="7" y="75"/>
                </a:lnTo>
                <a:lnTo>
                  <a:pt x="10" y="75"/>
                </a:lnTo>
                <a:lnTo>
                  <a:pt x="10" y="83"/>
                </a:lnTo>
                <a:moveTo>
                  <a:pt x="5" y="73"/>
                </a:moveTo>
                <a:lnTo>
                  <a:pt x="9" y="66"/>
                </a:lnTo>
                <a:lnTo>
                  <a:pt x="16" y="69"/>
                </a:lnTo>
                <a:lnTo>
                  <a:pt x="13" y="77"/>
                </a:lnTo>
                <a:lnTo>
                  <a:pt x="5" y="73"/>
                </a:lnTo>
                <a:moveTo>
                  <a:pt x="9" y="66"/>
                </a:moveTo>
                <a:lnTo>
                  <a:pt x="12" y="59"/>
                </a:lnTo>
                <a:lnTo>
                  <a:pt x="19" y="62"/>
                </a:lnTo>
                <a:lnTo>
                  <a:pt x="16" y="69"/>
                </a:lnTo>
                <a:lnTo>
                  <a:pt x="9" y="66"/>
                </a:lnTo>
                <a:moveTo>
                  <a:pt x="12" y="59"/>
                </a:moveTo>
                <a:lnTo>
                  <a:pt x="16" y="52"/>
                </a:lnTo>
                <a:lnTo>
                  <a:pt x="23" y="55"/>
                </a:lnTo>
                <a:lnTo>
                  <a:pt x="19" y="62"/>
                </a:lnTo>
                <a:lnTo>
                  <a:pt x="12" y="59"/>
                </a:lnTo>
                <a:moveTo>
                  <a:pt x="16" y="52"/>
                </a:moveTo>
                <a:lnTo>
                  <a:pt x="19" y="45"/>
                </a:lnTo>
                <a:lnTo>
                  <a:pt x="26" y="48"/>
                </a:lnTo>
                <a:lnTo>
                  <a:pt x="23" y="55"/>
                </a:lnTo>
                <a:lnTo>
                  <a:pt x="16" y="52"/>
                </a:lnTo>
                <a:moveTo>
                  <a:pt x="19" y="45"/>
                </a:moveTo>
                <a:lnTo>
                  <a:pt x="23" y="38"/>
                </a:lnTo>
                <a:lnTo>
                  <a:pt x="30" y="41"/>
                </a:lnTo>
                <a:lnTo>
                  <a:pt x="26" y="48"/>
                </a:lnTo>
                <a:lnTo>
                  <a:pt x="19" y="45"/>
                </a:lnTo>
                <a:moveTo>
                  <a:pt x="23" y="38"/>
                </a:moveTo>
                <a:lnTo>
                  <a:pt x="26" y="30"/>
                </a:lnTo>
                <a:lnTo>
                  <a:pt x="33" y="33"/>
                </a:lnTo>
                <a:lnTo>
                  <a:pt x="30" y="41"/>
                </a:lnTo>
                <a:lnTo>
                  <a:pt x="23" y="38"/>
                </a:lnTo>
                <a:moveTo>
                  <a:pt x="26" y="30"/>
                </a:moveTo>
                <a:lnTo>
                  <a:pt x="30" y="22"/>
                </a:lnTo>
                <a:lnTo>
                  <a:pt x="37" y="26"/>
                </a:lnTo>
                <a:lnTo>
                  <a:pt x="33" y="33"/>
                </a:lnTo>
                <a:lnTo>
                  <a:pt x="26" y="30"/>
                </a:lnTo>
                <a:moveTo>
                  <a:pt x="30" y="22"/>
                </a:moveTo>
                <a:lnTo>
                  <a:pt x="33" y="15"/>
                </a:lnTo>
                <a:lnTo>
                  <a:pt x="40" y="19"/>
                </a:lnTo>
                <a:lnTo>
                  <a:pt x="37" y="26"/>
                </a:lnTo>
                <a:lnTo>
                  <a:pt x="30" y="22"/>
                </a:lnTo>
                <a:moveTo>
                  <a:pt x="33" y="15"/>
                </a:moveTo>
                <a:lnTo>
                  <a:pt x="37" y="8"/>
                </a:lnTo>
                <a:lnTo>
                  <a:pt x="44" y="12"/>
                </a:lnTo>
                <a:lnTo>
                  <a:pt x="40" y="19"/>
                </a:lnTo>
                <a:lnTo>
                  <a:pt x="33" y="15"/>
                </a:lnTo>
                <a:moveTo>
                  <a:pt x="37" y="8"/>
                </a:moveTo>
                <a:lnTo>
                  <a:pt x="41" y="0"/>
                </a:lnTo>
                <a:lnTo>
                  <a:pt x="49" y="11"/>
                </a:lnTo>
                <a:lnTo>
                  <a:pt x="43" y="16"/>
                </a:lnTo>
                <a:lnTo>
                  <a:pt x="38" y="10"/>
                </a:lnTo>
                <a:lnTo>
                  <a:pt x="41" y="7"/>
                </a:lnTo>
                <a:lnTo>
                  <a:pt x="45" y="9"/>
                </a:lnTo>
                <a:lnTo>
                  <a:pt x="44" y="12"/>
                </a:lnTo>
                <a:lnTo>
                  <a:pt x="37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5315400" y="1997640"/>
            <a:ext cx="2851200" cy="896400"/>
          </a:xfrm>
          <a:custGeom>
            <a:avLst/>
            <a:gdLst/>
            <a:ahLst/>
            <a:rect l="0" t="0" r="r" b="b"/>
            <a:pathLst>
              <a:path fill="none" w="7920" h="2490">
                <a:moveTo>
                  <a:pt x="0" y="2490"/>
                </a:moveTo>
                <a:lnTo>
                  <a:pt x="184" y="2168"/>
                </a:lnTo>
                <a:cubicBezTo>
                  <a:pt x="369" y="1846"/>
                  <a:pt x="737" y="1202"/>
                  <a:pt x="1176" y="880"/>
                </a:cubicBezTo>
                <a:cubicBezTo>
                  <a:pt x="1615" y="557"/>
                  <a:pt x="2124" y="557"/>
                  <a:pt x="2634" y="557"/>
                </a:cubicBezTo>
                <a:cubicBezTo>
                  <a:pt x="3143" y="557"/>
                  <a:pt x="3652" y="557"/>
                  <a:pt x="4162" y="557"/>
                </a:cubicBezTo>
                <a:cubicBezTo>
                  <a:pt x="4671" y="557"/>
                  <a:pt x="5181" y="557"/>
                  <a:pt x="5691" y="557"/>
                </a:cubicBezTo>
                <a:cubicBezTo>
                  <a:pt x="6200" y="557"/>
                  <a:pt x="6709" y="557"/>
                  <a:pt x="7081" y="464"/>
                </a:cubicBezTo>
                <a:cubicBezTo>
                  <a:pt x="7452" y="372"/>
                  <a:pt x="7686" y="186"/>
                  <a:pt x="7803" y="93"/>
                </a:cubicBezTo>
                <a:lnTo>
                  <a:pt x="792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146440" y="19890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0" y="18"/>
                </a:moveTo>
                <a:lnTo>
                  <a:pt x="87" y="0"/>
                </a:lnTo>
                <a:lnTo>
                  <a:pt x="50" y="81"/>
                </a:lnTo>
                <a:lnTo>
                  <a:pt x="0" y="1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143920" y="19868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14" y="18"/>
                </a:moveTo>
                <a:lnTo>
                  <a:pt x="21" y="17"/>
                </a:lnTo>
                <a:lnTo>
                  <a:pt x="23" y="24"/>
                </a:lnTo>
                <a:lnTo>
                  <a:pt x="15" y="26"/>
                </a:lnTo>
                <a:lnTo>
                  <a:pt x="14" y="18"/>
                </a:lnTo>
                <a:moveTo>
                  <a:pt x="21" y="17"/>
                </a:moveTo>
                <a:lnTo>
                  <a:pt x="30" y="15"/>
                </a:lnTo>
                <a:lnTo>
                  <a:pt x="32" y="23"/>
                </a:lnTo>
                <a:lnTo>
                  <a:pt x="23" y="24"/>
                </a:lnTo>
                <a:lnTo>
                  <a:pt x="21" y="17"/>
                </a:lnTo>
                <a:moveTo>
                  <a:pt x="30" y="15"/>
                </a:moveTo>
                <a:lnTo>
                  <a:pt x="38" y="14"/>
                </a:lnTo>
                <a:lnTo>
                  <a:pt x="39" y="21"/>
                </a:lnTo>
                <a:lnTo>
                  <a:pt x="32" y="23"/>
                </a:lnTo>
                <a:lnTo>
                  <a:pt x="30" y="15"/>
                </a:lnTo>
                <a:moveTo>
                  <a:pt x="38" y="14"/>
                </a:moveTo>
                <a:lnTo>
                  <a:pt x="45" y="12"/>
                </a:lnTo>
                <a:lnTo>
                  <a:pt x="47" y="20"/>
                </a:lnTo>
                <a:lnTo>
                  <a:pt x="39" y="21"/>
                </a:lnTo>
                <a:lnTo>
                  <a:pt x="38" y="14"/>
                </a:lnTo>
                <a:moveTo>
                  <a:pt x="45" y="12"/>
                </a:moveTo>
                <a:lnTo>
                  <a:pt x="53" y="10"/>
                </a:lnTo>
                <a:lnTo>
                  <a:pt x="55" y="18"/>
                </a:lnTo>
                <a:lnTo>
                  <a:pt x="47" y="20"/>
                </a:lnTo>
                <a:lnTo>
                  <a:pt x="45" y="12"/>
                </a:lnTo>
                <a:moveTo>
                  <a:pt x="53" y="10"/>
                </a:moveTo>
                <a:lnTo>
                  <a:pt x="61" y="9"/>
                </a:lnTo>
                <a:lnTo>
                  <a:pt x="63" y="16"/>
                </a:lnTo>
                <a:lnTo>
                  <a:pt x="55" y="18"/>
                </a:lnTo>
                <a:lnTo>
                  <a:pt x="53" y="10"/>
                </a:lnTo>
                <a:moveTo>
                  <a:pt x="61" y="9"/>
                </a:moveTo>
                <a:lnTo>
                  <a:pt x="69" y="7"/>
                </a:lnTo>
                <a:lnTo>
                  <a:pt x="70" y="15"/>
                </a:lnTo>
                <a:lnTo>
                  <a:pt x="63" y="16"/>
                </a:lnTo>
                <a:lnTo>
                  <a:pt x="61" y="9"/>
                </a:lnTo>
                <a:moveTo>
                  <a:pt x="69" y="7"/>
                </a:moveTo>
                <a:lnTo>
                  <a:pt x="76" y="5"/>
                </a:lnTo>
                <a:lnTo>
                  <a:pt x="78" y="13"/>
                </a:lnTo>
                <a:lnTo>
                  <a:pt x="70" y="15"/>
                </a:lnTo>
                <a:lnTo>
                  <a:pt x="69" y="7"/>
                </a:lnTo>
                <a:moveTo>
                  <a:pt x="76" y="5"/>
                </a:moveTo>
                <a:lnTo>
                  <a:pt x="84" y="4"/>
                </a:lnTo>
                <a:lnTo>
                  <a:pt x="86" y="11"/>
                </a:lnTo>
                <a:lnTo>
                  <a:pt x="78" y="13"/>
                </a:lnTo>
                <a:lnTo>
                  <a:pt x="76" y="5"/>
                </a:lnTo>
                <a:moveTo>
                  <a:pt x="84" y="4"/>
                </a:moveTo>
                <a:lnTo>
                  <a:pt x="92" y="2"/>
                </a:lnTo>
                <a:lnTo>
                  <a:pt x="93" y="10"/>
                </a:lnTo>
                <a:lnTo>
                  <a:pt x="86" y="11"/>
                </a:lnTo>
                <a:lnTo>
                  <a:pt x="84" y="4"/>
                </a:lnTo>
                <a:moveTo>
                  <a:pt x="92" y="2"/>
                </a:moveTo>
                <a:lnTo>
                  <a:pt x="101" y="0"/>
                </a:lnTo>
                <a:lnTo>
                  <a:pt x="95" y="13"/>
                </a:lnTo>
                <a:lnTo>
                  <a:pt x="88" y="10"/>
                </a:lnTo>
                <a:lnTo>
                  <a:pt x="90" y="4"/>
                </a:lnTo>
                <a:lnTo>
                  <a:pt x="94" y="6"/>
                </a:lnTo>
                <a:lnTo>
                  <a:pt x="95" y="10"/>
                </a:lnTo>
                <a:lnTo>
                  <a:pt x="93" y="10"/>
                </a:lnTo>
                <a:lnTo>
                  <a:pt x="92" y="2"/>
                </a:lnTo>
                <a:moveTo>
                  <a:pt x="95" y="13"/>
                </a:moveTo>
                <a:lnTo>
                  <a:pt x="92" y="20"/>
                </a:lnTo>
                <a:lnTo>
                  <a:pt x="84" y="17"/>
                </a:lnTo>
                <a:lnTo>
                  <a:pt x="88" y="10"/>
                </a:lnTo>
                <a:lnTo>
                  <a:pt x="95" y="13"/>
                </a:lnTo>
                <a:moveTo>
                  <a:pt x="92" y="20"/>
                </a:moveTo>
                <a:lnTo>
                  <a:pt x="88" y="28"/>
                </a:lnTo>
                <a:lnTo>
                  <a:pt x="81" y="24"/>
                </a:lnTo>
                <a:lnTo>
                  <a:pt x="84" y="17"/>
                </a:lnTo>
                <a:lnTo>
                  <a:pt x="92" y="20"/>
                </a:lnTo>
                <a:moveTo>
                  <a:pt x="88" y="28"/>
                </a:moveTo>
                <a:lnTo>
                  <a:pt x="85" y="35"/>
                </a:lnTo>
                <a:lnTo>
                  <a:pt x="78" y="31"/>
                </a:lnTo>
                <a:lnTo>
                  <a:pt x="81" y="24"/>
                </a:lnTo>
                <a:lnTo>
                  <a:pt x="88" y="28"/>
                </a:lnTo>
                <a:moveTo>
                  <a:pt x="85" y="35"/>
                </a:moveTo>
                <a:lnTo>
                  <a:pt x="82" y="42"/>
                </a:lnTo>
                <a:lnTo>
                  <a:pt x="74" y="38"/>
                </a:lnTo>
                <a:lnTo>
                  <a:pt x="78" y="31"/>
                </a:lnTo>
                <a:lnTo>
                  <a:pt x="85" y="35"/>
                </a:lnTo>
                <a:moveTo>
                  <a:pt x="82" y="42"/>
                </a:moveTo>
                <a:lnTo>
                  <a:pt x="78" y="50"/>
                </a:lnTo>
                <a:lnTo>
                  <a:pt x="71" y="46"/>
                </a:lnTo>
                <a:lnTo>
                  <a:pt x="74" y="38"/>
                </a:lnTo>
                <a:lnTo>
                  <a:pt x="82" y="42"/>
                </a:lnTo>
                <a:moveTo>
                  <a:pt x="78" y="50"/>
                </a:moveTo>
                <a:lnTo>
                  <a:pt x="75" y="57"/>
                </a:lnTo>
                <a:lnTo>
                  <a:pt x="68" y="54"/>
                </a:lnTo>
                <a:lnTo>
                  <a:pt x="71" y="46"/>
                </a:lnTo>
                <a:lnTo>
                  <a:pt x="78" y="50"/>
                </a:lnTo>
                <a:moveTo>
                  <a:pt x="75" y="57"/>
                </a:moveTo>
                <a:lnTo>
                  <a:pt x="72" y="64"/>
                </a:lnTo>
                <a:lnTo>
                  <a:pt x="64" y="61"/>
                </a:lnTo>
                <a:lnTo>
                  <a:pt x="68" y="54"/>
                </a:lnTo>
                <a:lnTo>
                  <a:pt x="75" y="57"/>
                </a:lnTo>
                <a:moveTo>
                  <a:pt x="72" y="64"/>
                </a:moveTo>
                <a:lnTo>
                  <a:pt x="68" y="71"/>
                </a:lnTo>
                <a:lnTo>
                  <a:pt x="61" y="68"/>
                </a:lnTo>
                <a:lnTo>
                  <a:pt x="64" y="61"/>
                </a:lnTo>
                <a:lnTo>
                  <a:pt x="72" y="64"/>
                </a:lnTo>
                <a:moveTo>
                  <a:pt x="68" y="71"/>
                </a:moveTo>
                <a:lnTo>
                  <a:pt x="65" y="79"/>
                </a:lnTo>
                <a:lnTo>
                  <a:pt x="58" y="75"/>
                </a:lnTo>
                <a:lnTo>
                  <a:pt x="61" y="68"/>
                </a:lnTo>
                <a:lnTo>
                  <a:pt x="68" y="71"/>
                </a:lnTo>
                <a:moveTo>
                  <a:pt x="65" y="79"/>
                </a:moveTo>
                <a:lnTo>
                  <a:pt x="62" y="86"/>
                </a:lnTo>
                <a:lnTo>
                  <a:pt x="54" y="82"/>
                </a:lnTo>
                <a:lnTo>
                  <a:pt x="58" y="75"/>
                </a:lnTo>
                <a:lnTo>
                  <a:pt x="65" y="79"/>
                </a:lnTo>
                <a:moveTo>
                  <a:pt x="62" y="86"/>
                </a:moveTo>
                <a:lnTo>
                  <a:pt x="58" y="94"/>
                </a:lnTo>
                <a:lnTo>
                  <a:pt x="51" y="85"/>
                </a:lnTo>
                <a:lnTo>
                  <a:pt x="57" y="80"/>
                </a:lnTo>
                <a:lnTo>
                  <a:pt x="60" y="84"/>
                </a:lnTo>
                <a:lnTo>
                  <a:pt x="57" y="87"/>
                </a:lnTo>
                <a:lnTo>
                  <a:pt x="53" y="85"/>
                </a:lnTo>
                <a:lnTo>
                  <a:pt x="54" y="82"/>
                </a:lnTo>
                <a:lnTo>
                  <a:pt x="62" y="86"/>
                </a:lnTo>
                <a:moveTo>
                  <a:pt x="51" y="85"/>
                </a:moveTo>
                <a:lnTo>
                  <a:pt x="46" y="79"/>
                </a:lnTo>
                <a:lnTo>
                  <a:pt x="52" y="74"/>
                </a:lnTo>
                <a:lnTo>
                  <a:pt x="57" y="80"/>
                </a:lnTo>
                <a:lnTo>
                  <a:pt x="51" y="85"/>
                </a:lnTo>
                <a:moveTo>
                  <a:pt x="46" y="79"/>
                </a:moveTo>
                <a:lnTo>
                  <a:pt x="41" y="73"/>
                </a:lnTo>
                <a:lnTo>
                  <a:pt x="47" y="68"/>
                </a:lnTo>
                <a:lnTo>
                  <a:pt x="52" y="74"/>
                </a:lnTo>
                <a:lnTo>
                  <a:pt x="46" y="79"/>
                </a:lnTo>
                <a:moveTo>
                  <a:pt x="41" y="73"/>
                </a:moveTo>
                <a:lnTo>
                  <a:pt x="36" y="67"/>
                </a:lnTo>
                <a:lnTo>
                  <a:pt x="42" y="62"/>
                </a:lnTo>
                <a:lnTo>
                  <a:pt x="47" y="68"/>
                </a:lnTo>
                <a:lnTo>
                  <a:pt x="41" y="73"/>
                </a:lnTo>
                <a:moveTo>
                  <a:pt x="36" y="67"/>
                </a:moveTo>
                <a:lnTo>
                  <a:pt x="31" y="60"/>
                </a:lnTo>
                <a:lnTo>
                  <a:pt x="37" y="56"/>
                </a:lnTo>
                <a:lnTo>
                  <a:pt x="42" y="62"/>
                </a:lnTo>
                <a:lnTo>
                  <a:pt x="36" y="67"/>
                </a:lnTo>
                <a:moveTo>
                  <a:pt x="31" y="60"/>
                </a:moveTo>
                <a:lnTo>
                  <a:pt x="25" y="54"/>
                </a:lnTo>
                <a:lnTo>
                  <a:pt x="32" y="49"/>
                </a:lnTo>
                <a:lnTo>
                  <a:pt x="37" y="56"/>
                </a:lnTo>
                <a:lnTo>
                  <a:pt x="31" y="60"/>
                </a:lnTo>
                <a:moveTo>
                  <a:pt x="25" y="54"/>
                </a:moveTo>
                <a:lnTo>
                  <a:pt x="20" y="48"/>
                </a:lnTo>
                <a:lnTo>
                  <a:pt x="26" y="42"/>
                </a:lnTo>
                <a:lnTo>
                  <a:pt x="32" y="49"/>
                </a:lnTo>
                <a:lnTo>
                  <a:pt x="25" y="54"/>
                </a:lnTo>
                <a:moveTo>
                  <a:pt x="20" y="48"/>
                </a:moveTo>
                <a:lnTo>
                  <a:pt x="15" y="41"/>
                </a:lnTo>
                <a:lnTo>
                  <a:pt x="21" y="36"/>
                </a:lnTo>
                <a:lnTo>
                  <a:pt x="26" y="42"/>
                </a:lnTo>
                <a:lnTo>
                  <a:pt x="20" y="48"/>
                </a:lnTo>
                <a:moveTo>
                  <a:pt x="15" y="41"/>
                </a:moveTo>
                <a:lnTo>
                  <a:pt x="10" y="35"/>
                </a:lnTo>
                <a:lnTo>
                  <a:pt x="16" y="30"/>
                </a:lnTo>
                <a:lnTo>
                  <a:pt x="21" y="36"/>
                </a:lnTo>
                <a:lnTo>
                  <a:pt x="15" y="41"/>
                </a:lnTo>
                <a:moveTo>
                  <a:pt x="10" y="35"/>
                </a:moveTo>
                <a:lnTo>
                  <a:pt x="5" y="29"/>
                </a:lnTo>
                <a:lnTo>
                  <a:pt x="12" y="24"/>
                </a:lnTo>
                <a:lnTo>
                  <a:pt x="16" y="30"/>
                </a:lnTo>
                <a:lnTo>
                  <a:pt x="10" y="35"/>
                </a:lnTo>
                <a:moveTo>
                  <a:pt x="5" y="29"/>
                </a:moveTo>
                <a:lnTo>
                  <a:pt x="0" y="21"/>
                </a:lnTo>
                <a:lnTo>
                  <a:pt x="14" y="18"/>
                </a:lnTo>
                <a:lnTo>
                  <a:pt x="15" y="26"/>
                </a:lnTo>
                <a:lnTo>
                  <a:pt x="8" y="28"/>
                </a:lnTo>
                <a:lnTo>
                  <a:pt x="7" y="24"/>
                </a:lnTo>
                <a:lnTo>
                  <a:pt x="10" y="21"/>
                </a:lnTo>
                <a:lnTo>
                  <a:pt x="12" y="24"/>
                </a:lnTo>
                <a:lnTo>
                  <a:pt x="5" y="2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824960" y="2002680"/>
            <a:ext cx="538560" cy="1523160"/>
          </a:xfrm>
          <a:custGeom>
            <a:avLst/>
            <a:gdLst/>
            <a:ahLst/>
            <a:rect l="0" t="0" r="r" b="b"/>
            <a:pathLst>
              <a:path fill="none" w="1496" h="4231">
                <a:moveTo>
                  <a:pt x="0" y="4231"/>
                </a:moveTo>
                <a:lnTo>
                  <a:pt x="41" y="4231"/>
                </a:lnTo>
                <a:cubicBezTo>
                  <a:pt x="82" y="4231"/>
                  <a:pt x="164" y="4231"/>
                  <a:pt x="414" y="3526"/>
                </a:cubicBezTo>
                <a:cubicBezTo>
                  <a:pt x="663" y="2821"/>
                  <a:pt x="1079" y="1411"/>
                  <a:pt x="1287" y="705"/>
                </a:cubicBezTo>
                <a:lnTo>
                  <a:pt x="149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455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5"/>
                </a:moveTo>
                <a:lnTo>
                  <a:pt x="62" y="0"/>
                </a:lnTo>
                <a:lnTo>
                  <a:pt x="77" y="87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43000" y="1985760"/>
            <a:ext cx="32040" cy="36720"/>
          </a:xfrm>
          <a:custGeom>
            <a:avLst/>
            <a:gdLst/>
            <a:ahLst/>
            <a:rect l="0" t="0" r="r" b="b"/>
            <a:pathLst>
              <a:path w="89" h="102">
                <a:moveTo>
                  <a:pt x="10" y="66"/>
                </a:moveTo>
                <a:lnTo>
                  <a:pt x="16" y="60"/>
                </a:lnTo>
                <a:lnTo>
                  <a:pt x="22" y="65"/>
                </a:lnTo>
                <a:lnTo>
                  <a:pt x="17" y="71"/>
                </a:lnTo>
                <a:lnTo>
                  <a:pt x="10" y="66"/>
                </a:lnTo>
                <a:moveTo>
                  <a:pt x="16" y="60"/>
                </a:moveTo>
                <a:lnTo>
                  <a:pt x="22" y="54"/>
                </a:lnTo>
                <a:lnTo>
                  <a:pt x="27" y="60"/>
                </a:lnTo>
                <a:lnTo>
                  <a:pt x="22" y="65"/>
                </a:lnTo>
                <a:lnTo>
                  <a:pt x="16" y="60"/>
                </a:lnTo>
                <a:moveTo>
                  <a:pt x="22" y="54"/>
                </a:moveTo>
                <a:lnTo>
                  <a:pt x="27" y="48"/>
                </a:lnTo>
                <a:lnTo>
                  <a:pt x="33" y="54"/>
                </a:lnTo>
                <a:lnTo>
                  <a:pt x="27" y="60"/>
                </a:lnTo>
                <a:lnTo>
                  <a:pt x="22" y="54"/>
                </a:lnTo>
                <a:moveTo>
                  <a:pt x="27" y="48"/>
                </a:moveTo>
                <a:lnTo>
                  <a:pt x="32" y="43"/>
                </a:lnTo>
                <a:lnTo>
                  <a:pt x="38" y="48"/>
                </a:lnTo>
                <a:lnTo>
                  <a:pt x="33" y="54"/>
                </a:lnTo>
                <a:lnTo>
                  <a:pt x="27" y="48"/>
                </a:lnTo>
                <a:moveTo>
                  <a:pt x="32" y="43"/>
                </a:moveTo>
                <a:lnTo>
                  <a:pt x="38" y="37"/>
                </a:lnTo>
                <a:lnTo>
                  <a:pt x="44" y="42"/>
                </a:lnTo>
                <a:lnTo>
                  <a:pt x="38" y="48"/>
                </a:lnTo>
                <a:lnTo>
                  <a:pt x="32" y="43"/>
                </a:lnTo>
                <a:moveTo>
                  <a:pt x="38" y="37"/>
                </a:moveTo>
                <a:lnTo>
                  <a:pt x="43" y="30"/>
                </a:lnTo>
                <a:lnTo>
                  <a:pt x="49" y="36"/>
                </a:lnTo>
                <a:lnTo>
                  <a:pt x="44" y="42"/>
                </a:lnTo>
                <a:lnTo>
                  <a:pt x="38" y="37"/>
                </a:lnTo>
                <a:moveTo>
                  <a:pt x="43" y="30"/>
                </a:moveTo>
                <a:lnTo>
                  <a:pt x="49" y="24"/>
                </a:lnTo>
                <a:lnTo>
                  <a:pt x="54" y="30"/>
                </a:lnTo>
                <a:lnTo>
                  <a:pt x="49" y="36"/>
                </a:lnTo>
                <a:lnTo>
                  <a:pt x="43" y="30"/>
                </a:lnTo>
                <a:moveTo>
                  <a:pt x="49" y="24"/>
                </a:moveTo>
                <a:lnTo>
                  <a:pt x="54" y="19"/>
                </a:lnTo>
                <a:lnTo>
                  <a:pt x="60" y="24"/>
                </a:lnTo>
                <a:lnTo>
                  <a:pt x="54" y="30"/>
                </a:lnTo>
                <a:lnTo>
                  <a:pt x="49" y="24"/>
                </a:lnTo>
                <a:moveTo>
                  <a:pt x="54" y="19"/>
                </a:moveTo>
                <a:lnTo>
                  <a:pt x="59" y="13"/>
                </a:lnTo>
                <a:lnTo>
                  <a:pt x="65" y="18"/>
                </a:lnTo>
                <a:lnTo>
                  <a:pt x="60" y="24"/>
                </a:lnTo>
                <a:lnTo>
                  <a:pt x="54" y="19"/>
                </a:lnTo>
                <a:moveTo>
                  <a:pt x="59" y="13"/>
                </a:moveTo>
                <a:lnTo>
                  <a:pt x="65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5" y="7"/>
                </a:moveTo>
                <a:lnTo>
                  <a:pt x="71" y="0"/>
                </a:lnTo>
                <a:lnTo>
                  <a:pt x="74" y="14"/>
                </a:lnTo>
                <a:lnTo>
                  <a:pt x="66" y="16"/>
                </a:lnTo>
                <a:lnTo>
                  <a:pt x="65" y="9"/>
                </a:lnTo>
                <a:lnTo>
                  <a:pt x="69" y="9"/>
                </a:lnTo>
                <a:lnTo>
                  <a:pt x="71" y="11"/>
                </a:lnTo>
                <a:lnTo>
                  <a:pt x="70" y="12"/>
                </a:lnTo>
                <a:lnTo>
                  <a:pt x="65" y="7"/>
                </a:lnTo>
                <a:moveTo>
                  <a:pt x="74" y="14"/>
                </a:moveTo>
                <a:lnTo>
                  <a:pt x="75" y="22"/>
                </a:lnTo>
                <a:lnTo>
                  <a:pt x="67" y="24"/>
                </a:lnTo>
                <a:lnTo>
                  <a:pt x="66" y="16"/>
                </a:lnTo>
                <a:lnTo>
                  <a:pt x="74" y="14"/>
                </a:lnTo>
                <a:moveTo>
                  <a:pt x="75" y="22"/>
                </a:moveTo>
                <a:lnTo>
                  <a:pt x="76" y="30"/>
                </a:lnTo>
                <a:lnTo>
                  <a:pt x="69" y="31"/>
                </a:lnTo>
                <a:lnTo>
                  <a:pt x="67" y="24"/>
                </a:lnTo>
                <a:lnTo>
                  <a:pt x="75" y="22"/>
                </a:lnTo>
                <a:moveTo>
                  <a:pt x="76" y="30"/>
                </a:moveTo>
                <a:lnTo>
                  <a:pt x="78" y="39"/>
                </a:lnTo>
                <a:lnTo>
                  <a:pt x="70" y="40"/>
                </a:lnTo>
                <a:lnTo>
                  <a:pt x="69" y="31"/>
                </a:lnTo>
                <a:lnTo>
                  <a:pt x="76" y="30"/>
                </a:lnTo>
                <a:moveTo>
                  <a:pt x="78" y="39"/>
                </a:moveTo>
                <a:lnTo>
                  <a:pt x="79" y="46"/>
                </a:lnTo>
                <a:lnTo>
                  <a:pt x="71" y="48"/>
                </a:lnTo>
                <a:lnTo>
                  <a:pt x="70" y="40"/>
                </a:lnTo>
                <a:lnTo>
                  <a:pt x="78" y="39"/>
                </a:lnTo>
                <a:moveTo>
                  <a:pt x="79" y="46"/>
                </a:moveTo>
                <a:lnTo>
                  <a:pt x="81" y="54"/>
                </a:lnTo>
                <a:lnTo>
                  <a:pt x="73" y="56"/>
                </a:lnTo>
                <a:lnTo>
                  <a:pt x="71" y="48"/>
                </a:lnTo>
                <a:lnTo>
                  <a:pt x="79" y="46"/>
                </a:lnTo>
                <a:moveTo>
                  <a:pt x="81" y="54"/>
                </a:moveTo>
                <a:lnTo>
                  <a:pt x="82" y="62"/>
                </a:lnTo>
                <a:lnTo>
                  <a:pt x="74" y="63"/>
                </a:lnTo>
                <a:lnTo>
                  <a:pt x="73" y="56"/>
                </a:lnTo>
                <a:lnTo>
                  <a:pt x="81" y="54"/>
                </a:lnTo>
                <a:moveTo>
                  <a:pt x="82" y="62"/>
                </a:moveTo>
                <a:lnTo>
                  <a:pt x="83" y="70"/>
                </a:lnTo>
                <a:lnTo>
                  <a:pt x="76" y="71"/>
                </a:lnTo>
                <a:lnTo>
                  <a:pt x="74" y="63"/>
                </a:lnTo>
                <a:lnTo>
                  <a:pt x="82" y="62"/>
                </a:lnTo>
                <a:moveTo>
                  <a:pt x="83" y="70"/>
                </a:moveTo>
                <a:lnTo>
                  <a:pt x="85" y="77"/>
                </a:lnTo>
                <a:lnTo>
                  <a:pt x="77" y="79"/>
                </a:lnTo>
                <a:lnTo>
                  <a:pt x="76" y="71"/>
                </a:lnTo>
                <a:lnTo>
                  <a:pt x="83" y="70"/>
                </a:lnTo>
                <a:moveTo>
                  <a:pt x="85" y="77"/>
                </a:moveTo>
                <a:lnTo>
                  <a:pt x="86" y="85"/>
                </a:lnTo>
                <a:lnTo>
                  <a:pt x="78" y="87"/>
                </a:lnTo>
                <a:lnTo>
                  <a:pt x="77" y="79"/>
                </a:lnTo>
                <a:lnTo>
                  <a:pt x="85" y="77"/>
                </a:lnTo>
                <a:moveTo>
                  <a:pt x="86" y="85"/>
                </a:moveTo>
                <a:lnTo>
                  <a:pt x="87" y="93"/>
                </a:lnTo>
                <a:lnTo>
                  <a:pt x="80" y="94"/>
                </a:lnTo>
                <a:lnTo>
                  <a:pt x="78" y="87"/>
                </a:lnTo>
                <a:lnTo>
                  <a:pt x="86" y="85"/>
                </a:lnTo>
                <a:moveTo>
                  <a:pt x="87" y="93"/>
                </a:moveTo>
                <a:lnTo>
                  <a:pt x="89" y="102"/>
                </a:lnTo>
                <a:lnTo>
                  <a:pt x="78" y="99"/>
                </a:lnTo>
                <a:lnTo>
                  <a:pt x="80" y="91"/>
                </a:lnTo>
                <a:lnTo>
                  <a:pt x="85" y="93"/>
                </a:lnTo>
                <a:lnTo>
                  <a:pt x="84" y="96"/>
                </a:lnTo>
                <a:lnTo>
                  <a:pt x="80" y="97"/>
                </a:lnTo>
                <a:lnTo>
                  <a:pt x="80" y="94"/>
                </a:lnTo>
                <a:lnTo>
                  <a:pt x="87" y="93"/>
                </a:lnTo>
                <a:moveTo>
                  <a:pt x="78" y="99"/>
                </a:moveTo>
                <a:lnTo>
                  <a:pt x="71" y="97"/>
                </a:lnTo>
                <a:lnTo>
                  <a:pt x="73" y="89"/>
                </a:lnTo>
                <a:lnTo>
                  <a:pt x="80" y="91"/>
                </a:lnTo>
                <a:lnTo>
                  <a:pt x="78" y="99"/>
                </a:lnTo>
                <a:moveTo>
                  <a:pt x="71" y="97"/>
                </a:moveTo>
                <a:lnTo>
                  <a:pt x="63" y="94"/>
                </a:lnTo>
                <a:lnTo>
                  <a:pt x="65" y="87"/>
                </a:lnTo>
                <a:lnTo>
                  <a:pt x="73" y="89"/>
                </a:lnTo>
                <a:lnTo>
                  <a:pt x="71" y="97"/>
                </a:lnTo>
                <a:moveTo>
                  <a:pt x="63" y="94"/>
                </a:moveTo>
                <a:lnTo>
                  <a:pt x="55" y="92"/>
                </a:lnTo>
                <a:lnTo>
                  <a:pt x="58" y="85"/>
                </a:lnTo>
                <a:lnTo>
                  <a:pt x="65" y="87"/>
                </a:lnTo>
                <a:lnTo>
                  <a:pt x="63" y="94"/>
                </a:lnTo>
                <a:moveTo>
                  <a:pt x="55" y="92"/>
                </a:moveTo>
                <a:lnTo>
                  <a:pt x="48" y="90"/>
                </a:lnTo>
                <a:lnTo>
                  <a:pt x="50" y="82"/>
                </a:lnTo>
                <a:lnTo>
                  <a:pt x="58" y="85"/>
                </a:lnTo>
                <a:lnTo>
                  <a:pt x="55" y="92"/>
                </a:lnTo>
                <a:moveTo>
                  <a:pt x="48" y="90"/>
                </a:moveTo>
                <a:lnTo>
                  <a:pt x="40" y="88"/>
                </a:lnTo>
                <a:lnTo>
                  <a:pt x="43" y="80"/>
                </a:lnTo>
                <a:lnTo>
                  <a:pt x="50" y="82"/>
                </a:lnTo>
                <a:lnTo>
                  <a:pt x="48" y="90"/>
                </a:lnTo>
                <a:moveTo>
                  <a:pt x="40" y="88"/>
                </a:moveTo>
                <a:lnTo>
                  <a:pt x="33" y="85"/>
                </a:lnTo>
                <a:lnTo>
                  <a:pt x="35" y="78"/>
                </a:lnTo>
                <a:lnTo>
                  <a:pt x="43" y="80"/>
                </a:lnTo>
                <a:lnTo>
                  <a:pt x="40" y="88"/>
                </a:lnTo>
                <a:moveTo>
                  <a:pt x="33" y="85"/>
                </a:moveTo>
                <a:lnTo>
                  <a:pt x="25" y="83"/>
                </a:lnTo>
                <a:lnTo>
                  <a:pt x="27" y="76"/>
                </a:lnTo>
                <a:lnTo>
                  <a:pt x="35" y="78"/>
                </a:lnTo>
                <a:lnTo>
                  <a:pt x="33" y="85"/>
                </a:lnTo>
                <a:moveTo>
                  <a:pt x="25" y="83"/>
                </a:moveTo>
                <a:lnTo>
                  <a:pt x="18" y="81"/>
                </a:lnTo>
                <a:lnTo>
                  <a:pt x="20" y="73"/>
                </a:lnTo>
                <a:lnTo>
                  <a:pt x="27" y="76"/>
                </a:lnTo>
                <a:lnTo>
                  <a:pt x="25" y="83"/>
                </a:lnTo>
                <a:moveTo>
                  <a:pt x="18" y="81"/>
                </a:moveTo>
                <a:lnTo>
                  <a:pt x="9" y="79"/>
                </a:lnTo>
                <a:lnTo>
                  <a:pt x="12" y="71"/>
                </a:lnTo>
                <a:lnTo>
                  <a:pt x="20" y="73"/>
                </a:lnTo>
                <a:lnTo>
                  <a:pt x="18" y="81"/>
                </a:lnTo>
                <a:moveTo>
                  <a:pt x="9" y="79"/>
                </a:moveTo>
                <a:lnTo>
                  <a:pt x="0" y="76"/>
                </a:lnTo>
                <a:lnTo>
                  <a:pt x="10" y="66"/>
                </a:lnTo>
                <a:lnTo>
                  <a:pt x="17" y="71"/>
                </a:lnTo>
                <a:lnTo>
                  <a:pt x="10" y="77"/>
                </a:lnTo>
                <a:lnTo>
                  <a:pt x="7" y="74"/>
                </a:lnTo>
                <a:lnTo>
                  <a:pt x="9" y="70"/>
                </a:lnTo>
                <a:lnTo>
                  <a:pt x="12" y="71"/>
                </a:lnTo>
                <a:lnTo>
                  <a:pt x="9" y="7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54360" y="2002680"/>
            <a:ext cx="3821040" cy="1929600"/>
          </a:xfrm>
          <a:custGeom>
            <a:avLst/>
            <a:gdLst/>
            <a:ahLst/>
            <a:rect l="0" t="0" r="r" b="b"/>
            <a:pathLst>
              <a:path fill="none" w="10614" h="5360">
                <a:moveTo>
                  <a:pt x="0" y="5328"/>
                </a:moveTo>
                <a:lnTo>
                  <a:pt x="41" y="5333"/>
                </a:lnTo>
                <a:cubicBezTo>
                  <a:pt x="82" y="5338"/>
                  <a:pt x="164" y="5349"/>
                  <a:pt x="453" y="5354"/>
                </a:cubicBezTo>
                <a:cubicBezTo>
                  <a:pt x="742" y="5360"/>
                  <a:pt x="1238" y="5360"/>
                  <a:pt x="1733" y="5360"/>
                </a:cubicBezTo>
                <a:cubicBezTo>
                  <a:pt x="2229" y="5360"/>
                  <a:pt x="2724" y="5360"/>
                  <a:pt x="3227" y="5360"/>
                </a:cubicBezTo>
                <a:cubicBezTo>
                  <a:pt x="3730" y="5360"/>
                  <a:pt x="4239" y="5360"/>
                  <a:pt x="4749" y="5360"/>
                </a:cubicBezTo>
                <a:cubicBezTo>
                  <a:pt x="5258" y="5360"/>
                  <a:pt x="5767" y="5360"/>
                  <a:pt x="6277" y="5360"/>
                </a:cubicBezTo>
                <a:cubicBezTo>
                  <a:pt x="6786" y="5360"/>
                  <a:pt x="7295" y="5360"/>
                  <a:pt x="7805" y="5360"/>
                </a:cubicBezTo>
                <a:cubicBezTo>
                  <a:pt x="8314" y="5360"/>
                  <a:pt x="8823" y="5360"/>
                  <a:pt x="9291" y="4467"/>
                </a:cubicBezTo>
                <a:cubicBezTo>
                  <a:pt x="9760" y="3573"/>
                  <a:pt x="10187" y="1786"/>
                  <a:pt x="10400" y="893"/>
                </a:cubicBezTo>
                <a:lnTo>
                  <a:pt x="1061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83581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8"/>
                </a:moveTo>
                <a:lnTo>
                  <a:pt x="57" y="0"/>
                </a:lnTo>
                <a:lnTo>
                  <a:pt x="77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8355240" y="1985760"/>
            <a:ext cx="32760" cy="36360"/>
          </a:xfrm>
          <a:custGeom>
            <a:avLst/>
            <a:gdLst/>
            <a:ahLst/>
            <a:rect l="0" t="0" r="r" b="b"/>
            <a:pathLst>
              <a:path w="91" h="101">
                <a:moveTo>
                  <a:pt x="10" y="68"/>
                </a:moveTo>
                <a:lnTo>
                  <a:pt x="15" y="62"/>
                </a:lnTo>
                <a:lnTo>
                  <a:pt x="21" y="67"/>
                </a:lnTo>
                <a:lnTo>
                  <a:pt x="16" y="73"/>
                </a:lnTo>
                <a:lnTo>
                  <a:pt x="10" y="68"/>
                </a:lnTo>
                <a:moveTo>
                  <a:pt x="15" y="62"/>
                </a:moveTo>
                <a:lnTo>
                  <a:pt x="20" y="56"/>
                </a:lnTo>
                <a:lnTo>
                  <a:pt x="26" y="61"/>
                </a:lnTo>
                <a:lnTo>
                  <a:pt x="21" y="67"/>
                </a:lnTo>
                <a:lnTo>
                  <a:pt x="15" y="62"/>
                </a:lnTo>
                <a:moveTo>
                  <a:pt x="20" y="56"/>
                </a:moveTo>
                <a:lnTo>
                  <a:pt x="25" y="50"/>
                </a:lnTo>
                <a:lnTo>
                  <a:pt x="31" y="55"/>
                </a:lnTo>
                <a:lnTo>
                  <a:pt x="26" y="61"/>
                </a:lnTo>
                <a:lnTo>
                  <a:pt x="20" y="56"/>
                </a:lnTo>
                <a:moveTo>
                  <a:pt x="25" y="50"/>
                </a:moveTo>
                <a:lnTo>
                  <a:pt x="30" y="43"/>
                </a:lnTo>
                <a:lnTo>
                  <a:pt x="36" y="49"/>
                </a:lnTo>
                <a:lnTo>
                  <a:pt x="31" y="55"/>
                </a:lnTo>
                <a:lnTo>
                  <a:pt x="25" y="50"/>
                </a:lnTo>
                <a:moveTo>
                  <a:pt x="30" y="43"/>
                </a:moveTo>
                <a:lnTo>
                  <a:pt x="35" y="37"/>
                </a:lnTo>
                <a:lnTo>
                  <a:pt x="41" y="43"/>
                </a:lnTo>
                <a:lnTo>
                  <a:pt x="36" y="49"/>
                </a:lnTo>
                <a:lnTo>
                  <a:pt x="30" y="43"/>
                </a:lnTo>
                <a:moveTo>
                  <a:pt x="35" y="37"/>
                </a:moveTo>
                <a:lnTo>
                  <a:pt x="40" y="31"/>
                </a:lnTo>
                <a:lnTo>
                  <a:pt x="46" y="36"/>
                </a:lnTo>
                <a:lnTo>
                  <a:pt x="41" y="43"/>
                </a:lnTo>
                <a:lnTo>
                  <a:pt x="35" y="37"/>
                </a:lnTo>
                <a:moveTo>
                  <a:pt x="40" y="31"/>
                </a:moveTo>
                <a:lnTo>
                  <a:pt x="45" y="25"/>
                </a:lnTo>
                <a:lnTo>
                  <a:pt x="51" y="30"/>
                </a:lnTo>
                <a:lnTo>
                  <a:pt x="46" y="36"/>
                </a:lnTo>
                <a:lnTo>
                  <a:pt x="40" y="31"/>
                </a:lnTo>
                <a:moveTo>
                  <a:pt x="45" y="25"/>
                </a:moveTo>
                <a:lnTo>
                  <a:pt x="50" y="19"/>
                </a:lnTo>
                <a:lnTo>
                  <a:pt x="56" y="24"/>
                </a:lnTo>
                <a:lnTo>
                  <a:pt x="51" y="30"/>
                </a:lnTo>
                <a:lnTo>
                  <a:pt x="45" y="25"/>
                </a:lnTo>
                <a:moveTo>
                  <a:pt x="50" y="19"/>
                </a:moveTo>
                <a:lnTo>
                  <a:pt x="55" y="13"/>
                </a:lnTo>
                <a:lnTo>
                  <a:pt x="61" y="18"/>
                </a:lnTo>
                <a:lnTo>
                  <a:pt x="56" y="24"/>
                </a:lnTo>
                <a:lnTo>
                  <a:pt x="50" y="19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8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1" y="14"/>
                </a:lnTo>
                <a:lnTo>
                  <a:pt x="62" y="16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1" y="14"/>
                </a:moveTo>
                <a:lnTo>
                  <a:pt x="72" y="22"/>
                </a:lnTo>
                <a:lnTo>
                  <a:pt x="64" y="24"/>
                </a:lnTo>
                <a:lnTo>
                  <a:pt x="62" y="16"/>
                </a:lnTo>
                <a:lnTo>
                  <a:pt x="71" y="14"/>
                </a:lnTo>
                <a:moveTo>
                  <a:pt x="72" y="22"/>
                </a:moveTo>
                <a:lnTo>
                  <a:pt x="74" y="29"/>
                </a:lnTo>
                <a:lnTo>
                  <a:pt x="66" y="31"/>
                </a:lnTo>
                <a:lnTo>
                  <a:pt x="64" y="24"/>
                </a:lnTo>
                <a:lnTo>
                  <a:pt x="72" y="22"/>
                </a:lnTo>
                <a:moveTo>
                  <a:pt x="74" y="29"/>
                </a:moveTo>
                <a:lnTo>
                  <a:pt x="76" y="37"/>
                </a:lnTo>
                <a:lnTo>
                  <a:pt x="68" y="39"/>
                </a:lnTo>
                <a:lnTo>
                  <a:pt x="66" y="31"/>
                </a:lnTo>
                <a:lnTo>
                  <a:pt x="74" y="29"/>
                </a:lnTo>
                <a:moveTo>
                  <a:pt x="76" y="37"/>
                </a:moveTo>
                <a:lnTo>
                  <a:pt x="78" y="45"/>
                </a:lnTo>
                <a:lnTo>
                  <a:pt x="70" y="47"/>
                </a:lnTo>
                <a:lnTo>
                  <a:pt x="68" y="39"/>
                </a:lnTo>
                <a:lnTo>
                  <a:pt x="76" y="37"/>
                </a:lnTo>
                <a:moveTo>
                  <a:pt x="78" y="45"/>
                </a:moveTo>
                <a:lnTo>
                  <a:pt x="79" y="53"/>
                </a:lnTo>
                <a:lnTo>
                  <a:pt x="72" y="54"/>
                </a:lnTo>
                <a:lnTo>
                  <a:pt x="70" y="47"/>
                </a:lnTo>
                <a:lnTo>
                  <a:pt x="78" y="45"/>
                </a:lnTo>
                <a:moveTo>
                  <a:pt x="79" y="53"/>
                </a:moveTo>
                <a:lnTo>
                  <a:pt x="81" y="60"/>
                </a:lnTo>
                <a:lnTo>
                  <a:pt x="74" y="62"/>
                </a:lnTo>
                <a:lnTo>
                  <a:pt x="72" y="54"/>
                </a:lnTo>
                <a:lnTo>
                  <a:pt x="79" y="53"/>
                </a:lnTo>
                <a:moveTo>
                  <a:pt x="81" y="60"/>
                </a:moveTo>
                <a:lnTo>
                  <a:pt x="83" y="68"/>
                </a:lnTo>
                <a:lnTo>
                  <a:pt x="75" y="70"/>
                </a:lnTo>
                <a:lnTo>
                  <a:pt x="74" y="62"/>
                </a:lnTo>
                <a:lnTo>
                  <a:pt x="81" y="60"/>
                </a:lnTo>
                <a:moveTo>
                  <a:pt x="83" y="68"/>
                </a:moveTo>
                <a:lnTo>
                  <a:pt x="85" y="76"/>
                </a:lnTo>
                <a:lnTo>
                  <a:pt x="77" y="77"/>
                </a:lnTo>
                <a:lnTo>
                  <a:pt x="75" y="70"/>
                </a:lnTo>
                <a:lnTo>
                  <a:pt x="83" y="68"/>
                </a:lnTo>
                <a:moveTo>
                  <a:pt x="85" y="76"/>
                </a:moveTo>
                <a:lnTo>
                  <a:pt x="87" y="84"/>
                </a:lnTo>
                <a:lnTo>
                  <a:pt x="79" y="86"/>
                </a:lnTo>
                <a:lnTo>
                  <a:pt x="77" y="77"/>
                </a:lnTo>
                <a:lnTo>
                  <a:pt x="85" y="76"/>
                </a:lnTo>
                <a:moveTo>
                  <a:pt x="87" y="84"/>
                </a:moveTo>
                <a:lnTo>
                  <a:pt x="88" y="92"/>
                </a:lnTo>
                <a:lnTo>
                  <a:pt x="81" y="94"/>
                </a:lnTo>
                <a:lnTo>
                  <a:pt x="79" y="86"/>
                </a:lnTo>
                <a:lnTo>
                  <a:pt x="87" y="84"/>
                </a:lnTo>
                <a:moveTo>
                  <a:pt x="88" y="92"/>
                </a:moveTo>
                <a:lnTo>
                  <a:pt x="91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1" y="94"/>
                </a:lnTo>
                <a:lnTo>
                  <a:pt x="88" y="92"/>
                </a:lnTo>
                <a:moveTo>
                  <a:pt x="79" y="98"/>
                </a:moveTo>
                <a:lnTo>
                  <a:pt x="72" y="96"/>
                </a:lnTo>
                <a:lnTo>
                  <a:pt x="74" y="89"/>
                </a:lnTo>
                <a:lnTo>
                  <a:pt x="81" y="91"/>
                </a:lnTo>
                <a:lnTo>
                  <a:pt x="79" y="98"/>
                </a:lnTo>
                <a:moveTo>
                  <a:pt x="72" y="96"/>
                </a:moveTo>
                <a:lnTo>
                  <a:pt x="63" y="95"/>
                </a:lnTo>
                <a:lnTo>
                  <a:pt x="66" y="87"/>
                </a:lnTo>
                <a:lnTo>
                  <a:pt x="74" y="89"/>
                </a:lnTo>
                <a:lnTo>
                  <a:pt x="72" y="96"/>
                </a:lnTo>
                <a:moveTo>
                  <a:pt x="63" y="95"/>
                </a:moveTo>
                <a:lnTo>
                  <a:pt x="55" y="93"/>
                </a:lnTo>
                <a:lnTo>
                  <a:pt x="57" y="85"/>
                </a:lnTo>
                <a:lnTo>
                  <a:pt x="66" y="87"/>
                </a:lnTo>
                <a:lnTo>
                  <a:pt x="63" y="95"/>
                </a:lnTo>
                <a:moveTo>
                  <a:pt x="55" y="93"/>
                </a:moveTo>
                <a:lnTo>
                  <a:pt x="48" y="91"/>
                </a:lnTo>
                <a:lnTo>
                  <a:pt x="50" y="83"/>
                </a:lnTo>
                <a:lnTo>
                  <a:pt x="57" y="85"/>
                </a:lnTo>
                <a:lnTo>
                  <a:pt x="55" y="93"/>
                </a:lnTo>
                <a:moveTo>
                  <a:pt x="48" y="91"/>
                </a:moveTo>
                <a:lnTo>
                  <a:pt x="40" y="89"/>
                </a:lnTo>
                <a:lnTo>
                  <a:pt x="42" y="81"/>
                </a:lnTo>
                <a:lnTo>
                  <a:pt x="50" y="83"/>
                </a:lnTo>
                <a:lnTo>
                  <a:pt x="48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80"/>
                </a:lnTo>
                <a:lnTo>
                  <a:pt x="42" y="81"/>
                </a:lnTo>
                <a:lnTo>
                  <a:pt x="40" y="89"/>
                </a:lnTo>
                <a:moveTo>
                  <a:pt x="32" y="87"/>
                </a:moveTo>
                <a:lnTo>
                  <a:pt x="25" y="85"/>
                </a:lnTo>
                <a:lnTo>
                  <a:pt x="27" y="77"/>
                </a:lnTo>
                <a:lnTo>
                  <a:pt x="34" y="80"/>
                </a:lnTo>
                <a:lnTo>
                  <a:pt x="32" y="87"/>
                </a:lnTo>
                <a:moveTo>
                  <a:pt x="25" y="85"/>
                </a:moveTo>
                <a:lnTo>
                  <a:pt x="17" y="84"/>
                </a:lnTo>
                <a:lnTo>
                  <a:pt x="19" y="75"/>
                </a:lnTo>
                <a:lnTo>
                  <a:pt x="27" y="77"/>
                </a:lnTo>
                <a:lnTo>
                  <a:pt x="25" y="85"/>
                </a:lnTo>
                <a:moveTo>
                  <a:pt x="17" y="84"/>
                </a:moveTo>
                <a:lnTo>
                  <a:pt x="9" y="82"/>
                </a:lnTo>
                <a:lnTo>
                  <a:pt x="11" y="73"/>
                </a:lnTo>
                <a:lnTo>
                  <a:pt x="19" y="75"/>
                </a:lnTo>
                <a:lnTo>
                  <a:pt x="17" y="84"/>
                </a:lnTo>
                <a:moveTo>
                  <a:pt x="9" y="82"/>
                </a:moveTo>
                <a:lnTo>
                  <a:pt x="0" y="80"/>
                </a:lnTo>
                <a:lnTo>
                  <a:pt x="10" y="68"/>
                </a:lnTo>
                <a:lnTo>
                  <a:pt x="16" y="73"/>
                </a:lnTo>
                <a:lnTo>
                  <a:pt x="11" y="80"/>
                </a:lnTo>
                <a:lnTo>
                  <a:pt x="8" y="76"/>
                </a:lnTo>
                <a:lnTo>
                  <a:pt x="8" y="72"/>
                </a:lnTo>
                <a:lnTo>
                  <a:pt x="11" y="73"/>
                </a:lnTo>
                <a:lnTo>
                  <a:pt x="9" y="82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481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57200" y="118908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96880" y="196560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93360" y="208260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20280" y="205704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85640" y="2476080"/>
            <a:ext cx="923040" cy="479160"/>
          </a:xfrm>
          <a:custGeom>
            <a:avLst/>
            <a:gdLst/>
            <a:ahLst/>
            <a:rect l="0" t="0" r="r" b="b"/>
            <a:pathLst>
              <a:path w="2564" h="1331">
                <a:moveTo>
                  <a:pt x="0" y="0"/>
                </a:moveTo>
                <a:lnTo>
                  <a:pt x="2564" y="0"/>
                </a:lnTo>
                <a:lnTo>
                  <a:pt x="2564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31440" y="216792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624600" y="253692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863640" y="262224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678960" y="270720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620280" y="2799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1585800" y="14274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744480" y="282456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873080" y="148824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863000" y="157356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68320" y="165852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1720440" y="17503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1585800" y="216900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1787760" y="177588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768320" y="223020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909800" y="231516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1720440" y="24066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631680" y="19872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818360" y="243216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22120" y="204804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872880" y="213336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901320" y="225036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66680" y="22248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685960" y="1883160"/>
            <a:ext cx="768600" cy="309240"/>
          </a:xfrm>
          <a:custGeom>
            <a:avLst/>
            <a:gdLst/>
            <a:ahLst/>
            <a:rect l="0" t="0" r="r" b="b"/>
            <a:pathLst>
              <a:path w="2135" h="859">
                <a:moveTo>
                  <a:pt x="0" y="0"/>
                </a:moveTo>
                <a:lnTo>
                  <a:pt x="2135" y="0"/>
                </a:lnTo>
                <a:lnTo>
                  <a:pt x="213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873240" y="233568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792520" y="194436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820600" y="20358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6" y="0"/>
                </a:lnTo>
                <a:lnTo>
                  <a:pt x="516" y="11"/>
                </a:lnTo>
                <a:lnTo>
                  <a:pt x="486" y="11"/>
                </a:lnTo>
                <a:lnTo>
                  <a:pt x="486" y="0"/>
                </a:lnTo>
                <a:moveTo>
                  <a:pt x="535" y="0"/>
                </a:moveTo>
                <a:lnTo>
                  <a:pt x="564" y="0"/>
                </a:lnTo>
                <a:lnTo>
                  <a:pt x="564" y="11"/>
                </a:lnTo>
                <a:lnTo>
                  <a:pt x="535" y="11"/>
                </a:lnTo>
                <a:lnTo>
                  <a:pt x="535" y="0"/>
                </a:lnTo>
                <a:moveTo>
                  <a:pt x="583" y="0"/>
                </a:moveTo>
                <a:lnTo>
                  <a:pt x="613" y="0"/>
                </a:lnTo>
                <a:lnTo>
                  <a:pt x="613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6" y="0"/>
                </a:lnTo>
                <a:lnTo>
                  <a:pt x="856" y="11"/>
                </a:lnTo>
                <a:lnTo>
                  <a:pt x="826" y="11"/>
                </a:lnTo>
                <a:lnTo>
                  <a:pt x="826" y="0"/>
                </a:lnTo>
                <a:moveTo>
                  <a:pt x="875" y="0"/>
                </a:moveTo>
                <a:lnTo>
                  <a:pt x="904" y="0"/>
                </a:lnTo>
                <a:lnTo>
                  <a:pt x="904" y="11"/>
                </a:lnTo>
                <a:lnTo>
                  <a:pt x="875" y="11"/>
                </a:lnTo>
                <a:lnTo>
                  <a:pt x="875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9" y="0"/>
                </a:lnTo>
                <a:lnTo>
                  <a:pt x="1099" y="11"/>
                </a:lnTo>
                <a:lnTo>
                  <a:pt x="1069" y="11"/>
                </a:lnTo>
                <a:lnTo>
                  <a:pt x="1069" y="0"/>
                </a:lnTo>
                <a:moveTo>
                  <a:pt x="1118" y="0"/>
                </a:moveTo>
                <a:lnTo>
                  <a:pt x="1147" y="0"/>
                </a:lnTo>
                <a:lnTo>
                  <a:pt x="1147" y="11"/>
                </a:lnTo>
                <a:lnTo>
                  <a:pt x="1118" y="11"/>
                </a:lnTo>
                <a:lnTo>
                  <a:pt x="1118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661920" y="2971800"/>
            <a:ext cx="862920" cy="394200"/>
          </a:xfrm>
          <a:custGeom>
            <a:avLst/>
            <a:gdLst/>
            <a:ahLst/>
            <a:rect l="0" t="0" r="r" b="b"/>
            <a:pathLst>
              <a:path w="2397" h="1095">
                <a:moveTo>
                  <a:pt x="0" y="0"/>
                </a:moveTo>
                <a:lnTo>
                  <a:pt x="2397" y="0"/>
                </a:lnTo>
                <a:lnTo>
                  <a:pt x="2397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2810880" y="20613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768480" y="303300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94480" y="311796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6560" y="320976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731840" y="2893680"/>
            <a:ext cx="893160" cy="479520"/>
          </a:xfrm>
          <a:custGeom>
            <a:avLst/>
            <a:gdLst/>
            <a:ahLst/>
            <a:rect l="0" t="0" r="r" b="b"/>
            <a:pathLst>
              <a:path w="2481" h="1332">
                <a:moveTo>
                  <a:pt x="0" y="0"/>
                </a:moveTo>
                <a:lnTo>
                  <a:pt x="2481" y="0"/>
                </a:lnTo>
                <a:lnTo>
                  <a:pt x="2481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888720" y="323532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838400" y="295488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870080" y="304020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892760" y="312516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866840" y="3216600"/>
            <a:ext cx="624600" cy="3960"/>
          </a:xfrm>
          <a:custGeom>
            <a:avLst/>
            <a:gdLst/>
            <a:ahLst/>
            <a:rect l="0" t="0" r="r" b="b"/>
            <a:pathLst>
              <a:path w="173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1"/>
                </a:lnTo>
                <a:lnTo>
                  <a:pt x="341" y="11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1"/>
                </a:lnTo>
                <a:lnTo>
                  <a:pt x="389" y="11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1"/>
                </a:lnTo>
                <a:lnTo>
                  <a:pt x="438" y="11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1"/>
                </a:lnTo>
                <a:lnTo>
                  <a:pt x="487" y="11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1"/>
                </a:lnTo>
                <a:lnTo>
                  <a:pt x="536" y="11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1"/>
                </a:lnTo>
                <a:lnTo>
                  <a:pt x="584" y="11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1"/>
                </a:lnTo>
                <a:lnTo>
                  <a:pt x="633" y="11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1"/>
                </a:lnTo>
                <a:lnTo>
                  <a:pt x="682" y="11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1"/>
                </a:lnTo>
                <a:lnTo>
                  <a:pt x="730" y="11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1"/>
                </a:lnTo>
                <a:lnTo>
                  <a:pt x="779" y="11"/>
                </a:lnTo>
                <a:lnTo>
                  <a:pt x="779" y="0"/>
                </a:lnTo>
                <a:moveTo>
                  <a:pt x="828" y="0"/>
                </a:moveTo>
                <a:lnTo>
                  <a:pt x="857" y="0"/>
                </a:lnTo>
                <a:lnTo>
                  <a:pt x="857" y="11"/>
                </a:lnTo>
                <a:lnTo>
                  <a:pt x="828" y="11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1"/>
                </a:lnTo>
                <a:lnTo>
                  <a:pt x="877" y="11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1"/>
                </a:lnTo>
                <a:lnTo>
                  <a:pt x="925" y="11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1"/>
                </a:lnTo>
                <a:lnTo>
                  <a:pt x="974" y="11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1"/>
                </a:lnTo>
                <a:lnTo>
                  <a:pt x="1023" y="11"/>
                </a:lnTo>
                <a:lnTo>
                  <a:pt x="1023" y="0"/>
                </a:lnTo>
                <a:moveTo>
                  <a:pt x="1071" y="0"/>
                </a:moveTo>
                <a:lnTo>
                  <a:pt x="1101" y="0"/>
                </a:lnTo>
                <a:lnTo>
                  <a:pt x="1101" y="11"/>
                </a:lnTo>
                <a:lnTo>
                  <a:pt x="1071" y="11"/>
                </a:lnTo>
                <a:lnTo>
                  <a:pt x="1071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1"/>
                </a:lnTo>
                <a:lnTo>
                  <a:pt x="1120" y="11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1"/>
                </a:lnTo>
                <a:lnTo>
                  <a:pt x="1169" y="11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1"/>
                </a:lnTo>
                <a:lnTo>
                  <a:pt x="1218" y="11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1"/>
                </a:lnTo>
                <a:lnTo>
                  <a:pt x="1267" y="11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1"/>
                </a:lnTo>
                <a:lnTo>
                  <a:pt x="1316" y="11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1"/>
                </a:lnTo>
                <a:lnTo>
                  <a:pt x="1365" y="11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1"/>
                </a:lnTo>
                <a:lnTo>
                  <a:pt x="1414" y="11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1"/>
                </a:lnTo>
                <a:lnTo>
                  <a:pt x="1462" y="11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1"/>
                </a:lnTo>
                <a:lnTo>
                  <a:pt x="1511" y="11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1"/>
                </a:lnTo>
                <a:lnTo>
                  <a:pt x="1560" y="11"/>
                </a:lnTo>
                <a:lnTo>
                  <a:pt x="1560" y="0"/>
                </a:lnTo>
                <a:moveTo>
                  <a:pt x="1608" y="0"/>
                </a:moveTo>
                <a:lnTo>
                  <a:pt x="1638" y="0"/>
                </a:lnTo>
                <a:lnTo>
                  <a:pt x="1638" y="11"/>
                </a:lnTo>
                <a:lnTo>
                  <a:pt x="1608" y="11"/>
                </a:lnTo>
                <a:lnTo>
                  <a:pt x="1608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1"/>
                </a:lnTo>
                <a:lnTo>
                  <a:pt x="1657" y="11"/>
                </a:lnTo>
                <a:lnTo>
                  <a:pt x="1657" y="0"/>
                </a:lnTo>
                <a:moveTo>
                  <a:pt x="1706" y="0"/>
                </a:moveTo>
                <a:lnTo>
                  <a:pt x="1735" y="0"/>
                </a:lnTo>
                <a:lnTo>
                  <a:pt x="1735" y="11"/>
                </a:lnTo>
                <a:lnTo>
                  <a:pt x="1706" y="11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5802120" y="3146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4928400" y="324216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6093000" y="320760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65280" y="329292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937120" y="33843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3" y="0"/>
                </a:lnTo>
                <a:lnTo>
                  <a:pt x="823" y="11"/>
                </a:lnTo>
                <a:lnTo>
                  <a:pt x="794" y="11"/>
                </a:lnTo>
                <a:lnTo>
                  <a:pt x="794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0" y="0"/>
                </a:lnTo>
                <a:lnTo>
                  <a:pt x="1170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69" y="0"/>
                </a:lnTo>
                <a:lnTo>
                  <a:pt x="1269" y="11"/>
                </a:lnTo>
                <a:lnTo>
                  <a:pt x="1240" y="11"/>
                </a:lnTo>
                <a:lnTo>
                  <a:pt x="1240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082560" y="340992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034760" y="330444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223040" y="338940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12880" y="347472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7229160" y="356004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7037280" y="36514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9" y="0"/>
                </a:lnTo>
                <a:lnTo>
                  <a:pt x="1319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631680" y="362124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7175160" y="367704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823200" y="368244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939840" y="376740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803400" y="385272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766680" y="39441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002440" y="1595160"/>
            <a:ext cx="846360" cy="394200"/>
          </a:xfrm>
          <a:custGeom>
            <a:avLst/>
            <a:gdLst/>
            <a:ahLst/>
            <a:rect l="0" t="0" r="r" b="b"/>
            <a:pathLst>
              <a:path w="2351" h="1095">
                <a:moveTo>
                  <a:pt x="0" y="0"/>
                </a:moveTo>
                <a:lnTo>
                  <a:pt x="2351" y="0"/>
                </a:lnTo>
                <a:lnTo>
                  <a:pt x="2351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3764160" y="396972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8109000" y="165600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8195040" y="174132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8137080" y="183276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7" y="0"/>
                </a:lnTo>
                <a:lnTo>
                  <a:pt x="177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6" y="0"/>
                </a:lnTo>
                <a:lnTo>
                  <a:pt x="226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5" y="0"/>
                </a:lnTo>
                <a:lnTo>
                  <a:pt x="275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4" y="0"/>
                </a:lnTo>
                <a:lnTo>
                  <a:pt x="324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3" y="0"/>
                </a:lnTo>
                <a:lnTo>
                  <a:pt x="373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2" y="0"/>
                </a:lnTo>
                <a:lnTo>
                  <a:pt x="422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1" y="0"/>
                </a:lnTo>
                <a:lnTo>
                  <a:pt x="471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20" y="0"/>
                </a:lnTo>
                <a:lnTo>
                  <a:pt x="520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1" y="0"/>
                </a:lnTo>
                <a:lnTo>
                  <a:pt x="1011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60" y="0"/>
                </a:lnTo>
                <a:lnTo>
                  <a:pt x="1060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9" y="0"/>
                </a:lnTo>
                <a:lnTo>
                  <a:pt x="1109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8" y="0"/>
                </a:lnTo>
                <a:lnTo>
                  <a:pt x="1158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7" y="0"/>
                </a:lnTo>
                <a:lnTo>
                  <a:pt x="1207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6" y="0"/>
                </a:lnTo>
                <a:lnTo>
                  <a:pt x="1256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5" y="0"/>
                </a:lnTo>
                <a:lnTo>
                  <a:pt x="1305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178120" y="185832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57200" y="4265640"/>
            <a:ext cx="8035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grotendeels. Alles rechts daarvan staat op aannames die we samen invullen. De release raakt vrijwel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57200" y="4446360"/>
            <a:ext cx="3440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alles: model, boom, begrippen, speciﬁcatie en toetsen.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5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3848040"/>
            <a:ext cx="2844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Het begrippenkader met de OEAPI-mapping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17040" y="4010040"/>
            <a:ext cx="39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zelf · publiek en vindbaar · versioneerbaar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617040" y="4172040"/>
            <a:ext cx="3476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meerdere dimensies · herleidbaar, ook waarom een keuze zo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17040" y="4343400"/>
            <a:ext cx="403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gemaakt is · beheerbaar na het einde van Npuls · en dat voor bijna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617040" y="4505400"/>
            <a:ext cx="221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hele primaire proces van een instelling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512600" y="3848040"/>
            <a:ext cx="3963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kaders, platen, boom en backlog die daaronder liggen · machinaal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12600" y="4010040"/>
            <a:ext cx="3577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controleerbaar: bij deze omvang, dit team en deze expertise 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512600" y="4172040"/>
            <a:ext cx="358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digitaliseren, automatiseren en integreren de enige manier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512600" y="4343400"/>
            <a:ext cx="366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strategie, tactiek en operationele producten naar elkaar te laten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512600" y="4505400"/>
            <a:ext cx="378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verwijzen · onafhankelijk toetsbaar, straks het werk van de 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57200" y="4727520"/>
            <a:ext cx="6823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Goud volgt niet uit deze eisen, maar draagt wel het hele programma: opdrachtgever, programmamanager en projectleider.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9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4" name=""/>
          <p:cNvSpPr/>
          <p:nvPr/>
        </p:nvSpPr>
        <p:spPr>
          <a:xfrm>
            <a:off x="3803400" y="213912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97" y="303"/>
                </a:cubicBezTo>
                <a:cubicBezTo>
                  <a:pt x="194" y="402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996000" y="233712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993840" y="233496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1"/>
                </a:lnTo>
                <a:lnTo>
                  <a:pt x="44" y="25"/>
                </a:lnTo>
                <a:lnTo>
                  <a:pt x="40" y="19"/>
                </a:lnTo>
                <a:lnTo>
                  <a:pt x="46" y="15"/>
                </a:lnTo>
                <a:moveTo>
                  <a:pt x="50" y="21"/>
                </a:moveTo>
                <a:lnTo>
                  <a:pt x="54" y="26"/>
                </a:lnTo>
                <a:lnTo>
                  <a:pt x="48" y="30"/>
                </a:lnTo>
                <a:lnTo>
                  <a:pt x="44" y="25"/>
                </a:lnTo>
                <a:lnTo>
                  <a:pt x="50" y="21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6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0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0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0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6"/>
                </a:lnTo>
                <a:lnTo>
                  <a:pt x="38" y="7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4667040" y="300384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655160" y="312840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653360" y="312696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8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4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2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0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3"/>
                </a:lnTo>
                <a:lnTo>
                  <a:pt x="12" y="10"/>
                </a:lnTo>
                <a:lnTo>
                  <a:pt x="15" y="17"/>
                </a:lnTo>
                <a:lnTo>
                  <a:pt x="9" y="20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5322240" y="213912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1"/>
                  <a:pt x="580" y="203"/>
                  <a:pt x="482" y="303"/>
                </a:cubicBezTo>
                <a:cubicBezTo>
                  <a:pt x="386" y="402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311800" y="233712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309280" y="233496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3"/>
                </a:lnTo>
                <a:lnTo>
                  <a:pt x="40" y="27"/>
                </a:lnTo>
                <a:lnTo>
                  <a:pt x="37" y="32"/>
                </a:lnTo>
                <a:lnTo>
                  <a:pt x="31" y="28"/>
                </a:lnTo>
                <a:moveTo>
                  <a:pt x="35" y="23"/>
                </a:moveTo>
                <a:lnTo>
                  <a:pt x="39" y="17"/>
                </a:lnTo>
                <a:lnTo>
                  <a:pt x="44" y="21"/>
                </a:lnTo>
                <a:lnTo>
                  <a:pt x="40" y="27"/>
                </a:lnTo>
                <a:lnTo>
                  <a:pt x="35" y="23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1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7"/>
                </a:lnTo>
                <a:lnTo>
                  <a:pt x="51" y="6"/>
                </a:lnTo>
                <a:lnTo>
                  <a:pt x="54" y="9"/>
                </a:lnTo>
                <a:lnTo>
                  <a:pt x="52" y="11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30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3"/>
                </a:lnTo>
                <a:lnTo>
                  <a:pt x="62" y="36"/>
                </a:lnTo>
                <a:lnTo>
                  <a:pt x="59" y="30"/>
                </a:lnTo>
                <a:lnTo>
                  <a:pt x="65" y="27"/>
                </a:lnTo>
                <a:moveTo>
                  <a:pt x="68" y="33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3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803400" y="155268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791520" y="17481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789720" y="174708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3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3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8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1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6"/>
                </a:lnTo>
                <a:lnTo>
                  <a:pt x="10" y="6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6"/>
                </a:lnTo>
                <a:lnTo>
                  <a:pt x="29" y="6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6"/>
                </a:lnTo>
                <a:lnTo>
                  <a:pt x="36" y="6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6"/>
                </a:lnTo>
                <a:lnTo>
                  <a:pt x="42" y="6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6"/>
                </a:lnTo>
                <a:lnTo>
                  <a:pt x="49" y="6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6"/>
                </a:lnTo>
                <a:lnTo>
                  <a:pt x="56" y="6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6"/>
                </a:lnTo>
                <a:lnTo>
                  <a:pt x="62" y="6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6"/>
                </a:lnTo>
                <a:lnTo>
                  <a:pt x="69" y="6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453640" y="221328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453640" y="221328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39920" y="624600"/>
            <a:ext cx="5077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ik het nu verdeeld zie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575160" y="162684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3575160" y="162684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5453640" y="221976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040120" y="315180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040120" y="315180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575520" y="163332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151360" y="32554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513680" y="315864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812680" y="32554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2812680" y="32554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4d7d9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2240280" y="33066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3592440" y="325548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2901600" y="33066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27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235760" y="325548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3681360" y="330660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5017320" y="325548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4325040" y="330660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5732280" y="325548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5106600" y="33066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545160" y="325548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6545160" y="325548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5821200" y="330660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80960" y="235836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480960" y="235836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6634080" y="33066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6339960" y="24973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6339960" y="24973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4573080" y="236484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6487920" y="260100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7369200" y="250416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7378920" y="260100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6576840" y="265212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8155080" y="26010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7467840" y="265212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591840" y="26010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591840" y="26010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8244360" y="26521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368360" y="24973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1368360" y="24973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680760" y="265212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516320" y="260100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1516320" y="260100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2007360" y="250416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2286720" y="26010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2286720" y="26010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4d7d9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1605600" y="265212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3214440" y="246204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3214440" y="246204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2375640" y="26521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27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3362760" y="260100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4515120" y="246852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4269600" y="256572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3451680" y="265212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4491720" y="26164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5331960" y="260100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5331960" y="260100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4358520" y="268776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593080" y="177192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593080" y="177192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5421240" y="26521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2704320" y="187560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2704320" y="187560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3669120" y="177840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3460680" y="187560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460680" y="187560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2793240" y="19263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4348440" y="18756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3549600" y="19263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407040" y="118548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407040" y="118548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4437360" y="19263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518280" y="128916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3727440" y="11919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5162040" y="177192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5162040" y="177192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3607200" y="134028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5272920" y="187560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2880">
            <a:solidFill>
              <a:srgbClr val="2e6f8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369040" y="177840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5361840" y="19263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13237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579240" y="367128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20095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2014200" y="3671640"/>
            <a:ext cx="114840" cy="114840"/>
          </a:xfrm>
          <a:custGeom>
            <a:avLst/>
            <a:gdLst/>
            <a:ahLst/>
            <a:rect l="0" t="0" r="r" b="b"/>
            <a:pathLst>
              <a:path w="319" h="319">
                <a:moveTo>
                  <a:pt x="0" y="0"/>
                </a:moveTo>
                <a:lnTo>
                  <a:pt x="319" y="0"/>
                </a:lnTo>
                <a:lnTo>
                  <a:pt x="319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d7d9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1449720" y="3671280"/>
            <a:ext cx="4503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33238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2129760" y="3671280"/>
            <a:ext cx="11710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Probeer ik te 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4552920" y="3666960"/>
            <a:ext cx="114480" cy="124200"/>
          </a:xfrm>
          <a:custGeom>
            <a:avLst/>
            <a:gdLst/>
            <a:ahLst/>
            <a:rect l="0" t="0" r="r" b="b"/>
            <a:pathLst>
              <a:path w="318" h="345">
                <a:moveTo>
                  <a:pt x="0" y="0"/>
                </a:moveTo>
                <a:lnTo>
                  <a:pt x="318" y="0"/>
                </a:lnTo>
                <a:lnTo>
                  <a:pt x="318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3447720" y="367128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57909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4670640" y="367128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75913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5912640" y="367128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456840" y="401940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461880" y="4024080"/>
            <a:ext cx="114480" cy="105120"/>
          </a:xfrm>
          <a:custGeom>
            <a:avLst/>
            <a:gdLst/>
            <a:ahLst/>
            <a:rect l="0" t="0" r="r" b="b"/>
            <a:pathLst>
              <a:path w="318" h="292">
                <a:moveTo>
                  <a:pt x="0" y="0"/>
                </a:moveTo>
                <a:lnTo>
                  <a:pt x="318" y="0"/>
                </a:lnTo>
                <a:lnTo>
                  <a:pt x="318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7716600" y="367128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579240" y="401400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457200" y="426564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457200" y="4456080"/>
            <a:ext cx="6782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en de business analyse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84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28954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579240" y="3668400"/>
            <a:ext cx="241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Wil ik eventueel houden,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38480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30175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4543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396972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5591160" y="3666960"/>
            <a:ext cx="123840" cy="124200"/>
          </a:xfrm>
          <a:custGeom>
            <a:avLst/>
            <a:gdLst/>
            <a:ahLst/>
            <a:rect l="0" t="0" r="r" b="b"/>
            <a:pathLst>
              <a:path w="344" h="345">
                <a:moveTo>
                  <a:pt x="0" y="0"/>
                </a:moveTo>
                <a:lnTo>
                  <a:pt x="344" y="0"/>
                </a:lnTo>
                <a:lnTo>
                  <a:pt x="344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466488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6562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6567480" y="3671640"/>
            <a:ext cx="114480" cy="114840"/>
          </a:xfrm>
          <a:custGeom>
            <a:avLst/>
            <a:gdLst/>
            <a:ahLst/>
            <a:rect l="0" t="0" r="r" b="b"/>
            <a:pathLst>
              <a:path w="318" h="319">
                <a:moveTo>
                  <a:pt x="0" y="0"/>
                </a:moveTo>
                <a:lnTo>
                  <a:pt x="318" y="0"/>
                </a:lnTo>
                <a:lnTo>
                  <a:pt x="318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571248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668376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457200" y="3922560"/>
            <a:ext cx="7592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tech lead met Garik, lead architect met Niels, developer met Garik en agents, domeinexpert met 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457200" y="411300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457200" y="4294080"/>
            <a:ext cx="8024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wil ik eventueel houden, maar alleen met mandaat; die rol en lead architect worden groter zodra de architectuurboard ons gaat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457200" y="4484520"/>
            <a:ext cx="70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98" name=""/>
          <p:cNvSpPr txBox="1"/>
          <p:nvPr/>
        </p:nvSpPr>
        <p:spPr>
          <a:xfrm>
            <a:off x="439920" y="51048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130464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130464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457200" y="106524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563760" y="1385280"/>
            <a:ext cx="101880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13 naar 7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2466720" y="1304640"/>
            <a:ext cx="1876680" cy="524160"/>
          </a:xfrm>
          <a:custGeom>
            <a:avLst/>
            <a:gdLst/>
            <a:ahLst/>
            <a:rect l="0" t="0" r="r" b="b"/>
            <a:pathLst>
              <a:path w="5213" h="1456">
                <a:moveTo>
                  <a:pt x="0" y="0"/>
                </a:moveTo>
                <a:lnTo>
                  <a:pt x="5213" y="0"/>
                </a:lnTo>
                <a:lnTo>
                  <a:pt x="5213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2466720" y="130464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563760" y="1637280"/>
            <a:ext cx="943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2568960" y="13852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4466880" y="130464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466880" y="130464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2568960" y="1637280"/>
            <a:ext cx="86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deel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 txBox="1"/>
          <p:nvPr/>
        </p:nvSpPr>
        <p:spPr>
          <a:xfrm>
            <a:off x="4574520" y="13852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456840" y="1885680"/>
            <a:ext cx="1296000" cy="295560"/>
          </a:xfrm>
          <a:custGeom>
            <a:avLst/>
            <a:gdLst/>
            <a:ahLst/>
            <a:rect l="0" t="0" r="r" b="b"/>
            <a:pathLst>
              <a:path w="3600" h="821">
                <a:moveTo>
                  <a:pt x="0" y="0"/>
                </a:moveTo>
                <a:lnTo>
                  <a:pt x="3600" y="0"/>
                </a:lnTo>
                <a:lnTo>
                  <a:pt x="360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1752480" y="1885680"/>
            <a:ext cx="3000600" cy="295560"/>
          </a:xfrm>
          <a:custGeom>
            <a:avLst/>
            <a:gdLst/>
            <a:ahLst/>
            <a:rect l="0" t="0" r="r" b="b"/>
            <a:pathLst>
              <a:path w="8335" h="821">
                <a:moveTo>
                  <a:pt x="0" y="0"/>
                </a:moveTo>
                <a:lnTo>
                  <a:pt x="8335" y="0"/>
                </a:lnTo>
                <a:lnTo>
                  <a:pt x="833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4752720" y="1885680"/>
            <a:ext cx="1276920" cy="295560"/>
          </a:xfrm>
          <a:custGeom>
            <a:avLst/>
            <a:gdLst/>
            <a:ahLst/>
            <a:rect l="0" t="0" r="r" b="b"/>
            <a:pathLst>
              <a:path w="3547" h="821">
                <a:moveTo>
                  <a:pt x="0" y="0"/>
                </a:moveTo>
                <a:lnTo>
                  <a:pt x="3547" y="0"/>
                </a:lnTo>
                <a:lnTo>
                  <a:pt x="354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6029280" y="1885680"/>
            <a:ext cx="2343240" cy="295560"/>
          </a:xfrm>
          <a:custGeom>
            <a:avLst/>
            <a:gdLst/>
            <a:ahLst/>
            <a:rect l="0" t="0" r="r" b="b"/>
            <a:pathLst>
              <a:path w="6509" h="821">
                <a:moveTo>
                  <a:pt x="0" y="0"/>
                </a:moveTo>
                <a:lnTo>
                  <a:pt x="6509" y="0"/>
                </a:lnTo>
                <a:lnTo>
                  <a:pt x="650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456840" y="2171520"/>
            <a:ext cx="1296000" cy="19440"/>
          </a:xfrm>
          <a:custGeom>
            <a:avLst/>
            <a:gdLst/>
            <a:ahLst/>
            <a:rect l="0" t="0" r="r" b="b"/>
            <a:pathLst>
              <a:path w="3600" h="54">
                <a:moveTo>
                  <a:pt x="0" y="0"/>
                </a:moveTo>
                <a:lnTo>
                  <a:pt x="3600" y="0"/>
                </a:lnTo>
                <a:lnTo>
                  <a:pt x="360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1752480" y="2171520"/>
            <a:ext cx="3000600" cy="19440"/>
          </a:xfrm>
          <a:custGeom>
            <a:avLst/>
            <a:gdLst/>
            <a:ahLst/>
            <a:rect l="0" t="0" r="r" b="b"/>
            <a:pathLst>
              <a:path w="8335" h="54">
                <a:moveTo>
                  <a:pt x="0" y="0"/>
                </a:moveTo>
                <a:lnTo>
                  <a:pt x="8335" y="0"/>
                </a:lnTo>
                <a:lnTo>
                  <a:pt x="833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4752720" y="2171520"/>
            <a:ext cx="1276920" cy="19440"/>
          </a:xfrm>
          <a:custGeom>
            <a:avLst/>
            <a:gdLst/>
            <a:ahLst/>
            <a:rect l="0" t="0" r="r" b="b"/>
            <a:pathLst>
              <a:path w="3547" h="54">
                <a:moveTo>
                  <a:pt x="0" y="0"/>
                </a:moveTo>
                <a:lnTo>
                  <a:pt x="3547" y="0"/>
                </a:lnTo>
                <a:lnTo>
                  <a:pt x="354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6029280" y="2171520"/>
            <a:ext cx="2343240" cy="19440"/>
          </a:xfrm>
          <a:custGeom>
            <a:avLst/>
            <a:gdLst/>
            <a:ahLst/>
            <a:rect l="0" t="0" r="r" b="b"/>
            <a:pathLst>
              <a:path w="6509" h="54">
                <a:moveTo>
                  <a:pt x="0" y="0"/>
                </a:moveTo>
                <a:lnTo>
                  <a:pt x="6509" y="0"/>
                </a:lnTo>
                <a:lnTo>
                  <a:pt x="650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456840" y="244764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1752480" y="2447640"/>
            <a:ext cx="3000600" cy="10080"/>
          </a:xfrm>
          <a:custGeom>
            <a:avLst/>
            <a:gdLst/>
            <a:ahLst/>
            <a:rect l="0" t="0" r="r" b="b"/>
            <a:pathLst>
              <a:path w="8335" h="28">
                <a:moveTo>
                  <a:pt x="0" y="0"/>
                </a:moveTo>
                <a:lnTo>
                  <a:pt x="8335" y="0"/>
                </a:lnTo>
                <a:lnTo>
                  <a:pt x="8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4752720" y="2447640"/>
            <a:ext cx="1276920" cy="10080"/>
          </a:xfrm>
          <a:custGeom>
            <a:avLst/>
            <a:gdLst/>
            <a:ahLst/>
            <a:rect l="0" t="0" r="r" b="b"/>
            <a:pathLst>
              <a:path w="3547" h="28">
                <a:moveTo>
                  <a:pt x="0" y="0"/>
                </a:moveTo>
                <a:lnTo>
                  <a:pt x="3547" y="0"/>
                </a:lnTo>
                <a:lnTo>
                  <a:pt x="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6029280" y="244764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456840" y="272412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1752480" y="272412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4752720" y="272412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6029280" y="272412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56840" y="299052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1752480" y="2990520"/>
            <a:ext cx="3000600" cy="10080"/>
          </a:xfrm>
          <a:custGeom>
            <a:avLst/>
            <a:gdLst/>
            <a:ahLst/>
            <a:rect l="0" t="0" r="r" b="b"/>
            <a:pathLst>
              <a:path w="8335" h="28">
                <a:moveTo>
                  <a:pt x="0" y="0"/>
                </a:moveTo>
                <a:lnTo>
                  <a:pt x="8335" y="0"/>
                </a:lnTo>
                <a:lnTo>
                  <a:pt x="8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4752720" y="2990520"/>
            <a:ext cx="1276920" cy="10080"/>
          </a:xfrm>
          <a:custGeom>
            <a:avLst/>
            <a:gdLst/>
            <a:ahLst/>
            <a:rect l="0" t="0" r="r" b="b"/>
            <a:pathLst>
              <a:path w="3547" h="28">
                <a:moveTo>
                  <a:pt x="0" y="0"/>
                </a:moveTo>
                <a:lnTo>
                  <a:pt x="3547" y="0"/>
                </a:lnTo>
                <a:lnTo>
                  <a:pt x="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6029280" y="299052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56840" y="326700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1752480" y="326700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4752720" y="326700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6029280" y="326700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456840" y="353376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1752480" y="353376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4752720" y="353376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6029280" y="35337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456840" y="380988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1752480" y="380988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4752720" y="380988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6029280" y="380988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456840" y="407664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1752480" y="407664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4752720" y="407664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6029280" y="407664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456840" y="435276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1752480" y="435276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4752720" y="435276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6029280" y="43527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4574520" y="163728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563760" y="195552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1863000" y="195552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4858920" y="195552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6135480" y="195552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63760" y="225648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1863000" y="225648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4858920" y="2256480"/>
            <a:ext cx="988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Probeer ik te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6135480" y="2256480"/>
            <a:ext cx="2029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Wil ik eventueel houden,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63760" y="25326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1863000" y="25326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4858920" y="25326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6135480" y="2532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563760" y="279936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1863000" y="279936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4858920" y="27993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6135480" y="279936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563760" y="307548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1863000" y="307548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4858920" y="3075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135480" y="30754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563760" y="335196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1863000" y="335196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4858920" y="33519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6135480" y="335196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563760" y="361872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1863000" y="361872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4858920" y="361872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6135480" y="361872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563760" y="389484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1863000" y="389484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4858920" y="38948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6135480" y="389484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563760" y="416160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1863000" y="416160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4858920" y="416160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6135480" y="416160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457200" y="4441680"/>
            <a:ext cx="7437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solution architect en integratie en standaardisatie blijven bij mij, lead architect, developer en domeinexpert blijf ik delen.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457200" y="4603680"/>
            <a:ext cx="4043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Borging is nog steeds niet belegd. 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9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98" name=""/>
          <p:cNvSpPr txBox="1"/>
          <p:nvPr/>
        </p:nvSpPr>
        <p:spPr>
          <a:xfrm>
            <a:off x="439920" y="558000"/>
            <a:ext cx="5515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Alles loopt via een regisseur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456840" y="1371240"/>
            <a:ext cx="1153080" cy="448200"/>
          </a:xfrm>
          <a:custGeom>
            <a:avLst/>
            <a:gdLst/>
            <a:ahLst/>
            <a:rect l="0" t="0" r="r" b="b"/>
            <a:pathLst>
              <a:path w="3203" h="1245">
                <a:moveTo>
                  <a:pt x="0" y="0"/>
                </a:moveTo>
                <a:lnTo>
                  <a:pt x="3203" y="0"/>
                </a:lnTo>
                <a:lnTo>
                  <a:pt x="3203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1609560" y="1371240"/>
            <a:ext cx="1229040" cy="448200"/>
          </a:xfrm>
          <a:custGeom>
            <a:avLst/>
            <a:gdLst/>
            <a:ahLst/>
            <a:rect l="0" t="0" r="r" b="b"/>
            <a:pathLst>
              <a:path w="3414" h="1245">
                <a:moveTo>
                  <a:pt x="0" y="0"/>
                </a:moveTo>
                <a:lnTo>
                  <a:pt x="3414" y="0"/>
                </a:lnTo>
                <a:lnTo>
                  <a:pt x="3414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2838240" y="1371240"/>
            <a:ext cx="1457640" cy="448200"/>
          </a:xfrm>
          <a:custGeom>
            <a:avLst/>
            <a:gdLst/>
            <a:ahLst/>
            <a:rect l="0" t="0" r="r" b="b"/>
            <a:pathLst>
              <a:path w="4049" h="1245">
                <a:moveTo>
                  <a:pt x="0" y="0"/>
                </a:moveTo>
                <a:lnTo>
                  <a:pt x="4049" y="0"/>
                </a:lnTo>
                <a:lnTo>
                  <a:pt x="4049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456840" y="1809720"/>
            <a:ext cx="1153080" cy="19080"/>
          </a:xfrm>
          <a:custGeom>
            <a:avLst/>
            <a:gdLst/>
            <a:ahLst/>
            <a:rect l="0" t="0" r="r" b="b"/>
            <a:pathLst>
              <a:path w="3203" h="53">
                <a:moveTo>
                  <a:pt x="0" y="0"/>
                </a:moveTo>
                <a:lnTo>
                  <a:pt x="3203" y="0"/>
                </a:lnTo>
                <a:lnTo>
                  <a:pt x="3203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1609560" y="1809720"/>
            <a:ext cx="1229040" cy="19080"/>
          </a:xfrm>
          <a:custGeom>
            <a:avLst/>
            <a:gdLst/>
            <a:ahLst/>
            <a:rect l="0" t="0" r="r" b="b"/>
            <a:pathLst>
              <a:path w="3414" h="53">
                <a:moveTo>
                  <a:pt x="0" y="0"/>
                </a:moveTo>
                <a:lnTo>
                  <a:pt x="3414" y="0"/>
                </a:lnTo>
                <a:lnTo>
                  <a:pt x="3414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838240" y="1809720"/>
            <a:ext cx="1457640" cy="19080"/>
          </a:xfrm>
          <a:custGeom>
            <a:avLst/>
            <a:gdLst/>
            <a:ahLst/>
            <a:rect l="0" t="0" r="r" b="b"/>
            <a:pathLst>
              <a:path w="4049" h="53">
                <a:moveTo>
                  <a:pt x="0" y="0"/>
                </a:moveTo>
                <a:lnTo>
                  <a:pt x="4049" y="0"/>
                </a:lnTo>
                <a:lnTo>
                  <a:pt x="4049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456840" y="2124000"/>
            <a:ext cx="1153080" cy="9720"/>
          </a:xfrm>
          <a:custGeom>
            <a:avLst/>
            <a:gdLst/>
            <a:ahLst/>
            <a:rect l="0" t="0" r="r" b="b"/>
            <a:pathLst>
              <a:path w="3203" h="27">
                <a:moveTo>
                  <a:pt x="0" y="0"/>
                </a:moveTo>
                <a:lnTo>
                  <a:pt x="3203" y="0"/>
                </a:lnTo>
                <a:lnTo>
                  <a:pt x="32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1609560" y="212400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2838240" y="2124000"/>
            <a:ext cx="1457640" cy="9720"/>
          </a:xfrm>
          <a:custGeom>
            <a:avLst/>
            <a:gdLst/>
            <a:ahLst/>
            <a:rect l="0" t="0" r="r" b="b"/>
            <a:pathLst>
              <a:path w="4049" h="27">
                <a:moveTo>
                  <a:pt x="0" y="0"/>
                </a:moveTo>
                <a:lnTo>
                  <a:pt x="4049" y="0"/>
                </a:lnTo>
                <a:lnTo>
                  <a:pt x="40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456840" y="2419200"/>
            <a:ext cx="1153080" cy="9720"/>
          </a:xfrm>
          <a:custGeom>
            <a:avLst/>
            <a:gdLst/>
            <a:ahLst/>
            <a:rect l="0" t="0" r="r" b="b"/>
            <a:pathLst>
              <a:path w="3203" h="27">
                <a:moveTo>
                  <a:pt x="0" y="0"/>
                </a:moveTo>
                <a:lnTo>
                  <a:pt x="3203" y="0"/>
                </a:lnTo>
                <a:lnTo>
                  <a:pt x="32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1609560" y="241920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2838240" y="2419200"/>
            <a:ext cx="1457640" cy="9720"/>
          </a:xfrm>
          <a:custGeom>
            <a:avLst/>
            <a:gdLst/>
            <a:ahLst/>
            <a:rect l="0" t="0" r="r" b="b"/>
            <a:pathLst>
              <a:path w="4049" h="27">
                <a:moveTo>
                  <a:pt x="0" y="0"/>
                </a:moveTo>
                <a:lnTo>
                  <a:pt x="4049" y="0"/>
                </a:lnTo>
                <a:lnTo>
                  <a:pt x="40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56840" y="2724120"/>
            <a:ext cx="1153080" cy="9720"/>
          </a:xfrm>
          <a:custGeom>
            <a:avLst/>
            <a:gdLst/>
            <a:ahLst/>
            <a:rect l="0" t="0" r="r" b="b"/>
            <a:pathLst>
              <a:path w="3203" h="27">
                <a:moveTo>
                  <a:pt x="0" y="0"/>
                </a:moveTo>
                <a:lnTo>
                  <a:pt x="3203" y="0"/>
                </a:lnTo>
                <a:lnTo>
                  <a:pt x="32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1609560" y="272412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2838240" y="2724120"/>
            <a:ext cx="1457640" cy="9720"/>
          </a:xfrm>
          <a:custGeom>
            <a:avLst/>
            <a:gdLst/>
            <a:ahLst/>
            <a:rect l="0" t="0" r="r" b="b"/>
            <a:pathLst>
              <a:path w="4049" h="27">
                <a:moveTo>
                  <a:pt x="0" y="0"/>
                </a:moveTo>
                <a:lnTo>
                  <a:pt x="4049" y="0"/>
                </a:lnTo>
                <a:lnTo>
                  <a:pt x="40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456840" y="3171600"/>
            <a:ext cx="38520" cy="1010160"/>
          </a:xfrm>
          <a:custGeom>
            <a:avLst/>
            <a:gdLst/>
            <a:ahLst/>
            <a:rect l="0" t="0" r="r" b="b"/>
            <a:pathLst>
              <a:path w="107" h="2806">
                <a:moveTo>
                  <a:pt x="0" y="0"/>
                </a:moveTo>
                <a:lnTo>
                  <a:pt x="107" y="0"/>
                </a:lnTo>
                <a:lnTo>
                  <a:pt x="10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457200" y="1112760"/>
            <a:ext cx="274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Niet wie het maakte, maar via wie het loopt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563760" y="1450800"/>
            <a:ext cx="73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 REGIE BIJ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563760" y="1603080"/>
            <a:ext cx="192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MIJ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1716120" y="152712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2941920" y="145080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2941920" y="160308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563760" y="1911960"/>
            <a:ext cx="36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1716120" y="191196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 (87%)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2941920" y="191196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 (68%)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563760" y="2216520"/>
            <a:ext cx="749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1716120" y="221652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 (88%)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2941920" y="221652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 (70%)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563760" y="2511720"/>
            <a:ext cx="5158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1716120" y="251172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 (79%)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2941920" y="2511720"/>
            <a:ext cx="1037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 (66%)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457200" y="279360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457200" y="2946240"/>
            <a:ext cx="1635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Peildatum 3 september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601920" y="3188160"/>
            <a:ext cx="2019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Het kantelt, en ik stuur daarop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601920" y="3388320"/>
            <a:ext cx="406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Van de zes nieuwe issues in de publieke omgeving sinds 1 september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601920" y="3549960"/>
            <a:ext cx="4126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komt er geen enkele van mij; alle zes komen van buiten het kernteam.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601920" y="3711960"/>
            <a:ext cx="3729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En het eerste wijzigingsverzoek is nu door Werner gereviewd 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601920" y="3873960"/>
            <a:ext cx="38242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goedgekeurd, in plaats van door mij. Kleine stappen, maar wel de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533840" y="1371240"/>
            <a:ext cx="38160" cy="2810520"/>
          </a:xfrm>
          <a:custGeom>
            <a:avLst/>
            <a:gdLst/>
            <a:ahLst/>
            <a:rect l="0" t="0" r="r" b="b"/>
            <a:pathLst>
              <a:path w="106" h="7807">
                <a:moveTo>
                  <a:pt x="0" y="0"/>
                </a:moveTo>
                <a:lnTo>
                  <a:pt x="106" y="0"/>
                </a:lnTo>
                <a:lnTo>
                  <a:pt x="106" y="7807"/>
                </a:lnTo>
                <a:lnTo>
                  <a:pt x="0" y="78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601920" y="4035960"/>
            <a:ext cx="8708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goede kant op.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4686120" y="20001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4696560" y="1568880"/>
            <a:ext cx="1177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a8481f"/>
                </a:solidFill>
                <a:latin typeface="Arial"/>
                <a:ea typeface="Arial"/>
              </a:rPr>
              <a:t>Wat dit signaleert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4878720" y="1946160"/>
            <a:ext cx="357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publiek gedragen oplossing heeft nu nog geen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4686120" y="255240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4878720" y="2193840"/>
            <a:ext cx="125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publiek draagvlak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4878720" y="2498760"/>
            <a:ext cx="3926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drempel om aan te haken blijft hoog zolang alles via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4686120" y="30952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4878720" y="2746440"/>
            <a:ext cx="1024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punt loopt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4878720" y="3041640"/>
            <a:ext cx="4037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Alles tegelijk in beheer en in aanbouw houden loopt leeg,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4878720" y="3299040"/>
            <a:ext cx="724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ook bij mij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57200" y="4326480"/>
            <a:ext cx="8405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Herleidbaarheid is geborgd: elke wijziging is terug te vinden. De vraag is een andere: als ik alles own, hoe worden anderen dan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457200" y="4526640"/>
            <a:ext cx="3646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eigenaar van de oplossing? Hoe creeren we draagvlak?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59" name=""/>
          <p:cNvSpPr txBox="1"/>
          <p:nvPr/>
        </p:nvSpPr>
        <p:spPr>
          <a:xfrm>
            <a:off x="439920" y="92952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447480" y="19522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457200" y="149184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447480" y="22572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639360" y="1898640"/>
            <a:ext cx="488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Als ik alles own, hoe worden anderen dan eigenaar van de oplossing?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447480" y="255240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639360" y="2203560"/>
            <a:ext cx="6171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kan de product owner-rol dragen? En als ik hem houd, welk mandaat hoort daarbij?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447480" y="2847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639360" y="249876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447480" y="31431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639360" y="279396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447480" y="34477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639360" y="308916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447480" y="37432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639360" y="339408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639360" y="368928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457200" y="414000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