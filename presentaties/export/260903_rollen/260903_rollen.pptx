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952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51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373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Eindverantwoordelijkheid ervaren voor elk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289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eindproduct en elke wijziging daarin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 txBox="1"/>
          <p:nvPr/>
        </p:nvSpPr>
        <p:spPr>
          <a:xfrm>
            <a:off x="439920" y="710640"/>
            <a:ext cx="5515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loopt via een regisseur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456840" y="1523880"/>
            <a:ext cx="1153080" cy="457560"/>
          </a:xfrm>
          <a:custGeom>
            <a:avLst/>
            <a:gdLst/>
            <a:ahLst/>
            <a:rect l="0" t="0" r="r" b="b"/>
            <a:pathLst>
              <a:path w="3203" h="1271">
                <a:moveTo>
                  <a:pt x="0" y="0"/>
                </a:moveTo>
                <a:lnTo>
                  <a:pt x="3203" y="0"/>
                </a:lnTo>
                <a:lnTo>
                  <a:pt x="320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09560" y="1523880"/>
            <a:ext cx="1229040" cy="457560"/>
          </a:xfrm>
          <a:custGeom>
            <a:avLst/>
            <a:gdLst/>
            <a:ahLst/>
            <a:rect l="0" t="0" r="r" b="b"/>
            <a:pathLst>
              <a:path w="3414" h="1271">
                <a:moveTo>
                  <a:pt x="0" y="0"/>
                </a:moveTo>
                <a:lnTo>
                  <a:pt x="3414" y="0"/>
                </a:lnTo>
                <a:lnTo>
                  <a:pt x="341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38240" y="1523880"/>
            <a:ext cx="1457640" cy="457560"/>
          </a:xfrm>
          <a:custGeom>
            <a:avLst/>
            <a:gdLst/>
            <a:ahLst/>
            <a:rect l="0" t="0" r="r" b="b"/>
            <a:pathLst>
              <a:path w="4049" h="1271">
                <a:moveTo>
                  <a:pt x="0" y="0"/>
                </a:moveTo>
                <a:lnTo>
                  <a:pt x="4049" y="0"/>
                </a:lnTo>
                <a:lnTo>
                  <a:pt x="404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1971360"/>
            <a:ext cx="1153080" cy="19440"/>
          </a:xfrm>
          <a:custGeom>
            <a:avLst/>
            <a:gdLst/>
            <a:ahLst/>
            <a:rect l="0" t="0" r="r" b="b"/>
            <a:pathLst>
              <a:path w="3203" h="54">
                <a:moveTo>
                  <a:pt x="0" y="0"/>
                </a:moveTo>
                <a:lnTo>
                  <a:pt x="3203" y="0"/>
                </a:lnTo>
                <a:lnTo>
                  <a:pt x="32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09560" y="197136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38240" y="1971360"/>
            <a:ext cx="1457640" cy="19440"/>
          </a:xfrm>
          <a:custGeom>
            <a:avLst/>
            <a:gdLst/>
            <a:ahLst/>
            <a:rect l="0" t="0" r="r" b="b"/>
            <a:pathLst>
              <a:path w="4049" h="54">
                <a:moveTo>
                  <a:pt x="0" y="0"/>
                </a:moveTo>
                <a:lnTo>
                  <a:pt x="4049" y="0"/>
                </a:lnTo>
                <a:lnTo>
                  <a:pt x="404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276280"/>
            <a:ext cx="1153080" cy="9720"/>
          </a:xfrm>
          <a:custGeom>
            <a:avLst/>
            <a:gdLst/>
            <a:ahLst/>
            <a:rect l="0" t="0" r="r" b="b"/>
            <a:pathLst>
              <a:path w="3203" h="27">
                <a:moveTo>
                  <a:pt x="0" y="0"/>
                </a:moveTo>
                <a:lnTo>
                  <a:pt x="3203" y="0"/>
                </a:lnTo>
                <a:lnTo>
                  <a:pt x="3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0956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38240" y="227628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57148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09560" y="257148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38240" y="257148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2876400"/>
            <a:ext cx="1153080" cy="9720"/>
          </a:xfrm>
          <a:custGeom>
            <a:avLst/>
            <a:gdLst/>
            <a:ahLst/>
            <a:rect l="0" t="0" r="r" b="b"/>
            <a:pathLst>
              <a:path w="3203" h="27">
                <a:moveTo>
                  <a:pt x="0" y="0"/>
                </a:moveTo>
                <a:lnTo>
                  <a:pt x="3203" y="0"/>
                </a:lnTo>
                <a:lnTo>
                  <a:pt x="3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09560" y="2876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38240" y="2876400"/>
            <a:ext cx="1457640" cy="9720"/>
          </a:xfrm>
          <a:custGeom>
            <a:avLst/>
            <a:gdLst/>
            <a:ahLst/>
            <a:rect l="0" t="0" r="r" b="b"/>
            <a:pathLst>
              <a:path w="4049" h="27">
                <a:moveTo>
                  <a:pt x="0" y="0"/>
                </a:moveTo>
                <a:lnTo>
                  <a:pt x="4049" y="0"/>
                </a:lnTo>
                <a:lnTo>
                  <a:pt x="40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342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265040"/>
            <a:ext cx="274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Niet wie het maakte, maar via wie het loopt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60308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REGIE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63760" y="1755720"/>
            <a:ext cx="19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7161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294192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294192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63760" y="2064240"/>
            <a:ext cx="36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716120" y="2064240"/>
            <a:ext cx="726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2941920" y="2064240"/>
            <a:ext cx="57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369160"/>
            <a:ext cx="749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16120" y="2369160"/>
            <a:ext cx="57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941920" y="2369160"/>
            <a:ext cx="57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664360"/>
            <a:ext cx="515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16120" y="2664360"/>
            <a:ext cx="726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941920" y="2664360"/>
            <a:ext cx="6530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294624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09852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359520"/>
            <a:ext cx="1980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Sinds 1 september kantelt dat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559680"/>
            <a:ext cx="3763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Van de zes nieuwe issues in de publieke omgeving komt er geen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721680"/>
            <a:ext cx="3690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enkele van mij. Alle zes komen van buiten het kernteam. Dat is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4533840" y="1523880"/>
            <a:ext cx="38160" cy="2505240"/>
          </a:xfrm>
          <a:custGeom>
            <a:avLst/>
            <a:gdLst/>
            <a:ahLst/>
            <a:rect l="0" t="0" r="r" b="b"/>
            <a:pathLst>
              <a:path w="106" h="6959">
                <a:moveTo>
                  <a:pt x="0" y="0"/>
                </a:moveTo>
                <a:lnTo>
                  <a:pt x="106" y="0"/>
                </a:lnTo>
                <a:lnTo>
                  <a:pt x="106" y="6959"/>
                </a:lnTo>
                <a:lnTo>
                  <a:pt x="0" y="695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883320"/>
            <a:ext cx="2484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precies de beweging die we nodig hebben.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696560" y="172116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a8481f"/>
                </a:solidFill>
                <a:latin typeface="Arial"/>
                <a:ea typeface="Arial"/>
              </a:rPr>
              <a:t>Wat dit signaleert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878720" y="2098800"/>
            <a:ext cx="357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publiek gedragen oplossing heeft nu nog geen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686120" y="27050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346480"/>
            <a:ext cx="125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publiek draagvlak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651040"/>
            <a:ext cx="392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drempel om aan te haken blijft hoog zolang alles via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3257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89872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punt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3203640"/>
            <a:ext cx="403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tegelijk in beheer en in aanbouw houden loopt leeg,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3451320"/>
            <a:ext cx="72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bij mij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57200" y="4174200"/>
            <a:ext cx="8405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Herleidbaarheid is geborgd: elke wijziging is terug te vinden. De vraag is een andere: als ik alles own, hoe worden anderen dan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57200" y="4374000"/>
            <a:ext cx="3646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eigenaar van de oplossing? Hoe creeren we draagvlak?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7" name=""/>
          <p:cNvSpPr txBox="1"/>
          <p:nvPr/>
        </p:nvSpPr>
        <p:spPr>
          <a:xfrm>
            <a:off x="439920" y="92952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447480" y="1952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457200" y="149184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257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39360" y="1898640"/>
            <a:ext cx="48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Als ik alles own, hoe worden anderen dan eigenaar van de oplossing?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552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20356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847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49876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143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79396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308916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339408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68928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57200" y="414000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